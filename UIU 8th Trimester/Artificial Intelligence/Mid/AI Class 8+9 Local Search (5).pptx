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12192000"/>
  <p:notesSz cx="6858000" cy="9144000"/>
  <p:embeddedFontLst>
    <p:embeddedFont>
      <p:font typeface="Roboto"/>
      <p:regular r:id="rId58"/>
      <p:bold r:id="rId59"/>
      <p:italic r:id="rId60"/>
      <p:boldItalic r:id="rId61"/>
    </p:embeddedFont>
    <p:embeddedFont>
      <p:font typeface="Corbel"/>
      <p:regular r:id="rId62"/>
      <p:bold r:id="rId63"/>
      <p:italic r:id="rId64"/>
      <p:boldItalic r:id="rId65"/>
    </p:embeddedFont>
    <p:embeddedFont>
      <p:font typeface="Helvetica Neue"/>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0" roundtripDataSignature="AMtx7mh9lGM0+G4G4b1gSaL5CXtPv0DE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5798A8-BD4D-4B1B-A9D6-5297D90BF484}">
  <a:tblStyle styleId="{E05798A8-BD4D-4B1B-A9D6-5297D90BF484}" styleName="Table_0">
    <a:wholeTbl>
      <a:tcTxStyle b="off" i="off">
        <a:font>
          <a:latin typeface="Corbel"/>
          <a:ea typeface="Corbel"/>
          <a:cs typeface="Corbel"/>
        </a:font>
        <a:schemeClr val="lt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Corbel-regular.fntdata"/><Relationship Id="rId61" Type="http://schemas.openxmlformats.org/officeDocument/2006/relationships/font" Target="fonts/Roboto-boldItalic.fntdata"/><Relationship Id="rId20" Type="http://schemas.openxmlformats.org/officeDocument/2006/relationships/slide" Target="slides/slide15.xml"/><Relationship Id="rId64" Type="http://schemas.openxmlformats.org/officeDocument/2006/relationships/font" Target="fonts/Corbel-italic.fntdata"/><Relationship Id="rId63" Type="http://schemas.openxmlformats.org/officeDocument/2006/relationships/font" Target="fonts/Corbel-bold.fntdata"/><Relationship Id="rId22" Type="http://schemas.openxmlformats.org/officeDocument/2006/relationships/slide" Target="slides/slide17.xml"/><Relationship Id="rId66" Type="http://schemas.openxmlformats.org/officeDocument/2006/relationships/font" Target="fonts/HelveticaNeue-regular.fntdata"/><Relationship Id="rId21" Type="http://schemas.openxmlformats.org/officeDocument/2006/relationships/slide" Target="slides/slide16.xml"/><Relationship Id="rId65" Type="http://schemas.openxmlformats.org/officeDocument/2006/relationships/font" Target="fonts/Corbel-boldItalic.fntdata"/><Relationship Id="rId24" Type="http://schemas.openxmlformats.org/officeDocument/2006/relationships/slide" Target="slides/slide19.xml"/><Relationship Id="rId68" Type="http://schemas.openxmlformats.org/officeDocument/2006/relationships/font" Target="fonts/HelveticaNeue-italic.fntdata"/><Relationship Id="rId23" Type="http://schemas.openxmlformats.org/officeDocument/2006/relationships/slide" Target="slides/slide18.xml"/><Relationship Id="rId67" Type="http://schemas.openxmlformats.org/officeDocument/2006/relationships/font" Target="fonts/HelveticaNeue-bold.fntdata"/><Relationship Id="rId60" Type="http://schemas.openxmlformats.org/officeDocument/2006/relationships/font" Target="fonts/Roboto-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HelveticaNeue-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oboto-bold.fntdata"/><Relationship Id="rId14" Type="http://schemas.openxmlformats.org/officeDocument/2006/relationships/slide" Target="slides/slide9.xml"/><Relationship Id="rId58" Type="http://schemas.openxmlformats.org/officeDocument/2006/relationships/font" Target="fonts/Roboto-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3" name="Google Shape;26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a92630165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a92630165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3a92630165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dccffde0f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dccffde0f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g3dccffde0f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dccffde0f1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dccffde0f1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g3dccffde0f1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0" name="Google Shape;51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0" name="Google Shape;52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4" name="Google Shape;56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2" name="Google Shape;57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7" name="Google Shape;58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2209800" y="4464028"/>
            <a:ext cx="9144000" cy="1641490"/>
          </a:xfrm>
          <a:prstGeom prst="rect">
            <a:avLst/>
          </a:prstGeom>
          <a:noFill/>
          <a:ln>
            <a:noFill/>
          </a:ln>
        </p:spPr>
        <p:txBody>
          <a:bodyPr anchorCtr="0" anchor="t" bIns="45700" lIns="91425" spcFirstLastPara="1" rIns="91425" wrap="square" tIns="45700">
            <a:normAutofit/>
          </a:bodyPr>
          <a:lstStyle>
            <a:lvl1pPr lvl="0" algn="r">
              <a:lnSpc>
                <a:spcPct val="90000"/>
              </a:lnSpc>
              <a:spcBef>
                <a:spcPts val="0"/>
              </a:spcBef>
              <a:spcAft>
                <a:spcPts val="0"/>
              </a:spcAft>
              <a:buClr>
                <a:srgbClr val="E2E2E2"/>
              </a:buClr>
              <a:buSzPts val="9600"/>
              <a:buFont typeface="Corbel"/>
              <a:buNone/>
              <a:defRPr b="0" sz="9600">
                <a:solidFill>
                  <a:srgbClr val="E2E2E2"/>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1"/>
          <p:cNvSpPr txBox="1"/>
          <p:nvPr>
            <p:ph idx="1" type="subTitle"/>
          </p:nvPr>
        </p:nvSpPr>
        <p:spPr>
          <a:xfrm>
            <a:off x="2209799" y="3694375"/>
            <a:ext cx="9144000" cy="754025"/>
          </a:xfrm>
          <a:prstGeom prst="rect">
            <a:avLst/>
          </a:prstGeom>
          <a:noFill/>
          <a:ln>
            <a:noFill/>
          </a:ln>
        </p:spPr>
        <p:txBody>
          <a:bodyPr anchorCtr="0" anchor="b" bIns="45700" lIns="91425" spcFirstLastPara="1" rIns="91425" wrap="square" tIns="45700">
            <a:normAutofit/>
          </a:bodyPr>
          <a:lstStyle>
            <a:lvl1pPr lvl="0" algn="r">
              <a:lnSpc>
                <a:spcPct val="90000"/>
              </a:lnSpc>
              <a:spcBef>
                <a:spcPts val="1000"/>
              </a:spcBef>
              <a:spcAft>
                <a:spcPts val="0"/>
              </a:spcAft>
              <a:buClr>
                <a:schemeClr val="lt2"/>
              </a:buClr>
              <a:buSzPts val="3200"/>
              <a:buNone/>
              <a:defRPr b="0" sz="3200">
                <a:solidFill>
                  <a:schemeClr val="lt2"/>
                </a:solidFill>
                <a:latin typeface="Corbel"/>
                <a:ea typeface="Corbel"/>
                <a:cs typeface="Corbel"/>
                <a:sym typeface="Corbel"/>
              </a:defRPr>
            </a:lvl1pPr>
            <a:lvl2pPr lvl="1" algn="ctr">
              <a:lnSpc>
                <a:spcPct val="90000"/>
              </a:lnSpc>
              <a:spcBef>
                <a:spcPts val="500"/>
              </a:spcBef>
              <a:spcAft>
                <a:spcPts val="0"/>
              </a:spcAft>
              <a:buClr>
                <a:srgbClr val="E9F6F9"/>
              </a:buClr>
              <a:buSzPts val="2000"/>
              <a:buNone/>
              <a:defRPr sz="2000"/>
            </a:lvl2pPr>
            <a:lvl3pPr lvl="2" algn="ctr">
              <a:lnSpc>
                <a:spcPct val="90000"/>
              </a:lnSpc>
              <a:spcBef>
                <a:spcPts val="500"/>
              </a:spcBef>
              <a:spcAft>
                <a:spcPts val="0"/>
              </a:spcAft>
              <a:buClr>
                <a:srgbClr val="D6EEF2"/>
              </a:buClr>
              <a:buSzPts val="1800"/>
              <a:buNone/>
              <a:defRPr sz="1800"/>
            </a:lvl3pPr>
            <a:lvl4pPr lvl="3" algn="ctr">
              <a:lnSpc>
                <a:spcPct val="90000"/>
              </a:lnSpc>
              <a:spcBef>
                <a:spcPts val="500"/>
              </a:spcBef>
              <a:spcAft>
                <a:spcPts val="0"/>
              </a:spcAft>
              <a:buClr>
                <a:srgbClr val="D6EEF2"/>
              </a:buClr>
              <a:buSzPts val="1600"/>
              <a:buNone/>
              <a:defRPr sz="1600"/>
            </a:lvl4pPr>
            <a:lvl5pPr lvl="4" algn="ctr">
              <a:lnSpc>
                <a:spcPct val="90000"/>
              </a:lnSpc>
              <a:spcBef>
                <a:spcPts val="500"/>
              </a:spcBef>
              <a:spcAft>
                <a:spcPts val="0"/>
              </a:spcAft>
              <a:buClr>
                <a:srgbClr val="D6EEF2"/>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2"/>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 name="Google Shape;2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3"/>
          <p:cNvSpPr txBox="1"/>
          <p:nvPr>
            <p:ph type="ctrTitle"/>
          </p:nvPr>
        </p:nvSpPr>
        <p:spPr>
          <a:xfrm>
            <a:off x="854532" y="4464028"/>
            <a:ext cx="9144000" cy="164149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E2E2E2"/>
              </a:buClr>
              <a:buSzPts val="9600"/>
              <a:buFont typeface="Corbel"/>
              <a:buNone/>
              <a:defRPr b="0" sz="9600">
                <a:solidFill>
                  <a:srgbClr val="E2E2E2"/>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3"/>
          <p:cNvSpPr txBox="1"/>
          <p:nvPr>
            <p:ph idx="1" type="subTitle"/>
          </p:nvPr>
        </p:nvSpPr>
        <p:spPr>
          <a:xfrm>
            <a:off x="854532" y="3693674"/>
            <a:ext cx="9144000" cy="7540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1000"/>
              </a:spcBef>
              <a:spcAft>
                <a:spcPts val="0"/>
              </a:spcAft>
              <a:buClr>
                <a:schemeClr val="lt2"/>
              </a:buClr>
              <a:buSzPts val="3200"/>
              <a:buNone/>
              <a:defRPr b="0" sz="3200">
                <a:solidFill>
                  <a:schemeClr val="lt2"/>
                </a:solidFill>
                <a:latin typeface="Corbel"/>
                <a:ea typeface="Corbel"/>
                <a:cs typeface="Corbel"/>
                <a:sym typeface="Corbel"/>
              </a:defRPr>
            </a:lvl1pPr>
            <a:lvl2pPr lvl="1" algn="ctr">
              <a:lnSpc>
                <a:spcPct val="90000"/>
              </a:lnSpc>
              <a:spcBef>
                <a:spcPts val="500"/>
              </a:spcBef>
              <a:spcAft>
                <a:spcPts val="0"/>
              </a:spcAft>
              <a:buClr>
                <a:srgbClr val="E9F6F9"/>
              </a:buClr>
              <a:buSzPts val="2000"/>
              <a:buNone/>
              <a:defRPr sz="2000"/>
            </a:lvl2pPr>
            <a:lvl3pPr lvl="2" algn="ctr">
              <a:lnSpc>
                <a:spcPct val="90000"/>
              </a:lnSpc>
              <a:spcBef>
                <a:spcPts val="500"/>
              </a:spcBef>
              <a:spcAft>
                <a:spcPts val="0"/>
              </a:spcAft>
              <a:buClr>
                <a:srgbClr val="D6EEF2"/>
              </a:buClr>
              <a:buSzPts val="1800"/>
              <a:buNone/>
              <a:defRPr sz="1800"/>
            </a:lvl3pPr>
            <a:lvl4pPr lvl="3" algn="ctr">
              <a:lnSpc>
                <a:spcPct val="90000"/>
              </a:lnSpc>
              <a:spcBef>
                <a:spcPts val="500"/>
              </a:spcBef>
              <a:spcAft>
                <a:spcPts val="0"/>
              </a:spcAft>
              <a:buClr>
                <a:srgbClr val="D6EEF2"/>
              </a:buClr>
              <a:buSzPts val="1600"/>
              <a:buNone/>
              <a:defRPr sz="1600"/>
            </a:lvl4pPr>
            <a:lvl5pPr lvl="4" algn="ctr">
              <a:lnSpc>
                <a:spcPct val="90000"/>
              </a:lnSpc>
              <a:spcBef>
                <a:spcPts val="500"/>
              </a:spcBef>
              <a:spcAft>
                <a:spcPts val="0"/>
              </a:spcAft>
              <a:buClr>
                <a:srgbClr val="D6EEF2"/>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30" name="Google Shape;30;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5"/>
          <p:cNvSpPr txBox="1"/>
          <p:nvPr>
            <p:ph idx="1" type="body"/>
          </p:nvPr>
        </p:nvSpPr>
        <p:spPr>
          <a:xfrm>
            <a:off x="1120000" y="1825625"/>
            <a:ext cx="5025216"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0" name="Google Shape;40;p55"/>
          <p:cNvSpPr txBox="1"/>
          <p:nvPr>
            <p:ph idx="2" type="body"/>
          </p:nvPr>
        </p:nvSpPr>
        <p:spPr>
          <a:xfrm>
            <a:off x="6319840" y="1825625"/>
            <a:ext cx="503396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1" name="Google Shape;41;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6"/>
          <p:cNvSpPr txBox="1"/>
          <p:nvPr>
            <p:ph idx="1" type="body"/>
          </p:nvPr>
        </p:nvSpPr>
        <p:spPr>
          <a:xfrm>
            <a:off x="1120000" y="1681163"/>
            <a:ext cx="5025216"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228600" lvl="1" marL="914400" algn="l">
              <a:lnSpc>
                <a:spcPct val="90000"/>
              </a:lnSpc>
              <a:spcBef>
                <a:spcPts val="500"/>
              </a:spcBef>
              <a:spcAft>
                <a:spcPts val="0"/>
              </a:spcAft>
              <a:buClr>
                <a:srgbClr val="E9F6F9"/>
              </a:buClr>
              <a:buSzPts val="2000"/>
              <a:buNone/>
              <a:defRPr b="1" sz="2000"/>
            </a:lvl2pPr>
            <a:lvl3pPr indent="-228600" lvl="2" marL="1371600" algn="l">
              <a:lnSpc>
                <a:spcPct val="90000"/>
              </a:lnSpc>
              <a:spcBef>
                <a:spcPts val="500"/>
              </a:spcBef>
              <a:spcAft>
                <a:spcPts val="0"/>
              </a:spcAft>
              <a:buClr>
                <a:srgbClr val="D6EEF2"/>
              </a:buClr>
              <a:buSzPts val="1800"/>
              <a:buNone/>
              <a:defRPr b="1" sz="1800"/>
            </a:lvl3pPr>
            <a:lvl4pPr indent="-228600" lvl="3" marL="1828800" algn="l">
              <a:lnSpc>
                <a:spcPct val="90000"/>
              </a:lnSpc>
              <a:spcBef>
                <a:spcPts val="500"/>
              </a:spcBef>
              <a:spcAft>
                <a:spcPts val="0"/>
              </a:spcAft>
              <a:buClr>
                <a:srgbClr val="D6EEF2"/>
              </a:buClr>
              <a:buSzPts val="1600"/>
              <a:buNone/>
              <a:defRPr b="1" sz="1600"/>
            </a:lvl4pPr>
            <a:lvl5pPr indent="-228600" lvl="4" marL="2286000" algn="l">
              <a:lnSpc>
                <a:spcPct val="90000"/>
              </a:lnSpc>
              <a:spcBef>
                <a:spcPts val="500"/>
              </a:spcBef>
              <a:spcAft>
                <a:spcPts val="0"/>
              </a:spcAft>
              <a:buClr>
                <a:srgbClr val="D6EEF2"/>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7" name="Google Shape;47;p56"/>
          <p:cNvSpPr txBox="1"/>
          <p:nvPr>
            <p:ph idx="2" type="body"/>
          </p:nvPr>
        </p:nvSpPr>
        <p:spPr>
          <a:xfrm>
            <a:off x="1120000" y="2505075"/>
            <a:ext cx="5025216"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8" name="Google Shape;48;p56"/>
          <p:cNvSpPr txBox="1"/>
          <p:nvPr>
            <p:ph idx="3" type="body"/>
          </p:nvPr>
        </p:nvSpPr>
        <p:spPr>
          <a:xfrm>
            <a:off x="6319840" y="1681163"/>
            <a:ext cx="50355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9" name="Google Shape;49;p56"/>
          <p:cNvSpPr txBox="1"/>
          <p:nvPr>
            <p:ph idx="4" type="body"/>
          </p:nvPr>
        </p:nvSpPr>
        <p:spPr>
          <a:xfrm>
            <a:off x="6319840" y="2505075"/>
            <a:ext cx="503554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0" name="Google Shape;50;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CF5D9"/>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1" name="Google Shape;61;p58"/>
          <p:cNvSpPr txBox="1"/>
          <p:nvPr>
            <p:ph idx="2" type="body"/>
          </p:nvPr>
        </p:nvSpPr>
        <p:spPr>
          <a:xfrm>
            <a:off x="1120000" y="2057400"/>
            <a:ext cx="365202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600"/>
              <a:buNone/>
              <a:defRPr sz="1600">
                <a:solidFill>
                  <a:schemeClr val="lt2"/>
                </a:solidFill>
              </a:defRPr>
            </a:lvl1pPr>
            <a:lvl2pPr indent="-228600" lvl="1" marL="914400" algn="l">
              <a:lnSpc>
                <a:spcPct val="90000"/>
              </a:lnSpc>
              <a:spcBef>
                <a:spcPts val="500"/>
              </a:spcBef>
              <a:spcAft>
                <a:spcPts val="0"/>
              </a:spcAft>
              <a:buClr>
                <a:srgbClr val="E9F6F9"/>
              </a:buClr>
              <a:buSzPts val="1400"/>
              <a:buNone/>
              <a:defRPr sz="1400"/>
            </a:lvl2pPr>
            <a:lvl3pPr indent="-228600" lvl="2" marL="1371600" algn="l">
              <a:lnSpc>
                <a:spcPct val="90000"/>
              </a:lnSpc>
              <a:spcBef>
                <a:spcPts val="500"/>
              </a:spcBef>
              <a:spcAft>
                <a:spcPts val="0"/>
              </a:spcAft>
              <a:buClr>
                <a:srgbClr val="D6EEF2"/>
              </a:buClr>
              <a:buSzPts val="1200"/>
              <a:buNone/>
              <a:defRPr sz="1200"/>
            </a:lvl3pPr>
            <a:lvl4pPr indent="-228600" lvl="3" marL="1828800" algn="l">
              <a:lnSpc>
                <a:spcPct val="90000"/>
              </a:lnSpc>
              <a:spcBef>
                <a:spcPts val="500"/>
              </a:spcBef>
              <a:spcAft>
                <a:spcPts val="0"/>
              </a:spcAft>
              <a:buClr>
                <a:srgbClr val="D6EEF2"/>
              </a:buClr>
              <a:buSzPts val="1000"/>
              <a:buNone/>
              <a:defRPr sz="1000"/>
            </a:lvl4pPr>
            <a:lvl5pPr indent="-228600" lvl="4" marL="2286000" algn="l">
              <a:lnSpc>
                <a:spcPct val="90000"/>
              </a:lnSpc>
              <a:spcBef>
                <a:spcPts val="500"/>
              </a:spcBef>
              <a:spcAft>
                <a:spcPts val="0"/>
              </a:spcAft>
              <a:buClr>
                <a:srgbClr val="D6EEF2"/>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2" name="Google Shape;62;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CF5D9"/>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9"/>
          <p:cNvSpPr/>
          <p:nvPr>
            <p:ph idx="2" type="pic"/>
          </p:nvPr>
        </p:nvSpPr>
        <p:spPr>
          <a:xfrm>
            <a:off x="5183188" y="987425"/>
            <a:ext cx="6172200" cy="4873625"/>
          </a:xfrm>
          <a:prstGeom prst="rect">
            <a:avLst/>
          </a:prstGeom>
          <a:noFill/>
          <a:ln>
            <a:noFill/>
          </a:ln>
        </p:spPr>
      </p:sp>
      <p:sp>
        <p:nvSpPr>
          <p:cNvPr id="68" name="Google Shape;68;p59"/>
          <p:cNvSpPr txBox="1"/>
          <p:nvPr>
            <p:ph idx="1" type="body"/>
          </p:nvPr>
        </p:nvSpPr>
        <p:spPr>
          <a:xfrm>
            <a:off x="1120000" y="2057400"/>
            <a:ext cx="3652025"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600"/>
              <a:buNone/>
              <a:defRPr sz="1600">
                <a:solidFill>
                  <a:schemeClr val="lt2"/>
                </a:solidFill>
              </a:defRPr>
            </a:lvl1pPr>
            <a:lvl2pPr indent="-228600" lvl="1" marL="914400" algn="l">
              <a:lnSpc>
                <a:spcPct val="90000"/>
              </a:lnSpc>
              <a:spcBef>
                <a:spcPts val="500"/>
              </a:spcBef>
              <a:spcAft>
                <a:spcPts val="0"/>
              </a:spcAft>
              <a:buClr>
                <a:srgbClr val="E9F6F9"/>
              </a:buClr>
              <a:buSzPts val="1400"/>
              <a:buNone/>
              <a:defRPr sz="1400"/>
            </a:lvl2pPr>
            <a:lvl3pPr indent="-228600" lvl="2" marL="1371600" algn="l">
              <a:lnSpc>
                <a:spcPct val="90000"/>
              </a:lnSpc>
              <a:spcBef>
                <a:spcPts val="500"/>
              </a:spcBef>
              <a:spcAft>
                <a:spcPts val="0"/>
              </a:spcAft>
              <a:buClr>
                <a:srgbClr val="D6EEF2"/>
              </a:buClr>
              <a:buSzPts val="1200"/>
              <a:buNone/>
              <a:defRPr sz="1200"/>
            </a:lvl3pPr>
            <a:lvl4pPr indent="-228600" lvl="3" marL="1828800" algn="l">
              <a:lnSpc>
                <a:spcPct val="90000"/>
              </a:lnSpc>
              <a:spcBef>
                <a:spcPts val="500"/>
              </a:spcBef>
              <a:spcAft>
                <a:spcPts val="0"/>
              </a:spcAft>
              <a:buClr>
                <a:srgbClr val="D6EEF2"/>
              </a:buClr>
              <a:buSzPts val="1000"/>
              <a:buNone/>
              <a:defRPr sz="1000"/>
            </a:lvl4pPr>
            <a:lvl5pPr indent="-228600" lvl="4" marL="2286000" algn="l">
              <a:lnSpc>
                <a:spcPct val="90000"/>
              </a:lnSpc>
              <a:spcBef>
                <a:spcPts val="500"/>
              </a:spcBef>
              <a:spcAft>
                <a:spcPts val="0"/>
              </a:spcAft>
              <a:buClr>
                <a:srgbClr val="D6EEF2"/>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9" name="Google Shape;69;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2" name="Shape 72"/>
        <p:cNvGrpSpPr/>
        <p:nvPr/>
      </p:nvGrpSpPr>
      <p:grpSpPr>
        <a:xfrm>
          <a:off x="0" y="0"/>
          <a:ext cx="0" cy="0"/>
          <a:chOff x="0" y="0"/>
          <a:chExt cx="0" cy="0"/>
        </a:xfrm>
      </p:grpSpPr>
      <p:sp>
        <p:nvSpPr>
          <p:cNvPr id="73" name="Google Shape;73;p60"/>
          <p:cNvSpPr txBox="1"/>
          <p:nvPr>
            <p:ph type="title"/>
          </p:nvPr>
        </p:nvSpPr>
        <p:spPr>
          <a:xfrm>
            <a:off x="839788" y="4367160"/>
            <a:ext cx="10515600"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CF5D9"/>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0"/>
          <p:cNvSpPr/>
          <p:nvPr>
            <p:ph idx="2" type="pic"/>
          </p:nvPr>
        </p:nvSpPr>
        <p:spPr>
          <a:xfrm>
            <a:off x="839788" y="987425"/>
            <a:ext cx="10515600" cy="3379735"/>
          </a:xfrm>
          <a:prstGeom prst="rect">
            <a:avLst/>
          </a:prstGeom>
          <a:noFill/>
          <a:ln>
            <a:noFill/>
          </a:ln>
        </p:spPr>
      </p:sp>
      <p:sp>
        <p:nvSpPr>
          <p:cNvPr id="75" name="Google Shape;75;p60"/>
          <p:cNvSpPr txBox="1"/>
          <p:nvPr>
            <p:ph idx="1" type="body"/>
          </p:nvPr>
        </p:nvSpPr>
        <p:spPr>
          <a:xfrm>
            <a:off x="839788" y="5186516"/>
            <a:ext cx="10514012" cy="68247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600"/>
              <a:buNone/>
              <a:defRPr sz="1600">
                <a:solidFill>
                  <a:schemeClr val="lt2"/>
                </a:solidFill>
              </a:defRPr>
            </a:lvl1pPr>
            <a:lvl2pPr indent="-228600" lvl="1" marL="914400" algn="l">
              <a:lnSpc>
                <a:spcPct val="90000"/>
              </a:lnSpc>
              <a:spcBef>
                <a:spcPts val="500"/>
              </a:spcBef>
              <a:spcAft>
                <a:spcPts val="0"/>
              </a:spcAft>
              <a:buClr>
                <a:srgbClr val="E9F6F9"/>
              </a:buClr>
              <a:buSzPts val="1400"/>
              <a:buNone/>
              <a:defRPr sz="1400"/>
            </a:lvl2pPr>
            <a:lvl3pPr indent="-228600" lvl="2" marL="1371600" algn="l">
              <a:lnSpc>
                <a:spcPct val="90000"/>
              </a:lnSpc>
              <a:spcBef>
                <a:spcPts val="500"/>
              </a:spcBef>
              <a:spcAft>
                <a:spcPts val="0"/>
              </a:spcAft>
              <a:buClr>
                <a:srgbClr val="D6EEF2"/>
              </a:buClr>
              <a:buSzPts val="1200"/>
              <a:buNone/>
              <a:defRPr sz="1200"/>
            </a:lvl3pPr>
            <a:lvl4pPr indent="-228600" lvl="3" marL="1828800" algn="l">
              <a:lnSpc>
                <a:spcPct val="90000"/>
              </a:lnSpc>
              <a:spcBef>
                <a:spcPts val="500"/>
              </a:spcBef>
              <a:spcAft>
                <a:spcPts val="0"/>
              </a:spcAft>
              <a:buClr>
                <a:srgbClr val="D6EEF2"/>
              </a:buClr>
              <a:buSzPts val="1000"/>
              <a:buNone/>
              <a:defRPr sz="1000"/>
            </a:lvl4pPr>
            <a:lvl5pPr indent="-228600" lvl="4" marL="2286000" algn="l">
              <a:lnSpc>
                <a:spcPct val="90000"/>
              </a:lnSpc>
              <a:spcBef>
                <a:spcPts val="500"/>
              </a:spcBef>
              <a:spcAft>
                <a:spcPts val="0"/>
              </a:spcAft>
              <a:buClr>
                <a:srgbClr val="D6EEF2"/>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6" name="Google Shape;76;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9" name="Shape 79"/>
        <p:cNvGrpSpPr/>
        <p:nvPr/>
      </p:nvGrpSpPr>
      <p:grpSpPr>
        <a:xfrm>
          <a:off x="0" y="0"/>
          <a:ext cx="0" cy="0"/>
          <a:chOff x="0" y="0"/>
          <a:chExt cx="0" cy="0"/>
        </a:xfrm>
      </p:grpSpPr>
      <p:sp>
        <p:nvSpPr>
          <p:cNvPr id="80" name="Google Shape;80;p61"/>
          <p:cNvSpPr txBox="1"/>
          <p:nvPr>
            <p:ph type="title"/>
          </p:nvPr>
        </p:nvSpPr>
        <p:spPr>
          <a:xfrm>
            <a:off x="839788" y="365125"/>
            <a:ext cx="10515600" cy="3534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3200"/>
              <a:buFont typeface="Corbe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1"/>
          <p:cNvSpPr txBox="1"/>
          <p:nvPr>
            <p:ph idx="1" type="body"/>
          </p:nvPr>
        </p:nvSpPr>
        <p:spPr>
          <a:xfrm>
            <a:off x="839788" y="4489399"/>
            <a:ext cx="10514012" cy="150182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600"/>
              <a:buNone/>
              <a:defRPr sz="1600"/>
            </a:lvl1pPr>
            <a:lvl2pPr indent="-228600" lvl="1" marL="914400" algn="l">
              <a:lnSpc>
                <a:spcPct val="90000"/>
              </a:lnSpc>
              <a:spcBef>
                <a:spcPts val="500"/>
              </a:spcBef>
              <a:spcAft>
                <a:spcPts val="0"/>
              </a:spcAft>
              <a:buClr>
                <a:srgbClr val="E9F6F9"/>
              </a:buClr>
              <a:buSzPts val="1400"/>
              <a:buNone/>
              <a:defRPr sz="1400"/>
            </a:lvl2pPr>
            <a:lvl3pPr indent="-228600" lvl="2" marL="1371600" algn="l">
              <a:lnSpc>
                <a:spcPct val="90000"/>
              </a:lnSpc>
              <a:spcBef>
                <a:spcPts val="500"/>
              </a:spcBef>
              <a:spcAft>
                <a:spcPts val="0"/>
              </a:spcAft>
              <a:buClr>
                <a:srgbClr val="D6EEF2"/>
              </a:buClr>
              <a:buSzPts val="1200"/>
              <a:buNone/>
              <a:defRPr sz="1200"/>
            </a:lvl3pPr>
            <a:lvl4pPr indent="-228600" lvl="3" marL="1828800" algn="l">
              <a:lnSpc>
                <a:spcPct val="90000"/>
              </a:lnSpc>
              <a:spcBef>
                <a:spcPts val="500"/>
              </a:spcBef>
              <a:spcAft>
                <a:spcPts val="0"/>
              </a:spcAft>
              <a:buClr>
                <a:srgbClr val="D6EEF2"/>
              </a:buClr>
              <a:buSzPts val="1000"/>
              <a:buNone/>
              <a:defRPr sz="1000"/>
            </a:lvl4pPr>
            <a:lvl5pPr indent="-228600" lvl="4" marL="2286000" algn="l">
              <a:lnSpc>
                <a:spcPct val="90000"/>
              </a:lnSpc>
              <a:spcBef>
                <a:spcPts val="500"/>
              </a:spcBef>
              <a:spcAft>
                <a:spcPts val="0"/>
              </a:spcAft>
              <a:buClr>
                <a:srgbClr val="D6EEF2"/>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2" name="Google Shape;8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5" name="Shape 85"/>
        <p:cNvGrpSpPr/>
        <p:nvPr/>
      </p:nvGrpSpPr>
      <p:grpSpPr>
        <a:xfrm>
          <a:off x="0" y="0"/>
          <a:ext cx="0" cy="0"/>
          <a:chOff x="0" y="0"/>
          <a:chExt cx="0" cy="0"/>
        </a:xfrm>
      </p:grpSpPr>
      <p:sp>
        <p:nvSpPr>
          <p:cNvPr id="86" name="Google Shape;86;p62"/>
          <p:cNvSpPr txBox="1"/>
          <p:nvPr>
            <p:ph type="title"/>
          </p:nvPr>
        </p:nvSpPr>
        <p:spPr>
          <a:xfrm>
            <a:off x="1446212" y="365125"/>
            <a:ext cx="9302752" cy="299290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4400"/>
              <a:buFont typeface="Corbel"/>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62"/>
          <p:cNvSpPr txBox="1"/>
          <p:nvPr>
            <p:ph idx="1" type="body"/>
          </p:nvPr>
        </p:nvSpPr>
        <p:spPr>
          <a:xfrm>
            <a:off x="1720644" y="3365557"/>
            <a:ext cx="875229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9F6F9"/>
              </a:buClr>
              <a:buSzPts val="1400"/>
              <a:buNone/>
              <a:defRPr sz="1400"/>
            </a:lvl2pPr>
            <a:lvl3pPr indent="-228600" lvl="2" marL="1371600" algn="l">
              <a:lnSpc>
                <a:spcPct val="90000"/>
              </a:lnSpc>
              <a:spcBef>
                <a:spcPts val="500"/>
              </a:spcBef>
              <a:spcAft>
                <a:spcPts val="0"/>
              </a:spcAft>
              <a:buClr>
                <a:srgbClr val="D6EEF2"/>
              </a:buClr>
              <a:buSzPts val="1200"/>
              <a:buNone/>
              <a:defRPr sz="1200"/>
            </a:lvl3pPr>
            <a:lvl4pPr indent="-228600" lvl="3" marL="1828800" algn="l">
              <a:lnSpc>
                <a:spcPct val="90000"/>
              </a:lnSpc>
              <a:spcBef>
                <a:spcPts val="500"/>
              </a:spcBef>
              <a:spcAft>
                <a:spcPts val="0"/>
              </a:spcAft>
              <a:buClr>
                <a:srgbClr val="D6EEF2"/>
              </a:buClr>
              <a:buSzPts val="1000"/>
              <a:buNone/>
              <a:defRPr sz="1000"/>
            </a:lvl4pPr>
            <a:lvl5pPr indent="-228600" lvl="4" marL="2286000" algn="l">
              <a:lnSpc>
                <a:spcPct val="90000"/>
              </a:lnSpc>
              <a:spcBef>
                <a:spcPts val="500"/>
              </a:spcBef>
              <a:spcAft>
                <a:spcPts val="0"/>
              </a:spcAft>
              <a:buClr>
                <a:srgbClr val="D6EEF2"/>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8" name="Google Shape;88;p62"/>
          <p:cNvSpPr txBox="1"/>
          <p:nvPr>
            <p:ph idx="2" type="body"/>
          </p:nvPr>
        </p:nvSpPr>
        <p:spPr>
          <a:xfrm>
            <a:off x="838200" y="4501729"/>
            <a:ext cx="10512424" cy="1489496"/>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600"/>
              <a:buNone/>
              <a:defRPr sz="1600"/>
            </a:lvl1pPr>
            <a:lvl2pPr indent="-228600" lvl="1" marL="914400" algn="l">
              <a:lnSpc>
                <a:spcPct val="90000"/>
              </a:lnSpc>
              <a:spcBef>
                <a:spcPts val="500"/>
              </a:spcBef>
              <a:spcAft>
                <a:spcPts val="0"/>
              </a:spcAft>
              <a:buClr>
                <a:srgbClr val="E9F6F9"/>
              </a:buClr>
              <a:buSzPts val="1400"/>
              <a:buNone/>
              <a:defRPr sz="1400"/>
            </a:lvl2pPr>
            <a:lvl3pPr indent="-228600" lvl="2" marL="1371600" algn="l">
              <a:lnSpc>
                <a:spcPct val="90000"/>
              </a:lnSpc>
              <a:spcBef>
                <a:spcPts val="500"/>
              </a:spcBef>
              <a:spcAft>
                <a:spcPts val="0"/>
              </a:spcAft>
              <a:buClr>
                <a:srgbClr val="D6EEF2"/>
              </a:buClr>
              <a:buSzPts val="1200"/>
              <a:buNone/>
              <a:defRPr sz="1200"/>
            </a:lvl3pPr>
            <a:lvl4pPr indent="-228600" lvl="3" marL="1828800" algn="l">
              <a:lnSpc>
                <a:spcPct val="90000"/>
              </a:lnSpc>
              <a:spcBef>
                <a:spcPts val="500"/>
              </a:spcBef>
              <a:spcAft>
                <a:spcPts val="0"/>
              </a:spcAft>
              <a:buClr>
                <a:srgbClr val="D6EEF2"/>
              </a:buClr>
              <a:buSzPts val="1000"/>
              <a:buNone/>
              <a:defRPr sz="1000"/>
            </a:lvl4pPr>
            <a:lvl5pPr indent="-228600" lvl="4" marL="2286000" algn="l">
              <a:lnSpc>
                <a:spcPct val="90000"/>
              </a:lnSpc>
              <a:spcBef>
                <a:spcPts val="500"/>
              </a:spcBef>
              <a:spcAft>
                <a:spcPts val="0"/>
              </a:spcAft>
              <a:buClr>
                <a:srgbClr val="D6EEF2"/>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9" name="Google Shape;89;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62"/>
          <p:cNvSpPr txBox="1"/>
          <p:nvPr/>
        </p:nvSpPr>
        <p:spPr>
          <a:xfrm>
            <a:off x="1111044" y="786824"/>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lt1"/>
              </a:buClr>
              <a:buSzPts val="8000"/>
              <a:buFont typeface="Corbel"/>
              <a:buNone/>
            </a:pPr>
            <a:r>
              <a:rPr b="0" i="0" lang="en-US" sz="8000" u="none" cap="none" strike="noStrike">
                <a:solidFill>
                  <a:schemeClr val="lt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93" name="Google Shape;93;p62"/>
          <p:cNvSpPr txBox="1"/>
          <p:nvPr/>
        </p:nvSpPr>
        <p:spPr>
          <a:xfrm>
            <a:off x="10437812"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orbel"/>
              <a:buNone/>
            </a:pPr>
            <a:r>
              <a:rPr b="0" i="0" lang="en-US" sz="8000" u="none" cap="none" strike="noStrike">
                <a:solidFill>
                  <a:schemeClr val="lt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4" name="Shape 94"/>
        <p:cNvGrpSpPr/>
        <p:nvPr/>
      </p:nvGrpSpPr>
      <p:grpSpPr>
        <a:xfrm>
          <a:off x="0" y="0"/>
          <a:ext cx="0" cy="0"/>
          <a:chOff x="0" y="0"/>
          <a:chExt cx="0" cy="0"/>
        </a:xfrm>
      </p:grpSpPr>
      <p:sp>
        <p:nvSpPr>
          <p:cNvPr id="95" name="Google Shape;95;p63"/>
          <p:cNvSpPr txBox="1"/>
          <p:nvPr>
            <p:ph type="title"/>
          </p:nvPr>
        </p:nvSpPr>
        <p:spPr>
          <a:xfrm>
            <a:off x="839788" y="2326967"/>
            <a:ext cx="10515600"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ECF5D9"/>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63"/>
          <p:cNvSpPr txBox="1"/>
          <p:nvPr>
            <p:ph idx="1" type="body"/>
          </p:nvPr>
        </p:nvSpPr>
        <p:spPr>
          <a:xfrm>
            <a:off x="839788" y="4850581"/>
            <a:ext cx="10514012" cy="114064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600"/>
              <a:buNone/>
              <a:defRPr sz="1600"/>
            </a:lvl1pPr>
            <a:lvl2pPr indent="-228600" lvl="1" marL="914400" algn="l">
              <a:lnSpc>
                <a:spcPct val="90000"/>
              </a:lnSpc>
              <a:spcBef>
                <a:spcPts val="500"/>
              </a:spcBef>
              <a:spcAft>
                <a:spcPts val="0"/>
              </a:spcAft>
              <a:buClr>
                <a:srgbClr val="E9F6F9"/>
              </a:buClr>
              <a:buSzPts val="1400"/>
              <a:buNone/>
              <a:defRPr sz="1400"/>
            </a:lvl2pPr>
            <a:lvl3pPr indent="-228600" lvl="2" marL="1371600" algn="l">
              <a:lnSpc>
                <a:spcPct val="90000"/>
              </a:lnSpc>
              <a:spcBef>
                <a:spcPts val="500"/>
              </a:spcBef>
              <a:spcAft>
                <a:spcPts val="0"/>
              </a:spcAft>
              <a:buClr>
                <a:srgbClr val="D6EEF2"/>
              </a:buClr>
              <a:buSzPts val="1200"/>
              <a:buNone/>
              <a:defRPr sz="1200"/>
            </a:lvl3pPr>
            <a:lvl4pPr indent="-228600" lvl="3" marL="1828800" algn="l">
              <a:lnSpc>
                <a:spcPct val="90000"/>
              </a:lnSpc>
              <a:spcBef>
                <a:spcPts val="500"/>
              </a:spcBef>
              <a:spcAft>
                <a:spcPts val="0"/>
              </a:spcAft>
              <a:buClr>
                <a:srgbClr val="D6EEF2"/>
              </a:buClr>
              <a:buSzPts val="1000"/>
              <a:buNone/>
              <a:defRPr sz="1000"/>
            </a:lvl4pPr>
            <a:lvl5pPr indent="-228600" lvl="4" marL="2286000" algn="l">
              <a:lnSpc>
                <a:spcPct val="90000"/>
              </a:lnSpc>
              <a:spcBef>
                <a:spcPts val="500"/>
              </a:spcBef>
              <a:spcAft>
                <a:spcPts val="0"/>
              </a:spcAft>
              <a:buClr>
                <a:srgbClr val="D6EEF2"/>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7" name="Google Shape;97;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0" name="Shape 100"/>
        <p:cNvGrpSpPr/>
        <p:nvPr/>
      </p:nvGrpSpPr>
      <p:grpSpPr>
        <a:xfrm>
          <a:off x="0" y="0"/>
          <a:ext cx="0" cy="0"/>
          <a:chOff x="0" y="0"/>
          <a:chExt cx="0" cy="0"/>
        </a:xfrm>
      </p:grpSpPr>
      <p:sp>
        <p:nvSpPr>
          <p:cNvPr id="101" name="Google Shape;101;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4"/>
          <p:cNvSpPr txBox="1"/>
          <p:nvPr>
            <p:ph idx="1" type="body"/>
          </p:nvPr>
        </p:nvSpPr>
        <p:spPr>
          <a:xfrm>
            <a:off x="1337282" y="1885950"/>
            <a:ext cx="2946866"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228600" lvl="1" marL="914400" algn="l">
              <a:lnSpc>
                <a:spcPct val="90000"/>
              </a:lnSpc>
              <a:spcBef>
                <a:spcPts val="500"/>
              </a:spcBef>
              <a:spcAft>
                <a:spcPts val="0"/>
              </a:spcAft>
              <a:buClr>
                <a:srgbClr val="E9F6F9"/>
              </a:buClr>
              <a:buSzPts val="2000"/>
              <a:buNone/>
              <a:defRPr b="1" sz="2000"/>
            </a:lvl2pPr>
            <a:lvl3pPr indent="-228600" lvl="2" marL="1371600" algn="l">
              <a:lnSpc>
                <a:spcPct val="90000"/>
              </a:lnSpc>
              <a:spcBef>
                <a:spcPts val="500"/>
              </a:spcBef>
              <a:spcAft>
                <a:spcPts val="0"/>
              </a:spcAft>
              <a:buClr>
                <a:srgbClr val="D6EEF2"/>
              </a:buClr>
              <a:buSzPts val="1800"/>
              <a:buNone/>
              <a:defRPr b="1" sz="1800"/>
            </a:lvl3pPr>
            <a:lvl4pPr indent="-228600" lvl="3" marL="1828800" algn="l">
              <a:lnSpc>
                <a:spcPct val="90000"/>
              </a:lnSpc>
              <a:spcBef>
                <a:spcPts val="500"/>
              </a:spcBef>
              <a:spcAft>
                <a:spcPts val="0"/>
              </a:spcAft>
              <a:buClr>
                <a:srgbClr val="D6EEF2"/>
              </a:buClr>
              <a:buSzPts val="1600"/>
              <a:buNone/>
              <a:defRPr b="1" sz="1600"/>
            </a:lvl4pPr>
            <a:lvl5pPr indent="-228600" lvl="4" marL="2286000" algn="l">
              <a:lnSpc>
                <a:spcPct val="90000"/>
              </a:lnSpc>
              <a:spcBef>
                <a:spcPts val="500"/>
              </a:spcBef>
              <a:spcAft>
                <a:spcPts val="0"/>
              </a:spcAft>
              <a:buClr>
                <a:srgbClr val="D6EEF2"/>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3" name="Google Shape;103;p64"/>
          <p:cNvSpPr txBox="1"/>
          <p:nvPr>
            <p:ph idx="2" type="body"/>
          </p:nvPr>
        </p:nvSpPr>
        <p:spPr>
          <a:xfrm>
            <a:off x="1356798" y="2571750"/>
            <a:ext cx="2927350"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9F6F9"/>
              </a:buClr>
              <a:buSzPts val="1200"/>
              <a:buNone/>
              <a:defRPr sz="1200"/>
            </a:lvl2pPr>
            <a:lvl3pPr indent="-228600" lvl="2" marL="1371600" algn="l">
              <a:lnSpc>
                <a:spcPct val="90000"/>
              </a:lnSpc>
              <a:spcBef>
                <a:spcPts val="500"/>
              </a:spcBef>
              <a:spcAft>
                <a:spcPts val="0"/>
              </a:spcAft>
              <a:buClr>
                <a:srgbClr val="D6EEF2"/>
              </a:buClr>
              <a:buSzPts val="1000"/>
              <a:buNone/>
              <a:defRPr sz="1000"/>
            </a:lvl3pPr>
            <a:lvl4pPr indent="-228600" lvl="3" marL="1828800" algn="l">
              <a:lnSpc>
                <a:spcPct val="90000"/>
              </a:lnSpc>
              <a:spcBef>
                <a:spcPts val="500"/>
              </a:spcBef>
              <a:spcAft>
                <a:spcPts val="0"/>
              </a:spcAft>
              <a:buClr>
                <a:srgbClr val="D6EEF2"/>
              </a:buClr>
              <a:buSzPts val="900"/>
              <a:buNone/>
              <a:defRPr sz="900"/>
            </a:lvl4pPr>
            <a:lvl5pPr indent="-228600" lvl="4" marL="2286000" algn="l">
              <a:lnSpc>
                <a:spcPct val="90000"/>
              </a:lnSpc>
              <a:spcBef>
                <a:spcPts val="500"/>
              </a:spcBef>
              <a:spcAft>
                <a:spcPts val="0"/>
              </a:spcAft>
              <a:buClr>
                <a:srgbClr val="D6EEF2"/>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4" name="Google Shape;104;p64"/>
          <p:cNvSpPr txBox="1"/>
          <p:nvPr>
            <p:ph idx="3" type="body"/>
          </p:nvPr>
        </p:nvSpPr>
        <p:spPr>
          <a:xfrm>
            <a:off x="4587994" y="1885950"/>
            <a:ext cx="2936241"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5" name="Google Shape;105;p64"/>
          <p:cNvSpPr txBox="1"/>
          <p:nvPr>
            <p:ph idx="4" type="body"/>
          </p:nvPr>
        </p:nvSpPr>
        <p:spPr>
          <a:xfrm>
            <a:off x="4577441" y="2571750"/>
            <a:ext cx="2946794"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9F6F9"/>
              </a:buClr>
              <a:buSzPts val="1200"/>
              <a:buNone/>
              <a:defRPr sz="1200"/>
            </a:lvl2pPr>
            <a:lvl3pPr indent="-228600" lvl="2" marL="1371600" algn="l">
              <a:lnSpc>
                <a:spcPct val="90000"/>
              </a:lnSpc>
              <a:spcBef>
                <a:spcPts val="500"/>
              </a:spcBef>
              <a:spcAft>
                <a:spcPts val="0"/>
              </a:spcAft>
              <a:buClr>
                <a:srgbClr val="D6EEF2"/>
              </a:buClr>
              <a:buSzPts val="1000"/>
              <a:buNone/>
              <a:defRPr sz="1000"/>
            </a:lvl3pPr>
            <a:lvl4pPr indent="-228600" lvl="3" marL="1828800" algn="l">
              <a:lnSpc>
                <a:spcPct val="90000"/>
              </a:lnSpc>
              <a:spcBef>
                <a:spcPts val="500"/>
              </a:spcBef>
              <a:spcAft>
                <a:spcPts val="0"/>
              </a:spcAft>
              <a:buClr>
                <a:srgbClr val="D6EEF2"/>
              </a:buClr>
              <a:buSzPts val="900"/>
              <a:buNone/>
              <a:defRPr sz="900"/>
            </a:lvl4pPr>
            <a:lvl5pPr indent="-228600" lvl="4" marL="2286000" algn="l">
              <a:lnSpc>
                <a:spcPct val="90000"/>
              </a:lnSpc>
              <a:spcBef>
                <a:spcPts val="500"/>
              </a:spcBef>
              <a:spcAft>
                <a:spcPts val="0"/>
              </a:spcAft>
              <a:buClr>
                <a:srgbClr val="D6EEF2"/>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6" name="Google Shape;106;p64"/>
          <p:cNvSpPr txBox="1"/>
          <p:nvPr>
            <p:ph idx="5" type="body"/>
          </p:nvPr>
        </p:nvSpPr>
        <p:spPr>
          <a:xfrm>
            <a:off x="7829035" y="1885950"/>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2"/>
              </a:buClr>
              <a:buSzPts val="2400"/>
              <a:buNone/>
              <a:defRPr b="0" sz="2400">
                <a:solidFill>
                  <a:schemeClr val="lt2"/>
                </a:solidFill>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7" name="Google Shape;107;p64"/>
          <p:cNvSpPr txBox="1"/>
          <p:nvPr>
            <p:ph idx="6" type="body"/>
          </p:nvPr>
        </p:nvSpPr>
        <p:spPr>
          <a:xfrm>
            <a:off x="7829035" y="2571750"/>
            <a:ext cx="2932113" cy="35893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9F6F9"/>
              </a:buClr>
              <a:buSzPts val="1200"/>
              <a:buNone/>
              <a:defRPr sz="1200"/>
            </a:lvl2pPr>
            <a:lvl3pPr indent="-228600" lvl="2" marL="1371600" algn="l">
              <a:lnSpc>
                <a:spcPct val="90000"/>
              </a:lnSpc>
              <a:spcBef>
                <a:spcPts val="500"/>
              </a:spcBef>
              <a:spcAft>
                <a:spcPts val="0"/>
              </a:spcAft>
              <a:buClr>
                <a:srgbClr val="D6EEF2"/>
              </a:buClr>
              <a:buSzPts val="1000"/>
              <a:buNone/>
              <a:defRPr sz="1000"/>
            </a:lvl3pPr>
            <a:lvl4pPr indent="-228600" lvl="3" marL="1828800" algn="l">
              <a:lnSpc>
                <a:spcPct val="90000"/>
              </a:lnSpc>
              <a:spcBef>
                <a:spcPts val="500"/>
              </a:spcBef>
              <a:spcAft>
                <a:spcPts val="0"/>
              </a:spcAft>
              <a:buClr>
                <a:srgbClr val="D6EEF2"/>
              </a:buClr>
              <a:buSzPts val="900"/>
              <a:buNone/>
              <a:defRPr sz="900"/>
            </a:lvl4pPr>
            <a:lvl5pPr indent="-228600" lvl="4" marL="2286000" algn="l">
              <a:lnSpc>
                <a:spcPct val="90000"/>
              </a:lnSpc>
              <a:spcBef>
                <a:spcPts val="500"/>
              </a:spcBef>
              <a:spcAft>
                <a:spcPts val="0"/>
              </a:spcAft>
              <a:buClr>
                <a:srgbClr val="D6EEF2"/>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08" name="Google Shape;10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1" name="Shape 111"/>
        <p:cNvGrpSpPr/>
        <p:nvPr/>
      </p:nvGrpSpPr>
      <p:grpSpPr>
        <a:xfrm>
          <a:off x="0" y="0"/>
          <a:ext cx="0" cy="0"/>
          <a:chOff x="0" y="0"/>
          <a:chExt cx="0" cy="0"/>
        </a:xfrm>
      </p:grpSpPr>
      <p:sp>
        <p:nvSpPr>
          <p:cNvPr id="112" name="Google Shape;112;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65"/>
          <p:cNvSpPr txBox="1"/>
          <p:nvPr>
            <p:ph idx="1" type="body"/>
          </p:nvPr>
        </p:nvSpPr>
        <p:spPr>
          <a:xfrm>
            <a:off x="1332085" y="4297503"/>
            <a:ext cx="294005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EDEDED"/>
              </a:buClr>
              <a:buSzPts val="2400"/>
              <a:buNone/>
              <a:defRPr b="0" sz="2400">
                <a:solidFill>
                  <a:srgbClr val="EDEDED"/>
                </a:solidFill>
              </a:defRPr>
            </a:lvl1pPr>
            <a:lvl2pPr indent="-228600" lvl="1" marL="914400" algn="l">
              <a:lnSpc>
                <a:spcPct val="90000"/>
              </a:lnSpc>
              <a:spcBef>
                <a:spcPts val="500"/>
              </a:spcBef>
              <a:spcAft>
                <a:spcPts val="0"/>
              </a:spcAft>
              <a:buClr>
                <a:srgbClr val="E9F6F9"/>
              </a:buClr>
              <a:buSzPts val="2000"/>
              <a:buNone/>
              <a:defRPr b="1" sz="2000"/>
            </a:lvl2pPr>
            <a:lvl3pPr indent="-228600" lvl="2" marL="1371600" algn="l">
              <a:lnSpc>
                <a:spcPct val="90000"/>
              </a:lnSpc>
              <a:spcBef>
                <a:spcPts val="500"/>
              </a:spcBef>
              <a:spcAft>
                <a:spcPts val="0"/>
              </a:spcAft>
              <a:buClr>
                <a:srgbClr val="D6EEF2"/>
              </a:buClr>
              <a:buSzPts val="1800"/>
              <a:buNone/>
              <a:defRPr b="1" sz="1800"/>
            </a:lvl3pPr>
            <a:lvl4pPr indent="-228600" lvl="3" marL="1828800" algn="l">
              <a:lnSpc>
                <a:spcPct val="90000"/>
              </a:lnSpc>
              <a:spcBef>
                <a:spcPts val="500"/>
              </a:spcBef>
              <a:spcAft>
                <a:spcPts val="0"/>
              </a:spcAft>
              <a:buClr>
                <a:srgbClr val="D6EEF2"/>
              </a:buClr>
              <a:buSzPts val="1600"/>
              <a:buNone/>
              <a:defRPr b="1" sz="1600"/>
            </a:lvl4pPr>
            <a:lvl5pPr indent="-228600" lvl="4" marL="2286000" algn="l">
              <a:lnSpc>
                <a:spcPct val="90000"/>
              </a:lnSpc>
              <a:spcBef>
                <a:spcPts val="500"/>
              </a:spcBef>
              <a:spcAft>
                <a:spcPts val="0"/>
              </a:spcAft>
              <a:buClr>
                <a:srgbClr val="D6EEF2"/>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4" name="Google Shape;114;p65"/>
          <p:cNvSpPr/>
          <p:nvPr>
            <p:ph idx="2" type="pic"/>
          </p:nvPr>
        </p:nvSpPr>
        <p:spPr>
          <a:xfrm>
            <a:off x="1332085" y="2256354"/>
            <a:ext cx="2940050"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15" name="Google Shape;115;p65"/>
          <p:cNvSpPr txBox="1"/>
          <p:nvPr>
            <p:ph idx="3" type="body"/>
          </p:nvPr>
        </p:nvSpPr>
        <p:spPr>
          <a:xfrm>
            <a:off x="1332085" y="4873765"/>
            <a:ext cx="2940050" cy="65918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9F6F9"/>
              </a:buClr>
              <a:buSzPts val="1200"/>
              <a:buNone/>
              <a:defRPr sz="1200"/>
            </a:lvl2pPr>
            <a:lvl3pPr indent="-228600" lvl="2" marL="1371600" algn="l">
              <a:lnSpc>
                <a:spcPct val="90000"/>
              </a:lnSpc>
              <a:spcBef>
                <a:spcPts val="500"/>
              </a:spcBef>
              <a:spcAft>
                <a:spcPts val="0"/>
              </a:spcAft>
              <a:buClr>
                <a:srgbClr val="D6EEF2"/>
              </a:buClr>
              <a:buSzPts val="1000"/>
              <a:buNone/>
              <a:defRPr sz="1000"/>
            </a:lvl3pPr>
            <a:lvl4pPr indent="-228600" lvl="3" marL="1828800" algn="l">
              <a:lnSpc>
                <a:spcPct val="90000"/>
              </a:lnSpc>
              <a:spcBef>
                <a:spcPts val="500"/>
              </a:spcBef>
              <a:spcAft>
                <a:spcPts val="0"/>
              </a:spcAft>
              <a:buClr>
                <a:srgbClr val="D6EEF2"/>
              </a:buClr>
              <a:buSzPts val="900"/>
              <a:buNone/>
              <a:defRPr sz="900"/>
            </a:lvl4pPr>
            <a:lvl5pPr indent="-228600" lvl="4" marL="2286000" algn="l">
              <a:lnSpc>
                <a:spcPct val="90000"/>
              </a:lnSpc>
              <a:spcBef>
                <a:spcPts val="500"/>
              </a:spcBef>
              <a:spcAft>
                <a:spcPts val="0"/>
              </a:spcAft>
              <a:buClr>
                <a:srgbClr val="D6EEF2"/>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6" name="Google Shape;116;p65"/>
          <p:cNvSpPr txBox="1"/>
          <p:nvPr>
            <p:ph idx="4" type="body"/>
          </p:nvPr>
        </p:nvSpPr>
        <p:spPr>
          <a:xfrm>
            <a:off x="4568997" y="4297503"/>
            <a:ext cx="293052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EDEDED"/>
              </a:buClr>
              <a:buSzPts val="2400"/>
              <a:buNone/>
              <a:defRPr b="0" sz="2400">
                <a:solidFill>
                  <a:srgbClr val="EDEDED"/>
                </a:solidFill>
              </a:defRPr>
            </a:lvl1pPr>
            <a:lvl2pPr indent="-228600" lvl="1" marL="914400" algn="l">
              <a:lnSpc>
                <a:spcPct val="90000"/>
              </a:lnSpc>
              <a:spcBef>
                <a:spcPts val="500"/>
              </a:spcBef>
              <a:spcAft>
                <a:spcPts val="0"/>
              </a:spcAft>
              <a:buClr>
                <a:srgbClr val="E9F6F9"/>
              </a:buClr>
              <a:buSzPts val="2000"/>
              <a:buNone/>
              <a:defRPr b="1" sz="2000"/>
            </a:lvl2pPr>
            <a:lvl3pPr indent="-228600" lvl="2" marL="1371600" algn="l">
              <a:lnSpc>
                <a:spcPct val="90000"/>
              </a:lnSpc>
              <a:spcBef>
                <a:spcPts val="500"/>
              </a:spcBef>
              <a:spcAft>
                <a:spcPts val="0"/>
              </a:spcAft>
              <a:buClr>
                <a:srgbClr val="D6EEF2"/>
              </a:buClr>
              <a:buSzPts val="1800"/>
              <a:buNone/>
              <a:defRPr b="1" sz="1800"/>
            </a:lvl3pPr>
            <a:lvl4pPr indent="-228600" lvl="3" marL="1828800" algn="l">
              <a:lnSpc>
                <a:spcPct val="90000"/>
              </a:lnSpc>
              <a:spcBef>
                <a:spcPts val="500"/>
              </a:spcBef>
              <a:spcAft>
                <a:spcPts val="0"/>
              </a:spcAft>
              <a:buClr>
                <a:srgbClr val="D6EEF2"/>
              </a:buClr>
              <a:buSzPts val="1600"/>
              <a:buNone/>
              <a:defRPr b="1" sz="1600"/>
            </a:lvl4pPr>
            <a:lvl5pPr indent="-228600" lvl="4" marL="2286000" algn="l">
              <a:lnSpc>
                <a:spcPct val="90000"/>
              </a:lnSpc>
              <a:spcBef>
                <a:spcPts val="500"/>
              </a:spcBef>
              <a:spcAft>
                <a:spcPts val="0"/>
              </a:spcAft>
              <a:buClr>
                <a:srgbClr val="D6EEF2"/>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7" name="Google Shape;117;p65"/>
          <p:cNvSpPr/>
          <p:nvPr>
            <p:ph idx="5" type="pic"/>
          </p:nvPr>
        </p:nvSpPr>
        <p:spPr>
          <a:xfrm>
            <a:off x="4568996" y="2256354"/>
            <a:ext cx="2930525"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18" name="Google Shape;118;p65"/>
          <p:cNvSpPr txBox="1"/>
          <p:nvPr>
            <p:ph idx="6" type="body"/>
          </p:nvPr>
        </p:nvSpPr>
        <p:spPr>
          <a:xfrm>
            <a:off x="4567644" y="4873764"/>
            <a:ext cx="2934406" cy="65918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9F6F9"/>
              </a:buClr>
              <a:buSzPts val="1200"/>
              <a:buNone/>
              <a:defRPr sz="1200"/>
            </a:lvl2pPr>
            <a:lvl3pPr indent="-228600" lvl="2" marL="1371600" algn="l">
              <a:lnSpc>
                <a:spcPct val="90000"/>
              </a:lnSpc>
              <a:spcBef>
                <a:spcPts val="500"/>
              </a:spcBef>
              <a:spcAft>
                <a:spcPts val="0"/>
              </a:spcAft>
              <a:buClr>
                <a:srgbClr val="D6EEF2"/>
              </a:buClr>
              <a:buSzPts val="1000"/>
              <a:buNone/>
              <a:defRPr sz="1000"/>
            </a:lvl3pPr>
            <a:lvl4pPr indent="-228600" lvl="3" marL="1828800" algn="l">
              <a:lnSpc>
                <a:spcPct val="90000"/>
              </a:lnSpc>
              <a:spcBef>
                <a:spcPts val="500"/>
              </a:spcBef>
              <a:spcAft>
                <a:spcPts val="0"/>
              </a:spcAft>
              <a:buClr>
                <a:srgbClr val="D6EEF2"/>
              </a:buClr>
              <a:buSzPts val="900"/>
              <a:buNone/>
              <a:defRPr sz="900"/>
            </a:lvl4pPr>
            <a:lvl5pPr indent="-228600" lvl="4" marL="2286000" algn="l">
              <a:lnSpc>
                <a:spcPct val="90000"/>
              </a:lnSpc>
              <a:spcBef>
                <a:spcPts val="500"/>
              </a:spcBef>
              <a:spcAft>
                <a:spcPts val="0"/>
              </a:spcAft>
              <a:buClr>
                <a:srgbClr val="D6EEF2"/>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9" name="Google Shape;119;p65"/>
          <p:cNvSpPr txBox="1"/>
          <p:nvPr>
            <p:ph idx="7" type="body"/>
          </p:nvPr>
        </p:nvSpPr>
        <p:spPr>
          <a:xfrm>
            <a:off x="7804322" y="4297503"/>
            <a:ext cx="2932113"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rgbClr val="EDEDED"/>
              </a:buClr>
              <a:buSzPts val="2400"/>
              <a:buNone/>
              <a:defRPr b="0" sz="2400">
                <a:solidFill>
                  <a:srgbClr val="EDEDED"/>
                </a:solidFill>
              </a:defRPr>
            </a:lvl1pPr>
            <a:lvl2pPr indent="-228600" lvl="1" marL="914400" algn="l">
              <a:lnSpc>
                <a:spcPct val="90000"/>
              </a:lnSpc>
              <a:spcBef>
                <a:spcPts val="500"/>
              </a:spcBef>
              <a:spcAft>
                <a:spcPts val="0"/>
              </a:spcAft>
              <a:buClr>
                <a:srgbClr val="E9F6F9"/>
              </a:buClr>
              <a:buSzPts val="2000"/>
              <a:buNone/>
              <a:defRPr b="1" sz="2000"/>
            </a:lvl2pPr>
            <a:lvl3pPr indent="-228600" lvl="2" marL="1371600" algn="l">
              <a:lnSpc>
                <a:spcPct val="90000"/>
              </a:lnSpc>
              <a:spcBef>
                <a:spcPts val="500"/>
              </a:spcBef>
              <a:spcAft>
                <a:spcPts val="0"/>
              </a:spcAft>
              <a:buClr>
                <a:srgbClr val="D6EEF2"/>
              </a:buClr>
              <a:buSzPts val="1800"/>
              <a:buNone/>
              <a:defRPr b="1" sz="1800"/>
            </a:lvl3pPr>
            <a:lvl4pPr indent="-228600" lvl="3" marL="1828800" algn="l">
              <a:lnSpc>
                <a:spcPct val="90000"/>
              </a:lnSpc>
              <a:spcBef>
                <a:spcPts val="500"/>
              </a:spcBef>
              <a:spcAft>
                <a:spcPts val="0"/>
              </a:spcAft>
              <a:buClr>
                <a:srgbClr val="D6EEF2"/>
              </a:buClr>
              <a:buSzPts val="1600"/>
              <a:buNone/>
              <a:defRPr b="1" sz="1600"/>
            </a:lvl4pPr>
            <a:lvl5pPr indent="-228600" lvl="4" marL="2286000" algn="l">
              <a:lnSpc>
                <a:spcPct val="90000"/>
              </a:lnSpc>
              <a:spcBef>
                <a:spcPts val="500"/>
              </a:spcBef>
              <a:spcAft>
                <a:spcPts val="0"/>
              </a:spcAft>
              <a:buClr>
                <a:srgbClr val="D6EEF2"/>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0" name="Google Shape;120;p65"/>
          <p:cNvSpPr/>
          <p:nvPr>
            <p:ph idx="8" type="pic"/>
          </p:nvPr>
        </p:nvSpPr>
        <p:spPr>
          <a:xfrm>
            <a:off x="7804321" y="2256354"/>
            <a:ext cx="2932113" cy="1524000"/>
          </a:xfrm>
          <a:prstGeom prst="roundRect">
            <a:avLst>
              <a:gd fmla="val 1858" name="adj"/>
            </a:avLst>
          </a:prstGeom>
          <a:noFill/>
          <a:ln>
            <a:noFill/>
          </a:ln>
          <a:effectLst>
            <a:outerShdw blurRad="50800" rotWithShape="0" algn="tl" dir="5400000" dist="50800">
              <a:srgbClr val="000000">
                <a:alpha val="42352"/>
              </a:srgbClr>
            </a:outerShdw>
          </a:effectLst>
        </p:spPr>
      </p:sp>
      <p:sp>
        <p:nvSpPr>
          <p:cNvPr id="121" name="Google Shape;121;p65"/>
          <p:cNvSpPr txBox="1"/>
          <p:nvPr>
            <p:ph idx="9" type="body"/>
          </p:nvPr>
        </p:nvSpPr>
        <p:spPr>
          <a:xfrm>
            <a:off x="7804197" y="4873762"/>
            <a:ext cx="2935997" cy="65918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EDEDED"/>
              </a:buClr>
              <a:buSzPts val="1400"/>
              <a:buNone/>
              <a:defRPr sz="1400"/>
            </a:lvl1pPr>
            <a:lvl2pPr indent="-228600" lvl="1" marL="914400" algn="l">
              <a:lnSpc>
                <a:spcPct val="90000"/>
              </a:lnSpc>
              <a:spcBef>
                <a:spcPts val="500"/>
              </a:spcBef>
              <a:spcAft>
                <a:spcPts val="0"/>
              </a:spcAft>
              <a:buClr>
                <a:srgbClr val="E9F6F9"/>
              </a:buClr>
              <a:buSzPts val="1200"/>
              <a:buNone/>
              <a:defRPr sz="1200"/>
            </a:lvl2pPr>
            <a:lvl3pPr indent="-228600" lvl="2" marL="1371600" algn="l">
              <a:lnSpc>
                <a:spcPct val="90000"/>
              </a:lnSpc>
              <a:spcBef>
                <a:spcPts val="500"/>
              </a:spcBef>
              <a:spcAft>
                <a:spcPts val="0"/>
              </a:spcAft>
              <a:buClr>
                <a:srgbClr val="D6EEF2"/>
              </a:buClr>
              <a:buSzPts val="1000"/>
              <a:buNone/>
              <a:defRPr sz="1000"/>
            </a:lvl3pPr>
            <a:lvl4pPr indent="-228600" lvl="3" marL="1828800" algn="l">
              <a:lnSpc>
                <a:spcPct val="90000"/>
              </a:lnSpc>
              <a:spcBef>
                <a:spcPts val="500"/>
              </a:spcBef>
              <a:spcAft>
                <a:spcPts val="0"/>
              </a:spcAft>
              <a:buClr>
                <a:srgbClr val="D6EEF2"/>
              </a:buClr>
              <a:buSzPts val="900"/>
              <a:buNone/>
              <a:defRPr sz="900"/>
            </a:lvl4pPr>
            <a:lvl5pPr indent="-228600" lvl="4" marL="2286000" algn="l">
              <a:lnSpc>
                <a:spcPct val="90000"/>
              </a:lnSpc>
              <a:spcBef>
                <a:spcPts val="500"/>
              </a:spcBef>
              <a:spcAft>
                <a:spcPts val="0"/>
              </a:spcAft>
              <a:buClr>
                <a:srgbClr val="D6EEF2"/>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2" name="Google Shape;122;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66"/>
          <p:cNvSpPr txBox="1"/>
          <p:nvPr>
            <p:ph idx="1" type="body"/>
          </p:nvPr>
        </p:nvSpPr>
        <p:spPr>
          <a:xfrm rot="5400000">
            <a:off x="4061231" y="-1115606"/>
            <a:ext cx="4351338" cy="102338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28" name="Google Shape;128;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ECF5D9"/>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EDEDED"/>
              </a:buClr>
              <a:buSzPts val="1800"/>
              <a:buChar char="•"/>
              <a:defRPr/>
            </a:lvl1pPr>
            <a:lvl2pPr indent="-342900" lvl="1" marL="914400" algn="l">
              <a:lnSpc>
                <a:spcPct val="90000"/>
              </a:lnSpc>
              <a:spcBef>
                <a:spcPts val="500"/>
              </a:spcBef>
              <a:spcAft>
                <a:spcPts val="0"/>
              </a:spcAft>
              <a:buClr>
                <a:srgbClr val="E9F6F9"/>
              </a:buClr>
              <a:buSzPts val="1800"/>
              <a:buChar char="•"/>
              <a:defRPr/>
            </a:lvl2pPr>
            <a:lvl3pPr indent="-342900" lvl="2" marL="1371600" algn="l">
              <a:lnSpc>
                <a:spcPct val="90000"/>
              </a:lnSpc>
              <a:spcBef>
                <a:spcPts val="500"/>
              </a:spcBef>
              <a:spcAft>
                <a:spcPts val="0"/>
              </a:spcAft>
              <a:buClr>
                <a:srgbClr val="D6EEF2"/>
              </a:buClr>
              <a:buSzPts val="1800"/>
              <a:buChar char="•"/>
              <a:defRPr/>
            </a:lvl3pPr>
            <a:lvl4pPr indent="-342900" lvl="3" marL="1828800" algn="l">
              <a:lnSpc>
                <a:spcPct val="90000"/>
              </a:lnSpc>
              <a:spcBef>
                <a:spcPts val="500"/>
              </a:spcBef>
              <a:spcAft>
                <a:spcPts val="0"/>
              </a:spcAft>
              <a:buClr>
                <a:srgbClr val="D6EEF2"/>
              </a:buClr>
              <a:buSzPts val="1800"/>
              <a:buChar char="•"/>
              <a:defRPr/>
            </a:lvl4pPr>
            <a:lvl5pPr indent="-342900" lvl="4" marL="2286000" algn="l">
              <a:lnSpc>
                <a:spcPct val="90000"/>
              </a:lnSpc>
              <a:spcBef>
                <a:spcPts val="500"/>
              </a:spcBef>
              <a:spcAft>
                <a:spcPts val="0"/>
              </a:spcAft>
              <a:buClr>
                <a:srgbClr val="D6EEF2"/>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4" name="Google Shape;134;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ECF5D9"/>
              </a:buClr>
              <a:buSzPts val="5400"/>
              <a:buFont typeface="Corbel"/>
              <a:buNone/>
              <a:defRPr b="0" i="0" sz="5400" u="none" cap="none" strike="noStrike">
                <a:solidFill>
                  <a:srgbClr val="ECF5D9"/>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0"/>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EDEDED"/>
              </a:buClr>
              <a:buSzPts val="2800"/>
              <a:buFont typeface="Arial"/>
              <a:buChar char="•"/>
              <a:defRPr b="0" i="0" sz="2800" u="none" cap="none" strike="noStrike">
                <a:solidFill>
                  <a:srgbClr val="EDEDED"/>
                </a:solidFill>
                <a:latin typeface="Corbel"/>
                <a:ea typeface="Corbel"/>
                <a:cs typeface="Corbel"/>
                <a:sym typeface="Corbel"/>
              </a:defRPr>
            </a:lvl1pPr>
            <a:lvl2pPr indent="-381000" lvl="1" marL="914400" marR="0" rtl="0" algn="l">
              <a:lnSpc>
                <a:spcPct val="90000"/>
              </a:lnSpc>
              <a:spcBef>
                <a:spcPts val="500"/>
              </a:spcBef>
              <a:spcAft>
                <a:spcPts val="0"/>
              </a:spcAft>
              <a:buClr>
                <a:srgbClr val="E9F6F9"/>
              </a:buClr>
              <a:buSzPts val="2400"/>
              <a:buFont typeface="Arial"/>
              <a:buChar char="•"/>
              <a:defRPr b="0" i="0" sz="2400" u="none" cap="none" strike="noStrike">
                <a:solidFill>
                  <a:srgbClr val="E9F6F9"/>
                </a:solidFill>
                <a:latin typeface="Corbel"/>
                <a:ea typeface="Corbel"/>
                <a:cs typeface="Corbel"/>
                <a:sym typeface="Corbel"/>
              </a:defRPr>
            </a:lvl2pPr>
            <a:lvl3pPr indent="-355600" lvl="2" marL="1371600" marR="0" rtl="0" algn="l">
              <a:lnSpc>
                <a:spcPct val="90000"/>
              </a:lnSpc>
              <a:spcBef>
                <a:spcPts val="500"/>
              </a:spcBef>
              <a:spcAft>
                <a:spcPts val="0"/>
              </a:spcAft>
              <a:buClr>
                <a:srgbClr val="D6EEF2"/>
              </a:buClr>
              <a:buSzPts val="2000"/>
              <a:buFont typeface="Arial"/>
              <a:buChar char="•"/>
              <a:defRPr b="0" i="0" sz="2000" u="none" cap="none" strike="noStrike">
                <a:solidFill>
                  <a:srgbClr val="D6EEF2"/>
                </a:solidFill>
                <a:latin typeface="Corbel"/>
                <a:ea typeface="Corbel"/>
                <a:cs typeface="Corbel"/>
                <a:sym typeface="Corbel"/>
              </a:defRPr>
            </a:lvl3pPr>
            <a:lvl4pPr indent="-342900" lvl="3" marL="1828800" marR="0" rtl="0" algn="l">
              <a:lnSpc>
                <a:spcPct val="90000"/>
              </a:lnSpc>
              <a:spcBef>
                <a:spcPts val="500"/>
              </a:spcBef>
              <a:spcAft>
                <a:spcPts val="0"/>
              </a:spcAft>
              <a:buClr>
                <a:srgbClr val="D6EEF2"/>
              </a:buClr>
              <a:buSzPts val="1800"/>
              <a:buFont typeface="Arial"/>
              <a:buChar char="•"/>
              <a:defRPr b="0" i="0" sz="1800" u="none" cap="none" strike="noStrike">
                <a:solidFill>
                  <a:srgbClr val="D6EEF2"/>
                </a:solidFill>
                <a:latin typeface="Corbel"/>
                <a:ea typeface="Corbel"/>
                <a:cs typeface="Corbel"/>
                <a:sym typeface="Corbel"/>
              </a:defRPr>
            </a:lvl4pPr>
            <a:lvl5pPr indent="-342900" lvl="4" marL="2286000" marR="0" rtl="0" algn="l">
              <a:lnSpc>
                <a:spcPct val="90000"/>
              </a:lnSpc>
              <a:spcBef>
                <a:spcPts val="500"/>
              </a:spcBef>
              <a:spcAft>
                <a:spcPts val="0"/>
              </a:spcAft>
              <a:buClr>
                <a:srgbClr val="D6EEF2"/>
              </a:buClr>
              <a:buSzPts val="1800"/>
              <a:buFont typeface="Arial"/>
              <a:buChar char="•"/>
              <a:defRPr b="0" i="0" sz="1800" u="none" cap="none" strike="noStrike">
                <a:solidFill>
                  <a:srgbClr val="D6EEF2"/>
                </a:solidFill>
                <a:latin typeface="Corbel"/>
                <a:ea typeface="Corbel"/>
                <a:cs typeface="Corbel"/>
                <a:sym typeface="Corbe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orbel"/>
                <a:ea typeface="Corbel"/>
                <a:cs typeface="Corbel"/>
                <a:sym typeface="Corbel"/>
              </a:defRPr>
            </a:lvl9pPr>
          </a:lstStyle>
          <a:p/>
        </p:txBody>
      </p:sp>
      <p:sp>
        <p:nvSpPr>
          <p:cNvPr id="12" name="Google Shape;1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EDEDED"/>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3" name="Google Shape;1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EDEDED"/>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orbel"/>
                <a:ea typeface="Corbel"/>
                <a:cs typeface="Corbel"/>
                <a:sym typeface="Corbel"/>
              </a:defRPr>
            </a:lvl9pPr>
          </a:lstStyle>
          <a:p/>
        </p:txBody>
      </p:sp>
      <p:sp>
        <p:nvSpPr>
          <p:cNvPr id="14" name="Google Shape;1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accent3"/>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www.slideshare.net/imamhossain75054/ai-5-local-search"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hyperlink" Target="https://www.youtube.com/watch?v=J6PBD-wNEDs&amp;list=PLVYtzYiUdm4ThHyh_pnhNQwdmN_OmryLc" TargetMode="External"/><Relationship Id="rId4" Type="http://schemas.openxmlformats.org/officeDocument/2006/relationships/hyperlink" Target="https://www.youtube.com/watch?v=16Dir4QqCUg&amp;list=PLsOUugYMBBJENfZ3XAToMsg44W7LeUVhF" TargetMode="External"/><Relationship Id="rId5" Type="http://schemas.openxmlformats.org/officeDocument/2006/relationships/hyperlink" Target="https://www.youtube.com/watch?v=TjZBTDzGeGg&amp;list=PLUl4u3cNGP63gFHB6xb-kVBiQHYe_4hSi" TargetMode="External"/><Relationship Id="rId6" Type="http://schemas.openxmlformats.org/officeDocument/2006/relationships/hyperlink" Target="https://www.slideshare.net/imamhossain75054" TargetMode="External"/><Relationship Id="rId7" Type="http://schemas.openxmlformats.org/officeDocument/2006/relationships/hyperlink" Target="https://www.slideshare.net/imamhossain75054/presentations/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pic>
        <p:nvPicPr>
          <p:cNvPr descr="Cute yellow robot" id="141" name="Google Shape;141;p1"/>
          <p:cNvPicPr preferRelativeResize="0"/>
          <p:nvPr/>
        </p:nvPicPr>
        <p:blipFill rotWithShape="1">
          <a:blip r:embed="rId4">
            <a:alphaModFix amt="12000"/>
          </a:blip>
          <a:srcRect b="1817" l="0" r="0" t="25208"/>
          <a:stretch/>
        </p:blipFill>
        <p:spPr>
          <a:xfrm>
            <a:off x="20" y="1"/>
            <a:ext cx="12191980" cy="5938683"/>
          </a:xfrm>
          <a:prstGeom prst="rect">
            <a:avLst/>
          </a:prstGeom>
          <a:noFill/>
          <a:ln>
            <a:noFill/>
          </a:ln>
          <a:effectLst>
            <a:reflection blurRad="0" dir="0" dist="0" endA="0" endPos="15000" kx="0" rotWithShape="0" algn="bl" stA="55000" stPos="0" sy="-100000" ky="0"/>
          </a:effectLst>
        </p:spPr>
      </p:pic>
      <p:sp>
        <p:nvSpPr>
          <p:cNvPr id="142" name="Google Shape;142;p1"/>
          <p:cNvSpPr txBox="1"/>
          <p:nvPr>
            <p:ph type="ctrTitle"/>
          </p:nvPr>
        </p:nvSpPr>
        <p:spPr>
          <a:xfrm>
            <a:off x="2209800" y="4464028"/>
            <a:ext cx="9144000" cy="1641490"/>
          </a:xfrm>
          <a:prstGeom prst="rect">
            <a:avLst/>
          </a:prstGeom>
          <a:noFill/>
          <a:ln>
            <a:noFill/>
          </a:ln>
        </p:spPr>
        <p:txBody>
          <a:bodyPr anchorCtr="0" anchor="t" bIns="45700" lIns="91425" spcFirstLastPara="1" rIns="91425" wrap="square" tIns="45700">
            <a:normAutofit/>
          </a:bodyPr>
          <a:lstStyle/>
          <a:p>
            <a:pPr indent="0" lvl="0" marL="0" rtl="0" algn="r">
              <a:lnSpc>
                <a:spcPct val="90000"/>
              </a:lnSpc>
              <a:spcBef>
                <a:spcPts val="0"/>
              </a:spcBef>
              <a:spcAft>
                <a:spcPts val="0"/>
              </a:spcAft>
              <a:buClr>
                <a:srgbClr val="E2E2E2"/>
              </a:buClr>
              <a:buSzPts val="9600"/>
              <a:buFont typeface="Corbel"/>
              <a:buNone/>
            </a:pPr>
            <a:r>
              <a:rPr lang="en-US"/>
              <a:t>Artificial Intelligence</a:t>
            </a:r>
            <a:endParaRPr/>
          </a:p>
        </p:txBody>
      </p:sp>
      <p:sp>
        <p:nvSpPr>
          <p:cNvPr id="143" name="Google Shape;143;p1"/>
          <p:cNvSpPr txBox="1"/>
          <p:nvPr>
            <p:ph idx="1" type="subTitle"/>
          </p:nvPr>
        </p:nvSpPr>
        <p:spPr>
          <a:xfrm>
            <a:off x="2209799" y="3694375"/>
            <a:ext cx="9144000" cy="754025"/>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lt2"/>
              </a:buClr>
              <a:buSzPts val="3200"/>
              <a:buNone/>
            </a:pPr>
            <a:r>
              <a:rPr lang="en-US"/>
              <a:t>Local Search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50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700"/>
                                        <p:tgtEl>
                                          <p:spTgt spid="143">
                                            <p:txEl>
                                              <p:pRg end="0" st="0"/>
                                            </p:txEl>
                                          </p:spTgt>
                                        </p:tgtEl>
                                      </p:cBhvr>
                                    </p:animEffect>
                                  </p:childTnLst>
                                </p:cTn>
                              </p:par>
                              <p:par>
                                <p:cTn fill="hold" nodeType="withEffect" presetClass="entr" presetID="10" presetSubtype="0">
                                  <p:stCondLst>
                                    <p:cond delay="1000"/>
                                  </p:stCondLst>
                                  <p:childTnLst>
                                    <p:set>
                                      <p:cBhvr>
                                        <p:cTn dur="1" fill="hold">
                                          <p:stCondLst>
                                            <p:cond delay="0"/>
                                          </p:stCondLst>
                                        </p:cTn>
                                        <p:tgtEl>
                                          <p:spTgt spid="142"/>
                                        </p:tgtEl>
                                        <p:attrNameLst>
                                          <p:attrName>style.visibility</p:attrName>
                                        </p:attrNameLst>
                                      </p:cBhvr>
                                      <p:to>
                                        <p:strVal val="visible"/>
                                      </p:to>
                                    </p:set>
                                    <p:animEffect filter="fade" transition="in">
                                      <p:cBhvr>
                                        <p:cTn dur="7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Classical Search</a:t>
            </a:r>
            <a:endParaRPr/>
          </a:p>
        </p:txBody>
      </p:sp>
      <p:sp>
        <p:nvSpPr>
          <p:cNvPr id="149" name="Google Shape;149;p2"/>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Designed to </a:t>
            </a:r>
            <a:r>
              <a:rPr lang="en-US">
                <a:solidFill>
                  <a:schemeClr val="accent3"/>
                </a:solidFill>
              </a:rPr>
              <a:t>explore search spaces systematically</a:t>
            </a:r>
            <a:endParaRPr/>
          </a:p>
          <a:p>
            <a:pPr indent="-228600" lvl="1" marL="685800" rtl="0" algn="l">
              <a:lnSpc>
                <a:spcPct val="90000"/>
              </a:lnSpc>
              <a:spcBef>
                <a:spcPts val="500"/>
              </a:spcBef>
              <a:spcAft>
                <a:spcPts val="0"/>
              </a:spcAft>
              <a:buClr>
                <a:srgbClr val="E9F6F9"/>
              </a:buClr>
              <a:buSzPts val="2400"/>
              <a:buChar char="•"/>
            </a:pPr>
            <a:r>
              <a:rPr lang="en-US"/>
              <a:t>Systematicity is achieved by keeping one or more paths in memory and by recording which alternatives have been explored at each point along the path</a:t>
            </a:r>
            <a:endParaRPr/>
          </a:p>
          <a:p>
            <a:pPr indent="-228600" lvl="1" marL="685800" rtl="0" algn="l">
              <a:lnSpc>
                <a:spcPct val="90000"/>
              </a:lnSpc>
              <a:spcBef>
                <a:spcPts val="500"/>
              </a:spcBef>
              <a:spcAft>
                <a:spcPts val="0"/>
              </a:spcAft>
              <a:buClr>
                <a:srgbClr val="E9F6F9"/>
              </a:buClr>
              <a:buSzPts val="2400"/>
              <a:buChar char="•"/>
            </a:pPr>
            <a:r>
              <a:rPr lang="en-US"/>
              <a:t>When a goal is found, </a:t>
            </a:r>
            <a:r>
              <a:rPr lang="en-US">
                <a:solidFill>
                  <a:schemeClr val="accent3"/>
                </a:solidFill>
              </a:rPr>
              <a:t>the path to that goal constitutes a solution </a:t>
            </a:r>
            <a:r>
              <a:rPr lang="en-US"/>
              <a:t>to the problem</a:t>
            </a:r>
            <a:endParaRPr/>
          </a:p>
          <a:p>
            <a:pPr indent="-76200" lvl="1" marL="685800" rtl="0" algn="l">
              <a:lnSpc>
                <a:spcPct val="90000"/>
              </a:lnSpc>
              <a:spcBef>
                <a:spcPts val="500"/>
              </a:spcBef>
              <a:spcAft>
                <a:spcPts val="0"/>
              </a:spcAft>
              <a:buClr>
                <a:srgbClr val="E9F6F9"/>
              </a:buClr>
              <a:buSzPts val="2400"/>
              <a:buNone/>
            </a:pPr>
            <a:r>
              <a:t/>
            </a:r>
            <a:endParaRPr/>
          </a:p>
          <a:p>
            <a:pPr indent="-228600" lvl="0" marL="228600" rtl="0" algn="l">
              <a:lnSpc>
                <a:spcPct val="90000"/>
              </a:lnSpc>
              <a:spcBef>
                <a:spcPts val="1000"/>
              </a:spcBef>
              <a:spcAft>
                <a:spcPts val="0"/>
              </a:spcAft>
              <a:buClr>
                <a:srgbClr val="EDEDED"/>
              </a:buClr>
              <a:buSzPts val="2800"/>
              <a:buChar char="•"/>
            </a:pPr>
            <a:r>
              <a:rPr lang="en-US"/>
              <a:t>Observable, deterministic, known environments where the solution is a sequence of actions</a:t>
            </a:r>
            <a:endParaRPr/>
          </a:p>
        </p:txBody>
      </p:sp>
      <p:sp>
        <p:nvSpPr>
          <p:cNvPr id="150" name="Google Shape;150;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151" name="Google Shape;151;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Local Search</a:t>
            </a:r>
            <a:endParaRPr/>
          </a:p>
        </p:txBody>
      </p:sp>
      <p:sp>
        <p:nvSpPr>
          <p:cNvPr id="157" name="Google Shape;157;p3"/>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Evaluates and modifies one or more current states rather than systematically exploring paths from an initial state</a:t>
            </a:r>
            <a:endParaRPr/>
          </a:p>
          <a:p>
            <a:pPr indent="-228600" lvl="1" marL="685800" rtl="0" algn="l">
              <a:lnSpc>
                <a:spcPct val="90000"/>
              </a:lnSpc>
              <a:spcBef>
                <a:spcPts val="500"/>
              </a:spcBef>
              <a:spcAft>
                <a:spcPts val="0"/>
              </a:spcAft>
              <a:buClr>
                <a:srgbClr val="E9F6F9"/>
              </a:buClr>
              <a:buSzPts val="2400"/>
              <a:buChar char="•"/>
            </a:pPr>
            <a:r>
              <a:rPr lang="en-US"/>
              <a:t>Not systematic</a:t>
            </a:r>
            <a:endParaRPr/>
          </a:p>
          <a:p>
            <a:pPr indent="-228600" lvl="0" marL="228600" rtl="0" algn="l">
              <a:lnSpc>
                <a:spcPct val="90000"/>
              </a:lnSpc>
              <a:spcBef>
                <a:spcPts val="1000"/>
              </a:spcBef>
              <a:spcAft>
                <a:spcPts val="0"/>
              </a:spcAft>
              <a:buClr>
                <a:srgbClr val="EDEDED"/>
              </a:buClr>
              <a:buSzPts val="2800"/>
              <a:buChar char="•"/>
            </a:pPr>
            <a:r>
              <a:rPr lang="en-US"/>
              <a:t>Suitable for solving</a:t>
            </a:r>
            <a:endParaRPr/>
          </a:p>
          <a:p>
            <a:pPr indent="-228600" lvl="1" marL="685800" rtl="0" algn="l">
              <a:lnSpc>
                <a:spcPct val="90000"/>
              </a:lnSpc>
              <a:spcBef>
                <a:spcPts val="500"/>
              </a:spcBef>
              <a:spcAft>
                <a:spcPts val="0"/>
              </a:spcAft>
              <a:buClr>
                <a:schemeClr val="accent3"/>
              </a:buClr>
              <a:buSzPts val="2400"/>
              <a:buChar char="•"/>
            </a:pPr>
            <a:r>
              <a:rPr lang="en-US">
                <a:solidFill>
                  <a:schemeClr val="accent3"/>
                </a:solidFill>
              </a:rPr>
              <a:t>problems in which all that matters is the solution state</a:t>
            </a:r>
            <a:r>
              <a:rPr lang="en-US"/>
              <a:t>, not the path cost to reach it, e.g., 8 Queen problem</a:t>
            </a:r>
            <a:endParaRPr/>
          </a:p>
          <a:p>
            <a:pPr indent="-228600" lvl="1" marL="685800" rtl="0" algn="l">
              <a:lnSpc>
                <a:spcPct val="90000"/>
              </a:lnSpc>
              <a:spcBef>
                <a:spcPts val="500"/>
              </a:spcBef>
              <a:spcAft>
                <a:spcPts val="0"/>
              </a:spcAft>
              <a:buClr>
                <a:schemeClr val="accent3"/>
              </a:buClr>
              <a:buSzPts val="2400"/>
              <a:buChar char="•"/>
            </a:pPr>
            <a:r>
              <a:rPr lang="en-US">
                <a:solidFill>
                  <a:schemeClr val="accent3"/>
                </a:solidFill>
              </a:rPr>
              <a:t>pure optimization problems</a:t>
            </a:r>
            <a:r>
              <a:rPr lang="en-US"/>
              <a:t>, in which the aim is to find the best state according to an objective, the path to the goal does not matter</a:t>
            </a:r>
            <a:endParaRPr/>
          </a:p>
          <a:p>
            <a:pPr indent="-228600" lvl="2" marL="1143000" rtl="0" algn="l">
              <a:lnSpc>
                <a:spcPct val="90000"/>
              </a:lnSpc>
              <a:spcBef>
                <a:spcPts val="500"/>
              </a:spcBef>
              <a:spcAft>
                <a:spcPts val="0"/>
              </a:spcAft>
              <a:buClr>
                <a:srgbClr val="D6EEF2"/>
              </a:buClr>
              <a:buSzPts val="2000"/>
              <a:buChar char="•"/>
            </a:pPr>
            <a:r>
              <a:rPr lang="en-US"/>
              <a:t>e.g., nature provides an objective function—reproductive fitness—that Darwinian evolution could be seen as attempting to optimize, but there is no “goal test” and no “path cost” for this problem</a:t>
            </a:r>
            <a:endParaRPr/>
          </a:p>
        </p:txBody>
      </p:sp>
      <p:sp>
        <p:nvSpPr>
          <p:cNvPr id="158" name="Google Shape;158;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159" name="Google Shape;159;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Local Search</a:t>
            </a:r>
            <a:endParaRPr/>
          </a:p>
        </p:txBody>
      </p:sp>
      <p:sp>
        <p:nvSpPr>
          <p:cNvPr id="165" name="Google Shape;165;p4"/>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Operates using a single current node (rather than multiple paths) and generally move only to neighbors of that node. Typically, the paths followed by the search are not retained.</a:t>
            </a:r>
            <a:endParaRPr/>
          </a:p>
          <a:p>
            <a:pPr indent="-228600" lvl="0" marL="228600" rtl="0" algn="l">
              <a:lnSpc>
                <a:spcPct val="90000"/>
              </a:lnSpc>
              <a:spcBef>
                <a:spcPts val="1000"/>
              </a:spcBef>
              <a:spcAft>
                <a:spcPts val="0"/>
              </a:spcAft>
              <a:buClr>
                <a:schemeClr val="accent3"/>
              </a:buClr>
              <a:buSzPts val="2800"/>
              <a:buChar char="•"/>
            </a:pPr>
            <a:r>
              <a:rPr lang="en-US">
                <a:solidFill>
                  <a:schemeClr val="accent3"/>
                </a:solidFill>
              </a:rPr>
              <a:t>Advantages</a:t>
            </a:r>
            <a:endParaRPr/>
          </a:p>
          <a:p>
            <a:pPr indent="-228600" lvl="1" marL="685800" rtl="0" algn="l">
              <a:lnSpc>
                <a:spcPct val="90000"/>
              </a:lnSpc>
              <a:spcBef>
                <a:spcPts val="500"/>
              </a:spcBef>
              <a:spcAft>
                <a:spcPts val="0"/>
              </a:spcAft>
              <a:buClr>
                <a:srgbClr val="E9F6F9"/>
              </a:buClr>
              <a:buSzPts val="2400"/>
              <a:buChar char="•"/>
            </a:pPr>
            <a:r>
              <a:rPr lang="en-US"/>
              <a:t>use very little memory—usually a constant amount</a:t>
            </a:r>
            <a:endParaRPr/>
          </a:p>
          <a:p>
            <a:pPr indent="-228600" lvl="1" marL="685800" rtl="0" algn="l">
              <a:lnSpc>
                <a:spcPct val="90000"/>
              </a:lnSpc>
              <a:spcBef>
                <a:spcPts val="500"/>
              </a:spcBef>
              <a:spcAft>
                <a:spcPts val="0"/>
              </a:spcAft>
              <a:buClr>
                <a:srgbClr val="E9F6F9"/>
              </a:buClr>
              <a:buSzPts val="2400"/>
              <a:buChar char="•"/>
            </a:pPr>
            <a:r>
              <a:rPr lang="en-US"/>
              <a:t>can often find reasonable solutions in large or infinite (continuous) state spaces for which systematic algorithms are unsuitable</a:t>
            </a:r>
            <a:endParaRPr/>
          </a:p>
        </p:txBody>
      </p:sp>
      <p:sp>
        <p:nvSpPr>
          <p:cNvPr id="166" name="Google Shape;16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167" name="Google Shape;16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Local Search Algorithms</a:t>
            </a:r>
            <a:endParaRPr/>
          </a:p>
        </p:txBody>
      </p:sp>
      <p:sp>
        <p:nvSpPr>
          <p:cNvPr id="173" name="Google Shape;173;p5"/>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6"/>
              </a:buClr>
              <a:buSzPts val="2800"/>
              <a:buChar char="•"/>
            </a:pPr>
            <a:r>
              <a:rPr lang="en-US">
                <a:solidFill>
                  <a:schemeClr val="accent6"/>
                </a:solidFill>
              </a:rPr>
              <a:t>Hill-climbing</a:t>
            </a:r>
            <a:endParaRPr/>
          </a:p>
          <a:p>
            <a:pPr indent="-228600" lvl="0" marL="228600" rtl="0" algn="l">
              <a:lnSpc>
                <a:spcPct val="90000"/>
              </a:lnSpc>
              <a:spcBef>
                <a:spcPts val="1000"/>
              </a:spcBef>
              <a:spcAft>
                <a:spcPts val="0"/>
              </a:spcAft>
              <a:buClr>
                <a:schemeClr val="accent6"/>
              </a:buClr>
              <a:buSzPts val="2800"/>
              <a:buChar char="•"/>
            </a:pPr>
            <a:r>
              <a:rPr lang="en-US">
                <a:solidFill>
                  <a:schemeClr val="accent6"/>
                </a:solidFill>
              </a:rPr>
              <a:t>Simulated annealing </a:t>
            </a:r>
            <a:r>
              <a:rPr lang="en-US"/>
              <a:t>(inspired by statistical physics)</a:t>
            </a:r>
            <a:endParaRPr/>
          </a:p>
          <a:p>
            <a:pPr indent="-228600" lvl="0" marL="228600" rtl="0" algn="l">
              <a:lnSpc>
                <a:spcPct val="90000"/>
              </a:lnSpc>
              <a:spcBef>
                <a:spcPts val="1000"/>
              </a:spcBef>
              <a:spcAft>
                <a:spcPts val="0"/>
              </a:spcAft>
              <a:buClr>
                <a:schemeClr val="accent6"/>
              </a:buClr>
              <a:buSzPts val="2800"/>
              <a:buChar char="•"/>
            </a:pPr>
            <a:r>
              <a:rPr lang="en-US">
                <a:solidFill>
                  <a:schemeClr val="accent6"/>
                </a:solidFill>
              </a:rPr>
              <a:t>Beam Search</a:t>
            </a:r>
            <a:endParaRPr/>
          </a:p>
          <a:p>
            <a:pPr indent="-228600" lvl="0" marL="228600" rtl="0" algn="l">
              <a:lnSpc>
                <a:spcPct val="90000"/>
              </a:lnSpc>
              <a:spcBef>
                <a:spcPts val="1000"/>
              </a:spcBef>
              <a:spcAft>
                <a:spcPts val="0"/>
              </a:spcAft>
              <a:buClr>
                <a:schemeClr val="accent6"/>
              </a:buClr>
              <a:buSzPts val="2800"/>
              <a:buChar char="•"/>
            </a:pPr>
            <a:r>
              <a:rPr lang="en-US">
                <a:solidFill>
                  <a:schemeClr val="accent6"/>
                </a:solidFill>
              </a:rPr>
              <a:t>Genetic algorithms </a:t>
            </a:r>
            <a:r>
              <a:rPr lang="en-US"/>
              <a:t>(inspired by evolutionary biology)</a:t>
            </a:r>
            <a:endParaRPr/>
          </a:p>
        </p:txBody>
      </p:sp>
      <p:sp>
        <p:nvSpPr>
          <p:cNvPr id="174" name="Google Shape;17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175" name="Google Shape;17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State-space landscape</a:t>
            </a:r>
            <a:endParaRPr/>
          </a:p>
        </p:txBody>
      </p:sp>
      <p:sp>
        <p:nvSpPr>
          <p:cNvPr id="181" name="Google Shape;181;p6"/>
          <p:cNvSpPr txBox="1"/>
          <p:nvPr>
            <p:ph idx="1" type="body"/>
          </p:nvPr>
        </p:nvSpPr>
        <p:spPr>
          <a:xfrm>
            <a:off x="1120000" y="1825625"/>
            <a:ext cx="4347927"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EDEDED"/>
              </a:buClr>
              <a:buSzPct val="100000"/>
              <a:buChar char="•"/>
            </a:pPr>
            <a:r>
              <a:rPr lang="en-US"/>
              <a:t>Location - defined by the state</a:t>
            </a:r>
            <a:endParaRPr/>
          </a:p>
          <a:p>
            <a:pPr indent="-228600" lvl="0" marL="228600" rtl="0" algn="l">
              <a:lnSpc>
                <a:spcPct val="90000"/>
              </a:lnSpc>
              <a:spcBef>
                <a:spcPts val="1000"/>
              </a:spcBef>
              <a:spcAft>
                <a:spcPts val="0"/>
              </a:spcAft>
              <a:buClr>
                <a:srgbClr val="EDEDED"/>
              </a:buClr>
              <a:buSzPct val="100000"/>
              <a:buChar char="•"/>
            </a:pPr>
            <a:r>
              <a:rPr lang="en-US"/>
              <a:t>Elevation – defined by the value of the heuristic cost function or objective function</a:t>
            </a:r>
            <a:endParaRPr/>
          </a:p>
          <a:p>
            <a:pPr indent="-228600" lvl="1" marL="685800" rtl="0" algn="l">
              <a:lnSpc>
                <a:spcPct val="90000"/>
              </a:lnSpc>
              <a:spcBef>
                <a:spcPts val="500"/>
              </a:spcBef>
              <a:spcAft>
                <a:spcPts val="0"/>
              </a:spcAft>
              <a:buClr>
                <a:srgbClr val="E9F6F9"/>
              </a:buClr>
              <a:buSzPct val="100000"/>
              <a:buChar char="•"/>
            </a:pPr>
            <a:r>
              <a:rPr lang="en-US"/>
              <a:t>If elevation corresponds to cost, then the aim is to find the lowest valley—a </a:t>
            </a:r>
            <a:r>
              <a:rPr lang="en-US">
                <a:solidFill>
                  <a:schemeClr val="accent3"/>
                </a:solidFill>
              </a:rPr>
              <a:t>global minimum</a:t>
            </a:r>
            <a:endParaRPr/>
          </a:p>
          <a:p>
            <a:pPr indent="-228600" lvl="1" marL="685800" rtl="0" algn="l">
              <a:lnSpc>
                <a:spcPct val="90000"/>
              </a:lnSpc>
              <a:spcBef>
                <a:spcPts val="500"/>
              </a:spcBef>
              <a:spcAft>
                <a:spcPts val="0"/>
              </a:spcAft>
              <a:buClr>
                <a:srgbClr val="E9F6F9"/>
              </a:buClr>
              <a:buSzPct val="100000"/>
              <a:buChar char="•"/>
            </a:pPr>
            <a:r>
              <a:rPr lang="en-US"/>
              <a:t>if elevation corresponds to an objective function, then the aim is to find the highest peak—a </a:t>
            </a:r>
            <a:r>
              <a:rPr lang="en-US">
                <a:solidFill>
                  <a:schemeClr val="accent3"/>
                </a:solidFill>
              </a:rPr>
              <a:t>global maximum </a:t>
            </a:r>
            <a:endParaRPr/>
          </a:p>
          <a:p>
            <a:pPr indent="-228600" lvl="1" marL="685800" rtl="0" algn="l">
              <a:lnSpc>
                <a:spcPct val="90000"/>
              </a:lnSpc>
              <a:spcBef>
                <a:spcPts val="500"/>
              </a:spcBef>
              <a:spcAft>
                <a:spcPts val="0"/>
              </a:spcAft>
              <a:buClr>
                <a:srgbClr val="E9F6F9"/>
              </a:buClr>
              <a:buSzPct val="100000"/>
              <a:buChar char="•"/>
            </a:pPr>
            <a:r>
              <a:rPr lang="en-US"/>
              <a:t>You can convert from one to the other just by inserting a minus sign. </a:t>
            </a:r>
            <a:endParaRPr/>
          </a:p>
          <a:p>
            <a:pPr indent="-228600" lvl="0" marL="228600" rtl="0" algn="l">
              <a:lnSpc>
                <a:spcPct val="90000"/>
              </a:lnSpc>
              <a:spcBef>
                <a:spcPts val="1000"/>
              </a:spcBef>
              <a:spcAft>
                <a:spcPts val="0"/>
              </a:spcAft>
              <a:buClr>
                <a:srgbClr val="EDEDED"/>
              </a:buClr>
              <a:buSzPct val="100000"/>
              <a:buChar char="•"/>
            </a:pPr>
            <a:r>
              <a:rPr lang="en-US"/>
              <a:t>A complete local search algorithm always finds a goal if one exists</a:t>
            </a:r>
            <a:endParaRPr/>
          </a:p>
          <a:p>
            <a:pPr indent="-228600" lvl="0" marL="228600" rtl="0" algn="l">
              <a:lnSpc>
                <a:spcPct val="90000"/>
              </a:lnSpc>
              <a:spcBef>
                <a:spcPts val="1000"/>
              </a:spcBef>
              <a:spcAft>
                <a:spcPts val="0"/>
              </a:spcAft>
              <a:buClr>
                <a:srgbClr val="EDEDED"/>
              </a:buClr>
              <a:buSzPct val="100000"/>
              <a:buChar char="•"/>
            </a:pPr>
            <a:r>
              <a:rPr lang="en-US"/>
              <a:t>An optimal algorithm always finds a global minimum/maximum</a:t>
            </a:r>
            <a:endParaRPr/>
          </a:p>
        </p:txBody>
      </p:sp>
      <p:sp>
        <p:nvSpPr>
          <p:cNvPr id="182" name="Google Shape;18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183" name="Google Shape;18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184" name="Google Shape;184;p6"/>
          <p:cNvPicPr preferRelativeResize="0"/>
          <p:nvPr/>
        </p:nvPicPr>
        <p:blipFill rotWithShape="1">
          <a:blip r:embed="rId3">
            <a:alphaModFix/>
          </a:blip>
          <a:srcRect b="0" l="0" r="0" t="0"/>
          <a:stretch/>
        </p:blipFill>
        <p:spPr>
          <a:xfrm>
            <a:off x="5448146" y="1755992"/>
            <a:ext cx="6743853" cy="397055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7"/>
          <p:cNvSpPr txBox="1"/>
          <p:nvPr>
            <p:ph type="ctrTitle"/>
          </p:nvPr>
        </p:nvSpPr>
        <p:spPr>
          <a:xfrm>
            <a:off x="854532" y="4464028"/>
            <a:ext cx="9144000" cy="1641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E2E2E2"/>
              </a:buClr>
              <a:buSzPts val="9600"/>
              <a:buFont typeface="Corbel"/>
              <a:buNone/>
            </a:pPr>
            <a:r>
              <a:rPr lang="en-US"/>
              <a:t>Hill-climbing search</a:t>
            </a:r>
            <a:endParaRPr/>
          </a:p>
        </p:txBody>
      </p:sp>
      <p:sp>
        <p:nvSpPr>
          <p:cNvPr id="190" name="Google Shape;190;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191" name="Google Shape;19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192" name="Google Shape;192;p7"/>
          <p:cNvPicPr preferRelativeResize="0"/>
          <p:nvPr>
            <p:ph idx="4294967295" type="body"/>
          </p:nvPr>
        </p:nvPicPr>
        <p:blipFill rotWithShape="1">
          <a:blip r:embed="rId3">
            <a:alphaModFix/>
          </a:blip>
          <a:srcRect b="0" l="0" r="0" t="0"/>
          <a:stretch/>
        </p:blipFill>
        <p:spPr>
          <a:xfrm>
            <a:off x="854532" y="710952"/>
            <a:ext cx="9019200" cy="3560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00000"/>
              <a:buFont typeface="Corbel"/>
              <a:buNone/>
            </a:pPr>
            <a:r>
              <a:rPr lang="en-US"/>
              <a:t>Hill-climbing search</a:t>
            </a:r>
            <a:br>
              <a:rPr lang="en-US"/>
            </a:br>
            <a:r>
              <a:rPr lang="en-US" sz="4000">
                <a:solidFill>
                  <a:schemeClr val="accent3"/>
                </a:solidFill>
              </a:rPr>
              <a:t>Steepest-ascent version</a:t>
            </a:r>
            <a:endParaRPr/>
          </a:p>
        </p:txBody>
      </p:sp>
      <p:sp>
        <p:nvSpPr>
          <p:cNvPr id="198" name="Google Shape;198;p8"/>
          <p:cNvSpPr txBox="1"/>
          <p:nvPr>
            <p:ph idx="1" type="body"/>
          </p:nvPr>
        </p:nvSpPr>
        <p:spPr>
          <a:xfrm>
            <a:off x="1120000" y="3801485"/>
            <a:ext cx="10233800" cy="237547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EDEDED"/>
              </a:buClr>
              <a:buSzPct val="100000"/>
              <a:buChar char="•"/>
            </a:pPr>
            <a:r>
              <a:rPr lang="en-US"/>
              <a:t>It is simply a loop that continually moves in the direction of increasing value—that is, </a:t>
            </a:r>
            <a:r>
              <a:rPr lang="en-US">
                <a:solidFill>
                  <a:schemeClr val="accent6"/>
                </a:solidFill>
              </a:rPr>
              <a:t>uphill</a:t>
            </a:r>
            <a:endParaRPr/>
          </a:p>
          <a:p>
            <a:pPr indent="-228600" lvl="0" marL="228600" rtl="0" algn="l">
              <a:lnSpc>
                <a:spcPct val="90000"/>
              </a:lnSpc>
              <a:spcBef>
                <a:spcPts val="1000"/>
              </a:spcBef>
              <a:spcAft>
                <a:spcPts val="0"/>
              </a:spcAft>
              <a:buClr>
                <a:srgbClr val="EDEDED"/>
              </a:buClr>
              <a:buSzPct val="100000"/>
              <a:buChar char="•"/>
            </a:pPr>
            <a:r>
              <a:rPr lang="en-US"/>
              <a:t>It </a:t>
            </a:r>
            <a:r>
              <a:rPr lang="en-US">
                <a:solidFill>
                  <a:schemeClr val="accent3"/>
                </a:solidFill>
              </a:rPr>
              <a:t>terminates</a:t>
            </a:r>
            <a:r>
              <a:rPr lang="en-US"/>
              <a:t> when it reaches a </a:t>
            </a:r>
            <a:r>
              <a:rPr lang="en-US">
                <a:solidFill>
                  <a:schemeClr val="accent6"/>
                </a:solidFill>
              </a:rPr>
              <a:t>peak</a:t>
            </a:r>
            <a:r>
              <a:rPr lang="en-US"/>
              <a:t> where no neighbor has a higher value</a:t>
            </a:r>
            <a:endParaRPr/>
          </a:p>
          <a:p>
            <a:pPr indent="-228600" lvl="0" marL="228600" rtl="0" algn="l">
              <a:lnSpc>
                <a:spcPct val="90000"/>
              </a:lnSpc>
              <a:spcBef>
                <a:spcPts val="1000"/>
              </a:spcBef>
              <a:spcAft>
                <a:spcPts val="0"/>
              </a:spcAft>
              <a:buClr>
                <a:srgbClr val="EDEDED"/>
              </a:buClr>
              <a:buSzPct val="100000"/>
              <a:buChar char="•"/>
            </a:pPr>
            <a:r>
              <a:rPr lang="en-US"/>
              <a:t>It does not maintain a search tree, so the data structure for the current node need only record the state and the value of the objective function</a:t>
            </a:r>
            <a:endParaRPr/>
          </a:p>
        </p:txBody>
      </p:sp>
      <p:sp>
        <p:nvSpPr>
          <p:cNvPr id="199" name="Google Shape;19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00" name="Google Shape;20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201" name="Google Shape;201;p8"/>
          <p:cNvPicPr preferRelativeResize="0"/>
          <p:nvPr/>
        </p:nvPicPr>
        <p:blipFill rotWithShape="1">
          <a:blip r:embed="rId3">
            <a:alphaModFix/>
          </a:blip>
          <a:srcRect b="42138" l="977" r="18834" t="1800"/>
          <a:stretch/>
        </p:blipFill>
        <p:spPr>
          <a:xfrm>
            <a:off x="2736245" y="1690688"/>
            <a:ext cx="7001310" cy="19314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Hill-climbing search</a:t>
            </a:r>
            <a:endParaRPr sz="4000">
              <a:solidFill>
                <a:schemeClr val="accent3"/>
              </a:solidFill>
            </a:endParaRPr>
          </a:p>
        </p:txBody>
      </p:sp>
      <p:sp>
        <p:nvSpPr>
          <p:cNvPr id="207" name="Google Shape;207;p9"/>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Does not look ahead beyond the immediate neighbors of the current state. This resembles trying to find the top of Mount Everest in a thick fog while suffering from amnesia.</a:t>
            </a:r>
            <a:endParaRPr/>
          </a:p>
          <a:p>
            <a:pPr indent="-50800" lvl="0" marL="228600" rtl="0" algn="l">
              <a:lnSpc>
                <a:spcPct val="90000"/>
              </a:lnSpc>
              <a:spcBef>
                <a:spcPts val="1000"/>
              </a:spcBef>
              <a:spcAft>
                <a:spcPts val="0"/>
              </a:spcAft>
              <a:buClr>
                <a:srgbClr val="EDEDED"/>
              </a:buClr>
              <a:buSzPts val="2800"/>
              <a:buNone/>
            </a:pPr>
            <a:r>
              <a:t/>
            </a:r>
            <a:endParaRPr/>
          </a:p>
          <a:p>
            <a:pPr indent="-228600" lvl="0" marL="228600" rtl="0" algn="l">
              <a:lnSpc>
                <a:spcPct val="90000"/>
              </a:lnSpc>
              <a:spcBef>
                <a:spcPts val="1000"/>
              </a:spcBef>
              <a:spcAft>
                <a:spcPts val="0"/>
              </a:spcAft>
              <a:buClr>
                <a:srgbClr val="EDEDED"/>
              </a:buClr>
              <a:buSzPts val="2800"/>
              <a:buChar char="•"/>
            </a:pPr>
            <a:r>
              <a:rPr lang="en-US"/>
              <a:t>Sometimes called </a:t>
            </a:r>
            <a:r>
              <a:rPr lang="en-US">
                <a:solidFill>
                  <a:schemeClr val="accent3"/>
                </a:solidFill>
              </a:rPr>
              <a:t>greedy local search </a:t>
            </a:r>
            <a:r>
              <a:rPr lang="en-US"/>
              <a:t>because it grabs a good neighbor state without thinking ahead about where to go next</a:t>
            </a:r>
            <a:endParaRPr/>
          </a:p>
        </p:txBody>
      </p:sp>
      <p:sp>
        <p:nvSpPr>
          <p:cNvPr id="208" name="Google Shape;20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09" name="Google Shape;20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00000"/>
              <a:buFont typeface="Corbel"/>
              <a:buNone/>
            </a:pPr>
            <a:r>
              <a:rPr lang="en-US"/>
              <a:t>Hill-climbing search</a:t>
            </a:r>
            <a:br>
              <a:rPr lang="en-US"/>
            </a:br>
            <a:r>
              <a:rPr lang="en-US" sz="4000">
                <a:solidFill>
                  <a:schemeClr val="accent3"/>
                </a:solidFill>
              </a:rPr>
              <a:t>Example: 8-queens problem</a:t>
            </a:r>
            <a:endParaRPr/>
          </a:p>
        </p:txBody>
      </p:sp>
      <p:sp>
        <p:nvSpPr>
          <p:cNvPr id="215" name="Google Shape;215;p10"/>
          <p:cNvSpPr txBox="1"/>
          <p:nvPr>
            <p:ph idx="1" type="body"/>
          </p:nvPr>
        </p:nvSpPr>
        <p:spPr>
          <a:xfrm>
            <a:off x="1120000" y="3801485"/>
            <a:ext cx="10233800" cy="2375477"/>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EDEDED"/>
              </a:buClr>
              <a:buSzPct val="100000"/>
              <a:buChar char="•"/>
            </a:pPr>
            <a:r>
              <a:rPr lang="en-US"/>
              <a:t>Typically uses a complete-state formulation, where each state has 8 queens on the board, one per column</a:t>
            </a:r>
            <a:endParaRPr/>
          </a:p>
          <a:p>
            <a:pPr indent="-228600" lvl="0" marL="228600" rtl="0" algn="l">
              <a:lnSpc>
                <a:spcPct val="90000"/>
              </a:lnSpc>
              <a:spcBef>
                <a:spcPts val="1000"/>
              </a:spcBef>
              <a:spcAft>
                <a:spcPts val="0"/>
              </a:spcAft>
              <a:buClr>
                <a:srgbClr val="EDEDED"/>
              </a:buClr>
              <a:buSzPct val="100000"/>
              <a:buChar char="•"/>
            </a:pPr>
            <a:r>
              <a:rPr lang="en-US"/>
              <a:t>The successors of a state are all possible states generated by moving a single queen to another square in the same column</a:t>
            </a:r>
            <a:endParaRPr/>
          </a:p>
          <a:p>
            <a:pPr indent="-228600" lvl="1" marL="685800" rtl="0" algn="l">
              <a:lnSpc>
                <a:spcPct val="90000"/>
              </a:lnSpc>
              <a:spcBef>
                <a:spcPts val="500"/>
              </a:spcBef>
              <a:spcAft>
                <a:spcPts val="0"/>
              </a:spcAft>
              <a:buClr>
                <a:srgbClr val="E9F6F9"/>
              </a:buClr>
              <a:buSzPct val="100000"/>
              <a:buChar char="•"/>
            </a:pPr>
            <a:r>
              <a:rPr lang="en-US"/>
              <a:t>each state has 8x7=56 successors</a:t>
            </a:r>
            <a:endParaRPr/>
          </a:p>
          <a:p>
            <a:pPr indent="-228600" lvl="0" marL="228600" rtl="0" algn="l">
              <a:lnSpc>
                <a:spcPct val="90000"/>
              </a:lnSpc>
              <a:spcBef>
                <a:spcPts val="1000"/>
              </a:spcBef>
              <a:spcAft>
                <a:spcPts val="0"/>
              </a:spcAft>
              <a:buClr>
                <a:srgbClr val="EDEDED"/>
              </a:buClr>
              <a:buSzPct val="100000"/>
              <a:buChar char="•"/>
            </a:pPr>
            <a:r>
              <a:rPr lang="en-US"/>
              <a:t>The </a:t>
            </a:r>
            <a:r>
              <a:rPr lang="en-US">
                <a:solidFill>
                  <a:schemeClr val="accent6"/>
                </a:solidFill>
              </a:rPr>
              <a:t>heuristic cost function </a:t>
            </a:r>
            <a:r>
              <a:rPr lang="en-US"/>
              <a:t>h is the number of pairs of queens that are attacking each other, either directly or indirectly</a:t>
            </a:r>
            <a:endParaRPr/>
          </a:p>
          <a:p>
            <a:pPr indent="-228600" lvl="0" marL="228600" rtl="0" algn="l">
              <a:lnSpc>
                <a:spcPct val="90000"/>
              </a:lnSpc>
              <a:spcBef>
                <a:spcPts val="1000"/>
              </a:spcBef>
              <a:spcAft>
                <a:spcPts val="0"/>
              </a:spcAft>
              <a:buClr>
                <a:srgbClr val="EDEDED"/>
              </a:buClr>
              <a:buSzPct val="100000"/>
              <a:buChar char="•"/>
            </a:pPr>
            <a:r>
              <a:rPr lang="en-US"/>
              <a:t>The global minimum of this function is zero, which occurs only at perfect solutions</a:t>
            </a:r>
            <a:endParaRPr/>
          </a:p>
          <a:p>
            <a:pPr indent="-104140" lvl="0" marL="228600" rtl="0" algn="l">
              <a:lnSpc>
                <a:spcPct val="90000"/>
              </a:lnSpc>
              <a:spcBef>
                <a:spcPts val="1000"/>
              </a:spcBef>
              <a:spcAft>
                <a:spcPts val="0"/>
              </a:spcAft>
              <a:buClr>
                <a:srgbClr val="EDEDED"/>
              </a:buClr>
              <a:buSzPct val="100000"/>
              <a:buNone/>
            </a:pPr>
            <a:r>
              <a:t/>
            </a:r>
            <a:endParaRPr/>
          </a:p>
        </p:txBody>
      </p:sp>
      <p:sp>
        <p:nvSpPr>
          <p:cNvPr id="216" name="Google Shape;21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17" name="Google Shape;21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218" name="Google Shape;218;p10"/>
          <p:cNvPicPr preferRelativeResize="0"/>
          <p:nvPr/>
        </p:nvPicPr>
        <p:blipFill rotWithShape="1">
          <a:blip r:embed="rId3">
            <a:alphaModFix/>
          </a:blip>
          <a:srcRect b="0" l="0" r="0" t="0"/>
          <a:stretch/>
        </p:blipFill>
        <p:spPr>
          <a:xfrm>
            <a:off x="3727066" y="1689967"/>
            <a:ext cx="4585661" cy="2026109"/>
          </a:xfrm>
          <a:prstGeom prst="rect">
            <a:avLst/>
          </a:prstGeom>
          <a:noFill/>
          <a:ln>
            <a:noFill/>
          </a:ln>
        </p:spPr>
      </p:pic>
      <p:sp>
        <p:nvSpPr>
          <p:cNvPr id="219" name="Google Shape;219;p10"/>
          <p:cNvSpPr txBox="1"/>
          <p:nvPr/>
        </p:nvSpPr>
        <p:spPr>
          <a:xfrm>
            <a:off x="1976582" y="2336800"/>
            <a:ext cx="71878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h = 17</a:t>
            </a:r>
            <a:endParaRPr b="0" i="0" sz="1400" u="none" cap="none" strike="noStrike">
              <a:solidFill>
                <a:srgbClr val="000000"/>
              </a:solidFill>
              <a:latin typeface="Arial"/>
              <a:ea typeface="Arial"/>
              <a:cs typeface="Arial"/>
              <a:sym typeface="Arial"/>
            </a:endParaRPr>
          </a:p>
        </p:txBody>
      </p:sp>
      <p:sp>
        <p:nvSpPr>
          <p:cNvPr id="220" name="Google Shape;220;p10"/>
          <p:cNvSpPr txBox="1"/>
          <p:nvPr/>
        </p:nvSpPr>
        <p:spPr>
          <a:xfrm>
            <a:off x="9074727" y="2336800"/>
            <a:ext cx="6238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h = 1</a:t>
            </a:r>
            <a:endParaRPr b="0" i="0" sz="1400" u="none" cap="none" strike="noStrike">
              <a:solidFill>
                <a:srgbClr val="000000"/>
              </a:solidFill>
              <a:latin typeface="Arial"/>
              <a:ea typeface="Arial"/>
              <a:cs typeface="Arial"/>
              <a:sym typeface="Arial"/>
            </a:endParaRPr>
          </a:p>
        </p:txBody>
      </p:sp>
      <p:cxnSp>
        <p:nvCxnSpPr>
          <p:cNvPr id="221" name="Google Shape;221;p10"/>
          <p:cNvCxnSpPr>
            <a:stCxn id="219" idx="3"/>
          </p:cNvCxnSpPr>
          <p:nvPr/>
        </p:nvCxnSpPr>
        <p:spPr>
          <a:xfrm>
            <a:off x="2695369" y="2521466"/>
            <a:ext cx="9069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222" name="Google Shape;222;p10"/>
          <p:cNvCxnSpPr>
            <a:stCxn id="220" idx="1"/>
          </p:cNvCxnSpPr>
          <p:nvPr/>
        </p:nvCxnSpPr>
        <p:spPr>
          <a:xfrm rot="10800000">
            <a:off x="8464827" y="2521466"/>
            <a:ext cx="609900" cy="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82250"/>
              <a:buFont typeface="Corbel"/>
              <a:buNone/>
            </a:pPr>
            <a:r>
              <a:rPr lang="en-US"/>
              <a:t>Hill-climbing search</a:t>
            </a:r>
            <a:br>
              <a:rPr lang="en-US"/>
            </a:br>
            <a:r>
              <a:rPr lang="en-US" sz="4000">
                <a:solidFill>
                  <a:schemeClr val="accent3"/>
                </a:solidFill>
              </a:rPr>
              <a:t>Steepest-ascent version</a:t>
            </a:r>
            <a:endParaRPr sz="4000"/>
          </a:p>
        </p:txBody>
      </p:sp>
      <p:sp>
        <p:nvSpPr>
          <p:cNvPr id="228" name="Google Shape;228;p11"/>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Unfortunately, it often gets stuck for the following reasons:</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Local maxima </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Ridges</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Plateaux</a:t>
            </a:r>
            <a:endParaRPr>
              <a:solidFill>
                <a:schemeClr val="accent6"/>
              </a:solidFill>
            </a:endParaRPr>
          </a:p>
          <a:p>
            <a:pPr indent="-228600" lvl="0" marL="228600" rtl="0" algn="l">
              <a:lnSpc>
                <a:spcPct val="90000"/>
              </a:lnSpc>
              <a:spcBef>
                <a:spcPts val="1000"/>
              </a:spcBef>
              <a:spcAft>
                <a:spcPts val="0"/>
              </a:spcAft>
              <a:buClr>
                <a:srgbClr val="EDEDED"/>
              </a:buClr>
              <a:buSzPts val="2800"/>
              <a:buChar char="•"/>
            </a:pPr>
            <a:r>
              <a:rPr lang="en-US"/>
              <a:t>In each case, the algorithm reaches a point at which no progress is being made</a:t>
            </a:r>
            <a:endParaRPr/>
          </a:p>
        </p:txBody>
      </p:sp>
      <p:sp>
        <p:nvSpPr>
          <p:cNvPr id="229" name="Google Shape;22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30" name="Google Shape;23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82250"/>
              <a:buFont typeface="Corbel"/>
              <a:buNone/>
            </a:pPr>
            <a:r>
              <a:rPr lang="en-US"/>
              <a:t>Hill-climbing search</a:t>
            </a:r>
            <a:br>
              <a:rPr lang="en-US"/>
            </a:br>
            <a:r>
              <a:rPr lang="en-US" sz="4000">
                <a:solidFill>
                  <a:schemeClr val="accent3"/>
                </a:solidFill>
              </a:rPr>
              <a:t>Steepest-ascent version</a:t>
            </a:r>
            <a:endParaRPr sz="4000"/>
          </a:p>
        </p:txBody>
      </p:sp>
      <p:sp>
        <p:nvSpPr>
          <p:cNvPr id="236" name="Google Shape;236;p12"/>
          <p:cNvSpPr txBox="1"/>
          <p:nvPr>
            <p:ph idx="1" type="body"/>
          </p:nvPr>
        </p:nvSpPr>
        <p:spPr>
          <a:xfrm>
            <a:off x="1120000" y="1825625"/>
            <a:ext cx="634298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Unfortunately, it often gets stuck for the following reasons:</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Local maxima </a:t>
            </a:r>
            <a:r>
              <a:rPr lang="en-US"/>
              <a:t>- a peak that is higher than each of its neighboring states but lower than the global maximum</a:t>
            </a:r>
            <a:endParaRPr/>
          </a:p>
          <a:p>
            <a:pPr indent="-228600" lvl="2" marL="1143000" rtl="0" algn="l">
              <a:lnSpc>
                <a:spcPct val="90000"/>
              </a:lnSpc>
              <a:spcBef>
                <a:spcPts val="500"/>
              </a:spcBef>
              <a:spcAft>
                <a:spcPts val="0"/>
              </a:spcAft>
              <a:buClr>
                <a:srgbClr val="D6EEF2"/>
              </a:buClr>
              <a:buSzPts val="2000"/>
              <a:buChar char="•"/>
            </a:pPr>
            <a:r>
              <a:rPr lang="en-US"/>
              <a:t>Hill-climbing algorithms that reach the vicinity of a local maximum will be drawn upward toward the peak but will then be stuck with nowhere else to go</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Ridges</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Plateaux</a:t>
            </a:r>
            <a:endParaRPr>
              <a:solidFill>
                <a:schemeClr val="accent6"/>
              </a:solidFill>
            </a:endParaRPr>
          </a:p>
        </p:txBody>
      </p:sp>
      <p:sp>
        <p:nvSpPr>
          <p:cNvPr id="237" name="Google Shape;23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38" name="Google Shape;23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239" name="Google Shape;239;p12"/>
          <p:cNvPicPr preferRelativeResize="0"/>
          <p:nvPr/>
        </p:nvPicPr>
        <p:blipFill rotWithShape="1">
          <a:blip r:embed="rId3">
            <a:alphaModFix/>
          </a:blip>
          <a:srcRect b="0" l="0" r="0" t="0"/>
          <a:stretch/>
        </p:blipFill>
        <p:spPr>
          <a:xfrm>
            <a:off x="8760732" y="3514368"/>
            <a:ext cx="2252065" cy="2229712"/>
          </a:xfrm>
          <a:prstGeom prst="rect">
            <a:avLst/>
          </a:prstGeom>
          <a:noFill/>
          <a:ln>
            <a:noFill/>
          </a:ln>
        </p:spPr>
      </p:pic>
      <p:pic>
        <p:nvPicPr>
          <p:cNvPr id="240" name="Google Shape;240;p12"/>
          <p:cNvPicPr preferRelativeResize="0"/>
          <p:nvPr/>
        </p:nvPicPr>
        <p:blipFill rotWithShape="1">
          <a:blip r:embed="rId4">
            <a:alphaModFix/>
          </a:blip>
          <a:srcRect b="0" l="0" r="0" t="0"/>
          <a:stretch/>
        </p:blipFill>
        <p:spPr>
          <a:xfrm>
            <a:off x="7462982" y="830842"/>
            <a:ext cx="4610117" cy="2616058"/>
          </a:xfrm>
          <a:prstGeom prst="rect">
            <a:avLst/>
          </a:prstGeom>
          <a:noFill/>
          <a:ln>
            <a:noFill/>
          </a:ln>
        </p:spPr>
      </p:pic>
      <p:sp>
        <p:nvSpPr>
          <p:cNvPr id="241" name="Google Shape;241;p12"/>
          <p:cNvSpPr txBox="1"/>
          <p:nvPr/>
        </p:nvSpPr>
        <p:spPr>
          <a:xfrm>
            <a:off x="7924800" y="5715298"/>
            <a:ext cx="411480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A local maxima; Every move of a single queen makes the situation worse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82250"/>
              <a:buFont typeface="Corbel"/>
              <a:buNone/>
            </a:pPr>
            <a:r>
              <a:rPr lang="en-US"/>
              <a:t>Hill-climbing search</a:t>
            </a:r>
            <a:br>
              <a:rPr lang="en-US"/>
            </a:br>
            <a:r>
              <a:rPr lang="en-US" sz="4000">
                <a:solidFill>
                  <a:schemeClr val="accent3"/>
                </a:solidFill>
              </a:rPr>
              <a:t>Steepest-ascent version</a:t>
            </a:r>
            <a:endParaRPr sz="4000"/>
          </a:p>
        </p:txBody>
      </p:sp>
      <p:sp>
        <p:nvSpPr>
          <p:cNvPr id="247" name="Google Shape;247;p13"/>
          <p:cNvSpPr txBox="1"/>
          <p:nvPr>
            <p:ph idx="1" type="body"/>
          </p:nvPr>
        </p:nvSpPr>
        <p:spPr>
          <a:xfrm>
            <a:off x="1120000" y="1825625"/>
            <a:ext cx="6342982"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EDEDED"/>
              </a:buClr>
              <a:buSzPts val="2800"/>
              <a:buChar char="•"/>
            </a:pPr>
            <a:r>
              <a:rPr lang="en-US"/>
              <a:t>Unfortunately, it often gets stuck for the following reasons:</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Local maxima </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Ridges</a:t>
            </a:r>
            <a:endParaRPr/>
          </a:p>
          <a:p>
            <a:pPr indent="-228600" lvl="2" marL="1143000" rtl="0" algn="l">
              <a:lnSpc>
                <a:spcPct val="90000"/>
              </a:lnSpc>
              <a:spcBef>
                <a:spcPts val="500"/>
              </a:spcBef>
              <a:spcAft>
                <a:spcPts val="0"/>
              </a:spcAft>
              <a:buClr>
                <a:srgbClr val="D6EEF2"/>
              </a:buClr>
              <a:buSzPts val="2000"/>
              <a:buChar char="•"/>
            </a:pPr>
            <a:r>
              <a:rPr lang="en-US"/>
              <a:t>A ridge or a mountain ridge is a geographical feature consisting of a chain of mountains or hills that form a continuous elevated crest for some distance. The sides of the ridge slope away from narrow top on either side</a:t>
            </a:r>
            <a:endParaRPr/>
          </a:p>
          <a:p>
            <a:pPr indent="-228600" lvl="2" marL="1143000" rtl="0" algn="l">
              <a:lnSpc>
                <a:spcPct val="90000"/>
              </a:lnSpc>
              <a:spcBef>
                <a:spcPts val="500"/>
              </a:spcBef>
              <a:spcAft>
                <a:spcPts val="0"/>
              </a:spcAft>
              <a:buClr>
                <a:srgbClr val="D6EEF2"/>
              </a:buClr>
              <a:buSzPts val="2000"/>
              <a:buChar char="•"/>
            </a:pPr>
            <a:r>
              <a:rPr lang="en-US"/>
              <a:t>Ridges result in a sequence of local maxima that is very difficult for greedy algorithms to navigate</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Plateaux</a:t>
            </a:r>
            <a:endParaRPr>
              <a:solidFill>
                <a:schemeClr val="accent6"/>
              </a:solidFill>
            </a:endParaRPr>
          </a:p>
        </p:txBody>
      </p:sp>
      <p:sp>
        <p:nvSpPr>
          <p:cNvPr id="248" name="Google Shape;24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49" name="Google Shape;24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250" name="Google Shape;250;p13"/>
          <p:cNvPicPr preferRelativeResize="0"/>
          <p:nvPr/>
        </p:nvPicPr>
        <p:blipFill rotWithShape="1">
          <a:blip r:embed="rId3">
            <a:alphaModFix/>
          </a:blip>
          <a:srcRect b="24479" l="0" r="0" t="0"/>
          <a:stretch/>
        </p:blipFill>
        <p:spPr>
          <a:xfrm>
            <a:off x="8368693" y="3308251"/>
            <a:ext cx="3227014" cy="2420261"/>
          </a:xfrm>
          <a:prstGeom prst="rect">
            <a:avLst/>
          </a:prstGeom>
          <a:noFill/>
          <a:ln>
            <a:noFill/>
          </a:ln>
        </p:spPr>
      </p:pic>
      <p:pic>
        <p:nvPicPr>
          <p:cNvPr descr="Ridge - Wikipedia" id="251" name="Google Shape;251;p13"/>
          <p:cNvPicPr preferRelativeResize="0"/>
          <p:nvPr/>
        </p:nvPicPr>
        <p:blipFill rotWithShape="1">
          <a:blip r:embed="rId4">
            <a:alphaModFix/>
          </a:blip>
          <a:srcRect b="0" l="0" r="0" t="0"/>
          <a:stretch/>
        </p:blipFill>
        <p:spPr>
          <a:xfrm>
            <a:off x="8368693" y="794477"/>
            <a:ext cx="3227014" cy="24202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82250"/>
              <a:buFont typeface="Corbel"/>
              <a:buNone/>
            </a:pPr>
            <a:r>
              <a:rPr lang="en-US"/>
              <a:t>Hill-climbing search</a:t>
            </a:r>
            <a:br>
              <a:rPr lang="en-US"/>
            </a:br>
            <a:r>
              <a:rPr lang="en-US" sz="4000">
                <a:solidFill>
                  <a:schemeClr val="accent3"/>
                </a:solidFill>
              </a:rPr>
              <a:t>Steepest-ascent version</a:t>
            </a:r>
            <a:endParaRPr sz="4000"/>
          </a:p>
        </p:txBody>
      </p:sp>
      <p:sp>
        <p:nvSpPr>
          <p:cNvPr id="257" name="Google Shape;257;p14"/>
          <p:cNvSpPr txBox="1"/>
          <p:nvPr>
            <p:ph idx="1" type="body"/>
          </p:nvPr>
        </p:nvSpPr>
        <p:spPr>
          <a:xfrm>
            <a:off x="1120000" y="1825625"/>
            <a:ext cx="6342982"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Unfortunately, it often gets stuck for the following reasons:</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Local maxima </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Ridges</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Plateaux -</a:t>
            </a:r>
            <a:r>
              <a:rPr lang="en-US"/>
              <a:t> is a flat area of the state-space landscape</a:t>
            </a:r>
            <a:endParaRPr/>
          </a:p>
          <a:p>
            <a:pPr indent="-228600" lvl="2" marL="1143000" rtl="0" algn="l">
              <a:lnSpc>
                <a:spcPct val="90000"/>
              </a:lnSpc>
              <a:spcBef>
                <a:spcPts val="500"/>
              </a:spcBef>
              <a:spcAft>
                <a:spcPts val="0"/>
              </a:spcAft>
              <a:buClr>
                <a:srgbClr val="D6EEF2"/>
              </a:buClr>
              <a:buSzPts val="2000"/>
              <a:buChar char="•"/>
            </a:pPr>
            <a:r>
              <a:rPr lang="en-US"/>
              <a:t>It can be a flat local maximum, from which no uphill exit exists, or a shoulder, from which progress is possible</a:t>
            </a:r>
            <a:endParaRPr/>
          </a:p>
        </p:txBody>
      </p:sp>
      <p:sp>
        <p:nvSpPr>
          <p:cNvPr id="258" name="Google Shape;25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59" name="Google Shape;25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260" name="Google Shape;260;p14"/>
          <p:cNvPicPr preferRelativeResize="0"/>
          <p:nvPr/>
        </p:nvPicPr>
        <p:blipFill rotWithShape="1">
          <a:blip r:embed="rId3">
            <a:alphaModFix/>
          </a:blip>
          <a:srcRect b="0" l="0" r="0" t="0"/>
          <a:stretch/>
        </p:blipFill>
        <p:spPr>
          <a:xfrm>
            <a:off x="7555594" y="2266950"/>
            <a:ext cx="4391025" cy="2324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82250"/>
              <a:buFont typeface="Corbel"/>
              <a:buNone/>
            </a:pPr>
            <a:r>
              <a:rPr lang="en-US"/>
              <a:t>Hill-climbing search</a:t>
            </a:r>
            <a:br>
              <a:rPr lang="en-US"/>
            </a:br>
            <a:r>
              <a:rPr lang="en-US" sz="4000">
                <a:solidFill>
                  <a:schemeClr val="accent3"/>
                </a:solidFill>
              </a:rPr>
              <a:t>Steepest-ascent version</a:t>
            </a:r>
            <a:endParaRPr sz="4000"/>
          </a:p>
        </p:txBody>
      </p:sp>
      <p:sp>
        <p:nvSpPr>
          <p:cNvPr id="266" name="Google Shape;266;p15"/>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Starting from a randomly generated 8-queens state, steepest-ascent hill climbing gets stuck </a:t>
            </a:r>
            <a:r>
              <a:rPr lang="en-US">
                <a:solidFill>
                  <a:schemeClr val="accent3"/>
                </a:solidFill>
              </a:rPr>
              <a:t>86%</a:t>
            </a:r>
            <a:r>
              <a:rPr lang="en-US"/>
              <a:t> of the time, </a:t>
            </a:r>
            <a:r>
              <a:rPr lang="en-US">
                <a:solidFill>
                  <a:schemeClr val="accent3"/>
                </a:solidFill>
              </a:rPr>
              <a:t>solving only 14% of problem instances</a:t>
            </a:r>
            <a:r>
              <a:rPr lang="en-US"/>
              <a:t>. </a:t>
            </a:r>
            <a:endParaRPr/>
          </a:p>
          <a:p>
            <a:pPr indent="-228600" lvl="1" marL="685800" rtl="0" algn="l">
              <a:lnSpc>
                <a:spcPct val="90000"/>
              </a:lnSpc>
              <a:spcBef>
                <a:spcPts val="500"/>
              </a:spcBef>
              <a:spcAft>
                <a:spcPts val="0"/>
              </a:spcAft>
              <a:buClr>
                <a:srgbClr val="E9F6F9"/>
              </a:buClr>
              <a:buSzPts val="2400"/>
              <a:buChar char="•"/>
            </a:pPr>
            <a:r>
              <a:rPr lang="en-US"/>
              <a:t>It works quickly, taking just </a:t>
            </a:r>
            <a:r>
              <a:rPr lang="en-US">
                <a:solidFill>
                  <a:schemeClr val="accent3"/>
                </a:solidFill>
              </a:rPr>
              <a:t>4 steps on average when it succeeds </a:t>
            </a:r>
            <a:r>
              <a:rPr lang="en-US"/>
              <a:t>and 3 when it gets stuck—not bad for a state space with 8^8 ≈ 17 million states</a:t>
            </a:r>
            <a:endParaRPr/>
          </a:p>
          <a:p>
            <a:pPr indent="-76200" lvl="1" marL="685800" rtl="0" algn="l">
              <a:lnSpc>
                <a:spcPct val="90000"/>
              </a:lnSpc>
              <a:spcBef>
                <a:spcPts val="500"/>
              </a:spcBef>
              <a:spcAft>
                <a:spcPts val="0"/>
              </a:spcAft>
              <a:buClr>
                <a:srgbClr val="E9F6F9"/>
              </a:buClr>
              <a:buSzPts val="2400"/>
              <a:buNone/>
            </a:pPr>
            <a:r>
              <a:t/>
            </a:r>
            <a:endParaRPr/>
          </a:p>
          <a:p>
            <a:pPr indent="-228600" lvl="0" marL="228600" rtl="0" algn="l">
              <a:lnSpc>
                <a:spcPct val="90000"/>
              </a:lnSpc>
              <a:spcBef>
                <a:spcPts val="1000"/>
              </a:spcBef>
              <a:spcAft>
                <a:spcPts val="0"/>
              </a:spcAft>
              <a:buClr>
                <a:srgbClr val="EDEDED"/>
              </a:buClr>
              <a:buSzPts val="2800"/>
              <a:buChar char="•"/>
            </a:pPr>
            <a:r>
              <a:rPr lang="en-US"/>
              <a:t>Hill-climbing halts if it reaches a plateau where the best successor has the same value as the current state</a:t>
            </a:r>
            <a:endParaRPr/>
          </a:p>
          <a:p>
            <a:pPr indent="-228600" lvl="1" marL="685800" rtl="0" algn="l">
              <a:lnSpc>
                <a:spcPct val="90000"/>
              </a:lnSpc>
              <a:spcBef>
                <a:spcPts val="500"/>
              </a:spcBef>
              <a:spcAft>
                <a:spcPts val="0"/>
              </a:spcAft>
              <a:buClr>
                <a:schemeClr val="accent6"/>
              </a:buClr>
              <a:buSzPts val="2400"/>
              <a:buChar char="•"/>
            </a:pPr>
            <a:r>
              <a:rPr lang="en-US">
                <a:solidFill>
                  <a:schemeClr val="accent6"/>
                </a:solidFill>
              </a:rPr>
              <a:t>How about allowing sideway moves </a:t>
            </a:r>
            <a:r>
              <a:rPr lang="en-US"/>
              <a:t>in the hope that the plateau is really a shoulder? </a:t>
            </a:r>
            <a:endParaRPr/>
          </a:p>
          <a:p>
            <a:pPr indent="-50800" lvl="0" marL="228600" rtl="0" algn="l">
              <a:lnSpc>
                <a:spcPct val="90000"/>
              </a:lnSpc>
              <a:spcBef>
                <a:spcPts val="1000"/>
              </a:spcBef>
              <a:spcAft>
                <a:spcPts val="0"/>
              </a:spcAft>
              <a:buClr>
                <a:srgbClr val="EDEDED"/>
              </a:buClr>
              <a:buSzPts val="2800"/>
              <a:buNone/>
            </a:pPr>
            <a:r>
              <a:t/>
            </a:r>
            <a:endParaRPr/>
          </a:p>
        </p:txBody>
      </p:sp>
      <p:sp>
        <p:nvSpPr>
          <p:cNvPr id="267" name="Google Shape;26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68" name="Google Shape;26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269" name="Google Shape;269;p15"/>
          <p:cNvSpPr/>
          <p:nvPr/>
        </p:nvSpPr>
        <p:spPr>
          <a:xfrm>
            <a:off x="10813473" y="4745327"/>
            <a:ext cx="1080654" cy="1431636"/>
          </a:xfrm>
          <a:custGeom>
            <a:rect b="b" l="l" r="r" t="t"/>
            <a:pathLst>
              <a:path extrusionOk="0" h="1431636" w="1699491">
                <a:moveTo>
                  <a:pt x="0" y="1431636"/>
                </a:moveTo>
                <a:cubicBezTo>
                  <a:pt x="9236" y="1397769"/>
                  <a:pt x="15574" y="1362975"/>
                  <a:pt x="27709" y="1330036"/>
                </a:cubicBezTo>
                <a:cubicBezTo>
                  <a:pt x="37229" y="1304196"/>
                  <a:pt x="56556" y="1282465"/>
                  <a:pt x="64654" y="1256145"/>
                </a:cubicBezTo>
                <a:cubicBezTo>
                  <a:pt x="89767" y="1174528"/>
                  <a:pt x="95936" y="1078578"/>
                  <a:pt x="129309" y="997527"/>
                </a:cubicBezTo>
                <a:cubicBezTo>
                  <a:pt x="135909" y="981499"/>
                  <a:pt x="168081" y="918865"/>
                  <a:pt x="193964" y="905163"/>
                </a:cubicBezTo>
                <a:cubicBezTo>
                  <a:pt x="235409" y="883222"/>
                  <a:pt x="277342" y="859201"/>
                  <a:pt x="323273" y="849745"/>
                </a:cubicBezTo>
                <a:cubicBezTo>
                  <a:pt x="383659" y="837313"/>
                  <a:pt x="446424" y="843588"/>
                  <a:pt x="508000" y="840509"/>
                </a:cubicBezTo>
                <a:cubicBezTo>
                  <a:pt x="532630" y="834351"/>
                  <a:pt x="558555" y="832037"/>
                  <a:pt x="581891" y="822036"/>
                </a:cubicBezTo>
                <a:cubicBezTo>
                  <a:pt x="599586" y="814452"/>
                  <a:pt x="654586" y="772133"/>
                  <a:pt x="674254" y="757381"/>
                </a:cubicBezTo>
                <a:cubicBezTo>
                  <a:pt x="691387" y="688854"/>
                  <a:pt x="670827" y="750780"/>
                  <a:pt x="711200" y="683491"/>
                </a:cubicBezTo>
                <a:cubicBezTo>
                  <a:pt x="721826" y="665781"/>
                  <a:pt x="728879" y="646126"/>
                  <a:pt x="738909" y="628072"/>
                </a:cubicBezTo>
                <a:cubicBezTo>
                  <a:pt x="744300" y="618368"/>
                  <a:pt x="752119" y="610137"/>
                  <a:pt x="757382" y="600363"/>
                </a:cubicBezTo>
                <a:cubicBezTo>
                  <a:pt x="773702" y="570056"/>
                  <a:pt x="803564" y="508000"/>
                  <a:pt x="803564" y="508000"/>
                </a:cubicBezTo>
                <a:cubicBezTo>
                  <a:pt x="809721" y="480291"/>
                  <a:pt x="814722" y="452299"/>
                  <a:pt x="822036" y="424872"/>
                </a:cubicBezTo>
                <a:cubicBezTo>
                  <a:pt x="828162" y="401898"/>
                  <a:pt x="848255" y="346515"/>
                  <a:pt x="858982" y="323272"/>
                </a:cubicBezTo>
                <a:cubicBezTo>
                  <a:pt x="870522" y="298269"/>
                  <a:pt x="884387" y="274384"/>
                  <a:pt x="895927" y="249381"/>
                </a:cubicBezTo>
                <a:cubicBezTo>
                  <a:pt x="951934" y="128032"/>
                  <a:pt x="865983" y="290049"/>
                  <a:pt x="951345" y="147781"/>
                </a:cubicBezTo>
                <a:cubicBezTo>
                  <a:pt x="960581" y="132387"/>
                  <a:pt x="967127" y="115017"/>
                  <a:pt x="979054" y="101600"/>
                </a:cubicBezTo>
                <a:cubicBezTo>
                  <a:pt x="992151" y="86866"/>
                  <a:pt x="1011296" y="78594"/>
                  <a:pt x="1025236" y="64654"/>
                </a:cubicBezTo>
                <a:cubicBezTo>
                  <a:pt x="1045307" y="44583"/>
                  <a:pt x="1062181" y="21551"/>
                  <a:pt x="1080654" y="0"/>
                </a:cubicBezTo>
                <a:cubicBezTo>
                  <a:pt x="1108363" y="6157"/>
                  <a:pt x="1138790" y="5015"/>
                  <a:pt x="1163782" y="18472"/>
                </a:cubicBezTo>
                <a:cubicBezTo>
                  <a:pt x="1197810" y="36794"/>
                  <a:pt x="1234551" y="142600"/>
                  <a:pt x="1246909" y="157018"/>
                </a:cubicBezTo>
                <a:lnTo>
                  <a:pt x="1302327" y="221672"/>
                </a:lnTo>
                <a:cubicBezTo>
                  <a:pt x="1308485" y="240145"/>
                  <a:pt x="1312092" y="259675"/>
                  <a:pt x="1320800" y="277091"/>
                </a:cubicBezTo>
                <a:cubicBezTo>
                  <a:pt x="1366613" y="368715"/>
                  <a:pt x="1367244" y="336621"/>
                  <a:pt x="1422400" y="424872"/>
                </a:cubicBezTo>
                <a:cubicBezTo>
                  <a:pt x="1436995" y="448224"/>
                  <a:pt x="1444913" y="475310"/>
                  <a:pt x="1459345" y="498763"/>
                </a:cubicBezTo>
                <a:cubicBezTo>
                  <a:pt x="1475543" y="525085"/>
                  <a:pt x="1520282" y="571710"/>
                  <a:pt x="1542473" y="591127"/>
                </a:cubicBezTo>
                <a:cubicBezTo>
                  <a:pt x="1628858" y="666714"/>
                  <a:pt x="1624102" y="660940"/>
                  <a:pt x="1699491" y="711200"/>
                </a:cubicBezTo>
              </a:path>
            </a:pathLst>
          </a:custGeom>
          <a:noFill/>
          <a:ln cap="flat" cmpd="sng" w="381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00000"/>
              <a:buFont typeface="Corbel"/>
              <a:buNone/>
            </a:pPr>
            <a:r>
              <a:rPr lang="en-US"/>
              <a:t>Hill-climbing search</a:t>
            </a:r>
            <a:br>
              <a:rPr lang="en-US"/>
            </a:br>
            <a:r>
              <a:rPr lang="en-US" sz="4000">
                <a:solidFill>
                  <a:schemeClr val="accent3"/>
                </a:solidFill>
              </a:rPr>
              <a:t>Steepest-ascent version</a:t>
            </a:r>
            <a:endParaRPr>
              <a:solidFill>
                <a:schemeClr val="accent3"/>
              </a:solidFill>
            </a:endParaRPr>
          </a:p>
        </p:txBody>
      </p:sp>
      <p:sp>
        <p:nvSpPr>
          <p:cNvPr id="275" name="Google Shape;275;p16"/>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6"/>
              </a:buClr>
              <a:buSzPts val="2800"/>
              <a:buNone/>
            </a:pPr>
            <a:r>
              <a:rPr lang="en-US">
                <a:solidFill>
                  <a:schemeClr val="accent6"/>
                </a:solidFill>
              </a:rPr>
              <a:t>How about allowing sideway moves?</a:t>
            </a:r>
            <a:endParaRPr/>
          </a:p>
          <a:p>
            <a:pPr indent="-228600" lvl="1" marL="685800" rtl="0" algn="l">
              <a:lnSpc>
                <a:spcPct val="90000"/>
              </a:lnSpc>
              <a:spcBef>
                <a:spcPts val="500"/>
              </a:spcBef>
              <a:spcAft>
                <a:spcPts val="0"/>
              </a:spcAft>
              <a:buClr>
                <a:srgbClr val="E9F6F9"/>
              </a:buClr>
              <a:buSzPts val="2400"/>
              <a:buChar char="•"/>
            </a:pPr>
            <a:r>
              <a:rPr lang="en-US"/>
              <a:t>Good, but be cautious</a:t>
            </a:r>
            <a:endParaRPr/>
          </a:p>
          <a:p>
            <a:pPr indent="-228600" lvl="2" marL="1143000" rtl="0" algn="l">
              <a:lnSpc>
                <a:spcPct val="90000"/>
              </a:lnSpc>
              <a:spcBef>
                <a:spcPts val="500"/>
              </a:spcBef>
              <a:spcAft>
                <a:spcPts val="0"/>
              </a:spcAft>
              <a:buClr>
                <a:srgbClr val="D6EEF2"/>
              </a:buClr>
              <a:buSzPts val="2000"/>
              <a:buChar char="•"/>
            </a:pPr>
            <a:r>
              <a:rPr lang="en-US"/>
              <a:t>If we always allow sideways moves when there are no uphill moves, </a:t>
            </a:r>
            <a:r>
              <a:rPr lang="en-US">
                <a:solidFill>
                  <a:schemeClr val="accent3"/>
                </a:solidFill>
              </a:rPr>
              <a:t>an infinite loop will occur whenever the algorithm reaches a flat local maximum </a:t>
            </a:r>
            <a:r>
              <a:rPr lang="en-US"/>
              <a:t>that is not a shoulder. </a:t>
            </a:r>
            <a:endParaRPr/>
          </a:p>
          <a:p>
            <a:pPr indent="-228600" lvl="2" marL="1143000" rtl="0" algn="l">
              <a:lnSpc>
                <a:spcPct val="90000"/>
              </a:lnSpc>
              <a:spcBef>
                <a:spcPts val="500"/>
              </a:spcBef>
              <a:spcAft>
                <a:spcPts val="0"/>
              </a:spcAft>
              <a:buClr>
                <a:srgbClr val="D6EEF2"/>
              </a:buClr>
              <a:buSzPts val="2000"/>
              <a:buChar char="•"/>
            </a:pPr>
            <a:r>
              <a:rPr lang="en-US"/>
              <a:t>One common solution is to </a:t>
            </a:r>
            <a:r>
              <a:rPr lang="en-US">
                <a:solidFill>
                  <a:schemeClr val="accent3"/>
                </a:solidFill>
              </a:rPr>
              <a:t>put a limit on the number of consecutive sideways moves </a:t>
            </a:r>
            <a:r>
              <a:rPr lang="en-US"/>
              <a:t>allowed.</a:t>
            </a:r>
            <a:endParaRPr/>
          </a:p>
          <a:p>
            <a:pPr indent="-228600" lvl="1" marL="685800" rtl="0" algn="l">
              <a:lnSpc>
                <a:spcPct val="90000"/>
              </a:lnSpc>
              <a:spcBef>
                <a:spcPts val="500"/>
              </a:spcBef>
              <a:spcAft>
                <a:spcPts val="0"/>
              </a:spcAft>
              <a:buClr>
                <a:srgbClr val="E9F6F9"/>
              </a:buClr>
              <a:buSzPts val="2400"/>
              <a:buChar char="•"/>
            </a:pPr>
            <a:r>
              <a:rPr lang="en-US"/>
              <a:t>If we allow 100 consecutive sideways moves in the 8-queens problem, the success rate increases from 14% to </a:t>
            </a:r>
            <a:r>
              <a:rPr lang="en-US">
                <a:solidFill>
                  <a:schemeClr val="accent3"/>
                </a:solidFill>
              </a:rPr>
              <a:t>94%</a:t>
            </a:r>
            <a:r>
              <a:rPr lang="en-US"/>
              <a:t>. </a:t>
            </a:r>
            <a:endParaRPr/>
          </a:p>
          <a:p>
            <a:pPr indent="-228600" lvl="2" marL="1143000" rtl="0" algn="l">
              <a:lnSpc>
                <a:spcPct val="90000"/>
              </a:lnSpc>
              <a:spcBef>
                <a:spcPts val="500"/>
              </a:spcBef>
              <a:spcAft>
                <a:spcPts val="0"/>
              </a:spcAft>
              <a:buClr>
                <a:srgbClr val="D6EEF2"/>
              </a:buClr>
              <a:buSzPts val="2000"/>
              <a:buChar char="•"/>
            </a:pPr>
            <a:r>
              <a:rPr lang="en-US"/>
              <a:t>Success comes at a cost: the algorithm averages roughly </a:t>
            </a:r>
            <a:r>
              <a:rPr lang="en-US">
                <a:solidFill>
                  <a:schemeClr val="accent3"/>
                </a:solidFill>
              </a:rPr>
              <a:t>21 steps for each successful instance </a:t>
            </a:r>
            <a:r>
              <a:rPr lang="en-US"/>
              <a:t>and 64 for each failure.</a:t>
            </a:r>
            <a:endParaRPr/>
          </a:p>
        </p:txBody>
      </p:sp>
      <p:sp>
        <p:nvSpPr>
          <p:cNvPr id="276" name="Google Shape;27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77" name="Google Shape;27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00000"/>
              <a:buFont typeface="Corbel"/>
              <a:buNone/>
            </a:pPr>
            <a:r>
              <a:rPr lang="en-US"/>
              <a:t>Hill-climbing search</a:t>
            </a:r>
            <a:br>
              <a:rPr lang="en-US"/>
            </a:br>
            <a:r>
              <a:rPr lang="en-US" sz="4000">
                <a:solidFill>
                  <a:schemeClr val="accent3"/>
                </a:solidFill>
              </a:rPr>
              <a:t>Variants</a:t>
            </a:r>
            <a:endParaRPr/>
          </a:p>
        </p:txBody>
      </p:sp>
      <p:sp>
        <p:nvSpPr>
          <p:cNvPr id="283" name="Google Shape;283;p17"/>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DD075"/>
              </a:buClr>
              <a:buSzPts val="2800"/>
              <a:buChar char="•"/>
            </a:pPr>
            <a:r>
              <a:rPr lang="en-US">
                <a:solidFill>
                  <a:srgbClr val="FDD075"/>
                </a:solidFill>
              </a:rPr>
              <a:t>Steepest-ascent version </a:t>
            </a:r>
            <a:r>
              <a:rPr lang="en-US"/>
              <a:t>(incomplete)</a:t>
            </a:r>
            <a:endParaRPr/>
          </a:p>
          <a:p>
            <a:pPr indent="-50800" lvl="0" marL="228600" rtl="0" algn="l">
              <a:lnSpc>
                <a:spcPct val="90000"/>
              </a:lnSpc>
              <a:spcBef>
                <a:spcPts val="1000"/>
              </a:spcBef>
              <a:spcAft>
                <a:spcPts val="0"/>
              </a:spcAft>
              <a:buClr>
                <a:srgbClr val="EDEDED"/>
              </a:buClr>
              <a:buSzPts val="2800"/>
              <a:buNone/>
            </a:pPr>
            <a:r>
              <a:t/>
            </a:r>
            <a:endParaRPr/>
          </a:p>
          <a:p>
            <a:pPr indent="-228600" lvl="0" marL="228600" rtl="0" algn="l">
              <a:lnSpc>
                <a:spcPct val="90000"/>
              </a:lnSpc>
              <a:spcBef>
                <a:spcPts val="1000"/>
              </a:spcBef>
              <a:spcAft>
                <a:spcPts val="0"/>
              </a:spcAft>
              <a:buClr>
                <a:srgbClr val="FDD075"/>
              </a:buClr>
              <a:buSzPts val="2800"/>
              <a:buChar char="•"/>
            </a:pPr>
            <a:r>
              <a:rPr lang="en-US">
                <a:solidFill>
                  <a:srgbClr val="FDD075"/>
                </a:solidFill>
              </a:rPr>
              <a:t> Stochastic hill climbing </a:t>
            </a:r>
            <a:r>
              <a:rPr lang="en-US"/>
              <a:t>(incomplete)</a:t>
            </a:r>
            <a:endParaRPr>
              <a:solidFill>
                <a:srgbClr val="FDD075"/>
              </a:solidFill>
            </a:endParaRPr>
          </a:p>
          <a:p>
            <a:pPr indent="-50800" lvl="0" marL="228600" rtl="0" algn="l">
              <a:lnSpc>
                <a:spcPct val="90000"/>
              </a:lnSpc>
              <a:spcBef>
                <a:spcPts val="1000"/>
              </a:spcBef>
              <a:spcAft>
                <a:spcPts val="0"/>
              </a:spcAft>
              <a:buClr>
                <a:srgbClr val="EDEDED"/>
              </a:buClr>
              <a:buSzPts val="2800"/>
              <a:buNone/>
            </a:pPr>
            <a:r>
              <a:t/>
            </a:r>
            <a:endParaRPr>
              <a:solidFill>
                <a:srgbClr val="FDD075"/>
              </a:solidFill>
            </a:endParaRPr>
          </a:p>
          <a:p>
            <a:pPr indent="-228600" lvl="0" marL="228600" rtl="0" algn="l">
              <a:lnSpc>
                <a:spcPct val="90000"/>
              </a:lnSpc>
              <a:spcBef>
                <a:spcPts val="1000"/>
              </a:spcBef>
              <a:spcAft>
                <a:spcPts val="0"/>
              </a:spcAft>
              <a:buClr>
                <a:srgbClr val="FDD075"/>
              </a:buClr>
              <a:buSzPts val="2800"/>
              <a:buChar char="•"/>
            </a:pPr>
            <a:r>
              <a:rPr lang="en-US">
                <a:solidFill>
                  <a:srgbClr val="FDD075"/>
                </a:solidFill>
              </a:rPr>
              <a:t>First-choice hill climbing </a:t>
            </a:r>
            <a:r>
              <a:rPr lang="en-US"/>
              <a:t>(incomplete)</a:t>
            </a:r>
            <a:endParaRPr>
              <a:solidFill>
                <a:srgbClr val="FDD075"/>
              </a:solidFill>
            </a:endParaRPr>
          </a:p>
          <a:p>
            <a:pPr indent="-50800" lvl="0" marL="228600" rtl="0" algn="l">
              <a:lnSpc>
                <a:spcPct val="90000"/>
              </a:lnSpc>
              <a:spcBef>
                <a:spcPts val="1000"/>
              </a:spcBef>
              <a:spcAft>
                <a:spcPts val="0"/>
              </a:spcAft>
              <a:buClr>
                <a:srgbClr val="EDEDED"/>
              </a:buClr>
              <a:buSzPts val="2800"/>
              <a:buNone/>
            </a:pPr>
            <a:r>
              <a:t/>
            </a:r>
            <a:endParaRPr>
              <a:solidFill>
                <a:srgbClr val="FDD075"/>
              </a:solidFill>
            </a:endParaRPr>
          </a:p>
          <a:p>
            <a:pPr indent="-228600" lvl="0" marL="228600" rtl="0" algn="l">
              <a:lnSpc>
                <a:spcPct val="90000"/>
              </a:lnSpc>
              <a:spcBef>
                <a:spcPts val="1000"/>
              </a:spcBef>
              <a:spcAft>
                <a:spcPts val="0"/>
              </a:spcAft>
              <a:buClr>
                <a:srgbClr val="FDD075"/>
              </a:buClr>
              <a:buSzPts val="2800"/>
              <a:buChar char="•"/>
            </a:pPr>
            <a:r>
              <a:rPr lang="en-US">
                <a:solidFill>
                  <a:srgbClr val="FDD075"/>
                </a:solidFill>
              </a:rPr>
              <a:t>Random-restart hill climbing </a:t>
            </a:r>
            <a:r>
              <a:rPr lang="en-US"/>
              <a:t>(trivially complete)</a:t>
            </a:r>
            <a:endParaRPr/>
          </a:p>
          <a:p>
            <a:pPr indent="-50800" lvl="0" marL="228600" rtl="0" algn="l">
              <a:lnSpc>
                <a:spcPct val="90000"/>
              </a:lnSpc>
              <a:spcBef>
                <a:spcPts val="1000"/>
              </a:spcBef>
              <a:spcAft>
                <a:spcPts val="0"/>
              </a:spcAft>
              <a:buClr>
                <a:srgbClr val="EDEDED"/>
              </a:buClr>
              <a:buSzPts val="2800"/>
              <a:buNone/>
            </a:pPr>
            <a:r>
              <a:t/>
            </a:r>
            <a:endParaRPr>
              <a:solidFill>
                <a:srgbClr val="FDD075"/>
              </a:solidFill>
            </a:endParaRPr>
          </a:p>
        </p:txBody>
      </p:sp>
      <p:sp>
        <p:nvSpPr>
          <p:cNvPr id="284" name="Google Shape;28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285" name="Google Shape;28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Hill-climbing variants</a:t>
            </a:r>
            <a:endParaRPr/>
          </a:p>
        </p:txBody>
      </p:sp>
      <p:sp>
        <p:nvSpPr>
          <p:cNvPr id="291" name="Google Shape;291;p18"/>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Steepest-ascent version</a:t>
            </a:r>
            <a:endParaRPr/>
          </a:p>
          <a:p>
            <a:pPr indent="-228600" lvl="0" marL="228600" rtl="0" algn="l">
              <a:lnSpc>
                <a:spcPct val="90000"/>
              </a:lnSpc>
              <a:spcBef>
                <a:spcPts val="1000"/>
              </a:spcBef>
              <a:spcAft>
                <a:spcPts val="0"/>
              </a:spcAft>
              <a:buClr>
                <a:schemeClr val="accent6"/>
              </a:buClr>
              <a:buSzPts val="2800"/>
              <a:buChar char="•"/>
            </a:pPr>
            <a:r>
              <a:rPr lang="en-US">
                <a:solidFill>
                  <a:schemeClr val="accent6"/>
                </a:solidFill>
              </a:rPr>
              <a:t>Stochastic hill climbing </a:t>
            </a:r>
            <a:endParaRPr/>
          </a:p>
          <a:p>
            <a:pPr indent="-228600" lvl="1" marL="685800" rtl="0" algn="l">
              <a:lnSpc>
                <a:spcPct val="90000"/>
              </a:lnSpc>
              <a:spcBef>
                <a:spcPts val="500"/>
              </a:spcBef>
              <a:spcAft>
                <a:spcPts val="0"/>
              </a:spcAft>
              <a:buClr>
                <a:srgbClr val="E9F6F9"/>
              </a:buClr>
              <a:buSzPts val="2400"/>
              <a:buChar char="•"/>
            </a:pPr>
            <a:r>
              <a:rPr lang="en-US"/>
              <a:t>Chooses at random from among the uphill moves; the probability of selection can vary with the steepness of the uphill move. </a:t>
            </a:r>
            <a:endParaRPr/>
          </a:p>
          <a:p>
            <a:pPr indent="-228600" lvl="2" marL="1143000" rtl="0" algn="l">
              <a:lnSpc>
                <a:spcPct val="90000"/>
              </a:lnSpc>
              <a:spcBef>
                <a:spcPts val="500"/>
              </a:spcBef>
              <a:spcAft>
                <a:spcPts val="0"/>
              </a:spcAft>
              <a:buClr>
                <a:srgbClr val="D6EEF2"/>
              </a:buClr>
              <a:buSzPts val="2000"/>
              <a:buChar char="•"/>
            </a:pPr>
            <a:r>
              <a:rPr lang="en-US"/>
              <a:t>Usually converges more slowly than steepest ascent, but in some state landscapes, it finds better solutions.</a:t>
            </a:r>
            <a:endParaRPr/>
          </a:p>
          <a:p>
            <a:pPr indent="-228600" lvl="0" marL="228600" rtl="0" algn="l">
              <a:lnSpc>
                <a:spcPct val="90000"/>
              </a:lnSpc>
              <a:spcBef>
                <a:spcPts val="1000"/>
              </a:spcBef>
              <a:spcAft>
                <a:spcPts val="0"/>
              </a:spcAft>
              <a:buClr>
                <a:srgbClr val="EDEDED"/>
              </a:buClr>
              <a:buSzPts val="2800"/>
              <a:buChar char="•"/>
            </a:pPr>
            <a:r>
              <a:rPr lang="en-US"/>
              <a:t>First-choice hill climbing </a:t>
            </a:r>
            <a:endParaRPr/>
          </a:p>
          <a:p>
            <a:pPr indent="-228600" lvl="0" marL="228600" rtl="0" algn="l">
              <a:lnSpc>
                <a:spcPct val="90000"/>
              </a:lnSpc>
              <a:spcBef>
                <a:spcPts val="1000"/>
              </a:spcBef>
              <a:spcAft>
                <a:spcPts val="0"/>
              </a:spcAft>
              <a:buClr>
                <a:srgbClr val="EDEDED"/>
              </a:buClr>
              <a:buSzPts val="2800"/>
              <a:buChar char="•"/>
            </a:pPr>
            <a:r>
              <a:rPr lang="en-US"/>
              <a:t>Random-restart hill climbing</a:t>
            </a:r>
            <a:endParaRPr/>
          </a:p>
        </p:txBody>
      </p:sp>
      <p:sp>
        <p:nvSpPr>
          <p:cNvPr id="292" name="Google Shape;29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Hill-climbing variants</a:t>
            </a:r>
            <a:endParaRPr/>
          </a:p>
        </p:txBody>
      </p:sp>
      <p:sp>
        <p:nvSpPr>
          <p:cNvPr id="298" name="Google Shape;298;p19"/>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Steepest-ascent version</a:t>
            </a:r>
            <a:endParaRPr/>
          </a:p>
          <a:p>
            <a:pPr indent="-228600" lvl="0" marL="228600" rtl="0" algn="l">
              <a:lnSpc>
                <a:spcPct val="90000"/>
              </a:lnSpc>
              <a:spcBef>
                <a:spcPts val="1000"/>
              </a:spcBef>
              <a:spcAft>
                <a:spcPts val="0"/>
              </a:spcAft>
              <a:buClr>
                <a:srgbClr val="EDEDED"/>
              </a:buClr>
              <a:buSzPts val="2800"/>
              <a:buChar char="•"/>
            </a:pPr>
            <a:r>
              <a:rPr lang="en-US"/>
              <a:t>Stochastic hill climbing </a:t>
            </a:r>
            <a:endParaRPr/>
          </a:p>
          <a:p>
            <a:pPr indent="-228600" lvl="0" marL="228600" rtl="0" algn="l">
              <a:lnSpc>
                <a:spcPct val="90000"/>
              </a:lnSpc>
              <a:spcBef>
                <a:spcPts val="1000"/>
              </a:spcBef>
              <a:spcAft>
                <a:spcPts val="0"/>
              </a:spcAft>
              <a:buClr>
                <a:schemeClr val="accent6"/>
              </a:buClr>
              <a:buSzPts val="2800"/>
              <a:buChar char="•"/>
            </a:pPr>
            <a:r>
              <a:rPr lang="en-US">
                <a:solidFill>
                  <a:schemeClr val="accent6"/>
                </a:solidFill>
              </a:rPr>
              <a:t>First-choice hill climbing </a:t>
            </a:r>
            <a:endParaRPr/>
          </a:p>
          <a:p>
            <a:pPr indent="-228600" lvl="1" marL="685800" rtl="0" algn="l">
              <a:lnSpc>
                <a:spcPct val="90000"/>
              </a:lnSpc>
              <a:spcBef>
                <a:spcPts val="500"/>
              </a:spcBef>
              <a:spcAft>
                <a:spcPts val="0"/>
              </a:spcAft>
              <a:buClr>
                <a:srgbClr val="E9F6F9"/>
              </a:buClr>
              <a:buSzPts val="2400"/>
              <a:buChar char="•"/>
            </a:pPr>
            <a:r>
              <a:rPr lang="en-US"/>
              <a:t>Implements stochastic hill climbing by generating successors randomly until one is generated that is better than the current state. </a:t>
            </a:r>
            <a:endParaRPr/>
          </a:p>
          <a:p>
            <a:pPr indent="-228600" lvl="2" marL="1143000" rtl="0" algn="l">
              <a:lnSpc>
                <a:spcPct val="90000"/>
              </a:lnSpc>
              <a:spcBef>
                <a:spcPts val="500"/>
              </a:spcBef>
              <a:spcAft>
                <a:spcPts val="0"/>
              </a:spcAft>
              <a:buClr>
                <a:srgbClr val="D6EEF2"/>
              </a:buClr>
              <a:buSzPts val="2000"/>
              <a:buChar char="•"/>
            </a:pPr>
            <a:r>
              <a:rPr lang="en-US"/>
              <a:t>This is a good strategy when a state has many (e.g., thousands) of successors.</a:t>
            </a:r>
            <a:endParaRPr/>
          </a:p>
          <a:p>
            <a:pPr indent="-228600" lvl="0" marL="228600" rtl="0" algn="l">
              <a:lnSpc>
                <a:spcPct val="90000"/>
              </a:lnSpc>
              <a:spcBef>
                <a:spcPts val="1000"/>
              </a:spcBef>
              <a:spcAft>
                <a:spcPts val="0"/>
              </a:spcAft>
              <a:buClr>
                <a:srgbClr val="EDEDED"/>
              </a:buClr>
              <a:buSzPts val="2800"/>
              <a:buChar char="•"/>
            </a:pPr>
            <a:r>
              <a:rPr lang="en-US"/>
              <a:t>Random-restart hill climbing</a:t>
            </a:r>
            <a:endParaRPr/>
          </a:p>
        </p:txBody>
      </p:sp>
      <p:sp>
        <p:nvSpPr>
          <p:cNvPr id="299" name="Google Shape;29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Hill-climbing variants</a:t>
            </a:r>
            <a:endParaRPr/>
          </a:p>
        </p:txBody>
      </p:sp>
      <p:sp>
        <p:nvSpPr>
          <p:cNvPr id="305" name="Google Shape;305;p20"/>
          <p:cNvSpPr txBox="1"/>
          <p:nvPr>
            <p:ph idx="1" type="body"/>
          </p:nvPr>
        </p:nvSpPr>
        <p:spPr>
          <a:xfrm>
            <a:off x="1120000" y="1825625"/>
            <a:ext cx="10233800" cy="4351338"/>
          </a:xfrm>
          <a:prstGeom prst="rect">
            <a:avLst/>
          </a:prstGeom>
          <a:blipFill rotWithShape="1">
            <a:blip r:embed="rId3">
              <a:alphaModFix/>
            </a:blip>
            <a:stretch>
              <a:fillRect b="0" l="-713" r="-890" t="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06" name="Google Shape;30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Hill-climbing </a:t>
            </a:r>
            <a:endParaRPr/>
          </a:p>
        </p:txBody>
      </p:sp>
      <p:sp>
        <p:nvSpPr>
          <p:cNvPr id="312" name="Google Shape;312;p21"/>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3"/>
              </a:buClr>
              <a:buSzPts val="2800"/>
              <a:buChar char="•"/>
            </a:pPr>
            <a:r>
              <a:rPr lang="en-US">
                <a:solidFill>
                  <a:schemeClr val="accent3"/>
                </a:solidFill>
              </a:rPr>
              <a:t>The success of hill climbing depends very much on the shape of the state-space landscape</a:t>
            </a:r>
            <a:r>
              <a:rPr lang="en-US"/>
              <a:t>: </a:t>
            </a:r>
            <a:endParaRPr/>
          </a:p>
          <a:p>
            <a:pPr indent="-228600" lvl="1" marL="685800" rtl="0" algn="l">
              <a:lnSpc>
                <a:spcPct val="90000"/>
              </a:lnSpc>
              <a:spcBef>
                <a:spcPts val="500"/>
              </a:spcBef>
              <a:spcAft>
                <a:spcPts val="0"/>
              </a:spcAft>
              <a:buClr>
                <a:srgbClr val="E9F6F9"/>
              </a:buClr>
              <a:buSzPts val="2400"/>
              <a:buChar char="•"/>
            </a:pPr>
            <a:r>
              <a:rPr lang="en-US"/>
              <a:t>if there are few local maxima and plateaux, random-restart hill climbing will find a good solution very quickly. </a:t>
            </a:r>
            <a:endParaRPr/>
          </a:p>
          <a:p>
            <a:pPr indent="-228600" lvl="1" marL="685800" rtl="0" algn="l">
              <a:lnSpc>
                <a:spcPct val="90000"/>
              </a:lnSpc>
              <a:spcBef>
                <a:spcPts val="500"/>
              </a:spcBef>
              <a:spcAft>
                <a:spcPts val="0"/>
              </a:spcAft>
              <a:buClr>
                <a:srgbClr val="E9F6F9"/>
              </a:buClr>
              <a:buSzPts val="2400"/>
              <a:buChar char="•"/>
            </a:pPr>
            <a:r>
              <a:rPr lang="en-US"/>
              <a:t>However, many real problems have many local maxima, ridges and plateaux </a:t>
            </a:r>
            <a:endParaRPr/>
          </a:p>
          <a:p>
            <a:pPr indent="-228600" lvl="1" marL="685800" rtl="0" algn="l">
              <a:lnSpc>
                <a:spcPct val="90000"/>
              </a:lnSpc>
              <a:spcBef>
                <a:spcPts val="500"/>
              </a:spcBef>
              <a:spcAft>
                <a:spcPts val="0"/>
              </a:spcAft>
              <a:buClr>
                <a:srgbClr val="E9F6F9"/>
              </a:buClr>
              <a:buSzPts val="2400"/>
              <a:buChar char="•"/>
            </a:pPr>
            <a:r>
              <a:rPr lang="en-US"/>
              <a:t>NP-hard problems typically have an exponential number of local maxima to get stuck on. </a:t>
            </a:r>
            <a:endParaRPr/>
          </a:p>
          <a:p>
            <a:pPr indent="-228600" lvl="1" marL="685800" rtl="0" algn="l">
              <a:lnSpc>
                <a:spcPct val="90000"/>
              </a:lnSpc>
              <a:spcBef>
                <a:spcPts val="500"/>
              </a:spcBef>
              <a:spcAft>
                <a:spcPts val="0"/>
              </a:spcAft>
              <a:buClr>
                <a:srgbClr val="E9F6F9"/>
              </a:buClr>
              <a:buSzPts val="2400"/>
              <a:buChar char="•"/>
            </a:pPr>
            <a:r>
              <a:rPr lang="en-US"/>
              <a:t>Despite this, a reasonably good local maximum can often be found after a small number of restarts</a:t>
            </a:r>
            <a:endParaRPr/>
          </a:p>
        </p:txBody>
      </p:sp>
      <p:sp>
        <p:nvSpPr>
          <p:cNvPr id="313" name="Google Shape;31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14" name="Google Shape;31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20" name="Google Shape;32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graphicFrame>
        <p:nvGraphicFramePr>
          <p:cNvPr id="321" name="Google Shape;321;p22"/>
          <p:cNvGraphicFramePr/>
          <p:nvPr/>
        </p:nvGraphicFramePr>
        <p:xfrm>
          <a:off x="4140200" y="998393"/>
          <a:ext cx="3000000" cy="3000000"/>
        </p:xfrm>
        <a:graphic>
          <a:graphicData uri="http://schemas.openxmlformats.org/drawingml/2006/table">
            <a:tbl>
              <a:tblPr bandRow="1" firstRow="1">
                <a:noFill/>
                <a:tableStyleId>{E05798A8-BD4D-4B1B-A9D6-5297D90BF484}</a:tableStyleId>
              </a:tblPr>
              <a:tblGrid>
                <a:gridCol w="320050"/>
                <a:gridCol w="320050"/>
                <a:gridCol w="320050"/>
                <a:gridCol w="320050"/>
                <a:gridCol w="320050"/>
                <a:gridCol w="320050"/>
              </a:tblGrid>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322" name="Google Shape;322;p22"/>
          <p:cNvSpPr txBox="1"/>
          <p:nvPr/>
        </p:nvSpPr>
        <p:spPr>
          <a:xfrm>
            <a:off x="0" y="0"/>
            <a:ext cx="3694545"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6"/>
                </a:solidFill>
                <a:latin typeface="Corbel"/>
                <a:ea typeface="Corbel"/>
                <a:cs typeface="Corbel"/>
                <a:sym typeface="Corbel"/>
              </a:rPr>
              <a:t>6 Queen problem using Hill climbing (steepest ascent)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orbel"/>
                <a:ea typeface="Corbel"/>
                <a:cs typeface="Corbel"/>
                <a:sym typeface="Corbel"/>
              </a:rPr>
              <a:t>Heuristic:</a:t>
            </a:r>
            <a:r>
              <a:rPr b="0" i="0" lang="en-US" sz="1800" u="none" cap="none" strike="noStrike">
                <a:solidFill>
                  <a:schemeClr val="lt1"/>
                </a:solidFill>
                <a:latin typeface="Corbel"/>
                <a:ea typeface="Corbel"/>
                <a:cs typeface="Corbel"/>
                <a:sym typeface="Corbel"/>
              </a:rPr>
              <a:t> </a:t>
            </a:r>
            <a:r>
              <a:rPr b="0" i="0" lang="en-US" sz="1800" u="none" cap="none" strike="noStrike">
                <a:solidFill>
                  <a:schemeClr val="accent3"/>
                </a:solidFill>
                <a:latin typeface="Corbel"/>
                <a:ea typeface="Corbel"/>
                <a:cs typeface="Corbel"/>
                <a:sym typeface="Corbel"/>
              </a:rPr>
              <a:t>#of queen pairs attacking each other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orbel"/>
                <a:ea typeface="Corbel"/>
                <a:cs typeface="Corbel"/>
                <a:sym typeface="Corbel"/>
              </a:rPr>
              <a:t>Action: </a:t>
            </a:r>
            <a:r>
              <a:rPr b="0" i="0" lang="en-US" sz="1800" u="none" cap="none" strike="noStrike">
                <a:solidFill>
                  <a:schemeClr val="accent3"/>
                </a:solidFill>
                <a:latin typeface="Corbel"/>
                <a:ea typeface="Corbel"/>
                <a:cs typeface="Corbel"/>
                <a:sym typeface="Corbel"/>
              </a:rPr>
              <a:t>randomly choose a row and move the queen in that row 1 cell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orbel"/>
                <a:ea typeface="Corbel"/>
                <a:cs typeface="Corbel"/>
                <a:sym typeface="Corbel"/>
              </a:rPr>
              <a:t>state.VALUE:</a:t>
            </a:r>
            <a:r>
              <a:rPr b="0" i="0" lang="en-US" sz="1800" u="none" cap="none" strike="noStrike">
                <a:solidFill>
                  <a:schemeClr val="lt1"/>
                </a:solidFill>
                <a:latin typeface="Corbel"/>
                <a:ea typeface="Corbel"/>
                <a:cs typeface="Corbel"/>
                <a:sym typeface="Corbel"/>
              </a:rPr>
              <a:t> </a:t>
            </a:r>
            <a:r>
              <a:rPr b="0" i="0" lang="en-US" sz="1800" u="none" cap="none" strike="noStrike">
                <a:solidFill>
                  <a:schemeClr val="accent3"/>
                </a:solidFill>
                <a:latin typeface="Corbel"/>
                <a:ea typeface="Corbel"/>
                <a:cs typeface="Corbel"/>
                <a:sym typeface="Corbel"/>
              </a:rPr>
              <a:t>-#(of queen pairs attacking each other)</a:t>
            </a:r>
            <a:endParaRPr b="0" i="0" sz="1400" u="none" cap="none" strike="noStrike">
              <a:solidFill>
                <a:srgbClr val="000000"/>
              </a:solidFill>
              <a:latin typeface="Arial"/>
              <a:ea typeface="Arial"/>
              <a:cs typeface="Arial"/>
              <a:sym typeface="Arial"/>
            </a:endParaRPr>
          </a:p>
        </p:txBody>
      </p:sp>
      <p:pic>
        <p:nvPicPr>
          <p:cNvPr id="323" name="Google Shape;323;p22"/>
          <p:cNvPicPr preferRelativeResize="0"/>
          <p:nvPr/>
        </p:nvPicPr>
        <p:blipFill rotWithShape="1">
          <a:blip r:embed="rId3">
            <a:alphaModFix/>
          </a:blip>
          <a:srcRect b="41857" l="2098" r="19073" t="4677"/>
          <a:stretch/>
        </p:blipFill>
        <p:spPr>
          <a:xfrm>
            <a:off x="6744855" y="-24823"/>
            <a:ext cx="5447145" cy="145838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29" name="Google Shape;32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graphicFrame>
        <p:nvGraphicFramePr>
          <p:cNvPr id="330" name="Google Shape;330;p23"/>
          <p:cNvGraphicFramePr/>
          <p:nvPr/>
        </p:nvGraphicFramePr>
        <p:xfrm>
          <a:off x="4140200" y="998393"/>
          <a:ext cx="3000000" cy="3000000"/>
        </p:xfrm>
        <a:graphic>
          <a:graphicData uri="http://schemas.openxmlformats.org/drawingml/2006/table">
            <a:tbl>
              <a:tblPr bandRow="1" firstRow="1">
                <a:noFill/>
                <a:tableStyleId>{E05798A8-BD4D-4B1B-A9D6-5297D90BF484}</a:tableStyleId>
              </a:tblPr>
              <a:tblGrid>
                <a:gridCol w="320050"/>
                <a:gridCol w="320050"/>
                <a:gridCol w="320050"/>
                <a:gridCol w="320050"/>
                <a:gridCol w="320050"/>
                <a:gridCol w="320050"/>
              </a:tblGrid>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graphicFrame>
        <p:nvGraphicFramePr>
          <p:cNvPr id="331" name="Google Shape;331;p23"/>
          <p:cNvGraphicFramePr/>
          <p:nvPr/>
        </p:nvGraphicFramePr>
        <p:xfrm>
          <a:off x="1904076" y="2829098"/>
          <a:ext cx="3000000" cy="3000000"/>
        </p:xfrm>
        <a:graphic>
          <a:graphicData uri="http://schemas.openxmlformats.org/drawingml/2006/table">
            <a:tbl>
              <a:tblPr bandRow="1" firstRow="1">
                <a:noFill/>
                <a:tableStyleId>{E05798A8-BD4D-4B1B-A9D6-5297D90BF484}</a:tableStyleId>
              </a:tblPr>
              <a:tblGrid>
                <a:gridCol w="320050"/>
                <a:gridCol w="320050"/>
                <a:gridCol w="320050"/>
                <a:gridCol w="320050"/>
                <a:gridCol w="320050"/>
                <a:gridCol w="320050"/>
              </a:tblGrid>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graphicFrame>
        <p:nvGraphicFramePr>
          <p:cNvPr id="332" name="Google Shape;332;p23"/>
          <p:cNvGraphicFramePr/>
          <p:nvPr/>
        </p:nvGraphicFramePr>
        <p:xfrm>
          <a:off x="6376324" y="2829098"/>
          <a:ext cx="3000000" cy="3000000"/>
        </p:xfrm>
        <a:graphic>
          <a:graphicData uri="http://schemas.openxmlformats.org/drawingml/2006/table">
            <a:tbl>
              <a:tblPr bandRow="1" firstRow="1">
                <a:noFill/>
                <a:tableStyleId>{E05798A8-BD4D-4B1B-A9D6-5297D90BF484}</a:tableStyleId>
              </a:tblPr>
              <a:tblGrid>
                <a:gridCol w="320050"/>
                <a:gridCol w="320050"/>
                <a:gridCol w="320050"/>
                <a:gridCol w="320050"/>
                <a:gridCol w="320050"/>
                <a:gridCol w="320050"/>
              </a:tblGrid>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graphicFrame>
        <p:nvGraphicFramePr>
          <p:cNvPr id="333" name="Google Shape;333;p23"/>
          <p:cNvGraphicFramePr/>
          <p:nvPr/>
        </p:nvGraphicFramePr>
        <p:xfrm>
          <a:off x="8703605" y="4295710"/>
          <a:ext cx="3000000" cy="3000000"/>
        </p:xfrm>
        <a:graphic>
          <a:graphicData uri="http://schemas.openxmlformats.org/drawingml/2006/table">
            <a:tbl>
              <a:tblPr bandRow="1" firstRow="1">
                <a:noFill/>
                <a:tableStyleId>{E05798A8-BD4D-4B1B-A9D6-5297D90BF484}</a:tableStyleId>
              </a:tblPr>
              <a:tblGrid>
                <a:gridCol w="320050"/>
                <a:gridCol w="320050"/>
                <a:gridCol w="320050"/>
                <a:gridCol w="320050"/>
                <a:gridCol w="320050"/>
                <a:gridCol w="320050"/>
              </a:tblGrid>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200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X</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334" name="Google Shape;334;p23"/>
          <p:cNvSpPr txBox="1"/>
          <p:nvPr/>
        </p:nvSpPr>
        <p:spPr>
          <a:xfrm>
            <a:off x="0" y="0"/>
            <a:ext cx="3694545"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6"/>
                </a:solidFill>
                <a:latin typeface="Corbel"/>
                <a:ea typeface="Corbel"/>
                <a:cs typeface="Corbel"/>
                <a:sym typeface="Corbel"/>
              </a:rPr>
              <a:t>6 Queen problem using Hill climbing (steepest ascent)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orbel"/>
                <a:ea typeface="Corbel"/>
                <a:cs typeface="Corbel"/>
                <a:sym typeface="Corbel"/>
              </a:rPr>
              <a:t>Heuristic:</a:t>
            </a:r>
            <a:r>
              <a:rPr b="0" i="0" lang="en-US" sz="1800" u="none" cap="none" strike="noStrike">
                <a:solidFill>
                  <a:schemeClr val="lt1"/>
                </a:solidFill>
                <a:latin typeface="Corbel"/>
                <a:ea typeface="Corbel"/>
                <a:cs typeface="Corbel"/>
                <a:sym typeface="Corbel"/>
              </a:rPr>
              <a:t> </a:t>
            </a:r>
            <a:r>
              <a:rPr b="0" i="0" lang="en-US" sz="1800" u="none" cap="none" strike="noStrike">
                <a:solidFill>
                  <a:schemeClr val="accent3"/>
                </a:solidFill>
                <a:latin typeface="Corbel"/>
                <a:ea typeface="Corbel"/>
                <a:cs typeface="Corbel"/>
                <a:sym typeface="Corbel"/>
              </a:rPr>
              <a:t>#of queen pairs attacking each other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orbel"/>
                <a:ea typeface="Corbel"/>
                <a:cs typeface="Corbel"/>
                <a:sym typeface="Corbel"/>
              </a:rPr>
              <a:t>Action: </a:t>
            </a:r>
            <a:r>
              <a:rPr b="0" i="0" lang="en-US" sz="1800" u="none" cap="none" strike="noStrike">
                <a:solidFill>
                  <a:schemeClr val="accent3"/>
                </a:solidFill>
                <a:latin typeface="Corbel"/>
                <a:ea typeface="Corbel"/>
                <a:cs typeface="Corbel"/>
                <a:sym typeface="Corbel"/>
              </a:rPr>
              <a:t>randomly choose a row and move the queen in that row 1 cell</a:t>
            </a:r>
            <a:endParaRPr b="0" i="0" sz="1400" u="none" cap="none" strike="noStrike">
              <a:solidFill>
                <a:srgbClr val="000000"/>
              </a:solidFill>
              <a:latin typeface="Arial"/>
              <a:ea typeface="Arial"/>
              <a:cs typeface="Arial"/>
              <a:sym typeface="Arial"/>
            </a:endParaRPr>
          </a:p>
        </p:txBody>
      </p:sp>
      <p:pic>
        <p:nvPicPr>
          <p:cNvPr id="335" name="Google Shape;335;p23"/>
          <p:cNvPicPr preferRelativeResize="0"/>
          <p:nvPr/>
        </p:nvPicPr>
        <p:blipFill rotWithShape="1">
          <a:blip r:embed="rId3">
            <a:alphaModFix/>
          </a:blip>
          <a:srcRect b="41857" l="2098" r="19073" t="4677"/>
          <a:stretch/>
        </p:blipFill>
        <p:spPr>
          <a:xfrm>
            <a:off x="6744855" y="-24823"/>
            <a:ext cx="5447145" cy="1458381"/>
          </a:xfrm>
          <a:prstGeom prst="rect">
            <a:avLst/>
          </a:prstGeom>
          <a:noFill/>
          <a:ln>
            <a:noFill/>
          </a:ln>
        </p:spPr>
      </p:pic>
      <p:cxnSp>
        <p:nvCxnSpPr>
          <p:cNvPr id="336" name="Google Shape;336;p23"/>
          <p:cNvCxnSpPr/>
          <p:nvPr/>
        </p:nvCxnSpPr>
        <p:spPr>
          <a:xfrm flipH="1">
            <a:off x="3824420" y="3192952"/>
            <a:ext cx="1275900" cy="733500"/>
          </a:xfrm>
          <a:prstGeom prst="curvedConnector3">
            <a:avLst>
              <a:gd fmla="val 50000" name="adj1"/>
            </a:avLst>
          </a:prstGeom>
          <a:noFill/>
          <a:ln cap="flat" cmpd="sng" w="38100">
            <a:solidFill>
              <a:schemeClr val="accent5"/>
            </a:solidFill>
            <a:prstDash val="dot"/>
            <a:miter lim="800000"/>
            <a:headEnd len="sm" w="sm" type="none"/>
            <a:tailEnd len="med" w="med" type="triangle"/>
          </a:ln>
        </p:spPr>
      </p:cxnSp>
      <p:cxnSp>
        <p:nvCxnSpPr>
          <p:cNvPr id="337" name="Google Shape;337;p23"/>
          <p:cNvCxnSpPr/>
          <p:nvPr/>
        </p:nvCxnSpPr>
        <p:spPr>
          <a:xfrm>
            <a:off x="5100320" y="3192953"/>
            <a:ext cx="1275900" cy="733500"/>
          </a:xfrm>
          <a:prstGeom prst="curvedConnector3">
            <a:avLst>
              <a:gd fmla="val 50000" name="adj1"/>
            </a:avLst>
          </a:prstGeom>
          <a:noFill/>
          <a:ln cap="flat" cmpd="sng" w="38100">
            <a:solidFill>
              <a:schemeClr val="accent5"/>
            </a:solidFill>
            <a:prstDash val="dot"/>
            <a:miter lim="800000"/>
            <a:headEnd len="sm" w="sm" type="none"/>
            <a:tailEnd len="med" w="med" type="triangle"/>
          </a:ln>
        </p:spPr>
      </p:cxnSp>
      <p:cxnSp>
        <p:nvCxnSpPr>
          <p:cNvPr id="338" name="Google Shape;338;p23"/>
          <p:cNvCxnSpPr/>
          <p:nvPr/>
        </p:nvCxnSpPr>
        <p:spPr>
          <a:xfrm>
            <a:off x="7336444" y="5023658"/>
            <a:ext cx="1367100" cy="369300"/>
          </a:xfrm>
          <a:prstGeom prst="curvedConnector2">
            <a:avLst/>
          </a:prstGeom>
          <a:noFill/>
          <a:ln cap="flat" cmpd="sng" w="38100">
            <a:solidFill>
              <a:schemeClr val="accent5"/>
            </a:solidFill>
            <a:prstDash val="dot"/>
            <a:miter lim="800000"/>
            <a:headEnd len="sm" w="sm" type="none"/>
            <a:tailEnd len="med" w="med" type="triangle"/>
          </a:ln>
        </p:spPr>
      </p:cxnSp>
      <p:sp>
        <p:nvSpPr>
          <p:cNvPr id="339" name="Google Shape;339;p23"/>
          <p:cNvSpPr txBox="1"/>
          <p:nvPr/>
        </p:nvSpPr>
        <p:spPr>
          <a:xfrm>
            <a:off x="6216073" y="2133600"/>
            <a:ext cx="166423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3+2+1+0+1+0</a:t>
            </a:r>
            <a:r>
              <a:rPr b="0" i="0" lang="en-US" sz="1800" u="none" cap="none" strike="noStrike">
                <a:solidFill>
                  <a:schemeClr val="accent3"/>
                </a:solidFill>
                <a:latin typeface="Corbel"/>
                <a:ea typeface="Corbel"/>
                <a:cs typeface="Corbel"/>
                <a:sym typeface="Corbel"/>
              </a:rPr>
              <a:t>=7</a:t>
            </a:r>
            <a:endParaRPr b="0" i="0" sz="1400" u="none" cap="none" strike="noStrike">
              <a:solidFill>
                <a:srgbClr val="000000"/>
              </a:solidFill>
              <a:latin typeface="Arial"/>
              <a:ea typeface="Arial"/>
              <a:cs typeface="Arial"/>
              <a:sym typeface="Arial"/>
            </a:endParaRPr>
          </a:p>
        </p:txBody>
      </p:sp>
      <p:sp>
        <p:nvSpPr>
          <p:cNvPr id="340" name="Google Shape;340;p23"/>
          <p:cNvSpPr txBox="1"/>
          <p:nvPr/>
        </p:nvSpPr>
        <p:spPr>
          <a:xfrm>
            <a:off x="2141081" y="5023658"/>
            <a:ext cx="16866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3+2+3+0+1+0=</a:t>
            </a:r>
            <a:r>
              <a:rPr b="0" i="0" lang="en-US" sz="1800" u="none" cap="none" strike="noStrike">
                <a:solidFill>
                  <a:schemeClr val="accent3"/>
                </a:solidFill>
                <a:latin typeface="Corbel"/>
                <a:ea typeface="Corbel"/>
                <a:cs typeface="Corbel"/>
                <a:sym typeface="Corbel"/>
              </a:rPr>
              <a:t>9</a:t>
            </a:r>
            <a:endParaRPr b="0" i="0" sz="1400" u="none" cap="none" strike="noStrike">
              <a:solidFill>
                <a:srgbClr val="000000"/>
              </a:solidFill>
              <a:latin typeface="Arial"/>
              <a:ea typeface="Arial"/>
              <a:cs typeface="Arial"/>
              <a:sym typeface="Arial"/>
            </a:endParaRPr>
          </a:p>
        </p:txBody>
      </p:sp>
      <p:sp>
        <p:nvSpPr>
          <p:cNvPr id="341" name="Google Shape;341;p23"/>
          <p:cNvSpPr txBox="1"/>
          <p:nvPr/>
        </p:nvSpPr>
        <p:spPr>
          <a:xfrm>
            <a:off x="6452293" y="5310510"/>
            <a:ext cx="17011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3+2+0+0+1+0=</a:t>
            </a:r>
            <a:r>
              <a:rPr b="0" i="0" lang="en-US" sz="1800" u="none" cap="none" strike="noStrike">
                <a:solidFill>
                  <a:schemeClr val="accent3"/>
                </a:solidFill>
                <a:latin typeface="Corbel"/>
                <a:ea typeface="Corbel"/>
                <a:cs typeface="Corbel"/>
                <a:sym typeface="Corbel"/>
              </a:rPr>
              <a:t>6</a:t>
            </a:r>
            <a:endParaRPr b="0" i="0" sz="1400" u="none" cap="none" strike="noStrike">
              <a:solidFill>
                <a:srgbClr val="000000"/>
              </a:solidFill>
              <a:latin typeface="Arial"/>
              <a:ea typeface="Arial"/>
              <a:cs typeface="Arial"/>
              <a:sym typeface="Arial"/>
            </a:endParaRPr>
          </a:p>
        </p:txBody>
      </p:sp>
      <p:sp>
        <p:nvSpPr>
          <p:cNvPr id="342" name="Google Shape;342;p23"/>
          <p:cNvSpPr txBox="1"/>
          <p:nvPr/>
        </p:nvSpPr>
        <p:spPr>
          <a:xfrm>
            <a:off x="8911517" y="6421207"/>
            <a:ext cx="17123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rbel"/>
                <a:ea typeface="Corbel"/>
                <a:cs typeface="Corbel"/>
                <a:sym typeface="Corbel"/>
              </a:rPr>
              <a:t>2+2+0+0+1+0=</a:t>
            </a:r>
            <a:r>
              <a:rPr b="0" i="0" lang="en-US" sz="1800" u="none" cap="none" strike="noStrike">
                <a:solidFill>
                  <a:schemeClr val="accent3"/>
                </a:solidFill>
                <a:latin typeface="Corbel"/>
                <a:ea typeface="Corbel"/>
                <a:cs typeface="Corbel"/>
                <a:sym typeface="Corbel"/>
              </a:rPr>
              <a:t>4</a:t>
            </a:r>
            <a:endParaRPr b="0" i="0" sz="1400" u="none" cap="none" strike="noStrike">
              <a:solidFill>
                <a:srgbClr val="000000"/>
              </a:solidFill>
              <a:latin typeface="Arial"/>
              <a:ea typeface="Arial"/>
              <a:cs typeface="Arial"/>
              <a:sym typeface="Arial"/>
            </a:endParaRPr>
          </a:p>
        </p:txBody>
      </p:sp>
      <p:cxnSp>
        <p:nvCxnSpPr>
          <p:cNvPr id="343" name="Google Shape;343;p23"/>
          <p:cNvCxnSpPr/>
          <p:nvPr/>
        </p:nvCxnSpPr>
        <p:spPr>
          <a:xfrm>
            <a:off x="10623845" y="5392990"/>
            <a:ext cx="1891500" cy="894300"/>
          </a:xfrm>
          <a:prstGeom prst="curvedConnector3">
            <a:avLst>
              <a:gd fmla="val 49998" name="adj1"/>
            </a:avLst>
          </a:prstGeom>
          <a:noFill/>
          <a:ln cap="flat" cmpd="sng" w="38100">
            <a:solidFill>
              <a:schemeClr val="accent5"/>
            </a:solidFill>
            <a:prstDash val="dot"/>
            <a:miter lim="800000"/>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7" name="Shape 347"/>
        <p:cNvGrpSpPr/>
        <p:nvPr/>
      </p:nvGrpSpPr>
      <p:grpSpPr>
        <a:xfrm>
          <a:off x="0" y="0"/>
          <a:ext cx="0" cy="0"/>
          <a:chOff x="0" y="0"/>
          <a:chExt cx="0" cy="0"/>
        </a:xfrm>
      </p:grpSpPr>
      <p:sp>
        <p:nvSpPr>
          <p:cNvPr id="348" name="Google Shape;34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49" name="Google Shape;34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350" name="Google Shape;350;p24"/>
          <p:cNvPicPr preferRelativeResize="0"/>
          <p:nvPr/>
        </p:nvPicPr>
        <p:blipFill rotWithShape="1">
          <a:blip r:embed="rId3">
            <a:alphaModFix/>
          </a:blip>
          <a:srcRect b="41857" l="2098" r="19073" t="4677"/>
          <a:stretch/>
        </p:blipFill>
        <p:spPr>
          <a:xfrm>
            <a:off x="6744855" y="-24823"/>
            <a:ext cx="5447145" cy="145838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5"/>
          <p:cNvSpPr txBox="1"/>
          <p:nvPr>
            <p:ph type="ctrTitle"/>
          </p:nvPr>
        </p:nvSpPr>
        <p:spPr>
          <a:xfrm>
            <a:off x="854532" y="4464028"/>
            <a:ext cx="9144000" cy="164149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E2E2E2"/>
              </a:buClr>
              <a:buSzPts val="9600"/>
              <a:buFont typeface="Corbel"/>
              <a:buNone/>
            </a:pPr>
            <a:r>
              <a:rPr lang="en-US"/>
              <a:t>Simulated annealing</a:t>
            </a:r>
            <a:endParaRPr/>
          </a:p>
        </p:txBody>
      </p:sp>
      <p:sp>
        <p:nvSpPr>
          <p:cNvPr id="356" name="Google Shape;356;p25"/>
          <p:cNvSpPr txBox="1"/>
          <p:nvPr>
            <p:ph idx="1" type="subTitle"/>
          </p:nvPr>
        </p:nvSpPr>
        <p:spPr>
          <a:xfrm>
            <a:off x="854532" y="3693674"/>
            <a:ext cx="9144000" cy="7540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3200"/>
              <a:buNone/>
            </a:pPr>
            <a:r>
              <a:t/>
            </a:r>
            <a:endParaRPr/>
          </a:p>
        </p:txBody>
      </p:sp>
      <p:sp>
        <p:nvSpPr>
          <p:cNvPr id="357" name="Google Shape;35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58" name="Google Shape;35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Simulated annealing</a:t>
            </a:r>
            <a:endParaRPr/>
          </a:p>
        </p:txBody>
      </p:sp>
      <p:sp>
        <p:nvSpPr>
          <p:cNvPr id="364" name="Google Shape;364;p26"/>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3"/>
              </a:buClr>
              <a:buSzPts val="2800"/>
              <a:buChar char="•"/>
            </a:pPr>
            <a:r>
              <a:rPr lang="en-US">
                <a:solidFill>
                  <a:schemeClr val="accent3"/>
                </a:solidFill>
              </a:rPr>
              <a:t>A hill-climbing algorithm that never makes “downhill” moves </a:t>
            </a:r>
            <a:r>
              <a:rPr lang="en-US"/>
              <a:t>toward states with lower value (or higher cost) </a:t>
            </a:r>
            <a:r>
              <a:rPr lang="en-US">
                <a:solidFill>
                  <a:schemeClr val="accent3"/>
                </a:solidFill>
              </a:rPr>
              <a:t>is guaranteed to be incomplete</a:t>
            </a:r>
            <a:r>
              <a:rPr lang="en-US"/>
              <a:t>, because it can get stuck on a local maximum </a:t>
            </a:r>
            <a:endParaRPr/>
          </a:p>
          <a:p>
            <a:pPr indent="-228600" lvl="0" marL="228600" rtl="0" algn="l">
              <a:lnSpc>
                <a:spcPct val="90000"/>
              </a:lnSpc>
              <a:spcBef>
                <a:spcPts val="1000"/>
              </a:spcBef>
              <a:spcAft>
                <a:spcPts val="0"/>
              </a:spcAft>
              <a:buClr>
                <a:srgbClr val="EDEDED"/>
              </a:buClr>
              <a:buSzPts val="2800"/>
              <a:buChar char="•"/>
            </a:pPr>
            <a:r>
              <a:rPr lang="en-US"/>
              <a:t>In contrast, </a:t>
            </a:r>
            <a:r>
              <a:rPr lang="en-US">
                <a:solidFill>
                  <a:schemeClr val="accent6"/>
                </a:solidFill>
              </a:rPr>
              <a:t>a purely random walk</a:t>
            </a:r>
            <a:r>
              <a:rPr lang="en-US"/>
              <a:t>—that is, moving to a successor chosen uniformly at random from the set of successors—is complete but extremely inefficient. </a:t>
            </a:r>
            <a:endParaRPr/>
          </a:p>
          <a:p>
            <a:pPr indent="-228600" lvl="0" marL="228600" rtl="0" algn="l">
              <a:lnSpc>
                <a:spcPct val="90000"/>
              </a:lnSpc>
              <a:spcBef>
                <a:spcPts val="1000"/>
              </a:spcBef>
              <a:spcAft>
                <a:spcPts val="0"/>
              </a:spcAft>
              <a:buClr>
                <a:srgbClr val="EDEDED"/>
              </a:buClr>
              <a:buSzPts val="2800"/>
              <a:buChar char="•"/>
            </a:pPr>
            <a:r>
              <a:rPr lang="en-US"/>
              <a:t>Therefore, it seems reasonable to try to </a:t>
            </a:r>
            <a:r>
              <a:rPr lang="en-US">
                <a:solidFill>
                  <a:schemeClr val="accent3"/>
                </a:solidFill>
              </a:rPr>
              <a:t>combine hill climbing with a random walk in some way that yields both efficiency and completeness</a:t>
            </a:r>
            <a:r>
              <a:rPr lang="en-US"/>
              <a:t>. Simulated annealing is such an algorithm.</a:t>
            </a:r>
            <a:endParaRPr/>
          </a:p>
        </p:txBody>
      </p:sp>
      <p:sp>
        <p:nvSpPr>
          <p:cNvPr id="365" name="Google Shape;36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66" name="Google Shape;36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Simulated annealing</a:t>
            </a:r>
            <a:endParaRPr/>
          </a:p>
        </p:txBody>
      </p:sp>
      <p:sp>
        <p:nvSpPr>
          <p:cNvPr id="372" name="Google Shape;3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73" name="Google Shape;3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374" name="Google Shape;374;p27"/>
          <p:cNvPicPr preferRelativeResize="0"/>
          <p:nvPr>
            <p:ph idx="1" type="body"/>
          </p:nvPr>
        </p:nvPicPr>
        <p:blipFill rotWithShape="1">
          <a:blip r:embed="rId3">
            <a:alphaModFix/>
          </a:blip>
          <a:srcRect b="0" l="0" r="0" t="0"/>
          <a:stretch/>
        </p:blipFill>
        <p:spPr>
          <a:xfrm>
            <a:off x="2228416" y="1825625"/>
            <a:ext cx="8017743" cy="435133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Simulated annealing</a:t>
            </a:r>
            <a:endParaRPr/>
          </a:p>
        </p:txBody>
      </p:sp>
      <p:sp>
        <p:nvSpPr>
          <p:cNvPr id="380" name="Google Shape;380;p28"/>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6"/>
              </a:buClr>
              <a:buSzPts val="2800"/>
              <a:buChar char="•"/>
            </a:pPr>
            <a:r>
              <a:rPr lang="en-US">
                <a:solidFill>
                  <a:schemeClr val="accent6"/>
                </a:solidFill>
              </a:rPr>
              <a:t>Gradient descent </a:t>
            </a:r>
            <a:r>
              <a:rPr lang="en-US"/>
              <a:t>- minimizing cost</a:t>
            </a:r>
            <a:endParaRPr/>
          </a:p>
          <a:p>
            <a:pPr indent="-228600" lvl="0" marL="228600" rtl="0" algn="l">
              <a:lnSpc>
                <a:spcPct val="90000"/>
              </a:lnSpc>
              <a:spcBef>
                <a:spcPts val="1000"/>
              </a:spcBef>
              <a:spcAft>
                <a:spcPts val="0"/>
              </a:spcAft>
              <a:buClr>
                <a:schemeClr val="accent3"/>
              </a:buClr>
              <a:buSzPts val="2800"/>
              <a:buChar char="•"/>
            </a:pPr>
            <a:r>
              <a:rPr lang="en-US">
                <a:solidFill>
                  <a:schemeClr val="accent3"/>
                </a:solidFill>
              </a:rPr>
              <a:t>Intuition:</a:t>
            </a:r>
            <a:endParaRPr/>
          </a:p>
          <a:p>
            <a:pPr indent="-228600" lvl="1" marL="685800" rtl="0" algn="l">
              <a:lnSpc>
                <a:spcPct val="90000"/>
              </a:lnSpc>
              <a:spcBef>
                <a:spcPts val="500"/>
              </a:spcBef>
              <a:spcAft>
                <a:spcPts val="0"/>
              </a:spcAft>
              <a:buClr>
                <a:srgbClr val="E9F6F9"/>
              </a:buClr>
              <a:buSzPts val="2400"/>
              <a:buChar char="•"/>
            </a:pPr>
            <a:r>
              <a:rPr lang="en-US"/>
              <a:t>Imagine the task of getting a ping-pong ball into the deepest crevice in a bumpy surface. If we just let the ball roll, it will come to rest at a local minimum. If we shake the surface, we can bounce the ball out of the local minimum. The trick is to shake just hard enough to bounce the ball out of local minima but not hard enough to dislodge it from the global minimum. The simulated-annealing solution is to start by shaking hard (i.e., at a high temperature) and then gradually reduce the intensity of the shaking (i.e., lower the temperature)</a:t>
            </a:r>
            <a:endParaRPr/>
          </a:p>
        </p:txBody>
      </p:sp>
      <p:sp>
        <p:nvSpPr>
          <p:cNvPr id="381" name="Google Shape;38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82" name="Google Shape;38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Simulated annealing</a:t>
            </a:r>
            <a:endParaRPr/>
          </a:p>
        </p:txBody>
      </p:sp>
      <p:sp>
        <p:nvSpPr>
          <p:cNvPr id="388" name="Google Shape;388;p29"/>
          <p:cNvSpPr txBox="1"/>
          <p:nvPr>
            <p:ph idx="1" type="body"/>
          </p:nvPr>
        </p:nvSpPr>
        <p:spPr>
          <a:xfrm>
            <a:off x="1120000" y="1825625"/>
            <a:ext cx="10233900" cy="4351200"/>
          </a:xfrm>
          <a:prstGeom prst="rect">
            <a:avLst/>
          </a:prstGeom>
          <a:blipFill rotWithShape="1">
            <a:blip r:embed="rId3">
              <a:alphaModFix/>
            </a:blip>
            <a:stretch>
              <a:fillRect b="0" l="0" r="-355" t="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89" name="Google Shape;38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90" name="Google Shape;39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ECF5D9"/>
              </a:buClr>
              <a:buSzPct val="100000"/>
              <a:buFont typeface="Corbel"/>
              <a:buNone/>
            </a:pPr>
            <a:r>
              <a:rPr lang="en-US"/>
              <a:t>Simulated annealing</a:t>
            </a:r>
            <a:br>
              <a:rPr lang="en-US"/>
            </a:br>
            <a:r>
              <a:rPr lang="en-US" sz="4000">
                <a:solidFill>
                  <a:schemeClr val="accent6"/>
                </a:solidFill>
              </a:rPr>
              <a:t>Applications</a:t>
            </a:r>
            <a:endParaRPr/>
          </a:p>
        </p:txBody>
      </p:sp>
      <p:sp>
        <p:nvSpPr>
          <p:cNvPr id="396" name="Google Shape;396;p30"/>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Simulated annealing was first used extensively to solve VLSI layout problems in the early 1980s. It has been applied widely to factory scheduling and other large-scale optimization tasks.</a:t>
            </a:r>
            <a:endParaRPr/>
          </a:p>
        </p:txBody>
      </p:sp>
      <p:sp>
        <p:nvSpPr>
          <p:cNvPr id="397" name="Google Shape;39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398" name="Google Shape;39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a926301654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2000"/>
              <a:buFont typeface="Arial"/>
              <a:buNone/>
            </a:pPr>
            <a:fld id="{00000000-1234-1234-1234-123412341234}" type="slidenum">
              <a:rPr lang="en-US"/>
              <a:t>‹#›</a:t>
            </a:fld>
            <a:endParaRPr/>
          </a:p>
        </p:txBody>
      </p:sp>
      <p:pic>
        <p:nvPicPr>
          <p:cNvPr id="405" name="Google Shape;405;g3a926301654_0_0"/>
          <p:cNvPicPr preferRelativeResize="0"/>
          <p:nvPr/>
        </p:nvPicPr>
        <p:blipFill>
          <a:blip r:embed="rId3">
            <a:alphaModFix/>
          </a:blip>
          <a:stretch>
            <a:fillRect/>
          </a:stretch>
        </p:blipFill>
        <p:spPr>
          <a:xfrm>
            <a:off x="1823799" y="365125"/>
            <a:ext cx="8694725" cy="62961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dccffde0f1_0_0"/>
          <p:cNvSpPr txBox="1"/>
          <p:nvPr>
            <p:ph idx="1" type="body"/>
          </p:nvPr>
        </p:nvSpPr>
        <p:spPr>
          <a:xfrm>
            <a:off x="1120000" y="1825625"/>
            <a:ext cx="102339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412" name="Google Shape;412;g3dccffde0f1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2000"/>
              <a:buFont typeface="Arial"/>
              <a:buNone/>
            </a:pPr>
            <a:fld id="{00000000-1234-1234-1234-123412341234}" type="slidenum">
              <a:rPr lang="en-US"/>
              <a:t>‹#›</a:t>
            </a:fld>
            <a:endParaRPr/>
          </a:p>
        </p:txBody>
      </p:sp>
      <p:pic>
        <p:nvPicPr>
          <p:cNvPr id="413" name="Google Shape;413;g3dccffde0f1_0_0"/>
          <p:cNvPicPr preferRelativeResize="0"/>
          <p:nvPr/>
        </p:nvPicPr>
        <p:blipFill>
          <a:blip r:embed="rId3">
            <a:alphaModFix/>
          </a:blip>
          <a:stretch>
            <a:fillRect/>
          </a:stretch>
        </p:blipFill>
        <p:spPr>
          <a:xfrm>
            <a:off x="1050826" y="282225"/>
            <a:ext cx="10090350" cy="6293550"/>
          </a:xfrm>
          <a:prstGeom prst="rect">
            <a:avLst/>
          </a:prstGeom>
          <a:noFill/>
          <a:ln>
            <a:noFill/>
          </a:ln>
        </p:spPr>
      </p:pic>
      <p:pic>
        <p:nvPicPr>
          <p:cNvPr id="414" name="Google Shape;414;g3dccffde0f1_0_0"/>
          <p:cNvPicPr preferRelativeResize="0"/>
          <p:nvPr/>
        </p:nvPicPr>
        <p:blipFill>
          <a:blip r:embed="rId4">
            <a:alphaModFix/>
          </a:blip>
          <a:stretch>
            <a:fillRect/>
          </a:stretch>
        </p:blipFill>
        <p:spPr>
          <a:xfrm>
            <a:off x="6192525" y="1435100"/>
            <a:ext cx="4695825" cy="3905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dccffde0f1_0_11"/>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2000"/>
              <a:buFont typeface="Arial"/>
              <a:buNone/>
            </a:pPr>
            <a:fld id="{00000000-1234-1234-1234-123412341234}" type="slidenum">
              <a:rPr lang="en-US"/>
              <a:t>‹#›</a:t>
            </a:fld>
            <a:endParaRPr/>
          </a:p>
        </p:txBody>
      </p:sp>
      <p:pic>
        <p:nvPicPr>
          <p:cNvPr id="421" name="Google Shape;421;g3dccffde0f1_0_11"/>
          <p:cNvPicPr preferRelativeResize="0"/>
          <p:nvPr/>
        </p:nvPicPr>
        <p:blipFill>
          <a:blip r:embed="rId3">
            <a:alphaModFix/>
          </a:blip>
          <a:stretch>
            <a:fillRect/>
          </a:stretch>
        </p:blipFill>
        <p:spPr>
          <a:xfrm>
            <a:off x="2313450" y="108279"/>
            <a:ext cx="7812076" cy="655320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1"/>
          <p:cNvSpPr txBox="1"/>
          <p:nvPr>
            <p:ph type="ctrTitle"/>
          </p:nvPr>
        </p:nvSpPr>
        <p:spPr>
          <a:xfrm>
            <a:off x="854532" y="4464028"/>
            <a:ext cx="9144000" cy="164149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E2E2E2"/>
              </a:buClr>
              <a:buSzPts val="9600"/>
              <a:buFont typeface="Corbel"/>
              <a:buNone/>
            </a:pPr>
            <a:r>
              <a:rPr lang="en-US"/>
              <a:t>Beam search</a:t>
            </a:r>
            <a:endParaRPr/>
          </a:p>
        </p:txBody>
      </p:sp>
      <p:sp>
        <p:nvSpPr>
          <p:cNvPr id="427" name="Google Shape;427;p31"/>
          <p:cNvSpPr txBox="1"/>
          <p:nvPr>
            <p:ph idx="1" type="subTitle"/>
          </p:nvPr>
        </p:nvSpPr>
        <p:spPr>
          <a:xfrm>
            <a:off x="854532" y="3693674"/>
            <a:ext cx="9144000" cy="7540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3200"/>
              <a:buNone/>
            </a:pPr>
            <a:r>
              <a:t/>
            </a:r>
            <a:endParaRPr/>
          </a:p>
        </p:txBody>
      </p:sp>
      <p:sp>
        <p:nvSpPr>
          <p:cNvPr id="428" name="Google Shape;428;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29" name="Google Shape;429;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Local beam search</a:t>
            </a:r>
            <a:endParaRPr/>
          </a:p>
        </p:txBody>
      </p:sp>
      <p:sp>
        <p:nvSpPr>
          <p:cNvPr id="435" name="Google Shape;435;p32"/>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accent3"/>
              </a:buClr>
              <a:buSzPct val="100000"/>
              <a:buChar char="•"/>
            </a:pPr>
            <a:r>
              <a:rPr lang="en-US">
                <a:solidFill>
                  <a:schemeClr val="accent3"/>
                </a:solidFill>
              </a:rPr>
              <a:t>keeps track of k states rather than just one</a:t>
            </a:r>
            <a:endParaRPr/>
          </a:p>
          <a:p>
            <a:pPr indent="-228600" lvl="1" marL="685800" rtl="0" algn="l">
              <a:lnSpc>
                <a:spcPct val="90000"/>
              </a:lnSpc>
              <a:spcBef>
                <a:spcPts val="500"/>
              </a:spcBef>
              <a:spcAft>
                <a:spcPts val="0"/>
              </a:spcAft>
              <a:buClr>
                <a:srgbClr val="E9F6F9"/>
              </a:buClr>
              <a:buSzPct val="100000"/>
              <a:buChar char="•"/>
            </a:pPr>
            <a:r>
              <a:rPr lang="en-US"/>
              <a:t>It begins with k randomly generated states. </a:t>
            </a:r>
            <a:endParaRPr/>
          </a:p>
          <a:p>
            <a:pPr indent="-228600" lvl="1" marL="685800" rtl="0" algn="l">
              <a:lnSpc>
                <a:spcPct val="90000"/>
              </a:lnSpc>
              <a:spcBef>
                <a:spcPts val="500"/>
              </a:spcBef>
              <a:spcAft>
                <a:spcPts val="0"/>
              </a:spcAft>
              <a:buClr>
                <a:srgbClr val="E9F6F9"/>
              </a:buClr>
              <a:buSzPct val="100000"/>
              <a:buChar char="•"/>
            </a:pPr>
            <a:r>
              <a:rPr lang="en-US"/>
              <a:t>At each step, all the successors of all k states are generated. If any one is a goal, the algorithm halts. Otherwise, </a:t>
            </a:r>
            <a:r>
              <a:rPr lang="en-US">
                <a:solidFill>
                  <a:schemeClr val="accent3"/>
                </a:solidFill>
              </a:rPr>
              <a:t>it selects the k best successors from the complete list </a:t>
            </a:r>
            <a:r>
              <a:rPr lang="en-US"/>
              <a:t>and repeats.</a:t>
            </a:r>
            <a:endParaRPr/>
          </a:p>
          <a:p>
            <a:pPr indent="-228600" lvl="0" marL="228600" rtl="0" algn="l">
              <a:lnSpc>
                <a:spcPct val="90000"/>
              </a:lnSpc>
              <a:spcBef>
                <a:spcPts val="1000"/>
              </a:spcBef>
              <a:spcAft>
                <a:spcPts val="0"/>
              </a:spcAft>
              <a:buClr>
                <a:srgbClr val="EDEDED"/>
              </a:buClr>
              <a:buSzPct val="100000"/>
              <a:buChar char="•"/>
            </a:pPr>
            <a:r>
              <a:rPr lang="en-US"/>
              <a:t>useful information is passed among the parallel k search threads</a:t>
            </a:r>
            <a:endParaRPr/>
          </a:p>
          <a:p>
            <a:pPr indent="-228600" lvl="1" marL="685800" rtl="0" algn="l">
              <a:lnSpc>
                <a:spcPct val="90000"/>
              </a:lnSpc>
              <a:spcBef>
                <a:spcPts val="500"/>
              </a:spcBef>
              <a:spcAft>
                <a:spcPts val="0"/>
              </a:spcAft>
              <a:buClr>
                <a:srgbClr val="E9F6F9"/>
              </a:buClr>
              <a:buSzPct val="100000"/>
              <a:buChar char="•"/>
            </a:pPr>
            <a:r>
              <a:rPr lang="en-US"/>
              <a:t>quickly abandons unfruitful searches and moves its resources to where the most progress is being made</a:t>
            </a:r>
            <a:endParaRPr/>
          </a:p>
          <a:p>
            <a:pPr indent="-228600" lvl="1" marL="685800" rtl="0" algn="l">
              <a:lnSpc>
                <a:spcPct val="90000"/>
              </a:lnSpc>
              <a:spcBef>
                <a:spcPts val="500"/>
              </a:spcBef>
              <a:spcAft>
                <a:spcPts val="0"/>
              </a:spcAft>
              <a:buClr>
                <a:srgbClr val="E9F6F9"/>
              </a:buClr>
              <a:buSzPct val="100000"/>
              <a:buChar char="•"/>
            </a:pPr>
            <a:r>
              <a:rPr lang="en-US"/>
              <a:t>not like random restart with k restarts</a:t>
            </a:r>
            <a:endParaRPr/>
          </a:p>
          <a:p>
            <a:pPr indent="-228600" lvl="0" marL="228600" rtl="0" algn="l">
              <a:lnSpc>
                <a:spcPct val="90000"/>
              </a:lnSpc>
              <a:spcBef>
                <a:spcPts val="1000"/>
              </a:spcBef>
              <a:spcAft>
                <a:spcPts val="0"/>
              </a:spcAft>
              <a:buClr>
                <a:srgbClr val="EDEDED"/>
              </a:buClr>
              <a:buSzPct val="100000"/>
              <a:buChar char="•"/>
            </a:pPr>
            <a:r>
              <a:rPr lang="en-US"/>
              <a:t>can suffer from a </a:t>
            </a:r>
            <a:r>
              <a:rPr lang="en-US">
                <a:solidFill>
                  <a:schemeClr val="accent3"/>
                </a:solidFill>
              </a:rPr>
              <a:t>lack of diversity among the k states</a:t>
            </a:r>
            <a:endParaRPr/>
          </a:p>
          <a:p>
            <a:pPr indent="-228600" lvl="1" marL="685800" rtl="0" algn="l">
              <a:lnSpc>
                <a:spcPct val="90000"/>
              </a:lnSpc>
              <a:spcBef>
                <a:spcPts val="500"/>
              </a:spcBef>
              <a:spcAft>
                <a:spcPts val="0"/>
              </a:spcAft>
              <a:buClr>
                <a:srgbClr val="E9F6F9"/>
              </a:buClr>
              <a:buSzPct val="100000"/>
              <a:buChar char="•"/>
            </a:pPr>
            <a:r>
              <a:rPr lang="en-US"/>
              <a:t>they can quickly become concentrated in a small region of the state space, making the search little more than an expensive version of hill climbing</a:t>
            </a:r>
            <a:endParaRPr/>
          </a:p>
          <a:p>
            <a:pPr indent="-64135" lvl="0" marL="228600" rtl="0" algn="l">
              <a:lnSpc>
                <a:spcPct val="90000"/>
              </a:lnSpc>
              <a:spcBef>
                <a:spcPts val="1000"/>
              </a:spcBef>
              <a:spcAft>
                <a:spcPts val="0"/>
              </a:spcAft>
              <a:buClr>
                <a:srgbClr val="EDEDED"/>
              </a:buClr>
              <a:buSzPct val="100000"/>
              <a:buNone/>
            </a:pPr>
            <a:r>
              <a:t/>
            </a:r>
            <a:endParaRPr/>
          </a:p>
        </p:txBody>
      </p:sp>
      <p:sp>
        <p:nvSpPr>
          <p:cNvPr id="436" name="Google Shape;43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37" name="Google Shape;43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grpSp>
        <p:nvGrpSpPr>
          <p:cNvPr id="438" name="Google Shape;438;p32"/>
          <p:cNvGrpSpPr/>
          <p:nvPr/>
        </p:nvGrpSpPr>
        <p:grpSpPr>
          <a:xfrm>
            <a:off x="10403840" y="4439920"/>
            <a:ext cx="1899920" cy="1524000"/>
            <a:chOff x="8341360" y="416560"/>
            <a:chExt cx="1899920" cy="1524000"/>
          </a:xfrm>
        </p:grpSpPr>
        <p:sp>
          <p:nvSpPr>
            <p:cNvPr id="439" name="Google Shape;439;p32"/>
            <p:cNvSpPr/>
            <p:nvPr/>
          </p:nvSpPr>
          <p:spPr>
            <a:xfrm>
              <a:off x="8341360" y="416560"/>
              <a:ext cx="1899920" cy="1524000"/>
            </a:xfrm>
            <a:custGeom>
              <a:rect b="b" l="l" r="r" t="t"/>
              <a:pathLst>
                <a:path extrusionOk="0" h="1524000" w="1899920">
                  <a:moveTo>
                    <a:pt x="0" y="1524000"/>
                  </a:moveTo>
                  <a:cubicBezTo>
                    <a:pt x="6773" y="1507067"/>
                    <a:pt x="12164" y="1489512"/>
                    <a:pt x="20320" y="1473200"/>
                  </a:cubicBezTo>
                  <a:cubicBezTo>
                    <a:pt x="25781" y="1462278"/>
                    <a:pt x="36353" y="1454153"/>
                    <a:pt x="40640" y="1442720"/>
                  </a:cubicBezTo>
                  <a:cubicBezTo>
                    <a:pt x="46703" y="1426551"/>
                    <a:pt x="46405" y="1408620"/>
                    <a:pt x="50800" y="1391920"/>
                  </a:cubicBezTo>
                  <a:cubicBezTo>
                    <a:pt x="59003" y="1360748"/>
                    <a:pt x="102196" y="1219407"/>
                    <a:pt x="111760" y="1168400"/>
                  </a:cubicBezTo>
                  <a:cubicBezTo>
                    <a:pt x="116792" y="1141563"/>
                    <a:pt x="116295" y="1113838"/>
                    <a:pt x="121920" y="1087120"/>
                  </a:cubicBezTo>
                  <a:cubicBezTo>
                    <a:pt x="129875" y="1049334"/>
                    <a:pt x="143035" y="1012821"/>
                    <a:pt x="152400" y="975360"/>
                  </a:cubicBezTo>
                  <a:cubicBezTo>
                    <a:pt x="159973" y="945069"/>
                    <a:pt x="164838" y="914132"/>
                    <a:pt x="172720" y="883920"/>
                  </a:cubicBezTo>
                  <a:cubicBezTo>
                    <a:pt x="185167" y="836206"/>
                    <a:pt x="203689" y="790033"/>
                    <a:pt x="213360" y="741680"/>
                  </a:cubicBezTo>
                  <a:cubicBezTo>
                    <a:pt x="230832" y="654321"/>
                    <a:pt x="236938" y="564960"/>
                    <a:pt x="254000" y="477520"/>
                  </a:cubicBezTo>
                  <a:cubicBezTo>
                    <a:pt x="264069" y="425918"/>
                    <a:pt x="282818" y="376349"/>
                    <a:pt x="294640" y="325120"/>
                  </a:cubicBezTo>
                  <a:cubicBezTo>
                    <a:pt x="327774" y="181538"/>
                    <a:pt x="297162" y="225466"/>
                    <a:pt x="365760" y="71120"/>
                  </a:cubicBezTo>
                  <a:cubicBezTo>
                    <a:pt x="372637" y="55646"/>
                    <a:pt x="384266" y="42454"/>
                    <a:pt x="396240" y="30480"/>
                  </a:cubicBezTo>
                  <a:cubicBezTo>
                    <a:pt x="408214" y="18506"/>
                    <a:pt x="423333" y="10160"/>
                    <a:pt x="436880" y="0"/>
                  </a:cubicBezTo>
                  <a:cubicBezTo>
                    <a:pt x="509302" y="27158"/>
                    <a:pt x="530372" y="19777"/>
                    <a:pt x="568960" y="91440"/>
                  </a:cubicBezTo>
                  <a:cubicBezTo>
                    <a:pt x="580649" y="113148"/>
                    <a:pt x="579712" y="139837"/>
                    <a:pt x="589280" y="162560"/>
                  </a:cubicBezTo>
                  <a:cubicBezTo>
                    <a:pt x="606912" y="204436"/>
                    <a:pt x="650240" y="284480"/>
                    <a:pt x="650240" y="284480"/>
                  </a:cubicBezTo>
                  <a:cubicBezTo>
                    <a:pt x="653627" y="304800"/>
                    <a:pt x="655404" y="325455"/>
                    <a:pt x="660400" y="345440"/>
                  </a:cubicBezTo>
                  <a:cubicBezTo>
                    <a:pt x="668437" y="377589"/>
                    <a:pt x="702154" y="462350"/>
                    <a:pt x="711200" y="487680"/>
                  </a:cubicBezTo>
                  <a:cubicBezTo>
                    <a:pt x="718404" y="507851"/>
                    <a:pt x="723282" y="528868"/>
                    <a:pt x="731520" y="548640"/>
                  </a:cubicBezTo>
                  <a:cubicBezTo>
                    <a:pt x="762955" y="624084"/>
                    <a:pt x="765062" y="598465"/>
                    <a:pt x="792480" y="680720"/>
                  </a:cubicBezTo>
                  <a:cubicBezTo>
                    <a:pt x="801311" y="707214"/>
                    <a:pt x="804587" y="735308"/>
                    <a:pt x="812800" y="762000"/>
                  </a:cubicBezTo>
                  <a:cubicBezTo>
                    <a:pt x="818163" y="779431"/>
                    <a:pt x="825713" y="796134"/>
                    <a:pt x="833120" y="812800"/>
                  </a:cubicBezTo>
                  <a:cubicBezTo>
                    <a:pt x="848626" y="847688"/>
                    <a:pt x="858202" y="864688"/>
                    <a:pt x="883920" y="894080"/>
                  </a:cubicBezTo>
                  <a:cubicBezTo>
                    <a:pt x="896536" y="908498"/>
                    <a:pt x="908865" y="923734"/>
                    <a:pt x="924560" y="934720"/>
                  </a:cubicBezTo>
                  <a:cubicBezTo>
                    <a:pt x="943172" y="947748"/>
                    <a:pt x="965200" y="955040"/>
                    <a:pt x="985520" y="965200"/>
                  </a:cubicBezTo>
                  <a:cubicBezTo>
                    <a:pt x="1019387" y="961813"/>
                    <a:pt x="1056361" y="969610"/>
                    <a:pt x="1087120" y="955040"/>
                  </a:cubicBezTo>
                  <a:cubicBezTo>
                    <a:pt x="1123975" y="937582"/>
                    <a:pt x="1150668" y="903511"/>
                    <a:pt x="1178560" y="873760"/>
                  </a:cubicBezTo>
                  <a:cubicBezTo>
                    <a:pt x="1222187" y="827225"/>
                    <a:pt x="1243800" y="781516"/>
                    <a:pt x="1280160" y="731520"/>
                  </a:cubicBezTo>
                  <a:cubicBezTo>
                    <a:pt x="1292915" y="713982"/>
                    <a:pt x="1309643" y="699315"/>
                    <a:pt x="1320800" y="680720"/>
                  </a:cubicBezTo>
                  <a:cubicBezTo>
                    <a:pt x="1409851" y="532301"/>
                    <a:pt x="1329807" y="620913"/>
                    <a:pt x="1412240" y="538480"/>
                  </a:cubicBezTo>
                  <a:cubicBezTo>
                    <a:pt x="1432560" y="541867"/>
                    <a:pt x="1456939" y="535993"/>
                    <a:pt x="1473200" y="548640"/>
                  </a:cubicBezTo>
                  <a:cubicBezTo>
                    <a:pt x="1490413" y="562028"/>
                    <a:pt x="1518035" y="650961"/>
                    <a:pt x="1524000" y="670560"/>
                  </a:cubicBezTo>
                  <a:cubicBezTo>
                    <a:pt x="1539955" y="722984"/>
                    <a:pt x="1579331" y="867253"/>
                    <a:pt x="1605280" y="934720"/>
                  </a:cubicBezTo>
                  <a:cubicBezTo>
                    <a:pt x="1610717" y="948856"/>
                    <a:pt x="1618827" y="961813"/>
                    <a:pt x="1625600" y="975360"/>
                  </a:cubicBezTo>
                  <a:cubicBezTo>
                    <a:pt x="1631000" y="999661"/>
                    <a:pt x="1645349" y="1087425"/>
                    <a:pt x="1666240" y="1117600"/>
                  </a:cubicBezTo>
                  <a:cubicBezTo>
                    <a:pt x="1686732" y="1147200"/>
                    <a:pt x="1710601" y="1174797"/>
                    <a:pt x="1737360" y="1198880"/>
                  </a:cubicBezTo>
                  <a:cubicBezTo>
                    <a:pt x="1778647" y="1236038"/>
                    <a:pt x="1827638" y="1263903"/>
                    <a:pt x="1869440" y="1300480"/>
                  </a:cubicBezTo>
                  <a:cubicBezTo>
                    <a:pt x="1882184" y="1311631"/>
                    <a:pt x="1899920" y="1341120"/>
                    <a:pt x="1899920" y="1341120"/>
                  </a:cubicBezTo>
                </a:path>
              </a:pathLst>
            </a:custGeom>
            <a:no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0" name="Google Shape;440;p32"/>
            <p:cNvSpPr/>
            <p:nvPr/>
          </p:nvSpPr>
          <p:spPr>
            <a:xfrm>
              <a:off x="9591040" y="1534033"/>
              <a:ext cx="121920" cy="112107"/>
            </a:xfrm>
            <a:custGeom>
              <a:rect b="b" l="l" r="r" t="t"/>
              <a:pathLst>
                <a:path extrusionOk="0" h="112107" w="121920">
                  <a:moveTo>
                    <a:pt x="101600" y="127"/>
                  </a:moveTo>
                  <a:cubicBezTo>
                    <a:pt x="91440" y="-1566"/>
                    <a:pt x="67877" y="14043"/>
                    <a:pt x="50800" y="20447"/>
                  </a:cubicBezTo>
                  <a:cubicBezTo>
                    <a:pt x="40772" y="24207"/>
                    <a:pt x="28683" y="23917"/>
                    <a:pt x="20320" y="30607"/>
                  </a:cubicBezTo>
                  <a:cubicBezTo>
                    <a:pt x="10785" y="38235"/>
                    <a:pt x="6773" y="50927"/>
                    <a:pt x="0" y="61087"/>
                  </a:cubicBezTo>
                  <a:cubicBezTo>
                    <a:pt x="12754" y="73841"/>
                    <a:pt x="42288" y="115491"/>
                    <a:pt x="71120" y="111887"/>
                  </a:cubicBezTo>
                  <a:cubicBezTo>
                    <a:pt x="89217" y="109625"/>
                    <a:pt x="104987" y="98340"/>
                    <a:pt x="121920" y="91567"/>
                  </a:cubicBezTo>
                  <a:cubicBezTo>
                    <a:pt x="118533" y="71247"/>
                    <a:pt x="121981" y="48493"/>
                    <a:pt x="111760" y="30607"/>
                  </a:cubicBezTo>
                  <a:cubicBezTo>
                    <a:pt x="106447" y="21308"/>
                    <a:pt x="111760" y="1820"/>
                    <a:pt x="101600" y="127"/>
                  </a:cubicBezTo>
                  <a:close/>
                </a:path>
              </a:pathLst>
            </a:custGeom>
            <a:solidFill>
              <a:schemeClr val="accent1"/>
            </a:solid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1" name="Google Shape;441;p32"/>
            <p:cNvSpPr/>
            <p:nvPr/>
          </p:nvSpPr>
          <p:spPr>
            <a:xfrm>
              <a:off x="9743440" y="1686433"/>
              <a:ext cx="121920" cy="112107"/>
            </a:xfrm>
            <a:custGeom>
              <a:rect b="b" l="l" r="r" t="t"/>
              <a:pathLst>
                <a:path extrusionOk="0" h="112107" w="121920">
                  <a:moveTo>
                    <a:pt x="101600" y="127"/>
                  </a:moveTo>
                  <a:cubicBezTo>
                    <a:pt x="91440" y="-1566"/>
                    <a:pt x="67877" y="14043"/>
                    <a:pt x="50800" y="20447"/>
                  </a:cubicBezTo>
                  <a:cubicBezTo>
                    <a:pt x="40772" y="24207"/>
                    <a:pt x="28683" y="23917"/>
                    <a:pt x="20320" y="30607"/>
                  </a:cubicBezTo>
                  <a:cubicBezTo>
                    <a:pt x="10785" y="38235"/>
                    <a:pt x="6773" y="50927"/>
                    <a:pt x="0" y="61087"/>
                  </a:cubicBezTo>
                  <a:cubicBezTo>
                    <a:pt x="12754" y="73841"/>
                    <a:pt x="42288" y="115491"/>
                    <a:pt x="71120" y="111887"/>
                  </a:cubicBezTo>
                  <a:cubicBezTo>
                    <a:pt x="89217" y="109625"/>
                    <a:pt x="104987" y="98340"/>
                    <a:pt x="121920" y="91567"/>
                  </a:cubicBezTo>
                  <a:cubicBezTo>
                    <a:pt x="118533" y="71247"/>
                    <a:pt x="121981" y="48493"/>
                    <a:pt x="111760" y="30607"/>
                  </a:cubicBezTo>
                  <a:cubicBezTo>
                    <a:pt x="106447" y="21308"/>
                    <a:pt x="111760" y="1820"/>
                    <a:pt x="101600" y="127"/>
                  </a:cubicBezTo>
                  <a:close/>
                </a:path>
              </a:pathLst>
            </a:custGeom>
            <a:solidFill>
              <a:schemeClr val="accent1"/>
            </a:solid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2" name="Google Shape;442;p32"/>
            <p:cNvSpPr/>
            <p:nvPr/>
          </p:nvSpPr>
          <p:spPr>
            <a:xfrm>
              <a:off x="9652000" y="1298592"/>
              <a:ext cx="121920" cy="112107"/>
            </a:xfrm>
            <a:custGeom>
              <a:rect b="b" l="l" r="r" t="t"/>
              <a:pathLst>
                <a:path extrusionOk="0" h="112107" w="121920">
                  <a:moveTo>
                    <a:pt x="101600" y="127"/>
                  </a:moveTo>
                  <a:cubicBezTo>
                    <a:pt x="91440" y="-1566"/>
                    <a:pt x="67877" y="14043"/>
                    <a:pt x="50800" y="20447"/>
                  </a:cubicBezTo>
                  <a:cubicBezTo>
                    <a:pt x="40772" y="24207"/>
                    <a:pt x="28683" y="23917"/>
                    <a:pt x="20320" y="30607"/>
                  </a:cubicBezTo>
                  <a:cubicBezTo>
                    <a:pt x="10785" y="38235"/>
                    <a:pt x="6773" y="50927"/>
                    <a:pt x="0" y="61087"/>
                  </a:cubicBezTo>
                  <a:cubicBezTo>
                    <a:pt x="12754" y="73841"/>
                    <a:pt x="42288" y="115491"/>
                    <a:pt x="71120" y="111887"/>
                  </a:cubicBezTo>
                  <a:cubicBezTo>
                    <a:pt x="89217" y="109625"/>
                    <a:pt x="104987" y="98340"/>
                    <a:pt x="121920" y="91567"/>
                  </a:cubicBezTo>
                  <a:cubicBezTo>
                    <a:pt x="118533" y="71247"/>
                    <a:pt x="121981" y="48493"/>
                    <a:pt x="111760" y="30607"/>
                  </a:cubicBezTo>
                  <a:cubicBezTo>
                    <a:pt x="106447" y="21308"/>
                    <a:pt x="111760" y="1820"/>
                    <a:pt x="101600" y="127"/>
                  </a:cubicBezTo>
                  <a:close/>
                </a:path>
              </a:pathLst>
            </a:custGeom>
            <a:solidFill>
              <a:schemeClr val="accent1"/>
            </a:solid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43" name="Google Shape;443;p32"/>
            <p:cNvSpPr/>
            <p:nvPr/>
          </p:nvSpPr>
          <p:spPr>
            <a:xfrm>
              <a:off x="9804400" y="1450992"/>
              <a:ext cx="121920" cy="112107"/>
            </a:xfrm>
            <a:custGeom>
              <a:rect b="b" l="l" r="r" t="t"/>
              <a:pathLst>
                <a:path extrusionOk="0" h="112107" w="121920">
                  <a:moveTo>
                    <a:pt x="101600" y="127"/>
                  </a:moveTo>
                  <a:cubicBezTo>
                    <a:pt x="91440" y="-1566"/>
                    <a:pt x="67877" y="14043"/>
                    <a:pt x="50800" y="20447"/>
                  </a:cubicBezTo>
                  <a:cubicBezTo>
                    <a:pt x="40772" y="24207"/>
                    <a:pt x="28683" y="23917"/>
                    <a:pt x="20320" y="30607"/>
                  </a:cubicBezTo>
                  <a:cubicBezTo>
                    <a:pt x="10785" y="38235"/>
                    <a:pt x="6773" y="50927"/>
                    <a:pt x="0" y="61087"/>
                  </a:cubicBezTo>
                  <a:cubicBezTo>
                    <a:pt x="12754" y="73841"/>
                    <a:pt x="42288" y="115491"/>
                    <a:pt x="71120" y="111887"/>
                  </a:cubicBezTo>
                  <a:cubicBezTo>
                    <a:pt x="89217" y="109625"/>
                    <a:pt x="104987" y="98340"/>
                    <a:pt x="121920" y="91567"/>
                  </a:cubicBezTo>
                  <a:cubicBezTo>
                    <a:pt x="118533" y="71247"/>
                    <a:pt x="121981" y="48493"/>
                    <a:pt x="111760" y="30607"/>
                  </a:cubicBezTo>
                  <a:cubicBezTo>
                    <a:pt x="106447" y="21308"/>
                    <a:pt x="111760" y="1820"/>
                    <a:pt x="101600" y="127"/>
                  </a:cubicBezTo>
                  <a:close/>
                </a:path>
              </a:pathLst>
            </a:custGeom>
            <a:solidFill>
              <a:schemeClr val="accent1"/>
            </a:solidFill>
            <a:ln cap="flat" cmpd="sng" w="2857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Stochastic beam search</a:t>
            </a:r>
            <a:endParaRPr/>
          </a:p>
        </p:txBody>
      </p:sp>
      <p:sp>
        <p:nvSpPr>
          <p:cNvPr id="449" name="Google Shape;449;p33"/>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Instead of choosing the best k from the pool of candidate successors, </a:t>
            </a:r>
            <a:r>
              <a:rPr lang="en-US">
                <a:solidFill>
                  <a:schemeClr val="accent3"/>
                </a:solidFill>
              </a:rPr>
              <a:t>stochastic beam search chooses k successors at random, with the probability of choosing a given successor being an increasing function of its value</a:t>
            </a:r>
            <a:endParaRPr/>
          </a:p>
          <a:p>
            <a:pPr indent="-228600" lvl="0" marL="228600" rtl="0" algn="l">
              <a:lnSpc>
                <a:spcPct val="90000"/>
              </a:lnSpc>
              <a:spcBef>
                <a:spcPts val="1000"/>
              </a:spcBef>
              <a:spcAft>
                <a:spcPts val="0"/>
              </a:spcAft>
              <a:buClr>
                <a:srgbClr val="EDEDED"/>
              </a:buClr>
              <a:buSzPts val="2800"/>
              <a:buChar char="•"/>
            </a:pPr>
            <a:r>
              <a:rPr lang="en-US"/>
              <a:t>Stochastic beam search bears some resemblance to the process of natural selection, whereby the “successors” (offspring) of a “state” (organism) populate the next generation according to its “value” (fitness)</a:t>
            </a:r>
            <a:endParaRPr/>
          </a:p>
        </p:txBody>
      </p:sp>
      <p:sp>
        <p:nvSpPr>
          <p:cNvPr id="450" name="Google Shape;45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51" name="Google Shape;45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4"/>
          <p:cNvSpPr txBox="1"/>
          <p:nvPr>
            <p:ph type="ctrTitle"/>
          </p:nvPr>
        </p:nvSpPr>
        <p:spPr>
          <a:xfrm>
            <a:off x="854532" y="4464028"/>
            <a:ext cx="9144000" cy="164149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E2E2E2"/>
              </a:buClr>
              <a:buSzPts val="9600"/>
              <a:buFont typeface="Corbel"/>
              <a:buNone/>
            </a:pPr>
            <a:r>
              <a:rPr lang="en-US"/>
              <a:t>Genetic algorithms</a:t>
            </a:r>
            <a:endParaRPr/>
          </a:p>
        </p:txBody>
      </p:sp>
      <p:sp>
        <p:nvSpPr>
          <p:cNvPr id="457" name="Google Shape;457;p34"/>
          <p:cNvSpPr txBox="1"/>
          <p:nvPr>
            <p:ph idx="1" type="subTitle"/>
          </p:nvPr>
        </p:nvSpPr>
        <p:spPr>
          <a:xfrm>
            <a:off x="854532" y="3693674"/>
            <a:ext cx="9144000" cy="75402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3200"/>
              <a:buNone/>
            </a:pPr>
            <a:r>
              <a:t/>
            </a:r>
            <a:endParaRPr/>
          </a:p>
        </p:txBody>
      </p:sp>
      <p:sp>
        <p:nvSpPr>
          <p:cNvPr id="458" name="Google Shape;45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59" name="Google Shape;45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 (GA)</a:t>
            </a:r>
            <a:endParaRPr/>
          </a:p>
        </p:txBody>
      </p:sp>
      <p:sp>
        <p:nvSpPr>
          <p:cNvPr id="465" name="Google Shape;46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66" name="Google Shape;46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67" name="Google Shape;467;p35"/>
          <p:cNvSpPr txBox="1"/>
          <p:nvPr>
            <p:ph idx="1" type="body"/>
          </p:nvPr>
        </p:nvSpPr>
        <p:spPr>
          <a:xfrm>
            <a:off x="1120000" y="1825625"/>
            <a:ext cx="10233800" cy="4351338"/>
          </a:xfrm>
          <a:prstGeom prst="rect">
            <a:avLst/>
          </a:prstGeom>
          <a:blipFill rotWithShape="1">
            <a:blip r:embed="rId3">
              <a:alphaModFix/>
            </a:blip>
            <a:stretch>
              <a:fillRect b="0" l="0" r="0" t="-279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473" name="Google Shape;473;p36"/>
          <p:cNvPicPr preferRelativeResize="0"/>
          <p:nvPr>
            <p:ph idx="1" type="body"/>
          </p:nvPr>
        </p:nvPicPr>
        <p:blipFill rotWithShape="1">
          <a:blip r:embed="rId3">
            <a:alphaModFix/>
          </a:blip>
          <a:srcRect b="0" l="0" r="0" t="0"/>
          <a:stretch/>
        </p:blipFill>
        <p:spPr>
          <a:xfrm>
            <a:off x="1287641" y="1825625"/>
            <a:ext cx="9899293" cy="4351338"/>
          </a:xfrm>
          <a:prstGeom prst="rect">
            <a:avLst/>
          </a:prstGeom>
          <a:noFill/>
          <a:ln>
            <a:noFill/>
          </a:ln>
        </p:spPr>
      </p:pic>
      <p:sp>
        <p:nvSpPr>
          <p:cNvPr id="474" name="Google Shape;474;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75" name="Google Shape;47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76" name="Google Shape;476;p36"/>
          <p:cNvSpPr/>
          <p:nvPr/>
        </p:nvSpPr>
        <p:spPr>
          <a:xfrm rot="-5400000">
            <a:off x="6394630" y="-2265141"/>
            <a:ext cx="1325563" cy="7693894"/>
          </a:xfrm>
          <a:prstGeom prst="rightBrace">
            <a:avLst>
              <a:gd fmla="val 8333" name="adj1"/>
              <a:gd fmla="val 49760" name="adj2"/>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477" name="Google Shape;477;p36"/>
          <p:cNvSpPr txBox="1"/>
          <p:nvPr/>
        </p:nvSpPr>
        <p:spPr>
          <a:xfrm>
            <a:off x="5802206" y="-50374"/>
            <a:ext cx="3240194"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6"/>
                </a:solidFill>
                <a:latin typeface="Corbel"/>
                <a:ea typeface="Corbel"/>
                <a:cs typeface="Corbel"/>
                <a:sym typeface="Corbel"/>
              </a:rPr>
              <a:t>production of the next generation of states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483" name="Google Shape;483;p37"/>
          <p:cNvPicPr preferRelativeResize="0"/>
          <p:nvPr>
            <p:ph idx="1" type="body"/>
          </p:nvPr>
        </p:nvPicPr>
        <p:blipFill rotWithShape="1">
          <a:blip r:embed="rId3">
            <a:alphaModFix/>
          </a:blip>
          <a:srcRect b="0" l="0" r="0" t="0"/>
          <a:stretch/>
        </p:blipFill>
        <p:spPr>
          <a:xfrm>
            <a:off x="872360" y="1972575"/>
            <a:ext cx="7267369" cy="3194448"/>
          </a:xfrm>
          <a:prstGeom prst="rect">
            <a:avLst/>
          </a:prstGeom>
          <a:noFill/>
          <a:ln>
            <a:noFill/>
          </a:ln>
        </p:spPr>
      </p:pic>
      <p:sp>
        <p:nvSpPr>
          <p:cNvPr id="484" name="Google Shape;484;p37"/>
          <p:cNvSpPr txBox="1"/>
          <p:nvPr>
            <p:ph idx="2" type="body"/>
          </p:nvPr>
        </p:nvSpPr>
        <p:spPr>
          <a:xfrm>
            <a:off x="8153399" y="1825625"/>
            <a:ext cx="3253509"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EDEDED"/>
              </a:buClr>
              <a:buSzPct val="100000"/>
              <a:buChar char="•"/>
            </a:pPr>
            <a:r>
              <a:rPr lang="en-US"/>
              <a:t>each state is rated by the objective function called </a:t>
            </a:r>
            <a:r>
              <a:rPr b="1" lang="en-US">
                <a:solidFill>
                  <a:schemeClr val="accent6"/>
                </a:solidFill>
              </a:rPr>
              <a:t>the fitness function</a:t>
            </a:r>
            <a:r>
              <a:rPr lang="en-US"/>
              <a:t>. </a:t>
            </a:r>
            <a:endParaRPr/>
          </a:p>
          <a:p>
            <a:pPr indent="-228600" lvl="0" marL="228600" rtl="0" algn="l">
              <a:lnSpc>
                <a:spcPct val="90000"/>
              </a:lnSpc>
              <a:spcBef>
                <a:spcPts val="1000"/>
              </a:spcBef>
              <a:spcAft>
                <a:spcPts val="0"/>
              </a:spcAft>
              <a:buClr>
                <a:srgbClr val="EDEDED"/>
              </a:buClr>
              <a:buSzPct val="100000"/>
              <a:buChar char="•"/>
            </a:pPr>
            <a:r>
              <a:rPr lang="en-US"/>
              <a:t>A fitness function should return higher values for better states</a:t>
            </a:r>
            <a:endParaRPr/>
          </a:p>
          <a:p>
            <a:pPr indent="-228600" lvl="1" marL="685800" rtl="0" algn="l">
              <a:lnSpc>
                <a:spcPct val="90000"/>
              </a:lnSpc>
              <a:spcBef>
                <a:spcPts val="500"/>
              </a:spcBef>
              <a:spcAft>
                <a:spcPts val="0"/>
              </a:spcAft>
              <a:buClr>
                <a:srgbClr val="E9F6F9"/>
              </a:buClr>
              <a:buSzPct val="100000"/>
              <a:buChar char="•"/>
            </a:pPr>
            <a:r>
              <a:rPr lang="en-US"/>
              <a:t>for the 8-queens problem we use the number of non attacking pairs of queens, which has a value of 28 for a solution.</a:t>
            </a:r>
            <a:endParaRPr/>
          </a:p>
          <a:p>
            <a:pPr indent="-228600" lvl="0" marL="228600" rtl="0" algn="l">
              <a:lnSpc>
                <a:spcPct val="90000"/>
              </a:lnSpc>
              <a:spcBef>
                <a:spcPts val="1000"/>
              </a:spcBef>
              <a:spcAft>
                <a:spcPts val="0"/>
              </a:spcAft>
              <a:buClr>
                <a:srgbClr val="EDEDED"/>
              </a:buClr>
              <a:buSzPct val="100000"/>
              <a:buChar char="•"/>
            </a:pPr>
            <a:r>
              <a:rPr lang="en-US"/>
              <a:t>In this particular variant of the genetic algorithm, the probability of being chosen for reproducing is directly proportional to the fitness score, and the percentages are shown next to the raw scores</a:t>
            </a:r>
            <a:endParaRPr/>
          </a:p>
        </p:txBody>
      </p:sp>
      <p:sp>
        <p:nvSpPr>
          <p:cNvPr id="485" name="Google Shape;48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86" name="Google Shape;48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87" name="Google Shape;487;p37"/>
          <p:cNvSpPr/>
          <p:nvPr/>
        </p:nvSpPr>
        <p:spPr>
          <a:xfrm>
            <a:off x="2115128" y="1893455"/>
            <a:ext cx="1274617" cy="24384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493" name="Google Shape;493;p38"/>
          <p:cNvPicPr preferRelativeResize="0"/>
          <p:nvPr>
            <p:ph idx="1" type="body"/>
          </p:nvPr>
        </p:nvPicPr>
        <p:blipFill rotWithShape="1">
          <a:blip r:embed="rId3">
            <a:alphaModFix/>
          </a:blip>
          <a:srcRect b="0" l="0" r="0" t="0"/>
          <a:stretch/>
        </p:blipFill>
        <p:spPr>
          <a:xfrm>
            <a:off x="872360" y="1972575"/>
            <a:ext cx="7267369" cy="3194448"/>
          </a:xfrm>
          <a:prstGeom prst="rect">
            <a:avLst/>
          </a:prstGeom>
          <a:noFill/>
          <a:ln>
            <a:noFill/>
          </a:ln>
        </p:spPr>
      </p:pic>
      <p:sp>
        <p:nvSpPr>
          <p:cNvPr id="494" name="Google Shape;494;p38"/>
          <p:cNvSpPr txBox="1"/>
          <p:nvPr>
            <p:ph idx="2" type="body"/>
          </p:nvPr>
        </p:nvSpPr>
        <p:spPr>
          <a:xfrm>
            <a:off x="8153399" y="1825625"/>
            <a:ext cx="3200401"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accent3"/>
              </a:buClr>
              <a:buSzPct val="100000"/>
              <a:buChar char="•"/>
            </a:pPr>
            <a:r>
              <a:rPr lang="en-US" sz="2400">
                <a:solidFill>
                  <a:schemeClr val="accent3"/>
                </a:solidFill>
              </a:rPr>
              <a:t>two pairs are selected at random </a:t>
            </a:r>
            <a:r>
              <a:rPr lang="en-US" sz="2400"/>
              <a:t>for </a:t>
            </a:r>
            <a:r>
              <a:rPr b="1" lang="en-US" sz="2400">
                <a:solidFill>
                  <a:schemeClr val="accent6"/>
                </a:solidFill>
              </a:rPr>
              <a:t>reproduction</a:t>
            </a:r>
            <a:r>
              <a:rPr lang="en-US" sz="2400"/>
              <a:t>, in accordance with the probabilities in (b). </a:t>
            </a:r>
            <a:endParaRPr/>
          </a:p>
          <a:p>
            <a:pPr indent="-228600" lvl="1" marL="685800" rtl="0" algn="l">
              <a:lnSpc>
                <a:spcPct val="90000"/>
              </a:lnSpc>
              <a:spcBef>
                <a:spcPts val="500"/>
              </a:spcBef>
              <a:spcAft>
                <a:spcPts val="0"/>
              </a:spcAft>
              <a:buClr>
                <a:srgbClr val="E9F6F9"/>
              </a:buClr>
              <a:buSzPct val="100000"/>
              <a:buChar char="•"/>
            </a:pPr>
            <a:r>
              <a:rPr lang="en-US"/>
              <a:t>Notice that one individual is selected twice and one not at all.4 </a:t>
            </a:r>
            <a:endParaRPr/>
          </a:p>
          <a:p>
            <a:pPr indent="-228600" lvl="1" marL="685800" rtl="0" algn="l">
              <a:lnSpc>
                <a:spcPct val="90000"/>
              </a:lnSpc>
              <a:spcBef>
                <a:spcPts val="500"/>
              </a:spcBef>
              <a:spcAft>
                <a:spcPts val="0"/>
              </a:spcAft>
              <a:buClr>
                <a:schemeClr val="accent3"/>
              </a:buClr>
              <a:buSzPct val="100000"/>
              <a:buChar char="•"/>
            </a:pPr>
            <a:r>
              <a:rPr lang="en-US">
                <a:solidFill>
                  <a:schemeClr val="accent3"/>
                </a:solidFill>
              </a:rPr>
              <a:t>There are many variants of this selection rule</a:t>
            </a:r>
            <a:r>
              <a:rPr lang="en-US"/>
              <a:t>. The method of culling, in which all individuals below a given threshold are discarded, can be shown to converge faster than the random version.</a:t>
            </a:r>
            <a:endParaRPr/>
          </a:p>
        </p:txBody>
      </p:sp>
      <p:sp>
        <p:nvSpPr>
          <p:cNvPr id="495" name="Google Shape;49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496" name="Google Shape;49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497" name="Google Shape;497;p38"/>
          <p:cNvSpPr/>
          <p:nvPr/>
        </p:nvSpPr>
        <p:spPr>
          <a:xfrm>
            <a:off x="3231427" y="1870075"/>
            <a:ext cx="1274617" cy="24384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503" name="Google Shape;503;p39"/>
          <p:cNvPicPr preferRelativeResize="0"/>
          <p:nvPr>
            <p:ph idx="1" type="body"/>
          </p:nvPr>
        </p:nvPicPr>
        <p:blipFill rotWithShape="1">
          <a:blip r:embed="rId3">
            <a:alphaModFix/>
          </a:blip>
          <a:srcRect b="0" l="0" r="0" t="0"/>
          <a:stretch/>
        </p:blipFill>
        <p:spPr>
          <a:xfrm>
            <a:off x="872360" y="1972575"/>
            <a:ext cx="7267369" cy="3194448"/>
          </a:xfrm>
          <a:prstGeom prst="rect">
            <a:avLst/>
          </a:prstGeom>
          <a:noFill/>
          <a:ln>
            <a:noFill/>
          </a:ln>
        </p:spPr>
      </p:pic>
      <p:sp>
        <p:nvSpPr>
          <p:cNvPr id="504" name="Google Shape;504;p39"/>
          <p:cNvSpPr txBox="1"/>
          <p:nvPr>
            <p:ph idx="2" type="body"/>
          </p:nvPr>
        </p:nvSpPr>
        <p:spPr>
          <a:xfrm>
            <a:off x="8153399" y="1825625"/>
            <a:ext cx="325350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000"/>
              <a:buChar char="•"/>
            </a:pPr>
            <a:r>
              <a:rPr lang="en-US" sz="2000"/>
              <a:t>For each pair to be mated, a </a:t>
            </a:r>
            <a:r>
              <a:rPr b="1" lang="en-US" sz="2000">
                <a:solidFill>
                  <a:schemeClr val="accent6"/>
                </a:solidFill>
              </a:rPr>
              <a:t>crossover point </a:t>
            </a:r>
            <a:r>
              <a:rPr lang="en-US" sz="2000"/>
              <a:t>is chosen </a:t>
            </a:r>
            <a:r>
              <a:rPr lang="en-US" sz="2000">
                <a:solidFill>
                  <a:schemeClr val="accent3"/>
                </a:solidFill>
              </a:rPr>
              <a:t>randomly </a:t>
            </a:r>
            <a:r>
              <a:rPr lang="en-US" sz="2000"/>
              <a:t>from the positions in the string. </a:t>
            </a:r>
            <a:endParaRPr/>
          </a:p>
          <a:p>
            <a:pPr indent="-228600" lvl="1" marL="685800" rtl="0" algn="l">
              <a:lnSpc>
                <a:spcPct val="90000"/>
              </a:lnSpc>
              <a:spcBef>
                <a:spcPts val="500"/>
              </a:spcBef>
              <a:spcAft>
                <a:spcPts val="0"/>
              </a:spcAft>
              <a:buClr>
                <a:schemeClr val="accent3"/>
              </a:buClr>
              <a:buSzPts val="1800"/>
              <a:buChar char="•"/>
            </a:pPr>
            <a:r>
              <a:rPr lang="en-US" sz="1800">
                <a:solidFill>
                  <a:schemeClr val="accent3"/>
                </a:solidFill>
              </a:rPr>
              <a:t>Encoding matters here</a:t>
            </a:r>
            <a:r>
              <a:rPr lang="en-US" sz="1800"/>
              <a:t>. If a 24-bit encoding is used instead of 8 digits, then the crossover point has a 2/3 chance of being in the middle of a digit, which results in an essentially arbitrary mutation of that digit.</a:t>
            </a:r>
            <a:endParaRPr/>
          </a:p>
        </p:txBody>
      </p:sp>
      <p:sp>
        <p:nvSpPr>
          <p:cNvPr id="505" name="Google Shape;505;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06" name="Google Shape;506;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07" name="Google Shape;507;p39"/>
          <p:cNvSpPr/>
          <p:nvPr/>
        </p:nvSpPr>
        <p:spPr>
          <a:xfrm>
            <a:off x="3231427" y="1870075"/>
            <a:ext cx="1274617" cy="24384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513" name="Google Shape;513;p40"/>
          <p:cNvPicPr preferRelativeResize="0"/>
          <p:nvPr>
            <p:ph idx="1" type="body"/>
          </p:nvPr>
        </p:nvPicPr>
        <p:blipFill rotWithShape="1">
          <a:blip r:embed="rId3">
            <a:alphaModFix/>
          </a:blip>
          <a:srcRect b="0" l="0" r="0" t="0"/>
          <a:stretch/>
        </p:blipFill>
        <p:spPr>
          <a:xfrm>
            <a:off x="872360" y="1972575"/>
            <a:ext cx="7267369" cy="3194448"/>
          </a:xfrm>
          <a:prstGeom prst="rect">
            <a:avLst/>
          </a:prstGeom>
          <a:noFill/>
          <a:ln>
            <a:noFill/>
          </a:ln>
        </p:spPr>
      </p:pic>
      <p:sp>
        <p:nvSpPr>
          <p:cNvPr id="514" name="Google Shape;514;p40"/>
          <p:cNvSpPr txBox="1"/>
          <p:nvPr>
            <p:ph idx="2" type="body"/>
          </p:nvPr>
        </p:nvSpPr>
        <p:spPr>
          <a:xfrm>
            <a:off x="8153399" y="1825625"/>
            <a:ext cx="3382819"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EDEDED"/>
              </a:buClr>
              <a:buSzPct val="100000"/>
              <a:buChar char="•"/>
            </a:pPr>
            <a:r>
              <a:rPr lang="en-US"/>
              <a:t>The </a:t>
            </a:r>
            <a:r>
              <a:rPr b="1" lang="en-US">
                <a:solidFill>
                  <a:schemeClr val="accent6"/>
                </a:solidFill>
              </a:rPr>
              <a:t>offspring</a:t>
            </a:r>
            <a:r>
              <a:rPr lang="en-US"/>
              <a:t> themselves are created by crossing over the parent strings at the</a:t>
            </a:r>
            <a:br>
              <a:rPr lang="en-US"/>
            </a:br>
            <a:r>
              <a:rPr lang="en-US"/>
              <a:t>crossover point. </a:t>
            </a:r>
            <a:endParaRPr/>
          </a:p>
          <a:p>
            <a:pPr indent="-121919" lvl="1" marL="685800" rtl="0" algn="l">
              <a:lnSpc>
                <a:spcPct val="90000"/>
              </a:lnSpc>
              <a:spcBef>
                <a:spcPts val="500"/>
              </a:spcBef>
              <a:spcAft>
                <a:spcPts val="0"/>
              </a:spcAft>
              <a:buClr>
                <a:srgbClr val="E9F6F9"/>
              </a:buClr>
              <a:buSzPct val="100000"/>
              <a:buNone/>
            </a:pPr>
            <a:r>
              <a:t/>
            </a:r>
            <a:endParaRPr/>
          </a:p>
          <a:p>
            <a:pPr indent="-228600" lvl="0" marL="228600" rtl="0" algn="l">
              <a:lnSpc>
                <a:spcPct val="90000"/>
              </a:lnSpc>
              <a:spcBef>
                <a:spcPts val="1000"/>
              </a:spcBef>
              <a:spcAft>
                <a:spcPts val="0"/>
              </a:spcAft>
              <a:buClr>
                <a:srgbClr val="EDEDED"/>
              </a:buClr>
              <a:buSzPct val="100000"/>
              <a:buChar char="•"/>
            </a:pPr>
            <a:r>
              <a:rPr lang="en-US"/>
              <a:t>It is often the case that the population is quite diverse</a:t>
            </a:r>
            <a:br>
              <a:rPr lang="en-US"/>
            </a:br>
            <a:r>
              <a:rPr lang="en-US"/>
              <a:t>early on in the process, so crossover (like simulated annealing) frequently </a:t>
            </a:r>
            <a:r>
              <a:rPr lang="en-US">
                <a:solidFill>
                  <a:schemeClr val="accent3"/>
                </a:solidFill>
              </a:rPr>
              <a:t>takes large steps in</a:t>
            </a:r>
            <a:br>
              <a:rPr lang="en-US">
                <a:solidFill>
                  <a:schemeClr val="accent3"/>
                </a:solidFill>
              </a:rPr>
            </a:br>
            <a:r>
              <a:rPr lang="en-US">
                <a:solidFill>
                  <a:schemeClr val="accent3"/>
                </a:solidFill>
              </a:rPr>
              <a:t>the state space early </a:t>
            </a:r>
            <a:r>
              <a:rPr lang="en-US"/>
              <a:t>in the search process and </a:t>
            </a:r>
            <a:r>
              <a:rPr lang="en-US">
                <a:solidFill>
                  <a:schemeClr val="accent3"/>
                </a:solidFill>
              </a:rPr>
              <a:t>smaller steps later on </a:t>
            </a:r>
            <a:r>
              <a:rPr lang="en-US"/>
              <a:t>when most individuals</a:t>
            </a:r>
            <a:br>
              <a:rPr lang="en-US"/>
            </a:br>
            <a:r>
              <a:rPr lang="en-US"/>
              <a:t>are quite similar </a:t>
            </a:r>
            <a:br>
              <a:rPr lang="en-US"/>
            </a:br>
            <a:endParaRPr/>
          </a:p>
        </p:txBody>
      </p:sp>
      <p:sp>
        <p:nvSpPr>
          <p:cNvPr id="515" name="Google Shape;51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16" name="Google Shape;51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17" name="Google Shape;517;p40"/>
          <p:cNvSpPr/>
          <p:nvPr/>
        </p:nvSpPr>
        <p:spPr>
          <a:xfrm>
            <a:off x="4451927" y="1870075"/>
            <a:ext cx="1865746" cy="24384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523" name="Google Shape;523;p41"/>
          <p:cNvPicPr preferRelativeResize="0"/>
          <p:nvPr>
            <p:ph idx="1" type="body"/>
          </p:nvPr>
        </p:nvPicPr>
        <p:blipFill rotWithShape="1">
          <a:blip r:embed="rId3">
            <a:alphaModFix/>
          </a:blip>
          <a:srcRect b="0" l="0" r="0" t="0"/>
          <a:stretch/>
        </p:blipFill>
        <p:spPr>
          <a:xfrm>
            <a:off x="872360" y="2173893"/>
            <a:ext cx="7267369" cy="2791812"/>
          </a:xfrm>
          <a:prstGeom prst="rect">
            <a:avLst/>
          </a:prstGeom>
          <a:noFill/>
          <a:ln>
            <a:noFill/>
          </a:ln>
        </p:spPr>
      </p:pic>
      <p:sp>
        <p:nvSpPr>
          <p:cNvPr id="524" name="Google Shape;524;p41"/>
          <p:cNvSpPr txBox="1"/>
          <p:nvPr>
            <p:ph idx="2" type="body"/>
          </p:nvPr>
        </p:nvSpPr>
        <p:spPr>
          <a:xfrm>
            <a:off x="8153399" y="1825625"/>
            <a:ext cx="3373583"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000"/>
              <a:buChar char="•"/>
            </a:pPr>
            <a:r>
              <a:rPr lang="en-US" sz="2000"/>
              <a:t>The </a:t>
            </a:r>
            <a:r>
              <a:rPr b="1" lang="en-US" sz="2000">
                <a:solidFill>
                  <a:schemeClr val="accent6"/>
                </a:solidFill>
              </a:rPr>
              <a:t>offspring</a:t>
            </a:r>
            <a:r>
              <a:rPr lang="en-US" sz="2000"/>
              <a:t> themselves are created by crossing over the parent strings at the</a:t>
            </a:r>
            <a:br>
              <a:rPr lang="en-US" sz="2000"/>
            </a:br>
            <a:r>
              <a:rPr lang="en-US" sz="2000"/>
              <a:t>crossover point. </a:t>
            </a:r>
            <a:endParaRPr/>
          </a:p>
          <a:p>
            <a:pPr indent="-228600" lvl="1" marL="685800" rtl="0" algn="l">
              <a:lnSpc>
                <a:spcPct val="90000"/>
              </a:lnSpc>
              <a:spcBef>
                <a:spcPts val="500"/>
              </a:spcBef>
              <a:spcAft>
                <a:spcPts val="0"/>
              </a:spcAft>
              <a:buClr>
                <a:srgbClr val="E9F6F9"/>
              </a:buClr>
              <a:buSzPts val="2000"/>
              <a:buChar char="•"/>
            </a:pPr>
            <a:r>
              <a:rPr lang="en-US" sz="2000"/>
              <a:t>The 8-queens</a:t>
            </a:r>
            <a:br>
              <a:rPr lang="en-US" sz="2000"/>
            </a:br>
            <a:r>
              <a:rPr lang="en-US" sz="2000"/>
              <a:t>states involved in this reproduction step are shown in this figure</a:t>
            </a:r>
            <a:br>
              <a:rPr lang="en-US"/>
            </a:br>
            <a:endParaRPr/>
          </a:p>
        </p:txBody>
      </p:sp>
      <p:sp>
        <p:nvSpPr>
          <p:cNvPr id="525" name="Google Shape;525;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26" name="Google Shape;52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532" name="Google Shape;532;p42"/>
          <p:cNvPicPr preferRelativeResize="0"/>
          <p:nvPr>
            <p:ph idx="1" type="body"/>
          </p:nvPr>
        </p:nvPicPr>
        <p:blipFill rotWithShape="1">
          <a:blip r:embed="rId3">
            <a:alphaModFix/>
          </a:blip>
          <a:srcRect b="0" l="0" r="0" t="0"/>
          <a:stretch/>
        </p:blipFill>
        <p:spPr>
          <a:xfrm>
            <a:off x="872360" y="1972575"/>
            <a:ext cx="7267369" cy="3194448"/>
          </a:xfrm>
          <a:prstGeom prst="rect">
            <a:avLst/>
          </a:prstGeom>
          <a:noFill/>
          <a:ln>
            <a:noFill/>
          </a:ln>
        </p:spPr>
      </p:pic>
      <p:sp>
        <p:nvSpPr>
          <p:cNvPr id="533" name="Google Shape;533;p42"/>
          <p:cNvSpPr txBox="1"/>
          <p:nvPr>
            <p:ph idx="2" type="body"/>
          </p:nvPr>
        </p:nvSpPr>
        <p:spPr>
          <a:xfrm>
            <a:off x="8153399" y="1825625"/>
            <a:ext cx="338281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000"/>
              <a:buChar char="•"/>
            </a:pPr>
            <a:r>
              <a:rPr lang="en-US" sz="2000"/>
              <a:t>Each location is subject to random </a:t>
            </a:r>
            <a:r>
              <a:rPr b="1" lang="en-US" sz="2000">
                <a:solidFill>
                  <a:schemeClr val="accent6"/>
                </a:solidFill>
              </a:rPr>
              <a:t>mutation</a:t>
            </a:r>
            <a:r>
              <a:rPr lang="en-US" sz="2000"/>
              <a:t> </a:t>
            </a:r>
            <a:r>
              <a:rPr lang="en-US" sz="2000">
                <a:solidFill>
                  <a:schemeClr val="accent3"/>
                </a:solidFill>
              </a:rPr>
              <a:t>with a small independent probability</a:t>
            </a:r>
            <a:r>
              <a:rPr lang="en-US" sz="2000"/>
              <a:t>. </a:t>
            </a:r>
            <a:endParaRPr/>
          </a:p>
          <a:p>
            <a:pPr indent="-228600" lvl="0" marL="228600" rtl="0" algn="l">
              <a:lnSpc>
                <a:spcPct val="90000"/>
              </a:lnSpc>
              <a:spcBef>
                <a:spcPts val="1000"/>
              </a:spcBef>
              <a:spcAft>
                <a:spcPts val="0"/>
              </a:spcAft>
              <a:buClr>
                <a:srgbClr val="D9EBB5"/>
              </a:buClr>
              <a:buSzPts val="2000"/>
              <a:buChar char="•"/>
            </a:pPr>
            <a:r>
              <a:rPr lang="en-US" sz="2000">
                <a:solidFill>
                  <a:srgbClr val="D9EBB5"/>
                </a:solidFill>
              </a:rPr>
              <a:t>In the 8-queens problem, this corresponds to choosing a queen at random and moving it to a random square in its column</a:t>
            </a:r>
            <a:r>
              <a:rPr lang="en-US" sz="2000"/>
              <a:t>.</a:t>
            </a:r>
            <a:endParaRPr/>
          </a:p>
        </p:txBody>
      </p:sp>
      <p:sp>
        <p:nvSpPr>
          <p:cNvPr id="534" name="Google Shape;534;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35" name="Google Shape;535;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36" name="Google Shape;536;p42"/>
          <p:cNvSpPr/>
          <p:nvPr/>
        </p:nvSpPr>
        <p:spPr>
          <a:xfrm>
            <a:off x="6287653" y="1857664"/>
            <a:ext cx="1865746" cy="24384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42" name="Google Shape;54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43" name="Google Shape;543;p43"/>
          <p:cNvSpPr txBox="1"/>
          <p:nvPr>
            <p:ph idx="4294967295" type="title"/>
          </p:nvPr>
        </p:nvSpPr>
        <p:spPr>
          <a:xfrm rot="-5400000">
            <a:off x="0" y="617538"/>
            <a:ext cx="10515600" cy="13255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pic>
        <p:nvPicPr>
          <p:cNvPr id="544" name="Google Shape;544;p43"/>
          <p:cNvPicPr preferRelativeResize="0"/>
          <p:nvPr/>
        </p:nvPicPr>
        <p:blipFill rotWithShape="1">
          <a:blip r:embed="rId3">
            <a:alphaModFix/>
          </a:blip>
          <a:srcRect b="0" l="0" r="0" t="0"/>
          <a:stretch/>
        </p:blipFill>
        <p:spPr>
          <a:xfrm>
            <a:off x="1860395" y="0"/>
            <a:ext cx="8958574" cy="6858000"/>
          </a:xfrm>
          <a:prstGeom prst="rect">
            <a:avLst/>
          </a:prstGeom>
          <a:noFill/>
          <a:ln cap="flat" cmpd="sng" w="9525">
            <a:solidFill>
              <a:schemeClr val="accent3"/>
            </a:solidFill>
            <a:prstDash val="solid"/>
            <a:round/>
            <a:headEnd len="sm" w="sm" type="none"/>
            <a:tailEnd len="sm" w="sm" type="none"/>
          </a:ln>
        </p:spPr>
      </p:pic>
      <p:sp>
        <p:nvSpPr>
          <p:cNvPr id="545" name="Google Shape;545;p43"/>
          <p:cNvSpPr txBox="1"/>
          <p:nvPr/>
        </p:nvSpPr>
        <p:spPr>
          <a:xfrm rot="-5400000">
            <a:off x="-2498802" y="2498799"/>
            <a:ext cx="6857999" cy="1860394"/>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ECF5D9"/>
              </a:buClr>
              <a:buSzPts val="5400"/>
              <a:buFont typeface="Corbel"/>
              <a:buNone/>
            </a:pPr>
            <a:r>
              <a:rPr b="0" i="0" lang="en-US" sz="5400" u="none" cap="none" strike="noStrike">
                <a:solidFill>
                  <a:srgbClr val="ECF5D9"/>
                </a:solidFill>
                <a:latin typeface="Corbel"/>
                <a:ea typeface="Corbel"/>
                <a:cs typeface="Corbel"/>
                <a:sym typeface="Corbel"/>
              </a:rPr>
              <a:t>Genetic algorithms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sp>
        <p:nvSpPr>
          <p:cNvPr id="551" name="Google Shape;551;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52" name="Google Shape;552;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53" name="Google Shape;553;p44"/>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rgbClr val="EDEDED"/>
              </a:buClr>
              <a:buSzPct val="100000"/>
              <a:buChar char="•"/>
            </a:pPr>
            <a:r>
              <a:rPr lang="en-US"/>
              <a:t>Like stochastic beam search, genetic algorithms combine an </a:t>
            </a:r>
            <a:r>
              <a:rPr lang="en-US">
                <a:solidFill>
                  <a:schemeClr val="accent3"/>
                </a:solidFill>
              </a:rPr>
              <a:t>uphill tendency </a:t>
            </a:r>
            <a:r>
              <a:rPr lang="en-US"/>
              <a:t>with random exploration and </a:t>
            </a:r>
            <a:r>
              <a:rPr lang="en-US">
                <a:solidFill>
                  <a:schemeClr val="accent3"/>
                </a:solidFill>
              </a:rPr>
              <a:t>exchange of information among parallel search threads</a:t>
            </a:r>
            <a:r>
              <a:rPr lang="en-US"/>
              <a:t>. </a:t>
            </a:r>
            <a:endParaRPr/>
          </a:p>
          <a:p>
            <a:pPr indent="-228600" lvl="1" marL="685800" rtl="0" algn="l">
              <a:lnSpc>
                <a:spcPct val="90000"/>
              </a:lnSpc>
              <a:spcBef>
                <a:spcPts val="500"/>
              </a:spcBef>
              <a:spcAft>
                <a:spcPts val="0"/>
              </a:spcAft>
              <a:buClr>
                <a:srgbClr val="E9F6F9"/>
              </a:buClr>
              <a:buSzPct val="100000"/>
              <a:buChar char="•"/>
            </a:pPr>
            <a:r>
              <a:rPr lang="en-US"/>
              <a:t>The primary advantage, if any, of genetic algorithms comes from the crossover operation. Yet it can be shown mathematically that, if the positions of the genetic code are permuted initially in a random order, crossover conveys no advantage.</a:t>
            </a:r>
            <a:endParaRPr/>
          </a:p>
          <a:p>
            <a:pPr indent="-228600" lvl="1" marL="685800" rtl="0" algn="l">
              <a:lnSpc>
                <a:spcPct val="90000"/>
              </a:lnSpc>
              <a:spcBef>
                <a:spcPts val="500"/>
              </a:spcBef>
              <a:spcAft>
                <a:spcPts val="0"/>
              </a:spcAft>
              <a:buClr>
                <a:srgbClr val="E9F6F9"/>
              </a:buClr>
              <a:buSzPct val="100000"/>
              <a:buChar char="•"/>
            </a:pPr>
            <a:r>
              <a:rPr lang="en-US"/>
              <a:t>Intuitively, </a:t>
            </a:r>
            <a:r>
              <a:rPr lang="en-US">
                <a:solidFill>
                  <a:srgbClr val="D9EBB5"/>
                </a:solidFill>
              </a:rPr>
              <a:t>the advantage comes from the ability of crossover to combine large blocks of letters that have evolved independently to perform useful functions, thus raising the level of granularity at which the search operates</a:t>
            </a:r>
            <a:r>
              <a:rPr lang="en-US"/>
              <a:t>. </a:t>
            </a:r>
            <a:endParaRPr/>
          </a:p>
          <a:p>
            <a:pPr indent="-228600" lvl="2" marL="1143000" rtl="0" algn="l">
              <a:lnSpc>
                <a:spcPct val="90000"/>
              </a:lnSpc>
              <a:spcBef>
                <a:spcPts val="500"/>
              </a:spcBef>
              <a:spcAft>
                <a:spcPts val="0"/>
              </a:spcAft>
              <a:buClr>
                <a:srgbClr val="D6EEF2"/>
              </a:buClr>
              <a:buSzPct val="100000"/>
              <a:buChar char="•"/>
            </a:pPr>
            <a:r>
              <a:rPr lang="en-US"/>
              <a:t>For example, it could be that putting the first three queens in positions 2, 4, and 6 (where they do not attack each other) constitutes a useful block that can be combined with other blocks to construct a solution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sp>
        <p:nvSpPr>
          <p:cNvPr id="559" name="Google Shape;55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60" name="Google Shape;56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61" name="Google Shape;561;p45"/>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EDEDED"/>
              </a:buClr>
              <a:buSzPct val="100000"/>
              <a:buChar char="•"/>
            </a:pPr>
            <a:r>
              <a:rPr lang="en-US"/>
              <a:t>The theory of genetic algorithms explains how this works using the idea of a schema, which is a substring in which some of the positions can be left unspecified. </a:t>
            </a:r>
            <a:endParaRPr/>
          </a:p>
          <a:p>
            <a:pPr indent="-228600" lvl="1" marL="685800" rtl="0" algn="l">
              <a:lnSpc>
                <a:spcPct val="90000"/>
              </a:lnSpc>
              <a:spcBef>
                <a:spcPts val="500"/>
              </a:spcBef>
              <a:spcAft>
                <a:spcPts val="0"/>
              </a:spcAft>
              <a:buClr>
                <a:srgbClr val="E9F6F9"/>
              </a:buClr>
              <a:buSzPct val="100000"/>
              <a:buChar char="•"/>
            </a:pPr>
            <a:r>
              <a:rPr lang="en-US"/>
              <a:t>For example, the schema 246***** describes all 8-queens states in which the first three queens are in positions 2, 4, and 6, respectively. Strings that match the schema (such as 24613578) are called instances of the schema. It can be shown that if the average fitness of the instances of a schema is above the mean, then the number of instances of the schema within the population will grow over time. </a:t>
            </a:r>
            <a:endParaRPr/>
          </a:p>
          <a:p>
            <a:pPr indent="-228600" lvl="1" marL="685800" rtl="0" algn="l">
              <a:lnSpc>
                <a:spcPct val="90000"/>
              </a:lnSpc>
              <a:spcBef>
                <a:spcPts val="500"/>
              </a:spcBef>
              <a:spcAft>
                <a:spcPts val="0"/>
              </a:spcAft>
              <a:buClr>
                <a:srgbClr val="E9F6F9"/>
              </a:buClr>
              <a:buSzPct val="100000"/>
              <a:buChar char="•"/>
            </a:pPr>
            <a:r>
              <a:rPr lang="en-US"/>
              <a:t>Clearly, this effect is unlikely to be significant if adjacent bits are totally unrelated to each other, because then there will be few contiguous blocks that provide a consistent benefit. </a:t>
            </a:r>
            <a:endParaRPr/>
          </a:p>
          <a:p>
            <a:pPr indent="-228600" lvl="0" marL="228600" rtl="0" algn="l">
              <a:lnSpc>
                <a:spcPct val="90000"/>
              </a:lnSpc>
              <a:spcBef>
                <a:spcPts val="1000"/>
              </a:spcBef>
              <a:spcAft>
                <a:spcPts val="0"/>
              </a:spcAft>
              <a:buClr>
                <a:srgbClr val="EDEDED"/>
              </a:buClr>
              <a:buSzPct val="100000"/>
              <a:buChar char="•"/>
            </a:pPr>
            <a:r>
              <a:rPr lang="en-US"/>
              <a:t>Genetic algorithms work best when schemata correspond to meaningful components of a solution. </a:t>
            </a:r>
            <a:endParaRPr/>
          </a:p>
          <a:p>
            <a:pPr indent="-228600" lvl="1" marL="685800" rtl="0" algn="l">
              <a:lnSpc>
                <a:spcPct val="90000"/>
              </a:lnSpc>
              <a:spcBef>
                <a:spcPts val="500"/>
              </a:spcBef>
              <a:spcAft>
                <a:spcPts val="0"/>
              </a:spcAft>
              <a:buClr>
                <a:srgbClr val="E9F6F9"/>
              </a:buClr>
              <a:buSzPct val="100000"/>
              <a:buChar char="•"/>
            </a:pPr>
            <a:r>
              <a:rPr lang="en-US"/>
              <a:t>For example, if the string is a representation of an antenna, then the schemata may represent components of the antenna, such as reflectors and deflectors. A good component is likely to be good in a variety of different designs. This suggests that </a:t>
            </a:r>
            <a:r>
              <a:rPr lang="en-US">
                <a:solidFill>
                  <a:schemeClr val="accent6"/>
                </a:solidFill>
              </a:rPr>
              <a:t>successful use of genetic algorithms requires careful engineering of the representation</a:t>
            </a:r>
            <a:r>
              <a:rPr lang="en-US"/>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Genetic algorithms</a:t>
            </a:r>
            <a:endParaRPr/>
          </a:p>
        </p:txBody>
      </p:sp>
      <p:sp>
        <p:nvSpPr>
          <p:cNvPr id="567" name="Google Shape;567;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68" name="Google Shape;568;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569" name="Google Shape;569;p46"/>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genetic algorithms have had a widespread impact on optimization problems, such as circuit layout and job-shop scheduling. </a:t>
            </a:r>
            <a:endParaRPr/>
          </a:p>
          <a:p>
            <a:pPr indent="-228600" lvl="0" marL="228600" rtl="0" algn="l">
              <a:lnSpc>
                <a:spcPct val="90000"/>
              </a:lnSpc>
              <a:spcBef>
                <a:spcPts val="1000"/>
              </a:spcBef>
              <a:spcAft>
                <a:spcPts val="0"/>
              </a:spcAft>
              <a:buClr>
                <a:srgbClr val="C7E191"/>
              </a:buClr>
              <a:buSzPts val="2800"/>
              <a:buChar char="•"/>
            </a:pPr>
            <a:r>
              <a:rPr lang="en-US">
                <a:solidFill>
                  <a:srgbClr val="C7E191"/>
                </a:solidFill>
              </a:rPr>
              <a:t>At present, it is not clear whether the appeal of genetic algorithms arises from their performance or from their æsthetically pleasing origins in the theory of evolution</a:t>
            </a:r>
            <a:r>
              <a:rPr lang="en-US"/>
              <a:t>. </a:t>
            </a:r>
            <a:endParaRPr/>
          </a:p>
          <a:p>
            <a:pPr indent="-228600" lvl="0" marL="228600" rtl="0" algn="l">
              <a:lnSpc>
                <a:spcPct val="90000"/>
              </a:lnSpc>
              <a:spcBef>
                <a:spcPts val="1000"/>
              </a:spcBef>
              <a:spcAft>
                <a:spcPts val="0"/>
              </a:spcAft>
              <a:buClr>
                <a:srgbClr val="EDEDED"/>
              </a:buClr>
              <a:buSzPts val="2800"/>
              <a:buChar char="•"/>
            </a:pPr>
            <a:r>
              <a:rPr lang="en-US"/>
              <a:t>Much work remains to be done to identify the conditions under which genetic algorithms perform well.</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75" name="Google Shape;575;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pic>
        <p:nvPicPr>
          <p:cNvPr id="576" name="Google Shape;576;p47"/>
          <p:cNvPicPr preferRelativeResize="0"/>
          <p:nvPr>
            <p:ph idx="1" type="body"/>
          </p:nvPr>
        </p:nvPicPr>
        <p:blipFill rotWithShape="1">
          <a:blip r:embed="rId3">
            <a:alphaModFix/>
          </a:blip>
          <a:srcRect b="5307" l="12000" r="1749" t="19868"/>
          <a:stretch/>
        </p:blipFill>
        <p:spPr>
          <a:xfrm>
            <a:off x="992951" y="938801"/>
            <a:ext cx="10206097" cy="498039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References</a:t>
            </a:r>
            <a:endParaRPr/>
          </a:p>
        </p:txBody>
      </p:sp>
      <p:sp>
        <p:nvSpPr>
          <p:cNvPr id="582" name="Google Shape;582;p48"/>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lang="en-US"/>
              <a:t>AIMA Chapter 4.1</a:t>
            </a:r>
            <a:endParaRPr/>
          </a:p>
          <a:p>
            <a:pPr indent="-228600" lvl="0" marL="228600" rtl="0" algn="l">
              <a:lnSpc>
                <a:spcPct val="90000"/>
              </a:lnSpc>
              <a:spcBef>
                <a:spcPts val="1000"/>
              </a:spcBef>
              <a:spcAft>
                <a:spcPts val="0"/>
              </a:spcAft>
              <a:buClr>
                <a:srgbClr val="EDEDED"/>
              </a:buClr>
              <a:buSzPts val="2800"/>
              <a:buChar char="•"/>
            </a:pPr>
            <a:r>
              <a:rPr lang="en-US" u="sng">
                <a:solidFill>
                  <a:schemeClr val="hlink"/>
                </a:solidFill>
                <a:hlinkClick r:id="rId3"/>
              </a:rPr>
              <a:t>Previous year questions </a:t>
            </a:r>
            <a:endParaRPr/>
          </a:p>
          <a:p>
            <a:pPr indent="-50800" lvl="0" marL="228600" rtl="0" algn="l">
              <a:lnSpc>
                <a:spcPct val="90000"/>
              </a:lnSpc>
              <a:spcBef>
                <a:spcPts val="1000"/>
              </a:spcBef>
              <a:spcAft>
                <a:spcPts val="0"/>
              </a:spcAft>
              <a:buClr>
                <a:srgbClr val="EDEDED"/>
              </a:buClr>
              <a:buSzPts val="2800"/>
              <a:buNone/>
            </a:pPr>
            <a:r>
              <a:t/>
            </a:r>
            <a:endParaRPr/>
          </a:p>
        </p:txBody>
      </p:sp>
      <p:sp>
        <p:nvSpPr>
          <p:cNvPr id="583" name="Google Shape;583;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84" name="Google Shape;584;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ECF5D9"/>
              </a:buClr>
              <a:buSzPts val="5400"/>
              <a:buFont typeface="Corbel"/>
              <a:buNone/>
            </a:pPr>
            <a:r>
              <a:rPr lang="en-US"/>
              <a:t>Some Excellent Resources!</a:t>
            </a:r>
            <a:endParaRPr/>
          </a:p>
        </p:txBody>
      </p:sp>
      <p:sp>
        <p:nvSpPr>
          <p:cNvPr id="590" name="Google Shape;590;p49"/>
          <p:cNvSpPr txBox="1"/>
          <p:nvPr>
            <p:ph idx="1" type="body"/>
          </p:nvPr>
        </p:nvSpPr>
        <p:spPr>
          <a:xfrm>
            <a:off x="1120000" y="1825625"/>
            <a:ext cx="102338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EDEDED"/>
              </a:buClr>
              <a:buSzPts val="2800"/>
              <a:buChar char="•"/>
            </a:pPr>
            <a:r>
              <a:rPr b="0" i="0" lang="en-US" u="sng">
                <a:solidFill>
                  <a:schemeClr val="hlink"/>
                </a:solidFill>
                <a:latin typeface="Roboto"/>
                <a:ea typeface="Roboto"/>
                <a:cs typeface="Roboto"/>
                <a:sym typeface="Roboto"/>
                <a:hlinkClick r:id="rId3"/>
              </a:rPr>
              <a:t>2019 Berkeley CS 188 - Introduction to Artificial Intelligence</a:t>
            </a:r>
            <a:endParaRPr b="0" i="0">
              <a:latin typeface="Roboto"/>
              <a:ea typeface="Roboto"/>
              <a:cs typeface="Roboto"/>
              <a:sym typeface="Roboto"/>
            </a:endParaRPr>
          </a:p>
          <a:p>
            <a:pPr indent="-228600" lvl="0" marL="228600" rtl="0" algn="l">
              <a:lnSpc>
                <a:spcPct val="90000"/>
              </a:lnSpc>
              <a:spcBef>
                <a:spcPts val="1000"/>
              </a:spcBef>
              <a:spcAft>
                <a:spcPts val="0"/>
              </a:spcAft>
              <a:buClr>
                <a:srgbClr val="EDEDED"/>
              </a:buClr>
              <a:buSzPts val="2800"/>
              <a:buChar char="•"/>
            </a:pPr>
            <a:r>
              <a:rPr b="0" i="0" lang="en-US" u="sng">
                <a:solidFill>
                  <a:schemeClr val="hlink"/>
                </a:solidFill>
                <a:latin typeface="Roboto"/>
                <a:ea typeface="Roboto"/>
                <a:cs typeface="Roboto"/>
                <a:sym typeface="Roboto"/>
                <a:hlinkClick r:id="rId4"/>
              </a:rPr>
              <a:t>UC Berkeley CS 188 Introduction to Artificial Intelligence, Fall 2018</a:t>
            </a:r>
            <a:endParaRPr b="0" i="0">
              <a:latin typeface="Roboto"/>
              <a:ea typeface="Roboto"/>
              <a:cs typeface="Roboto"/>
              <a:sym typeface="Roboto"/>
            </a:endParaRPr>
          </a:p>
          <a:p>
            <a:pPr indent="-228600" lvl="0" marL="228600" rtl="0" algn="l">
              <a:lnSpc>
                <a:spcPct val="90000"/>
              </a:lnSpc>
              <a:spcBef>
                <a:spcPts val="1000"/>
              </a:spcBef>
              <a:spcAft>
                <a:spcPts val="0"/>
              </a:spcAft>
              <a:buClr>
                <a:srgbClr val="EDEDED"/>
              </a:buClr>
              <a:buSzPts val="2800"/>
              <a:buChar char="•"/>
            </a:pPr>
            <a:r>
              <a:rPr b="0" i="0" lang="en-US" u="sng">
                <a:solidFill>
                  <a:schemeClr val="hlink"/>
                </a:solidFill>
                <a:latin typeface="Roboto"/>
                <a:ea typeface="Roboto"/>
                <a:cs typeface="Roboto"/>
                <a:sym typeface="Roboto"/>
                <a:hlinkClick r:id="rId5"/>
              </a:rPr>
              <a:t>MIT 6.034 Artificial Intelligence, Fall 2010</a:t>
            </a:r>
            <a:endParaRPr b="0" i="0">
              <a:latin typeface="Roboto"/>
              <a:ea typeface="Roboto"/>
              <a:cs typeface="Roboto"/>
              <a:sym typeface="Roboto"/>
            </a:endParaRPr>
          </a:p>
          <a:p>
            <a:pPr indent="-228600" lvl="0" marL="228600" rtl="0" algn="l">
              <a:lnSpc>
                <a:spcPct val="90000"/>
              </a:lnSpc>
              <a:spcBef>
                <a:spcPts val="1000"/>
              </a:spcBef>
              <a:spcAft>
                <a:spcPts val="0"/>
              </a:spcAft>
              <a:buClr>
                <a:srgbClr val="008ED2"/>
              </a:buClr>
              <a:buSzPts val="2800"/>
              <a:buChar char="•"/>
            </a:pPr>
            <a:r>
              <a:rPr b="0" i="0" lang="en-US" u="sng" strike="noStrike">
                <a:solidFill>
                  <a:srgbClr val="008ED2"/>
                </a:solidFill>
                <a:latin typeface="Helvetica Neue"/>
                <a:ea typeface="Helvetica Neue"/>
                <a:cs typeface="Helvetica Neue"/>
                <a:sym typeface="Helvetica Neue"/>
                <a:hlinkClick r:id="rId6">
                  <a:extLst>
                    <a:ext uri="{A12FA001-AC4F-418D-AE19-62706E023703}">
                      <ahyp:hlinkClr val="tx"/>
                    </a:ext>
                  </a:extLst>
                </a:hlinkClick>
              </a:rPr>
              <a:t>Mohammad Imam Hossain</a:t>
            </a:r>
            <a:r>
              <a:rPr b="0" i="0" lang="en-US" u="none" strike="noStrike">
                <a:solidFill>
                  <a:srgbClr val="008ED2"/>
                </a:solidFill>
                <a:latin typeface="Helvetica Neue"/>
                <a:ea typeface="Helvetica Neue"/>
                <a:cs typeface="Helvetica Neue"/>
                <a:sym typeface="Helvetica Neue"/>
              </a:rPr>
              <a:t> </a:t>
            </a:r>
            <a:r>
              <a:rPr b="0" i="0" lang="en-US" u="sng">
                <a:solidFill>
                  <a:schemeClr val="hlink"/>
                </a:solidFill>
                <a:latin typeface="Roboto"/>
                <a:ea typeface="Roboto"/>
                <a:cs typeface="Roboto"/>
                <a:sym typeface="Roboto"/>
                <a:hlinkClick r:id="rId7"/>
              </a:rPr>
              <a:t>https://www.slideshare.net/imamhossain75054/presentations/2</a:t>
            </a:r>
            <a:r>
              <a:rPr b="0" i="0" lang="en-US">
                <a:latin typeface="Roboto"/>
                <a:ea typeface="Roboto"/>
                <a:cs typeface="Roboto"/>
                <a:sym typeface="Roboto"/>
              </a:rPr>
              <a:t> </a:t>
            </a:r>
            <a:endParaRPr/>
          </a:p>
          <a:p>
            <a:pPr indent="-50800" lvl="0" marL="228600" rtl="0" algn="l">
              <a:lnSpc>
                <a:spcPct val="90000"/>
              </a:lnSpc>
              <a:spcBef>
                <a:spcPts val="1000"/>
              </a:spcBef>
              <a:spcAft>
                <a:spcPts val="0"/>
              </a:spcAft>
              <a:buClr>
                <a:srgbClr val="EDEDED"/>
              </a:buClr>
              <a:buSzPts val="2800"/>
              <a:buNone/>
            </a:pPr>
            <a:r>
              <a:t/>
            </a:r>
            <a:endParaRPr/>
          </a:p>
        </p:txBody>
      </p:sp>
      <p:sp>
        <p:nvSpPr>
          <p:cNvPr id="591" name="Google Shape;591;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Subangkar Karmaker Shanto, Dept. of CSE, UIU</a:t>
            </a:r>
            <a:endParaRPr/>
          </a:p>
        </p:txBody>
      </p:sp>
      <p:sp>
        <p:nvSpPr>
          <p:cNvPr id="592" name="Google Shape;592;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pth">
  <a:themeElements>
    <a:clrScheme name="Depth">
      <a:dk1>
        <a:srgbClr val="000000"/>
      </a:dk1>
      <a:lt1>
        <a:srgbClr val="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2021-07-02T18:31:02Z</dcterms:created>
  <dc:creator>Fariha Tabassum Islam - 1018052029</dc:creator>
</cp:coreProperties>
</file>