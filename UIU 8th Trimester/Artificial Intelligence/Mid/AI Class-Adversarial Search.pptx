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6858000" cx="12192000"/>
  <p:notesSz cx="6858000" cy="9144000"/>
  <p:embeddedFontLst>
    <p:embeddedFont>
      <p:font typeface="Corbel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gE2fuF35hbLWv+0l6uykutsdGT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2FA301-CADB-4BE1-8AAD-E5D0DC4E26FB}">
  <a:tblStyle styleId="{B92FA301-CADB-4BE1-8AAD-E5D0DC4E26FB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F1F4"/>
          </a:solidFill>
        </a:fill>
      </a:tcStyle>
    </a:wholeTbl>
    <a:band1H>
      <a:tcTxStyle b="off" i="off"/>
      <a:tcStyle>
        <a:fill>
          <a:solidFill>
            <a:srgbClr val="CDE3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E3E7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orbel-regular.fntdata"/><Relationship Id="rId50" Type="http://schemas.openxmlformats.org/officeDocument/2006/relationships/slide" Target="slides/slide44.xml"/><Relationship Id="rId53" Type="http://schemas.openxmlformats.org/officeDocument/2006/relationships/font" Target="fonts/Corbel-italic.fntdata"/><Relationship Id="rId52" Type="http://schemas.openxmlformats.org/officeDocument/2006/relationships/font" Target="fonts/Corbel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Corbel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3" name="Google Shape;41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9" name="Google Shape;60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3" name="Google Shape;70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9" name="Google Shape;74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6" name="Google Shape;79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4" name="Google Shape;84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1" name="Google Shape;89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7" name="Google Shape;93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2" name="Google Shape;98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7" name="Google Shape;102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2" name="Google Shape;107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7" name="Google Shape;111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2" name="Google Shape;116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8" name="Google Shape;120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2" name="Google Shape;1252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5" name="Google Shape;129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3" name="Google Shape;134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1" name="Google Shape;1351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/>
          <p:nvPr>
            <p:ph type="ctrTitle"/>
          </p:nvPr>
        </p:nvSpPr>
        <p:spPr>
          <a:xfrm>
            <a:off x="2209800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  <a:defRPr b="0" sz="9600">
                <a:solidFill>
                  <a:srgbClr val="E2E2E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4"/>
          <p:cNvSpPr txBox="1"/>
          <p:nvPr>
            <p:ph idx="1" type="subTitle"/>
          </p:nvPr>
        </p:nvSpPr>
        <p:spPr>
          <a:xfrm>
            <a:off x="2209799" y="3694375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b="0" sz="32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5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6"/>
          <p:cNvSpPr txBox="1"/>
          <p:nvPr>
            <p:ph idx="1" type="body"/>
          </p:nvPr>
        </p:nvSpPr>
        <p:spPr>
          <a:xfrm>
            <a:off x="1120000" y="1825625"/>
            <a:ext cx="502521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6"/>
          <p:cNvSpPr txBox="1"/>
          <p:nvPr>
            <p:ph idx="2" type="body"/>
          </p:nvPr>
        </p:nvSpPr>
        <p:spPr>
          <a:xfrm>
            <a:off x="6319840" y="1825625"/>
            <a:ext cx="50339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8"/>
          <p:cNvSpPr txBox="1"/>
          <p:nvPr>
            <p:ph type="title"/>
          </p:nvPr>
        </p:nvSpPr>
        <p:spPr>
          <a:xfrm>
            <a:off x="839788" y="2326967"/>
            <a:ext cx="10515600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8"/>
          <p:cNvSpPr txBox="1"/>
          <p:nvPr>
            <p:ph idx="1" type="body"/>
          </p:nvPr>
        </p:nvSpPr>
        <p:spPr>
          <a:xfrm>
            <a:off x="839788" y="4850581"/>
            <a:ext cx="1051401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2" name="Google Shape;42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9"/>
          <p:cNvSpPr txBox="1"/>
          <p:nvPr>
            <p:ph type="ctrTitle"/>
          </p:nvPr>
        </p:nvSpPr>
        <p:spPr>
          <a:xfrm>
            <a:off x="854532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  <a:defRPr b="0" sz="9600">
                <a:solidFill>
                  <a:srgbClr val="E2E2E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9"/>
          <p:cNvSpPr txBox="1"/>
          <p:nvPr>
            <p:ph idx="1" type="subTitle"/>
          </p:nvPr>
        </p:nvSpPr>
        <p:spPr>
          <a:xfrm>
            <a:off x="854532" y="3693674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b="0" sz="320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0"/>
          <p:cNvSpPr txBox="1"/>
          <p:nvPr>
            <p:ph idx="1" type="body"/>
          </p:nvPr>
        </p:nvSpPr>
        <p:spPr>
          <a:xfrm>
            <a:off x="1120000" y="1681163"/>
            <a:ext cx="502521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0"/>
          <p:cNvSpPr txBox="1"/>
          <p:nvPr>
            <p:ph idx="2" type="body"/>
          </p:nvPr>
        </p:nvSpPr>
        <p:spPr>
          <a:xfrm>
            <a:off x="1120000" y="2505075"/>
            <a:ext cx="502521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0"/>
          <p:cNvSpPr txBox="1"/>
          <p:nvPr>
            <p:ph idx="3" type="body"/>
          </p:nvPr>
        </p:nvSpPr>
        <p:spPr>
          <a:xfrm>
            <a:off x="6319840" y="1681163"/>
            <a:ext cx="50355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0"/>
          <p:cNvSpPr txBox="1"/>
          <p:nvPr>
            <p:ph idx="4" type="body"/>
          </p:nvPr>
        </p:nvSpPr>
        <p:spPr>
          <a:xfrm>
            <a:off x="6319840" y="2505075"/>
            <a:ext cx="503554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62"/>
          <p:cNvSpPr txBox="1"/>
          <p:nvPr>
            <p:ph idx="2" type="body"/>
          </p:nvPr>
        </p:nvSpPr>
        <p:spPr>
          <a:xfrm>
            <a:off x="1120000" y="2057400"/>
            <a:ext cx="365202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63"/>
          <p:cNvSpPr txBox="1"/>
          <p:nvPr>
            <p:ph idx="1" type="body"/>
          </p:nvPr>
        </p:nvSpPr>
        <p:spPr>
          <a:xfrm>
            <a:off x="1120000" y="2057400"/>
            <a:ext cx="365202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4"/>
          <p:cNvSpPr txBox="1"/>
          <p:nvPr>
            <p:ph type="title"/>
          </p:nvPr>
        </p:nvSpPr>
        <p:spPr>
          <a:xfrm>
            <a:off x="839788" y="4367160"/>
            <a:ext cx="10515600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4"/>
          <p:cNvSpPr/>
          <p:nvPr>
            <p:ph idx="2" type="pic"/>
          </p:nvPr>
        </p:nvSpPr>
        <p:spPr>
          <a:xfrm>
            <a:off x="839788" y="987425"/>
            <a:ext cx="10515600" cy="337973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64"/>
          <p:cNvSpPr txBox="1"/>
          <p:nvPr>
            <p:ph idx="1" type="body"/>
          </p:nvPr>
        </p:nvSpPr>
        <p:spPr>
          <a:xfrm>
            <a:off x="839788" y="5186516"/>
            <a:ext cx="1051401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5"/>
          <p:cNvSpPr txBox="1"/>
          <p:nvPr>
            <p:ph type="title"/>
          </p:nvPr>
        </p:nvSpPr>
        <p:spPr>
          <a:xfrm>
            <a:off x="839788" y="365125"/>
            <a:ext cx="10515600" cy="3534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5"/>
          <p:cNvSpPr txBox="1"/>
          <p:nvPr>
            <p:ph idx="1" type="body"/>
          </p:nvPr>
        </p:nvSpPr>
        <p:spPr>
          <a:xfrm>
            <a:off x="839788" y="4489399"/>
            <a:ext cx="10514012" cy="1501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6"/>
          <p:cNvSpPr txBox="1"/>
          <p:nvPr>
            <p:ph type="title"/>
          </p:nvPr>
        </p:nvSpPr>
        <p:spPr>
          <a:xfrm>
            <a:off x="1446212" y="365125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4400"/>
              <a:buFont typeface="Corbe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6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66"/>
          <p:cNvSpPr txBox="1"/>
          <p:nvPr>
            <p:ph idx="2" type="body"/>
          </p:nvPr>
        </p:nvSpPr>
        <p:spPr>
          <a:xfrm>
            <a:off x="838200" y="4501729"/>
            <a:ext cx="10512424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66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6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7"/>
          <p:cNvSpPr txBox="1"/>
          <p:nvPr>
            <p:ph idx="1" type="body"/>
          </p:nvPr>
        </p:nvSpPr>
        <p:spPr>
          <a:xfrm>
            <a:off x="1337282" y="188595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3" name="Google Shape;103;p67"/>
          <p:cNvSpPr txBox="1"/>
          <p:nvPr>
            <p:ph idx="2" type="body"/>
          </p:nvPr>
        </p:nvSpPr>
        <p:spPr>
          <a:xfrm>
            <a:off x="1356798" y="257175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" name="Google Shape;104;p67"/>
          <p:cNvSpPr txBox="1"/>
          <p:nvPr>
            <p:ph idx="3" type="body"/>
          </p:nvPr>
        </p:nvSpPr>
        <p:spPr>
          <a:xfrm>
            <a:off x="4587994" y="188595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67"/>
          <p:cNvSpPr txBox="1"/>
          <p:nvPr>
            <p:ph idx="4" type="body"/>
          </p:nvPr>
        </p:nvSpPr>
        <p:spPr>
          <a:xfrm>
            <a:off x="4577441" y="257175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p67"/>
          <p:cNvSpPr txBox="1"/>
          <p:nvPr>
            <p:ph idx="5" type="body"/>
          </p:nvPr>
        </p:nvSpPr>
        <p:spPr>
          <a:xfrm>
            <a:off x="7829035" y="188595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67"/>
          <p:cNvSpPr txBox="1"/>
          <p:nvPr>
            <p:ph idx="6" type="body"/>
          </p:nvPr>
        </p:nvSpPr>
        <p:spPr>
          <a:xfrm>
            <a:off x="7829035" y="257175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8" name="Google Shape;108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8"/>
          <p:cNvSpPr txBox="1"/>
          <p:nvPr>
            <p:ph idx="1" type="body"/>
          </p:nvPr>
        </p:nvSpPr>
        <p:spPr>
          <a:xfrm>
            <a:off x="1332085" y="4297503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b="0" sz="2400">
                <a:solidFill>
                  <a:srgbClr val="EDEDE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68"/>
          <p:cNvSpPr/>
          <p:nvPr>
            <p:ph idx="2" type="pic"/>
          </p:nvPr>
        </p:nvSpPr>
        <p:spPr>
          <a:xfrm>
            <a:off x="1332085" y="2256354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15" name="Google Shape;115;p68"/>
          <p:cNvSpPr txBox="1"/>
          <p:nvPr>
            <p:ph idx="3" type="body"/>
          </p:nvPr>
        </p:nvSpPr>
        <p:spPr>
          <a:xfrm>
            <a:off x="1332085" y="4873765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6" name="Google Shape;116;p68"/>
          <p:cNvSpPr txBox="1"/>
          <p:nvPr>
            <p:ph idx="4" type="body"/>
          </p:nvPr>
        </p:nvSpPr>
        <p:spPr>
          <a:xfrm>
            <a:off x="4568997" y="4297503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b="0" sz="2400">
                <a:solidFill>
                  <a:srgbClr val="EDEDE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7" name="Google Shape;117;p68"/>
          <p:cNvSpPr/>
          <p:nvPr>
            <p:ph idx="5" type="pic"/>
          </p:nvPr>
        </p:nvSpPr>
        <p:spPr>
          <a:xfrm>
            <a:off x="4568996" y="2256354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18" name="Google Shape;118;p68"/>
          <p:cNvSpPr txBox="1"/>
          <p:nvPr>
            <p:ph idx="6" type="body"/>
          </p:nvPr>
        </p:nvSpPr>
        <p:spPr>
          <a:xfrm>
            <a:off x="4567644" y="4873764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68"/>
          <p:cNvSpPr txBox="1"/>
          <p:nvPr>
            <p:ph idx="7" type="body"/>
          </p:nvPr>
        </p:nvSpPr>
        <p:spPr>
          <a:xfrm>
            <a:off x="7804322" y="4297503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b="0" sz="2400">
                <a:solidFill>
                  <a:srgbClr val="EDEDED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68"/>
          <p:cNvSpPr/>
          <p:nvPr>
            <p:ph idx="8" type="pic"/>
          </p:nvPr>
        </p:nvSpPr>
        <p:spPr>
          <a:xfrm>
            <a:off x="7804321" y="2256354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21" name="Google Shape;121;p68"/>
          <p:cNvSpPr txBox="1"/>
          <p:nvPr>
            <p:ph idx="9" type="body"/>
          </p:nvPr>
        </p:nvSpPr>
        <p:spPr>
          <a:xfrm>
            <a:off x="7804197" y="4873762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2" name="Google Shape;122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9"/>
          <p:cNvSpPr txBox="1"/>
          <p:nvPr>
            <p:ph idx="1" type="body"/>
          </p:nvPr>
        </p:nvSpPr>
        <p:spPr>
          <a:xfrm rot="5400000">
            <a:off x="4061231" y="-1115606"/>
            <a:ext cx="4351338" cy="102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  <a:defRPr b="0" i="0" sz="5400" u="none" cap="none" strike="noStrike">
                <a:solidFill>
                  <a:srgbClr val="ECF5D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3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E9F6F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D6EEF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D6EEF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D6EEF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slideshare.net/imamhossain75054/ai-5-local-sear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te yellow robot" id="141" name="Google Shape;141;p1"/>
          <p:cNvPicPr preferRelativeResize="0"/>
          <p:nvPr/>
        </p:nvPicPr>
        <p:blipFill rotWithShape="1">
          <a:blip r:embed="rId4">
            <a:alphaModFix amt="12000"/>
          </a:blip>
          <a:srcRect b="1816" l="0" r="0" t="25208"/>
          <a:stretch/>
        </p:blipFill>
        <p:spPr>
          <a:xfrm>
            <a:off x="20" y="1"/>
            <a:ext cx="12191980" cy="5938683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15000" kx="0" rotWithShape="0" algn="bl" stA="55000" stPos="0" sy="-100000" ky="0"/>
          </a:effectLst>
        </p:spPr>
      </p:pic>
      <p:sp>
        <p:nvSpPr>
          <p:cNvPr id="142" name="Google Shape;142;p1"/>
          <p:cNvSpPr txBox="1"/>
          <p:nvPr>
            <p:ph type="ctrTitle"/>
          </p:nvPr>
        </p:nvSpPr>
        <p:spPr>
          <a:xfrm>
            <a:off x="2209800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143" name="Google Shape;143;p1"/>
          <p:cNvSpPr txBox="1"/>
          <p:nvPr>
            <p:ph idx="1" type="subTitle"/>
          </p:nvPr>
        </p:nvSpPr>
        <p:spPr>
          <a:xfrm>
            <a:off x="2209799" y="3694375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r>
              <a:rPr lang="en-US"/>
              <a:t>Adversarial</a:t>
            </a:r>
            <a:r>
              <a:rPr lang="en-US"/>
              <a:t> Search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Multiagent environments</a:t>
            </a:r>
            <a:endParaRPr/>
          </a:p>
        </p:txBody>
      </p:sp>
      <p:sp>
        <p:nvSpPr>
          <p:cNvPr id="149" name="Google Shape;149;p2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Each agent needs to consider the actions of other agents and how they affect its own welfare.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The unpredictability of these other agents can introduce contingencies into the agent’s problem-solving process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Competitive environments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the agents’ goals are in conflict, giving rise to adversarial search problems—often known as games.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Co-operative environments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taxi-driver</a:t>
            </a:r>
            <a:endParaRPr/>
          </a:p>
        </p:txBody>
      </p:sp>
      <p:sp>
        <p:nvSpPr>
          <p:cNvPr id="150" name="Google Shape;150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51" name="Google Shape;151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 Theory</a:t>
            </a:r>
            <a:endParaRPr/>
          </a:p>
        </p:txBody>
      </p:sp>
      <p:sp>
        <p:nvSpPr>
          <p:cNvPr id="157" name="Google Shape;157;p3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In AI, the most common games are of a rather specialized kind—what game theorists call deterministic, turn-taking, two-player, </a:t>
            </a:r>
            <a:r>
              <a:rPr lang="en-US">
                <a:solidFill>
                  <a:schemeClr val="accent6"/>
                </a:solidFill>
              </a:rPr>
              <a:t>zero-sum</a:t>
            </a:r>
            <a:r>
              <a:rPr lang="en-US"/>
              <a:t> games of </a:t>
            </a:r>
            <a:r>
              <a:rPr lang="en-US">
                <a:solidFill>
                  <a:schemeClr val="accent6"/>
                </a:solidFill>
              </a:rPr>
              <a:t>perfect information </a:t>
            </a:r>
            <a:r>
              <a:rPr lang="en-US"/>
              <a:t>(such as chess).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Deterministic, Fully observable environments in which two agents act alternately and in which the utility values at the end of the game are always equal and opposite.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For example, if one player wins a game of chess, the other player necessarily loses. </a:t>
            </a:r>
            <a:r>
              <a:rPr lang="en-US">
                <a:solidFill>
                  <a:schemeClr val="accent3"/>
                </a:solidFill>
              </a:rPr>
              <a:t>It is this opposition between the agents’ utility functions that makes the situation adversarial.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Zero-sum</a:t>
            </a:r>
            <a:r>
              <a:rPr lang="en-US"/>
              <a:t> is a situation in game theory in which one person's gain is equivalent to another's loss, so the net change in wealth or benefit is zero.</a:t>
            </a:r>
            <a:endParaRPr/>
          </a:p>
        </p:txBody>
      </p:sp>
      <p:sp>
        <p:nvSpPr>
          <p:cNvPr id="158" name="Google Shape;158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59" name="Google Shape;159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Adversarial search</a:t>
            </a:r>
            <a:endParaRPr/>
          </a:p>
        </p:txBody>
      </p:sp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rPr lang="en-US"/>
              <a:t>competitive environments, in which the agents’ goals are in conflict, giving rise to </a:t>
            </a:r>
            <a:r>
              <a:rPr lang="en-US">
                <a:solidFill>
                  <a:schemeClr val="accent6"/>
                </a:solidFill>
              </a:rPr>
              <a:t>adversarial search </a:t>
            </a:r>
            <a:r>
              <a:rPr lang="en-US"/>
              <a:t>problems—often known as games. </a:t>
            </a:r>
            <a:br>
              <a:rPr lang="en-US"/>
            </a:br>
            <a:endParaRPr/>
          </a:p>
        </p:txBody>
      </p:sp>
      <p:sp>
        <p:nvSpPr>
          <p:cNvPr id="166" name="Google Shape;16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67" name="Google Shape;16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Adversarial search</a:t>
            </a:r>
            <a:endParaRPr/>
          </a:p>
        </p:txBody>
      </p:sp>
      <p:sp>
        <p:nvSpPr>
          <p:cNvPr id="173" name="Google Shape;173;p5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24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74" name="Google Shape;17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75" name="Google Shape;17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Games</a:t>
            </a:r>
            <a:endParaRPr/>
          </a:p>
        </p:txBody>
      </p:sp>
      <p:sp>
        <p:nvSpPr>
          <p:cNvPr id="181" name="Google Shape;181;p6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14" r="0" t="-22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82" name="Google Shape;18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83" name="Google Shape;18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Games</a:t>
            </a:r>
            <a:endParaRPr/>
          </a:p>
        </p:txBody>
      </p:sp>
      <p:sp>
        <p:nvSpPr>
          <p:cNvPr id="189" name="Google Shape;189;p7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The initial state, ACTIONS function, and RESULT function define the </a:t>
            </a:r>
            <a:r>
              <a:rPr lang="en-US">
                <a:solidFill>
                  <a:schemeClr val="accent6"/>
                </a:solidFill>
              </a:rPr>
              <a:t>game tree </a:t>
            </a:r>
            <a:r>
              <a:rPr lang="en-US"/>
              <a:t>for the game—a tree where the nodes are game states and the edges are moves.</a:t>
            </a:r>
            <a:endParaRPr/>
          </a:p>
        </p:txBody>
      </p:sp>
      <p:sp>
        <p:nvSpPr>
          <p:cNvPr id="190" name="Google Shape;19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91" name="Google Shape;19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 Tree</a:t>
            </a:r>
            <a:endParaRPr/>
          </a:p>
        </p:txBody>
      </p:sp>
      <p:sp>
        <p:nvSpPr>
          <p:cNvPr id="197" name="Google Shape;19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98" name="Google Shape;19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0508" y="1438708"/>
            <a:ext cx="6433560" cy="491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05" name="Google Shape;20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06" name="Google Shape;20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7" name="Google Shape;20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562" y="1825625"/>
            <a:ext cx="886945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13" name="Google Shape;2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14" name="Google Shape;2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10"/>
          <p:cNvSpPr txBox="1"/>
          <p:nvPr>
            <p:ph idx="1" type="body"/>
          </p:nvPr>
        </p:nvSpPr>
        <p:spPr>
          <a:xfrm>
            <a:off x="1120000" y="1825625"/>
            <a:ext cx="502521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/>
              <a:t>Given a game tree, the optimal strategy can be determined from the minimax value of each node, which we write as MINIMAX(n).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The minimax value of a node is the utility (for MAX) of being in the corresponding state, assuming that both players play optimally from there to the end of the game.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Obviously, the minimax value of a terminal state is just its utility.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/>
              <a:t>Furthermore, given a choice, MAX prefers to move to a state of maximum value, whereas MIN prefers a state of minimum value.</a:t>
            </a:r>
            <a:endParaRPr/>
          </a:p>
        </p:txBody>
      </p:sp>
      <p:pic>
        <p:nvPicPr>
          <p:cNvPr id="216" name="Google Shape;216;p1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6991" y="5021826"/>
            <a:ext cx="5151991" cy="1018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0"/>
          <p:cNvPicPr preferRelativeResize="0"/>
          <p:nvPr/>
        </p:nvPicPr>
        <p:blipFill rotWithShape="1">
          <a:blip r:embed="rId4">
            <a:alphaModFix/>
          </a:blip>
          <a:srcRect b="31391" l="0" r="27571" t="1844"/>
          <a:stretch/>
        </p:blipFill>
        <p:spPr>
          <a:xfrm>
            <a:off x="6206992" y="1345224"/>
            <a:ext cx="5146808" cy="3497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23" name="Google Shape;223;p11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7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224" name="Google Shape;22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25" name="Google Shape;22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Resource Limits</a:t>
            </a:r>
            <a:endParaRPr/>
          </a:p>
        </p:txBody>
      </p:sp>
      <p:sp>
        <p:nvSpPr>
          <p:cNvPr id="231" name="Google Shape;2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32" name="Google Shape;2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8845" y="1825625"/>
            <a:ext cx="709688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39" name="Google Shape;239;p13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/>
              <a:t>Problem: In realistic games, cannot search to leaves!</a:t>
            </a:r>
            <a:endParaRPr/>
          </a:p>
          <a:p>
            <a:pPr indent="-1397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</a:pPr>
            <a:r>
              <a:t/>
            </a:r>
            <a:endParaRPr sz="1400"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/>
              <a:t>Solution: Depth-limited search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/>
              <a:t>Instead, search only to a limited depth in the tree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/>
              <a:t>Replace terminal utilities with an evaluation function</a:t>
            </a:r>
            <a:br>
              <a:rPr lang="en-US" sz="2000"/>
            </a:br>
            <a:r>
              <a:rPr lang="en-US" sz="2000"/>
              <a:t>for non-terminal positions</a:t>
            </a:r>
            <a:endParaRPr/>
          </a:p>
          <a:p>
            <a:pPr indent="-1397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</a:pPr>
            <a:r>
              <a:t/>
            </a:r>
            <a:endParaRPr sz="1400"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/>
              <a:t>Example: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/>
              <a:t>Suppose we have 100 seconds, can explore 10K nodes / sec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/>
              <a:t>So can check 1M nodes per move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/>
              <a:t>α-β reaches about depth 8 – decent chess program</a:t>
            </a:r>
            <a:endParaRPr/>
          </a:p>
          <a:p>
            <a:pPr indent="-1397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</a:pPr>
            <a:r>
              <a:t/>
            </a:r>
            <a:endParaRPr sz="1400"/>
          </a:p>
        </p:txBody>
      </p:sp>
      <p:sp>
        <p:nvSpPr>
          <p:cNvPr id="240" name="Google Shape;24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41" name="Google Shape;24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2" name="Google Shape;242;p13"/>
          <p:cNvGrpSpPr/>
          <p:nvPr/>
        </p:nvGrpSpPr>
        <p:grpSpPr>
          <a:xfrm>
            <a:off x="8204981" y="1019626"/>
            <a:ext cx="3554438" cy="4633912"/>
            <a:chOff x="7924800" y="1462088"/>
            <a:chExt cx="3962400" cy="4633912"/>
          </a:xfrm>
        </p:grpSpPr>
        <p:sp>
          <p:nvSpPr>
            <p:cNvPr id="243" name="Google Shape;243;p13"/>
            <p:cNvSpPr/>
            <p:nvPr/>
          </p:nvSpPr>
          <p:spPr>
            <a:xfrm>
              <a:off x="9296400" y="15240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 rot="10800000">
              <a:off x="8458200" y="19812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 rot="10800000">
              <a:off x="10134600" y="19812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3"/>
            <p:cNvSpPr txBox="1"/>
            <p:nvPr/>
          </p:nvSpPr>
          <p:spPr>
            <a:xfrm>
              <a:off x="102298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" name="Google Shape;247;p13"/>
            <p:cNvCxnSpPr>
              <a:stCxn id="243" idx="3"/>
              <a:endCxn id="244" idx="3"/>
            </p:cNvCxnSpPr>
            <p:nvPr/>
          </p:nvCxnSpPr>
          <p:spPr>
            <a:xfrm flipH="1">
              <a:off x="8648700" y="1828800"/>
              <a:ext cx="8382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8" name="Google Shape;248;p13"/>
            <p:cNvCxnSpPr>
              <a:stCxn id="243" idx="3"/>
              <a:endCxn id="245" idx="3"/>
            </p:cNvCxnSpPr>
            <p:nvPr/>
          </p:nvCxnSpPr>
          <p:spPr>
            <a:xfrm>
              <a:off x="9486900" y="1828800"/>
              <a:ext cx="8382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9" name="Google Shape;249;p13"/>
            <p:cNvCxnSpPr>
              <a:stCxn id="244" idx="0"/>
              <a:endCxn id="250" idx="0"/>
            </p:cNvCxnSpPr>
            <p:nvPr/>
          </p:nvCxnSpPr>
          <p:spPr>
            <a:xfrm flipH="1">
              <a:off x="8305800" y="2286000"/>
              <a:ext cx="3429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1" name="Google Shape;251;p13"/>
            <p:cNvCxnSpPr>
              <a:stCxn id="244" idx="0"/>
              <a:endCxn id="252" idx="0"/>
            </p:cNvCxnSpPr>
            <p:nvPr/>
          </p:nvCxnSpPr>
          <p:spPr>
            <a:xfrm>
              <a:off x="8648700" y="2286000"/>
              <a:ext cx="3429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3" name="Google Shape;253;p13"/>
            <p:cNvCxnSpPr>
              <a:stCxn id="254" idx="3"/>
              <a:endCxn id="255" idx="0"/>
            </p:cNvCxnSpPr>
            <p:nvPr/>
          </p:nvCxnSpPr>
          <p:spPr>
            <a:xfrm flipH="1">
              <a:off x="10325100" y="27432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6" name="Google Shape;256;p13"/>
            <p:cNvCxnSpPr>
              <a:stCxn id="254" idx="3"/>
              <a:endCxn id="257" idx="0"/>
            </p:cNvCxnSpPr>
            <p:nvPr/>
          </p:nvCxnSpPr>
          <p:spPr>
            <a:xfrm>
              <a:off x="10629900" y="27432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58" name="Google Shape;258;p13"/>
            <p:cNvSpPr/>
            <p:nvPr/>
          </p:nvSpPr>
          <p:spPr>
            <a:xfrm>
              <a:off x="8153400" y="24384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8763000" y="24384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9829800" y="24384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10439400" y="24384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8458200" y="28956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8458200" y="38100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10134600" y="28956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10744200" y="28956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8153400" y="33528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8763000" y="33528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65" name="Google Shape;265;p13"/>
            <p:cNvCxnSpPr>
              <a:stCxn id="245" idx="0"/>
              <a:endCxn id="260" idx="0"/>
            </p:cNvCxnSpPr>
            <p:nvPr/>
          </p:nvCxnSpPr>
          <p:spPr>
            <a:xfrm flipH="1">
              <a:off x="10020300" y="22860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6" name="Google Shape;266;p13"/>
            <p:cNvCxnSpPr>
              <a:stCxn id="245" idx="0"/>
              <a:endCxn id="254" idx="0"/>
            </p:cNvCxnSpPr>
            <p:nvPr/>
          </p:nvCxnSpPr>
          <p:spPr>
            <a:xfrm>
              <a:off x="10325100" y="22860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7" name="Google Shape;267;p13"/>
            <p:cNvCxnSpPr>
              <a:stCxn id="259" idx="3"/>
              <a:endCxn id="261" idx="0"/>
            </p:cNvCxnSpPr>
            <p:nvPr/>
          </p:nvCxnSpPr>
          <p:spPr>
            <a:xfrm flipH="1">
              <a:off x="8648700" y="27432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68" name="Google Shape;268;p13"/>
            <p:cNvSpPr/>
            <p:nvPr/>
          </p:nvSpPr>
          <p:spPr>
            <a:xfrm>
              <a:off x="9067800" y="38100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69" name="Google Shape;269;p13"/>
            <p:cNvCxnSpPr>
              <a:stCxn id="261" idx="3"/>
              <a:endCxn id="263" idx="0"/>
            </p:cNvCxnSpPr>
            <p:nvPr/>
          </p:nvCxnSpPr>
          <p:spPr>
            <a:xfrm flipH="1">
              <a:off x="8343900" y="32004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0" name="Google Shape;270;p13"/>
            <p:cNvCxnSpPr>
              <a:stCxn id="261" idx="3"/>
              <a:endCxn id="264" idx="0"/>
            </p:cNvCxnSpPr>
            <p:nvPr/>
          </p:nvCxnSpPr>
          <p:spPr>
            <a:xfrm>
              <a:off x="8648700" y="32004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1" name="Google Shape;271;p13"/>
            <p:cNvCxnSpPr>
              <a:stCxn id="264" idx="3"/>
              <a:endCxn id="262" idx="0"/>
            </p:cNvCxnSpPr>
            <p:nvPr/>
          </p:nvCxnSpPr>
          <p:spPr>
            <a:xfrm flipH="1">
              <a:off x="8648700" y="36576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72" name="Google Shape;272;p13"/>
            <p:cNvCxnSpPr>
              <a:stCxn id="264" idx="3"/>
              <a:endCxn id="268" idx="0"/>
            </p:cNvCxnSpPr>
            <p:nvPr/>
          </p:nvCxnSpPr>
          <p:spPr>
            <a:xfrm>
              <a:off x="8953500" y="36576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73" name="Google Shape;273;p13"/>
            <p:cNvSpPr/>
            <p:nvPr/>
          </p:nvSpPr>
          <p:spPr>
            <a:xfrm>
              <a:off x="79248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87630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97536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105918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8102600" y="4114800"/>
              <a:ext cx="508000" cy="1676400"/>
            </a:xfrm>
            <a:custGeom>
              <a:rect b="b" l="l" r="r" t="t"/>
              <a:pathLst>
                <a:path extrusionOk="0" h="1440" w="320">
                  <a:moveTo>
                    <a:pt x="320" y="0"/>
                  </a:moveTo>
                  <a:cubicBezTo>
                    <a:pt x="232" y="72"/>
                    <a:pt x="144" y="144"/>
                    <a:pt x="128" y="240"/>
                  </a:cubicBezTo>
                  <a:cubicBezTo>
                    <a:pt x="112" y="336"/>
                    <a:pt x="240" y="480"/>
                    <a:pt x="224" y="576"/>
                  </a:cubicBezTo>
                  <a:cubicBezTo>
                    <a:pt x="208" y="672"/>
                    <a:pt x="64" y="736"/>
                    <a:pt x="32" y="816"/>
                  </a:cubicBezTo>
                  <a:cubicBezTo>
                    <a:pt x="0" y="896"/>
                    <a:pt x="32" y="952"/>
                    <a:pt x="32" y="1056"/>
                  </a:cubicBezTo>
                  <a:cubicBezTo>
                    <a:pt x="32" y="1160"/>
                    <a:pt x="32" y="1300"/>
                    <a:pt x="32" y="1440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8890000" y="4114800"/>
              <a:ext cx="406400" cy="1676400"/>
            </a:xfrm>
            <a:custGeom>
              <a:rect b="b" l="l" r="r" t="t"/>
              <a:pathLst>
                <a:path extrusionOk="0" h="1056" w="256">
                  <a:moveTo>
                    <a:pt x="256" y="0"/>
                  </a:moveTo>
                  <a:cubicBezTo>
                    <a:pt x="140" y="148"/>
                    <a:pt x="24" y="296"/>
                    <a:pt x="16" y="384"/>
                  </a:cubicBezTo>
                  <a:cubicBezTo>
                    <a:pt x="8" y="472"/>
                    <a:pt x="208" y="456"/>
                    <a:pt x="208" y="528"/>
                  </a:cubicBezTo>
                  <a:cubicBezTo>
                    <a:pt x="208" y="600"/>
                    <a:pt x="32" y="728"/>
                    <a:pt x="16" y="816"/>
                  </a:cubicBezTo>
                  <a:cubicBezTo>
                    <a:pt x="0" y="904"/>
                    <a:pt x="56" y="980"/>
                    <a:pt x="112" y="1056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10515600" y="3200400"/>
              <a:ext cx="457200" cy="2590800"/>
            </a:xfrm>
            <a:custGeom>
              <a:rect b="b" l="l" r="r" t="t"/>
              <a:pathLst>
                <a:path extrusionOk="0" h="1056" w="256">
                  <a:moveTo>
                    <a:pt x="256" y="0"/>
                  </a:moveTo>
                  <a:cubicBezTo>
                    <a:pt x="140" y="148"/>
                    <a:pt x="24" y="296"/>
                    <a:pt x="16" y="384"/>
                  </a:cubicBezTo>
                  <a:cubicBezTo>
                    <a:pt x="8" y="472"/>
                    <a:pt x="208" y="456"/>
                    <a:pt x="208" y="528"/>
                  </a:cubicBezTo>
                  <a:cubicBezTo>
                    <a:pt x="208" y="600"/>
                    <a:pt x="32" y="728"/>
                    <a:pt x="16" y="816"/>
                  </a:cubicBezTo>
                  <a:cubicBezTo>
                    <a:pt x="0" y="904"/>
                    <a:pt x="56" y="980"/>
                    <a:pt x="112" y="1056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9944100" y="3200400"/>
              <a:ext cx="508000" cy="2590800"/>
            </a:xfrm>
            <a:custGeom>
              <a:rect b="b" l="l" r="r" t="t"/>
              <a:pathLst>
                <a:path extrusionOk="0" h="1632" w="320">
                  <a:moveTo>
                    <a:pt x="216" y="0"/>
                  </a:moveTo>
                  <a:cubicBezTo>
                    <a:pt x="268" y="108"/>
                    <a:pt x="320" y="216"/>
                    <a:pt x="312" y="336"/>
                  </a:cubicBezTo>
                  <a:cubicBezTo>
                    <a:pt x="304" y="456"/>
                    <a:pt x="192" y="576"/>
                    <a:pt x="168" y="720"/>
                  </a:cubicBezTo>
                  <a:cubicBezTo>
                    <a:pt x="144" y="864"/>
                    <a:pt x="192" y="1104"/>
                    <a:pt x="168" y="1200"/>
                  </a:cubicBezTo>
                  <a:cubicBezTo>
                    <a:pt x="144" y="1296"/>
                    <a:pt x="48" y="1224"/>
                    <a:pt x="24" y="1296"/>
                  </a:cubicBezTo>
                  <a:cubicBezTo>
                    <a:pt x="0" y="1368"/>
                    <a:pt x="12" y="1500"/>
                    <a:pt x="24" y="1632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81" name="Google Shape;281;p13"/>
            <p:cNvCxnSpPr>
              <a:stCxn id="259" idx="3"/>
              <a:endCxn id="282" idx="0"/>
            </p:cNvCxnSpPr>
            <p:nvPr/>
          </p:nvCxnSpPr>
          <p:spPr>
            <a:xfrm>
              <a:off x="8953500" y="27432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82" name="Google Shape;282;p13"/>
            <p:cNvSpPr/>
            <p:nvPr/>
          </p:nvSpPr>
          <p:spPr>
            <a:xfrm>
              <a:off x="9067800" y="28956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80772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87630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97536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104394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9296400" y="15240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0099F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182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3"/>
            <p:cNvSpPr txBox="1"/>
            <p:nvPr/>
          </p:nvSpPr>
          <p:spPr>
            <a:xfrm>
              <a:off x="11223625" y="1919288"/>
              <a:ext cx="6635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3"/>
            <p:cNvSpPr txBox="1"/>
            <p:nvPr/>
          </p:nvSpPr>
          <p:spPr>
            <a:xfrm>
              <a:off x="11223625" y="1462088"/>
              <a:ext cx="6635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3"/>
            <p:cNvSpPr/>
            <p:nvPr/>
          </p:nvSpPr>
          <p:spPr>
            <a:xfrm rot="10800000">
              <a:off x="8458200" y="19812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FF757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3"/>
            <p:cNvSpPr txBox="1"/>
            <p:nvPr/>
          </p:nvSpPr>
          <p:spPr>
            <a:xfrm>
              <a:off x="85534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457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3"/>
            <p:cNvSpPr/>
            <p:nvPr/>
          </p:nvSpPr>
          <p:spPr>
            <a:xfrm rot="10800000">
              <a:off x="10134600" y="19812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FF757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3"/>
            <p:cNvSpPr txBox="1"/>
            <p:nvPr/>
          </p:nvSpPr>
          <p:spPr>
            <a:xfrm>
              <a:off x="102298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457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97" name="Google Shape;297;p14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/>
              <a:t>Guarantee of optimal play is gone</a:t>
            </a:r>
            <a:endParaRPr/>
          </a:p>
          <a:p>
            <a:pPr indent="-1397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</a:pPr>
            <a:r>
              <a:t/>
            </a:r>
            <a:endParaRPr sz="1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/>
              <a:t>Evaluation functions are always imperfect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/>
              <a:t>The deeper in the tree the evaluation function is buried, </a:t>
            </a:r>
            <a:br>
              <a:rPr lang="en-US" sz="2400"/>
            </a:br>
            <a:r>
              <a:rPr lang="en-US" sz="2400"/>
              <a:t>the less the quality of the evaluation function matters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/>
              <a:t>An important example of the tradeoff </a:t>
            </a:r>
            <a:br>
              <a:rPr lang="en-US" sz="2400"/>
            </a:br>
            <a:r>
              <a:rPr lang="en-US" sz="2400"/>
              <a:t>between complexity of features and </a:t>
            </a:r>
            <a:br>
              <a:rPr lang="en-US" sz="2400"/>
            </a:br>
            <a:r>
              <a:rPr lang="en-US" sz="2400"/>
              <a:t>complexity of computation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/>
              <a:t>But do we </a:t>
            </a:r>
            <a:r>
              <a:rPr b="1" lang="en-US" sz="2400"/>
              <a:t>always</a:t>
            </a:r>
            <a:r>
              <a:rPr lang="en-US" sz="2400"/>
              <a:t> need to iterate the whole tree?</a:t>
            </a:r>
            <a:endParaRPr/>
          </a:p>
        </p:txBody>
      </p:sp>
      <p:sp>
        <p:nvSpPr>
          <p:cNvPr id="298" name="Google Shape;29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99" name="Google Shape;29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0" name="Google Shape;300;p14"/>
          <p:cNvGrpSpPr/>
          <p:nvPr/>
        </p:nvGrpSpPr>
        <p:grpSpPr>
          <a:xfrm>
            <a:off x="8204981" y="1019626"/>
            <a:ext cx="3554438" cy="4633912"/>
            <a:chOff x="7924800" y="1462088"/>
            <a:chExt cx="3962400" cy="4633912"/>
          </a:xfrm>
        </p:grpSpPr>
        <p:sp>
          <p:nvSpPr>
            <p:cNvPr id="301" name="Google Shape;301;p14"/>
            <p:cNvSpPr/>
            <p:nvPr/>
          </p:nvSpPr>
          <p:spPr>
            <a:xfrm>
              <a:off x="9296400" y="15240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4"/>
            <p:cNvSpPr/>
            <p:nvPr/>
          </p:nvSpPr>
          <p:spPr>
            <a:xfrm rot="10800000">
              <a:off x="8458200" y="19812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4"/>
            <p:cNvSpPr/>
            <p:nvPr/>
          </p:nvSpPr>
          <p:spPr>
            <a:xfrm rot="10800000">
              <a:off x="10134600" y="19812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4"/>
            <p:cNvSpPr txBox="1"/>
            <p:nvPr/>
          </p:nvSpPr>
          <p:spPr>
            <a:xfrm>
              <a:off x="102298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5" name="Google Shape;305;p14"/>
            <p:cNvCxnSpPr>
              <a:stCxn id="301" idx="3"/>
              <a:endCxn id="302" idx="3"/>
            </p:cNvCxnSpPr>
            <p:nvPr/>
          </p:nvCxnSpPr>
          <p:spPr>
            <a:xfrm flipH="1">
              <a:off x="8648700" y="1828800"/>
              <a:ext cx="8382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6" name="Google Shape;306;p14"/>
            <p:cNvCxnSpPr>
              <a:stCxn id="301" idx="3"/>
              <a:endCxn id="303" idx="3"/>
            </p:cNvCxnSpPr>
            <p:nvPr/>
          </p:nvCxnSpPr>
          <p:spPr>
            <a:xfrm>
              <a:off x="9486900" y="1828800"/>
              <a:ext cx="8382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7" name="Google Shape;307;p14"/>
            <p:cNvCxnSpPr>
              <a:stCxn id="302" idx="0"/>
              <a:endCxn id="308" idx="0"/>
            </p:cNvCxnSpPr>
            <p:nvPr/>
          </p:nvCxnSpPr>
          <p:spPr>
            <a:xfrm flipH="1">
              <a:off x="8305800" y="2286000"/>
              <a:ext cx="3429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9" name="Google Shape;309;p14"/>
            <p:cNvCxnSpPr>
              <a:stCxn id="302" idx="0"/>
              <a:endCxn id="310" idx="0"/>
            </p:cNvCxnSpPr>
            <p:nvPr/>
          </p:nvCxnSpPr>
          <p:spPr>
            <a:xfrm>
              <a:off x="8648700" y="2286000"/>
              <a:ext cx="3429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1" name="Google Shape;311;p14"/>
            <p:cNvCxnSpPr>
              <a:stCxn id="312" idx="3"/>
              <a:endCxn id="313" idx="0"/>
            </p:cNvCxnSpPr>
            <p:nvPr/>
          </p:nvCxnSpPr>
          <p:spPr>
            <a:xfrm flipH="1">
              <a:off x="10325100" y="27432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4" name="Google Shape;314;p14"/>
            <p:cNvCxnSpPr>
              <a:stCxn id="312" idx="3"/>
              <a:endCxn id="315" idx="0"/>
            </p:cNvCxnSpPr>
            <p:nvPr/>
          </p:nvCxnSpPr>
          <p:spPr>
            <a:xfrm>
              <a:off x="10629900" y="27432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6" name="Google Shape;316;p14"/>
            <p:cNvSpPr/>
            <p:nvPr/>
          </p:nvSpPr>
          <p:spPr>
            <a:xfrm>
              <a:off x="8153400" y="24384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8763000" y="24384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9829800" y="24384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10439400" y="24384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8458200" y="28956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8458200" y="38100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10134600" y="28956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10744200" y="28956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8153400" y="33528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8763000" y="33528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23" name="Google Shape;323;p14"/>
            <p:cNvCxnSpPr>
              <a:stCxn id="303" idx="0"/>
              <a:endCxn id="318" idx="0"/>
            </p:cNvCxnSpPr>
            <p:nvPr/>
          </p:nvCxnSpPr>
          <p:spPr>
            <a:xfrm flipH="1">
              <a:off x="10020300" y="22860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4" name="Google Shape;324;p14"/>
            <p:cNvCxnSpPr>
              <a:stCxn id="303" idx="0"/>
              <a:endCxn id="312" idx="0"/>
            </p:cNvCxnSpPr>
            <p:nvPr/>
          </p:nvCxnSpPr>
          <p:spPr>
            <a:xfrm>
              <a:off x="10325100" y="22860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5" name="Google Shape;325;p14"/>
            <p:cNvCxnSpPr>
              <a:stCxn id="317" idx="3"/>
              <a:endCxn id="319" idx="0"/>
            </p:cNvCxnSpPr>
            <p:nvPr/>
          </p:nvCxnSpPr>
          <p:spPr>
            <a:xfrm flipH="1">
              <a:off x="8648700" y="27432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26" name="Google Shape;326;p14"/>
            <p:cNvSpPr/>
            <p:nvPr/>
          </p:nvSpPr>
          <p:spPr>
            <a:xfrm>
              <a:off x="9067800" y="38100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27" name="Google Shape;327;p14"/>
            <p:cNvCxnSpPr>
              <a:stCxn id="319" idx="3"/>
              <a:endCxn id="321" idx="0"/>
            </p:cNvCxnSpPr>
            <p:nvPr/>
          </p:nvCxnSpPr>
          <p:spPr>
            <a:xfrm flipH="1">
              <a:off x="8343900" y="32004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8" name="Google Shape;328;p14"/>
            <p:cNvCxnSpPr>
              <a:stCxn id="319" idx="3"/>
              <a:endCxn id="322" idx="0"/>
            </p:cNvCxnSpPr>
            <p:nvPr/>
          </p:nvCxnSpPr>
          <p:spPr>
            <a:xfrm>
              <a:off x="8648700" y="32004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29" name="Google Shape;329;p14"/>
            <p:cNvCxnSpPr>
              <a:stCxn id="322" idx="3"/>
              <a:endCxn id="320" idx="0"/>
            </p:cNvCxnSpPr>
            <p:nvPr/>
          </p:nvCxnSpPr>
          <p:spPr>
            <a:xfrm flipH="1">
              <a:off x="8648700" y="36576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30" name="Google Shape;330;p14"/>
            <p:cNvCxnSpPr>
              <a:stCxn id="322" idx="3"/>
              <a:endCxn id="326" idx="0"/>
            </p:cNvCxnSpPr>
            <p:nvPr/>
          </p:nvCxnSpPr>
          <p:spPr>
            <a:xfrm>
              <a:off x="8953500" y="36576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31" name="Google Shape;331;p14"/>
            <p:cNvSpPr/>
            <p:nvPr/>
          </p:nvSpPr>
          <p:spPr>
            <a:xfrm>
              <a:off x="79248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87630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97536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105918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8102600" y="4114800"/>
              <a:ext cx="508000" cy="1676400"/>
            </a:xfrm>
            <a:custGeom>
              <a:rect b="b" l="l" r="r" t="t"/>
              <a:pathLst>
                <a:path extrusionOk="0" h="1440" w="320">
                  <a:moveTo>
                    <a:pt x="320" y="0"/>
                  </a:moveTo>
                  <a:cubicBezTo>
                    <a:pt x="232" y="72"/>
                    <a:pt x="144" y="144"/>
                    <a:pt x="128" y="240"/>
                  </a:cubicBezTo>
                  <a:cubicBezTo>
                    <a:pt x="112" y="336"/>
                    <a:pt x="240" y="480"/>
                    <a:pt x="224" y="576"/>
                  </a:cubicBezTo>
                  <a:cubicBezTo>
                    <a:pt x="208" y="672"/>
                    <a:pt x="64" y="736"/>
                    <a:pt x="32" y="816"/>
                  </a:cubicBezTo>
                  <a:cubicBezTo>
                    <a:pt x="0" y="896"/>
                    <a:pt x="32" y="952"/>
                    <a:pt x="32" y="1056"/>
                  </a:cubicBezTo>
                  <a:cubicBezTo>
                    <a:pt x="32" y="1160"/>
                    <a:pt x="32" y="1300"/>
                    <a:pt x="32" y="1440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8890000" y="4114800"/>
              <a:ext cx="406400" cy="1676400"/>
            </a:xfrm>
            <a:custGeom>
              <a:rect b="b" l="l" r="r" t="t"/>
              <a:pathLst>
                <a:path extrusionOk="0" h="1056" w="256">
                  <a:moveTo>
                    <a:pt x="256" y="0"/>
                  </a:moveTo>
                  <a:cubicBezTo>
                    <a:pt x="140" y="148"/>
                    <a:pt x="24" y="296"/>
                    <a:pt x="16" y="384"/>
                  </a:cubicBezTo>
                  <a:cubicBezTo>
                    <a:pt x="8" y="472"/>
                    <a:pt x="208" y="456"/>
                    <a:pt x="208" y="528"/>
                  </a:cubicBezTo>
                  <a:cubicBezTo>
                    <a:pt x="208" y="600"/>
                    <a:pt x="32" y="728"/>
                    <a:pt x="16" y="816"/>
                  </a:cubicBezTo>
                  <a:cubicBezTo>
                    <a:pt x="0" y="904"/>
                    <a:pt x="56" y="980"/>
                    <a:pt x="112" y="1056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10515600" y="3200400"/>
              <a:ext cx="457200" cy="2590800"/>
            </a:xfrm>
            <a:custGeom>
              <a:rect b="b" l="l" r="r" t="t"/>
              <a:pathLst>
                <a:path extrusionOk="0" h="1056" w="256">
                  <a:moveTo>
                    <a:pt x="256" y="0"/>
                  </a:moveTo>
                  <a:cubicBezTo>
                    <a:pt x="140" y="148"/>
                    <a:pt x="24" y="296"/>
                    <a:pt x="16" y="384"/>
                  </a:cubicBezTo>
                  <a:cubicBezTo>
                    <a:pt x="8" y="472"/>
                    <a:pt x="208" y="456"/>
                    <a:pt x="208" y="528"/>
                  </a:cubicBezTo>
                  <a:cubicBezTo>
                    <a:pt x="208" y="600"/>
                    <a:pt x="32" y="728"/>
                    <a:pt x="16" y="816"/>
                  </a:cubicBezTo>
                  <a:cubicBezTo>
                    <a:pt x="0" y="904"/>
                    <a:pt x="56" y="980"/>
                    <a:pt x="112" y="1056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9944100" y="3200400"/>
              <a:ext cx="508000" cy="2590800"/>
            </a:xfrm>
            <a:custGeom>
              <a:rect b="b" l="l" r="r" t="t"/>
              <a:pathLst>
                <a:path extrusionOk="0" h="1632" w="320">
                  <a:moveTo>
                    <a:pt x="216" y="0"/>
                  </a:moveTo>
                  <a:cubicBezTo>
                    <a:pt x="268" y="108"/>
                    <a:pt x="320" y="216"/>
                    <a:pt x="312" y="336"/>
                  </a:cubicBezTo>
                  <a:cubicBezTo>
                    <a:pt x="304" y="456"/>
                    <a:pt x="192" y="576"/>
                    <a:pt x="168" y="720"/>
                  </a:cubicBezTo>
                  <a:cubicBezTo>
                    <a:pt x="144" y="864"/>
                    <a:pt x="192" y="1104"/>
                    <a:pt x="168" y="1200"/>
                  </a:cubicBezTo>
                  <a:cubicBezTo>
                    <a:pt x="144" y="1296"/>
                    <a:pt x="48" y="1224"/>
                    <a:pt x="24" y="1296"/>
                  </a:cubicBezTo>
                  <a:cubicBezTo>
                    <a:pt x="0" y="1368"/>
                    <a:pt x="12" y="1500"/>
                    <a:pt x="24" y="1632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39" name="Google Shape;339;p14"/>
            <p:cNvCxnSpPr>
              <a:stCxn id="317" idx="3"/>
              <a:endCxn id="340" idx="0"/>
            </p:cNvCxnSpPr>
            <p:nvPr/>
          </p:nvCxnSpPr>
          <p:spPr>
            <a:xfrm>
              <a:off x="8953500" y="2743200"/>
              <a:ext cx="304800" cy="152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40" name="Google Shape;340;p14"/>
            <p:cNvSpPr/>
            <p:nvPr/>
          </p:nvSpPr>
          <p:spPr>
            <a:xfrm>
              <a:off x="9067800" y="28956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CCCCCC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80772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87630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97536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104394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9296400" y="15240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0099FF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b" bIns="45700" lIns="91425" spcFirstLastPara="1" rIns="91425" wrap="square" tIns="182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11223625" y="1919288"/>
              <a:ext cx="6635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4"/>
            <p:cNvSpPr txBox="1"/>
            <p:nvPr/>
          </p:nvSpPr>
          <p:spPr>
            <a:xfrm>
              <a:off x="11223625" y="1462088"/>
              <a:ext cx="6635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 rot="10800000">
              <a:off x="8458200" y="19812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FF757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4"/>
            <p:cNvSpPr txBox="1"/>
            <p:nvPr/>
          </p:nvSpPr>
          <p:spPr>
            <a:xfrm>
              <a:off x="85534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457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 rot="10800000">
              <a:off x="10134600" y="1981200"/>
              <a:ext cx="381000" cy="304800"/>
            </a:xfrm>
            <a:prstGeom prst="triangle">
              <a:avLst>
                <a:gd fmla="val 50000" name="adj"/>
              </a:avLst>
            </a:prstGeom>
            <a:solidFill>
              <a:srgbClr val="FF757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4"/>
            <p:cNvSpPr txBox="1"/>
            <p:nvPr/>
          </p:nvSpPr>
          <p:spPr>
            <a:xfrm>
              <a:off x="102298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1" anchor="ctr" bIns="4570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Iterating with Limited Resources</a:t>
            </a:r>
            <a:endParaRPr/>
          </a:p>
        </p:txBody>
      </p:sp>
      <p:sp>
        <p:nvSpPr>
          <p:cNvPr id="355" name="Google Shape;355;p15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BE0B"/>
              </a:buClr>
              <a:buSzPts val="2800"/>
              <a:buChar char="•"/>
            </a:pPr>
            <a:r>
              <a:rPr b="1" lang="en-US" u="sng">
                <a:solidFill>
                  <a:srgbClr val="D6BE0B"/>
                </a:solidFill>
              </a:rPr>
              <a:t>Pruning</a:t>
            </a:r>
            <a:r>
              <a:rPr lang="en-US">
                <a:solidFill>
                  <a:schemeClr val="accent3"/>
                </a:solidFill>
              </a:rPr>
              <a:t> allows us to ignore portions of the search tree that make no difference to the final choice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6BE0B"/>
              </a:buClr>
              <a:buSzPts val="2800"/>
              <a:buChar char="•"/>
            </a:pPr>
            <a:r>
              <a:rPr b="1" lang="en-US" u="sng">
                <a:solidFill>
                  <a:srgbClr val="D6BE0B"/>
                </a:solidFill>
              </a:rPr>
              <a:t>Heuristic evaluation functions</a:t>
            </a:r>
            <a:r>
              <a:rPr lang="en-US" u="sng">
                <a:solidFill>
                  <a:schemeClr val="accent3"/>
                </a:solidFill>
              </a:rPr>
              <a:t> </a:t>
            </a:r>
            <a:r>
              <a:rPr lang="en-US">
                <a:solidFill>
                  <a:schemeClr val="accent3"/>
                </a:solidFill>
              </a:rPr>
              <a:t>allow us to approximate the true utility of a state without doing a complete search</a:t>
            </a:r>
            <a:r>
              <a:rPr lang="en-US"/>
              <a:t>. </a:t>
            </a:r>
            <a:endParaRPr/>
          </a:p>
        </p:txBody>
      </p:sp>
      <p:sp>
        <p:nvSpPr>
          <p:cNvPr id="356" name="Google Shape;3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57" name="Google Shape;3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 Tree Pruning</a:t>
            </a:r>
            <a:endParaRPr/>
          </a:p>
        </p:txBody>
      </p:sp>
      <p:sp>
        <p:nvSpPr>
          <p:cNvPr id="363" name="Google Shape;36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64" name="Google Shape;36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5" name="Google Shape;365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895" y="1825625"/>
            <a:ext cx="6620784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Minimax Search: Pruning</a:t>
            </a:r>
            <a:endParaRPr/>
          </a:p>
        </p:txBody>
      </p:sp>
      <p:sp>
        <p:nvSpPr>
          <p:cNvPr id="371" name="Google Shape;371;p17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The problem with minimax search is that the number of game states it has to examine is exponential in the depth of the tree.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We can’t eliminate the exponent,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But it turns out </a:t>
            </a:r>
            <a:r>
              <a:rPr lang="en-US">
                <a:solidFill>
                  <a:schemeClr val="accent3"/>
                </a:solidFill>
              </a:rPr>
              <a:t>we can effectively cut it in half</a:t>
            </a:r>
            <a:r>
              <a:rPr lang="en-US"/>
              <a:t>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The trick is that it is possible to compute the correct minimax decision without looking at every node in the game tree. </a:t>
            </a:r>
            <a:endParaRPr/>
          </a:p>
        </p:txBody>
      </p:sp>
      <p:sp>
        <p:nvSpPr>
          <p:cNvPr id="372" name="Google Shape;3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73" name="Google Shape;3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Minimax Search: Pruning</a:t>
            </a:r>
            <a:endParaRPr/>
          </a:p>
        </p:txBody>
      </p:sp>
      <p:sp>
        <p:nvSpPr>
          <p:cNvPr id="379" name="Google Shape;379;p18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Alpha–beta pruning.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When applied to a standard minimax tree, it returns the same move as minimax would, but prunes away branches that cannot possibly influence the final decision.</a:t>
            </a:r>
            <a:endParaRPr/>
          </a:p>
          <a:p>
            <a:pPr indent="-101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2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b="1" lang="en-US"/>
              <a:t>α</a:t>
            </a:r>
            <a:r>
              <a:rPr lang="en-US"/>
              <a:t> = the value of the best (i.e., highest-value) choice we have found so far at any choice point along the path for </a:t>
            </a:r>
            <a:r>
              <a:rPr b="1" lang="en-US">
                <a:solidFill>
                  <a:srgbClr val="D6BE0B"/>
                </a:solidFill>
              </a:rPr>
              <a:t>MAX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b="1" lang="en-US"/>
              <a:t>β</a:t>
            </a:r>
            <a:r>
              <a:rPr lang="en-US"/>
              <a:t> = the value of the best (i.e., lowest-value) choice we have found so far at any choice point along the path for </a:t>
            </a:r>
            <a:r>
              <a:rPr b="1" lang="en-US">
                <a:solidFill>
                  <a:srgbClr val="D6BE0B"/>
                </a:solidFill>
              </a:rPr>
              <a:t>MIN</a:t>
            </a:r>
            <a:r>
              <a:rPr lang="en-US"/>
              <a:t>.</a:t>
            </a:r>
            <a:endParaRPr/>
          </a:p>
        </p:txBody>
      </p:sp>
      <p:sp>
        <p:nvSpPr>
          <p:cNvPr id="380" name="Google Shape;38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81" name="Google Shape;38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Alpha Beta pruning</a:t>
            </a:r>
            <a:endParaRPr/>
          </a:p>
        </p:txBody>
      </p:sp>
      <p:sp>
        <p:nvSpPr>
          <p:cNvPr id="387" name="Google Shape;38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88" name="Google Shape;38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9" name="Google Shape;389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4502" l="15693" r="14365" t="1985"/>
          <a:stretch/>
        </p:blipFill>
        <p:spPr>
          <a:xfrm>
            <a:off x="2339599" y="2264840"/>
            <a:ext cx="7795376" cy="3472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395" name="Google Shape;395;p22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96" name="Google Shape;39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97" name="Google Shape;39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8" name="Google Shape;3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098" y="4284"/>
            <a:ext cx="9697803" cy="684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406" name="Google Shape;40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7" name="Google Shape;4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098" y="4284"/>
            <a:ext cx="9697803" cy="684943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3"/>
          <p:cNvSpPr txBox="1"/>
          <p:nvPr/>
        </p:nvSpPr>
        <p:spPr>
          <a:xfrm>
            <a:off x="9430326" y="6418263"/>
            <a:ext cx="30328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3"/>
          <p:cNvSpPr txBox="1"/>
          <p:nvPr/>
        </p:nvSpPr>
        <p:spPr>
          <a:xfrm>
            <a:off x="4696689" y="6484383"/>
            <a:ext cx="30328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4854502" y="5449749"/>
            <a:ext cx="30328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"/>
          <p:cNvSpPr txBox="1"/>
          <p:nvPr>
            <p:ph type="title"/>
          </p:nvPr>
        </p:nvSpPr>
        <p:spPr>
          <a:xfrm>
            <a:off x="839788" y="2326967"/>
            <a:ext cx="10515600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Example of Alpha Beta Pruning</a:t>
            </a:r>
            <a:endParaRPr/>
          </a:p>
        </p:txBody>
      </p:sp>
      <p:sp>
        <p:nvSpPr>
          <p:cNvPr id="416" name="Google Shape;416;p24"/>
          <p:cNvSpPr txBox="1"/>
          <p:nvPr>
            <p:ph idx="1" type="body"/>
          </p:nvPr>
        </p:nvSpPr>
        <p:spPr>
          <a:xfrm>
            <a:off x="839788" y="4850581"/>
            <a:ext cx="1051401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417" name="Google Shape;41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418" name="Google Shape;41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5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4" name="Google Shape;424;p25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p25"/>
          <p:cNvCxnSpPr>
            <a:stCxn id="424" idx="0"/>
            <a:endCxn id="423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9" name="Google Shape;439;p25"/>
          <p:cNvCxnSpPr>
            <a:stCxn id="423" idx="3"/>
            <a:endCxn id="425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0" name="Google Shape;440;p25"/>
          <p:cNvCxnSpPr>
            <a:stCxn id="424" idx="2"/>
            <a:endCxn id="426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1" name="Google Shape;441;p25"/>
          <p:cNvCxnSpPr>
            <a:stCxn id="424" idx="2"/>
            <a:endCxn id="427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2" name="Google Shape;442;p25"/>
          <p:cNvCxnSpPr>
            <a:stCxn id="425" idx="2"/>
            <a:endCxn id="428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3" name="Google Shape;443;p25"/>
          <p:cNvCxnSpPr>
            <a:stCxn id="425" idx="2"/>
            <a:endCxn id="429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p25"/>
          <p:cNvCxnSpPr>
            <a:stCxn id="426" idx="3"/>
            <a:endCxn id="430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5" name="Google Shape;445;p25"/>
          <p:cNvCxnSpPr>
            <a:stCxn id="426" idx="3"/>
            <a:endCxn id="431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p25"/>
          <p:cNvCxnSpPr>
            <a:stCxn id="427" idx="3"/>
            <a:endCxn id="432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p25"/>
          <p:cNvCxnSpPr>
            <a:stCxn id="427" idx="3"/>
            <a:endCxn id="433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25"/>
          <p:cNvCxnSpPr>
            <a:stCxn id="428" idx="3"/>
            <a:endCxn id="434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9" name="Google Shape;449;p25"/>
          <p:cNvCxnSpPr>
            <a:stCxn id="428" idx="3"/>
            <a:endCxn id="435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0" name="Google Shape;450;p25"/>
          <p:cNvCxnSpPr>
            <a:stCxn id="429" idx="3"/>
            <a:endCxn id="436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51" name="Google Shape;451;p25"/>
          <p:cNvCxnSpPr>
            <a:stCxn id="429" idx="3"/>
            <a:endCxn id="437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52" name="Google Shape;452;p25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53" name="Google Shape;453;p25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54" name="Google Shape;454;p25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55" name="Google Shape;455;p25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56" name="Google Shape;456;p25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57" name="Google Shape;457;p25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58" name="Google Shape;458;p25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59" name="Google Shape;459;p25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60" name="Google Shape;460;p25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61" name="Google Shape;461;p25"/>
          <p:cNvGraphicFramePr/>
          <p:nvPr/>
        </p:nvGraphicFramePr>
        <p:xfrm>
          <a:off x="2429932" y="3228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62" name="Google Shape;462;p25"/>
          <p:cNvGraphicFramePr/>
          <p:nvPr/>
        </p:nvGraphicFramePr>
        <p:xfrm>
          <a:off x="3725331" y="3235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63" name="Google Shape;463;p25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464" name="Google Shape;464;p25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465" name="Google Shape;465;p25"/>
          <p:cNvPicPr preferRelativeResize="0"/>
          <p:nvPr/>
        </p:nvPicPr>
        <p:blipFill rotWithShape="1">
          <a:blip r:embed="rId3">
            <a:alphaModFix/>
          </a:blip>
          <a:srcRect b="15217" l="0" r="34833" t="0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26"/>
          <p:cNvCxnSpPr>
            <a:stCxn id="471" idx="0"/>
            <a:endCxn id="470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6" name="Google Shape;486;p26"/>
          <p:cNvCxnSpPr>
            <a:stCxn id="470" idx="3"/>
            <a:endCxn id="472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7" name="Google Shape;487;p26"/>
          <p:cNvCxnSpPr>
            <a:stCxn id="471" idx="2"/>
            <a:endCxn id="473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8" name="Google Shape;488;p26"/>
          <p:cNvCxnSpPr>
            <a:stCxn id="471" idx="2"/>
            <a:endCxn id="474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9" name="Google Shape;489;p26"/>
          <p:cNvCxnSpPr>
            <a:stCxn id="472" idx="2"/>
            <a:endCxn id="475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0" name="Google Shape;490;p26"/>
          <p:cNvCxnSpPr>
            <a:stCxn id="472" idx="2"/>
            <a:endCxn id="476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1" name="Google Shape;491;p26"/>
          <p:cNvCxnSpPr>
            <a:stCxn id="473" idx="3"/>
            <a:endCxn id="477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2" name="Google Shape;492;p26"/>
          <p:cNvCxnSpPr>
            <a:stCxn id="473" idx="3"/>
            <a:endCxn id="478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3" name="Google Shape;493;p26"/>
          <p:cNvCxnSpPr>
            <a:stCxn id="474" idx="3"/>
            <a:endCxn id="479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4" name="Google Shape;494;p26"/>
          <p:cNvCxnSpPr>
            <a:stCxn id="474" idx="3"/>
            <a:endCxn id="480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5" name="Google Shape;495;p26"/>
          <p:cNvCxnSpPr>
            <a:stCxn id="475" idx="3"/>
            <a:endCxn id="481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6" name="Google Shape;496;p26"/>
          <p:cNvCxnSpPr>
            <a:stCxn id="475" idx="3"/>
            <a:endCxn id="482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7" name="Google Shape;497;p26"/>
          <p:cNvCxnSpPr>
            <a:stCxn id="476" idx="3"/>
            <a:endCxn id="483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98" name="Google Shape;498;p26"/>
          <p:cNvCxnSpPr>
            <a:stCxn id="476" idx="3"/>
            <a:endCxn id="484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499" name="Google Shape;499;p26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0" name="Google Shape;500;p26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1" name="Google Shape;501;p26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2" name="Google Shape;502;p26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3" name="Google Shape;503;p26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4" name="Google Shape;504;p26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5" name="Google Shape;505;p26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6" name="Google Shape;506;p26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7" name="Google Shape;507;p26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8" name="Google Shape;508;p26"/>
          <p:cNvGraphicFramePr/>
          <p:nvPr/>
        </p:nvGraphicFramePr>
        <p:xfrm>
          <a:off x="2429932" y="3228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09" name="Google Shape;509;p26"/>
          <p:cNvGraphicFramePr/>
          <p:nvPr/>
        </p:nvGraphicFramePr>
        <p:xfrm>
          <a:off x="3725331" y="3235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10" name="Google Shape;510;p26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11" name="Google Shape;511;p26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512" name="Google Shape;512;p26"/>
          <p:cNvPicPr preferRelativeResize="0"/>
          <p:nvPr/>
        </p:nvPicPr>
        <p:blipFill rotWithShape="1">
          <a:blip r:embed="rId3">
            <a:alphaModFix/>
          </a:blip>
          <a:srcRect b="15217" l="0" r="34833" t="0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7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p27"/>
          <p:cNvCxnSpPr>
            <a:stCxn id="518" idx="0"/>
            <a:endCxn id="517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" name="Google Shape;533;p27"/>
          <p:cNvCxnSpPr>
            <a:stCxn id="517" idx="3"/>
            <a:endCxn id="519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4" name="Google Shape;534;p27"/>
          <p:cNvCxnSpPr>
            <a:stCxn id="518" idx="2"/>
            <a:endCxn id="520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5" name="Google Shape;535;p27"/>
          <p:cNvCxnSpPr>
            <a:stCxn id="518" idx="2"/>
            <a:endCxn id="521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6" name="Google Shape;536;p27"/>
          <p:cNvCxnSpPr>
            <a:stCxn id="519" idx="2"/>
            <a:endCxn id="522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7" name="Google Shape;537;p27"/>
          <p:cNvCxnSpPr>
            <a:stCxn id="519" idx="2"/>
            <a:endCxn id="523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8" name="Google Shape;538;p27"/>
          <p:cNvCxnSpPr>
            <a:stCxn id="520" idx="3"/>
            <a:endCxn id="524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9" name="Google Shape;539;p27"/>
          <p:cNvCxnSpPr>
            <a:stCxn id="520" idx="3"/>
            <a:endCxn id="525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0" name="Google Shape;540;p27"/>
          <p:cNvCxnSpPr>
            <a:stCxn id="521" idx="3"/>
            <a:endCxn id="526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1" name="Google Shape;541;p27"/>
          <p:cNvCxnSpPr>
            <a:stCxn id="521" idx="3"/>
            <a:endCxn id="527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2" name="Google Shape;542;p27"/>
          <p:cNvCxnSpPr>
            <a:stCxn id="522" idx="3"/>
            <a:endCxn id="528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3" name="Google Shape;543;p27"/>
          <p:cNvCxnSpPr>
            <a:stCxn id="522" idx="3"/>
            <a:endCxn id="529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4" name="Google Shape;544;p27"/>
          <p:cNvCxnSpPr>
            <a:stCxn id="523" idx="3"/>
            <a:endCxn id="530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5" name="Google Shape;545;p27"/>
          <p:cNvCxnSpPr>
            <a:stCxn id="523" idx="3"/>
            <a:endCxn id="531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46" name="Google Shape;546;p27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47" name="Google Shape;547;p27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48" name="Google Shape;548;p27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49" name="Google Shape;549;p27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0" name="Google Shape;550;p27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1" name="Google Shape;551;p27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2" name="Google Shape;552;p27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3" name="Google Shape;553;p27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4" name="Google Shape;554;p27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5" name="Google Shape;555;p27"/>
          <p:cNvGraphicFramePr/>
          <p:nvPr/>
        </p:nvGraphicFramePr>
        <p:xfrm>
          <a:off x="2429932" y="3228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6" name="Google Shape;556;p27"/>
          <p:cNvGraphicFramePr/>
          <p:nvPr/>
        </p:nvGraphicFramePr>
        <p:xfrm>
          <a:off x="3725331" y="3235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7" name="Google Shape;557;p27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58" name="Google Shape;558;p27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559" name="Google Shape;559;p27"/>
          <p:cNvPicPr preferRelativeResize="0"/>
          <p:nvPr/>
        </p:nvPicPr>
        <p:blipFill rotWithShape="1">
          <a:blip r:embed="rId3">
            <a:alphaModFix/>
          </a:blip>
          <a:srcRect b="15217" l="0" r="34833" t="0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8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28"/>
          <p:cNvCxnSpPr>
            <a:stCxn id="565" idx="0"/>
            <a:endCxn id="564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0" name="Google Shape;580;p28"/>
          <p:cNvCxnSpPr>
            <a:stCxn id="564" idx="3"/>
            <a:endCxn id="56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1" name="Google Shape;581;p28"/>
          <p:cNvCxnSpPr>
            <a:stCxn id="565" idx="2"/>
            <a:endCxn id="56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2" name="Google Shape;582;p28"/>
          <p:cNvCxnSpPr>
            <a:stCxn id="565" idx="2"/>
            <a:endCxn id="56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3" name="Google Shape;583;p28"/>
          <p:cNvCxnSpPr>
            <a:stCxn id="566" idx="2"/>
            <a:endCxn id="56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4" name="Google Shape;584;p28"/>
          <p:cNvCxnSpPr>
            <a:stCxn id="566" idx="2"/>
            <a:endCxn id="57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5" name="Google Shape;585;p28"/>
          <p:cNvCxnSpPr>
            <a:stCxn id="567" idx="3"/>
            <a:endCxn id="57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6" name="Google Shape;586;p28"/>
          <p:cNvCxnSpPr>
            <a:stCxn id="567" idx="3"/>
            <a:endCxn id="57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7" name="Google Shape;587;p28"/>
          <p:cNvCxnSpPr>
            <a:stCxn id="568" idx="3"/>
            <a:endCxn id="57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8" name="Google Shape;588;p28"/>
          <p:cNvCxnSpPr>
            <a:stCxn id="568" idx="3"/>
            <a:endCxn id="57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89" name="Google Shape;589;p28"/>
          <p:cNvCxnSpPr>
            <a:stCxn id="569" idx="3"/>
            <a:endCxn id="57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0" name="Google Shape;590;p28"/>
          <p:cNvCxnSpPr>
            <a:stCxn id="569" idx="3"/>
            <a:endCxn id="57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1" name="Google Shape;591;p28"/>
          <p:cNvCxnSpPr>
            <a:stCxn id="570" idx="3"/>
            <a:endCxn id="57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2" name="Google Shape;592;p28"/>
          <p:cNvCxnSpPr>
            <a:stCxn id="570" idx="3"/>
            <a:endCxn id="57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593" name="Google Shape;593;p28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94" name="Google Shape;594;p28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95" name="Google Shape;595;p28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96" name="Google Shape;596;p28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97" name="Google Shape;597;p28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98" name="Google Shape;598;p28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99" name="Google Shape;599;p28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00" name="Google Shape;600;p28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01" name="Google Shape;601;p28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02" name="Google Shape;602;p28"/>
          <p:cNvGraphicFramePr/>
          <p:nvPr/>
        </p:nvGraphicFramePr>
        <p:xfrm>
          <a:off x="2429932" y="3228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03" name="Google Shape;603;p28"/>
          <p:cNvGraphicFramePr/>
          <p:nvPr/>
        </p:nvGraphicFramePr>
        <p:xfrm>
          <a:off x="3725331" y="3235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04" name="Google Shape;604;p28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05" name="Google Shape;605;p28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606" name="Google Shape;60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9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2" name="Google Shape;612;p29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3" name="Google Shape;613;p29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4" name="Google Shape;614;p29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5" name="Google Shape;615;p29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6" name="Google Shape;616;p29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9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6" name="Google Shape;626;p29"/>
          <p:cNvCxnSpPr>
            <a:stCxn id="612" idx="0"/>
            <a:endCxn id="611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7" name="Google Shape;627;p29"/>
          <p:cNvCxnSpPr>
            <a:stCxn id="611" idx="3"/>
            <a:endCxn id="613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8" name="Google Shape;628;p29"/>
          <p:cNvCxnSpPr>
            <a:stCxn id="612" idx="2"/>
            <a:endCxn id="614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29" name="Google Shape;629;p29"/>
          <p:cNvCxnSpPr>
            <a:stCxn id="612" idx="2"/>
            <a:endCxn id="615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0" name="Google Shape;630;p29"/>
          <p:cNvCxnSpPr>
            <a:stCxn id="613" idx="2"/>
            <a:endCxn id="616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1" name="Google Shape;631;p29"/>
          <p:cNvCxnSpPr>
            <a:stCxn id="613" idx="2"/>
            <a:endCxn id="617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2" name="Google Shape;632;p29"/>
          <p:cNvCxnSpPr>
            <a:stCxn id="614" idx="3"/>
            <a:endCxn id="618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3" name="Google Shape;633;p29"/>
          <p:cNvCxnSpPr>
            <a:stCxn id="614" idx="3"/>
            <a:endCxn id="619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4" name="Google Shape;634;p29"/>
          <p:cNvCxnSpPr>
            <a:stCxn id="615" idx="3"/>
            <a:endCxn id="620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5" name="Google Shape;635;p29"/>
          <p:cNvCxnSpPr>
            <a:stCxn id="615" idx="3"/>
            <a:endCxn id="621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6" name="Google Shape;636;p29"/>
          <p:cNvCxnSpPr>
            <a:stCxn id="616" idx="3"/>
            <a:endCxn id="622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7" name="Google Shape;637;p29"/>
          <p:cNvCxnSpPr>
            <a:stCxn id="616" idx="3"/>
            <a:endCxn id="623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8" name="Google Shape;638;p29"/>
          <p:cNvCxnSpPr>
            <a:stCxn id="617" idx="3"/>
            <a:endCxn id="624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9" name="Google Shape;639;p29"/>
          <p:cNvCxnSpPr>
            <a:stCxn id="617" idx="3"/>
            <a:endCxn id="625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40" name="Google Shape;640;p29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1" name="Google Shape;641;p29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2" name="Google Shape;642;p29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3" name="Google Shape;643;p29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4" name="Google Shape;644;p29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5" name="Google Shape;645;p29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6" name="Google Shape;646;p29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7" name="Google Shape;647;p29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8" name="Google Shape;648;p29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49" name="Google Shape;649;p29"/>
          <p:cNvGraphicFramePr/>
          <p:nvPr/>
        </p:nvGraphicFramePr>
        <p:xfrm>
          <a:off x="2429932" y="32283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50" name="Google Shape;650;p29"/>
          <p:cNvGraphicFramePr/>
          <p:nvPr/>
        </p:nvGraphicFramePr>
        <p:xfrm>
          <a:off x="3725331" y="3235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51" name="Google Shape;651;p29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52" name="Google Shape;652;p29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653" name="Google Shape;6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0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1" name="Google Shape;661;p30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3" name="Google Shape;663;p30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5" name="Google Shape;665;p30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3" name="Google Shape;673;p30"/>
          <p:cNvCxnSpPr>
            <a:stCxn id="659" idx="0"/>
            <a:endCxn id="658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4" name="Google Shape;674;p30"/>
          <p:cNvCxnSpPr>
            <a:stCxn id="658" idx="3"/>
            <a:endCxn id="660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5" name="Google Shape;675;p30"/>
          <p:cNvCxnSpPr>
            <a:stCxn id="659" idx="2"/>
            <a:endCxn id="661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6" name="Google Shape;676;p30"/>
          <p:cNvCxnSpPr>
            <a:stCxn id="659" idx="2"/>
            <a:endCxn id="662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7" name="Google Shape;677;p30"/>
          <p:cNvCxnSpPr>
            <a:stCxn id="660" idx="2"/>
            <a:endCxn id="663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8" name="Google Shape;678;p30"/>
          <p:cNvCxnSpPr>
            <a:stCxn id="660" idx="2"/>
            <a:endCxn id="664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9" name="Google Shape;679;p30"/>
          <p:cNvCxnSpPr>
            <a:stCxn id="661" idx="3"/>
            <a:endCxn id="665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0" name="Google Shape;680;p30"/>
          <p:cNvCxnSpPr>
            <a:stCxn id="661" idx="3"/>
            <a:endCxn id="666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1" name="Google Shape;681;p30"/>
          <p:cNvCxnSpPr>
            <a:stCxn id="662" idx="3"/>
            <a:endCxn id="667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2" name="Google Shape;682;p30"/>
          <p:cNvCxnSpPr>
            <a:stCxn id="662" idx="3"/>
            <a:endCxn id="668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3" name="Google Shape;683;p30"/>
          <p:cNvCxnSpPr>
            <a:stCxn id="663" idx="3"/>
            <a:endCxn id="669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4" name="Google Shape;684;p30"/>
          <p:cNvCxnSpPr>
            <a:stCxn id="663" idx="3"/>
            <a:endCxn id="670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5" name="Google Shape;685;p30"/>
          <p:cNvCxnSpPr>
            <a:stCxn id="664" idx="3"/>
            <a:endCxn id="671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6" name="Google Shape;686;p30"/>
          <p:cNvCxnSpPr>
            <a:stCxn id="664" idx="3"/>
            <a:endCxn id="672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687" name="Google Shape;687;p30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88" name="Google Shape;688;p30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89" name="Google Shape;689;p30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0" name="Google Shape;690;p30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1" name="Google Shape;691;p30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2" name="Google Shape;692;p30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3" name="Google Shape;693;p30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4" name="Google Shape;694;p30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5" name="Google Shape;695;p30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6" name="Google Shape;696;p30"/>
          <p:cNvGraphicFramePr/>
          <p:nvPr/>
        </p:nvGraphicFramePr>
        <p:xfrm>
          <a:off x="3725331" y="3235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7" name="Google Shape;697;p30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98" name="Google Shape;698;p30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99" name="Google Shape;699;p30"/>
          <p:cNvSpPr/>
          <p:nvPr/>
        </p:nvSpPr>
        <p:spPr>
          <a:xfrm rot="-1543011">
            <a:off x="2379133" y="3158067"/>
            <a:ext cx="520700" cy="25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00" name="Google Shape;70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1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6" name="Google Shape;706;p31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7" name="Google Shape;707;p31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9" name="Google Shape;709;p31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2" name="Google Shape;712;p31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1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1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1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1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1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1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" name="Google Shape;720;p31"/>
          <p:cNvCxnSpPr>
            <a:stCxn id="706" idx="0"/>
            <a:endCxn id="705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1" name="Google Shape;721;p31"/>
          <p:cNvCxnSpPr>
            <a:stCxn id="705" idx="3"/>
            <a:endCxn id="707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2" name="Google Shape;722;p31"/>
          <p:cNvCxnSpPr>
            <a:stCxn id="706" idx="2"/>
            <a:endCxn id="708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3" name="Google Shape;723;p31"/>
          <p:cNvCxnSpPr>
            <a:stCxn id="706" idx="2"/>
            <a:endCxn id="709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4" name="Google Shape;724;p31"/>
          <p:cNvCxnSpPr>
            <a:stCxn id="707" idx="2"/>
            <a:endCxn id="710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5" name="Google Shape;725;p31"/>
          <p:cNvCxnSpPr>
            <a:stCxn id="707" idx="2"/>
            <a:endCxn id="711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6" name="Google Shape;726;p31"/>
          <p:cNvCxnSpPr>
            <a:stCxn id="708" idx="3"/>
            <a:endCxn id="712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7" name="Google Shape;727;p31"/>
          <p:cNvCxnSpPr>
            <a:stCxn id="708" idx="3"/>
            <a:endCxn id="713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8" name="Google Shape;728;p31"/>
          <p:cNvCxnSpPr>
            <a:stCxn id="709" idx="3"/>
            <a:endCxn id="714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9" name="Google Shape;729;p31"/>
          <p:cNvCxnSpPr>
            <a:stCxn id="709" idx="3"/>
            <a:endCxn id="715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0" name="Google Shape;730;p31"/>
          <p:cNvCxnSpPr>
            <a:stCxn id="710" idx="3"/>
            <a:endCxn id="716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1" name="Google Shape;731;p31"/>
          <p:cNvCxnSpPr>
            <a:stCxn id="710" idx="3"/>
            <a:endCxn id="717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2" name="Google Shape;732;p31"/>
          <p:cNvCxnSpPr>
            <a:stCxn id="711" idx="3"/>
            <a:endCxn id="718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3" name="Google Shape;733;p31"/>
          <p:cNvCxnSpPr>
            <a:stCxn id="711" idx="3"/>
            <a:endCxn id="719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34" name="Google Shape;734;p31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35" name="Google Shape;735;p31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36" name="Google Shape;736;p31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37" name="Google Shape;737;p31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38" name="Google Shape;738;p31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39" name="Google Shape;739;p31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40" name="Google Shape;740;p31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41" name="Google Shape;741;p31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42" name="Google Shape;742;p31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43" name="Google Shape;743;p31"/>
          <p:cNvGraphicFramePr/>
          <p:nvPr/>
        </p:nvGraphicFramePr>
        <p:xfrm>
          <a:off x="3725331" y="3235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44" name="Google Shape;744;p31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45" name="Google Shape;745;p31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746" name="Google Shape;7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2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2" name="Google Shape;752;p32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3" name="Google Shape;753;p32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4" name="Google Shape;754;p32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5" name="Google Shape;755;p32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6" name="Google Shape;756;p32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7" name="Google Shape;757;p32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8" name="Google Shape;758;p32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2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2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2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2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2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2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2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6" name="Google Shape;766;p32"/>
          <p:cNvCxnSpPr>
            <a:stCxn id="752" idx="0"/>
            <a:endCxn id="751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7" name="Google Shape;767;p32"/>
          <p:cNvCxnSpPr>
            <a:stCxn id="751" idx="3"/>
            <a:endCxn id="753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8" name="Google Shape;768;p32"/>
          <p:cNvCxnSpPr>
            <a:stCxn id="752" idx="2"/>
            <a:endCxn id="754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69" name="Google Shape;769;p32"/>
          <p:cNvCxnSpPr>
            <a:stCxn id="752" idx="2"/>
            <a:endCxn id="755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0" name="Google Shape;770;p32"/>
          <p:cNvCxnSpPr>
            <a:stCxn id="753" idx="2"/>
            <a:endCxn id="756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1" name="Google Shape;771;p32"/>
          <p:cNvCxnSpPr>
            <a:stCxn id="753" idx="2"/>
            <a:endCxn id="757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2" name="Google Shape;772;p32"/>
          <p:cNvCxnSpPr>
            <a:stCxn id="754" idx="3"/>
            <a:endCxn id="758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3" name="Google Shape;773;p32"/>
          <p:cNvCxnSpPr>
            <a:stCxn id="754" idx="3"/>
            <a:endCxn id="759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4" name="Google Shape;774;p32"/>
          <p:cNvCxnSpPr>
            <a:stCxn id="755" idx="3"/>
            <a:endCxn id="760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5" name="Google Shape;775;p32"/>
          <p:cNvCxnSpPr>
            <a:stCxn id="755" idx="3"/>
            <a:endCxn id="761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6" name="Google Shape;776;p32"/>
          <p:cNvCxnSpPr>
            <a:stCxn id="756" idx="3"/>
            <a:endCxn id="762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7" name="Google Shape;777;p32"/>
          <p:cNvCxnSpPr>
            <a:stCxn id="756" idx="3"/>
            <a:endCxn id="763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8" name="Google Shape;778;p32"/>
          <p:cNvCxnSpPr>
            <a:stCxn id="757" idx="3"/>
            <a:endCxn id="764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9" name="Google Shape;779;p32"/>
          <p:cNvCxnSpPr>
            <a:stCxn id="757" idx="3"/>
            <a:endCxn id="765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780" name="Google Shape;780;p32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1" name="Google Shape;781;p32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2" name="Google Shape;782;p32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3" name="Google Shape;783;p32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4" name="Google Shape;784;p32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5" name="Google Shape;785;p32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6" name="Google Shape;786;p32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7" name="Google Shape;787;p32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8" name="Google Shape;788;p32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9" name="Google Shape;789;p32"/>
          <p:cNvGraphicFramePr/>
          <p:nvPr/>
        </p:nvGraphicFramePr>
        <p:xfrm>
          <a:off x="3725331" y="3235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90" name="Google Shape;790;p32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91" name="Google Shape;791;p32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92" name="Google Shape;792;p32"/>
          <p:cNvSpPr/>
          <p:nvPr/>
        </p:nvSpPr>
        <p:spPr>
          <a:xfrm rot="-3629950">
            <a:off x="3988129" y="4944533"/>
            <a:ext cx="592667" cy="28786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93" name="Google Shape;7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3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0" name="Google Shape;800;p33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1" name="Google Shape;801;p33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2" name="Google Shape;802;p33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4" name="Google Shape;804;p33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5" name="Google Shape;805;p33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3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3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3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3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3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3" name="Google Shape;813;p33"/>
          <p:cNvCxnSpPr>
            <a:stCxn id="799" idx="0"/>
            <a:endCxn id="798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4" name="Google Shape;814;p33"/>
          <p:cNvCxnSpPr>
            <a:stCxn id="798" idx="3"/>
            <a:endCxn id="800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5" name="Google Shape;815;p33"/>
          <p:cNvCxnSpPr>
            <a:stCxn id="799" idx="2"/>
            <a:endCxn id="801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6" name="Google Shape;816;p33"/>
          <p:cNvCxnSpPr>
            <a:stCxn id="799" idx="2"/>
            <a:endCxn id="802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7" name="Google Shape;817;p33"/>
          <p:cNvCxnSpPr>
            <a:stCxn id="800" idx="2"/>
            <a:endCxn id="803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8" name="Google Shape;818;p33"/>
          <p:cNvCxnSpPr>
            <a:stCxn id="800" idx="2"/>
            <a:endCxn id="804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9" name="Google Shape;819;p33"/>
          <p:cNvCxnSpPr>
            <a:stCxn id="801" idx="3"/>
            <a:endCxn id="805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0" name="Google Shape;820;p33"/>
          <p:cNvCxnSpPr>
            <a:stCxn id="801" idx="3"/>
            <a:endCxn id="806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1" name="Google Shape;821;p33"/>
          <p:cNvCxnSpPr>
            <a:stCxn id="802" idx="3"/>
            <a:endCxn id="807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2" name="Google Shape;822;p33"/>
          <p:cNvCxnSpPr>
            <a:stCxn id="802" idx="3"/>
            <a:endCxn id="808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3" name="Google Shape;823;p33"/>
          <p:cNvCxnSpPr>
            <a:stCxn id="803" idx="3"/>
            <a:endCxn id="809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4" name="Google Shape;824;p33"/>
          <p:cNvCxnSpPr>
            <a:stCxn id="803" idx="3"/>
            <a:endCxn id="810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5" name="Google Shape;825;p33"/>
          <p:cNvCxnSpPr>
            <a:stCxn id="804" idx="3"/>
            <a:endCxn id="811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6" name="Google Shape;826;p33"/>
          <p:cNvCxnSpPr>
            <a:stCxn id="804" idx="3"/>
            <a:endCxn id="812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827" name="Google Shape;827;p33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28" name="Google Shape;828;p33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29" name="Google Shape;829;p33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30" name="Google Shape;830;p33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31" name="Google Shape;831;p33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32" name="Google Shape;832;p33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33" name="Google Shape;833;p33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34" name="Google Shape;834;p33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35" name="Google Shape;835;p33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36" name="Google Shape;836;p33"/>
          <p:cNvGraphicFramePr/>
          <p:nvPr/>
        </p:nvGraphicFramePr>
        <p:xfrm>
          <a:off x="3725331" y="32355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37" name="Google Shape;837;p33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38" name="Google Shape;838;p33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39" name="Google Shape;839;p33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840" name="Google Shape;84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5047" y="4782448"/>
            <a:ext cx="1920878" cy="276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4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7" name="Google Shape;847;p34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8" name="Google Shape;848;p34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9" name="Google Shape;849;p34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0" name="Google Shape;850;p34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4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2" name="Google Shape;852;p34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3" name="Google Shape;853;p34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34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4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4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4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4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4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4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1" name="Google Shape;861;p34"/>
          <p:cNvCxnSpPr>
            <a:stCxn id="847" idx="0"/>
            <a:endCxn id="846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2" name="Google Shape;862;p34"/>
          <p:cNvCxnSpPr>
            <a:stCxn id="846" idx="3"/>
            <a:endCxn id="848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3" name="Google Shape;863;p34"/>
          <p:cNvCxnSpPr>
            <a:stCxn id="847" idx="2"/>
            <a:endCxn id="849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4" name="Google Shape;864;p34"/>
          <p:cNvCxnSpPr>
            <a:stCxn id="847" idx="2"/>
            <a:endCxn id="850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5" name="Google Shape;865;p34"/>
          <p:cNvCxnSpPr>
            <a:stCxn id="848" idx="2"/>
            <a:endCxn id="851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6" name="Google Shape;866;p34"/>
          <p:cNvCxnSpPr>
            <a:stCxn id="848" idx="2"/>
            <a:endCxn id="852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7" name="Google Shape;867;p34"/>
          <p:cNvCxnSpPr>
            <a:stCxn id="849" idx="3"/>
            <a:endCxn id="853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8" name="Google Shape;868;p34"/>
          <p:cNvCxnSpPr>
            <a:stCxn id="849" idx="3"/>
            <a:endCxn id="854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9" name="Google Shape;869;p34"/>
          <p:cNvCxnSpPr>
            <a:stCxn id="850" idx="3"/>
            <a:endCxn id="855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0" name="Google Shape;870;p34"/>
          <p:cNvCxnSpPr>
            <a:stCxn id="850" idx="3"/>
            <a:endCxn id="856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1" name="Google Shape;871;p34"/>
          <p:cNvCxnSpPr>
            <a:stCxn id="851" idx="3"/>
            <a:endCxn id="857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2" name="Google Shape;872;p34"/>
          <p:cNvCxnSpPr>
            <a:stCxn id="851" idx="3"/>
            <a:endCxn id="858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3" name="Google Shape;873;p34"/>
          <p:cNvCxnSpPr>
            <a:stCxn id="852" idx="3"/>
            <a:endCxn id="859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4" name="Google Shape;874;p34"/>
          <p:cNvCxnSpPr>
            <a:stCxn id="852" idx="3"/>
            <a:endCxn id="860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875" name="Google Shape;875;p34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76" name="Google Shape;876;p34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77" name="Google Shape;877;p34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78" name="Google Shape;878;p34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79" name="Google Shape;879;p34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80" name="Google Shape;880;p34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81" name="Google Shape;881;p34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82" name="Google Shape;882;p34"/>
          <p:cNvGraphicFramePr/>
          <p:nvPr/>
        </p:nvGraphicFramePr>
        <p:xfrm>
          <a:off x="4351864" y="16120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-inf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83" name="Google Shape;883;p34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84" name="Google Shape;884;p34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85" name="Google Shape;885;p34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6" name="Google Shape;886;p34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7" name="Google Shape;887;p34"/>
          <p:cNvSpPr/>
          <p:nvPr/>
        </p:nvSpPr>
        <p:spPr>
          <a:xfrm rot="-9032514">
            <a:off x="4267200" y="3090333"/>
            <a:ext cx="584200" cy="23706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888" name="Google Shape;888;p34"/>
          <p:cNvPicPr preferRelativeResize="0"/>
          <p:nvPr/>
        </p:nvPicPr>
        <p:blipFill rotWithShape="1">
          <a:blip r:embed="rId3">
            <a:alphaModFix/>
          </a:blip>
          <a:srcRect b="15217" l="0" r="34833" t="0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5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4" name="Google Shape;894;p35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5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6" name="Google Shape;896;p35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7" name="Google Shape;897;p35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8" name="Google Shape;898;p35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9" name="Google Shape;899;p35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0" name="Google Shape;900;p35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5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5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5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5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5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5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5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8" name="Google Shape;908;p35"/>
          <p:cNvCxnSpPr>
            <a:stCxn id="894" idx="0"/>
            <a:endCxn id="893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9" name="Google Shape;909;p35"/>
          <p:cNvCxnSpPr>
            <a:stCxn id="893" idx="3"/>
            <a:endCxn id="895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0" name="Google Shape;910;p35"/>
          <p:cNvCxnSpPr>
            <a:stCxn id="894" idx="2"/>
            <a:endCxn id="896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1" name="Google Shape;911;p35"/>
          <p:cNvCxnSpPr>
            <a:stCxn id="894" idx="2"/>
            <a:endCxn id="897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2" name="Google Shape;912;p35"/>
          <p:cNvCxnSpPr>
            <a:stCxn id="895" idx="2"/>
            <a:endCxn id="898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3" name="Google Shape;913;p35"/>
          <p:cNvCxnSpPr>
            <a:stCxn id="895" idx="2"/>
            <a:endCxn id="899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4" name="Google Shape;914;p35"/>
          <p:cNvCxnSpPr>
            <a:stCxn id="896" idx="3"/>
            <a:endCxn id="900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5" name="Google Shape;915;p35"/>
          <p:cNvCxnSpPr>
            <a:stCxn id="896" idx="3"/>
            <a:endCxn id="901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6" name="Google Shape;916;p35"/>
          <p:cNvCxnSpPr>
            <a:stCxn id="897" idx="3"/>
            <a:endCxn id="902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7" name="Google Shape;917;p35"/>
          <p:cNvCxnSpPr>
            <a:stCxn id="897" idx="3"/>
            <a:endCxn id="903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8" name="Google Shape;918;p35"/>
          <p:cNvCxnSpPr>
            <a:stCxn id="898" idx="3"/>
            <a:endCxn id="904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9" name="Google Shape;919;p35"/>
          <p:cNvCxnSpPr>
            <a:stCxn id="898" idx="3"/>
            <a:endCxn id="905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0" name="Google Shape;920;p35"/>
          <p:cNvCxnSpPr>
            <a:stCxn id="899" idx="3"/>
            <a:endCxn id="906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1" name="Google Shape;921;p35"/>
          <p:cNvCxnSpPr>
            <a:stCxn id="899" idx="3"/>
            <a:endCxn id="907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22" name="Google Shape;922;p35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23" name="Google Shape;923;p35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24" name="Google Shape;924;p35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25" name="Google Shape;925;p35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26" name="Google Shape;926;p35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27" name="Google Shape;927;p35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28" name="Google Shape;928;p35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29" name="Google Shape;929;p35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30" name="Google Shape;930;p35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31" name="Google Shape;931;p35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32" name="Google Shape;932;p35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3" name="Google Shape;933;p35"/>
          <p:cNvSpPr/>
          <p:nvPr/>
        </p:nvSpPr>
        <p:spPr>
          <a:xfrm rot="-1519068">
            <a:off x="4144096" y="1651773"/>
            <a:ext cx="584200" cy="23706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934" name="Google Shape;93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6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0" name="Google Shape;940;p36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1" name="Google Shape;941;p36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2" name="Google Shape;942;p36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3" name="Google Shape;943;p36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4" name="Google Shape;944;p36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5" name="Google Shape;945;p36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6" name="Google Shape;946;p36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6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6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6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6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6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6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6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36"/>
          <p:cNvCxnSpPr>
            <a:stCxn id="940" idx="0"/>
            <a:endCxn id="939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5" name="Google Shape;955;p36"/>
          <p:cNvCxnSpPr>
            <a:stCxn id="939" idx="3"/>
            <a:endCxn id="941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6" name="Google Shape;956;p36"/>
          <p:cNvCxnSpPr>
            <a:stCxn id="940" idx="2"/>
            <a:endCxn id="942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7" name="Google Shape;957;p36"/>
          <p:cNvCxnSpPr>
            <a:stCxn id="940" idx="2"/>
            <a:endCxn id="943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8" name="Google Shape;958;p36"/>
          <p:cNvCxnSpPr>
            <a:stCxn id="941" idx="2"/>
            <a:endCxn id="944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9" name="Google Shape;959;p36"/>
          <p:cNvCxnSpPr>
            <a:stCxn id="941" idx="2"/>
            <a:endCxn id="945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0" name="Google Shape;960;p36"/>
          <p:cNvCxnSpPr>
            <a:stCxn id="942" idx="3"/>
            <a:endCxn id="946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1" name="Google Shape;961;p36"/>
          <p:cNvCxnSpPr>
            <a:stCxn id="942" idx="3"/>
            <a:endCxn id="947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2" name="Google Shape;962;p36"/>
          <p:cNvCxnSpPr>
            <a:stCxn id="943" idx="3"/>
            <a:endCxn id="948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3" name="Google Shape;963;p36"/>
          <p:cNvCxnSpPr>
            <a:stCxn id="943" idx="3"/>
            <a:endCxn id="949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4" name="Google Shape;964;p36"/>
          <p:cNvCxnSpPr>
            <a:stCxn id="944" idx="3"/>
            <a:endCxn id="950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5" name="Google Shape;965;p36"/>
          <p:cNvCxnSpPr>
            <a:stCxn id="944" idx="3"/>
            <a:endCxn id="951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6" name="Google Shape;966;p36"/>
          <p:cNvCxnSpPr>
            <a:stCxn id="945" idx="3"/>
            <a:endCxn id="952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7" name="Google Shape;967;p36"/>
          <p:cNvCxnSpPr>
            <a:stCxn id="945" idx="3"/>
            <a:endCxn id="953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68" name="Google Shape;968;p36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69" name="Google Shape;969;p36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70" name="Google Shape;970;p36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71" name="Google Shape;971;p36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72" name="Google Shape;972;p36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73" name="Google Shape;973;p36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74" name="Google Shape;974;p36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75" name="Google Shape;975;p36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76" name="Google Shape;976;p36"/>
          <p:cNvGraphicFramePr/>
          <p:nvPr/>
        </p:nvGraphicFramePr>
        <p:xfrm>
          <a:off x="7333319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977" name="Google Shape;977;p36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78" name="Google Shape;978;p36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979" name="Google Shape;979;p36"/>
          <p:cNvPicPr preferRelativeResize="0"/>
          <p:nvPr/>
        </p:nvPicPr>
        <p:blipFill rotWithShape="1">
          <a:blip r:embed="rId3">
            <a:alphaModFix/>
          </a:blip>
          <a:srcRect b="15217" l="0" r="34833" t="0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7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5" name="Google Shape;985;p37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6" name="Google Shape;986;p37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7" name="Google Shape;987;p37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8" name="Google Shape;988;p37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9" name="Google Shape;989;p37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90" name="Google Shape;990;p37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91" name="Google Shape;991;p37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7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7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7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7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7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7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7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9" name="Google Shape;999;p37"/>
          <p:cNvCxnSpPr>
            <a:stCxn id="985" idx="0"/>
            <a:endCxn id="984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0" name="Google Shape;1000;p37"/>
          <p:cNvCxnSpPr>
            <a:stCxn id="984" idx="3"/>
            <a:endCxn id="98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1" name="Google Shape;1001;p37"/>
          <p:cNvCxnSpPr>
            <a:stCxn id="985" idx="2"/>
            <a:endCxn id="98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2" name="Google Shape;1002;p37"/>
          <p:cNvCxnSpPr>
            <a:stCxn id="985" idx="2"/>
            <a:endCxn id="98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3" name="Google Shape;1003;p37"/>
          <p:cNvCxnSpPr>
            <a:stCxn id="986" idx="2"/>
            <a:endCxn id="98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4" name="Google Shape;1004;p37"/>
          <p:cNvCxnSpPr>
            <a:stCxn id="986" idx="2"/>
            <a:endCxn id="99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5" name="Google Shape;1005;p37"/>
          <p:cNvCxnSpPr>
            <a:stCxn id="987" idx="3"/>
            <a:endCxn id="99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6" name="Google Shape;1006;p37"/>
          <p:cNvCxnSpPr>
            <a:stCxn id="987" idx="3"/>
            <a:endCxn id="99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7" name="Google Shape;1007;p37"/>
          <p:cNvCxnSpPr>
            <a:stCxn id="988" idx="3"/>
            <a:endCxn id="99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8" name="Google Shape;1008;p37"/>
          <p:cNvCxnSpPr>
            <a:stCxn id="988" idx="3"/>
            <a:endCxn id="99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09" name="Google Shape;1009;p37"/>
          <p:cNvCxnSpPr>
            <a:stCxn id="989" idx="3"/>
            <a:endCxn id="99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0" name="Google Shape;1010;p37"/>
          <p:cNvCxnSpPr>
            <a:stCxn id="989" idx="3"/>
            <a:endCxn id="99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1" name="Google Shape;1011;p37"/>
          <p:cNvCxnSpPr>
            <a:stCxn id="990" idx="3"/>
            <a:endCxn id="99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2" name="Google Shape;1012;p37"/>
          <p:cNvCxnSpPr>
            <a:stCxn id="990" idx="3"/>
            <a:endCxn id="99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013" name="Google Shape;1013;p37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14" name="Google Shape;1014;p37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15" name="Google Shape;1015;p37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16" name="Google Shape;1016;p37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17" name="Google Shape;1017;p37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18" name="Google Shape;1018;p37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19" name="Google Shape;1019;p37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20" name="Google Shape;1020;p37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21" name="Google Shape;1021;p37"/>
          <p:cNvGraphicFramePr/>
          <p:nvPr/>
        </p:nvGraphicFramePr>
        <p:xfrm>
          <a:off x="7333317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56600"/>
                <a:gridCol w="4566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22" name="Google Shape;1022;p37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23" name="Google Shape;1023;p37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024" name="Google Shape;1024;p37"/>
          <p:cNvPicPr preferRelativeResize="0"/>
          <p:nvPr/>
        </p:nvPicPr>
        <p:blipFill rotWithShape="1">
          <a:blip r:embed="rId3">
            <a:alphaModFix/>
          </a:blip>
          <a:srcRect b="15217" l="0" r="34833" t="0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8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0" name="Google Shape;1030;p38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1" name="Google Shape;1031;p38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2" name="Google Shape;1032;p38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3" name="Google Shape;1033;p38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4" name="Google Shape;1034;p38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5" name="Google Shape;1035;p38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6" name="Google Shape;1036;p38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8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8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8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8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8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8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8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4" name="Google Shape;1044;p38"/>
          <p:cNvCxnSpPr>
            <a:stCxn id="1030" idx="0"/>
            <a:endCxn id="1029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5" name="Google Shape;1045;p38"/>
          <p:cNvCxnSpPr>
            <a:stCxn id="1029" idx="3"/>
            <a:endCxn id="1031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6" name="Google Shape;1046;p38"/>
          <p:cNvCxnSpPr>
            <a:stCxn id="1030" idx="2"/>
            <a:endCxn id="1032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7" name="Google Shape;1047;p38"/>
          <p:cNvCxnSpPr>
            <a:stCxn id="1030" idx="2"/>
            <a:endCxn id="1033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8" name="Google Shape;1048;p38"/>
          <p:cNvCxnSpPr>
            <a:stCxn id="1031" idx="2"/>
            <a:endCxn id="1034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9" name="Google Shape;1049;p38"/>
          <p:cNvCxnSpPr>
            <a:stCxn id="1031" idx="2"/>
            <a:endCxn id="1035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0" name="Google Shape;1050;p38"/>
          <p:cNvCxnSpPr>
            <a:stCxn id="1032" idx="3"/>
            <a:endCxn id="1036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1" name="Google Shape;1051;p38"/>
          <p:cNvCxnSpPr>
            <a:stCxn id="1032" idx="3"/>
            <a:endCxn id="1037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2" name="Google Shape;1052;p38"/>
          <p:cNvCxnSpPr>
            <a:stCxn id="1033" idx="3"/>
            <a:endCxn id="1038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3" name="Google Shape;1053;p38"/>
          <p:cNvCxnSpPr>
            <a:stCxn id="1033" idx="3"/>
            <a:endCxn id="1039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4" name="Google Shape;1054;p38"/>
          <p:cNvCxnSpPr>
            <a:stCxn id="1034" idx="3"/>
            <a:endCxn id="1040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5" name="Google Shape;1055;p38"/>
          <p:cNvCxnSpPr>
            <a:stCxn id="1034" idx="3"/>
            <a:endCxn id="1041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6" name="Google Shape;1056;p38"/>
          <p:cNvCxnSpPr>
            <a:stCxn id="1035" idx="3"/>
            <a:endCxn id="1042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7" name="Google Shape;1057;p38"/>
          <p:cNvCxnSpPr>
            <a:stCxn id="1035" idx="3"/>
            <a:endCxn id="1043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058" name="Google Shape;1058;p38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59" name="Google Shape;1059;p38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60" name="Google Shape;1060;p38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61" name="Google Shape;1061;p38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62" name="Google Shape;1062;p38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63" name="Google Shape;1063;p38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64" name="Google Shape;1064;p38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65" name="Google Shape;1065;p38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66" name="Google Shape;1066;p38"/>
          <p:cNvGraphicFramePr/>
          <p:nvPr/>
        </p:nvGraphicFramePr>
        <p:xfrm>
          <a:off x="7333317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56600"/>
                <a:gridCol w="4566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67" name="Google Shape;1067;p38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68" name="Google Shape;1068;p38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069" name="Google Shape;10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39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5" name="Google Shape;1075;p39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6" name="Google Shape;1076;p39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7" name="Google Shape;1077;p39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8" name="Google Shape;1078;p39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9" name="Google Shape;1079;p39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0" name="Google Shape;1080;p39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1" name="Google Shape;1081;p39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9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9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9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9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9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9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9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9" name="Google Shape;1089;p39"/>
          <p:cNvCxnSpPr>
            <a:stCxn id="1075" idx="0"/>
            <a:endCxn id="1074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0" name="Google Shape;1090;p39"/>
          <p:cNvCxnSpPr>
            <a:stCxn id="1074" idx="3"/>
            <a:endCxn id="107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1" name="Google Shape;1091;p39"/>
          <p:cNvCxnSpPr>
            <a:stCxn id="1075" idx="2"/>
            <a:endCxn id="107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2" name="Google Shape;1092;p39"/>
          <p:cNvCxnSpPr>
            <a:stCxn id="1075" idx="2"/>
            <a:endCxn id="107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3" name="Google Shape;1093;p39"/>
          <p:cNvCxnSpPr>
            <a:stCxn id="1076" idx="2"/>
            <a:endCxn id="107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4" name="Google Shape;1094;p39"/>
          <p:cNvCxnSpPr>
            <a:stCxn id="1076" idx="2"/>
            <a:endCxn id="108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5" name="Google Shape;1095;p39"/>
          <p:cNvCxnSpPr>
            <a:stCxn id="1077" idx="3"/>
            <a:endCxn id="108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6" name="Google Shape;1096;p39"/>
          <p:cNvCxnSpPr>
            <a:stCxn id="1077" idx="3"/>
            <a:endCxn id="108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7" name="Google Shape;1097;p39"/>
          <p:cNvCxnSpPr>
            <a:stCxn id="1078" idx="3"/>
            <a:endCxn id="108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8" name="Google Shape;1098;p39"/>
          <p:cNvCxnSpPr>
            <a:stCxn id="1078" idx="3"/>
            <a:endCxn id="108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9" name="Google Shape;1099;p39"/>
          <p:cNvCxnSpPr>
            <a:stCxn id="1079" idx="3"/>
            <a:endCxn id="108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0" name="Google Shape;1100;p39"/>
          <p:cNvCxnSpPr>
            <a:stCxn id="1079" idx="3"/>
            <a:endCxn id="108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1" name="Google Shape;1101;p39"/>
          <p:cNvCxnSpPr>
            <a:stCxn id="1080" idx="3"/>
            <a:endCxn id="108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2" name="Google Shape;1102;p39"/>
          <p:cNvCxnSpPr>
            <a:stCxn id="1080" idx="3"/>
            <a:endCxn id="108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03" name="Google Shape;1103;p39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04" name="Google Shape;1104;p39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05" name="Google Shape;1105;p39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06" name="Google Shape;1106;p39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07" name="Google Shape;1107;p39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08" name="Google Shape;1108;p39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09" name="Google Shape;1109;p39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10" name="Google Shape;1110;p39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11" name="Google Shape;1111;p39"/>
          <p:cNvGraphicFramePr/>
          <p:nvPr/>
        </p:nvGraphicFramePr>
        <p:xfrm>
          <a:off x="7333317" y="31381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56600"/>
                <a:gridCol w="4566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12" name="Google Shape;1112;p39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13" name="Google Shape;1113;p39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114" name="Google Shape;1114;p39"/>
          <p:cNvPicPr preferRelativeResize="0"/>
          <p:nvPr/>
        </p:nvPicPr>
        <p:blipFill rotWithShape="1">
          <a:blip r:embed="rId3">
            <a:alphaModFix/>
          </a:blip>
          <a:srcRect b="15217" l="0" r="34833" t="0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0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0" name="Google Shape;1120;p40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1" name="Google Shape;1121;p40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2" name="Google Shape;1122;p40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3" name="Google Shape;1123;p40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4" name="Google Shape;1124;p40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40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6" name="Google Shape;1126;p40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40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40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40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40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40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40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40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4" name="Google Shape;1134;p40"/>
          <p:cNvCxnSpPr>
            <a:stCxn id="1120" idx="0"/>
            <a:endCxn id="1119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5" name="Google Shape;1135;p40"/>
          <p:cNvCxnSpPr>
            <a:stCxn id="1119" idx="3"/>
            <a:endCxn id="1121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6" name="Google Shape;1136;p40"/>
          <p:cNvCxnSpPr>
            <a:stCxn id="1120" idx="2"/>
            <a:endCxn id="1122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7" name="Google Shape;1137;p40"/>
          <p:cNvCxnSpPr>
            <a:stCxn id="1120" idx="2"/>
            <a:endCxn id="1123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8" name="Google Shape;1138;p40"/>
          <p:cNvCxnSpPr>
            <a:stCxn id="1121" idx="2"/>
            <a:endCxn id="1124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9" name="Google Shape;1139;p40"/>
          <p:cNvCxnSpPr>
            <a:stCxn id="1121" idx="2"/>
            <a:endCxn id="1125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0" name="Google Shape;1140;p40"/>
          <p:cNvCxnSpPr>
            <a:stCxn id="1122" idx="3"/>
            <a:endCxn id="1126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1" name="Google Shape;1141;p40"/>
          <p:cNvCxnSpPr>
            <a:stCxn id="1122" idx="3"/>
            <a:endCxn id="1127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2" name="Google Shape;1142;p40"/>
          <p:cNvCxnSpPr>
            <a:stCxn id="1123" idx="3"/>
            <a:endCxn id="1128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3" name="Google Shape;1143;p40"/>
          <p:cNvCxnSpPr>
            <a:stCxn id="1123" idx="3"/>
            <a:endCxn id="1129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4" name="Google Shape;1144;p40"/>
          <p:cNvCxnSpPr>
            <a:stCxn id="1124" idx="3"/>
            <a:endCxn id="1130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5" name="Google Shape;1145;p40"/>
          <p:cNvCxnSpPr>
            <a:stCxn id="1124" idx="3"/>
            <a:endCxn id="1131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6" name="Google Shape;1146;p40"/>
          <p:cNvCxnSpPr>
            <a:stCxn id="1125" idx="3"/>
            <a:endCxn id="1132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47" name="Google Shape;1147;p40"/>
          <p:cNvCxnSpPr>
            <a:stCxn id="1125" idx="3"/>
            <a:endCxn id="1133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48" name="Google Shape;1148;p40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49" name="Google Shape;1149;p40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50" name="Google Shape;1150;p40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51" name="Google Shape;1151;p40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52" name="Google Shape;1152;p40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53" name="Google Shape;1153;p40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54" name="Google Shape;1154;p40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55" name="Google Shape;1155;p40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56" name="Google Shape;1156;p40"/>
          <p:cNvGraphicFramePr/>
          <p:nvPr/>
        </p:nvGraphicFramePr>
        <p:xfrm>
          <a:off x="8883905" y="3122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57" name="Google Shape;1157;p40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8" name="Google Shape;1158;p40"/>
          <p:cNvSpPr/>
          <p:nvPr/>
        </p:nvSpPr>
        <p:spPr>
          <a:xfrm rot="3997793">
            <a:off x="7629811" y="3029374"/>
            <a:ext cx="211666" cy="474134"/>
          </a:xfrm>
          <a:prstGeom prst="upArrow">
            <a:avLst>
              <a:gd fmla="val 50000" name="adj1"/>
              <a:gd fmla="val 74000" name="adj2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159" name="Google Shape;115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1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5" name="Google Shape;1165;p41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6" name="Google Shape;1166;p41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7" name="Google Shape;1167;p41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8" name="Google Shape;1168;p41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9" name="Google Shape;1169;p41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70" name="Google Shape;1170;p41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71" name="Google Shape;1171;p41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41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41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41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1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41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1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41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9" name="Google Shape;1179;p41"/>
          <p:cNvCxnSpPr>
            <a:stCxn id="1165" idx="0"/>
            <a:endCxn id="1164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0" name="Google Shape;1180;p41"/>
          <p:cNvCxnSpPr>
            <a:stCxn id="1164" idx="3"/>
            <a:endCxn id="116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1" name="Google Shape;1181;p41"/>
          <p:cNvCxnSpPr>
            <a:stCxn id="1165" idx="2"/>
            <a:endCxn id="116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2" name="Google Shape;1182;p41"/>
          <p:cNvCxnSpPr>
            <a:stCxn id="1165" idx="2"/>
            <a:endCxn id="116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3" name="Google Shape;1183;p41"/>
          <p:cNvCxnSpPr>
            <a:stCxn id="1166" idx="2"/>
            <a:endCxn id="116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4" name="Google Shape;1184;p41"/>
          <p:cNvCxnSpPr>
            <a:stCxn id="1166" idx="2"/>
            <a:endCxn id="117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5" name="Google Shape;1185;p41"/>
          <p:cNvCxnSpPr>
            <a:stCxn id="1167" idx="3"/>
            <a:endCxn id="117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6" name="Google Shape;1186;p41"/>
          <p:cNvCxnSpPr>
            <a:stCxn id="1167" idx="3"/>
            <a:endCxn id="117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7" name="Google Shape;1187;p41"/>
          <p:cNvCxnSpPr>
            <a:stCxn id="1168" idx="3"/>
            <a:endCxn id="117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8" name="Google Shape;1188;p41"/>
          <p:cNvCxnSpPr>
            <a:stCxn id="1168" idx="3"/>
            <a:endCxn id="117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89" name="Google Shape;1189;p41"/>
          <p:cNvCxnSpPr>
            <a:stCxn id="1169" idx="3"/>
            <a:endCxn id="117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0" name="Google Shape;1190;p41"/>
          <p:cNvCxnSpPr>
            <a:stCxn id="1169" idx="3"/>
            <a:endCxn id="117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1" name="Google Shape;1191;p41"/>
          <p:cNvCxnSpPr>
            <a:stCxn id="1170" idx="3"/>
            <a:endCxn id="117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92" name="Google Shape;1192;p41"/>
          <p:cNvCxnSpPr>
            <a:stCxn id="1170" idx="3"/>
            <a:endCxn id="117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193" name="Google Shape;1193;p41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94" name="Google Shape;1194;p41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95" name="Google Shape;1195;p41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96" name="Google Shape;1196;p41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97" name="Google Shape;1197;p41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98" name="Google Shape;1198;p41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99" name="Google Shape;1199;p41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00" name="Google Shape;1200;p41"/>
          <p:cNvGraphicFramePr/>
          <p:nvPr/>
        </p:nvGraphicFramePr>
        <p:xfrm>
          <a:off x="6925733" y="161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/>
                        <a:t>+inf</a:t>
                      </a:r>
                      <a:endParaRPr sz="1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01" name="Google Shape;1201;p41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02" name="Google Shape;1202;p41"/>
          <p:cNvSpPr/>
          <p:nvPr/>
        </p:nvSpPr>
        <p:spPr>
          <a:xfrm rot="3997793">
            <a:off x="7629811" y="3029374"/>
            <a:ext cx="211666" cy="474134"/>
          </a:xfrm>
          <a:prstGeom prst="upArrow">
            <a:avLst>
              <a:gd fmla="val 50000" name="adj1"/>
              <a:gd fmla="val 74000" name="adj2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03" name="Google Shape;1203;p41"/>
          <p:cNvSpPr/>
          <p:nvPr/>
        </p:nvSpPr>
        <p:spPr>
          <a:xfrm>
            <a:off x="8986691" y="307525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204" name="Google Shape;12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3101" y="2903439"/>
            <a:ext cx="1672701" cy="22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2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1" name="Google Shape;1211;p42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2" name="Google Shape;1212;p42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42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5" name="Google Shape;1215;p42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6" name="Google Shape;1216;p42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7" name="Google Shape;1217;p42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42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42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42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2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2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42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2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5" name="Google Shape;1225;p42"/>
          <p:cNvCxnSpPr>
            <a:stCxn id="1211" idx="0"/>
            <a:endCxn id="1210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6" name="Google Shape;1226;p42"/>
          <p:cNvCxnSpPr>
            <a:stCxn id="1210" idx="3"/>
            <a:endCxn id="1212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7" name="Google Shape;1227;p42"/>
          <p:cNvCxnSpPr>
            <a:stCxn id="1211" idx="2"/>
            <a:endCxn id="1213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8" name="Google Shape;1228;p42"/>
          <p:cNvCxnSpPr>
            <a:stCxn id="1211" idx="2"/>
            <a:endCxn id="1214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29" name="Google Shape;1229;p42"/>
          <p:cNvCxnSpPr>
            <a:stCxn id="1212" idx="2"/>
            <a:endCxn id="1215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0" name="Google Shape;1230;p42"/>
          <p:cNvCxnSpPr>
            <a:stCxn id="1212" idx="2"/>
            <a:endCxn id="1216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1" name="Google Shape;1231;p42"/>
          <p:cNvCxnSpPr>
            <a:stCxn id="1213" idx="3"/>
            <a:endCxn id="1217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2" name="Google Shape;1232;p42"/>
          <p:cNvCxnSpPr>
            <a:stCxn id="1213" idx="3"/>
            <a:endCxn id="1218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3" name="Google Shape;1233;p42"/>
          <p:cNvCxnSpPr>
            <a:stCxn id="1214" idx="3"/>
            <a:endCxn id="1219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4" name="Google Shape;1234;p42"/>
          <p:cNvCxnSpPr>
            <a:stCxn id="1214" idx="3"/>
            <a:endCxn id="1220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5" name="Google Shape;1235;p42"/>
          <p:cNvCxnSpPr>
            <a:stCxn id="1215" idx="3"/>
            <a:endCxn id="1221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6" name="Google Shape;1236;p42"/>
          <p:cNvCxnSpPr>
            <a:stCxn id="1215" idx="3"/>
            <a:endCxn id="1222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7" name="Google Shape;1237;p42"/>
          <p:cNvCxnSpPr>
            <a:stCxn id="1216" idx="3"/>
            <a:endCxn id="1223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8" name="Google Shape;1238;p42"/>
          <p:cNvCxnSpPr>
            <a:stCxn id="1216" idx="3"/>
            <a:endCxn id="1224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39" name="Google Shape;1239;p42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40" name="Google Shape;1240;p42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41" name="Google Shape;1241;p42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42" name="Google Shape;1242;p42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43" name="Google Shape;1243;p42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44" name="Google Shape;1244;p42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45" name="Google Shape;1245;p42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46" name="Google Shape;1246;p42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47" name="Google Shape;1247;p42"/>
          <p:cNvSpPr/>
          <p:nvPr/>
        </p:nvSpPr>
        <p:spPr>
          <a:xfrm>
            <a:off x="8986691" y="307525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48" name="Google Shape;1248;p42"/>
          <p:cNvSpPr/>
          <p:nvPr/>
        </p:nvSpPr>
        <p:spPr>
          <a:xfrm rot="-4155660">
            <a:off x="7505708" y="1293531"/>
            <a:ext cx="236109" cy="705037"/>
          </a:xfrm>
          <a:prstGeom prst="upArrow">
            <a:avLst>
              <a:gd fmla="val 50000" name="adj1"/>
              <a:gd fmla="val 74000" name="adj2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249" name="Google Shape;1249;p42"/>
          <p:cNvPicPr preferRelativeResize="0"/>
          <p:nvPr/>
        </p:nvPicPr>
        <p:blipFill rotWithShape="1">
          <a:blip r:embed="rId3">
            <a:alphaModFix/>
          </a:blip>
          <a:srcRect b="15217" l="0" r="34833" t="0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43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rgbClr val="4668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43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6" name="Google Shape;1256;p43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7" name="Google Shape;1257;p43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8" name="Google Shape;1258;p43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9" name="Google Shape;1259;p43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60" name="Google Shape;1260;p43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61" name="Google Shape;1261;p43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43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43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43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43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43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3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43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9" name="Google Shape;1269;p43"/>
          <p:cNvCxnSpPr>
            <a:stCxn id="1255" idx="0"/>
            <a:endCxn id="1254" idx="3"/>
          </p:cNvCxnSpPr>
          <p:nvPr/>
        </p:nvCxnSpPr>
        <p:spPr>
          <a:xfrm flipH="1" rot="10800000">
            <a:off x="3619500" y="1363033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0" name="Google Shape;1270;p43"/>
          <p:cNvCxnSpPr>
            <a:stCxn id="1254" idx="3"/>
            <a:endCxn id="125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1" name="Google Shape;1271;p43"/>
          <p:cNvCxnSpPr>
            <a:stCxn id="1255" idx="2"/>
            <a:endCxn id="125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2" name="Google Shape;1272;p43"/>
          <p:cNvCxnSpPr>
            <a:stCxn id="1255" idx="2"/>
            <a:endCxn id="125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3" name="Google Shape;1273;p43"/>
          <p:cNvCxnSpPr>
            <a:stCxn id="1256" idx="2"/>
            <a:endCxn id="125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4" name="Google Shape;1274;p43"/>
          <p:cNvCxnSpPr>
            <a:stCxn id="1256" idx="2"/>
            <a:endCxn id="126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5" name="Google Shape;1275;p43"/>
          <p:cNvCxnSpPr>
            <a:stCxn id="1257" idx="3"/>
            <a:endCxn id="126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6" name="Google Shape;1276;p43"/>
          <p:cNvCxnSpPr>
            <a:stCxn id="1257" idx="3"/>
            <a:endCxn id="126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7" name="Google Shape;1277;p43"/>
          <p:cNvCxnSpPr>
            <a:stCxn id="1258" idx="3"/>
            <a:endCxn id="126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8" name="Google Shape;1278;p43"/>
          <p:cNvCxnSpPr>
            <a:stCxn id="1258" idx="3"/>
            <a:endCxn id="126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9" name="Google Shape;1279;p43"/>
          <p:cNvCxnSpPr>
            <a:stCxn id="1259" idx="3"/>
            <a:endCxn id="126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0" name="Google Shape;1280;p43"/>
          <p:cNvCxnSpPr>
            <a:stCxn id="1259" idx="3"/>
            <a:endCxn id="126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1" name="Google Shape;1281;p43"/>
          <p:cNvCxnSpPr>
            <a:stCxn id="1260" idx="3"/>
            <a:endCxn id="126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2" name="Google Shape;1282;p43"/>
          <p:cNvCxnSpPr>
            <a:stCxn id="1260" idx="3"/>
            <a:endCxn id="126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283" name="Google Shape;1283;p43"/>
          <p:cNvGraphicFramePr/>
          <p:nvPr/>
        </p:nvGraphicFramePr>
        <p:xfrm>
          <a:off x="4078817" y="7543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84" name="Google Shape;1284;p43"/>
          <p:cNvGraphicFramePr/>
          <p:nvPr/>
        </p:nvGraphicFramePr>
        <p:xfrm>
          <a:off x="189501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-inf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85" name="Google Shape;1285;p43"/>
          <p:cNvGraphicFramePr/>
          <p:nvPr/>
        </p:nvGraphicFramePr>
        <p:xfrm>
          <a:off x="6995840" y="23113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86" name="Google Shape;1286;p43"/>
          <p:cNvGraphicFramePr/>
          <p:nvPr/>
        </p:nvGraphicFramePr>
        <p:xfrm>
          <a:off x="795610" y="38015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87" name="Google Shape;1287;p43"/>
          <p:cNvGraphicFramePr/>
          <p:nvPr/>
        </p:nvGraphicFramePr>
        <p:xfrm>
          <a:off x="3293663" y="3725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7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88" name="Google Shape;1288;p43"/>
          <p:cNvGraphicFramePr/>
          <p:nvPr/>
        </p:nvGraphicFramePr>
        <p:xfrm>
          <a:off x="5944997" y="36863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6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/>
                        <a:t>+inf</a:t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89" name="Google Shape;1289;p43"/>
          <p:cNvGraphicFramePr/>
          <p:nvPr/>
        </p:nvGraphicFramePr>
        <p:xfrm>
          <a:off x="8429032" y="36804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27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90" name="Google Shape;1290;p43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91" name="Google Shape;1291;p43"/>
          <p:cNvSpPr/>
          <p:nvPr/>
        </p:nvSpPr>
        <p:spPr>
          <a:xfrm>
            <a:off x="8986691" y="3075253"/>
            <a:ext cx="412495" cy="465667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292" name="Google Shape;1292;p43"/>
          <p:cNvPicPr preferRelativeResize="0"/>
          <p:nvPr/>
        </p:nvPicPr>
        <p:blipFill rotWithShape="1">
          <a:blip r:embed="rId3">
            <a:alphaModFix/>
          </a:blip>
          <a:srcRect b="15217" l="0" r="34833" t="0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Practice: alpha Beta pruning</a:t>
            </a:r>
            <a:endParaRPr/>
          </a:p>
        </p:txBody>
      </p:sp>
      <p:sp>
        <p:nvSpPr>
          <p:cNvPr id="1298" name="Google Shape;1298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299" name="Google Shape;1299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0" name="Google Shape;1300;p44"/>
          <p:cNvSpPr/>
          <p:nvPr/>
        </p:nvSpPr>
        <p:spPr>
          <a:xfrm>
            <a:off x="5688414" y="1233055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4"/>
          </a:solidFill>
          <a:ln cap="flat" cmpd="sng" w="12700">
            <a:solidFill>
              <a:srgbClr val="4668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1" name="Google Shape;1301;p44"/>
          <p:cNvSpPr/>
          <p:nvPr/>
        </p:nvSpPr>
        <p:spPr>
          <a:xfrm>
            <a:off x="3258479" y="2799388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2" name="Google Shape;1302;p44"/>
          <p:cNvSpPr/>
          <p:nvPr/>
        </p:nvSpPr>
        <p:spPr>
          <a:xfrm>
            <a:off x="8296145" y="2799388"/>
            <a:ext cx="821267" cy="787400"/>
          </a:xfrm>
          <a:prstGeom prst="flowChartMerge">
            <a:avLst/>
          </a:prstGeom>
          <a:solidFill>
            <a:schemeClr val="accent2"/>
          </a:solidFill>
          <a:ln cap="flat" cmpd="sng" w="12700">
            <a:solidFill>
              <a:srgbClr val="6EAA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3" name="Google Shape;1303;p44"/>
          <p:cNvSpPr/>
          <p:nvPr/>
        </p:nvSpPr>
        <p:spPr>
          <a:xfrm>
            <a:off x="1183123" y="4278939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4" name="Google Shape;1304;p44"/>
          <p:cNvSpPr/>
          <p:nvPr/>
        </p:nvSpPr>
        <p:spPr>
          <a:xfrm>
            <a:off x="4851307" y="4297989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5" name="Google Shape;1305;p44"/>
          <p:cNvSpPr/>
          <p:nvPr/>
        </p:nvSpPr>
        <p:spPr>
          <a:xfrm>
            <a:off x="6686807" y="4273069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6" name="Google Shape;1306;p44"/>
          <p:cNvSpPr/>
          <p:nvPr/>
        </p:nvSpPr>
        <p:spPr>
          <a:xfrm>
            <a:off x="10515088" y="4243533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7" name="Google Shape;1307;p44"/>
          <p:cNvSpPr/>
          <p:nvPr/>
        </p:nvSpPr>
        <p:spPr>
          <a:xfrm>
            <a:off x="1014705" y="5729816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44"/>
          <p:cNvSpPr/>
          <p:nvPr/>
        </p:nvSpPr>
        <p:spPr>
          <a:xfrm>
            <a:off x="1852484" y="5729816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44"/>
          <p:cNvSpPr/>
          <p:nvPr/>
        </p:nvSpPr>
        <p:spPr>
          <a:xfrm>
            <a:off x="4616195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44"/>
          <p:cNvSpPr/>
          <p:nvPr/>
        </p:nvSpPr>
        <p:spPr>
          <a:xfrm>
            <a:off x="5312965" y="5739342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44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44"/>
          <p:cNvSpPr/>
          <p:nvPr/>
        </p:nvSpPr>
        <p:spPr>
          <a:xfrm>
            <a:off x="7247468" y="5739342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44"/>
          <p:cNvSpPr/>
          <p:nvPr/>
        </p:nvSpPr>
        <p:spPr>
          <a:xfrm>
            <a:off x="10142715" y="5694411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44"/>
          <p:cNvSpPr/>
          <p:nvPr/>
        </p:nvSpPr>
        <p:spPr>
          <a:xfrm>
            <a:off x="11044766" y="5708072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5" name="Google Shape;1315;p44"/>
          <p:cNvCxnSpPr>
            <a:stCxn id="1301" idx="0"/>
            <a:endCxn id="1300" idx="3"/>
          </p:cNvCxnSpPr>
          <p:nvPr/>
        </p:nvCxnSpPr>
        <p:spPr>
          <a:xfrm flipH="1" rot="10800000">
            <a:off x="3669113" y="1935688"/>
            <a:ext cx="24270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6" name="Google Shape;1316;p44"/>
          <p:cNvCxnSpPr>
            <a:stCxn id="1300" idx="3"/>
            <a:endCxn id="1302" idx="0"/>
          </p:cNvCxnSpPr>
          <p:nvPr/>
        </p:nvCxnSpPr>
        <p:spPr>
          <a:xfrm>
            <a:off x="6095999" y="1935789"/>
            <a:ext cx="2610900" cy="863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7" name="Google Shape;1317;p44"/>
          <p:cNvCxnSpPr>
            <a:stCxn id="1301" idx="2"/>
            <a:endCxn id="1303" idx="0"/>
          </p:cNvCxnSpPr>
          <p:nvPr/>
        </p:nvCxnSpPr>
        <p:spPr>
          <a:xfrm flipH="1">
            <a:off x="1590713" y="3586788"/>
            <a:ext cx="2078400" cy="69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8" name="Google Shape;1318;p44"/>
          <p:cNvCxnSpPr>
            <a:stCxn id="1301" idx="2"/>
            <a:endCxn id="1304" idx="0"/>
          </p:cNvCxnSpPr>
          <p:nvPr/>
        </p:nvCxnSpPr>
        <p:spPr>
          <a:xfrm>
            <a:off x="3669113" y="3586788"/>
            <a:ext cx="1589700" cy="711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9" name="Google Shape;1319;p44"/>
          <p:cNvCxnSpPr>
            <a:stCxn id="1302" idx="2"/>
            <a:endCxn id="1305" idx="0"/>
          </p:cNvCxnSpPr>
          <p:nvPr/>
        </p:nvCxnSpPr>
        <p:spPr>
          <a:xfrm flipH="1">
            <a:off x="7094279" y="3586788"/>
            <a:ext cx="1612500" cy="686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0" name="Google Shape;1320;p44"/>
          <p:cNvCxnSpPr>
            <a:stCxn id="1302" idx="2"/>
            <a:endCxn id="1306" idx="0"/>
          </p:cNvCxnSpPr>
          <p:nvPr/>
        </p:nvCxnSpPr>
        <p:spPr>
          <a:xfrm>
            <a:off x="8706779" y="3586788"/>
            <a:ext cx="2215800" cy="656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1" name="Google Shape;1321;p44"/>
          <p:cNvCxnSpPr>
            <a:stCxn id="1303" idx="3"/>
            <a:endCxn id="1307" idx="0"/>
          </p:cNvCxnSpPr>
          <p:nvPr/>
        </p:nvCxnSpPr>
        <p:spPr>
          <a:xfrm flipH="1">
            <a:off x="1323709" y="4981673"/>
            <a:ext cx="267000" cy="74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2" name="Google Shape;1322;p44"/>
          <p:cNvCxnSpPr>
            <a:stCxn id="1303" idx="3"/>
            <a:endCxn id="1308" idx="0"/>
          </p:cNvCxnSpPr>
          <p:nvPr/>
        </p:nvCxnSpPr>
        <p:spPr>
          <a:xfrm>
            <a:off x="1590709" y="4981673"/>
            <a:ext cx="570900" cy="74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3" name="Google Shape;1323;p44"/>
          <p:cNvCxnSpPr>
            <a:stCxn id="1304" idx="3"/>
            <a:endCxn id="1309" idx="0"/>
          </p:cNvCxnSpPr>
          <p:nvPr/>
        </p:nvCxnSpPr>
        <p:spPr>
          <a:xfrm flipH="1">
            <a:off x="4925293" y="5000723"/>
            <a:ext cx="333600" cy="74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4" name="Google Shape;1324;p44"/>
          <p:cNvCxnSpPr>
            <a:stCxn id="1304" idx="3"/>
            <a:endCxn id="1310" idx="0"/>
          </p:cNvCxnSpPr>
          <p:nvPr/>
        </p:nvCxnSpPr>
        <p:spPr>
          <a:xfrm>
            <a:off x="5258893" y="5000723"/>
            <a:ext cx="363000" cy="738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5" name="Google Shape;1325;p44"/>
          <p:cNvCxnSpPr>
            <a:stCxn id="1305" idx="3"/>
            <a:endCxn id="1311" idx="0"/>
          </p:cNvCxnSpPr>
          <p:nvPr/>
        </p:nvCxnSpPr>
        <p:spPr>
          <a:xfrm flipH="1">
            <a:off x="6686693" y="4975803"/>
            <a:ext cx="407700" cy="773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6" name="Google Shape;1326;p44"/>
          <p:cNvCxnSpPr>
            <a:stCxn id="1305" idx="3"/>
            <a:endCxn id="1312" idx="0"/>
          </p:cNvCxnSpPr>
          <p:nvPr/>
        </p:nvCxnSpPr>
        <p:spPr>
          <a:xfrm>
            <a:off x="7094393" y="4975803"/>
            <a:ext cx="462000" cy="76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7" name="Google Shape;1327;p44"/>
          <p:cNvCxnSpPr>
            <a:stCxn id="1306" idx="3"/>
            <a:endCxn id="1313" idx="0"/>
          </p:cNvCxnSpPr>
          <p:nvPr/>
        </p:nvCxnSpPr>
        <p:spPr>
          <a:xfrm flipH="1">
            <a:off x="10451674" y="4946267"/>
            <a:ext cx="471000" cy="74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8" name="Google Shape;1328;p44"/>
          <p:cNvCxnSpPr>
            <a:stCxn id="1306" idx="3"/>
            <a:endCxn id="1314" idx="0"/>
          </p:cNvCxnSpPr>
          <p:nvPr/>
        </p:nvCxnSpPr>
        <p:spPr>
          <a:xfrm>
            <a:off x="10922674" y="4946267"/>
            <a:ext cx="431100" cy="761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9" name="Google Shape;1329;p44"/>
          <p:cNvSpPr/>
          <p:nvPr/>
        </p:nvSpPr>
        <p:spPr>
          <a:xfrm>
            <a:off x="3200726" y="4254018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30" name="Google Shape;1330;p44"/>
          <p:cNvSpPr/>
          <p:nvPr/>
        </p:nvSpPr>
        <p:spPr>
          <a:xfrm>
            <a:off x="2879167" y="5708072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44"/>
          <p:cNvSpPr/>
          <p:nvPr/>
        </p:nvSpPr>
        <p:spPr>
          <a:xfrm>
            <a:off x="3634481" y="5708072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2" name="Google Shape;1332;p44"/>
          <p:cNvCxnSpPr>
            <a:stCxn id="1329" idx="3"/>
            <a:endCxn id="1330" idx="0"/>
          </p:cNvCxnSpPr>
          <p:nvPr/>
        </p:nvCxnSpPr>
        <p:spPr>
          <a:xfrm flipH="1">
            <a:off x="3188312" y="4956752"/>
            <a:ext cx="4200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3" name="Google Shape;1333;p44"/>
          <p:cNvCxnSpPr>
            <a:stCxn id="1329" idx="3"/>
            <a:endCxn id="1331" idx="0"/>
          </p:cNvCxnSpPr>
          <p:nvPr/>
        </p:nvCxnSpPr>
        <p:spPr>
          <a:xfrm>
            <a:off x="3608312" y="4956752"/>
            <a:ext cx="3351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4" name="Google Shape;1334;p44"/>
          <p:cNvCxnSpPr>
            <a:stCxn id="1301" idx="2"/>
            <a:endCxn id="1329" idx="0"/>
          </p:cNvCxnSpPr>
          <p:nvPr/>
        </p:nvCxnSpPr>
        <p:spPr>
          <a:xfrm flipH="1">
            <a:off x="3608213" y="3586788"/>
            <a:ext cx="60900" cy="66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5" name="Google Shape;1335;p44"/>
          <p:cNvSpPr/>
          <p:nvPr/>
        </p:nvSpPr>
        <p:spPr>
          <a:xfrm>
            <a:off x="8458875" y="4275763"/>
            <a:ext cx="815171" cy="70273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2F7E8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36" name="Google Shape;1336;p44"/>
          <p:cNvSpPr/>
          <p:nvPr/>
        </p:nvSpPr>
        <p:spPr>
          <a:xfrm>
            <a:off x="8275174" y="572981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4"/>
          <p:cNvSpPr/>
          <p:nvPr/>
        </p:nvSpPr>
        <p:spPr>
          <a:xfrm>
            <a:off x="9077291" y="5729817"/>
            <a:ext cx="618067" cy="626533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B78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8" name="Google Shape;1338;p44"/>
          <p:cNvCxnSpPr>
            <a:stCxn id="1335" idx="3"/>
            <a:endCxn id="1336" idx="0"/>
          </p:cNvCxnSpPr>
          <p:nvPr/>
        </p:nvCxnSpPr>
        <p:spPr>
          <a:xfrm flipH="1">
            <a:off x="8584161" y="4978497"/>
            <a:ext cx="282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9" name="Google Shape;1339;p44"/>
          <p:cNvCxnSpPr>
            <a:stCxn id="1335" idx="3"/>
            <a:endCxn id="1337" idx="0"/>
          </p:cNvCxnSpPr>
          <p:nvPr/>
        </p:nvCxnSpPr>
        <p:spPr>
          <a:xfrm>
            <a:off x="8866461" y="4978497"/>
            <a:ext cx="5199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0" name="Google Shape;1340;p44"/>
          <p:cNvCxnSpPr>
            <a:endCxn id="1335" idx="0"/>
          </p:cNvCxnSpPr>
          <p:nvPr/>
        </p:nvCxnSpPr>
        <p:spPr>
          <a:xfrm>
            <a:off x="8743161" y="3669763"/>
            <a:ext cx="123300" cy="606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Practice: alpha Beta pruning</a:t>
            </a:r>
            <a:endParaRPr/>
          </a:p>
        </p:txBody>
      </p:sp>
      <p:pic>
        <p:nvPicPr>
          <p:cNvPr id="1346" name="Google Shape;1346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92" y="1931522"/>
            <a:ext cx="8096190" cy="4139543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348" name="Google Shape;134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354" name="Google Shape;1354;p48"/>
          <p:cNvSpPr txBox="1"/>
          <p:nvPr>
            <p:ph idx="1" type="body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AIMA Chapter 4.1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Previous year questions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55" name="Google Shape;135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356" name="Google Shape;1356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pth">
  <a:themeElements>
    <a:clrScheme name="Depth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2021-07-02T18:31:02Z</dcterms:created>
  <dc:creator>Fariha Tabassum Islam - 1018052029</dc:creator>
</cp:coreProperties>
</file>