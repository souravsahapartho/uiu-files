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10234600" cy="7099300"/>
  <p:embeddedFontLst>
    <p:embeddedFont>
      <p:font typeface="Tahom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84">
          <p15:clr>
            <a:srgbClr val="A4A3A4"/>
          </p15:clr>
        </p15:guide>
        <p15:guide id="2" pos="912">
          <p15:clr>
            <a:srgbClr val="A4A3A4"/>
          </p15:clr>
        </p15:guide>
      </p15:sldGuideLst>
    </p:ext>
    <p:ext uri="{2D200454-40CA-4A62-9FC3-DE9A4176ACB9}">
      <p15:notesGuideLst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  <p:ext uri="GoogleSlidesCustomDataVersion2">
      <go:slidesCustomData xmlns:go="http://customooxmlschemas.google.com/" r:id="rId34" roundtripDataSignature="AMtx7mg3F5oDARO+DZHjlGi7dXD8takk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84" orient="horz"/>
        <p:guide pos="91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36" orient="horz"/>
        <p:guide pos="32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Tahoma-bold.fntdata"/><Relationship Id="rId10" Type="http://schemas.openxmlformats.org/officeDocument/2006/relationships/slide" Target="slides/slide4.xml"/><Relationship Id="rId32" Type="http://schemas.openxmlformats.org/officeDocument/2006/relationships/font" Target="fonts/Tahoma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43275" y="533400"/>
            <a:ext cx="3548063" cy="2660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63663" y="3371850"/>
            <a:ext cx="7507287" cy="31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5799138" y="0"/>
            <a:ext cx="4435475" cy="354013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745288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799138" y="6745288"/>
            <a:ext cx="4435475" cy="354012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818e16e5_0_816:notes"/>
          <p:cNvSpPr/>
          <p:nvPr>
            <p:ph idx="2" type="sldImg"/>
          </p:nvPr>
        </p:nvSpPr>
        <p:spPr>
          <a:xfrm>
            <a:off x="2729227" y="887413"/>
            <a:ext cx="8187600" cy="239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8b818e16e5_0_816:notes"/>
          <p:cNvSpPr txBox="1"/>
          <p:nvPr>
            <p:ph idx="1" type="body"/>
          </p:nvPr>
        </p:nvSpPr>
        <p:spPr>
          <a:xfrm>
            <a:off x="1364613" y="3416538"/>
            <a:ext cx="109170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8b818e16e5_0_816:notes"/>
          <p:cNvSpPr txBox="1"/>
          <p:nvPr>
            <p:ph idx="12" type="sldNum"/>
          </p:nvPr>
        </p:nvSpPr>
        <p:spPr>
          <a:xfrm>
            <a:off x="7729651" y="6743103"/>
            <a:ext cx="5913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b818e16e5_0_611:notes"/>
          <p:cNvSpPr/>
          <p:nvPr>
            <p:ph idx="2" type="sldImg"/>
          </p:nvPr>
        </p:nvSpPr>
        <p:spPr>
          <a:xfrm>
            <a:off x="2729227" y="887413"/>
            <a:ext cx="8187600" cy="239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8b818e16e5_0_611:notes"/>
          <p:cNvSpPr txBox="1"/>
          <p:nvPr>
            <p:ph idx="1" type="body"/>
          </p:nvPr>
        </p:nvSpPr>
        <p:spPr>
          <a:xfrm>
            <a:off x="1364613" y="3416538"/>
            <a:ext cx="109170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8b818e16e5_0_611:notes"/>
          <p:cNvSpPr txBox="1"/>
          <p:nvPr>
            <p:ph idx="12" type="sldNum"/>
          </p:nvPr>
        </p:nvSpPr>
        <p:spPr>
          <a:xfrm>
            <a:off x="7729651" y="6743103"/>
            <a:ext cx="5913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b818e16e5_0_643:notes"/>
          <p:cNvSpPr/>
          <p:nvPr>
            <p:ph idx="2" type="sldImg"/>
          </p:nvPr>
        </p:nvSpPr>
        <p:spPr>
          <a:xfrm>
            <a:off x="2729227" y="887413"/>
            <a:ext cx="8187600" cy="239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8b818e16e5_0_643:notes"/>
          <p:cNvSpPr txBox="1"/>
          <p:nvPr>
            <p:ph idx="1" type="body"/>
          </p:nvPr>
        </p:nvSpPr>
        <p:spPr>
          <a:xfrm>
            <a:off x="1364613" y="3416538"/>
            <a:ext cx="109170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8b818e16e5_0_643:notes"/>
          <p:cNvSpPr txBox="1"/>
          <p:nvPr>
            <p:ph idx="12" type="sldNum"/>
          </p:nvPr>
        </p:nvSpPr>
        <p:spPr>
          <a:xfrm>
            <a:off x="7729651" y="6743103"/>
            <a:ext cx="5913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b818e16e5_0_671:notes"/>
          <p:cNvSpPr/>
          <p:nvPr>
            <p:ph idx="2" type="sldImg"/>
          </p:nvPr>
        </p:nvSpPr>
        <p:spPr>
          <a:xfrm>
            <a:off x="2729227" y="887413"/>
            <a:ext cx="8187600" cy="239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b818e16e5_0_671:notes"/>
          <p:cNvSpPr txBox="1"/>
          <p:nvPr>
            <p:ph idx="1" type="body"/>
          </p:nvPr>
        </p:nvSpPr>
        <p:spPr>
          <a:xfrm>
            <a:off x="1364613" y="3416538"/>
            <a:ext cx="109170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8b818e16e5_0_671:notes"/>
          <p:cNvSpPr txBox="1"/>
          <p:nvPr>
            <p:ph idx="12" type="sldNum"/>
          </p:nvPr>
        </p:nvSpPr>
        <p:spPr>
          <a:xfrm>
            <a:off x="7729651" y="6743103"/>
            <a:ext cx="5913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1363663" y="3371850"/>
            <a:ext cx="7507287" cy="31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343275" y="533400"/>
            <a:ext cx="3548063" cy="2660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1363663" y="3371850"/>
            <a:ext cx="7507287" cy="31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3343275" y="533400"/>
            <a:ext cx="3548063" cy="2660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b818e16e5_0_344:notes"/>
          <p:cNvSpPr txBox="1"/>
          <p:nvPr>
            <p:ph idx="2" type="hdr"/>
          </p:nvPr>
        </p:nvSpPr>
        <p:spPr>
          <a:xfrm>
            <a:off x="0" y="0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ICS320-Foundations of Adaptive and Learning Systems</a:t>
            </a:r>
            <a:endParaRPr/>
          </a:p>
        </p:txBody>
      </p:sp>
      <p:sp>
        <p:nvSpPr>
          <p:cNvPr id="166" name="Google Shape;166;g38b818e16e5_0_344:notes"/>
          <p:cNvSpPr txBox="1"/>
          <p:nvPr>
            <p:ph idx="11" type="ftr"/>
          </p:nvPr>
        </p:nvSpPr>
        <p:spPr>
          <a:xfrm>
            <a:off x="0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Part3 Decision Tree Learning</a:t>
            </a:r>
            <a:endParaRPr/>
          </a:p>
        </p:txBody>
      </p:sp>
      <p:sp>
        <p:nvSpPr>
          <p:cNvPr id="167" name="Google Shape;167;g38b818e16e5_0_344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8b818e16e5_0_344:notes"/>
          <p:cNvSpPr/>
          <p:nvPr>
            <p:ph idx="3" type="sldImg"/>
          </p:nvPr>
        </p:nvSpPr>
        <p:spPr>
          <a:xfrm>
            <a:off x="3390900" y="552450"/>
            <a:ext cx="3540000" cy="26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g38b818e16e5_0_344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b32d84dc8_0_5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88" name="Google Shape;288;g3bb32d84dc8_0_5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bb32d84dc8_0_5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b32d84dc8_0_231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98" name="Google Shape;298;g3bb32d84dc8_0_231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bb32d84dc8_0_231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b32d84dc8_0_238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05" name="Google Shape;305;g3bb32d84dc8_0_238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bb32d84dc8_0_238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b32d84dc8_0_245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2" name="Google Shape;312;g3bb32d84dc8_0_245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3bb32d84dc8_0_245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b32d84dc8_0_253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20" name="Google Shape;320;g3bb32d84dc8_0_253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bb32d84dc8_0_253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b32d84dc8_0_518:notes"/>
          <p:cNvSpPr txBox="1"/>
          <p:nvPr>
            <p:ph idx="2" type="hdr"/>
          </p:nvPr>
        </p:nvSpPr>
        <p:spPr>
          <a:xfrm>
            <a:off x="0" y="0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ICS320-Foundations of Adaptive and Learning Systems</a:t>
            </a:r>
            <a:endParaRPr/>
          </a:p>
        </p:txBody>
      </p:sp>
      <p:sp>
        <p:nvSpPr>
          <p:cNvPr id="330" name="Google Shape;330;g3bb32d84dc8_0_518:notes"/>
          <p:cNvSpPr txBox="1"/>
          <p:nvPr>
            <p:ph idx="11" type="ftr"/>
          </p:nvPr>
        </p:nvSpPr>
        <p:spPr>
          <a:xfrm>
            <a:off x="0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Part3 Decision Tree Learning</a:t>
            </a:r>
            <a:endParaRPr/>
          </a:p>
        </p:txBody>
      </p:sp>
      <p:sp>
        <p:nvSpPr>
          <p:cNvPr id="331" name="Google Shape;331;g3bb32d84dc8_0_518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g3bb32d84dc8_0_518:notes"/>
          <p:cNvSpPr/>
          <p:nvPr>
            <p:ph idx="3" type="sldImg"/>
          </p:nvPr>
        </p:nvSpPr>
        <p:spPr>
          <a:xfrm>
            <a:off x="3390900" y="552450"/>
            <a:ext cx="3540000" cy="26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bb32d84dc8_0_518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b32d84dc8_0_264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55" name="Google Shape;455;g3bb32d84dc8_0_264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b32d84dc8_0_264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b32d84dc8_0_385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2" name="Google Shape;462;g3bb32d84dc8_0_385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g3bb32d84dc8_0_385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b32d84dc8_0_391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68" name="Google Shape;468;g3bb32d84dc8_0_391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bb32d84dc8_0_391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b32d84dc8_0_398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5" name="Google Shape;475;g3bb32d84dc8_0_398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b32d84dc8_0_398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b32d84dc8_0_642:notes"/>
          <p:cNvSpPr txBox="1"/>
          <p:nvPr>
            <p:ph idx="2" type="hdr"/>
          </p:nvPr>
        </p:nvSpPr>
        <p:spPr>
          <a:xfrm>
            <a:off x="0" y="0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ICS320-Foundations of Adaptive and Learning Systems</a:t>
            </a:r>
            <a:endParaRPr/>
          </a:p>
        </p:txBody>
      </p:sp>
      <p:sp>
        <p:nvSpPr>
          <p:cNvPr id="483" name="Google Shape;483;g3bb32d84dc8_0_642:notes"/>
          <p:cNvSpPr txBox="1"/>
          <p:nvPr>
            <p:ph idx="11" type="ftr"/>
          </p:nvPr>
        </p:nvSpPr>
        <p:spPr>
          <a:xfrm>
            <a:off x="0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Part3 Decision Tree Learning</a:t>
            </a:r>
            <a:endParaRPr/>
          </a:p>
        </p:txBody>
      </p:sp>
      <p:sp>
        <p:nvSpPr>
          <p:cNvPr id="484" name="Google Shape;484;g3bb32d84dc8_0_642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sv-SE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g3bb32d84dc8_0_642:notes"/>
          <p:cNvSpPr/>
          <p:nvPr>
            <p:ph idx="3" type="sldImg"/>
          </p:nvPr>
        </p:nvSpPr>
        <p:spPr>
          <a:xfrm>
            <a:off x="3390900" y="552450"/>
            <a:ext cx="3540000" cy="26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g3bb32d84dc8_0_642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b32d84dc8_0_424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08" name="Google Shape;608;g3bb32d84dc8_0_424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g3bb32d84dc8_0_424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b32d84dc8_0_431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15" name="Google Shape;615;g3bb32d84dc8_0_431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b32d84dc8_0_431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b32d84dc8_0_437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1" name="Google Shape;621;g3bb32d84dc8_0_437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2" name="Google Shape;622;g3bb32d84dc8_0_437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bb32d84dc8_0_444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8" name="Google Shape;628;g3bb32d84dc8_0_444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g3bb32d84dc8_0_444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b32d84dc8_0_476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b32d84dc8_0_476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b818e16e5_0_747:notes"/>
          <p:cNvSpPr/>
          <p:nvPr>
            <p:ph idx="2" type="sldImg"/>
          </p:nvPr>
        </p:nvSpPr>
        <p:spPr>
          <a:xfrm>
            <a:off x="2729227" y="887413"/>
            <a:ext cx="8187600" cy="239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8b818e16e5_0_747:notes"/>
          <p:cNvSpPr txBox="1"/>
          <p:nvPr>
            <p:ph idx="1" type="body"/>
          </p:nvPr>
        </p:nvSpPr>
        <p:spPr>
          <a:xfrm>
            <a:off x="1364613" y="3416538"/>
            <a:ext cx="109170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8b818e16e5_0_747:notes"/>
          <p:cNvSpPr txBox="1"/>
          <p:nvPr>
            <p:ph idx="12" type="sldNum"/>
          </p:nvPr>
        </p:nvSpPr>
        <p:spPr>
          <a:xfrm>
            <a:off x="7729651" y="6743103"/>
            <a:ext cx="5913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8b818e16e5_0_706:notes"/>
          <p:cNvSpPr/>
          <p:nvPr>
            <p:ph idx="2" type="sldImg"/>
          </p:nvPr>
        </p:nvSpPr>
        <p:spPr>
          <a:xfrm>
            <a:off x="3343275" y="533400"/>
            <a:ext cx="3548100" cy="2660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8b818e16e5_0_706:notes"/>
          <p:cNvSpPr txBox="1"/>
          <p:nvPr>
            <p:ph idx="1" type="body"/>
          </p:nvPr>
        </p:nvSpPr>
        <p:spPr>
          <a:xfrm>
            <a:off x="1363663" y="3371850"/>
            <a:ext cx="7507200" cy="3194100"/>
          </a:xfrm>
          <a:prstGeom prst="rect">
            <a:avLst/>
          </a:prstGeom>
        </p:spPr>
        <p:txBody>
          <a:bodyPr anchorCtr="0" anchor="t" bIns="49850" lIns="99725" spcFirstLastPara="1" rIns="99725" wrap="square" tIns="498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8b818e16e5_0_706:notes"/>
          <p:cNvSpPr txBox="1"/>
          <p:nvPr>
            <p:ph idx="12" type="sldNum"/>
          </p:nvPr>
        </p:nvSpPr>
        <p:spPr>
          <a:xfrm>
            <a:off x="5799138" y="6745288"/>
            <a:ext cx="4435500" cy="3540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b32d84dc8_0_6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bb32d84dc8_0_6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bb32d84dc8_0_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b32d84dc8_0_106"/>
          <p:cNvSpPr txBox="1"/>
          <p:nvPr>
            <p:ph type="title"/>
          </p:nvPr>
        </p:nvSpPr>
        <p:spPr>
          <a:xfrm>
            <a:off x="609600" y="609600"/>
            <a:ext cx="63483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bb32d84dc8_0_106"/>
          <p:cNvSpPr txBox="1"/>
          <p:nvPr>
            <p:ph idx="1" type="body"/>
          </p:nvPr>
        </p:nvSpPr>
        <p:spPr>
          <a:xfrm>
            <a:off x="609600" y="2160588"/>
            <a:ext cx="6348300" cy="3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4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4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4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4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4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20" name="Google Shape;20;g3bb32d84dc8_0_106"/>
          <p:cNvSpPr txBox="1"/>
          <p:nvPr>
            <p:ph idx="10" type="dt"/>
          </p:nvPr>
        </p:nvSpPr>
        <p:spPr>
          <a:xfrm>
            <a:off x="5405438" y="6042025"/>
            <a:ext cx="68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bb32d84dc8_0_106"/>
          <p:cNvSpPr txBox="1"/>
          <p:nvPr>
            <p:ph idx="11" type="ftr"/>
          </p:nvPr>
        </p:nvSpPr>
        <p:spPr>
          <a:xfrm>
            <a:off x="609600" y="6042025"/>
            <a:ext cx="462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3bb32d84dc8_0_106"/>
          <p:cNvSpPr txBox="1"/>
          <p:nvPr>
            <p:ph idx="12" type="sldNum"/>
          </p:nvPr>
        </p:nvSpPr>
        <p:spPr>
          <a:xfrm>
            <a:off x="6445250" y="6042025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bb32d84dc8_0_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bb32d84dc8_0_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b32d84dc8_0_6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g3bb32d84dc8_0_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b32d84dc8_0_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bb32d84dc8_0_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g3bb32d84dc8_0_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b32d84dc8_0_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g3bb32d84dc8_0_7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g3bb32d84dc8_0_7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3bb32d84dc8_0_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b32d84dc8_0_8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3bb32d84dc8_0_8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3bb32d84dc8_0_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b32d84dc8_0_8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3bb32d84dc8_0_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b32d84dc8_0_9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bb32d84dc8_0_9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g3bb32d84dc8_0_9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g3bb32d84dc8_0_9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3bb32d84dc8_0_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b32d84dc8_0_9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g3bb32d84dc8_0_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b32d84dc8_0_10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g3bb32d84dc8_0_10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3bb32d84dc8_0_1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b32d84dc8_0_1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b32d84dc8_0_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bb32d84dc8_0_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b32d84dc8_0_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818e16e5_0_816"/>
          <p:cNvSpPr/>
          <p:nvPr/>
        </p:nvSpPr>
        <p:spPr>
          <a:xfrm>
            <a:off x="548640" y="1828800"/>
            <a:ext cx="8046600" cy="13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sv-SE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818e16e5_0_816"/>
          <p:cNvSpPr/>
          <p:nvPr/>
        </p:nvSpPr>
        <p:spPr>
          <a:xfrm>
            <a:off x="548640" y="3352800"/>
            <a:ext cx="8046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Calibri"/>
              <a:buNone/>
            </a:pPr>
            <a:r>
              <a:rPr b="0" i="1" lang="sv-SE" sz="18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Core Concepts: Entropy, Information Gain &amp; How Trees Split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8b818e16e5_0_816"/>
          <p:cNvSpPr/>
          <p:nvPr/>
        </p:nvSpPr>
        <p:spPr>
          <a:xfrm>
            <a:off x="3200400" y="4328160"/>
            <a:ext cx="2743200" cy="48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b818e16e5_0_6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b818e16e5_0_611"/>
          <p:cNvSpPr/>
          <p:nvPr/>
        </p:nvSpPr>
        <p:spPr>
          <a:xfrm>
            <a:off x="274320" y="0"/>
            <a:ext cx="859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sv-SE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Decision Tree?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8b818e16e5_0_611"/>
          <p:cNvSpPr/>
          <p:nvPr/>
        </p:nvSpPr>
        <p:spPr>
          <a:xfrm>
            <a:off x="365760" y="1158240"/>
            <a:ext cx="45720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sv-SE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Decision Tree is a flowchart-like model that splits data step by step based on feature values to make a prediction.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818e16e5_0_611"/>
          <p:cNvSpPr/>
          <p:nvPr/>
        </p:nvSpPr>
        <p:spPr>
          <a:xfrm>
            <a:off x="365760" y="2036064"/>
            <a:ext cx="4572000" cy="9144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8b818e16e5_0_611"/>
          <p:cNvSpPr/>
          <p:nvPr/>
        </p:nvSpPr>
        <p:spPr>
          <a:xfrm>
            <a:off x="502920" y="2036064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Root Node  </a:t>
            </a: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First split — the whole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8b818e16e5_0_611"/>
          <p:cNvSpPr/>
          <p:nvPr/>
        </p:nvSpPr>
        <p:spPr>
          <a:xfrm>
            <a:off x="365760" y="3230880"/>
            <a:ext cx="4572000" cy="9144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b818e16e5_0_611"/>
          <p:cNvSpPr/>
          <p:nvPr/>
        </p:nvSpPr>
        <p:spPr>
          <a:xfrm>
            <a:off x="502920" y="323088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Internal Node  </a:t>
            </a: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decision/question on a feature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8b818e16e5_0_611"/>
          <p:cNvSpPr/>
          <p:nvPr/>
        </p:nvSpPr>
        <p:spPr>
          <a:xfrm>
            <a:off x="365760" y="4425696"/>
            <a:ext cx="4572000" cy="91440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8b818e16e5_0_611"/>
          <p:cNvSpPr/>
          <p:nvPr/>
        </p:nvSpPr>
        <p:spPr>
          <a:xfrm>
            <a:off x="502920" y="4425696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Leaf Node  </a:t>
            </a: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Final answer / class label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8b818e16e5_0_611"/>
          <p:cNvSpPr/>
          <p:nvPr/>
        </p:nvSpPr>
        <p:spPr>
          <a:xfrm>
            <a:off x="5029250" y="2551369"/>
            <a:ext cx="37491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lang="sv-SE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1" lang="sv-SE"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Will </a:t>
            </a:r>
            <a:r>
              <a:rPr b="1" lang="sv-SE"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1" lang="sv-SE"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student pass???</a:t>
            </a:r>
            <a:endParaRPr b="1" sz="18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t/>
            </a:r>
            <a:endParaRPr b="1" sz="18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t/>
            </a:r>
            <a:endParaRPr b="1" sz="18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lang="sv-SE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Questions:</a:t>
            </a:r>
            <a:br>
              <a:rPr lang="sv-SE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sv-SE" sz="1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Attended Class?</a:t>
            </a:r>
            <a:endParaRPr sz="18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sv-SE" sz="1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Did Homework?</a:t>
            </a:r>
            <a:endParaRPr sz="18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sv-SE" sz="1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Studied?</a:t>
            </a:r>
            <a:endParaRPr sz="18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sv-SE" sz="18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Wearing glasses?</a:t>
            </a:r>
            <a:endParaRPr sz="18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t/>
            </a:r>
            <a:endParaRPr sz="16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8b818e16e5_0_611"/>
          <p:cNvSpPr/>
          <p:nvPr/>
        </p:nvSpPr>
        <p:spPr>
          <a:xfrm>
            <a:off x="365760" y="5486400"/>
            <a:ext cx="8412600" cy="9144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b818e16e5_0_611"/>
          <p:cNvSpPr/>
          <p:nvPr/>
        </p:nvSpPr>
        <p:spPr>
          <a:xfrm>
            <a:off x="502920" y="5486400"/>
            <a:ext cx="8138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Key Idea: At each node, the tree asks a YES/NO (or categorical) question about a feature and follows the branch that matches the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818e16e5_0_64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8b818e16e5_0_643"/>
          <p:cNvSpPr/>
          <p:nvPr/>
        </p:nvSpPr>
        <p:spPr>
          <a:xfrm>
            <a:off x="274320" y="0"/>
            <a:ext cx="859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sv-SE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Entropy – Measuring Impurity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8b818e16e5_0_643"/>
          <p:cNvSpPr/>
          <p:nvPr/>
        </p:nvSpPr>
        <p:spPr>
          <a:xfrm>
            <a:off x="365760" y="1097280"/>
            <a:ext cx="84126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sv-SE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Entropy tells us how mixed (impure) a group is. High entropy = lots of different classes mixed together. Zero entropy = all same class (pure!).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8b818e16e5_0_643"/>
          <p:cNvSpPr/>
          <p:nvPr/>
        </p:nvSpPr>
        <p:spPr>
          <a:xfrm>
            <a:off x="365760" y="2072640"/>
            <a:ext cx="8412600" cy="10971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8b818e16e5_0_643"/>
          <p:cNvSpPr/>
          <p:nvPr/>
        </p:nvSpPr>
        <p:spPr>
          <a:xfrm>
            <a:off x="640080" y="2097024"/>
            <a:ext cx="137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Formula: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8b818e16e5_0_643"/>
          <p:cNvSpPr/>
          <p:nvPr/>
        </p:nvSpPr>
        <p:spPr>
          <a:xfrm>
            <a:off x="640080" y="249936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ourier New"/>
              <a:buNone/>
            </a:pPr>
            <a:r>
              <a:rPr b="1" i="0" lang="sv-SE" sz="1800" u="none" cap="none" strike="noStrike">
                <a:solidFill>
                  <a:srgbClr val="1A3A5C"/>
                </a:solidFill>
                <a:latin typeface="Courier New"/>
                <a:ea typeface="Courier New"/>
                <a:cs typeface="Courier New"/>
                <a:sym typeface="Courier New"/>
              </a:rPr>
              <a:t>H(S) = − Σ  pᵢ · log₂(pᵢ)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8b818e16e5_0_643"/>
          <p:cNvSpPr/>
          <p:nvPr/>
        </p:nvSpPr>
        <p:spPr>
          <a:xfrm>
            <a:off x="5029200" y="2560320"/>
            <a:ext cx="35661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sv-SE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where pᵢ = proportion of class i in the 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8b818e16e5_0_643"/>
          <p:cNvSpPr/>
          <p:nvPr/>
        </p:nvSpPr>
        <p:spPr>
          <a:xfrm>
            <a:off x="365760" y="3413760"/>
            <a:ext cx="2651700" cy="23775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8b818e16e5_0_643"/>
          <p:cNvSpPr/>
          <p:nvPr/>
        </p:nvSpPr>
        <p:spPr>
          <a:xfrm>
            <a:off x="457200" y="3474720"/>
            <a:ext cx="2469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All Same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8b818e16e5_0_643"/>
          <p:cNvSpPr/>
          <p:nvPr/>
        </p:nvSpPr>
        <p:spPr>
          <a:xfrm>
            <a:off x="457200" y="39014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sv-SE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[5 Yes, 0 No]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8b818e16e5_0_643"/>
          <p:cNvSpPr/>
          <p:nvPr/>
        </p:nvSpPr>
        <p:spPr>
          <a:xfrm>
            <a:off x="457200" y="4328160"/>
            <a:ext cx="2469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00"/>
              <a:buFont typeface="Courier New"/>
              <a:buNone/>
            </a:pPr>
            <a:r>
              <a:rPr b="1" i="0" lang="sv-SE" sz="1500" u="none" cap="none" strike="noStrike">
                <a:solidFill>
                  <a:srgbClr val="16A34A"/>
                </a:solidFill>
                <a:latin typeface="Courier New"/>
                <a:ea typeface="Courier New"/>
                <a:cs typeface="Courier New"/>
                <a:sym typeface="Courier New"/>
              </a:rPr>
              <a:t>H 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8b818e16e5_0_643"/>
          <p:cNvSpPr/>
          <p:nvPr/>
        </p:nvSpPr>
        <p:spPr>
          <a:xfrm>
            <a:off x="457200" y="4754880"/>
            <a:ext cx="2469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sv-SE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Perfectly pure. No uncertainty.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8b818e16e5_0_643"/>
          <p:cNvSpPr/>
          <p:nvPr/>
        </p:nvSpPr>
        <p:spPr>
          <a:xfrm>
            <a:off x="3200400" y="3413760"/>
            <a:ext cx="2651700" cy="237750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8b818e16e5_0_643"/>
          <p:cNvSpPr/>
          <p:nvPr/>
        </p:nvSpPr>
        <p:spPr>
          <a:xfrm>
            <a:off x="3291840" y="3474720"/>
            <a:ext cx="2469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Half &amp; Half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8b818e16e5_0_643"/>
          <p:cNvSpPr/>
          <p:nvPr/>
        </p:nvSpPr>
        <p:spPr>
          <a:xfrm>
            <a:off x="3291840" y="39014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sv-SE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[5 Yes, 5 No]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8b818e16e5_0_643"/>
          <p:cNvSpPr/>
          <p:nvPr/>
        </p:nvSpPr>
        <p:spPr>
          <a:xfrm>
            <a:off x="3291840" y="4328160"/>
            <a:ext cx="2469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500"/>
              <a:buFont typeface="Courier New"/>
              <a:buNone/>
            </a:pPr>
            <a:r>
              <a:rPr b="1" i="0" lang="sv-SE" sz="1500" u="none" cap="none" strike="noStrike">
                <a:solidFill>
                  <a:srgbClr val="EA580C"/>
                </a:solidFill>
                <a:latin typeface="Courier New"/>
                <a:ea typeface="Courier New"/>
                <a:cs typeface="Courier New"/>
                <a:sym typeface="Courier New"/>
              </a:rPr>
              <a:t>H = 1.0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8b818e16e5_0_643"/>
          <p:cNvSpPr/>
          <p:nvPr/>
        </p:nvSpPr>
        <p:spPr>
          <a:xfrm>
            <a:off x="3291840" y="4754880"/>
            <a:ext cx="2469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sv-SE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Maximum uncertainty.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8b818e16e5_0_643"/>
          <p:cNvSpPr/>
          <p:nvPr/>
        </p:nvSpPr>
        <p:spPr>
          <a:xfrm>
            <a:off x="6035040" y="3413760"/>
            <a:ext cx="2651700" cy="23775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8b818e16e5_0_643"/>
          <p:cNvSpPr/>
          <p:nvPr/>
        </p:nvSpPr>
        <p:spPr>
          <a:xfrm>
            <a:off x="6126480" y="3474720"/>
            <a:ext cx="2469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Slightly Mixed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8b818e16e5_0_643"/>
          <p:cNvSpPr/>
          <p:nvPr/>
        </p:nvSpPr>
        <p:spPr>
          <a:xfrm>
            <a:off x="6126480" y="3901440"/>
            <a:ext cx="246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sv-SE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[7 Yes, 3 No]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8b818e16e5_0_643"/>
          <p:cNvSpPr/>
          <p:nvPr/>
        </p:nvSpPr>
        <p:spPr>
          <a:xfrm>
            <a:off x="6126480" y="4328160"/>
            <a:ext cx="2469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ourier New"/>
              <a:buNone/>
            </a:pPr>
            <a:r>
              <a:rPr b="1" i="0" lang="sv-SE" sz="15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H ≈ 0.88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8b818e16e5_0_643"/>
          <p:cNvSpPr/>
          <p:nvPr/>
        </p:nvSpPr>
        <p:spPr>
          <a:xfrm>
            <a:off x="6126480" y="4754880"/>
            <a:ext cx="2469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sv-SE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Some mix, less uncertain.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8b818e16e5_0_643"/>
          <p:cNvSpPr/>
          <p:nvPr/>
        </p:nvSpPr>
        <p:spPr>
          <a:xfrm>
            <a:off x="365760" y="5913120"/>
            <a:ext cx="8412600" cy="6705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8b818e16e5_0_643"/>
          <p:cNvSpPr/>
          <p:nvPr/>
        </p:nvSpPr>
        <p:spPr>
          <a:xfrm>
            <a:off x="502920" y="5913120"/>
            <a:ext cx="81381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💡  Think of entropy like a coin: a fair coin (50-50) has the highest entropy. A two-headed coin has zero.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818e16e5_0_67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8b818e16e5_0_671"/>
          <p:cNvSpPr/>
          <p:nvPr/>
        </p:nvSpPr>
        <p:spPr>
          <a:xfrm>
            <a:off x="274320" y="0"/>
            <a:ext cx="859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sv-SE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 Gain – Which Feature to Split On?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8b818e16e5_0_671"/>
          <p:cNvSpPr/>
          <p:nvPr/>
        </p:nvSpPr>
        <p:spPr>
          <a:xfrm>
            <a:off x="365760" y="1036320"/>
            <a:ext cx="84126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sv-SE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Information Gain (IG) measures how much a feature reduces entropy after splitting. We pick the feature with the HIGHEST IG to split 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b818e16e5_0_671"/>
          <p:cNvSpPr/>
          <p:nvPr/>
        </p:nvSpPr>
        <p:spPr>
          <a:xfrm>
            <a:off x="365760" y="1950720"/>
            <a:ext cx="8412600" cy="12192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8b818e16e5_0_671"/>
          <p:cNvSpPr/>
          <p:nvPr/>
        </p:nvSpPr>
        <p:spPr>
          <a:xfrm>
            <a:off x="640080" y="201168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800"/>
              <a:buFont typeface="Courier New"/>
              <a:buNone/>
            </a:pPr>
            <a:r>
              <a:rPr b="1" i="0" lang="sv-SE" sz="1800" u="none" cap="none" strike="noStrike">
                <a:solidFill>
                  <a:srgbClr val="1A3A5C"/>
                </a:solidFill>
                <a:latin typeface="Courier New"/>
                <a:ea typeface="Courier New"/>
                <a:cs typeface="Courier New"/>
                <a:sym typeface="Courier New"/>
              </a:rPr>
              <a:t>IG(S, A) = H(S)  −  Σᵥ  (|Sᵥ| / |S|) · H(Sᵥ)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8b818e16e5_0_671"/>
          <p:cNvSpPr/>
          <p:nvPr/>
        </p:nvSpPr>
        <p:spPr>
          <a:xfrm>
            <a:off x="640080" y="2621280"/>
            <a:ext cx="7772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sv-SE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H(S) = entropy before split     Sᵥ = subset after split on value v of feature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8b818e16e5_0_671"/>
          <p:cNvSpPr/>
          <p:nvPr/>
        </p:nvSpPr>
        <p:spPr>
          <a:xfrm>
            <a:off x="365760" y="3291840"/>
            <a:ext cx="365700" cy="463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8b818e16e5_0_671"/>
          <p:cNvSpPr/>
          <p:nvPr/>
        </p:nvSpPr>
        <p:spPr>
          <a:xfrm>
            <a:off x="365760" y="3291840"/>
            <a:ext cx="365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8b818e16e5_0_671"/>
          <p:cNvSpPr/>
          <p:nvPr/>
        </p:nvSpPr>
        <p:spPr>
          <a:xfrm>
            <a:off x="822960" y="3291840"/>
            <a:ext cx="20118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Calculate H(S)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8b818e16e5_0_671"/>
          <p:cNvSpPr/>
          <p:nvPr/>
        </p:nvSpPr>
        <p:spPr>
          <a:xfrm>
            <a:off x="2834640" y="3291840"/>
            <a:ext cx="5943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Entropy of the whole dataset before any split.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8b818e16e5_0_671"/>
          <p:cNvSpPr/>
          <p:nvPr/>
        </p:nvSpPr>
        <p:spPr>
          <a:xfrm>
            <a:off x="365760" y="3877056"/>
            <a:ext cx="365700" cy="463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8b818e16e5_0_671"/>
          <p:cNvSpPr/>
          <p:nvPr/>
        </p:nvSpPr>
        <p:spPr>
          <a:xfrm>
            <a:off x="365760" y="3877056"/>
            <a:ext cx="365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8b818e16e5_0_671"/>
          <p:cNvSpPr/>
          <p:nvPr/>
        </p:nvSpPr>
        <p:spPr>
          <a:xfrm>
            <a:off x="822960" y="3877056"/>
            <a:ext cx="20118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Split by a feature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8b818e16e5_0_671"/>
          <p:cNvSpPr/>
          <p:nvPr/>
        </p:nvSpPr>
        <p:spPr>
          <a:xfrm>
            <a:off x="2834640" y="3877056"/>
            <a:ext cx="5943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Divide data into subsets based on each value of that feature.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8b818e16e5_0_671"/>
          <p:cNvSpPr/>
          <p:nvPr/>
        </p:nvSpPr>
        <p:spPr>
          <a:xfrm>
            <a:off x="365760" y="4462272"/>
            <a:ext cx="365700" cy="463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8b818e16e5_0_671"/>
          <p:cNvSpPr/>
          <p:nvPr/>
        </p:nvSpPr>
        <p:spPr>
          <a:xfrm>
            <a:off x="365760" y="4462272"/>
            <a:ext cx="365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8b818e16e5_0_671"/>
          <p:cNvSpPr/>
          <p:nvPr/>
        </p:nvSpPr>
        <p:spPr>
          <a:xfrm>
            <a:off x="822960" y="4462272"/>
            <a:ext cx="20118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Calc H for each subset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8b818e16e5_0_671"/>
          <p:cNvSpPr/>
          <p:nvPr/>
        </p:nvSpPr>
        <p:spPr>
          <a:xfrm>
            <a:off x="2834640" y="4462272"/>
            <a:ext cx="5943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Compute entropy of every resulting subset.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8b818e16e5_0_671"/>
          <p:cNvSpPr/>
          <p:nvPr/>
        </p:nvSpPr>
        <p:spPr>
          <a:xfrm>
            <a:off x="365760" y="5047488"/>
            <a:ext cx="365700" cy="463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8b818e16e5_0_671"/>
          <p:cNvSpPr/>
          <p:nvPr/>
        </p:nvSpPr>
        <p:spPr>
          <a:xfrm>
            <a:off x="365760" y="5047488"/>
            <a:ext cx="365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8b818e16e5_0_671"/>
          <p:cNvSpPr/>
          <p:nvPr/>
        </p:nvSpPr>
        <p:spPr>
          <a:xfrm>
            <a:off x="822960" y="5047488"/>
            <a:ext cx="20118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Weighted average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8b818e16e5_0_671"/>
          <p:cNvSpPr/>
          <p:nvPr/>
        </p:nvSpPr>
        <p:spPr>
          <a:xfrm>
            <a:off x="2834640" y="5047488"/>
            <a:ext cx="5943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Weight each subset's entropy by its size and sum them 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8b818e16e5_0_671"/>
          <p:cNvSpPr/>
          <p:nvPr/>
        </p:nvSpPr>
        <p:spPr>
          <a:xfrm>
            <a:off x="365760" y="5632704"/>
            <a:ext cx="365700" cy="463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b818e16e5_0_671"/>
          <p:cNvSpPr/>
          <p:nvPr/>
        </p:nvSpPr>
        <p:spPr>
          <a:xfrm>
            <a:off x="365760" y="5632704"/>
            <a:ext cx="365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8b818e16e5_0_671"/>
          <p:cNvSpPr/>
          <p:nvPr/>
        </p:nvSpPr>
        <p:spPr>
          <a:xfrm>
            <a:off x="822960" y="5632704"/>
            <a:ext cx="20118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i="0" lang="sv-SE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Subtract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8b818e16e5_0_671"/>
          <p:cNvSpPr/>
          <p:nvPr/>
        </p:nvSpPr>
        <p:spPr>
          <a:xfrm>
            <a:off x="2834640" y="5632704"/>
            <a:ext cx="5943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IG = H(S) − weighted average. Bigger IG → better split!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8b818e16e5_0_671"/>
          <p:cNvSpPr/>
          <p:nvPr/>
        </p:nvSpPr>
        <p:spPr>
          <a:xfrm>
            <a:off x="365760" y="6217920"/>
            <a:ext cx="8412600" cy="4269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b818e16e5_0_671"/>
          <p:cNvSpPr/>
          <p:nvPr/>
        </p:nvSpPr>
        <p:spPr>
          <a:xfrm>
            <a:off x="502920" y="6217920"/>
            <a:ext cx="8138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sv-SE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✅  Best feature = the one that gives the highest information gain → chosen as the splitting node.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1250950" y="0"/>
            <a:ext cx="74279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v-SE"/>
              <a:t>Entropy</a:t>
            </a:r>
            <a:endParaRPr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1154113" y="3832225"/>
            <a:ext cx="7772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S is a sample of training examples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p</a:t>
            </a:r>
            <a:r>
              <a:rPr baseline="-25000" lang="sv-SE" sz="2400"/>
              <a:t>+</a:t>
            </a:r>
            <a:r>
              <a:rPr lang="sv-SE" sz="2400"/>
              <a:t> is the proportion of positive examples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p</a:t>
            </a:r>
            <a:r>
              <a:rPr baseline="-25000" lang="sv-SE" sz="2400"/>
              <a:t>-</a:t>
            </a:r>
            <a:r>
              <a:rPr lang="sv-SE" sz="2400"/>
              <a:t> is the proportion of negative examples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Entropy measures the impurity of S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None/>
            </a:pPr>
            <a:r>
              <a:rPr lang="sv-SE"/>
              <a:t>Entropy(S) = -p</a:t>
            </a:r>
            <a:r>
              <a:rPr baseline="-25000" lang="sv-SE"/>
              <a:t>+</a:t>
            </a:r>
            <a:r>
              <a:rPr lang="sv-SE"/>
              <a:t> log</a:t>
            </a:r>
            <a:r>
              <a:rPr baseline="-25000" lang="sv-SE"/>
              <a:t>2</a:t>
            </a:r>
            <a:r>
              <a:rPr lang="sv-SE"/>
              <a:t> p</a:t>
            </a:r>
            <a:r>
              <a:rPr baseline="-25000" lang="sv-SE"/>
              <a:t>+</a:t>
            </a:r>
            <a:r>
              <a:rPr lang="sv-SE"/>
              <a:t> - p</a:t>
            </a:r>
            <a:r>
              <a:rPr baseline="-25000" lang="sv-SE"/>
              <a:t>-</a:t>
            </a:r>
            <a:r>
              <a:rPr lang="sv-SE"/>
              <a:t> log</a:t>
            </a:r>
            <a:r>
              <a:rPr baseline="-25000" lang="sv-SE"/>
              <a:t>2</a:t>
            </a:r>
            <a:r>
              <a:rPr lang="sv-SE"/>
              <a:t> p</a:t>
            </a:r>
            <a:r>
              <a:rPr baseline="-25000" lang="sv-SE"/>
              <a:t>-</a:t>
            </a:r>
            <a:endParaRPr/>
          </a:p>
        </p:txBody>
      </p:sp>
      <p:pic>
        <p:nvPicPr>
          <p:cNvPr descr="C:\Documents and Settings\hoffmann\My Documents\MachineLearning\entropy.jpg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388" y="1020763"/>
            <a:ext cx="39624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609600" y="609600"/>
            <a:ext cx="6348413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v-SE"/>
              <a:t>Entropy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762000" y="1676400"/>
            <a:ext cx="8193088" cy="445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Entropy(S)= expected number of bits needed to encode class (+ or -) of randomly drawn members of S (under the optimal, shortest length-code)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sv-SE" sz="2400"/>
              <a:t>Why?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Information theory optimal length code assign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sv-SE" sz="2400"/>
              <a:t>     –log</a:t>
            </a:r>
            <a:r>
              <a:rPr baseline="-25000" lang="sv-SE" sz="2400"/>
              <a:t>2</a:t>
            </a:r>
            <a:r>
              <a:rPr lang="sv-SE" sz="2400"/>
              <a:t> p bits to messages having probability p.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Char char="●"/>
            </a:pPr>
            <a:r>
              <a:rPr lang="sv-SE" sz="2400"/>
              <a:t> So the expected number of bits to encode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sv-SE" sz="2400"/>
              <a:t>    (+ or -) of random member of 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Noto Sans Symbols"/>
              <a:buNone/>
            </a:pPr>
            <a:r>
              <a:rPr lang="sv-SE"/>
              <a:t>        -p</a:t>
            </a:r>
            <a:r>
              <a:rPr baseline="-25000" lang="sv-SE"/>
              <a:t>+</a:t>
            </a:r>
            <a:r>
              <a:rPr lang="sv-SE"/>
              <a:t> log</a:t>
            </a:r>
            <a:r>
              <a:rPr baseline="-25000" lang="sv-SE"/>
              <a:t>2</a:t>
            </a:r>
            <a:r>
              <a:rPr lang="sv-SE"/>
              <a:t> p</a:t>
            </a:r>
            <a:r>
              <a:rPr baseline="-25000" lang="sv-SE"/>
              <a:t>+</a:t>
            </a:r>
            <a:r>
              <a:rPr lang="sv-SE"/>
              <a:t> - p</a:t>
            </a:r>
            <a:r>
              <a:rPr baseline="-25000" lang="sv-SE"/>
              <a:t>-</a:t>
            </a:r>
            <a:r>
              <a:rPr lang="sv-SE"/>
              <a:t> log</a:t>
            </a:r>
            <a:r>
              <a:rPr baseline="-25000" lang="sv-SE"/>
              <a:t>2</a:t>
            </a:r>
            <a:r>
              <a:rPr lang="sv-SE"/>
              <a:t> p</a:t>
            </a:r>
            <a:r>
              <a:rPr baseline="-25000" lang="sv-SE"/>
              <a:t>-</a:t>
            </a:r>
            <a:endParaRPr/>
          </a:p>
          <a:p>
            <a:pPr indent="-22098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  <p:sp>
        <p:nvSpPr>
          <p:cNvPr id="163" name="Google Shape;163;p10"/>
          <p:cNvSpPr txBox="1"/>
          <p:nvPr/>
        </p:nvSpPr>
        <p:spPr>
          <a:xfrm>
            <a:off x="2678113" y="5554663"/>
            <a:ext cx="3200400" cy="466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sv-S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that: 0Log</a:t>
            </a:r>
            <a:r>
              <a:rPr b="0" baseline="-25000" i="0" lang="sv-S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sv-S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sv-S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sv-S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b818e16e5_0_344"/>
          <p:cNvSpPr txBox="1"/>
          <p:nvPr>
            <p:ph type="title"/>
          </p:nvPr>
        </p:nvSpPr>
        <p:spPr>
          <a:xfrm>
            <a:off x="1258888" y="-23813"/>
            <a:ext cx="742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Training Examples</a:t>
            </a:r>
            <a:endParaRPr/>
          </a:p>
        </p:txBody>
      </p:sp>
      <p:grpSp>
        <p:nvGrpSpPr>
          <p:cNvPr id="172" name="Google Shape;172;g38b818e16e5_0_344"/>
          <p:cNvGrpSpPr/>
          <p:nvPr/>
        </p:nvGrpSpPr>
        <p:grpSpPr>
          <a:xfrm>
            <a:off x="228700" y="1085838"/>
            <a:ext cx="8458200" cy="5238750"/>
            <a:chOff x="432" y="960"/>
            <a:chExt cx="5328" cy="3300"/>
          </a:xfrm>
        </p:grpSpPr>
        <p:sp>
          <p:nvSpPr>
            <p:cNvPr id="173" name="Google Shape;173;g38b818e16e5_0_344"/>
            <p:cNvSpPr/>
            <p:nvPr/>
          </p:nvSpPr>
          <p:spPr>
            <a:xfrm>
              <a:off x="4560" y="392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4" name="Google Shape;174;g38b818e16e5_0_344"/>
            <p:cNvSpPr/>
            <p:nvPr/>
          </p:nvSpPr>
          <p:spPr>
            <a:xfrm>
              <a:off x="3840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5" name="Google Shape;175;g38b818e16e5_0_344"/>
            <p:cNvSpPr/>
            <p:nvPr/>
          </p:nvSpPr>
          <p:spPr>
            <a:xfrm>
              <a:off x="3072" y="392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6" name="Google Shape;176;g38b818e16e5_0_344"/>
            <p:cNvSpPr/>
            <p:nvPr/>
          </p:nvSpPr>
          <p:spPr>
            <a:xfrm>
              <a:off x="2336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7" name="Google Shape;177;g38b818e16e5_0_344"/>
            <p:cNvSpPr/>
            <p:nvPr/>
          </p:nvSpPr>
          <p:spPr>
            <a:xfrm>
              <a:off x="912" y="3927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8" name="Google Shape;178;g38b818e16e5_0_344"/>
            <p:cNvSpPr/>
            <p:nvPr/>
          </p:nvSpPr>
          <p:spPr>
            <a:xfrm>
              <a:off x="432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D14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" name="Google Shape;179;g38b818e16e5_0_344"/>
            <p:cNvSpPr/>
            <p:nvPr/>
          </p:nvSpPr>
          <p:spPr>
            <a:xfrm>
              <a:off x="4560" y="3716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0" name="Google Shape;180;g38b818e16e5_0_344"/>
            <p:cNvSpPr/>
            <p:nvPr/>
          </p:nvSpPr>
          <p:spPr>
            <a:xfrm>
              <a:off x="3840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1" name="Google Shape;181;g38b818e16e5_0_344"/>
            <p:cNvSpPr/>
            <p:nvPr/>
          </p:nvSpPr>
          <p:spPr>
            <a:xfrm>
              <a:off x="3072" y="371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" name="Google Shape;182;g38b818e16e5_0_344"/>
            <p:cNvSpPr/>
            <p:nvPr/>
          </p:nvSpPr>
          <p:spPr>
            <a:xfrm>
              <a:off x="2336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3" name="Google Shape;183;g38b818e16e5_0_344"/>
            <p:cNvSpPr/>
            <p:nvPr/>
          </p:nvSpPr>
          <p:spPr>
            <a:xfrm>
              <a:off x="912" y="371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4" name="Google Shape;184;g38b818e16e5_0_344"/>
            <p:cNvSpPr/>
            <p:nvPr/>
          </p:nvSpPr>
          <p:spPr>
            <a:xfrm>
              <a:off x="432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D13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5" name="Google Shape;185;g38b818e16e5_0_344"/>
            <p:cNvSpPr/>
            <p:nvPr/>
          </p:nvSpPr>
          <p:spPr>
            <a:xfrm>
              <a:off x="4560" y="3505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6" name="Google Shape;186;g38b818e16e5_0_344"/>
            <p:cNvSpPr/>
            <p:nvPr/>
          </p:nvSpPr>
          <p:spPr>
            <a:xfrm>
              <a:off x="3840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7" name="Google Shape;187;g38b818e16e5_0_344"/>
            <p:cNvSpPr/>
            <p:nvPr/>
          </p:nvSpPr>
          <p:spPr>
            <a:xfrm>
              <a:off x="3072" y="350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" name="Google Shape;188;g38b818e16e5_0_344"/>
            <p:cNvSpPr/>
            <p:nvPr/>
          </p:nvSpPr>
          <p:spPr>
            <a:xfrm>
              <a:off x="2336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9" name="Google Shape;189;g38b818e16e5_0_344"/>
            <p:cNvSpPr/>
            <p:nvPr/>
          </p:nvSpPr>
          <p:spPr>
            <a:xfrm>
              <a:off x="912" y="350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0" name="Google Shape;190;g38b818e16e5_0_344"/>
            <p:cNvSpPr/>
            <p:nvPr/>
          </p:nvSpPr>
          <p:spPr>
            <a:xfrm>
              <a:off x="432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D12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1" name="Google Shape;191;g38b818e16e5_0_344"/>
            <p:cNvSpPr/>
            <p:nvPr/>
          </p:nvSpPr>
          <p:spPr>
            <a:xfrm>
              <a:off x="4560" y="329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2" name="Google Shape;192;g38b818e16e5_0_344"/>
            <p:cNvSpPr/>
            <p:nvPr/>
          </p:nvSpPr>
          <p:spPr>
            <a:xfrm>
              <a:off x="3840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" name="Google Shape;193;g38b818e16e5_0_344"/>
            <p:cNvSpPr/>
            <p:nvPr/>
          </p:nvSpPr>
          <p:spPr>
            <a:xfrm>
              <a:off x="3072" y="329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" name="Google Shape;194;g38b818e16e5_0_344"/>
            <p:cNvSpPr/>
            <p:nvPr/>
          </p:nvSpPr>
          <p:spPr>
            <a:xfrm>
              <a:off x="2336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" name="Google Shape;195;g38b818e16e5_0_344"/>
            <p:cNvSpPr/>
            <p:nvPr/>
          </p:nvSpPr>
          <p:spPr>
            <a:xfrm>
              <a:off x="912" y="3294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" name="Google Shape;196;g38b818e16e5_0_344"/>
            <p:cNvSpPr/>
            <p:nvPr/>
          </p:nvSpPr>
          <p:spPr>
            <a:xfrm>
              <a:off x="432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D11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" name="Google Shape;197;g38b818e16e5_0_344"/>
            <p:cNvSpPr/>
            <p:nvPr/>
          </p:nvSpPr>
          <p:spPr>
            <a:xfrm>
              <a:off x="4560" y="3083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g38b818e16e5_0_344"/>
            <p:cNvSpPr/>
            <p:nvPr/>
          </p:nvSpPr>
          <p:spPr>
            <a:xfrm>
              <a:off x="3840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" name="Google Shape;199;g38b818e16e5_0_344"/>
            <p:cNvSpPr/>
            <p:nvPr/>
          </p:nvSpPr>
          <p:spPr>
            <a:xfrm>
              <a:off x="3072" y="3083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" name="Google Shape;200;g38b818e16e5_0_344"/>
            <p:cNvSpPr/>
            <p:nvPr/>
          </p:nvSpPr>
          <p:spPr>
            <a:xfrm>
              <a:off x="2336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1" name="Google Shape;201;g38b818e16e5_0_344"/>
            <p:cNvSpPr/>
            <p:nvPr/>
          </p:nvSpPr>
          <p:spPr>
            <a:xfrm>
              <a:off x="912" y="3083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" name="Google Shape;202;g38b818e16e5_0_344"/>
            <p:cNvSpPr/>
            <p:nvPr/>
          </p:nvSpPr>
          <p:spPr>
            <a:xfrm>
              <a:off x="432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D10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g38b818e16e5_0_344"/>
            <p:cNvSpPr/>
            <p:nvPr/>
          </p:nvSpPr>
          <p:spPr>
            <a:xfrm>
              <a:off x="4560" y="2872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4" name="Google Shape;204;g38b818e16e5_0_344"/>
            <p:cNvSpPr/>
            <p:nvPr/>
          </p:nvSpPr>
          <p:spPr>
            <a:xfrm>
              <a:off x="3840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5" name="Google Shape;205;g38b818e16e5_0_344"/>
            <p:cNvSpPr/>
            <p:nvPr/>
          </p:nvSpPr>
          <p:spPr>
            <a:xfrm>
              <a:off x="3072" y="287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6" name="Google Shape;206;g38b818e16e5_0_344"/>
            <p:cNvSpPr/>
            <p:nvPr/>
          </p:nvSpPr>
          <p:spPr>
            <a:xfrm>
              <a:off x="2336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" name="Google Shape;207;g38b818e16e5_0_344"/>
            <p:cNvSpPr/>
            <p:nvPr/>
          </p:nvSpPr>
          <p:spPr>
            <a:xfrm>
              <a:off x="912" y="2872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8" name="Google Shape;208;g38b818e16e5_0_344"/>
            <p:cNvSpPr/>
            <p:nvPr/>
          </p:nvSpPr>
          <p:spPr>
            <a:xfrm>
              <a:off x="432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D9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g38b818e16e5_0_344"/>
            <p:cNvSpPr/>
            <p:nvPr/>
          </p:nvSpPr>
          <p:spPr>
            <a:xfrm>
              <a:off x="4560" y="2661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0" name="Google Shape;210;g38b818e16e5_0_344"/>
            <p:cNvSpPr/>
            <p:nvPr/>
          </p:nvSpPr>
          <p:spPr>
            <a:xfrm>
              <a:off x="3840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1" name="Google Shape;211;g38b818e16e5_0_344"/>
            <p:cNvSpPr/>
            <p:nvPr/>
          </p:nvSpPr>
          <p:spPr>
            <a:xfrm>
              <a:off x="3072" y="266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" name="Google Shape;212;g38b818e16e5_0_344"/>
            <p:cNvSpPr/>
            <p:nvPr/>
          </p:nvSpPr>
          <p:spPr>
            <a:xfrm>
              <a:off x="2336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" name="Google Shape;213;g38b818e16e5_0_344"/>
            <p:cNvSpPr/>
            <p:nvPr/>
          </p:nvSpPr>
          <p:spPr>
            <a:xfrm>
              <a:off x="912" y="2661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g38b818e16e5_0_344"/>
            <p:cNvSpPr/>
            <p:nvPr/>
          </p:nvSpPr>
          <p:spPr>
            <a:xfrm>
              <a:off x="432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D8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5" name="Google Shape;215;g38b818e16e5_0_344"/>
            <p:cNvSpPr/>
            <p:nvPr/>
          </p:nvSpPr>
          <p:spPr>
            <a:xfrm>
              <a:off x="4560" y="245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" name="Google Shape;216;g38b818e16e5_0_344"/>
            <p:cNvSpPr/>
            <p:nvPr/>
          </p:nvSpPr>
          <p:spPr>
            <a:xfrm>
              <a:off x="3840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" name="Google Shape;217;g38b818e16e5_0_344"/>
            <p:cNvSpPr/>
            <p:nvPr/>
          </p:nvSpPr>
          <p:spPr>
            <a:xfrm>
              <a:off x="3072" y="245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" name="Google Shape;218;g38b818e16e5_0_344"/>
            <p:cNvSpPr/>
            <p:nvPr/>
          </p:nvSpPr>
          <p:spPr>
            <a:xfrm>
              <a:off x="2336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" name="Google Shape;219;g38b818e16e5_0_344"/>
            <p:cNvSpPr/>
            <p:nvPr/>
          </p:nvSpPr>
          <p:spPr>
            <a:xfrm>
              <a:off x="912" y="245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" name="Google Shape;220;g38b818e16e5_0_344"/>
            <p:cNvSpPr/>
            <p:nvPr/>
          </p:nvSpPr>
          <p:spPr>
            <a:xfrm>
              <a:off x="432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D7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1" name="Google Shape;221;g38b818e16e5_0_344"/>
            <p:cNvSpPr/>
            <p:nvPr/>
          </p:nvSpPr>
          <p:spPr>
            <a:xfrm>
              <a:off x="4560" y="2239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" name="Google Shape;222;g38b818e16e5_0_344"/>
            <p:cNvSpPr/>
            <p:nvPr/>
          </p:nvSpPr>
          <p:spPr>
            <a:xfrm>
              <a:off x="3840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" name="Google Shape;223;g38b818e16e5_0_344"/>
            <p:cNvSpPr/>
            <p:nvPr/>
          </p:nvSpPr>
          <p:spPr>
            <a:xfrm>
              <a:off x="3072" y="2239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4" name="Google Shape;224;g38b818e16e5_0_344"/>
            <p:cNvSpPr/>
            <p:nvPr/>
          </p:nvSpPr>
          <p:spPr>
            <a:xfrm>
              <a:off x="2336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5" name="Google Shape;225;g38b818e16e5_0_344"/>
            <p:cNvSpPr/>
            <p:nvPr/>
          </p:nvSpPr>
          <p:spPr>
            <a:xfrm>
              <a:off x="912" y="2239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" name="Google Shape;226;g38b818e16e5_0_344"/>
            <p:cNvSpPr/>
            <p:nvPr/>
          </p:nvSpPr>
          <p:spPr>
            <a:xfrm>
              <a:off x="432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D6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7" name="Google Shape;227;g38b818e16e5_0_344"/>
            <p:cNvSpPr/>
            <p:nvPr/>
          </p:nvSpPr>
          <p:spPr>
            <a:xfrm>
              <a:off x="4560" y="202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8" name="Google Shape;228;g38b818e16e5_0_344"/>
            <p:cNvSpPr/>
            <p:nvPr/>
          </p:nvSpPr>
          <p:spPr>
            <a:xfrm>
              <a:off x="3840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9" name="Google Shape;229;g38b818e16e5_0_344"/>
            <p:cNvSpPr/>
            <p:nvPr/>
          </p:nvSpPr>
          <p:spPr>
            <a:xfrm>
              <a:off x="3072" y="202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" name="Google Shape;230;g38b818e16e5_0_344"/>
            <p:cNvSpPr/>
            <p:nvPr/>
          </p:nvSpPr>
          <p:spPr>
            <a:xfrm>
              <a:off x="2336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1" name="Google Shape;231;g38b818e16e5_0_344"/>
            <p:cNvSpPr/>
            <p:nvPr/>
          </p:nvSpPr>
          <p:spPr>
            <a:xfrm>
              <a:off x="912" y="2028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2" name="Google Shape;232;g38b818e16e5_0_344"/>
            <p:cNvSpPr/>
            <p:nvPr/>
          </p:nvSpPr>
          <p:spPr>
            <a:xfrm>
              <a:off x="432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D5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3" name="Google Shape;233;g38b818e16e5_0_344"/>
            <p:cNvSpPr/>
            <p:nvPr/>
          </p:nvSpPr>
          <p:spPr>
            <a:xfrm>
              <a:off x="4560" y="181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4" name="Google Shape;234;g38b818e16e5_0_344"/>
            <p:cNvSpPr/>
            <p:nvPr/>
          </p:nvSpPr>
          <p:spPr>
            <a:xfrm>
              <a:off x="3840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" name="Google Shape;235;g38b818e16e5_0_344"/>
            <p:cNvSpPr/>
            <p:nvPr/>
          </p:nvSpPr>
          <p:spPr>
            <a:xfrm>
              <a:off x="3072" y="181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6" name="Google Shape;236;g38b818e16e5_0_344"/>
            <p:cNvSpPr/>
            <p:nvPr/>
          </p:nvSpPr>
          <p:spPr>
            <a:xfrm>
              <a:off x="2336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7" name="Google Shape;237;g38b818e16e5_0_344"/>
            <p:cNvSpPr/>
            <p:nvPr/>
          </p:nvSpPr>
          <p:spPr>
            <a:xfrm>
              <a:off x="912" y="1817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 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" name="Google Shape;238;g38b818e16e5_0_344"/>
            <p:cNvSpPr/>
            <p:nvPr/>
          </p:nvSpPr>
          <p:spPr>
            <a:xfrm>
              <a:off x="432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D4 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" name="Google Shape;239;g38b818e16e5_0_344"/>
            <p:cNvSpPr/>
            <p:nvPr/>
          </p:nvSpPr>
          <p:spPr>
            <a:xfrm>
              <a:off x="4560" y="1606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g38b818e16e5_0_344"/>
            <p:cNvSpPr/>
            <p:nvPr/>
          </p:nvSpPr>
          <p:spPr>
            <a:xfrm>
              <a:off x="3840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" name="Google Shape;241;g38b818e16e5_0_344"/>
            <p:cNvSpPr/>
            <p:nvPr/>
          </p:nvSpPr>
          <p:spPr>
            <a:xfrm>
              <a:off x="3072" y="160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" name="Google Shape;242;g38b818e16e5_0_344"/>
            <p:cNvSpPr/>
            <p:nvPr/>
          </p:nvSpPr>
          <p:spPr>
            <a:xfrm>
              <a:off x="2336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" name="Google Shape;243;g38b818e16e5_0_344"/>
            <p:cNvSpPr/>
            <p:nvPr/>
          </p:nvSpPr>
          <p:spPr>
            <a:xfrm>
              <a:off x="912" y="160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" name="Google Shape;244;g38b818e16e5_0_344"/>
            <p:cNvSpPr/>
            <p:nvPr/>
          </p:nvSpPr>
          <p:spPr>
            <a:xfrm>
              <a:off x="432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D3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" name="Google Shape;245;g38b818e16e5_0_344"/>
            <p:cNvSpPr/>
            <p:nvPr/>
          </p:nvSpPr>
          <p:spPr>
            <a:xfrm>
              <a:off x="4560" y="1395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6" name="Google Shape;246;g38b818e16e5_0_344"/>
            <p:cNvSpPr/>
            <p:nvPr/>
          </p:nvSpPr>
          <p:spPr>
            <a:xfrm>
              <a:off x="3840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7" name="Google Shape;247;g38b818e16e5_0_344"/>
            <p:cNvSpPr/>
            <p:nvPr/>
          </p:nvSpPr>
          <p:spPr>
            <a:xfrm>
              <a:off x="3072" y="139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8" name="Google Shape;248;g38b818e16e5_0_344"/>
            <p:cNvSpPr/>
            <p:nvPr/>
          </p:nvSpPr>
          <p:spPr>
            <a:xfrm>
              <a:off x="2336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" name="Google Shape;249;g38b818e16e5_0_344"/>
            <p:cNvSpPr/>
            <p:nvPr/>
          </p:nvSpPr>
          <p:spPr>
            <a:xfrm>
              <a:off x="912" y="139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0" name="Google Shape;250;g38b818e16e5_0_344"/>
            <p:cNvSpPr/>
            <p:nvPr/>
          </p:nvSpPr>
          <p:spPr>
            <a:xfrm>
              <a:off x="432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D2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g38b818e16e5_0_344"/>
            <p:cNvSpPr/>
            <p:nvPr/>
          </p:nvSpPr>
          <p:spPr>
            <a:xfrm>
              <a:off x="4560" y="118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" name="Google Shape;252;g38b818e16e5_0_344"/>
            <p:cNvSpPr/>
            <p:nvPr/>
          </p:nvSpPr>
          <p:spPr>
            <a:xfrm>
              <a:off x="3840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3" name="Google Shape;253;g38b818e16e5_0_344"/>
            <p:cNvSpPr/>
            <p:nvPr/>
          </p:nvSpPr>
          <p:spPr>
            <a:xfrm>
              <a:off x="3072" y="118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" name="Google Shape;254;g38b818e16e5_0_344"/>
            <p:cNvSpPr/>
            <p:nvPr/>
          </p:nvSpPr>
          <p:spPr>
            <a:xfrm>
              <a:off x="2336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5" name="Google Shape;255;g38b818e16e5_0_344"/>
            <p:cNvSpPr/>
            <p:nvPr/>
          </p:nvSpPr>
          <p:spPr>
            <a:xfrm>
              <a:off x="912" y="1184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6" name="Google Shape;256;g38b818e16e5_0_344"/>
            <p:cNvSpPr/>
            <p:nvPr/>
          </p:nvSpPr>
          <p:spPr>
            <a:xfrm>
              <a:off x="432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" name="Google Shape;257;g38b818e16e5_0_344"/>
            <p:cNvSpPr/>
            <p:nvPr/>
          </p:nvSpPr>
          <p:spPr>
            <a:xfrm>
              <a:off x="4560" y="96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Play Tennis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" name="Google Shape;258;g38b818e16e5_0_344"/>
            <p:cNvSpPr/>
            <p:nvPr/>
          </p:nvSpPr>
          <p:spPr>
            <a:xfrm>
              <a:off x="3840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Wind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9" name="Google Shape;259;g38b818e16e5_0_344"/>
            <p:cNvSpPr/>
            <p:nvPr/>
          </p:nvSpPr>
          <p:spPr>
            <a:xfrm>
              <a:off x="3072" y="96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Humidity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" name="Google Shape;260;g38b818e16e5_0_344"/>
            <p:cNvSpPr/>
            <p:nvPr/>
          </p:nvSpPr>
          <p:spPr>
            <a:xfrm>
              <a:off x="2336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Temp.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1" name="Google Shape;261;g38b818e16e5_0_344"/>
            <p:cNvSpPr/>
            <p:nvPr/>
          </p:nvSpPr>
          <p:spPr>
            <a:xfrm>
              <a:off x="912" y="96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Outlook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" name="Google Shape;262;g38b818e16e5_0_344"/>
            <p:cNvSpPr/>
            <p:nvPr/>
          </p:nvSpPr>
          <p:spPr>
            <a:xfrm>
              <a:off x="432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Day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63" name="Google Shape;263;g38b818e16e5_0_344"/>
            <p:cNvCxnSpPr/>
            <p:nvPr/>
          </p:nvCxnSpPr>
          <p:spPr>
            <a:xfrm>
              <a:off x="432" y="960"/>
              <a:ext cx="5100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4" name="Google Shape;264;g38b818e16e5_0_344"/>
            <p:cNvCxnSpPr/>
            <p:nvPr/>
          </p:nvCxnSpPr>
          <p:spPr>
            <a:xfrm>
              <a:off x="432" y="1184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5" name="Google Shape;265;g38b818e16e5_0_344"/>
            <p:cNvCxnSpPr/>
            <p:nvPr/>
          </p:nvCxnSpPr>
          <p:spPr>
            <a:xfrm>
              <a:off x="432" y="1395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6" name="Google Shape;266;g38b818e16e5_0_344"/>
            <p:cNvCxnSpPr/>
            <p:nvPr/>
          </p:nvCxnSpPr>
          <p:spPr>
            <a:xfrm>
              <a:off x="432" y="1606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7" name="Google Shape;267;g38b818e16e5_0_344"/>
            <p:cNvCxnSpPr/>
            <p:nvPr/>
          </p:nvCxnSpPr>
          <p:spPr>
            <a:xfrm>
              <a:off x="432" y="1817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8" name="Google Shape;268;g38b818e16e5_0_344"/>
            <p:cNvCxnSpPr/>
            <p:nvPr/>
          </p:nvCxnSpPr>
          <p:spPr>
            <a:xfrm>
              <a:off x="432" y="2028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69" name="Google Shape;269;g38b818e16e5_0_344"/>
            <p:cNvCxnSpPr/>
            <p:nvPr/>
          </p:nvCxnSpPr>
          <p:spPr>
            <a:xfrm>
              <a:off x="432" y="2239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0" name="Google Shape;270;g38b818e16e5_0_344"/>
            <p:cNvCxnSpPr/>
            <p:nvPr/>
          </p:nvCxnSpPr>
          <p:spPr>
            <a:xfrm>
              <a:off x="432" y="2450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1" name="Google Shape;271;g38b818e16e5_0_344"/>
            <p:cNvCxnSpPr/>
            <p:nvPr/>
          </p:nvCxnSpPr>
          <p:spPr>
            <a:xfrm>
              <a:off x="432" y="2661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2" name="Google Shape;272;g38b818e16e5_0_344"/>
            <p:cNvCxnSpPr/>
            <p:nvPr/>
          </p:nvCxnSpPr>
          <p:spPr>
            <a:xfrm>
              <a:off x="432" y="2872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3" name="Google Shape;273;g38b818e16e5_0_344"/>
            <p:cNvCxnSpPr/>
            <p:nvPr/>
          </p:nvCxnSpPr>
          <p:spPr>
            <a:xfrm>
              <a:off x="432" y="3083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4" name="Google Shape;274;g38b818e16e5_0_344"/>
            <p:cNvCxnSpPr/>
            <p:nvPr/>
          </p:nvCxnSpPr>
          <p:spPr>
            <a:xfrm>
              <a:off x="432" y="3294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5" name="Google Shape;275;g38b818e16e5_0_344"/>
            <p:cNvCxnSpPr/>
            <p:nvPr/>
          </p:nvCxnSpPr>
          <p:spPr>
            <a:xfrm>
              <a:off x="432" y="3505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6" name="Google Shape;276;g38b818e16e5_0_344"/>
            <p:cNvCxnSpPr/>
            <p:nvPr/>
          </p:nvCxnSpPr>
          <p:spPr>
            <a:xfrm>
              <a:off x="432" y="3716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7" name="Google Shape;277;g38b818e16e5_0_344"/>
            <p:cNvCxnSpPr/>
            <p:nvPr/>
          </p:nvCxnSpPr>
          <p:spPr>
            <a:xfrm>
              <a:off x="432" y="3927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8" name="Google Shape;278;g38b818e16e5_0_344"/>
            <p:cNvCxnSpPr/>
            <p:nvPr/>
          </p:nvCxnSpPr>
          <p:spPr>
            <a:xfrm>
              <a:off x="432" y="4138"/>
              <a:ext cx="5100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9" name="Google Shape;279;g38b818e16e5_0_344"/>
            <p:cNvCxnSpPr/>
            <p:nvPr/>
          </p:nvCxnSpPr>
          <p:spPr>
            <a:xfrm>
              <a:off x="432" y="960"/>
              <a:ext cx="0" cy="330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0" name="Google Shape;280;g38b818e16e5_0_344"/>
            <p:cNvCxnSpPr/>
            <p:nvPr/>
          </p:nvCxnSpPr>
          <p:spPr>
            <a:xfrm>
              <a:off x="912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1" name="Google Shape;281;g38b818e16e5_0_344"/>
            <p:cNvCxnSpPr/>
            <p:nvPr/>
          </p:nvCxnSpPr>
          <p:spPr>
            <a:xfrm>
              <a:off x="2336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2" name="Google Shape;282;g38b818e16e5_0_344"/>
            <p:cNvCxnSpPr/>
            <p:nvPr/>
          </p:nvCxnSpPr>
          <p:spPr>
            <a:xfrm>
              <a:off x="3072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3" name="Google Shape;283;g38b818e16e5_0_344"/>
            <p:cNvCxnSpPr/>
            <p:nvPr/>
          </p:nvCxnSpPr>
          <p:spPr>
            <a:xfrm>
              <a:off x="3840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4" name="Google Shape;284;g38b818e16e5_0_344"/>
            <p:cNvCxnSpPr/>
            <p:nvPr/>
          </p:nvCxnSpPr>
          <p:spPr>
            <a:xfrm>
              <a:off x="4560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5" name="Google Shape;285;g38b818e16e5_0_344"/>
            <p:cNvCxnSpPr/>
            <p:nvPr/>
          </p:nvCxnSpPr>
          <p:spPr>
            <a:xfrm>
              <a:off x="5664" y="960"/>
              <a:ext cx="0" cy="330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bb32d84dc8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25" y="1046875"/>
            <a:ext cx="4185100" cy="45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bb32d84dc8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900" y="1046875"/>
            <a:ext cx="3343250" cy="6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bb32d84dc8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25" y="1917700"/>
            <a:ext cx="4515351" cy="1368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bb32d84dc8_0_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6825" y="3810525"/>
            <a:ext cx="4644749" cy="162404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bb32d84dc8_0_5"/>
          <p:cNvSpPr txBox="1"/>
          <p:nvPr/>
        </p:nvSpPr>
        <p:spPr>
          <a:xfrm>
            <a:off x="3842275" y="5768375"/>
            <a:ext cx="53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sv-S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Gain(S,Outlook)</a:t>
            </a:r>
            <a:r>
              <a:rPr b="0" i="0" lang="sv-SE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sv-S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=0.940-(5/14)*0.971 -(4/14)*0.0- (5/14)*0.0971=0.247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bb32d84dc8_0_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635000"/>
            <a:ext cx="8839204" cy="437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bb32d84dc8_0_231"/>
          <p:cNvSpPr txBox="1"/>
          <p:nvPr/>
        </p:nvSpPr>
        <p:spPr>
          <a:xfrm>
            <a:off x="3842275" y="5768375"/>
            <a:ext cx="53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sv-S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Gain(S,Temp)</a:t>
            </a:r>
            <a:r>
              <a:rPr b="0" i="0" lang="sv-SE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sv-S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=0.940-(4/14)*1 -(6/14)*0.9183(4/14)*0.8113=0.247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g3bb32d84dc8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4" cy="385420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bb32d84dc8_0_238"/>
          <p:cNvSpPr txBox="1"/>
          <p:nvPr/>
        </p:nvSpPr>
        <p:spPr>
          <a:xfrm>
            <a:off x="1851025" y="5654675"/>
            <a:ext cx="722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sv-S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Gain(S,Humidity)</a:t>
            </a:r>
            <a:r>
              <a:rPr b="0" i="0" lang="sv-S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sv-S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=0.940-(7/14)*0.985 –(7/14)*0.592=0.151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g3bb32d84dc8_0_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500" y="1088825"/>
            <a:ext cx="4889498" cy="307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bb32d84dc8_0_2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825" y="800100"/>
            <a:ext cx="3970425" cy="43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bb32d84dc8_0_245"/>
          <p:cNvSpPr txBox="1"/>
          <p:nvPr/>
        </p:nvSpPr>
        <p:spPr>
          <a:xfrm>
            <a:off x="2324100" y="5591175"/>
            <a:ext cx="688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sv-S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Gain(S,Wind)</a:t>
            </a:r>
            <a:r>
              <a:rPr b="0" i="0" lang="sv-S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sv-SE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=0.940-(8/14)*0.811 – (6/14)*1.0=0.048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bb32d84dc8_0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00" y="1242461"/>
            <a:ext cx="2959101" cy="320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bb32d84dc8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3200" y="1371600"/>
            <a:ext cx="4954673" cy="174994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bb32d84dc8_0_253"/>
          <p:cNvSpPr txBox="1"/>
          <p:nvPr/>
        </p:nvSpPr>
        <p:spPr>
          <a:xfrm>
            <a:off x="6286500" y="3206700"/>
            <a:ext cx="660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bb32d84dc8_0_253"/>
          <p:cNvSpPr txBox="1"/>
          <p:nvPr/>
        </p:nvSpPr>
        <p:spPr>
          <a:xfrm>
            <a:off x="4635500" y="3121550"/>
            <a:ext cx="660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bb32d84dc8_0_253"/>
          <p:cNvSpPr txBox="1"/>
          <p:nvPr/>
        </p:nvSpPr>
        <p:spPr>
          <a:xfrm>
            <a:off x="7747000" y="3146950"/>
            <a:ext cx="660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sv-SE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b32d84dc8_0_518"/>
          <p:cNvSpPr/>
          <p:nvPr/>
        </p:nvSpPr>
        <p:spPr>
          <a:xfrm>
            <a:off x="701675" y="4813300"/>
            <a:ext cx="8291400" cy="3351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bb32d84dc8_0_518"/>
          <p:cNvSpPr/>
          <p:nvPr/>
        </p:nvSpPr>
        <p:spPr>
          <a:xfrm>
            <a:off x="695325" y="3821113"/>
            <a:ext cx="8289900" cy="6906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bb32d84dc8_0_518"/>
          <p:cNvSpPr/>
          <p:nvPr/>
        </p:nvSpPr>
        <p:spPr>
          <a:xfrm>
            <a:off x="709613" y="1454150"/>
            <a:ext cx="8291400" cy="6906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bb32d84dc8_0_518"/>
          <p:cNvSpPr txBox="1"/>
          <p:nvPr>
            <p:ph type="title"/>
          </p:nvPr>
        </p:nvSpPr>
        <p:spPr>
          <a:xfrm>
            <a:off x="1258888" y="-23813"/>
            <a:ext cx="742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v-SE"/>
              <a:t>Training Examples</a:t>
            </a:r>
            <a:endParaRPr/>
          </a:p>
        </p:txBody>
      </p:sp>
      <p:grpSp>
        <p:nvGrpSpPr>
          <p:cNvPr id="339" name="Google Shape;339;g3bb32d84dc8_0_518"/>
          <p:cNvGrpSpPr/>
          <p:nvPr/>
        </p:nvGrpSpPr>
        <p:grpSpPr>
          <a:xfrm>
            <a:off x="695325" y="1119188"/>
            <a:ext cx="8458200" cy="5238750"/>
            <a:chOff x="432" y="960"/>
            <a:chExt cx="5328" cy="3300"/>
          </a:xfrm>
        </p:grpSpPr>
        <p:sp>
          <p:nvSpPr>
            <p:cNvPr id="340" name="Google Shape;340;g3bb32d84dc8_0_518"/>
            <p:cNvSpPr/>
            <p:nvPr/>
          </p:nvSpPr>
          <p:spPr>
            <a:xfrm>
              <a:off x="4560" y="392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1" name="Google Shape;341;g3bb32d84dc8_0_518"/>
            <p:cNvSpPr/>
            <p:nvPr/>
          </p:nvSpPr>
          <p:spPr>
            <a:xfrm>
              <a:off x="3840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2" name="Google Shape;342;g3bb32d84dc8_0_518"/>
            <p:cNvSpPr/>
            <p:nvPr/>
          </p:nvSpPr>
          <p:spPr>
            <a:xfrm>
              <a:off x="3072" y="392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3" name="Google Shape;343;g3bb32d84dc8_0_518"/>
            <p:cNvSpPr/>
            <p:nvPr/>
          </p:nvSpPr>
          <p:spPr>
            <a:xfrm>
              <a:off x="2336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4" name="Google Shape;344;g3bb32d84dc8_0_518"/>
            <p:cNvSpPr/>
            <p:nvPr/>
          </p:nvSpPr>
          <p:spPr>
            <a:xfrm>
              <a:off x="912" y="3927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5" name="Google Shape;345;g3bb32d84dc8_0_518"/>
            <p:cNvSpPr/>
            <p:nvPr/>
          </p:nvSpPr>
          <p:spPr>
            <a:xfrm>
              <a:off x="432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D14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6" name="Google Shape;346;g3bb32d84dc8_0_518"/>
            <p:cNvSpPr/>
            <p:nvPr/>
          </p:nvSpPr>
          <p:spPr>
            <a:xfrm>
              <a:off x="4560" y="3716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7" name="Google Shape;347;g3bb32d84dc8_0_518"/>
            <p:cNvSpPr/>
            <p:nvPr/>
          </p:nvSpPr>
          <p:spPr>
            <a:xfrm>
              <a:off x="3840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8" name="Google Shape;348;g3bb32d84dc8_0_518"/>
            <p:cNvSpPr/>
            <p:nvPr/>
          </p:nvSpPr>
          <p:spPr>
            <a:xfrm>
              <a:off x="3072" y="371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9" name="Google Shape;349;g3bb32d84dc8_0_518"/>
            <p:cNvSpPr/>
            <p:nvPr/>
          </p:nvSpPr>
          <p:spPr>
            <a:xfrm>
              <a:off x="2336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0" name="Google Shape;350;g3bb32d84dc8_0_518"/>
            <p:cNvSpPr/>
            <p:nvPr/>
          </p:nvSpPr>
          <p:spPr>
            <a:xfrm>
              <a:off x="912" y="371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1" name="Google Shape;351;g3bb32d84dc8_0_518"/>
            <p:cNvSpPr/>
            <p:nvPr/>
          </p:nvSpPr>
          <p:spPr>
            <a:xfrm>
              <a:off x="432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D13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2" name="Google Shape;352;g3bb32d84dc8_0_518"/>
            <p:cNvSpPr/>
            <p:nvPr/>
          </p:nvSpPr>
          <p:spPr>
            <a:xfrm>
              <a:off x="4560" y="3505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3" name="Google Shape;353;g3bb32d84dc8_0_518"/>
            <p:cNvSpPr/>
            <p:nvPr/>
          </p:nvSpPr>
          <p:spPr>
            <a:xfrm>
              <a:off x="3840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4" name="Google Shape;354;g3bb32d84dc8_0_518"/>
            <p:cNvSpPr/>
            <p:nvPr/>
          </p:nvSpPr>
          <p:spPr>
            <a:xfrm>
              <a:off x="3072" y="350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5" name="Google Shape;355;g3bb32d84dc8_0_518"/>
            <p:cNvSpPr/>
            <p:nvPr/>
          </p:nvSpPr>
          <p:spPr>
            <a:xfrm>
              <a:off x="2336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6" name="Google Shape;356;g3bb32d84dc8_0_518"/>
            <p:cNvSpPr/>
            <p:nvPr/>
          </p:nvSpPr>
          <p:spPr>
            <a:xfrm>
              <a:off x="912" y="350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7" name="Google Shape;357;g3bb32d84dc8_0_518"/>
            <p:cNvSpPr/>
            <p:nvPr/>
          </p:nvSpPr>
          <p:spPr>
            <a:xfrm>
              <a:off x="432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D12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8" name="Google Shape;358;g3bb32d84dc8_0_518"/>
            <p:cNvSpPr/>
            <p:nvPr/>
          </p:nvSpPr>
          <p:spPr>
            <a:xfrm>
              <a:off x="4560" y="329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9" name="Google Shape;359;g3bb32d84dc8_0_518"/>
            <p:cNvSpPr/>
            <p:nvPr/>
          </p:nvSpPr>
          <p:spPr>
            <a:xfrm>
              <a:off x="3840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0" name="Google Shape;360;g3bb32d84dc8_0_518"/>
            <p:cNvSpPr/>
            <p:nvPr/>
          </p:nvSpPr>
          <p:spPr>
            <a:xfrm>
              <a:off x="3072" y="329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1" name="Google Shape;361;g3bb32d84dc8_0_518"/>
            <p:cNvSpPr/>
            <p:nvPr/>
          </p:nvSpPr>
          <p:spPr>
            <a:xfrm>
              <a:off x="2336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2" name="Google Shape;362;g3bb32d84dc8_0_518"/>
            <p:cNvSpPr/>
            <p:nvPr/>
          </p:nvSpPr>
          <p:spPr>
            <a:xfrm>
              <a:off x="912" y="3294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3" name="Google Shape;363;g3bb32d84dc8_0_518"/>
            <p:cNvSpPr/>
            <p:nvPr/>
          </p:nvSpPr>
          <p:spPr>
            <a:xfrm>
              <a:off x="432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D11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4" name="Google Shape;364;g3bb32d84dc8_0_518"/>
            <p:cNvSpPr/>
            <p:nvPr/>
          </p:nvSpPr>
          <p:spPr>
            <a:xfrm>
              <a:off x="4560" y="3083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5" name="Google Shape;365;g3bb32d84dc8_0_518"/>
            <p:cNvSpPr/>
            <p:nvPr/>
          </p:nvSpPr>
          <p:spPr>
            <a:xfrm>
              <a:off x="3840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6" name="Google Shape;366;g3bb32d84dc8_0_518"/>
            <p:cNvSpPr/>
            <p:nvPr/>
          </p:nvSpPr>
          <p:spPr>
            <a:xfrm>
              <a:off x="3072" y="3083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7" name="Google Shape;367;g3bb32d84dc8_0_518"/>
            <p:cNvSpPr/>
            <p:nvPr/>
          </p:nvSpPr>
          <p:spPr>
            <a:xfrm>
              <a:off x="2336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8" name="Google Shape;368;g3bb32d84dc8_0_518"/>
            <p:cNvSpPr/>
            <p:nvPr/>
          </p:nvSpPr>
          <p:spPr>
            <a:xfrm>
              <a:off x="912" y="3083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9" name="Google Shape;369;g3bb32d84dc8_0_518"/>
            <p:cNvSpPr/>
            <p:nvPr/>
          </p:nvSpPr>
          <p:spPr>
            <a:xfrm>
              <a:off x="432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D10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0" name="Google Shape;370;g3bb32d84dc8_0_518"/>
            <p:cNvSpPr/>
            <p:nvPr/>
          </p:nvSpPr>
          <p:spPr>
            <a:xfrm>
              <a:off x="4560" y="2872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1" name="Google Shape;371;g3bb32d84dc8_0_518"/>
            <p:cNvSpPr/>
            <p:nvPr/>
          </p:nvSpPr>
          <p:spPr>
            <a:xfrm>
              <a:off x="3840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2" name="Google Shape;372;g3bb32d84dc8_0_518"/>
            <p:cNvSpPr/>
            <p:nvPr/>
          </p:nvSpPr>
          <p:spPr>
            <a:xfrm>
              <a:off x="3072" y="287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3" name="Google Shape;373;g3bb32d84dc8_0_518"/>
            <p:cNvSpPr/>
            <p:nvPr/>
          </p:nvSpPr>
          <p:spPr>
            <a:xfrm>
              <a:off x="2336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4" name="Google Shape;374;g3bb32d84dc8_0_518"/>
            <p:cNvSpPr/>
            <p:nvPr/>
          </p:nvSpPr>
          <p:spPr>
            <a:xfrm>
              <a:off x="912" y="2872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5" name="Google Shape;375;g3bb32d84dc8_0_518"/>
            <p:cNvSpPr/>
            <p:nvPr/>
          </p:nvSpPr>
          <p:spPr>
            <a:xfrm>
              <a:off x="432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D9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6" name="Google Shape;376;g3bb32d84dc8_0_518"/>
            <p:cNvSpPr/>
            <p:nvPr/>
          </p:nvSpPr>
          <p:spPr>
            <a:xfrm>
              <a:off x="4560" y="2661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7" name="Google Shape;377;g3bb32d84dc8_0_518"/>
            <p:cNvSpPr/>
            <p:nvPr/>
          </p:nvSpPr>
          <p:spPr>
            <a:xfrm>
              <a:off x="3840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8" name="Google Shape;378;g3bb32d84dc8_0_518"/>
            <p:cNvSpPr/>
            <p:nvPr/>
          </p:nvSpPr>
          <p:spPr>
            <a:xfrm>
              <a:off x="3072" y="266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9" name="Google Shape;379;g3bb32d84dc8_0_518"/>
            <p:cNvSpPr/>
            <p:nvPr/>
          </p:nvSpPr>
          <p:spPr>
            <a:xfrm>
              <a:off x="2336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0" name="Google Shape;380;g3bb32d84dc8_0_518"/>
            <p:cNvSpPr/>
            <p:nvPr/>
          </p:nvSpPr>
          <p:spPr>
            <a:xfrm>
              <a:off x="912" y="2661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1" name="Google Shape;381;g3bb32d84dc8_0_518"/>
            <p:cNvSpPr/>
            <p:nvPr/>
          </p:nvSpPr>
          <p:spPr>
            <a:xfrm>
              <a:off x="432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D8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2" name="Google Shape;382;g3bb32d84dc8_0_518"/>
            <p:cNvSpPr/>
            <p:nvPr/>
          </p:nvSpPr>
          <p:spPr>
            <a:xfrm>
              <a:off x="4560" y="245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3" name="Google Shape;383;g3bb32d84dc8_0_518"/>
            <p:cNvSpPr/>
            <p:nvPr/>
          </p:nvSpPr>
          <p:spPr>
            <a:xfrm>
              <a:off x="3840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g3bb32d84dc8_0_518"/>
            <p:cNvSpPr/>
            <p:nvPr/>
          </p:nvSpPr>
          <p:spPr>
            <a:xfrm>
              <a:off x="3072" y="245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5" name="Google Shape;385;g3bb32d84dc8_0_518"/>
            <p:cNvSpPr/>
            <p:nvPr/>
          </p:nvSpPr>
          <p:spPr>
            <a:xfrm>
              <a:off x="2336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6" name="Google Shape;386;g3bb32d84dc8_0_518"/>
            <p:cNvSpPr/>
            <p:nvPr/>
          </p:nvSpPr>
          <p:spPr>
            <a:xfrm>
              <a:off x="912" y="245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7" name="Google Shape;387;g3bb32d84dc8_0_518"/>
            <p:cNvSpPr/>
            <p:nvPr/>
          </p:nvSpPr>
          <p:spPr>
            <a:xfrm>
              <a:off x="432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D7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8" name="Google Shape;388;g3bb32d84dc8_0_518"/>
            <p:cNvSpPr/>
            <p:nvPr/>
          </p:nvSpPr>
          <p:spPr>
            <a:xfrm>
              <a:off x="4560" y="2239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9" name="Google Shape;389;g3bb32d84dc8_0_518"/>
            <p:cNvSpPr/>
            <p:nvPr/>
          </p:nvSpPr>
          <p:spPr>
            <a:xfrm>
              <a:off x="3840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0" name="Google Shape;390;g3bb32d84dc8_0_518"/>
            <p:cNvSpPr/>
            <p:nvPr/>
          </p:nvSpPr>
          <p:spPr>
            <a:xfrm>
              <a:off x="3072" y="2239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1" name="Google Shape;391;g3bb32d84dc8_0_518"/>
            <p:cNvSpPr/>
            <p:nvPr/>
          </p:nvSpPr>
          <p:spPr>
            <a:xfrm>
              <a:off x="2336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2" name="Google Shape;392;g3bb32d84dc8_0_518"/>
            <p:cNvSpPr/>
            <p:nvPr/>
          </p:nvSpPr>
          <p:spPr>
            <a:xfrm>
              <a:off x="912" y="2239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3" name="Google Shape;393;g3bb32d84dc8_0_518"/>
            <p:cNvSpPr/>
            <p:nvPr/>
          </p:nvSpPr>
          <p:spPr>
            <a:xfrm>
              <a:off x="432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D6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4" name="Google Shape;394;g3bb32d84dc8_0_518"/>
            <p:cNvSpPr/>
            <p:nvPr/>
          </p:nvSpPr>
          <p:spPr>
            <a:xfrm>
              <a:off x="4560" y="202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5" name="Google Shape;395;g3bb32d84dc8_0_518"/>
            <p:cNvSpPr/>
            <p:nvPr/>
          </p:nvSpPr>
          <p:spPr>
            <a:xfrm>
              <a:off x="3840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6" name="Google Shape;396;g3bb32d84dc8_0_518"/>
            <p:cNvSpPr/>
            <p:nvPr/>
          </p:nvSpPr>
          <p:spPr>
            <a:xfrm>
              <a:off x="3072" y="202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7" name="Google Shape;397;g3bb32d84dc8_0_518"/>
            <p:cNvSpPr/>
            <p:nvPr/>
          </p:nvSpPr>
          <p:spPr>
            <a:xfrm>
              <a:off x="2336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8" name="Google Shape;398;g3bb32d84dc8_0_518"/>
            <p:cNvSpPr/>
            <p:nvPr/>
          </p:nvSpPr>
          <p:spPr>
            <a:xfrm>
              <a:off x="912" y="2028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9" name="Google Shape;399;g3bb32d84dc8_0_518"/>
            <p:cNvSpPr/>
            <p:nvPr/>
          </p:nvSpPr>
          <p:spPr>
            <a:xfrm>
              <a:off x="432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D5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0" name="Google Shape;400;g3bb32d84dc8_0_518"/>
            <p:cNvSpPr/>
            <p:nvPr/>
          </p:nvSpPr>
          <p:spPr>
            <a:xfrm>
              <a:off x="4560" y="181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1" name="Google Shape;401;g3bb32d84dc8_0_518"/>
            <p:cNvSpPr/>
            <p:nvPr/>
          </p:nvSpPr>
          <p:spPr>
            <a:xfrm>
              <a:off x="3840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2" name="Google Shape;402;g3bb32d84dc8_0_518"/>
            <p:cNvSpPr/>
            <p:nvPr/>
          </p:nvSpPr>
          <p:spPr>
            <a:xfrm>
              <a:off x="3072" y="181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3" name="Google Shape;403;g3bb32d84dc8_0_518"/>
            <p:cNvSpPr/>
            <p:nvPr/>
          </p:nvSpPr>
          <p:spPr>
            <a:xfrm>
              <a:off x="2336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4" name="Google Shape;404;g3bb32d84dc8_0_518"/>
            <p:cNvSpPr/>
            <p:nvPr/>
          </p:nvSpPr>
          <p:spPr>
            <a:xfrm>
              <a:off x="912" y="1817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 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5" name="Google Shape;405;g3bb32d84dc8_0_518"/>
            <p:cNvSpPr/>
            <p:nvPr/>
          </p:nvSpPr>
          <p:spPr>
            <a:xfrm>
              <a:off x="432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D4 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6" name="Google Shape;406;g3bb32d84dc8_0_518"/>
            <p:cNvSpPr/>
            <p:nvPr/>
          </p:nvSpPr>
          <p:spPr>
            <a:xfrm>
              <a:off x="4560" y="1606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7" name="Google Shape;407;g3bb32d84dc8_0_518"/>
            <p:cNvSpPr/>
            <p:nvPr/>
          </p:nvSpPr>
          <p:spPr>
            <a:xfrm>
              <a:off x="3840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8" name="Google Shape;408;g3bb32d84dc8_0_518"/>
            <p:cNvSpPr/>
            <p:nvPr/>
          </p:nvSpPr>
          <p:spPr>
            <a:xfrm>
              <a:off x="3072" y="160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09" name="Google Shape;409;g3bb32d84dc8_0_518"/>
            <p:cNvSpPr/>
            <p:nvPr/>
          </p:nvSpPr>
          <p:spPr>
            <a:xfrm>
              <a:off x="2336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0" name="Google Shape;410;g3bb32d84dc8_0_518"/>
            <p:cNvSpPr/>
            <p:nvPr/>
          </p:nvSpPr>
          <p:spPr>
            <a:xfrm>
              <a:off x="912" y="160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1" name="Google Shape;411;g3bb32d84dc8_0_518"/>
            <p:cNvSpPr/>
            <p:nvPr/>
          </p:nvSpPr>
          <p:spPr>
            <a:xfrm>
              <a:off x="432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D3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2" name="Google Shape;412;g3bb32d84dc8_0_518"/>
            <p:cNvSpPr/>
            <p:nvPr/>
          </p:nvSpPr>
          <p:spPr>
            <a:xfrm>
              <a:off x="4560" y="1395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3" name="Google Shape;413;g3bb32d84dc8_0_518"/>
            <p:cNvSpPr/>
            <p:nvPr/>
          </p:nvSpPr>
          <p:spPr>
            <a:xfrm>
              <a:off x="3840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4" name="Google Shape;414;g3bb32d84dc8_0_518"/>
            <p:cNvSpPr/>
            <p:nvPr/>
          </p:nvSpPr>
          <p:spPr>
            <a:xfrm>
              <a:off x="3072" y="139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5" name="Google Shape;415;g3bb32d84dc8_0_518"/>
            <p:cNvSpPr/>
            <p:nvPr/>
          </p:nvSpPr>
          <p:spPr>
            <a:xfrm>
              <a:off x="2336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6" name="Google Shape;416;g3bb32d84dc8_0_518"/>
            <p:cNvSpPr/>
            <p:nvPr/>
          </p:nvSpPr>
          <p:spPr>
            <a:xfrm>
              <a:off x="912" y="139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7" name="Google Shape;417;g3bb32d84dc8_0_518"/>
            <p:cNvSpPr/>
            <p:nvPr/>
          </p:nvSpPr>
          <p:spPr>
            <a:xfrm>
              <a:off x="432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D2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8" name="Google Shape;418;g3bb32d84dc8_0_518"/>
            <p:cNvSpPr/>
            <p:nvPr/>
          </p:nvSpPr>
          <p:spPr>
            <a:xfrm>
              <a:off x="4560" y="118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9" name="Google Shape;419;g3bb32d84dc8_0_518"/>
            <p:cNvSpPr/>
            <p:nvPr/>
          </p:nvSpPr>
          <p:spPr>
            <a:xfrm>
              <a:off x="3840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0" name="Google Shape;420;g3bb32d84dc8_0_518"/>
            <p:cNvSpPr/>
            <p:nvPr/>
          </p:nvSpPr>
          <p:spPr>
            <a:xfrm>
              <a:off x="3072" y="118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1" name="Google Shape;421;g3bb32d84dc8_0_518"/>
            <p:cNvSpPr/>
            <p:nvPr/>
          </p:nvSpPr>
          <p:spPr>
            <a:xfrm>
              <a:off x="2336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2" name="Google Shape;422;g3bb32d84dc8_0_518"/>
            <p:cNvSpPr/>
            <p:nvPr/>
          </p:nvSpPr>
          <p:spPr>
            <a:xfrm>
              <a:off x="912" y="1184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3" name="Google Shape;423;g3bb32d84dc8_0_518"/>
            <p:cNvSpPr/>
            <p:nvPr/>
          </p:nvSpPr>
          <p:spPr>
            <a:xfrm>
              <a:off x="432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4" name="Google Shape;424;g3bb32d84dc8_0_518"/>
            <p:cNvSpPr/>
            <p:nvPr/>
          </p:nvSpPr>
          <p:spPr>
            <a:xfrm>
              <a:off x="4560" y="96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Play Tennis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5" name="Google Shape;425;g3bb32d84dc8_0_518"/>
            <p:cNvSpPr/>
            <p:nvPr/>
          </p:nvSpPr>
          <p:spPr>
            <a:xfrm>
              <a:off x="3840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Wind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6" name="Google Shape;426;g3bb32d84dc8_0_518"/>
            <p:cNvSpPr/>
            <p:nvPr/>
          </p:nvSpPr>
          <p:spPr>
            <a:xfrm>
              <a:off x="3072" y="96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Humidity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7" name="Google Shape;427;g3bb32d84dc8_0_518"/>
            <p:cNvSpPr/>
            <p:nvPr/>
          </p:nvSpPr>
          <p:spPr>
            <a:xfrm>
              <a:off x="2336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Temp.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8" name="Google Shape;428;g3bb32d84dc8_0_518"/>
            <p:cNvSpPr/>
            <p:nvPr/>
          </p:nvSpPr>
          <p:spPr>
            <a:xfrm>
              <a:off x="912" y="96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Outlook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9" name="Google Shape;429;g3bb32d84dc8_0_518"/>
            <p:cNvSpPr/>
            <p:nvPr/>
          </p:nvSpPr>
          <p:spPr>
            <a:xfrm>
              <a:off x="432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Day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30" name="Google Shape;430;g3bb32d84dc8_0_518"/>
            <p:cNvCxnSpPr/>
            <p:nvPr/>
          </p:nvCxnSpPr>
          <p:spPr>
            <a:xfrm>
              <a:off x="432" y="960"/>
              <a:ext cx="5100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1" name="Google Shape;431;g3bb32d84dc8_0_518"/>
            <p:cNvCxnSpPr/>
            <p:nvPr/>
          </p:nvCxnSpPr>
          <p:spPr>
            <a:xfrm>
              <a:off x="432" y="1184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2" name="Google Shape;432;g3bb32d84dc8_0_518"/>
            <p:cNvCxnSpPr/>
            <p:nvPr/>
          </p:nvCxnSpPr>
          <p:spPr>
            <a:xfrm>
              <a:off x="432" y="1395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3" name="Google Shape;433;g3bb32d84dc8_0_518"/>
            <p:cNvCxnSpPr/>
            <p:nvPr/>
          </p:nvCxnSpPr>
          <p:spPr>
            <a:xfrm>
              <a:off x="432" y="1606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4" name="Google Shape;434;g3bb32d84dc8_0_518"/>
            <p:cNvCxnSpPr/>
            <p:nvPr/>
          </p:nvCxnSpPr>
          <p:spPr>
            <a:xfrm>
              <a:off x="432" y="1817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5" name="Google Shape;435;g3bb32d84dc8_0_518"/>
            <p:cNvCxnSpPr/>
            <p:nvPr/>
          </p:nvCxnSpPr>
          <p:spPr>
            <a:xfrm>
              <a:off x="432" y="2028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6" name="Google Shape;436;g3bb32d84dc8_0_518"/>
            <p:cNvCxnSpPr/>
            <p:nvPr/>
          </p:nvCxnSpPr>
          <p:spPr>
            <a:xfrm>
              <a:off x="432" y="2239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7" name="Google Shape;437;g3bb32d84dc8_0_518"/>
            <p:cNvCxnSpPr/>
            <p:nvPr/>
          </p:nvCxnSpPr>
          <p:spPr>
            <a:xfrm>
              <a:off x="432" y="2450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8" name="Google Shape;438;g3bb32d84dc8_0_518"/>
            <p:cNvCxnSpPr/>
            <p:nvPr/>
          </p:nvCxnSpPr>
          <p:spPr>
            <a:xfrm>
              <a:off x="432" y="2661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9" name="Google Shape;439;g3bb32d84dc8_0_518"/>
            <p:cNvCxnSpPr/>
            <p:nvPr/>
          </p:nvCxnSpPr>
          <p:spPr>
            <a:xfrm>
              <a:off x="432" y="2872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0" name="Google Shape;440;g3bb32d84dc8_0_518"/>
            <p:cNvCxnSpPr/>
            <p:nvPr/>
          </p:nvCxnSpPr>
          <p:spPr>
            <a:xfrm>
              <a:off x="432" y="3083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1" name="Google Shape;441;g3bb32d84dc8_0_518"/>
            <p:cNvCxnSpPr/>
            <p:nvPr/>
          </p:nvCxnSpPr>
          <p:spPr>
            <a:xfrm>
              <a:off x="432" y="3294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2" name="Google Shape;442;g3bb32d84dc8_0_518"/>
            <p:cNvCxnSpPr/>
            <p:nvPr/>
          </p:nvCxnSpPr>
          <p:spPr>
            <a:xfrm>
              <a:off x="432" y="3505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3" name="Google Shape;443;g3bb32d84dc8_0_518"/>
            <p:cNvCxnSpPr/>
            <p:nvPr/>
          </p:nvCxnSpPr>
          <p:spPr>
            <a:xfrm>
              <a:off x="432" y="3716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4" name="Google Shape;444;g3bb32d84dc8_0_518"/>
            <p:cNvCxnSpPr/>
            <p:nvPr/>
          </p:nvCxnSpPr>
          <p:spPr>
            <a:xfrm>
              <a:off x="432" y="3927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5" name="Google Shape;445;g3bb32d84dc8_0_518"/>
            <p:cNvCxnSpPr/>
            <p:nvPr/>
          </p:nvCxnSpPr>
          <p:spPr>
            <a:xfrm>
              <a:off x="432" y="4138"/>
              <a:ext cx="5100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6" name="Google Shape;446;g3bb32d84dc8_0_518"/>
            <p:cNvCxnSpPr/>
            <p:nvPr/>
          </p:nvCxnSpPr>
          <p:spPr>
            <a:xfrm>
              <a:off x="432" y="960"/>
              <a:ext cx="0" cy="330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7" name="Google Shape;447;g3bb32d84dc8_0_518"/>
            <p:cNvCxnSpPr/>
            <p:nvPr/>
          </p:nvCxnSpPr>
          <p:spPr>
            <a:xfrm>
              <a:off x="912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8" name="Google Shape;448;g3bb32d84dc8_0_518"/>
            <p:cNvCxnSpPr/>
            <p:nvPr/>
          </p:nvCxnSpPr>
          <p:spPr>
            <a:xfrm>
              <a:off x="2336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9" name="Google Shape;449;g3bb32d84dc8_0_518"/>
            <p:cNvCxnSpPr/>
            <p:nvPr/>
          </p:nvCxnSpPr>
          <p:spPr>
            <a:xfrm>
              <a:off x="3072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0" name="Google Shape;450;g3bb32d84dc8_0_518"/>
            <p:cNvCxnSpPr/>
            <p:nvPr/>
          </p:nvCxnSpPr>
          <p:spPr>
            <a:xfrm>
              <a:off x="3840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1" name="Google Shape;451;g3bb32d84dc8_0_518"/>
            <p:cNvCxnSpPr/>
            <p:nvPr/>
          </p:nvCxnSpPr>
          <p:spPr>
            <a:xfrm>
              <a:off x="4560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2" name="Google Shape;452;g3bb32d84dc8_0_518"/>
            <p:cNvCxnSpPr/>
            <p:nvPr/>
          </p:nvCxnSpPr>
          <p:spPr>
            <a:xfrm>
              <a:off x="5664" y="960"/>
              <a:ext cx="0" cy="330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g3bb32d84dc8_0_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4" cy="4143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bb32d84dc8_0_2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4990950"/>
            <a:ext cx="6019799" cy="6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g3bb32d84dc8_0_3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00" y="939800"/>
            <a:ext cx="8839204" cy="3655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g3bb32d84dc8_0_3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25" y="1026650"/>
            <a:ext cx="8833951" cy="342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bb32d84dc8_0_3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6800" y="5226625"/>
            <a:ext cx="5969001" cy="5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g3bb32d84dc8_0_3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700" y="2610475"/>
            <a:ext cx="5451277" cy="319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bb32d84dc8_0_3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375" y="962750"/>
            <a:ext cx="3341025" cy="22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bb32d84dc8_0_3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9150" y="408450"/>
            <a:ext cx="3849559" cy="213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b32d84dc8_0_642"/>
          <p:cNvSpPr/>
          <p:nvPr/>
        </p:nvSpPr>
        <p:spPr>
          <a:xfrm>
            <a:off x="709613" y="4478338"/>
            <a:ext cx="8291400" cy="3351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bb32d84dc8_0_642"/>
          <p:cNvSpPr/>
          <p:nvPr/>
        </p:nvSpPr>
        <p:spPr>
          <a:xfrm>
            <a:off x="709613" y="5832475"/>
            <a:ext cx="8291400" cy="3429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bb32d84dc8_0_642"/>
          <p:cNvSpPr/>
          <p:nvPr/>
        </p:nvSpPr>
        <p:spPr>
          <a:xfrm>
            <a:off x="709613" y="2481263"/>
            <a:ext cx="8291400" cy="10017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bb32d84dc8_0_642"/>
          <p:cNvSpPr txBox="1"/>
          <p:nvPr>
            <p:ph type="title"/>
          </p:nvPr>
        </p:nvSpPr>
        <p:spPr>
          <a:xfrm>
            <a:off x="1258888" y="-23813"/>
            <a:ext cx="742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v-SE"/>
              <a:t>Training Examples</a:t>
            </a:r>
            <a:endParaRPr/>
          </a:p>
        </p:txBody>
      </p:sp>
      <p:grpSp>
        <p:nvGrpSpPr>
          <p:cNvPr id="492" name="Google Shape;492;g3bb32d84dc8_0_642"/>
          <p:cNvGrpSpPr/>
          <p:nvPr/>
        </p:nvGrpSpPr>
        <p:grpSpPr>
          <a:xfrm>
            <a:off x="695325" y="1119188"/>
            <a:ext cx="8458200" cy="5238750"/>
            <a:chOff x="432" y="960"/>
            <a:chExt cx="5328" cy="3300"/>
          </a:xfrm>
        </p:grpSpPr>
        <p:sp>
          <p:nvSpPr>
            <p:cNvPr id="493" name="Google Shape;493;g3bb32d84dc8_0_642"/>
            <p:cNvSpPr/>
            <p:nvPr/>
          </p:nvSpPr>
          <p:spPr>
            <a:xfrm>
              <a:off x="4560" y="392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4" name="Google Shape;494;g3bb32d84dc8_0_642"/>
            <p:cNvSpPr/>
            <p:nvPr/>
          </p:nvSpPr>
          <p:spPr>
            <a:xfrm>
              <a:off x="3840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5" name="Google Shape;495;g3bb32d84dc8_0_642"/>
            <p:cNvSpPr/>
            <p:nvPr/>
          </p:nvSpPr>
          <p:spPr>
            <a:xfrm>
              <a:off x="3072" y="392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6" name="Google Shape;496;g3bb32d84dc8_0_642"/>
            <p:cNvSpPr/>
            <p:nvPr/>
          </p:nvSpPr>
          <p:spPr>
            <a:xfrm>
              <a:off x="2336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7" name="Google Shape;497;g3bb32d84dc8_0_642"/>
            <p:cNvSpPr/>
            <p:nvPr/>
          </p:nvSpPr>
          <p:spPr>
            <a:xfrm>
              <a:off x="912" y="3927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8" name="Google Shape;498;g3bb32d84dc8_0_642"/>
            <p:cNvSpPr/>
            <p:nvPr/>
          </p:nvSpPr>
          <p:spPr>
            <a:xfrm>
              <a:off x="432" y="392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D14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9" name="Google Shape;499;g3bb32d84dc8_0_642"/>
            <p:cNvSpPr/>
            <p:nvPr/>
          </p:nvSpPr>
          <p:spPr>
            <a:xfrm>
              <a:off x="4560" y="3716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0" name="Google Shape;500;g3bb32d84dc8_0_642"/>
            <p:cNvSpPr/>
            <p:nvPr/>
          </p:nvSpPr>
          <p:spPr>
            <a:xfrm>
              <a:off x="3840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1" name="Google Shape;501;g3bb32d84dc8_0_642"/>
            <p:cNvSpPr/>
            <p:nvPr/>
          </p:nvSpPr>
          <p:spPr>
            <a:xfrm>
              <a:off x="3072" y="371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2" name="Google Shape;502;g3bb32d84dc8_0_642"/>
            <p:cNvSpPr/>
            <p:nvPr/>
          </p:nvSpPr>
          <p:spPr>
            <a:xfrm>
              <a:off x="2336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3" name="Google Shape;503;g3bb32d84dc8_0_642"/>
            <p:cNvSpPr/>
            <p:nvPr/>
          </p:nvSpPr>
          <p:spPr>
            <a:xfrm>
              <a:off x="912" y="371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4" name="Google Shape;504;g3bb32d84dc8_0_642"/>
            <p:cNvSpPr/>
            <p:nvPr/>
          </p:nvSpPr>
          <p:spPr>
            <a:xfrm>
              <a:off x="432" y="371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D13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5" name="Google Shape;505;g3bb32d84dc8_0_642"/>
            <p:cNvSpPr/>
            <p:nvPr/>
          </p:nvSpPr>
          <p:spPr>
            <a:xfrm>
              <a:off x="4560" y="3505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6" name="Google Shape;506;g3bb32d84dc8_0_642"/>
            <p:cNvSpPr/>
            <p:nvPr/>
          </p:nvSpPr>
          <p:spPr>
            <a:xfrm>
              <a:off x="3840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7" name="Google Shape;507;g3bb32d84dc8_0_642"/>
            <p:cNvSpPr/>
            <p:nvPr/>
          </p:nvSpPr>
          <p:spPr>
            <a:xfrm>
              <a:off x="3072" y="350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8" name="Google Shape;508;g3bb32d84dc8_0_642"/>
            <p:cNvSpPr/>
            <p:nvPr/>
          </p:nvSpPr>
          <p:spPr>
            <a:xfrm>
              <a:off x="2336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9" name="Google Shape;509;g3bb32d84dc8_0_642"/>
            <p:cNvSpPr/>
            <p:nvPr/>
          </p:nvSpPr>
          <p:spPr>
            <a:xfrm>
              <a:off x="912" y="350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0" name="Google Shape;510;g3bb32d84dc8_0_642"/>
            <p:cNvSpPr/>
            <p:nvPr/>
          </p:nvSpPr>
          <p:spPr>
            <a:xfrm>
              <a:off x="432" y="350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D12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1" name="Google Shape;511;g3bb32d84dc8_0_642"/>
            <p:cNvSpPr/>
            <p:nvPr/>
          </p:nvSpPr>
          <p:spPr>
            <a:xfrm>
              <a:off x="4560" y="329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2" name="Google Shape;512;g3bb32d84dc8_0_642"/>
            <p:cNvSpPr/>
            <p:nvPr/>
          </p:nvSpPr>
          <p:spPr>
            <a:xfrm>
              <a:off x="3840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3" name="Google Shape;513;g3bb32d84dc8_0_642"/>
            <p:cNvSpPr/>
            <p:nvPr/>
          </p:nvSpPr>
          <p:spPr>
            <a:xfrm>
              <a:off x="3072" y="329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4" name="Google Shape;514;g3bb32d84dc8_0_642"/>
            <p:cNvSpPr/>
            <p:nvPr/>
          </p:nvSpPr>
          <p:spPr>
            <a:xfrm>
              <a:off x="2336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5" name="Google Shape;515;g3bb32d84dc8_0_642"/>
            <p:cNvSpPr/>
            <p:nvPr/>
          </p:nvSpPr>
          <p:spPr>
            <a:xfrm>
              <a:off x="912" y="3294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6" name="Google Shape;516;g3bb32d84dc8_0_642"/>
            <p:cNvSpPr/>
            <p:nvPr/>
          </p:nvSpPr>
          <p:spPr>
            <a:xfrm>
              <a:off x="432" y="329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D11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7" name="Google Shape;517;g3bb32d84dc8_0_642"/>
            <p:cNvSpPr/>
            <p:nvPr/>
          </p:nvSpPr>
          <p:spPr>
            <a:xfrm>
              <a:off x="4560" y="3083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8" name="Google Shape;518;g3bb32d84dc8_0_642"/>
            <p:cNvSpPr/>
            <p:nvPr/>
          </p:nvSpPr>
          <p:spPr>
            <a:xfrm>
              <a:off x="3840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9" name="Google Shape;519;g3bb32d84dc8_0_642"/>
            <p:cNvSpPr/>
            <p:nvPr/>
          </p:nvSpPr>
          <p:spPr>
            <a:xfrm>
              <a:off x="3072" y="3083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0" name="Google Shape;520;g3bb32d84dc8_0_642"/>
            <p:cNvSpPr/>
            <p:nvPr/>
          </p:nvSpPr>
          <p:spPr>
            <a:xfrm>
              <a:off x="2336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1" name="Google Shape;521;g3bb32d84dc8_0_642"/>
            <p:cNvSpPr/>
            <p:nvPr/>
          </p:nvSpPr>
          <p:spPr>
            <a:xfrm>
              <a:off x="912" y="3083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2" name="Google Shape;522;g3bb32d84dc8_0_642"/>
            <p:cNvSpPr/>
            <p:nvPr/>
          </p:nvSpPr>
          <p:spPr>
            <a:xfrm>
              <a:off x="432" y="3083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D10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3" name="Google Shape;523;g3bb32d84dc8_0_642"/>
            <p:cNvSpPr/>
            <p:nvPr/>
          </p:nvSpPr>
          <p:spPr>
            <a:xfrm>
              <a:off x="4560" y="2872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4" name="Google Shape;524;g3bb32d84dc8_0_642"/>
            <p:cNvSpPr/>
            <p:nvPr/>
          </p:nvSpPr>
          <p:spPr>
            <a:xfrm>
              <a:off x="3840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5" name="Google Shape;525;g3bb32d84dc8_0_642"/>
            <p:cNvSpPr/>
            <p:nvPr/>
          </p:nvSpPr>
          <p:spPr>
            <a:xfrm>
              <a:off x="3072" y="2872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6" name="Google Shape;526;g3bb32d84dc8_0_642"/>
            <p:cNvSpPr/>
            <p:nvPr/>
          </p:nvSpPr>
          <p:spPr>
            <a:xfrm>
              <a:off x="2336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7" name="Google Shape;527;g3bb32d84dc8_0_642"/>
            <p:cNvSpPr/>
            <p:nvPr/>
          </p:nvSpPr>
          <p:spPr>
            <a:xfrm>
              <a:off x="912" y="2872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8" name="Google Shape;528;g3bb32d84dc8_0_642"/>
            <p:cNvSpPr/>
            <p:nvPr/>
          </p:nvSpPr>
          <p:spPr>
            <a:xfrm>
              <a:off x="432" y="2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D9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9" name="Google Shape;529;g3bb32d84dc8_0_642"/>
            <p:cNvSpPr/>
            <p:nvPr/>
          </p:nvSpPr>
          <p:spPr>
            <a:xfrm>
              <a:off x="4560" y="2661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0" name="Google Shape;530;g3bb32d84dc8_0_642"/>
            <p:cNvSpPr/>
            <p:nvPr/>
          </p:nvSpPr>
          <p:spPr>
            <a:xfrm>
              <a:off x="3840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1" name="Google Shape;531;g3bb32d84dc8_0_642"/>
            <p:cNvSpPr/>
            <p:nvPr/>
          </p:nvSpPr>
          <p:spPr>
            <a:xfrm>
              <a:off x="3072" y="266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2" name="Google Shape;532;g3bb32d84dc8_0_642"/>
            <p:cNvSpPr/>
            <p:nvPr/>
          </p:nvSpPr>
          <p:spPr>
            <a:xfrm>
              <a:off x="2336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3" name="Google Shape;533;g3bb32d84dc8_0_642"/>
            <p:cNvSpPr/>
            <p:nvPr/>
          </p:nvSpPr>
          <p:spPr>
            <a:xfrm>
              <a:off x="912" y="2661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4" name="Google Shape;534;g3bb32d84dc8_0_642"/>
            <p:cNvSpPr/>
            <p:nvPr/>
          </p:nvSpPr>
          <p:spPr>
            <a:xfrm>
              <a:off x="432" y="266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D8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5" name="Google Shape;535;g3bb32d84dc8_0_642"/>
            <p:cNvSpPr/>
            <p:nvPr/>
          </p:nvSpPr>
          <p:spPr>
            <a:xfrm>
              <a:off x="4560" y="245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6" name="Google Shape;536;g3bb32d84dc8_0_642"/>
            <p:cNvSpPr/>
            <p:nvPr/>
          </p:nvSpPr>
          <p:spPr>
            <a:xfrm>
              <a:off x="3840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7" name="Google Shape;537;g3bb32d84dc8_0_642"/>
            <p:cNvSpPr/>
            <p:nvPr/>
          </p:nvSpPr>
          <p:spPr>
            <a:xfrm>
              <a:off x="3072" y="245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8" name="Google Shape;538;g3bb32d84dc8_0_642"/>
            <p:cNvSpPr/>
            <p:nvPr/>
          </p:nvSpPr>
          <p:spPr>
            <a:xfrm>
              <a:off x="2336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9" name="Google Shape;539;g3bb32d84dc8_0_642"/>
            <p:cNvSpPr/>
            <p:nvPr/>
          </p:nvSpPr>
          <p:spPr>
            <a:xfrm>
              <a:off x="912" y="245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0" name="Google Shape;540;g3bb32d84dc8_0_642"/>
            <p:cNvSpPr/>
            <p:nvPr/>
          </p:nvSpPr>
          <p:spPr>
            <a:xfrm>
              <a:off x="432" y="24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D7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1" name="Google Shape;541;g3bb32d84dc8_0_642"/>
            <p:cNvSpPr/>
            <p:nvPr/>
          </p:nvSpPr>
          <p:spPr>
            <a:xfrm>
              <a:off x="4560" y="2239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2" name="Google Shape;542;g3bb32d84dc8_0_642"/>
            <p:cNvSpPr/>
            <p:nvPr/>
          </p:nvSpPr>
          <p:spPr>
            <a:xfrm>
              <a:off x="3840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3" name="Google Shape;543;g3bb32d84dc8_0_642"/>
            <p:cNvSpPr/>
            <p:nvPr/>
          </p:nvSpPr>
          <p:spPr>
            <a:xfrm>
              <a:off x="3072" y="2239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4" name="Google Shape;544;g3bb32d84dc8_0_642"/>
            <p:cNvSpPr/>
            <p:nvPr/>
          </p:nvSpPr>
          <p:spPr>
            <a:xfrm>
              <a:off x="2336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5" name="Google Shape;545;g3bb32d84dc8_0_642"/>
            <p:cNvSpPr/>
            <p:nvPr/>
          </p:nvSpPr>
          <p:spPr>
            <a:xfrm>
              <a:off x="912" y="2239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6" name="Google Shape;546;g3bb32d84dc8_0_642"/>
            <p:cNvSpPr/>
            <p:nvPr/>
          </p:nvSpPr>
          <p:spPr>
            <a:xfrm>
              <a:off x="432" y="223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D6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7" name="Google Shape;547;g3bb32d84dc8_0_642"/>
            <p:cNvSpPr/>
            <p:nvPr/>
          </p:nvSpPr>
          <p:spPr>
            <a:xfrm>
              <a:off x="4560" y="2028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8" name="Google Shape;548;g3bb32d84dc8_0_642"/>
            <p:cNvSpPr/>
            <p:nvPr/>
          </p:nvSpPr>
          <p:spPr>
            <a:xfrm>
              <a:off x="3840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9" name="Google Shape;549;g3bb32d84dc8_0_642"/>
            <p:cNvSpPr/>
            <p:nvPr/>
          </p:nvSpPr>
          <p:spPr>
            <a:xfrm>
              <a:off x="3072" y="202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0" name="Google Shape;550;g3bb32d84dc8_0_642"/>
            <p:cNvSpPr/>
            <p:nvPr/>
          </p:nvSpPr>
          <p:spPr>
            <a:xfrm>
              <a:off x="2336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Cool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1" name="Google Shape;551;g3bb32d84dc8_0_642"/>
            <p:cNvSpPr/>
            <p:nvPr/>
          </p:nvSpPr>
          <p:spPr>
            <a:xfrm>
              <a:off x="912" y="2028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2" name="Google Shape;552;g3bb32d84dc8_0_642"/>
            <p:cNvSpPr/>
            <p:nvPr/>
          </p:nvSpPr>
          <p:spPr>
            <a:xfrm>
              <a:off x="432" y="202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D5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3" name="Google Shape;553;g3bb32d84dc8_0_642"/>
            <p:cNvSpPr/>
            <p:nvPr/>
          </p:nvSpPr>
          <p:spPr>
            <a:xfrm>
              <a:off x="4560" y="1817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4" name="Google Shape;554;g3bb32d84dc8_0_642"/>
            <p:cNvSpPr/>
            <p:nvPr/>
          </p:nvSpPr>
          <p:spPr>
            <a:xfrm>
              <a:off x="3840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5" name="Google Shape;555;g3bb32d84dc8_0_642"/>
            <p:cNvSpPr/>
            <p:nvPr/>
          </p:nvSpPr>
          <p:spPr>
            <a:xfrm>
              <a:off x="3072" y="1817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6" name="Google Shape;556;g3bb32d84dc8_0_642"/>
            <p:cNvSpPr/>
            <p:nvPr/>
          </p:nvSpPr>
          <p:spPr>
            <a:xfrm>
              <a:off x="2336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Mild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7" name="Google Shape;557;g3bb32d84dc8_0_642"/>
            <p:cNvSpPr/>
            <p:nvPr/>
          </p:nvSpPr>
          <p:spPr>
            <a:xfrm>
              <a:off x="912" y="1817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Rain 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8" name="Google Shape;558;g3bb32d84dc8_0_642"/>
            <p:cNvSpPr/>
            <p:nvPr/>
          </p:nvSpPr>
          <p:spPr>
            <a:xfrm>
              <a:off x="432" y="181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D4 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9" name="Google Shape;559;g3bb32d84dc8_0_642"/>
            <p:cNvSpPr/>
            <p:nvPr/>
          </p:nvSpPr>
          <p:spPr>
            <a:xfrm>
              <a:off x="4560" y="1606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Yes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0" name="Google Shape;560;g3bb32d84dc8_0_642"/>
            <p:cNvSpPr/>
            <p:nvPr/>
          </p:nvSpPr>
          <p:spPr>
            <a:xfrm>
              <a:off x="3840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1" name="Google Shape;561;g3bb32d84dc8_0_642"/>
            <p:cNvSpPr/>
            <p:nvPr/>
          </p:nvSpPr>
          <p:spPr>
            <a:xfrm>
              <a:off x="3072" y="160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2" name="Google Shape;562;g3bb32d84dc8_0_642"/>
            <p:cNvSpPr/>
            <p:nvPr/>
          </p:nvSpPr>
          <p:spPr>
            <a:xfrm>
              <a:off x="2336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3" name="Google Shape;563;g3bb32d84dc8_0_642"/>
            <p:cNvSpPr/>
            <p:nvPr/>
          </p:nvSpPr>
          <p:spPr>
            <a:xfrm>
              <a:off x="912" y="160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Overcast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4" name="Google Shape;564;g3bb32d84dc8_0_642"/>
            <p:cNvSpPr/>
            <p:nvPr/>
          </p:nvSpPr>
          <p:spPr>
            <a:xfrm>
              <a:off x="432" y="160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D3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5" name="Google Shape;565;g3bb32d84dc8_0_642"/>
            <p:cNvSpPr/>
            <p:nvPr/>
          </p:nvSpPr>
          <p:spPr>
            <a:xfrm>
              <a:off x="4560" y="1395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6" name="Google Shape;566;g3bb32d84dc8_0_642"/>
            <p:cNvSpPr/>
            <p:nvPr/>
          </p:nvSpPr>
          <p:spPr>
            <a:xfrm>
              <a:off x="3840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Strong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7" name="Google Shape;567;g3bb32d84dc8_0_642"/>
            <p:cNvSpPr/>
            <p:nvPr/>
          </p:nvSpPr>
          <p:spPr>
            <a:xfrm>
              <a:off x="3072" y="1395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8" name="Google Shape;568;g3bb32d84dc8_0_642"/>
            <p:cNvSpPr/>
            <p:nvPr/>
          </p:nvSpPr>
          <p:spPr>
            <a:xfrm>
              <a:off x="2336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9" name="Google Shape;569;g3bb32d84dc8_0_642"/>
            <p:cNvSpPr/>
            <p:nvPr/>
          </p:nvSpPr>
          <p:spPr>
            <a:xfrm>
              <a:off x="912" y="1395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0" name="Google Shape;570;g3bb32d84dc8_0_642"/>
            <p:cNvSpPr/>
            <p:nvPr/>
          </p:nvSpPr>
          <p:spPr>
            <a:xfrm>
              <a:off x="432" y="1395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D2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1" name="Google Shape;571;g3bb32d84dc8_0_642"/>
            <p:cNvSpPr/>
            <p:nvPr/>
          </p:nvSpPr>
          <p:spPr>
            <a:xfrm>
              <a:off x="4560" y="1184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2" name="Google Shape;572;g3bb32d84dc8_0_642"/>
            <p:cNvSpPr/>
            <p:nvPr/>
          </p:nvSpPr>
          <p:spPr>
            <a:xfrm>
              <a:off x="3840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Weak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3" name="Google Shape;573;g3bb32d84dc8_0_642"/>
            <p:cNvSpPr/>
            <p:nvPr/>
          </p:nvSpPr>
          <p:spPr>
            <a:xfrm>
              <a:off x="3072" y="118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4" name="Google Shape;574;g3bb32d84dc8_0_642"/>
            <p:cNvSpPr/>
            <p:nvPr/>
          </p:nvSpPr>
          <p:spPr>
            <a:xfrm>
              <a:off x="2336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Hot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5" name="Google Shape;575;g3bb32d84dc8_0_642"/>
            <p:cNvSpPr/>
            <p:nvPr/>
          </p:nvSpPr>
          <p:spPr>
            <a:xfrm>
              <a:off x="912" y="1184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Sunny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6" name="Google Shape;576;g3bb32d84dc8_0_642"/>
            <p:cNvSpPr/>
            <p:nvPr/>
          </p:nvSpPr>
          <p:spPr>
            <a:xfrm>
              <a:off x="432" y="118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D1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7" name="Google Shape;577;g3bb32d84dc8_0_642"/>
            <p:cNvSpPr/>
            <p:nvPr/>
          </p:nvSpPr>
          <p:spPr>
            <a:xfrm>
              <a:off x="4560" y="96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Play Tennis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8" name="Google Shape;578;g3bb32d84dc8_0_642"/>
            <p:cNvSpPr/>
            <p:nvPr/>
          </p:nvSpPr>
          <p:spPr>
            <a:xfrm>
              <a:off x="3840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Wind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79" name="Google Shape;579;g3bb32d84dc8_0_642"/>
            <p:cNvSpPr/>
            <p:nvPr/>
          </p:nvSpPr>
          <p:spPr>
            <a:xfrm>
              <a:off x="3072" y="96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Humidity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0" name="Google Shape;580;g3bb32d84dc8_0_642"/>
            <p:cNvSpPr/>
            <p:nvPr/>
          </p:nvSpPr>
          <p:spPr>
            <a:xfrm>
              <a:off x="2336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Temp.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1" name="Google Shape;581;g3bb32d84dc8_0_642"/>
            <p:cNvSpPr/>
            <p:nvPr/>
          </p:nvSpPr>
          <p:spPr>
            <a:xfrm>
              <a:off x="912" y="96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Outlook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2" name="Google Shape;582;g3bb32d84dc8_0_642"/>
            <p:cNvSpPr/>
            <p:nvPr/>
          </p:nvSpPr>
          <p:spPr>
            <a:xfrm>
              <a:off x="432" y="9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080"/>
                <a:buFont typeface="Noto Sans Symbols"/>
                <a:buNone/>
              </a:pPr>
              <a:r>
                <a:rPr b="0" i="0" lang="sv-SE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Day</a:t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583" name="Google Shape;583;g3bb32d84dc8_0_642"/>
            <p:cNvCxnSpPr/>
            <p:nvPr/>
          </p:nvCxnSpPr>
          <p:spPr>
            <a:xfrm>
              <a:off x="432" y="960"/>
              <a:ext cx="5100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4" name="Google Shape;584;g3bb32d84dc8_0_642"/>
            <p:cNvCxnSpPr/>
            <p:nvPr/>
          </p:nvCxnSpPr>
          <p:spPr>
            <a:xfrm>
              <a:off x="432" y="1184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5" name="Google Shape;585;g3bb32d84dc8_0_642"/>
            <p:cNvCxnSpPr/>
            <p:nvPr/>
          </p:nvCxnSpPr>
          <p:spPr>
            <a:xfrm>
              <a:off x="432" y="1395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6" name="Google Shape;586;g3bb32d84dc8_0_642"/>
            <p:cNvCxnSpPr/>
            <p:nvPr/>
          </p:nvCxnSpPr>
          <p:spPr>
            <a:xfrm>
              <a:off x="432" y="1606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7" name="Google Shape;587;g3bb32d84dc8_0_642"/>
            <p:cNvCxnSpPr/>
            <p:nvPr/>
          </p:nvCxnSpPr>
          <p:spPr>
            <a:xfrm>
              <a:off x="432" y="1817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8" name="Google Shape;588;g3bb32d84dc8_0_642"/>
            <p:cNvCxnSpPr/>
            <p:nvPr/>
          </p:nvCxnSpPr>
          <p:spPr>
            <a:xfrm>
              <a:off x="432" y="2028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9" name="Google Shape;589;g3bb32d84dc8_0_642"/>
            <p:cNvCxnSpPr/>
            <p:nvPr/>
          </p:nvCxnSpPr>
          <p:spPr>
            <a:xfrm>
              <a:off x="432" y="2239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0" name="Google Shape;590;g3bb32d84dc8_0_642"/>
            <p:cNvCxnSpPr/>
            <p:nvPr/>
          </p:nvCxnSpPr>
          <p:spPr>
            <a:xfrm>
              <a:off x="432" y="2450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1" name="Google Shape;591;g3bb32d84dc8_0_642"/>
            <p:cNvCxnSpPr/>
            <p:nvPr/>
          </p:nvCxnSpPr>
          <p:spPr>
            <a:xfrm>
              <a:off x="432" y="2661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2" name="Google Shape;592;g3bb32d84dc8_0_642"/>
            <p:cNvCxnSpPr/>
            <p:nvPr/>
          </p:nvCxnSpPr>
          <p:spPr>
            <a:xfrm>
              <a:off x="432" y="2872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3" name="Google Shape;593;g3bb32d84dc8_0_642"/>
            <p:cNvCxnSpPr/>
            <p:nvPr/>
          </p:nvCxnSpPr>
          <p:spPr>
            <a:xfrm>
              <a:off x="432" y="3083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4" name="Google Shape;594;g3bb32d84dc8_0_642"/>
            <p:cNvCxnSpPr/>
            <p:nvPr/>
          </p:nvCxnSpPr>
          <p:spPr>
            <a:xfrm>
              <a:off x="432" y="3294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5" name="Google Shape;595;g3bb32d84dc8_0_642"/>
            <p:cNvCxnSpPr/>
            <p:nvPr/>
          </p:nvCxnSpPr>
          <p:spPr>
            <a:xfrm>
              <a:off x="432" y="3505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6" name="Google Shape;596;g3bb32d84dc8_0_642"/>
            <p:cNvCxnSpPr/>
            <p:nvPr/>
          </p:nvCxnSpPr>
          <p:spPr>
            <a:xfrm>
              <a:off x="432" y="3716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7" name="Google Shape;597;g3bb32d84dc8_0_642"/>
            <p:cNvCxnSpPr/>
            <p:nvPr/>
          </p:nvCxnSpPr>
          <p:spPr>
            <a:xfrm>
              <a:off x="432" y="3927"/>
              <a:ext cx="5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8" name="Google Shape;598;g3bb32d84dc8_0_642"/>
            <p:cNvCxnSpPr/>
            <p:nvPr/>
          </p:nvCxnSpPr>
          <p:spPr>
            <a:xfrm>
              <a:off x="432" y="4138"/>
              <a:ext cx="5100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9" name="Google Shape;599;g3bb32d84dc8_0_642"/>
            <p:cNvCxnSpPr/>
            <p:nvPr/>
          </p:nvCxnSpPr>
          <p:spPr>
            <a:xfrm>
              <a:off x="432" y="960"/>
              <a:ext cx="0" cy="330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0" name="Google Shape;600;g3bb32d84dc8_0_642"/>
            <p:cNvCxnSpPr/>
            <p:nvPr/>
          </p:nvCxnSpPr>
          <p:spPr>
            <a:xfrm>
              <a:off x="912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1" name="Google Shape;601;g3bb32d84dc8_0_642"/>
            <p:cNvCxnSpPr/>
            <p:nvPr/>
          </p:nvCxnSpPr>
          <p:spPr>
            <a:xfrm>
              <a:off x="2336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2" name="Google Shape;602;g3bb32d84dc8_0_642"/>
            <p:cNvCxnSpPr/>
            <p:nvPr/>
          </p:nvCxnSpPr>
          <p:spPr>
            <a:xfrm>
              <a:off x="3072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3" name="Google Shape;603;g3bb32d84dc8_0_642"/>
            <p:cNvCxnSpPr/>
            <p:nvPr/>
          </p:nvCxnSpPr>
          <p:spPr>
            <a:xfrm>
              <a:off x="3840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4" name="Google Shape;604;g3bb32d84dc8_0_642"/>
            <p:cNvCxnSpPr/>
            <p:nvPr/>
          </p:nvCxnSpPr>
          <p:spPr>
            <a:xfrm>
              <a:off x="4560" y="960"/>
              <a:ext cx="0" cy="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5" name="Google Shape;605;g3bb32d84dc8_0_642"/>
            <p:cNvCxnSpPr/>
            <p:nvPr/>
          </p:nvCxnSpPr>
          <p:spPr>
            <a:xfrm>
              <a:off x="5664" y="960"/>
              <a:ext cx="0" cy="330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g3bb32d84dc8_0_4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408450"/>
            <a:ext cx="8839204" cy="409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3bb32d84dc8_0_4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0775" y="4979850"/>
            <a:ext cx="5143500" cy="5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g3bb32d84dc8_0_4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25" y="347000"/>
            <a:ext cx="8839204" cy="3811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g3bb32d84dc8_0_4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4" cy="329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g3bb32d84dc8_0_4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050" y="4239600"/>
            <a:ext cx="4733001" cy="51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g3bb32d84dc8_0_4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75" y="614525"/>
            <a:ext cx="3031874" cy="19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g3bb32d84dc8_0_4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625" y="2491225"/>
            <a:ext cx="5619601" cy="340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g3bb32d84dc8_0_4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0825" y="309688"/>
            <a:ext cx="3720126" cy="218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g3bb32d84dc8_0_476"/>
          <p:cNvGrpSpPr/>
          <p:nvPr/>
        </p:nvGrpSpPr>
        <p:grpSpPr>
          <a:xfrm>
            <a:off x="520700" y="822325"/>
            <a:ext cx="7981950" cy="5042957"/>
            <a:chOff x="144" y="1200"/>
            <a:chExt cx="5028" cy="2988"/>
          </a:xfrm>
        </p:grpSpPr>
        <p:sp>
          <p:nvSpPr>
            <p:cNvPr id="639" name="Google Shape;639;g3bb32d84dc8_0_476"/>
            <p:cNvSpPr/>
            <p:nvPr/>
          </p:nvSpPr>
          <p:spPr>
            <a:xfrm>
              <a:off x="144" y="3888"/>
              <a:ext cx="600" cy="3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3bb32d84dc8_0_476"/>
            <p:cNvSpPr/>
            <p:nvPr/>
          </p:nvSpPr>
          <p:spPr>
            <a:xfrm>
              <a:off x="4272" y="1200"/>
              <a:ext cx="900" cy="3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g3bb32d84dc8_0_476"/>
          <p:cNvGrpSpPr/>
          <p:nvPr/>
        </p:nvGrpSpPr>
        <p:grpSpPr>
          <a:xfrm>
            <a:off x="1628775" y="755650"/>
            <a:ext cx="2419350" cy="2274185"/>
            <a:chOff x="864" y="1200"/>
            <a:chExt cx="1524" cy="1116"/>
          </a:xfrm>
        </p:grpSpPr>
        <p:sp>
          <p:nvSpPr>
            <p:cNvPr id="642" name="Google Shape;642;g3bb32d84dc8_0_476"/>
            <p:cNvSpPr/>
            <p:nvPr/>
          </p:nvSpPr>
          <p:spPr>
            <a:xfrm>
              <a:off x="1488" y="2016"/>
              <a:ext cx="900" cy="300"/>
            </a:xfrm>
            <a:prstGeom prst="rect">
              <a:avLst/>
            </a:prstGeom>
            <a:solidFill>
              <a:schemeClr val="fol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3bb32d84dc8_0_476"/>
            <p:cNvSpPr/>
            <p:nvPr/>
          </p:nvSpPr>
          <p:spPr>
            <a:xfrm>
              <a:off x="864" y="1200"/>
              <a:ext cx="900" cy="300"/>
            </a:xfrm>
            <a:prstGeom prst="rect">
              <a:avLst/>
            </a:prstGeom>
            <a:solidFill>
              <a:schemeClr val="fol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g3bb32d84dc8_0_476"/>
          <p:cNvGrpSpPr/>
          <p:nvPr/>
        </p:nvGrpSpPr>
        <p:grpSpPr>
          <a:xfrm>
            <a:off x="1628775" y="282575"/>
            <a:ext cx="3798545" cy="1722477"/>
            <a:chOff x="864" y="912"/>
            <a:chExt cx="2388" cy="828"/>
          </a:xfrm>
        </p:grpSpPr>
        <p:sp>
          <p:nvSpPr>
            <p:cNvPr id="645" name="Google Shape;645;g3bb32d84dc8_0_476"/>
            <p:cNvSpPr/>
            <p:nvPr/>
          </p:nvSpPr>
          <p:spPr>
            <a:xfrm>
              <a:off x="2352" y="1440"/>
              <a:ext cx="900" cy="300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3bb32d84dc8_0_476"/>
            <p:cNvSpPr/>
            <p:nvPr/>
          </p:nvSpPr>
          <p:spPr>
            <a:xfrm>
              <a:off x="864" y="912"/>
              <a:ext cx="900" cy="300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g3bb32d84dc8_0_476"/>
          <p:cNvGrpSpPr/>
          <p:nvPr/>
        </p:nvGrpSpPr>
        <p:grpSpPr>
          <a:xfrm>
            <a:off x="646113" y="801688"/>
            <a:ext cx="5493762" cy="4295473"/>
            <a:chOff x="240" y="1200"/>
            <a:chExt cx="3444" cy="2460"/>
          </a:xfrm>
        </p:grpSpPr>
        <p:sp>
          <p:nvSpPr>
            <p:cNvPr id="648" name="Google Shape;648;g3bb32d84dc8_0_476"/>
            <p:cNvSpPr/>
            <p:nvPr/>
          </p:nvSpPr>
          <p:spPr>
            <a:xfrm>
              <a:off x="240" y="3360"/>
              <a:ext cx="600" cy="300"/>
            </a:xfrm>
            <a:prstGeom prst="rect">
              <a:avLst/>
            </a:prstGeom>
            <a:solidFill>
              <a:schemeClr val="fol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3bb32d84dc8_0_476"/>
            <p:cNvSpPr/>
            <p:nvPr/>
          </p:nvSpPr>
          <p:spPr>
            <a:xfrm>
              <a:off x="2784" y="1200"/>
              <a:ext cx="900" cy="300"/>
            </a:xfrm>
            <a:prstGeom prst="rect">
              <a:avLst/>
            </a:prstGeom>
            <a:solidFill>
              <a:schemeClr val="fol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g3bb32d84dc8_0_476"/>
          <p:cNvGrpSpPr/>
          <p:nvPr/>
        </p:nvGrpSpPr>
        <p:grpSpPr>
          <a:xfrm>
            <a:off x="1179513" y="282575"/>
            <a:ext cx="4933950" cy="3740443"/>
            <a:chOff x="576" y="912"/>
            <a:chExt cx="3108" cy="2076"/>
          </a:xfrm>
        </p:grpSpPr>
        <p:sp>
          <p:nvSpPr>
            <p:cNvPr id="651" name="Google Shape;651;g3bb32d84dc8_0_476"/>
            <p:cNvSpPr/>
            <p:nvPr/>
          </p:nvSpPr>
          <p:spPr>
            <a:xfrm>
              <a:off x="576" y="2688"/>
              <a:ext cx="1200" cy="300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3bb32d84dc8_0_476"/>
            <p:cNvSpPr/>
            <p:nvPr/>
          </p:nvSpPr>
          <p:spPr>
            <a:xfrm>
              <a:off x="2784" y="912"/>
              <a:ext cx="900" cy="300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1400"/>
                <a:buFont typeface="Noto Sans Symbols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3" name="Google Shape;653;g3bb32d84dc8_0_476"/>
          <p:cNvGrpSpPr/>
          <p:nvPr/>
        </p:nvGrpSpPr>
        <p:grpSpPr>
          <a:xfrm>
            <a:off x="646113" y="1670050"/>
            <a:ext cx="8180903" cy="4324503"/>
            <a:chOff x="96" y="1344"/>
            <a:chExt cx="5352" cy="2844"/>
          </a:xfrm>
        </p:grpSpPr>
        <p:cxnSp>
          <p:nvCxnSpPr>
            <p:cNvPr id="654" name="Google Shape;654;g3bb32d84dc8_0_476"/>
            <p:cNvCxnSpPr/>
            <p:nvPr/>
          </p:nvCxnSpPr>
          <p:spPr>
            <a:xfrm flipH="1">
              <a:off x="1140" y="1632"/>
              <a:ext cx="1500" cy="1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5" name="Google Shape;655;g3bb32d84dc8_0_476"/>
            <p:cNvCxnSpPr/>
            <p:nvPr/>
          </p:nvCxnSpPr>
          <p:spPr>
            <a:xfrm>
              <a:off x="3072" y="1632"/>
              <a:ext cx="1200" cy="1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6" name="Google Shape;656;g3bb32d84dc8_0_476"/>
            <p:cNvCxnSpPr/>
            <p:nvPr/>
          </p:nvCxnSpPr>
          <p:spPr>
            <a:xfrm flipH="1">
              <a:off x="264" y="2976"/>
              <a:ext cx="600" cy="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7" name="Google Shape;657;g3bb32d84dc8_0_476"/>
            <p:cNvCxnSpPr/>
            <p:nvPr/>
          </p:nvCxnSpPr>
          <p:spPr>
            <a:xfrm>
              <a:off x="1056" y="2976"/>
              <a:ext cx="600" cy="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8" name="Google Shape;658;g3bb32d84dc8_0_476"/>
            <p:cNvCxnSpPr/>
            <p:nvPr/>
          </p:nvCxnSpPr>
          <p:spPr>
            <a:xfrm>
              <a:off x="4368" y="2976"/>
              <a:ext cx="600" cy="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9" name="Google Shape;659;g3bb32d84dc8_0_476"/>
            <p:cNvCxnSpPr/>
            <p:nvPr/>
          </p:nvCxnSpPr>
          <p:spPr>
            <a:xfrm flipH="1">
              <a:off x="3672" y="2976"/>
              <a:ext cx="600" cy="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0" name="Google Shape;660;g3bb32d84dc8_0_476"/>
            <p:cNvCxnSpPr/>
            <p:nvPr/>
          </p:nvCxnSpPr>
          <p:spPr>
            <a:xfrm>
              <a:off x="2784" y="1680"/>
              <a:ext cx="0" cy="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661" name="Google Shape;661;g3bb32d84dc8_0_476"/>
            <p:cNvSpPr txBox="1"/>
            <p:nvPr/>
          </p:nvSpPr>
          <p:spPr>
            <a:xfrm>
              <a:off x="2400" y="1344"/>
              <a:ext cx="9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hlink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Outlook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3bb32d84dc8_0_476"/>
            <p:cNvSpPr txBox="1"/>
            <p:nvPr/>
          </p:nvSpPr>
          <p:spPr>
            <a:xfrm>
              <a:off x="1488" y="1968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Sunny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3bb32d84dc8_0_476"/>
            <p:cNvSpPr txBox="1"/>
            <p:nvPr/>
          </p:nvSpPr>
          <p:spPr>
            <a:xfrm>
              <a:off x="2352" y="1968"/>
              <a:ext cx="9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Overcast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3bb32d84dc8_0_476"/>
            <p:cNvSpPr txBox="1"/>
            <p:nvPr/>
          </p:nvSpPr>
          <p:spPr>
            <a:xfrm>
              <a:off x="3456" y="1968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Rain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3bb32d84dc8_0_476"/>
            <p:cNvSpPr txBox="1"/>
            <p:nvPr/>
          </p:nvSpPr>
          <p:spPr>
            <a:xfrm>
              <a:off x="528" y="2688"/>
              <a:ext cx="9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hlink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Humidity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3bb32d84dc8_0_476"/>
            <p:cNvSpPr txBox="1"/>
            <p:nvPr/>
          </p:nvSpPr>
          <p:spPr>
            <a:xfrm>
              <a:off x="192" y="3360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3bb32d84dc8_0_476"/>
            <p:cNvSpPr txBox="1"/>
            <p:nvPr/>
          </p:nvSpPr>
          <p:spPr>
            <a:xfrm>
              <a:off x="1152" y="3360"/>
              <a:ext cx="9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Normal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3bb32d84dc8_0_476"/>
            <p:cNvSpPr txBox="1"/>
            <p:nvPr/>
          </p:nvSpPr>
          <p:spPr>
            <a:xfrm>
              <a:off x="3984" y="2688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hlink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bb32d84dc8_0_476"/>
            <p:cNvSpPr txBox="1"/>
            <p:nvPr/>
          </p:nvSpPr>
          <p:spPr>
            <a:xfrm>
              <a:off x="3552" y="3360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Strong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3bb32d84dc8_0_476"/>
            <p:cNvSpPr txBox="1"/>
            <p:nvPr/>
          </p:nvSpPr>
          <p:spPr>
            <a:xfrm>
              <a:off x="4512" y="3360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dk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1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Weak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3bb32d84dc8_0_476"/>
            <p:cNvSpPr txBox="1"/>
            <p:nvPr/>
          </p:nvSpPr>
          <p:spPr>
            <a:xfrm>
              <a:off x="96" y="3888"/>
              <a:ext cx="3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1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3bb32d84dc8_0_476"/>
            <p:cNvSpPr txBox="1"/>
            <p:nvPr/>
          </p:nvSpPr>
          <p:spPr>
            <a:xfrm>
              <a:off x="1536" y="3888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1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3bb32d84dc8_0_476"/>
            <p:cNvSpPr txBox="1"/>
            <p:nvPr/>
          </p:nvSpPr>
          <p:spPr>
            <a:xfrm>
              <a:off x="2591" y="2688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1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bb32d84dc8_0_476"/>
            <p:cNvSpPr txBox="1"/>
            <p:nvPr/>
          </p:nvSpPr>
          <p:spPr>
            <a:xfrm>
              <a:off x="4848" y="3888"/>
              <a:ext cx="6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1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3bb32d84dc8_0_476"/>
            <p:cNvSpPr txBox="1"/>
            <p:nvPr/>
          </p:nvSpPr>
          <p:spPr>
            <a:xfrm>
              <a:off x="3504" y="3888"/>
              <a:ext cx="300" cy="3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1" i="0" lang="sv-S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" name="Google Shape;676;g3bb32d84dc8_0_476"/>
          <p:cNvSpPr txBox="1"/>
          <p:nvPr/>
        </p:nvSpPr>
        <p:spPr>
          <a:xfrm>
            <a:off x="1628775" y="406400"/>
            <a:ext cx="7559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sv-S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Outlook  Temperature Humidity  Wind    PlayTennis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sv-S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Sunny        Hot            High        Weak      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8b818e16e5_0_74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8b818e16e5_0_747"/>
          <p:cNvSpPr/>
          <p:nvPr/>
        </p:nvSpPr>
        <p:spPr>
          <a:xfrm>
            <a:off x="274320" y="0"/>
            <a:ext cx="859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sv-SE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 – Decision Tree Algorithm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g38b818e16e5_0_747"/>
          <p:cNvSpPr/>
          <p:nvPr/>
        </p:nvSpPr>
        <p:spPr>
          <a:xfrm>
            <a:off x="365760" y="1097280"/>
            <a:ext cx="1463100" cy="548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8b818e16e5_0_747"/>
          <p:cNvSpPr/>
          <p:nvPr/>
        </p:nvSpPr>
        <p:spPr>
          <a:xfrm>
            <a:off x="365760" y="1097280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8b818e16e5_0_747"/>
          <p:cNvSpPr/>
          <p:nvPr/>
        </p:nvSpPr>
        <p:spPr>
          <a:xfrm>
            <a:off x="2011680" y="109728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Begin with the full dataset at the Root Node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g38b818e16e5_0_747"/>
          <p:cNvCxnSpPr/>
          <p:nvPr/>
        </p:nvCxnSpPr>
        <p:spPr>
          <a:xfrm>
            <a:off x="1097280" y="1645920"/>
            <a:ext cx="0" cy="2073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g38b818e16e5_0_747"/>
          <p:cNvSpPr/>
          <p:nvPr/>
        </p:nvSpPr>
        <p:spPr>
          <a:xfrm>
            <a:off x="365760" y="1853184"/>
            <a:ext cx="1463100" cy="548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8b818e16e5_0_747"/>
          <p:cNvSpPr/>
          <p:nvPr/>
        </p:nvSpPr>
        <p:spPr>
          <a:xfrm>
            <a:off x="365760" y="1853184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Calculate H(S)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8b818e16e5_0_747"/>
          <p:cNvSpPr/>
          <p:nvPr/>
        </p:nvSpPr>
        <p:spPr>
          <a:xfrm>
            <a:off x="2011680" y="1853184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Entropy of current node's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g38b818e16e5_0_747"/>
          <p:cNvCxnSpPr/>
          <p:nvPr/>
        </p:nvCxnSpPr>
        <p:spPr>
          <a:xfrm>
            <a:off x="1097280" y="2401824"/>
            <a:ext cx="0" cy="2073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g38b818e16e5_0_747"/>
          <p:cNvSpPr/>
          <p:nvPr/>
        </p:nvSpPr>
        <p:spPr>
          <a:xfrm>
            <a:off x="365760" y="2609088"/>
            <a:ext cx="1463100" cy="548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8b818e16e5_0_747"/>
          <p:cNvSpPr/>
          <p:nvPr/>
        </p:nvSpPr>
        <p:spPr>
          <a:xfrm>
            <a:off x="365760" y="2609088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each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38b818e16e5_0_747"/>
          <p:cNvSpPr/>
          <p:nvPr/>
        </p:nvSpPr>
        <p:spPr>
          <a:xfrm>
            <a:off x="2011680" y="2609088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Compute IG = H(S) − weighted H after 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5" name="Google Shape;695;g38b818e16e5_0_747"/>
          <p:cNvCxnSpPr/>
          <p:nvPr/>
        </p:nvCxnSpPr>
        <p:spPr>
          <a:xfrm>
            <a:off x="1097280" y="3157728"/>
            <a:ext cx="0" cy="2073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g38b818e16e5_0_747"/>
          <p:cNvSpPr/>
          <p:nvPr/>
        </p:nvSpPr>
        <p:spPr>
          <a:xfrm>
            <a:off x="365760" y="3364992"/>
            <a:ext cx="1463100" cy="548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8b818e16e5_0_747"/>
          <p:cNvSpPr/>
          <p:nvPr/>
        </p:nvSpPr>
        <p:spPr>
          <a:xfrm>
            <a:off x="365760" y="3364992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Choose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8b818e16e5_0_747"/>
          <p:cNvSpPr/>
          <p:nvPr/>
        </p:nvSpPr>
        <p:spPr>
          <a:xfrm>
            <a:off x="2011680" y="3364992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Pick the one with highest IG → create branch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g38b818e16e5_0_747"/>
          <p:cNvCxnSpPr/>
          <p:nvPr/>
        </p:nvCxnSpPr>
        <p:spPr>
          <a:xfrm>
            <a:off x="1097280" y="3913632"/>
            <a:ext cx="0" cy="2073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g38b818e16e5_0_747"/>
          <p:cNvSpPr/>
          <p:nvPr/>
        </p:nvSpPr>
        <p:spPr>
          <a:xfrm>
            <a:off x="365760" y="4120896"/>
            <a:ext cx="1463100" cy="548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8b818e16e5_0_747"/>
          <p:cNvSpPr/>
          <p:nvPr/>
        </p:nvSpPr>
        <p:spPr>
          <a:xfrm>
            <a:off x="365760" y="4120896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8b818e16e5_0_747"/>
          <p:cNvSpPr/>
          <p:nvPr/>
        </p:nvSpPr>
        <p:spPr>
          <a:xfrm>
            <a:off x="2011680" y="4120896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Repeat for each subset until pure or stopping condition met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3" name="Google Shape;703;g38b818e16e5_0_747"/>
          <p:cNvCxnSpPr/>
          <p:nvPr/>
        </p:nvCxnSpPr>
        <p:spPr>
          <a:xfrm>
            <a:off x="1097280" y="4669536"/>
            <a:ext cx="0" cy="2073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g38b818e16e5_0_747"/>
          <p:cNvSpPr/>
          <p:nvPr/>
        </p:nvSpPr>
        <p:spPr>
          <a:xfrm>
            <a:off x="365760" y="4876800"/>
            <a:ext cx="1463100" cy="548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8b818e16e5_0_747"/>
          <p:cNvSpPr/>
          <p:nvPr/>
        </p:nvSpPr>
        <p:spPr>
          <a:xfrm>
            <a:off x="365760" y="4876800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Leaf nodes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8b818e16e5_0_747"/>
          <p:cNvSpPr/>
          <p:nvPr/>
        </p:nvSpPr>
        <p:spPr>
          <a:xfrm>
            <a:off x="2011680" y="487680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sv-SE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Assign the majority class as the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g38b818e16e5_0_747"/>
          <p:cNvSpPr/>
          <p:nvPr/>
        </p:nvSpPr>
        <p:spPr>
          <a:xfrm>
            <a:off x="365760" y="5669280"/>
            <a:ext cx="8412600" cy="10971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8b818e16e5_0_747"/>
          <p:cNvSpPr/>
          <p:nvPr/>
        </p:nvSpPr>
        <p:spPr>
          <a:xfrm>
            <a:off x="548640" y="5693664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Formulas at a Glance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8b818e16e5_0_747"/>
          <p:cNvSpPr/>
          <p:nvPr/>
        </p:nvSpPr>
        <p:spPr>
          <a:xfrm>
            <a:off x="548640" y="6059424"/>
            <a:ext cx="804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sv-SE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Entropy: </a:t>
            </a:r>
            <a:r>
              <a:rPr b="0" i="0" lang="sv-SE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H(S) = −Σ pᵢ log₂(pᵢ)     </a:t>
            </a:r>
            <a:r>
              <a:rPr b="1" i="0" lang="sv-SE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Info Gain: </a:t>
            </a:r>
            <a:r>
              <a:rPr b="0" i="0" lang="sv-SE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IG(S,A) = H(S) − Σ (|Sᵥ|/|S|)·H(Sᵥ)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g38b818e16e5_0_7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63" y="304800"/>
            <a:ext cx="8779880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2001-03-28T20:03:32Z</dcterms:created>
  <dc:creator>Djamel Bouchaffra</dc:creator>
</cp:coreProperties>
</file>