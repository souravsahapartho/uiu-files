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Montserrat"/>
      <p:regular r:id="rId25"/>
      <p:bold r:id="rId26"/>
      <p:italic r:id="rId27"/>
      <p:boldItalic r:id="rId28"/>
    </p:embeddedFont>
    <p:embeddedFont>
      <p:font typeface="Montserrat Mediu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italic.fntdata"/><Relationship Id="rId30" Type="http://schemas.openxmlformats.org/officeDocument/2006/relationships/font" Target="fonts/MontserratMedium-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MontserratMedium-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543d4690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543d4690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5cd6dded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5cd6dded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cfa8f7c7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cfa8f7c7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cfa8f7c7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cfa8f7c7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cfa8f7c7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cfa8f7c7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cfa8f7c7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cfa8f7c7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cfa8f7c7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cfa8f7c7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cfa8f7c7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cfa8f7c7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cfa8f7c7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cfa8f7c7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cfa8f7c7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cfa8f7c7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cfa8f7c76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cfa8f7c76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cfa8f7c76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cfa8f7c76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cfa8f7c7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cfa8f7c7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cfa8f7c7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cfa8f7c7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cfa8f7c76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cfa8f7c7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1c31ca928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1c31ca928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de3d6d94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de3d6d94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1c31ca928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1c31ca928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0" y="1912760"/>
            <a:ext cx="9144000" cy="926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Font typeface="Cambria"/>
              <a:buNone/>
              <a:defRPr b="1" sz="4800">
                <a:latin typeface="Cambria"/>
                <a:ea typeface="Cambria"/>
                <a:cs typeface="Cambria"/>
                <a:sym typeface="Cambria"/>
              </a:defRPr>
            </a:lvl1pPr>
            <a:lvl2pPr lvl="1" algn="ctr">
              <a:spcBef>
                <a:spcPts val="0"/>
              </a:spcBef>
              <a:spcAft>
                <a:spcPts val="0"/>
              </a:spcAft>
              <a:buSzPts val="5200"/>
              <a:buFont typeface="Cambria"/>
              <a:buNone/>
              <a:defRPr sz="5200">
                <a:latin typeface="Cambria"/>
                <a:ea typeface="Cambria"/>
                <a:cs typeface="Cambria"/>
                <a:sym typeface="Cambria"/>
              </a:defRPr>
            </a:lvl2pPr>
            <a:lvl3pPr lvl="2" algn="ctr">
              <a:spcBef>
                <a:spcPts val="0"/>
              </a:spcBef>
              <a:spcAft>
                <a:spcPts val="0"/>
              </a:spcAft>
              <a:buSzPts val="5200"/>
              <a:buFont typeface="Cambria"/>
              <a:buNone/>
              <a:defRPr sz="5200">
                <a:latin typeface="Cambria"/>
                <a:ea typeface="Cambria"/>
                <a:cs typeface="Cambria"/>
                <a:sym typeface="Cambria"/>
              </a:defRPr>
            </a:lvl3pPr>
            <a:lvl4pPr lvl="3" algn="ctr">
              <a:spcBef>
                <a:spcPts val="0"/>
              </a:spcBef>
              <a:spcAft>
                <a:spcPts val="0"/>
              </a:spcAft>
              <a:buSzPts val="5200"/>
              <a:buFont typeface="Cambria"/>
              <a:buNone/>
              <a:defRPr sz="5200">
                <a:latin typeface="Cambria"/>
                <a:ea typeface="Cambria"/>
                <a:cs typeface="Cambria"/>
                <a:sym typeface="Cambria"/>
              </a:defRPr>
            </a:lvl4pPr>
            <a:lvl5pPr lvl="4" algn="ctr">
              <a:spcBef>
                <a:spcPts val="0"/>
              </a:spcBef>
              <a:spcAft>
                <a:spcPts val="0"/>
              </a:spcAft>
              <a:buSzPts val="5200"/>
              <a:buFont typeface="Cambria"/>
              <a:buNone/>
              <a:defRPr sz="5200">
                <a:latin typeface="Cambria"/>
                <a:ea typeface="Cambria"/>
                <a:cs typeface="Cambria"/>
                <a:sym typeface="Cambria"/>
              </a:defRPr>
            </a:lvl5pPr>
            <a:lvl6pPr lvl="5" algn="ctr">
              <a:spcBef>
                <a:spcPts val="0"/>
              </a:spcBef>
              <a:spcAft>
                <a:spcPts val="0"/>
              </a:spcAft>
              <a:buSzPts val="5200"/>
              <a:buFont typeface="Cambria"/>
              <a:buNone/>
              <a:defRPr sz="5200">
                <a:latin typeface="Cambria"/>
                <a:ea typeface="Cambria"/>
                <a:cs typeface="Cambria"/>
                <a:sym typeface="Cambria"/>
              </a:defRPr>
            </a:lvl6pPr>
            <a:lvl7pPr lvl="6" algn="ctr">
              <a:spcBef>
                <a:spcPts val="0"/>
              </a:spcBef>
              <a:spcAft>
                <a:spcPts val="0"/>
              </a:spcAft>
              <a:buSzPts val="5200"/>
              <a:buFont typeface="Cambria"/>
              <a:buNone/>
              <a:defRPr sz="5200">
                <a:latin typeface="Cambria"/>
                <a:ea typeface="Cambria"/>
                <a:cs typeface="Cambria"/>
                <a:sym typeface="Cambria"/>
              </a:defRPr>
            </a:lvl7pPr>
            <a:lvl8pPr lvl="7" algn="ctr">
              <a:spcBef>
                <a:spcPts val="0"/>
              </a:spcBef>
              <a:spcAft>
                <a:spcPts val="0"/>
              </a:spcAft>
              <a:buSzPts val="5200"/>
              <a:buFont typeface="Cambria"/>
              <a:buNone/>
              <a:defRPr sz="5200">
                <a:latin typeface="Cambria"/>
                <a:ea typeface="Cambria"/>
                <a:cs typeface="Cambria"/>
                <a:sym typeface="Cambria"/>
              </a:defRPr>
            </a:lvl8pPr>
            <a:lvl9pPr lvl="8" algn="ctr">
              <a:spcBef>
                <a:spcPts val="0"/>
              </a:spcBef>
              <a:spcAft>
                <a:spcPts val="0"/>
              </a:spcAft>
              <a:buSzPts val="5200"/>
              <a:buFont typeface="Cambria"/>
              <a:buNone/>
              <a:defRPr sz="5200">
                <a:latin typeface="Cambria"/>
                <a:ea typeface="Cambria"/>
                <a:cs typeface="Cambria"/>
                <a:sym typeface="Cambria"/>
              </a:defRPr>
            </a:lvl9pPr>
          </a:lstStyle>
          <a:p/>
        </p:txBody>
      </p:sp>
      <p:sp>
        <p:nvSpPr>
          <p:cNvPr id="11" name="Google Shape;11;p2"/>
          <p:cNvSpPr txBox="1"/>
          <p:nvPr>
            <p:ph idx="1" type="subTitle"/>
          </p:nvPr>
        </p:nvSpPr>
        <p:spPr>
          <a:xfrm>
            <a:off x="311700" y="2883788"/>
            <a:ext cx="8520600" cy="11739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1pPr>
            <a:lvl2pPr lvl="1"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2pPr>
            <a:lvl3pPr lvl="2"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3pPr>
            <a:lvl4pPr lvl="3"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4pPr>
            <a:lvl5pPr lvl="4"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5pPr>
            <a:lvl6pPr lvl="5"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6pPr>
            <a:lvl7pPr lvl="6"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7pPr>
            <a:lvl8pPr lvl="7"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8pPr>
            <a:lvl9pPr lvl="8" algn="ctr">
              <a:lnSpc>
                <a:spcPct val="100000"/>
              </a:lnSpc>
              <a:spcBef>
                <a:spcPts val="0"/>
              </a:spcBef>
              <a:spcAft>
                <a:spcPts val="0"/>
              </a:spcAft>
              <a:buClr>
                <a:schemeClr val="accent1"/>
              </a:buClr>
              <a:buSzPts val="2400"/>
              <a:buFont typeface="Montserrat Medium"/>
              <a:buNone/>
              <a:defRPr sz="2400">
                <a:solidFill>
                  <a:schemeClr val="accent1"/>
                </a:solidFill>
                <a:latin typeface="Montserrat Medium"/>
                <a:ea typeface="Montserrat Medium"/>
                <a:cs typeface="Montserrat Medium"/>
                <a:sym typeface="Montserrat Medium"/>
              </a:defRPr>
            </a:lvl9pPr>
          </a:lstStyle>
          <a:p/>
        </p:txBody>
      </p:sp>
      <p:cxnSp>
        <p:nvCxnSpPr>
          <p:cNvPr id="12" name="Google Shape;12;p2"/>
          <p:cNvCxnSpPr/>
          <p:nvPr/>
        </p:nvCxnSpPr>
        <p:spPr>
          <a:xfrm>
            <a:off x="2857500" y="1871050"/>
            <a:ext cx="3429000" cy="12300"/>
          </a:xfrm>
          <a:prstGeom prst="straightConnector1">
            <a:avLst/>
          </a:prstGeom>
          <a:noFill/>
          <a:ln cap="flat" cmpd="sng" w="19050">
            <a:solidFill>
              <a:schemeClr val="dk1"/>
            </a:solidFill>
            <a:prstDash val="dot"/>
            <a:round/>
            <a:headEnd len="med" w="med" type="none"/>
            <a:tailEnd len="med" w="med" type="none"/>
          </a:ln>
        </p:spPr>
      </p:cxnSp>
      <p:cxnSp>
        <p:nvCxnSpPr>
          <p:cNvPr id="13" name="Google Shape;13;p2"/>
          <p:cNvCxnSpPr/>
          <p:nvPr/>
        </p:nvCxnSpPr>
        <p:spPr>
          <a:xfrm>
            <a:off x="2857500" y="2868271"/>
            <a:ext cx="3429000" cy="12300"/>
          </a:xfrm>
          <a:prstGeom prst="straightConnector1">
            <a:avLst/>
          </a:prstGeom>
          <a:noFill/>
          <a:ln cap="flat" cmpd="sng" w="19050">
            <a:solidFill>
              <a:schemeClr val="dk1"/>
            </a:solidFill>
            <a:prstDash val="dot"/>
            <a:round/>
            <a:headEnd len="med" w="med" type="none"/>
            <a:tailEnd len="med" w="med" type="none"/>
          </a:ln>
        </p:spPr>
      </p:cxnSp>
      <p:sp>
        <p:nvSpPr>
          <p:cNvPr id="14" name="Google Shape;14;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500"/>
              <a:buFont typeface="Cambria"/>
              <a:buNone/>
              <a:defRPr b="1" sz="4500">
                <a:solidFill>
                  <a:schemeClr val="lt1"/>
                </a:solidFill>
                <a:latin typeface="Cambria"/>
                <a:ea typeface="Cambria"/>
                <a:cs typeface="Cambria"/>
                <a:sym typeface="Cambria"/>
              </a:defRPr>
            </a:lvl1pPr>
            <a:lvl2pPr lvl="1" algn="ctr">
              <a:spcBef>
                <a:spcPts val="0"/>
              </a:spcBef>
              <a:spcAft>
                <a:spcPts val="0"/>
              </a:spcAft>
              <a:buSzPts val="4500"/>
              <a:buFont typeface="Montserrat"/>
              <a:buNone/>
              <a:defRPr b="1" sz="4500">
                <a:latin typeface="Montserrat"/>
                <a:ea typeface="Montserrat"/>
                <a:cs typeface="Montserrat"/>
                <a:sym typeface="Montserrat"/>
              </a:defRPr>
            </a:lvl2pPr>
            <a:lvl3pPr lvl="2" algn="ctr">
              <a:spcBef>
                <a:spcPts val="0"/>
              </a:spcBef>
              <a:spcAft>
                <a:spcPts val="0"/>
              </a:spcAft>
              <a:buSzPts val="4500"/>
              <a:buFont typeface="Montserrat"/>
              <a:buNone/>
              <a:defRPr b="1" sz="4500">
                <a:latin typeface="Montserrat"/>
                <a:ea typeface="Montserrat"/>
                <a:cs typeface="Montserrat"/>
                <a:sym typeface="Montserrat"/>
              </a:defRPr>
            </a:lvl3pPr>
            <a:lvl4pPr lvl="3" algn="ctr">
              <a:spcBef>
                <a:spcPts val="0"/>
              </a:spcBef>
              <a:spcAft>
                <a:spcPts val="0"/>
              </a:spcAft>
              <a:buSzPts val="4500"/>
              <a:buFont typeface="Montserrat"/>
              <a:buNone/>
              <a:defRPr b="1" sz="4500">
                <a:latin typeface="Montserrat"/>
                <a:ea typeface="Montserrat"/>
                <a:cs typeface="Montserrat"/>
                <a:sym typeface="Montserrat"/>
              </a:defRPr>
            </a:lvl4pPr>
            <a:lvl5pPr lvl="4" algn="ctr">
              <a:spcBef>
                <a:spcPts val="0"/>
              </a:spcBef>
              <a:spcAft>
                <a:spcPts val="0"/>
              </a:spcAft>
              <a:buSzPts val="4500"/>
              <a:buFont typeface="Montserrat"/>
              <a:buNone/>
              <a:defRPr b="1" sz="4500">
                <a:latin typeface="Montserrat"/>
                <a:ea typeface="Montserrat"/>
                <a:cs typeface="Montserrat"/>
                <a:sym typeface="Montserrat"/>
              </a:defRPr>
            </a:lvl5pPr>
            <a:lvl6pPr lvl="5" algn="ctr">
              <a:spcBef>
                <a:spcPts val="0"/>
              </a:spcBef>
              <a:spcAft>
                <a:spcPts val="0"/>
              </a:spcAft>
              <a:buSzPts val="4500"/>
              <a:buFont typeface="Montserrat"/>
              <a:buNone/>
              <a:defRPr b="1" sz="4500">
                <a:latin typeface="Montserrat"/>
                <a:ea typeface="Montserrat"/>
                <a:cs typeface="Montserrat"/>
                <a:sym typeface="Montserrat"/>
              </a:defRPr>
            </a:lvl6pPr>
            <a:lvl7pPr lvl="6" algn="ctr">
              <a:spcBef>
                <a:spcPts val="0"/>
              </a:spcBef>
              <a:spcAft>
                <a:spcPts val="0"/>
              </a:spcAft>
              <a:buSzPts val="4500"/>
              <a:buFont typeface="Montserrat"/>
              <a:buNone/>
              <a:defRPr b="1" sz="4500">
                <a:latin typeface="Montserrat"/>
                <a:ea typeface="Montserrat"/>
                <a:cs typeface="Montserrat"/>
                <a:sym typeface="Montserrat"/>
              </a:defRPr>
            </a:lvl7pPr>
            <a:lvl8pPr lvl="7" algn="ctr">
              <a:spcBef>
                <a:spcPts val="0"/>
              </a:spcBef>
              <a:spcAft>
                <a:spcPts val="0"/>
              </a:spcAft>
              <a:buSzPts val="4500"/>
              <a:buFont typeface="Montserrat"/>
              <a:buNone/>
              <a:defRPr b="1" sz="4500">
                <a:latin typeface="Montserrat"/>
                <a:ea typeface="Montserrat"/>
                <a:cs typeface="Montserrat"/>
                <a:sym typeface="Montserrat"/>
              </a:defRPr>
            </a:lvl8pPr>
            <a:lvl9pPr lvl="8" algn="ctr">
              <a:spcBef>
                <a:spcPts val="0"/>
              </a:spcBef>
              <a:spcAft>
                <a:spcPts val="0"/>
              </a:spcAft>
              <a:buSzPts val="4500"/>
              <a:buFont typeface="Montserrat"/>
              <a:buNone/>
              <a:defRPr b="1" sz="4500">
                <a:latin typeface="Montserrat"/>
                <a:ea typeface="Montserrat"/>
                <a:cs typeface="Montserrat"/>
                <a:sym typeface="Montserrat"/>
              </a:defRPr>
            </a:lvl9pPr>
          </a:lstStyle>
          <a:p/>
        </p:txBody>
      </p:sp>
      <p:sp>
        <p:nvSpPr>
          <p:cNvPr id="17" name="Google Shape;17;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21" name="Google Shape;21;p4"/>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22" name="Google Shape;22;p4"/>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28" name="Google Shape;28;p5"/>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32" name="Google Shape;32;p6"/>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4002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37" name="Google Shape;37;p7"/>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8"/>
          <p:cNvSpPr txBox="1"/>
          <p:nvPr>
            <p:ph type="title"/>
          </p:nvPr>
        </p:nvSpPr>
        <p:spPr>
          <a:xfrm>
            <a:off x="0" y="572425"/>
            <a:ext cx="91440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41" name="Google Shape;41;p8"/>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 name="Google Shape;45;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 name="Google Shape;46;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48" name="Google Shape;48;p9"/>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1800"/>
              <a:buNone/>
              <a:defRPr>
                <a:solidFill>
                  <a:schemeClr val="accent1"/>
                </a:solidFill>
              </a:defRPr>
            </a:lvl1pPr>
          </a:lstStyle>
          <a:p/>
        </p:txBody>
      </p:sp>
      <p:sp>
        <p:nvSpPr>
          <p:cNvPr id="51" name="Google Shape;51;p10"/>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52" name="Google Shape;52;p10"/>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 name="Shape 53"/>
        <p:cNvGrpSpPr/>
        <p:nvPr/>
      </p:nvGrpSpPr>
      <p:grpSpPr>
        <a:xfrm>
          <a:off x="0" y="0"/>
          <a:ext cx="0" cy="0"/>
          <a:chOff x="0" y="0"/>
          <a:chExt cx="0" cy="0"/>
        </a:xfrm>
      </p:grpSpPr>
      <p:sp>
        <p:nvSpPr>
          <p:cNvPr id="54" name="Google Shape;54;p11"/>
          <p:cNvSpPr txBox="1"/>
          <p:nvPr>
            <p:ph hasCustomPrompt="1" type="title"/>
          </p:nvPr>
        </p:nvSpPr>
        <p:spPr>
          <a:xfrm>
            <a:off x="311700" y="6837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5" name="Google Shape;55;p11"/>
          <p:cNvSpPr txBox="1"/>
          <p:nvPr>
            <p:ph idx="1" type="body"/>
          </p:nvPr>
        </p:nvSpPr>
        <p:spPr>
          <a:xfrm>
            <a:off x="311700" y="2489525"/>
            <a:ext cx="8520600" cy="2173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57" name="Google Shape;57;p11"/>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
        <p:nvSpPr>
          <p:cNvPr id="60" name="Google Shape;60;p12"/>
          <p:cNvSpPr/>
          <p:nvPr/>
        </p:nvSpPr>
        <p:spPr>
          <a:xfrm>
            <a:off x="0" y="4920000"/>
            <a:ext cx="9168900" cy="22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61" name="Shape 61"/>
        <p:cNvGrpSpPr/>
        <p:nvPr/>
      </p:nvGrpSpPr>
      <p:grpSpPr>
        <a:xfrm>
          <a:off x="0" y="0"/>
          <a:ext cx="0" cy="0"/>
          <a:chOff x="0" y="0"/>
          <a:chExt cx="0" cy="0"/>
        </a:xfrm>
      </p:grpSpPr>
      <p:sp>
        <p:nvSpPr>
          <p:cNvPr id="62" name="Google Shape;62;p13"/>
          <p:cNvSpPr txBox="1"/>
          <p:nvPr/>
        </p:nvSpPr>
        <p:spPr>
          <a:xfrm>
            <a:off x="0" y="4473300"/>
            <a:ext cx="9144000" cy="670200"/>
          </a:xfrm>
          <a:prstGeom prst="rect">
            <a:avLst/>
          </a:prstGeom>
          <a:solidFill>
            <a:srgbClr val="FF57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63" name="Google Shape;63;p13"/>
          <p:cNvPicPr preferRelativeResize="0"/>
          <p:nvPr/>
        </p:nvPicPr>
        <p:blipFill>
          <a:blip r:embed="rId2">
            <a:alphaModFix/>
          </a:blip>
          <a:stretch>
            <a:fillRect/>
          </a:stretch>
        </p:blipFill>
        <p:spPr>
          <a:xfrm>
            <a:off x="7931275" y="248150"/>
            <a:ext cx="989000" cy="900924"/>
          </a:xfrm>
          <a:prstGeom prst="rect">
            <a:avLst/>
          </a:prstGeom>
          <a:noFill/>
          <a:ln>
            <a:noFill/>
          </a:ln>
        </p:spPr>
      </p:pic>
      <p:sp>
        <p:nvSpPr>
          <p:cNvPr id="64" name="Google Shape;64;p13"/>
          <p:cNvSpPr txBox="1"/>
          <p:nvPr>
            <p:ph idx="12" type="sldNum"/>
          </p:nvPr>
        </p:nvSpPr>
        <p:spPr>
          <a:xfrm>
            <a:off x="8548658" y="4663217"/>
            <a:ext cx="548700" cy="393600"/>
          </a:xfrm>
          <a:prstGeom prst="rect">
            <a:avLst/>
          </a:prstGeom>
        </p:spPr>
        <p:txBody>
          <a:bodyPr anchorCtr="0" anchor="ctr" bIns="91425" lIns="91425" spcFirstLastPara="1" rIns="91425" wrap="square" tIns="91425">
            <a:noAutofit/>
          </a:bodyPr>
          <a:lstStyle>
            <a:lvl1pPr lvl="0" algn="ctr">
              <a:buNone/>
              <a:defRPr b="1" sz="1500">
                <a:solidFill>
                  <a:schemeClr val="lt1"/>
                </a:solidFill>
              </a:defRPr>
            </a:lvl1pPr>
            <a:lvl2pPr lvl="1" algn="ctr">
              <a:buNone/>
              <a:defRPr b="1" sz="1500">
                <a:solidFill>
                  <a:schemeClr val="lt1"/>
                </a:solidFill>
              </a:defRPr>
            </a:lvl2pPr>
            <a:lvl3pPr lvl="2" algn="ctr">
              <a:buNone/>
              <a:defRPr b="1" sz="1500">
                <a:solidFill>
                  <a:schemeClr val="lt1"/>
                </a:solidFill>
              </a:defRPr>
            </a:lvl3pPr>
            <a:lvl4pPr lvl="3" algn="ctr">
              <a:buNone/>
              <a:defRPr b="1" sz="1500">
                <a:solidFill>
                  <a:schemeClr val="lt1"/>
                </a:solidFill>
              </a:defRPr>
            </a:lvl4pPr>
            <a:lvl5pPr lvl="4" algn="ctr">
              <a:buNone/>
              <a:defRPr b="1" sz="1500">
                <a:solidFill>
                  <a:schemeClr val="lt1"/>
                </a:solidFill>
              </a:defRPr>
            </a:lvl5pPr>
            <a:lvl6pPr lvl="5" algn="ctr">
              <a:buNone/>
              <a:defRPr b="1" sz="1500">
                <a:solidFill>
                  <a:schemeClr val="lt1"/>
                </a:solidFill>
              </a:defRPr>
            </a:lvl6pPr>
            <a:lvl7pPr lvl="6" algn="ctr">
              <a:buNone/>
              <a:defRPr b="1" sz="1500">
                <a:solidFill>
                  <a:schemeClr val="lt1"/>
                </a:solidFill>
              </a:defRPr>
            </a:lvl7pPr>
            <a:lvl8pPr lvl="7" algn="ctr">
              <a:buNone/>
              <a:defRPr b="1" sz="1500">
                <a:solidFill>
                  <a:schemeClr val="lt1"/>
                </a:solidFill>
              </a:defRPr>
            </a:lvl8pPr>
            <a:lvl9pPr lvl="8" algn="ctr">
              <a:buNone/>
              <a:defRPr b="1" sz="1500">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4"/>
          <p:cNvSpPr txBox="1"/>
          <p:nvPr>
            <p:ph type="title"/>
          </p:nvPr>
        </p:nvSpPr>
        <p:spPr>
          <a:xfrm>
            <a:off x="181584" y="119633"/>
            <a:ext cx="8781000" cy="56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1" i="0" sz="2400">
                <a:solidFill>
                  <a:srgbClr val="0076E7"/>
                </a:solidFill>
                <a:latin typeface="Cambria"/>
                <a:ea typeface="Cambria"/>
                <a:cs typeface="Cambria"/>
                <a:sym typeface="Cambr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4"/>
          <p:cNvSpPr txBox="1"/>
          <p:nvPr>
            <p:ph idx="1" type="body"/>
          </p:nvPr>
        </p:nvSpPr>
        <p:spPr>
          <a:xfrm>
            <a:off x="4072127" y="1600761"/>
            <a:ext cx="4482300" cy="19050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1900">
                <a:solidFill>
                  <a:schemeClr val="dk1"/>
                </a:solidFill>
                <a:latin typeface="Cambria"/>
                <a:ea typeface="Cambria"/>
                <a:cs typeface="Cambria"/>
                <a:sym typeface="Cambria"/>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8" name="Google Shape;68;p1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69" name="Google Shape;69;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70" name="Google Shape;70;p14"/>
          <p:cNvSpPr txBox="1"/>
          <p:nvPr>
            <p:ph idx="12" type="sldNum"/>
          </p:nvPr>
        </p:nvSpPr>
        <p:spPr>
          <a:xfrm>
            <a:off x="6583680" y="4783455"/>
            <a:ext cx="2103000" cy="1848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71" name="Shape 71"/>
        <p:cNvGrpSpPr/>
        <p:nvPr/>
      </p:nvGrpSpPr>
      <p:grpSpPr>
        <a:xfrm>
          <a:off x="0" y="0"/>
          <a:ext cx="0" cy="0"/>
          <a:chOff x="0" y="0"/>
          <a:chExt cx="0" cy="0"/>
        </a:xfrm>
      </p:grpSpPr>
      <p:sp>
        <p:nvSpPr>
          <p:cNvPr id="72" name="Google Shape;72;p1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73" name="Google Shape;73;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74" name="Google Shape;74;p15"/>
          <p:cNvSpPr txBox="1"/>
          <p:nvPr>
            <p:ph idx="12" type="sldNum"/>
          </p:nvPr>
        </p:nvSpPr>
        <p:spPr>
          <a:xfrm>
            <a:off x="6583680" y="4783455"/>
            <a:ext cx="2103000" cy="1848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75" name="Shape 75"/>
        <p:cNvGrpSpPr/>
        <p:nvPr/>
      </p:nvGrpSpPr>
      <p:grpSpPr>
        <a:xfrm>
          <a:off x="0" y="0"/>
          <a:ext cx="0" cy="0"/>
          <a:chOff x="0" y="0"/>
          <a:chExt cx="0" cy="0"/>
        </a:xfrm>
      </p:grpSpPr>
      <p:sp>
        <p:nvSpPr>
          <p:cNvPr id="76" name="Google Shape;76;p16"/>
          <p:cNvSpPr/>
          <p:nvPr/>
        </p:nvSpPr>
        <p:spPr>
          <a:xfrm>
            <a:off x="3089528" y="1289304"/>
            <a:ext cx="5651182" cy="2565083"/>
          </a:xfrm>
          <a:custGeom>
            <a:rect b="b" l="l" r="r" t="t"/>
            <a:pathLst>
              <a:path extrusionOk="0" h="3420110" w="7534909">
                <a:moveTo>
                  <a:pt x="7534656" y="0"/>
                </a:moveTo>
                <a:lnTo>
                  <a:pt x="0" y="0"/>
                </a:lnTo>
                <a:lnTo>
                  <a:pt x="0" y="3419855"/>
                </a:lnTo>
                <a:lnTo>
                  <a:pt x="7534656" y="3419855"/>
                </a:lnTo>
                <a:lnTo>
                  <a:pt x="7534656" y="0"/>
                </a:lnTo>
                <a:close/>
              </a:path>
            </a:pathLst>
          </a:custGeom>
          <a:solidFill>
            <a:srgbClr val="000000">
              <a:alpha val="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400"/>
          </a:p>
        </p:txBody>
      </p:sp>
      <p:sp>
        <p:nvSpPr>
          <p:cNvPr id="77" name="Google Shape;77;p16"/>
          <p:cNvSpPr txBox="1"/>
          <p:nvPr>
            <p:ph type="title"/>
          </p:nvPr>
        </p:nvSpPr>
        <p:spPr>
          <a:xfrm>
            <a:off x="181584" y="119633"/>
            <a:ext cx="8781000" cy="56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1" i="0" sz="2400">
                <a:solidFill>
                  <a:srgbClr val="0076E7"/>
                </a:solidFill>
                <a:latin typeface="Cambria"/>
                <a:ea typeface="Cambria"/>
                <a:cs typeface="Cambria"/>
                <a:sym typeface="Cambr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 name="Google Shape;78;p1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79" name="Google Shape;79;p1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80" name="Google Shape;80;p16"/>
          <p:cNvSpPr txBox="1"/>
          <p:nvPr>
            <p:ph idx="12" type="sldNum"/>
          </p:nvPr>
        </p:nvSpPr>
        <p:spPr>
          <a:xfrm>
            <a:off x="6583680" y="4783455"/>
            <a:ext cx="2103000" cy="1848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1" name="Shape 81"/>
        <p:cNvGrpSpPr/>
        <p:nvPr/>
      </p:nvGrpSpPr>
      <p:grpSpPr>
        <a:xfrm>
          <a:off x="0" y="0"/>
          <a:ext cx="0" cy="0"/>
          <a:chOff x="0" y="0"/>
          <a:chExt cx="0" cy="0"/>
        </a:xfrm>
      </p:grpSpPr>
      <p:sp>
        <p:nvSpPr>
          <p:cNvPr id="82" name="Google Shape;82;p17"/>
          <p:cNvSpPr txBox="1"/>
          <p:nvPr>
            <p:ph type="title"/>
          </p:nvPr>
        </p:nvSpPr>
        <p:spPr>
          <a:xfrm>
            <a:off x="181584" y="119633"/>
            <a:ext cx="8781000" cy="56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1" i="0" sz="2400">
                <a:solidFill>
                  <a:srgbClr val="0076E7"/>
                </a:solidFill>
                <a:latin typeface="Cambria"/>
                <a:ea typeface="Cambria"/>
                <a:cs typeface="Cambria"/>
                <a:sym typeface="Cambr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 name="Google Shape;83;p17"/>
          <p:cNvSpPr txBox="1"/>
          <p:nvPr>
            <p:ph idx="1" type="body"/>
          </p:nvPr>
        </p:nvSpPr>
        <p:spPr>
          <a:xfrm>
            <a:off x="751941" y="832675"/>
            <a:ext cx="3179100" cy="2630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1" i="0" sz="2100">
                <a:solidFill>
                  <a:schemeClr val="dk1"/>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84" name="Google Shape;84;p17"/>
          <p:cNvSpPr txBox="1"/>
          <p:nvPr>
            <p:ph idx="2" type="body"/>
          </p:nvPr>
        </p:nvSpPr>
        <p:spPr>
          <a:xfrm>
            <a:off x="5008436" y="832675"/>
            <a:ext cx="3575100" cy="2597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1" i="0" sz="2100">
                <a:solidFill>
                  <a:schemeClr val="dk1"/>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85" name="Google Shape;85;p17"/>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86" name="Google Shape;86;p1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87" name="Google Shape;87;p17"/>
          <p:cNvSpPr txBox="1"/>
          <p:nvPr>
            <p:ph idx="12" type="sldNum"/>
          </p:nvPr>
        </p:nvSpPr>
        <p:spPr>
          <a:xfrm>
            <a:off x="6583680" y="4783455"/>
            <a:ext cx="2103000" cy="1848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1pPr>
            <a:lvl2pPr lvl="1">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2pPr>
            <a:lvl3pPr lvl="2">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3pPr>
            <a:lvl4pPr lvl="3">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4pPr>
            <a:lvl5pPr lvl="4">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5pPr>
            <a:lvl6pPr lvl="5">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6pPr>
            <a:lvl7pPr lvl="6">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7pPr>
            <a:lvl8pPr lvl="7">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8pPr>
            <a:lvl9pPr lvl="8">
              <a:spcBef>
                <a:spcPts val="0"/>
              </a:spcBef>
              <a:spcAft>
                <a:spcPts val="0"/>
              </a:spcAft>
              <a:buClr>
                <a:schemeClr val="dk1"/>
              </a:buClr>
              <a:buSzPts val="2800"/>
              <a:buFont typeface="Cambria"/>
              <a:buNone/>
              <a:defRPr b="1" sz="2800">
                <a:solidFill>
                  <a:schemeClr val="dk1"/>
                </a:solidFill>
                <a:latin typeface="Cambria"/>
                <a:ea typeface="Cambria"/>
                <a:cs typeface="Cambria"/>
                <a:sym typeface="Cambri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571849" y="4601097"/>
            <a:ext cx="548700" cy="393600"/>
          </a:xfrm>
          <a:prstGeom prst="rect">
            <a:avLst/>
          </a:prstGeom>
          <a:noFill/>
          <a:ln>
            <a:noFill/>
          </a:ln>
        </p:spPr>
        <p:txBody>
          <a:bodyPr anchorCtr="0" anchor="ctr" bIns="91425" lIns="91425" spcFirstLastPara="1" rIns="91425" wrap="square" tIns="91425">
            <a:noAutofit/>
          </a:bodyPr>
          <a:lstStyle>
            <a:lvl1pPr lvl="0">
              <a:buNone/>
              <a:defRPr sz="1200">
                <a:solidFill>
                  <a:schemeClr val="accent1"/>
                </a:solidFill>
                <a:latin typeface="Montserrat"/>
                <a:ea typeface="Montserrat"/>
                <a:cs typeface="Montserrat"/>
                <a:sym typeface="Montserrat"/>
              </a:defRPr>
            </a:lvl1pPr>
            <a:lvl2pPr lvl="1">
              <a:buNone/>
              <a:defRPr sz="1200">
                <a:solidFill>
                  <a:schemeClr val="accent1"/>
                </a:solidFill>
                <a:latin typeface="Montserrat"/>
                <a:ea typeface="Montserrat"/>
                <a:cs typeface="Montserrat"/>
                <a:sym typeface="Montserrat"/>
              </a:defRPr>
            </a:lvl2pPr>
            <a:lvl3pPr lvl="2">
              <a:buNone/>
              <a:defRPr sz="1200">
                <a:solidFill>
                  <a:schemeClr val="accent1"/>
                </a:solidFill>
                <a:latin typeface="Montserrat"/>
                <a:ea typeface="Montserrat"/>
                <a:cs typeface="Montserrat"/>
                <a:sym typeface="Montserrat"/>
              </a:defRPr>
            </a:lvl3pPr>
            <a:lvl4pPr lvl="3">
              <a:buNone/>
              <a:defRPr sz="1200">
                <a:solidFill>
                  <a:schemeClr val="accent1"/>
                </a:solidFill>
                <a:latin typeface="Montserrat"/>
                <a:ea typeface="Montserrat"/>
                <a:cs typeface="Montserrat"/>
                <a:sym typeface="Montserrat"/>
              </a:defRPr>
            </a:lvl4pPr>
            <a:lvl5pPr lvl="4">
              <a:buNone/>
              <a:defRPr sz="1200">
                <a:solidFill>
                  <a:schemeClr val="accent1"/>
                </a:solidFill>
                <a:latin typeface="Montserrat"/>
                <a:ea typeface="Montserrat"/>
                <a:cs typeface="Montserrat"/>
                <a:sym typeface="Montserrat"/>
              </a:defRPr>
            </a:lvl5pPr>
            <a:lvl6pPr lvl="5">
              <a:buNone/>
              <a:defRPr sz="1200">
                <a:solidFill>
                  <a:schemeClr val="accent1"/>
                </a:solidFill>
                <a:latin typeface="Montserrat"/>
                <a:ea typeface="Montserrat"/>
                <a:cs typeface="Montserrat"/>
                <a:sym typeface="Montserrat"/>
              </a:defRPr>
            </a:lvl6pPr>
            <a:lvl7pPr lvl="6">
              <a:buNone/>
              <a:defRPr sz="1200">
                <a:solidFill>
                  <a:schemeClr val="accent1"/>
                </a:solidFill>
                <a:latin typeface="Montserrat"/>
                <a:ea typeface="Montserrat"/>
                <a:cs typeface="Montserrat"/>
                <a:sym typeface="Montserrat"/>
              </a:defRPr>
            </a:lvl7pPr>
            <a:lvl8pPr lvl="7">
              <a:buNone/>
              <a:defRPr sz="1200">
                <a:solidFill>
                  <a:schemeClr val="accent1"/>
                </a:solidFill>
                <a:latin typeface="Montserrat"/>
                <a:ea typeface="Montserrat"/>
                <a:cs typeface="Montserrat"/>
                <a:sym typeface="Montserrat"/>
              </a:defRPr>
            </a:lvl8pPr>
            <a:lvl9pPr lvl="8">
              <a:buNone/>
              <a:defRPr sz="1200">
                <a:solidFill>
                  <a:schemeClr val="accent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ctrTitle"/>
          </p:nvPr>
        </p:nvSpPr>
        <p:spPr>
          <a:xfrm>
            <a:off x="0" y="1912760"/>
            <a:ext cx="9144000" cy="92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520"/>
              <a:t>PMG 4101: Project Management</a:t>
            </a:r>
            <a:endParaRPr sz="3520"/>
          </a:p>
        </p:txBody>
      </p:sp>
      <p:sp>
        <p:nvSpPr>
          <p:cNvPr id="93" name="Google Shape;93;p18"/>
          <p:cNvSpPr txBox="1"/>
          <p:nvPr>
            <p:ph idx="1" type="subTitle"/>
          </p:nvPr>
        </p:nvSpPr>
        <p:spPr>
          <a:xfrm>
            <a:off x="311700" y="2883788"/>
            <a:ext cx="8520600" cy="1173900"/>
          </a:xfrm>
          <a:prstGeom prst="rect">
            <a:avLst/>
          </a:prstGeom>
        </p:spPr>
        <p:txBody>
          <a:bodyPr anchorCtr="0" anchor="ctr" bIns="91425" lIns="91425" spcFirstLastPara="1" rIns="91425" wrap="square" tIns="91425">
            <a:normAutofit fontScale="77500" lnSpcReduction="20000"/>
          </a:bodyPr>
          <a:lstStyle/>
          <a:p>
            <a:pPr indent="0" lvl="0" marL="0" rtl="0" algn="ctr">
              <a:spcBef>
                <a:spcPts val="0"/>
              </a:spcBef>
              <a:spcAft>
                <a:spcPts val="0"/>
              </a:spcAft>
              <a:buNone/>
            </a:pPr>
            <a:r>
              <a:rPr b="1" lang="en">
                <a:latin typeface="Montserrat"/>
                <a:ea typeface="Montserrat"/>
                <a:cs typeface="Montserrat"/>
                <a:sym typeface="Montserrat"/>
              </a:rPr>
              <a:t>Syed Samin Sadaf</a:t>
            </a:r>
            <a:endParaRPr b="1">
              <a:latin typeface="Montserrat"/>
              <a:ea typeface="Montserrat"/>
              <a:cs typeface="Montserrat"/>
              <a:sym typeface="Montserrat"/>
            </a:endParaRPr>
          </a:p>
          <a:p>
            <a:pPr indent="0" lvl="0" marL="0" rtl="0" algn="ctr">
              <a:spcBef>
                <a:spcPts val="0"/>
              </a:spcBef>
              <a:spcAft>
                <a:spcPts val="0"/>
              </a:spcAft>
              <a:buNone/>
            </a:pPr>
            <a:r>
              <a:rPr lang="en"/>
              <a:t>Lecturer </a:t>
            </a:r>
            <a:endParaRPr/>
          </a:p>
          <a:p>
            <a:pPr indent="0" lvl="0" marL="0" rtl="0" algn="ctr">
              <a:spcBef>
                <a:spcPts val="0"/>
              </a:spcBef>
              <a:spcAft>
                <a:spcPts val="0"/>
              </a:spcAft>
              <a:buNone/>
            </a:pPr>
            <a:r>
              <a:rPr lang="en"/>
              <a:t>Department of CSE,</a:t>
            </a:r>
            <a:endParaRPr/>
          </a:p>
          <a:p>
            <a:pPr indent="0" lvl="0" marL="0" rtl="0" algn="ctr">
              <a:spcBef>
                <a:spcPts val="0"/>
              </a:spcBef>
              <a:spcAft>
                <a:spcPts val="0"/>
              </a:spcAft>
              <a:buNone/>
            </a:pPr>
            <a:r>
              <a:rPr lang="en"/>
              <a:t>United International University (UIU)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Project Planning</a:t>
            </a:r>
            <a:endParaRPr/>
          </a:p>
          <a:p>
            <a:pPr indent="0" lvl="0" marL="0" rtl="0" algn="ctr">
              <a:spcBef>
                <a:spcPts val="0"/>
              </a:spcBef>
              <a:spcAft>
                <a:spcPts val="0"/>
              </a:spcAft>
              <a:buNone/>
            </a:pPr>
            <a:r>
              <a:rPr lang="en" sz="3722"/>
              <a:t>Vision, Scope, Risk Management</a:t>
            </a:r>
            <a:endParaRPr sz="3722"/>
          </a:p>
        </p:txBody>
      </p:sp>
      <p:sp>
        <p:nvSpPr>
          <p:cNvPr id="99" name="Google Shape;99;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1300">
                <a:solidFill>
                  <a:schemeClr val="dk2"/>
                </a:solidFill>
              </a:rPr>
              <a:t>‹#›</a:t>
            </a:fld>
            <a:endParaRPr sz="13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 the Project Needs</a:t>
            </a:r>
            <a:endParaRPr/>
          </a:p>
        </p:txBody>
      </p:sp>
      <p:sp>
        <p:nvSpPr>
          <p:cNvPr id="105" name="Google Shape;105;p20"/>
          <p:cNvSpPr txBox="1"/>
          <p:nvPr>
            <p:ph idx="1" type="body"/>
          </p:nvPr>
        </p:nvSpPr>
        <p:spPr>
          <a:xfrm>
            <a:off x="311700" y="1152475"/>
            <a:ext cx="8427000" cy="34164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b="1" lang="en">
                <a:solidFill>
                  <a:schemeClr val="dk2"/>
                </a:solidFill>
              </a:rPr>
              <a:t>“AN URGENT NEED CAN BE A GOOD MOTIVATOR.”</a:t>
            </a:r>
            <a:endParaRPr b="1">
              <a:solidFill>
                <a:schemeClr val="dk2"/>
              </a:solidFill>
            </a:endParaRPr>
          </a:p>
          <a:p>
            <a:pPr indent="0" lvl="0" marL="0" rtl="0" algn="ctr">
              <a:spcBef>
                <a:spcPts val="0"/>
              </a:spcBef>
              <a:spcAft>
                <a:spcPts val="0"/>
              </a:spcAft>
              <a:buNone/>
            </a:pPr>
            <a:r>
              <a:t/>
            </a:r>
            <a:endParaRPr b="1">
              <a:solidFill>
                <a:schemeClr val="dk2"/>
              </a:solidFill>
            </a:endParaRPr>
          </a:p>
          <a:p>
            <a:pPr indent="0" lvl="0" marL="0" rtl="0" algn="l">
              <a:spcBef>
                <a:spcPts val="0"/>
              </a:spcBef>
              <a:spcAft>
                <a:spcPts val="0"/>
              </a:spcAft>
              <a:buNone/>
            </a:pPr>
            <a:r>
              <a:rPr lang="en">
                <a:solidFill>
                  <a:schemeClr val="dk2"/>
                </a:solidFill>
              </a:rPr>
              <a:t>Software is usually built to address an urgent need. It’s easy to build great software that solves the wrong problems, but the only way to build the appropriate software is for everyone in the project to understand and agree on both why and how that software will be built before the work begins.</a:t>
            </a:r>
            <a:endParaRPr>
              <a:solidFill>
                <a:schemeClr val="dk2"/>
              </a:solidFill>
            </a:endParaRPr>
          </a:p>
          <a:p>
            <a:pPr indent="0" lvl="0" marL="0" rtl="0" algn="l">
              <a:spcBef>
                <a:spcPts val="0"/>
              </a:spcBef>
              <a:spcAft>
                <a:spcPts val="0"/>
              </a:spcAft>
              <a:buNone/>
            </a:pPr>
            <a:r>
              <a:rPr lang="en">
                <a:solidFill>
                  <a:schemeClr val="dk2"/>
                </a:solidFill>
              </a:rPr>
              <a:t>That’s the purpose of project planning.</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 Drive the Scope of the Project</a:t>
            </a:r>
            <a:endParaRPr>
              <a:solidFill>
                <a:schemeClr val="dk2"/>
              </a:solidFill>
            </a:endParaRPr>
          </a:p>
          <a:p>
            <a:pPr indent="0" lvl="0" marL="0" rtl="0" algn="l">
              <a:spcBef>
                <a:spcPts val="0"/>
              </a:spcBef>
              <a:spcAft>
                <a:spcPts val="0"/>
              </a:spcAft>
              <a:buNone/>
            </a:pPr>
            <a:r>
              <a:rPr lang="en">
                <a:solidFill>
                  <a:schemeClr val="dk2"/>
                </a:solidFill>
              </a:rPr>
              <a:t>• Talk to the Main Stakeholder</a:t>
            </a:r>
            <a:endParaRPr>
              <a:solidFill>
                <a:schemeClr val="dk2"/>
              </a:solidFill>
            </a:endParaRPr>
          </a:p>
          <a:p>
            <a:pPr indent="0" lvl="0" marL="0" rtl="0" algn="l">
              <a:spcBef>
                <a:spcPts val="0"/>
              </a:spcBef>
              <a:spcAft>
                <a:spcPts val="0"/>
              </a:spcAft>
              <a:buNone/>
            </a:pPr>
            <a:r>
              <a:rPr lang="en">
                <a:solidFill>
                  <a:schemeClr val="dk2"/>
                </a:solidFill>
              </a:rPr>
              <a:t>• Write the Vision and Scope Document following outline</a:t>
            </a:r>
            <a:endParaRPr>
              <a:solidFill>
                <a:schemeClr val="dk2"/>
              </a:solidFill>
            </a:endParaRPr>
          </a:p>
          <a:p>
            <a:pPr indent="0" lvl="0" marL="0" rtl="0" algn="l">
              <a:spcBef>
                <a:spcPts val="0"/>
              </a:spcBef>
              <a:spcAft>
                <a:spcPts val="0"/>
              </a:spcAft>
              <a:buNone/>
            </a:pPr>
            <a:r>
              <a:rPr lang="en">
                <a:solidFill>
                  <a:schemeClr val="dk2"/>
                </a:solidFill>
              </a:rPr>
              <a:t>• Review the vision and scope document</a:t>
            </a:r>
            <a:endParaRPr>
              <a:solidFill>
                <a:schemeClr val="dk2"/>
              </a:solidFill>
            </a:endParaRPr>
          </a:p>
        </p:txBody>
      </p:sp>
      <p:sp>
        <p:nvSpPr>
          <p:cNvPr id="106" name="Google Shape;106;p20"/>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Vision Statement:</a:t>
            </a:r>
            <a:endParaRPr/>
          </a:p>
        </p:txBody>
      </p:sp>
      <p:sp>
        <p:nvSpPr>
          <p:cNvPr id="112" name="Google Shape;112;p21"/>
          <p:cNvSpPr txBox="1"/>
          <p:nvPr>
            <p:ph idx="1" type="body"/>
          </p:nvPr>
        </p:nvSpPr>
        <p:spPr>
          <a:xfrm>
            <a:off x="311700" y="1152475"/>
            <a:ext cx="8427000" cy="3731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a:solidFill>
                  <a:schemeClr val="dk2"/>
                </a:solidFill>
              </a:rPr>
              <a:t>The Vision Statement is the first part of the documentation that</a:t>
            </a:r>
            <a:endParaRPr b="1">
              <a:solidFill>
                <a:schemeClr val="dk2"/>
              </a:solidFill>
            </a:endParaRPr>
          </a:p>
          <a:p>
            <a:pPr indent="0" lvl="0" marL="0" rtl="0" algn="l">
              <a:spcBef>
                <a:spcPts val="0"/>
              </a:spcBef>
              <a:spcAft>
                <a:spcPts val="0"/>
              </a:spcAft>
              <a:buNone/>
            </a:pPr>
            <a:r>
              <a:rPr b="1" lang="en">
                <a:solidFill>
                  <a:schemeClr val="dk2"/>
                </a:solidFill>
              </a:rPr>
              <a:t>c</a:t>
            </a:r>
            <a:r>
              <a:rPr b="1" lang="en">
                <a:solidFill>
                  <a:schemeClr val="dk2"/>
                </a:solidFill>
              </a:rPr>
              <a:t>ommunicates: </a:t>
            </a:r>
            <a:endParaRPr b="1">
              <a:solidFill>
                <a:schemeClr val="dk2"/>
              </a:solidFill>
            </a:endParaRPr>
          </a:p>
          <a:p>
            <a:pPr indent="-325755" lvl="0" marL="457200" rtl="0" algn="l">
              <a:spcBef>
                <a:spcPts val="0"/>
              </a:spcBef>
              <a:spcAft>
                <a:spcPts val="0"/>
              </a:spcAft>
              <a:buClr>
                <a:schemeClr val="dk2"/>
              </a:buClr>
              <a:buSzPct val="100000"/>
              <a:buChar char="●"/>
            </a:pPr>
            <a:r>
              <a:rPr b="1" lang="en">
                <a:solidFill>
                  <a:schemeClr val="dk2"/>
                </a:solidFill>
              </a:rPr>
              <a:t>the overall goal of the project</a:t>
            </a:r>
            <a:endParaRPr b="1">
              <a:solidFill>
                <a:schemeClr val="dk2"/>
              </a:solidFill>
            </a:endParaRPr>
          </a:p>
          <a:p>
            <a:pPr indent="-325755" lvl="0" marL="457200" rtl="0" algn="l">
              <a:spcBef>
                <a:spcPts val="0"/>
              </a:spcBef>
              <a:spcAft>
                <a:spcPts val="0"/>
              </a:spcAft>
              <a:buClr>
                <a:schemeClr val="dk2"/>
              </a:buClr>
              <a:buSzPct val="100000"/>
              <a:buChar char="●"/>
            </a:pPr>
            <a:r>
              <a:rPr b="1" lang="en">
                <a:solidFill>
                  <a:schemeClr val="dk2"/>
                </a:solidFill>
              </a:rPr>
              <a:t>What it aims to achieve</a:t>
            </a:r>
            <a:endParaRPr b="1">
              <a:solidFill>
                <a:schemeClr val="dk2"/>
              </a:solidFill>
            </a:endParaRPr>
          </a:p>
          <a:p>
            <a:pPr indent="-325755" lvl="0" marL="457200" rtl="0" algn="l">
              <a:spcBef>
                <a:spcPts val="0"/>
              </a:spcBef>
              <a:spcAft>
                <a:spcPts val="0"/>
              </a:spcAft>
              <a:buClr>
                <a:schemeClr val="dk2"/>
              </a:buClr>
              <a:buSzPct val="100000"/>
              <a:buChar char="●"/>
            </a:pPr>
            <a:r>
              <a:rPr b="1" lang="en">
                <a:solidFill>
                  <a:schemeClr val="dk2"/>
                </a:solidFill>
              </a:rPr>
              <a:t>Benefits</a:t>
            </a:r>
            <a:endParaRPr b="1">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The “vision” part of the vision and scope document refers to a description of the goal of the software. All software is built to fulfill needs of certain users and stakeholders. </a:t>
            </a:r>
            <a:r>
              <a:rPr lang="en" u="sng">
                <a:solidFill>
                  <a:schemeClr val="dk2"/>
                </a:solidFill>
              </a:rPr>
              <a:t>The project manager</a:t>
            </a:r>
            <a:r>
              <a:rPr lang="en">
                <a:solidFill>
                  <a:schemeClr val="dk2"/>
                </a:solidFill>
              </a:rPr>
              <a:t> must identify those needs and write down a vision statement (a general statement describing how those needs will be filled).</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a:solidFill>
                  <a:schemeClr val="dk2"/>
                </a:solidFill>
              </a:rPr>
              <a:t>It describes the desired outcome and sets the direction for the</a:t>
            </a:r>
            <a:endParaRPr b="1">
              <a:solidFill>
                <a:schemeClr val="dk2"/>
              </a:solidFill>
            </a:endParaRPr>
          </a:p>
          <a:p>
            <a:pPr indent="0" lvl="0" marL="0" rtl="0" algn="l">
              <a:spcBef>
                <a:spcPts val="0"/>
              </a:spcBef>
              <a:spcAft>
                <a:spcPts val="0"/>
              </a:spcAft>
              <a:buNone/>
            </a:pPr>
            <a:r>
              <a:rPr b="1" lang="en">
                <a:solidFill>
                  <a:schemeClr val="dk2"/>
                </a:solidFill>
              </a:rPr>
              <a:t>project. It is usually a high-level statement that conveys the essence</a:t>
            </a:r>
            <a:endParaRPr b="1">
              <a:solidFill>
                <a:schemeClr val="dk2"/>
              </a:solidFill>
            </a:endParaRPr>
          </a:p>
          <a:p>
            <a:pPr indent="0" lvl="0" marL="0" rtl="0" algn="l">
              <a:spcBef>
                <a:spcPts val="0"/>
              </a:spcBef>
              <a:spcAft>
                <a:spcPts val="0"/>
              </a:spcAft>
              <a:buNone/>
            </a:pPr>
            <a:r>
              <a:rPr b="1" lang="en">
                <a:solidFill>
                  <a:schemeClr val="dk2"/>
                </a:solidFill>
              </a:rPr>
              <a:t>of the project.</a:t>
            </a:r>
            <a:endParaRPr b="1">
              <a:solidFill>
                <a:schemeClr val="dk2"/>
              </a:solidFill>
            </a:endParaRPr>
          </a:p>
        </p:txBody>
      </p:sp>
      <p:sp>
        <p:nvSpPr>
          <p:cNvPr id="113" name="Google Shape;113;p21"/>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Scope </a:t>
            </a:r>
            <a:r>
              <a:rPr lang="en"/>
              <a:t>Statement:</a:t>
            </a:r>
            <a:endParaRPr/>
          </a:p>
        </p:txBody>
      </p:sp>
      <p:sp>
        <p:nvSpPr>
          <p:cNvPr id="119" name="Google Shape;119;p22"/>
          <p:cNvSpPr txBox="1"/>
          <p:nvPr>
            <p:ph idx="1" type="body"/>
          </p:nvPr>
        </p:nvSpPr>
        <p:spPr>
          <a:xfrm>
            <a:off x="311700" y="1152475"/>
            <a:ext cx="84270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2"/>
              </a:buClr>
              <a:buSzPts val="1100"/>
              <a:buFont typeface="Arial"/>
              <a:buNone/>
            </a:pPr>
            <a:r>
              <a:rPr lang="en">
                <a:solidFill>
                  <a:schemeClr val="dk2"/>
                </a:solidFill>
              </a:rPr>
              <a:t>• The Scope Statement defines the boundaries of the project, features</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that will be developed, work that will be done to implement the</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feature; outlining the deliverables and objectives. It describes what</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will be included and excluded from the project, as well as the specific</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requirements, timelines, and resources needed to achieve the goals.</a:t>
            </a:r>
            <a:endParaRPr>
              <a:solidFill>
                <a:schemeClr val="dk2"/>
              </a:solidFill>
            </a:endParaRPr>
          </a:p>
          <a:p>
            <a:pPr indent="0" lvl="0" marL="0" rtl="0" algn="l">
              <a:spcBef>
                <a:spcPts val="0"/>
              </a:spcBef>
              <a:spcAft>
                <a:spcPts val="0"/>
              </a:spcAft>
              <a:buClr>
                <a:schemeClr val="dk2"/>
              </a:buClr>
              <a:buSzPts val="1100"/>
              <a:buFont typeface="Arial"/>
              <a:buNone/>
            </a:pPr>
            <a:r>
              <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 The Scope Statement helps to ensure that everyone involved in the</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project understands the specific objectives and what is required to</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achieve them. It often also includes an understanding of the features</a:t>
            </a:r>
            <a:endParaRPr>
              <a:solidFill>
                <a:schemeClr val="dk2"/>
              </a:solidFill>
            </a:endParaRPr>
          </a:p>
          <a:p>
            <a:pPr indent="0" lvl="0" marL="0" rtl="0" algn="l">
              <a:spcBef>
                <a:spcPts val="0"/>
              </a:spcBef>
              <a:spcAft>
                <a:spcPts val="0"/>
              </a:spcAft>
              <a:buClr>
                <a:schemeClr val="dk2"/>
              </a:buClr>
              <a:buSzPts val="1100"/>
              <a:buFont typeface="Arial"/>
              <a:buNone/>
            </a:pPr>
            <a:r>
              <a:rPr lang="en">
                <a:solidFill>
                  <a:schemeClr val="dk2"/>
                </a:solidFill>
              </a:rPr>
              <a:t>that will be excluded from the project.</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20" name="Google Shape;120;p22"/>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Create the Project Plan:</a:t>
            </a:r>
            <a:endParaRPr/>
          </a:p>
        </p:txBody>
      </p:sp>
      <p:sp>
        <p:nvSpPr>
          <p:cNvPr id="126" name="Google Shape;126;p23"/>
          <p:cNvSpPr txBox="1"/>
          <p:nvPr>
            <p:ph idx="1" type="body"/>
          </p:nvPr>
        </p:nvSpPr>
        <p:spPr>
          <a:xfrm>
            <a:off x="311700" y="1152475"/>
            <a:ext cx="84270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2"/>
              </a:buClr>
              <a:buSzPct val="61111"/>
              <a:buFont typeface="Arial"/>
              <a:buNone/>
            </a:pPr>
            <a:r>
              <a:rPr b="1" lang="en">
                <a:solidFill>
                  <a:schemeClr val="dk2"/>
                </a:solidFill>
              </a:rPr>
              <a:t>The project plan defines the work that will be done on the project and who will do it.</a:t>
            </a:r>
            <a:endParaRPr b="1">
              <a:solidFill>
                <a:schemeClr val="dk2"/>
              </a:solidFill>
            </a:endParaRPr>
          </a:p>
          <a:p>
            <a:pPr indent="0" lvl="0" marL="0" rtl="0" algn="l">
              <a:spcBef>
                <a:spcPts val="0"/>
              </a:spcBef>
              <a:spcAft>
                <a:spcPts val="0"/>
              </a:spcAft>
              <a:buClr>
                <a:schemeClr val="dk2"/>
              </a:buClr>
              <a:buSzPct val="61111"/>
              <a:buFont typeface="Arial"/>
              <a:buNone/>
            </a:pPr>
            <a:r>
              <a:t/>
            </a:r>
            <a:endParaRPr>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A typical project plan consists of:</a:t>
            </a:r>
            <a:endParaRPr>
              <a:solidFill>
                <a:schemeClr val="dk2"/>
              </a:solidFill>
            </a:endParaRPr>
          </a:p>
          <a:p>
            <a:pPr indent="0" lvl="0" marL="0" rtl="0" algn="l">
              <a:spcBef>
                <a:spcPts val="0"/>
              </a:spcBef>
              <a:spcAft>
                <a:spcPts val="0"/>
              </a:spcAft>
              <a:buClr>
                <a:schemeClr val="dk2"/>
              </a:buClr>
              <a:buSzPct val="61111"/>
              <a:buFont typeface="Arial"/>
              <a:buNone/>
            </a:pPr>
            <a:r>
              <a:t/>
            </a:r>
            <a:endParaRPr>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 A </a:t>
            </a:r>
            <a:r>
              <a:rPr b="1" lang="en">
                <a:solidFill>
                  <a:schemeClr val="dk2"/>
                </a:solidFill>
              </a:rPr>
              <a:t>statement of work</a:t>
            </a:r>
            <a:r>
              <a:rPr lang="en">
                <a:solidFill>
                  <a:schemeClr val="dk2"/>
                </a:solidFill>
              </a:rPr>
              <a:t> that describes all work products that will be produced and</a:t>
            </a:r>
            <a:endParaRPr>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a list of people who will perform that work</a:t>
            </a:r>
            <a:endParaRPr>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 A </a:t>
            </a:r>
            <a:r>
              <a:rPr b="1" lang="en">
                <a:solidFill>
                  <a:schemeClr val="dk2"/>
                </a:solidFill>
              </a:rPr>
              <a:t>resource list</a:t>
            </a:r>
            <a:r>
              <a:rPr lang="en">
                <a:solidFill>
                  <a:schemeClr val="dk2"/>
                </a:solidFill>
              </a:rPr>
              <a:t> that contains a list of all resources that will be needed for the</a:t>
            </a:r>
            <a:endParaRPr>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product, and their availability</a:t>
            </a:r>
            <a:endParaRPr>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 A </a:t>
            </a:r>
            <a:r>
              <a:rPr b="1" lang="en">
                <a:solidFill>
                  <a:schemeClr val="dk2"/>
                </a:solidFill>
              </a:rPr>
              <a:t>work breakdown structure</a:t>
            </a:r>
            <a:r>
              <a:rPr lang="en">
                <a:solidFill>
                  <a:schemeClr val="dk2"/>
                </a:solidFill>
              </a:rPr>
              <a:t> and a set of effort estimates</a:t>
            </a:r>
            <a:endParaRPr>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 A project </a:t>
            </a:r>
            <a:r>
              <a:rPr b="1" lang="en">
                <a:solidFill>
                  <a:schemeClr val="dk2"/>
                </a:solidFill>
              </a:rPr>
              <a:t>schedule</a:t>
            </a:r>
            <a:endParaRPr b="1">
              <a:solidFill>
                <a:schemeClr val="dk2"/>
              </a:solidFill>
            </a:endParaRPr>
          </a:p>
          <a:p>
            <a:pPr indent="0" lvl="0" marL="0" rtl="0" algn="l">
              <a:spcBef>
                <a:spcPts val="0"/>
              </a:spcBef>
              <a:spcAft>
                <a:spcPts val="0"/>
              </a:spcAft>
              <a:buClr>
                <a:schemeClr val="dk2"/>
              </a:buClr>
              <a:buSzPct val="61111"/>
              <a:buFont typeface="Arial"/>
              <a:buNone/>
            </a:pPr>
            <a:r>
              <a:rPr lang="en">
                <a:solidFill>
                  <a:schemeClr val="dk2"/>
                </a:solidFill>
              </a:rPr>
              <a:t>• A </a:t>
            </a:r>
            <a:r>
              <a:rPr b="1" lang="en">
                <a:solidFill>
                  <a:schemeClr val="dk2"/>
                </a:solidFill>
              </a:rPr>
              <a:t>risk plan </a:t>
            </a:r>
            <a:r>
              <a:rPr lang="en">
                <a:solidFill>
                  <a:schemeClr val="dk2"/>
                </a:solidFill>
              </a:rPr>
              <a:t>that identifies any risks that might be encountered and indicates</a:t>
            </a:r>
            <a:endParaRPr>
              <a:solidFill>
                <a:schemeClr val="dk2"/>
              </a:solidFill>
            </a:endParaRPr>
          </a:p>
          <a:p>
            <a:pPr indent="0" lvl="0" marL="0" rtl="0" algn="l">
              <a:spcBef>
                <a:spcPts val="0"/>
              </a:spcBef>
              <a:spcAft>
                <a:spcPts val="0"/>
              </a:spcAft>
              <a:buNone/>
            </a:pPr>
            <a:r>
              <a:rPr lang="en">
                <a:solidFill>
                  <a:schemeClr val="dk2"/>
                </a:solidFill>
              </a:rPr>
              <a:t>how those risks would be handled, should they occur</a:t>
            </a:r>
            <a:endParaRPr>
              <a:solidFill>
                <a:schemeClr val="dk2"/>
              </a:solidFill>
            </a:endParaRPr>
          </a:p>
        </p:txBody>
      </p:sp>
      <p:sp>
        <p:nvSpPr>
          <p:cNvPr id="127" name="Google Shape;127;p23"/>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Risk Management</a:t>
            </a:r>
            <a:endParaRPr/>
          </a:p>
        </p:txBody>
      </p:sp>
      <p:sp>
        <p:nvSpPr>
          <p:cNvPr id="133" name="Google Shape;133;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1300">
                <a:solidFill>
                  <a:schemeClr val="dk2"/>
                </a:solidFill>
              </a:rPr>
              <a:t>‹#›</a:t>
            </a:fld>
            <a:endParaRPr sz="13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 Management</a:t>
            </a:r>
            <a:endParaRPr/>
          </a:p>
        </p:txBody>
      </p:sp>
      <p:sp>
        <p:nvSpPr>
          <p:cNvPr id="139" name="Google Shape;139;p25"/>
          <p:cNvSpPr txBox="1"/>
          <p:nvPr>
            <p:ph idx="1" type="body"/>
          </p:nvPr>
        </p:nvSpPr>
        <p:spPr>
          <a:xfrm>
            <a:off x="311700" y="1152475"/>
            <a:ext cx="842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Risk analysis and management are actions that help a software team to understand and manage uncertainty.</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A risk is a potential problem—it might happen, it might not. But, regardless of the outcome, it’s a really good idea to Identify it, assess its probability of occurrence, estimate its impact, and establish a contingency plan if the problem actually occur.</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40" name="Google Shape;140;p25"/>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 Plan</a:t>
            </a:r>
            <a:endParaRPr/>
          </a:p>
        </p:txBody>
      </p:sp>
      <p:sp>
        <p:nvSpPr>
          <p:cNvPr id="146" name="Google Shape;146;p26"/>
          <p:cNvSpPr txBox="1"/>
          <p:nvPr>
            <p:ph idx="1" type="body"/>
          </p:nvPr>
        </p:nvSpPr>
        <p:spPr>
          <a:xfrm>
            <a:off x="311700" y="1152475"/>
            <a:ext cx="842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A risk plan is a list of all risks that threaten the project, along with a plan to mitigate some or all of those risks. Each of the risks in the plan must be assessed by the project manager and the team.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Risk assessment is an important part of planning a software project because it allows the project manager to predict potential problems that will threaten the project and take steps to mitigate those problems.</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47" name="Google Shape;147;p26"/>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263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 Plan Script:</a:t>
            </a:r>
            <a:endParaRPr/>
          </a:p>
        </p:txBody>
      </p:sp>
      <p:sp>
        <p:nvSpPr>
          <p:cNvPr id="153" name="Google Shape;153;p27"/>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54" name="Google Shape;154;p27"/>
          <p:cNvPicPr preferRelativeResize="0"/>
          <p:nvPr/>
        </p:nvPicPr>
        <p:blipFill>
          <a:blip r:embed="rId3">
            <a:alphaModFix/>
          </a:blip>
          <a:stretch>
            <a:fillRect/>
          </a:stretch>
        </p:blipFill>
        <p:spPr>
          <a:xfrm>
            <a:off x="1916800" y="774500"/>
            <a:ext cx="4827825" cy="41166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Sample Risk Plan:</a:t>
            </a:r>
            <a:endParaRPr/>
          </a:p>
        </p:txBody>
      </p:sp>
      <p:sp>
        <p:nvSpPr>
          <p:cNvPr id="160" name="Google Shape;160;p28"/>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61" name="Google Shape;161;p28"/>
          <p:cNvPicPr preferRelativeResize="0"/>
          <p:nvPr/>
        </p:nvPicPr>
        <p:blipFill>
          <a:blip r:embed="rId3">
            <a:alphaModFix/>
          </a:blip>
          <a:stretch>
            <a:fillRect/>
          </a:stretch>
        </p:blipFill>
        <p:spPr>
          <a:xfrm>
            <a:off x="1741038" y="1017725"/>
            <a:ext cx="5661916" cy="382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RMMM</a:t>
            </a:r>
            <a:endParaRPr/>
          </a:p>
        </p:txBody>
      </p:sp>
      <p:sp>
        <p:nvSpPr>
          <p:cNvPr id="167" name="Google Shape;167;p29"/>
          <p:cNvSpPr txBox="1"/>
          <p:nvPr>
            <p:ph idx="1" type="body"/>
          </p:nvPr>
        </p:nvSpPr>
        <p:spPr>
          <a:xfrm>
            <a:off x="311700" y="1152475"/>
            <a:ext cx="842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 </a:t>
            </a:r>
            <a:r>
              <a:rPr b="1" lang="en">
                <a:solidFill>
                  <a:schemeClr val="dk2"/>
                </a:solidFill>
              </a:rPr>
              <a:t>Risk Mitigation, Monitoring, and Management (RMMM)</a:t>
            </a:r>
            <a:r>
              <a:rPr lang="en">
                <a:solidFill>
                  <a:schemeClr val="dk2"/>
                </a:solidFill>
              </a:rPr>
              <a:t> plan is a structured approach to identifying, assessing, and managing risks in a project, program, or organization.</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 It outlines the strategies and procedures for minimizing the impact of potential risks and monitoring and managing them throughout the project or program lifecycle</a:t>
            </a:r>
            <a:endParaRPr>
              <a:solidFill>
                <a:schemeClr val="dk2"/>
              </a:solidFill>
            </a:endParaRPr>
          </a:p>
        </p:txBody>
      </p:sp>
      <p:sp>
        <p:nvSpPr>
          <p:cNvPr id="168" name="Google Shape;168;p29"/>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RMMM - Risk Mitigation</a:t>
            </a:r>
            <a:endParaRPr/>
          </a:p>
        </p:txBody>
      </p:sp>
      <p:sp>
        <p:nvSpPr>
          <p:cNvPr id="174" name="Google Shape;174;p30"/>
          <p:cNvSpPr txBox="1"/>
          <p:nvPr>
            <p:ph idx="1" type="body"/>
          </p:nvPr>
        </p:nvSpPr>
        <p:spPr>
          <a:xfrm>
            <a:off x="311700" y="1152475"/>
            <a:ext cx="842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 Identify potential risks and their likelihood of occurring</a:t>
            </a:r>
            <a:endParaRPr>
              <a:solidFill>
                <a:schemeClr val="dk2"/>
              </a:solidFill>
            </a:endParaRPr>
          </a:p>
          <a:p>
            <a:pPr indent="0" lvl="0" marL="0" rtl="0" algn="l">
              <a:spcBef>
                <a:spcPts val="0"/>
              </a:spcBef>
              <a:spcAft>
                <a:spcPts val="0"/>
              </a:spcAft>
              <a:buNone/>
            </a:pPr>
            <a:r>
              <a:rPr lang="en">
                <a:solidFill>
                  <a:schemeClr val="dk2"/>
                </a:solidFill>
              </a:rPr>
              <a:t>• Determine the potential impact or consequence of each risk</a:t>
            </a:r>
            <a:endParaRPr>
              <a:solidFill>
                <a:schemeClr val="dk2"/>
              </a:solidFill>
            </a:endParaRPr>
          </a:p>
          <a:p>
            <a:pPr indent="0" lvl="0" marL="0" rtl="0" algn="l">
              <a:spcBef>
                <a:spcPts val="0"/>
              </a:spcBef>
              <a:spcAft>
                <a:spcPts val="0"/>
              </a:spcAft>
              <a:buNone/>
            </a:pPr>
            <a:r>
              <a:rPr lang="en">
                <a:solidFill>
                  <a:schemeClr val="dk2"/>
                </a:solidFill>
              </a:rPr>
              <a:t>• Develop a plan to </a:t>
            </a:r>
            <a:r>
              <a:rPr b="1" lang="en">
                <a:solidFill>
                  <a:schemeClr val="dk2"/>
                </a:solidFill>
              </a:rPr>
              <a:t>minimize or avoid risks</a:t>
            </a:r>
            <a:endParaRPr b="1">
              <a:solidFill>
                <a:schemeClr val="dk2"/>
              </a:solidFill>
            </a:endParaRPr>
          </a:p>
          <a:p>
            <a:pPr indent="0" lvl="0" marL="0" rtl="0" algn="l">
              <a:spcBef>
                <a:spcPts val="0"/>
              </a:spcBef>
              <a:spcAft>
                <a:spcPts val="0"/>
              </a:spcAft>
              <a:buNone/>
            </a:pPr>
            <a:r>
              <a:rPr lang="en">
                <a:solidFill>
                  <a:schemeClr val="dk2"/>
                </a:solidFill>
              </a:rPr>
              <a:t>• Implement risk mitigation strategies</a:t>
            </a:r>
            <a:endParaRPr>
              <a:solidFill>
                <a:schemeClr val="dk2"/>
              </a:solidFill>
            </a:endParaRPr>
          </a:p>
        </p:txBody>
      </p:sp>
      <p:sp>
        <p:nvSpPr>
          <p:cNvPr id="175" name="Google Shape;175;p30"/>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RMMM - Risk Monitoring</a:t>
            </a:r>
            <a:endParaRPr/>
          </a:p>
        </p:txBody>
      </p:sp>
      <p:sp>
        <p:nvSpPr>
          <p:cNvPr id="181" name="Google Shape;181;p31"/>
          <p:cNvSpPr txBox="1"/>
          <p:nvPr>
            <p:ph idx="1" type="body"/>
          </p:nvPr>
        </p:nvSpPr>
        <p:spPr>
          <a:xfrm>
            <a:off x="311700" y="1152475"/>
            <a:ext cx="842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 Continuously monitor for new risks</a:t>
            </a:r>
            <a:endParaRPr>
              <a:solidFill>
                <a:schemeClr val="dk2"/>
              </a:solidFill>
            </a:endParaRPr>
          </a:p>
          <a:p>
            <a:pPr indent="0" lvl="0" marL="0" rtl="0" algn="l">
              <a:spcBef>
                <a:spcPts val="0"/>
              </a:spcBef>
              <a:spcAft>
                <a:spcPts val="0"/>
              </a:spcAft>
              <a:buNone/>
            </a:pPr>
            <a:r>
              <a:rPr lang="en">
                <a:solidFill>
                  <a:schemeClr val="dk2"/>
                </a:solidFill>
              </a:rPr>
              <a:t>• Track progress of risk mitigation strategies</a:t>
            </a:r>
            <a:endParaRPr>
              <a:solidFill>
                <a:schemeClr val="dk2"/>
              </a:solidFill>
            </a:endParaRPr>
          </a:p>
          <a:p>
            <a:pPr indent="0" lvl="0" marL="0" rtl="0" algn="l">
              <a:spcBef>
                <a:spcPts val="0"/>
              </a:spcBef>
              <a:spcAft>
                <a:spcPts val="0"/>
              </a:spcAft>
              <a:buNone/>
            </a:pPr>
            <a:r>
              <a:rPr lang="en">
                <a:solidFill>
                  <a:schemeClr val="dk2"/>
                </a:solidFill>
              </a:rPr>
              <a:t>• Collect data and feedback from stakeholders</a:t>
            </a:r>
            <a:endParaRPr>
              <a:solidFill>
                <a:schemeClr val="dk2"/>
              </a:solidFill>
            </a:endParaRPr>
          </a:p>
          <a:p>
            <a:pPr indent="0" lvl="0" marL="0" rtl="0" algn="l">
              <a:spcBef>
                <a:spcPts val="0"/>
              </a:spcBef>
              <a:spcAft>
                <a:spcPts val="0"/>
              </a:spcAft>
              <a:buNone/>
            </a:pPr>
            <a:r>
              <a:rPr lang="en">
                <a:solidFill>
                  <a:schemeClr val="dk2"/>
                </a:solidFill>
              </a:rPr>
              <a:t>• Analysis data to identify trends or potential issues</a:t>
            </a:r>
            <a:endParaRPr>
              <a:solidFill>
                <a:schemeClr val="dk2"/>
              </a:solidFill>
            </a:endParaRPr>
          </a:p>
          <a:p>
            <a:pPr indent="0" lvl="0" marL="0" rtl="0" algn="l">
              <a:spcBef>
                <a:spcPts val="0"/>
              </a:spcBef>
              <a:spcAft>
                <a:spcPts val="0"/>
              </a:spcAft>
              <a:buNone/>
            </a:pPr>
            <a:r>
              <a:rPr lang="en">
                <a:solidFill>
                  <a:schemeClr val="dk2"/>
                </a:solidFill>
              </a:rPr>
              <a:t>• Communicate findings to relevant parties</a:t>
            </a:r>
            <a:endParaRPr>
              <a:solidFill>
                <a:schemeClr val="dk2"/>
              </a:solidFill>
            </a:endParaRPr>
          </a:p>
          <a:p>
            <a:pPr indent="0" lvl="0" marL="0" rtl="0" algn="l">
              <a:spcBef>
                <a:spcPts val="0"/>
              </a:spcBef>
              <a:spcAft>
                <a:spcPts val="0"/>
              </a:spcAft>
              <a:buNone/>
            </a:pPr>
            <a:r>
              <a:rPr lang="en">
                <a:solidFill>
                  <a:schemeClr val="dk2"/>
                </a:solidFill>
              </a:rPr>
              <a:t>• Take corrective action as necessary</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82" name="Google Shape;182;p31"/>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RMMM - Risk Management</a:t>
            </a:r>
            <a:endParaRPr/>
          </a:p>
        </p:txBody>
      </p:sp>
      <p:sp>
        <p:nvSpPr>
          <p:cNvPr id="188" name="Google Shape;188;p32"/>
          <p:cNvSpPr txBox="1"/>
          <p:nvPr>
            <p:ph idx="1" type="body"/>
          </p:nvPr>
        </p:nvSpPr>
        <p:spPr>
          <a:xfrm>
            <a:off x="311700" y="1152475"/>
            <a:ext cx="842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 Establish a risk management plan</a:t>
            </a:r>
            <a:endParaRPr>
              <a:solidFill>
                <a:schemeClr val="dk2"/>
              </a:solidFill>
            </a:endParaRPr>
          </a:p>
          <a:p>
            <a:pPr indent="0" lvl="0" marL="0" rtl="0" algn="l">
              <a:spcBef>
                <a:spcPts val="0"/>
              </a:spcBef>
              <a:spcAft>
                <a:spcPts val="0"/>
              </a:spcAft>
              <a:buNone/>
            </a:pPr>
            <a:r>
              <a:rPr lang="en">
                <a:solidFill>
                  <a:schemeClr val="dk2"/>
                </a:solidFill>
              </a:rPr>
              <a:t>• Allocate resources and responsibilities for risk management</a:t>
            </a:r>
            <a:endParaRPr>
              <a:solidFill>
                <a:schemeClr val="dk2"/>
              </a:solidFill>
            </a:endParaRPr>
          </a:p>
          <a:p>
            <a:pPr indent="0" lvl="0" marL="0" rtl="0" algn="l">
              <a:spcBef>
                <a:spcPts val="0"/>
              </a:spcBef>
              <a:spcAft>
                <a:spcPts val="0"/>
              </a:spcAft>
              <a:buNone/>
            </a:pPr>
            <a:r>
              <a:rPr lang="en">
                <a:solidFill>
                  <a:schemeClr val="dk2"/>
                </a:solidFill>
              </a:rPr>
              <a:t>• Identify and assess risks</a:t>
            </a:r>
            <a:endParaRPr>
              <a:solidFill>
                <a:schemeClr val="dk2"/>
              </a:solidFill>
            </a:endParaRPr>
          </a:p>
          <a:p>
            <a:pPr indent="0" lvl="0" marL="0" rtl="0" algn="l">
              <a:spcBef>
                <a:spcPts val="0"/>
              </a:spcBef>
              <a:spcAft>
                <a:spcPts val="0"/>
              </a:spcAft>
              <a:buNone/>
            </a:pPr>
            <a:r>
              <a:rPr lang="en">
                <a:solidFill>
                  <a:schemeClr val="dk2"/>
                </a:solidFill>
              </a:rPr>
              <a:t>• Develop strategies to manage risks</a:t>
            </a:r>
            <a:endParaRPr>
              <a:solidFill>
                <a:schemeClr val="dk2"/>
              </a:solidFill>
            </a:endParaRPr>
          </a:p>
          <a:p>
            <a:pPr indent="0" lvl="0" marL="0" rtl="0" algn="l">
              <a:spcBef>
                <a:spcPts val="0"/>
              </a:spcBef>
              <a:spcAft>
                <a:spcPts val="0"/>
              </a:spcAft>
              <a:buNone/>
            </a:pPr>
            <a:r>
              <a:rPr lang="en">
                <a:solidFill>
                  <a:schemeClr val="dk2"/>
                </a:solidFill>
              </a:rPr>
              <a:t>• Implement risk management strategies</a:t>
            </a:r>
            <a:endParaRPr>
              <a:solidFill>
                <a:schemeClr val="dk2"/>
              </a:solidFill>
            </a:endParaRPr>
          </a:p>
          <a:p>
            <a:pPr indent="0" lvl="0" marL="0" rtl="0" algn="l">
              <a:spcBef>
                <a:spcPts val="0"/>
              </a:spcBef>
              <a:spcAft>
                <a:spcPts val="0"/>
              </a:spcAft>
              <a:buNone/>
            </a:pPr>
            <a:r>
              <a:rPr lang="en">
                <a:solidFill>
                  <a:schemeClr val="dk2"/>
                </a:solidFill>
              </a:rPr>
              <a:t>•Monitor and review the effectiveness of risk management strategies</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89" name="Google Shape;189;p32"/>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RMMM - Risk Information Sheet (RIS)</a:t>
            </a:r>
            <a:endParaRPr/>
          </a:p>
        </p:txBody>
      </p:sp>
      <p:sp>
        <p:nvSpPr>
          <p:cNvPr id="195" name="Google Shape;195;p33"/>
          <p:cNvSpPr txBox="1"/>
          <p:nvPr>
            <p:ph idx="12" type="sldNum"/>
          </p:nvPr>
        </p:nvSpPr>
        <p:spPr>
          <a:xfrm>
            <a:off x="8571849" y="460109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pic>
        <p:nvPicPr>
          <p:cNvPr id="196" name="Google Shape;196;p33"/>
          <p:cNvPicPr preferRelativeResize="0"/>
          <p:nvPr/>
        </p:nvPicPr>
        <p:blipFill rotWithShape="1">
          <a:blip r:embed="rId3">
            <a:alphaModFix/>
          </a:blip>
          <a:srcRect b="1775" l="4244" r="3488" t="2787"/>
          <a:stretch/>
        </p:blipFill>
        <p:spPr>
          <a:xfrm>
            <a:off x="2689699" y="929530"/>
            <a:ext cx="3764601" cy="3961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Any Questions?</a:t>
            </a:r>
            <a:endParaRPr/>
          </a:p>
        </p:txBody>
      </p:sp>
      <p:sp>
        <p:nvSpPr>
          <p:cNvPr id="202" name="Google Shape;202;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616825"/>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2550"/>
              <a:t>Acknowledgement</a:t>
            </a:r>
            <a:endParaRPr sz="2550"/>
          </a:p>
        </p:txBody>
      </p:sp>
      <p:sp>
        <p:nvSpPr>
          <p:cNvPr id="208" name="Google Shape;208;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5"/>
          <p:cNvSpPr txBox="1"/>
          <p:nvPr>
            <p:ph idx="4294967295" type="body"/>
          </p:nvPr>
        </p:nvSpPr>
        <p:spPr>
          <a:xfrm>
            <a:off x="311700" y="1278350"/>
            <a:ext cx="8520600" cy="32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Slide Courtesy:</a:t>
            </a:r>
            <a:endParaRPr>
              <a:solidFill>
                <a:schemeClr val="lt1"/>
              </a:solidFill>
            </a:endParaRPr>
          </a:p>
          <a:p>
            <a:pPr indent="0" lvl="0" marL="0" rtl="0" algn="l">
              <a:spcBef>
                <a:spcPts val="0"/>
              </a:spcBef>
              <a:spcAft>
                <a:spcPts val="0"/>
              </a:spcAft>
              <a:buNone/>
            </a:pPr>
            <a:r>
              <a:rPr b="1" lang="en">
                <a:solidFill>
                  <a:schemeClr val="lt1"/>
                </a:solidFill>
              </a:rPr>
              <a:t>Dr. Suman Ahmed</a:t>
            </a:r>
            <a:r>
              <a:rPr lang="en">
                <a:solidFill>
                  <a:schemeClr val="lt1"/>
                </a:solidFill>
              </a:rPr>
              <a:t>, Professor, CSE Department, UIU</a:t>
            </a:r>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
        <p:nvSpPr>
          <p:cNvPr id="215" name="Google Shape;215;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rifin UIU Blue">
  <a:themeElements>
    <a:clrScheme name="Simple Light">
      <a:dk1>
        <a:srgbClr val="023E8A"/>
      </a:dk1>
      <a:lt1>
        <a:srgbClr val="FFFFFF"/>
      </a:lt1>
      <a:dk2>
        <a:srgbClr val="000000"/>
      </a:dk2>
      <a:lt2>
        <a:srgbClr val="EEEEEE"/>
      </a:lt2>
      <a:accent1>
        <a:srgbClr val="0077B6"/>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