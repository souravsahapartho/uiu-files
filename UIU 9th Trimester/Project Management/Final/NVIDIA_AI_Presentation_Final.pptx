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B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COURSE  ·  CASE STUDY PRESENTATION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Management in the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of Artificial Intelligence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NVIDIA manages the rollout of AI coding agents across its own software engineering organization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4617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studied: </a:t>
            </a:r>
            <a:pPr indent="0" marL="0">
              <a:buNone/>
            </a:pPr>
            <a:r>
              <a:rPr lang="en-US" sz="1500" dirty="0">
                <a:solidFill>
                  <a:srgbClr val="C9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Corporation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Course Name  ·  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INFORMATION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Corporation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  <a:effectLst>
            <a:outerShdw sx="100000" sy="100000" kx="0" ky="0" algn="bl" rotWithShape="0" blurRad="101600" dist="38100" dir="5400000">
              <a:srgbClr val="1A335C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97480" y="18288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1993, in Santa Clara, California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248716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 Huang, Chris Malachowsky, Curtis Priem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1455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314553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 Huang — President &amp; CEO since founding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80390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3803904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42,000, across 38 countries (FY2026)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46227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revenue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4462272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$215.9B revenue, $120.1B net income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51206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512064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most valuable public company (~$5T market cap, NASDAQ: NVDA)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20840" y="1600200"/>
            <a:ext cx="4892040" cy="1325880"/>
          </a:xfrm>
          <a:prstGeom prst="roundRect">
            <a:avLst>
              <a:gd name="adj" fmla="val 8276"/>
            </a:avLst>
          </a:prstGeom>
          <a:solidFill>
            <a:srgbClr val="1A335C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70992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A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95160" y="2423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founded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3136392"/>
            <a:ext cx="4892040" cy="1325880"/>
          </a:xfrm>
          <a:prstGeom prst="roundRect">
            <a:avLst>
              <a:gd name="adj" fmla="val 8276"/>
            </a:avLst>
          </a:prstGeom>
          <a:solidFill>
            <a:srgbClr val="1A335C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32461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A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$215.9B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95160" y="39593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revenue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4672584"/>
            <a:ext cx="4892040" cy="1325880"/>
          </a:xfrm>
          <a:prstGeom prst="roundRect">
            <a:avLst>
              <a:gd name="adj" fmla="val 8276"/>
            </a:avLst>
          </a:prstGeom>
          <a:solidFill>
            <a:srgbClr val="1A335C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478231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A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~42,000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995160" y="54955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worldwide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— Company Overview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NVIDIA Builds and Sells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  <a:effectLst>
            <a:outerShdw sx="100000" sy="100000" kx="0" ky="0" algn="bl" rotWithShape="0" blurRad="76200" dist="25400" dir="5400000">
              <a:srgbClr val="1A33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processing units for gaming, professional visualization, data centers, and automotive.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  <a:effectLst>
            <a:outerShdw sx="100000" sy="100000" kx="0" ky="0" algn="bl" rotWithShape="0" blurRad="76200" dist="25400" dir="5400000">
              <a:srgbClr val="1A33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0" y="19476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platform for AI model development and training — used by 7.5M+ developers worldwide.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  <a:effectLst>
            <a:outerShdw sx="100000" sy="100000" kx="0" ky="0" algn="bl" rotWithShape="0" blurRad="76200" dist="25400" dir="5400000">
              <a:srgbClr val="1A335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2793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computing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Chips, high-speed networking, and software combined into one AI infrastructure platform.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  <a:effectLst>
            <a:outerShdw sx="100000" sy="100000" kx="0" ky="0" algn="bl" rotWithShape="0" blurRad="76200" dist="25400" dir="5400000">
              <a:srgbClr val="1A335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97680"/>
            <a:ext cx="548640" cy="54864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0" y="42793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focus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4892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 of FY2026 revenue now comes from data-center / AI infrastructure products.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— Product Portfolio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NVIDIA's Own Engineering Projects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63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examined here is internal, not customer-facing: NVIDIA's company-wide adoption of an AI coding agent (Cursor) across its software development lifecycle (SDLC).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79192"/>
            <a:ext cx="548640" cy="54864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53288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2532888"/>
            <a:ext cx="6537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is used for writing new code across nearly all NVIDIA product lines.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913632"/>
            <a:ext cx="548640" cy="54864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76732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management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3767328"/>
            <a:ext cx="6537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automation rules run git flow, CI debugging, and issue tracking end-to-end.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5148072"/>
            <a:ext cx="548640" cy="54864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500176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/ QA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5001768"/>
            <a:ext cx="6537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generate test cases, run validation, and support code review and debugging.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over 30,000 NVIDIA developers use the tool daily — one of the largest reported enterprise rollouts of agentic AI in software engineering.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— AI Integration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MANAGE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of the AI Rollout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from leadership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26280" y="155448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Engineering Wei Luo set an explicit goal: embed AI into every step of the SDLC, not just code generation.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457200" cy="45720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expansion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450592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started with code generation, then expanded into code review, testing, and debugging as bottlenecks moved downstream.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457200" cy="45720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34670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automation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3346704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teams write custom rules that automate git flow — branch creation, commits, CI debugging, issue tracking.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457200" cy="45720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24281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agents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4242816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feed agents context from tickets and documentation; agents implement fixes and run tests for validation.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84648"/>
            <a:ext cx="457200" cy="45720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138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checkpoints retained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5138928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remains human-directed overall — engineers review agent output at key decision points.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— Project Management Workflow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Impact (as reported by NVIDIA / Cursor)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A335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A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using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daily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A335C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1828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A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11880" y="26974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code committed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before adoption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A335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28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A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rate, despite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code volume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0" y="16916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A335C"/>
          </a:solidFill>
          <a:ln/>
        </p:spPr>
      </p:sp>
      <p:sp>
        <p:nvSpPr>
          <p:cNvPr id="14" name="Text 12"/>
          <p:cNvSpPr/>
          <p:nvPr/>
        </p:nvSpPr>
        <p:spPr>
          <a:xfrm>
            <a:off x="9464040" y="1828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A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464040" y="26974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7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observed effects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 consistency improved alongside higher output.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backend engineers now contribute confidently to frontend tasks — cross-skilling across the stack.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24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on NVIDIA's 30-year-old, large, tightly interdependent codebases, not just greenfield projects.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— Effectiveness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AND CONS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Weighing the Rollout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EAF6EE"/>
          </a:solidFill>
          <a:ln w="12700">
            <a:solidFill>
              <a:srgbClr val="CDEA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the full SDLC, not only initial coding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Copes well with huge, tangled legacy codebases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Shortens onboarding; enables cross-stack contribution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3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rate held steady despite tripled code volume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DEDEC"/>
          </a:solidFill>
          <a:ln w="12700">
            <a:solidFill>
              <a:srgbClr val="F6CF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 / Open Questions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are a vendor (Cursor) case study — self-reported, not independently audited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code committed is not automatically better software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one external AI vendor across a 42,000-person org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touching CI/production workflows raise oversight and security questions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— Pros and Cons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Project-Management Infrastructure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treats AI-assisted development as core delivery infrastructure rather than a side experiment — with an explicit engineering mandate, phased rollout, custom workflow automation, and defined success metrics (adoption, velocity, quality). That mirrors classic project-management discipline, just applied to an AI coding agent instead of a traditional tool.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9875520" cy="0"/>
          </a:xfrm>
          <a:prstGeom prst="line">
            <a:avLst/>
          </a:prstGeom>
          <a:noFill/>
          <a:ln w="12700">
            <a:solidFill>
              <a:srgbClr val="2A4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C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"NVIDIA commits 3x more code across 30,000 developers with Cursor," cursor.com/blog/nvidia, Feb 2026 (vendor case study).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Talent500, "How Nvidia Tripled Code Output with AI," talent500.com, Feb 2026.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E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Corporation public FY2026 financial data (revenue, employees, market cap).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in AI — Team 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2026-09-27T04:39:39Z</dcterms:created>
  <dcterms:modified xsi:type="dcterms:W3CDTF">2026-09-27T04:39:39Z</dcterms:modified>
</cp:coreProperties>
</file>