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9144000"/>
  <p:embeddedFontLst>
    <p:embeddedFont>
      <p:font typeface="Century Gothic"/>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27" roundtripDataSignature="AMtx7mjyp3zeBIHDK2kGoEP+lbjXUVQRo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CenturyGothic-bold.fntdata"/><Relationship Id="rId23" Type="http://schemas.openxmlformats.org/officeDocument/2006/relationships/font" Target="fonts/CenturyGothic-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enturyGothic-boldItalic.fntdata"/><Relationship Id="rId25" Type="http://schemas.openxmlformats.org/officeDocument/2006/relationships/font" Target="fonts/CenturyGothic-italic.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f5c90382e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f5c90382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18"/>
          <p:cNvSpPr txBox="1"/>
          <p:nvPr>
            <p:ph type="ctrTitle"/>
          </p:nvPr>
        </p:nvSpPr>
        <p:spPr>
          <a:xfrm>
            <a:off x="1154955" y="1447800"/>
            <a:ext cx="8825658" cy="332958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7200"/>
              <a:buFont typeface="Century Gothic"/>
              <a:buNone/>
              <a:defRPr sz="7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8"/>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600"/>
              <a:buNone/>
              <a:defRPr cap="none">
                <a:solidFill>
                  <a:srgbClr val="8ACED5"/>
                </a:solidFill>
              </a:defRPr>
            </a:lvl1pPr>
            <a:lvl2pPr lvl="1" algn="ctr">
              <a:spcBef>
                <a:spcPts val="1000"/>
              </a:spcBef>
              <a:spcAft>
                <a:spcPts val="0"/>
              </a:spcAft>
              <a:buSzPts val="1440"/>
              <a:buNone/>
              <a:defRPr>
                <a:solidFill>
                  <a:schemeClr val="lt1"/>
                </a:solidFill>
              </a:defRPr>
            </a:lvl2pPr>
            <a:lvl3pPr lvl="2" algn="ctr">
              <a:spcBef>
                <a:spcPts val="1000"/>
              </a:spcBef>
              <a:spcAft>
                <a:spcPts val="0"/>
              </a:spcAft>
              <a:buSzPts val="1280"/>
              <a:buNone/>
              <a:defRPr>
                <a:solidFill>
                  <a:schemeClr val="lt1"/>
                </a:solidFill>
              </a:defRPr>
            </a:lvl3pPr>
            <a:lvl4pPr lvl="3" algn="ctr">
              <a:spcBef>
                <a:spcPts val="1000"/>
              </a:spcBef>
              <a:spcAft>
                <a:spcPts val="0"/>
              </a:spcAft>
              <a:buSzPts val="1120"/>
              <a:buNone/>
              <a:defRPr>
                <a:solidFill>
                  <a:schemeClr val="lt1"/>
                </a:solidFill>
              </a:defRPr>
            </a:lvl4pPr>
            <a:lvl5pPr lvl="4" algn="ctr">
              <a:spcBef>
                <a:spcPts val="1000"/>
              </a:spcBef>
              <a:spcAft>
                <a:spcPts val="0"/>
              </a:spcAft>
              <a:buSzPts val="1120"/>
              <a:buNone/>
              <a:defRPr>
                <a:solidFill>
                  <a:schemeClr val="lt1"/>
                </a:solidFill>
              </a:defRPr>
            </a:lvl5pPr>
            <a:lvl6pPr lvl="5" algn="ctr">
              <a:spcBef>
                <a:spcPts val="1000"/>
              </a:spcBef>
              <a:spcAft>
                <a:spcPts val="0"/>
              </a:spcAft>
              <a:buSzPts val="1120"/>
              <a:buNone/>
              <a:defRPr>
                <a:solidFill>
                  <a:schemeClr val="lt1"/>
                </a:solidFill>
              </a:defRPr>
            </a:lvl6pPr>
            <a:lvl7pPr lvl="6" algn="ctr">
              <a:spcBef>
                <a:spcPts val="1000"/>
              </a:spcBef>
              <a:spcAft>
                <a:spcPts val="0"/>
              </a:spcAft>
              <a:buSzPts val="1120"/>
              <a:buNone/>
              <a:defRPr>
                <a:solidFill>
                  <a:schemeClr val="lt1"/>
                </a:solidFill>
              </a:defRPr>
            </a:lvl7pPr>
            <a:lvl8pPr lvl="7" algn="ctr">
              <a:spcBef>
                <a:spcPts val="1000"/>
              </a:spcBef>
              <a:spcAft>
                <a:spcPts val="0"/>
              </a:spcAft>
              <a:buSzPts val="1120"/>
              <a:buNone/>
              <a:defRPr>
                <a:solidFill>
                  <a:schemeClr val="lt1"/>
                </a:solidFill>
              </a:defRPr>
            </a:lvl8pPr>
            <a:lvl9pPr lvl="8" algn="ctr">
              <a:spcBef>
                <a:spcPts val="1000"/>
              </a:spcBef>
              <a:spcAft>
                <a:spcPts val="0"/>
              </a:spcAft>
              <a:buSzPts val="1120"/>
              <a:buNone/>
              <a:defRPr>
                <a:solidFill>
                  <a:schemeClr val="lt1"/>
                </a:solidFill>
              </a:defRPr>
            </a:lvl9pPr>
          </a:lstStyle>
          <a:p/>
        </p:txBody>
      </p:sp>
      <p:sp>
        <p:nvSpPr>
          <p:cNvPr id="20" name="Google Shape;20;p18"/>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8"/>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19"/>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6" name="Google Shape;26;p19"/>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9"/>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20"/>
          <p:cNvSpPr txBox="1"/>
          <p:nvPr>
            <p:ph type="title"/>
          </p:nvPr>
        </p:nvSpPr>
        <p:spPr>
          <a:xfrm>
            <a:off x="1154956" y="2861733"/>
            <a:ext cx="8825657" cy="191564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0"/>
          <p:cNvSpPr txBox="1"/>
          <p:nvPr>
            <p:ph idx="1" type="body"/>
          </p:nvPr>
        </p:nvSpPr>
        <p:spPr>
          <a:xfrm>
            <a:off x="1154955" y="4777381"/>
            <a:ext cx="882565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rgbClr val="8ACED5"/>
                </a:solidFill>
              </a:defRPr>
            </a:lvl1pPr>
            <a:lvl2pPr indent="-228600" lvl="1" marL="914400" algn="l">
              <a:spcBef>
                <a:spcPts val="1000"/>
              </a:spcBef>
              <a:spcAft>
                <a:spcPts val="0"/>
              </a:spcAft>
              <a:buSzPts val="1440"/>
              <a:buNone/>
              <a:defRPr sz="1800">
                <a:solidFill>
                  <a:schemeClr val="lt1"/>
                </a:solidFill>
              </a:defRPr>
            </a:lvl2pPr>
            <a:lvl3pPr indent="-228600" lvl="2" marL="1371600" algn="l">
              <a:spcBef>
                <a:spcPts val="1000"/>
              </a:spcBef>
              <a:spcAft>
                <a:spcPts val="0"/>
              </a:spcAft>
              <a:buSzPts val="1280"/>
              <a:buNone/>
              <a:defRPr sz="1600">
                <a:solidFill>
                  <a:schemeClr val="lt1"/>
                </a:solidFill>
              </a:defRPr>
            </a:lvl3pPr>
            <a:lvl4pPr indent="-228600" lvl="3" marL="1828800" algn="l">
              <a:spcBef>
                <a:spcPts val="1000"/>
              </a:spcBef>
              <a:spcAft>
                <a:spcPts val="0"/>
              </a:spcAft>
              <a:buSzPts val="1120"/>
              <a:buNone/>
              <a:defRPr sz="1400">
                <a:solidFill>
                  <a:schemeClr val="lt1"/>
                </a:solidFill>
              </a:defRPr>
            </a:lvl4pPr>
            <a:lvl5pPr indent="-228600" lvl="4" marL="2286000" algn="l">
              <a:spcBef>
                <a:spcPts val="1000"/>
              </a:spcBef>
              <a:spcAft>
                <a:spcPts val="0"/>
              </a:spcAft>
              <a:buSzPts val="1120"/>
              <a:buNone/>
              <a:defRPr sz="1400">
                <a:solidFill>
                  <a:schemeClr val="lt1"/>
                </a:solidFill>
              </a:defRPr>
            </a:lvl5pPr>
            <a:lvl6pPr indent="-228600" lvl="5" marL="2743200" algn="l">
              <a:spcBef>
                <a:spcPts val="1000"/>
              </a:spcBef>
              <a:spcAft>
                <a:spcPts val="0"/>
              </a:spcAft>
              <a:buSzPts val="1120"/>
              <a:buNone/>
              <a:defRPr sz="1400">
                <a:solidFill>
                  <a:schemeClr val="lt1"/>
                </a:solidFill>
              </a:defRPr>
            </a:lvl6pPr>
            <a:lvl7pPr indent="-228600" lvl="6" marL="3200400" algn="l">
              <a:spcBef>
                <a:spcPts val="1000"/>
              </a:spcBef>
              <a:spcAft>
                <a:spcPts val="0"/>
              </a:spcAft>
              <a:buSzPts val="1120"/>
              <a:buNone/>
              <a:defRPr sz="1400">
                <a:solidFill>
                  <a:schemeClr val="lt1"/>
                </a:solidFill>
              </a:defRPr>
            </a:lvl7pPr>
            <a:lvl8pPr indent="-228600" lvl="7" marL="3657600" algn="l">
              <a:spcBef>
                <a:spcPts val="1000"/>
              </a:spcBef>
              <a:spcAft>
                <a:spcPts val="0"/>
              </a:spcAft>
              <a:buSzPts val="1120"/>
              <a:buNone/>
              <a:defRPr sz="1400">
                <a:solidFill>
                  <a:schemeClr val="lt1"/>
                </a:solidFill>
              </a:defRPr>
            </a:lvl8pPr>
            <a:lvl9pPr indent="-228600" lvl="8" marL="4114800" algn="l">
              <a:spcBef>
                <a:spcPts val="1000"/>
              </a:spcBef>
              <a:spcAft>
                <a:spcPts val="0"/>
              </a:spcAft>
              <a:buSzPts val="1120"/>
              <a:buNone/>
              <a:defRPr sz="1400">
                <a:solidFill>
                  <a:schemeClr val="lt1"/>
                </a:solidFill>
              </a:defRPr>
            </a:lvl9pPr>
          </a:lstStyle>
          <a:p/>
        </p:txBody>
      </p:sp>
      <p:sp>
        <p:nvSpPr>
          <p:cNvPr id="32" name="Google Shape;32;p20"/>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0"/>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21"/>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1"/>
          <p:cNvSpPr txBox="1"/>
          <p:nvPr>
            <p:ph idx="1" type="body"/>
          </p:nvPr>
        </p:nvSpPr>
        <p:spPr>
          <a:xfrm>
            <a:off x="1103312" y="2060575"/>
            <a:ext cx="4396339" cy="419576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20"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60" lvl="7" marL="3657600" algn="l">
              <a:spcBef>
                <a:spcPts val="1000"/>
              </a:spcBef>
              <a:spcAft>
                <a:spcPts val="0"/>
              </a:spcAft>
              <a:buSzPts val="960"/>
              <a:buChar char="►"/>
              <a:defRPr sz="1200"/>
            </a:lvl8pPr>
            <a:lvl9pPr indent="-289560" lvl="8" marL="4114800" algn="l">
              <a:spcBef>
                <a:spcPts val="1000"/>
              </a:spcBef>
              <a:spcAft>
                <a:spcPts val="0"/>
              </a:spcAft>
              <a:buSzPts val="960"/>
              <a:buChar char="►"/>
              <a:defRPr sz="1200"/>
            </a:lvl9pPr>
          </a:lstStyle>
          <a:p/>
        </p:txBody>
      </p:sp>
      <p:sp>
        <p:nvSpPr>
          <p:cNvPr id="38" name="Google Shape;38;p21"/>
          <p:cNvSpPr txBox="1"/>
          <p:nvPr>
            <p:ph idx="2" type="body"/>
          </p:nvPr>
        </p:nvSpPr>
        <p:spPr>
          <a:xfrm>
            <a:off x="5654493" y="2056092"/>
            <a:ext cx="4396341" cy="4200245"/>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20"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60" lvl="7" marL="3657600" algn="l">
              <a:spcBef>
                <a:spcPts val="1000"/>
              </a:spcBef>
              <a:spcAft>
                <a:spcPts val="0"/>
              </a:spcAft>
              <a:buSzPts val="960"/>
              <a:buChar char="►"/>
              <a:defRPr sz="1200"/>
            </a:lvl8pPr>
            <a:lvl9pPr indent="-289560" lvl="8" marL="4114800" algn="l">
              <a:spcBef>
                <a:spcPts val="1000"/>
              </a:spcBef>
              <a:spcAft>
                <a:spcPts val="0"/>
              </a:spcAft>
              <a:buSzPts val="960"/>
              <a:buChar char="►"/>
              <a:defRPr sz="1200"/>
            </a:lvl9pPr>
          </a:lstStyle>
          <a:p/>
        </p:txBody>
      </p:sp>
      <p:sp>
        <p:nvSpPr>
          <p:cNvPr id="39" name="Google Shape;39;p21"/>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1"/>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2" name="Shape 42"/>
        <p:cNvGrpSpPr/>
        <p:nvPr/>
      </p:nvGrpSpPr>
      <p:grpSpPr>
        <a:xfrm>
          <a:off x="0" y="0"/>
          <a:ext cx="0" cy="0"/>
          <a:chOff x="0" y="0"/>
          <a:chExt cx="0" cy="0"/>
        </a:xfrm>
      </p:grpSpPr>
      <p:sp>
        <p:nvSpPr>
          <p:cNvPr id="43" name="Google Shape;43;p22"/>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2"/>
          <p:cNvSpPr txBox="1"/>
          <p:nvPr>
            <p:ph idx="1" type="body"/>
          </p:nvPr>
        </p:nvSpPr>
        <p:spPr>
          <a:xfrm>
            <a:off x="1103313" y="1905000"/>
            <a:ext cx="439633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ACED5"/>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45" name="Google Shape;45;p22"/>
          <p:cNvSpPr txBox="1"/>
          <p:nvPr>
            <p:ph idx="2" type="body"/>
          </p:nvPr>
        </p:nvSpPr>
        <p:spPr>
          <a:xfrm>
            <a:off x="1103312" y="2514600"/>
            <a:ext cx="4396339" cy="374173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20"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60" lvl="7" marL="3657600" algn="l">
              <a:spcBef>
                <a:spcPts val="1000"/>
              </a:spcBef>
              <a:spcAft>
                <a:spcPts val="0"/>
              </a:spcAft>
              <a:buSzPts val="960"/>
              <a:buChar char="►"/>
              <a:defRPr sz="1200"/>
            </a:lvl8pPr>
            <a:lvl9pPr indent="-289560" lvl="8" marL="4114800" algn="l">
              <a:spcBef>
                <a:spcPts val="1000"/>
              </a:spcBef>
              <a:spcAft>
                <a:spcPts val="0"/>
              </a:spcAft>
              <a:buSzPts val="960"/>
              <a:buChar char="►"/>
              <a:defRPr sz="1200"/>
            </a:lvl9pPr>
          </a:lstStyle>
          <a:p/>
        </p:txBody>
      </p:sp>
      <p:sp>
        <p:nvSpPr>
          <p:cNvPr id="46" name="Google Shape;46;p22"/>
          <p:cNvSpPr txBox="1"/>
          <p:nvPr>
            <p:ph idx="3" type="body"/>
          </p:nvPr>
        </p:nvSpPr>
        <p:spPr>
          <a:xfrm>
            <a:off x="5654495" y="1905000"/>
            <a:ext cx="4396339"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ACED5"/>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47" name="Google Shape;47;p22"/>
          <p:cNvSpPr txBox="1"/>
          <p:nvPr>
            <p:ph idx="4" type="body"/>
          </p:nvPr>
        </p:nvSpPr>
        <p:spPr>
          <a:xfrm>
            <a:off x="5654495" y="2514600"/>
            <a:ext cx="4396339" cy="374173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20"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60" lvl="7" marL="3657600" algn="l">
              <a:spcBef>
                <a:spcPts val="1000"/>
              </a:spcBef>
              <a:spcAft>
                <a:spcPts val="0"/>
              </a:spcAft>
              <a:buSzPts val="960"/>
              <a:buChar char="►"/>
              <a:defRPr sz="1200"/>
            </a:lvl8pPr>
            <a:lvl9pPr indent="-289560" lvl="8" marL="4114800" algn="l">
              <a:spcBef>
                <a:spcPts val="1000"/>
              </a:spcBef>
              <a:spcAft>
                <a:spcPts val="0"/>
              </a:spcAft>
              <a:buSzPts val="960"/>
              <a:buChar char="►"/>
              <a:defRPr sz="1200"/>
            </a:lvl9pPr>
          </a:lstStyle>
          <a:p/>
        </p:txBody>
      </p:sp>
      <p:sp>
        <p:nvSpPr>
          <p:cNvPr id="48" name="Google Shape;48;p22"/>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2"/>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23"/>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3"/>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3"/>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24"/>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4"/>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25"/>
          <p:cNvSpPr txBox="1"/>
          <p:nvPr>
            <p:ph type="title"/>
          </p:nvPr>
        </p:nvSpPr>
        <p:spPr>
          <a:xfrm>
            <a:off x="1154953" y="1447800"/>
            <a:ext cx="3401064" cy="14478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5"/>
          <p:cNvSpPr txBox="1"/>
          <p:nvPr>
            <p:ph idx="1" type="body"/>
          </p:nvPr>
        </p:nvSpPr>
        <p:spPr>
          <a:xfrm>
            <a:off x="4784616" y="1447800"/>
            <a:ext cx="5195997" cy="4572000"/>
          </a:xfrm>
          <a:prstGeom prst="rect">
            <a:avLst/>
          </a:prstGeom>
          <a:noFill/>
          <a:ln>
            <a:noFill/>
          </a:ln>
        </p:spPr>
        <p:txBody>
          <a:bodyPr anchorCtr="0" anchor="ctr" bIns="45700" lIns="91425" spcFirstLastPara="1" rIns="91425" wrap="square" tIns="45700">
            <a:normAutofit/>
          </a:bodyPr>
          <a:lstStyle>
            <a:lvl1pPr indent="-330200" lvl="0" marL="457200" algn="l">
              <a:spcBef>
                <a:spcPts val="1000"/>
              </a:spcBef>
              <a:spcAft>
                <a:spcPts val="0"/>
              </a:spcAft>
              <a:buSzPts val="1600"/>
              <a:buChar char="►"/>
              <a:defRPr sz="2000"/>
            </a:lvl1pPr>
            <a:lvl2pPr indent="-320040" lvl="1" marL="914400" algn="l">
              <a:spcBef>
                <a:spcPts val="1000"/>
              </a:spcBef>
              <a:spcAft>
                <a:spcPts val="0"/>
              </a:spcAft>
              <a:buSzPts val="1440"/>
              <a:buChar char="►"/>
              <a:defRPr sz="1800"/>
            </a:lvl2pPr>
            <a:lvl3pPr indent="-309880" lvl="2" marL="1371600" algn="l">
              <a:spcBef>
                <a:spcPts val="1000"/>
              </a:spcBef>
              <a:spcAft>
                <a:spcPts val="0"/>
              </a:spcAft>
              <a:buSzPts val="1280"/>
              <a:buChar char="►"/>
              <a:defRPr sz="1600"/>
            </a:lvl3pPr>
            <a:lvl4pPr indent="-299720" lvl="3" marL="1828800" algn="l">
              <a:spcBef>
                <a:spcPts val="1000"/>
              </a:spcBef>
              <a:spcAft>
                <a:spcPts val="0"/>
              </a:spcAft>
              <a:buSzPts val="1120"/>
              <a:buChar char="►"/>
              <a:defRPr sz="1400"/>
            </a:lvl4pPr>
            <a:lvl5pPr indent="-299720" lvl="4" marL="2286000" algn="l">
              <a:spcBef>
                <a:spcPts val="1000"/>
              </a:spcBef>
              <a:spcAft>
                <a:spcPts val="0"/>
              </a:spcAft>
              <a:buSzPts val="1120"/>
              <a:buChar char="►"/>
              <a:defRPr sz="1400"/>
            </a:lvl5pPr>
            <a:lvl6pPr indent="-299720" lvl="5" marL="2743200" algn="l">
              <a:spcBef>
                <a:spcPts val="1000"/>
              </a:spcBef>
              <a:spcAft>
                <a:spcPts val="0"/>
              </a:spcAft>
              <a:buSzPts val="1120"/>
              <a:buChar char="►"/>
              <a:defRPr sz="1400"/>
            </a:lvl6pPr>
            <a:lvl7pPr indent="-299720" lvl="6" marL="3200400" algn="l">
              <a:spcBef>
                <a:spcPts val="1000"/>
              </a:spcBef>
              <a:spcAft>
                <a:spcPts val="0"/>
              </a:spcAft>
              <a:buSzPts val="1120"/>
              <a:buChar char="►"/>
              <a:defRPr sz="1400"/>
            </a:lvl7pPr>
            <a:lvl8pPr indent="-299720" lvl="7" marL="3657600" algn="l">
              <a:spcBef>
                <a:spcPts val="1000"/>
              </a:spcBef>
              <a:spcAft>
                <a:spcPts val="0"/>
              </a:spcAft>
              <a:buSzPts val="1120"/>
              <a:buChar char="►"/>
              <a:defRPr sz="1400"/>
            </a:lvl8pPr>
            <a:lvl9pPr indent="-299720" lvl="8" marL="4114800" algn="l">
              <a:spcBef>
                <a:spcPts val="1000"/>
              </a:spcBef>
              <a:spcAft>
                <a:spcPts val="0"/>
              </a:spcAft>
              <a:buSzPts val="1120"/>
              <a:buChar char="►"/>
              <a:defRPr sz="1400"/>
            </a:lvl9pPr>
          </a:lstStyle>
          <a:p/>
        </p:txBody>
      </p:sp>
      <p:sp>
        <p:nvSpPr>
          <p:cNvPr id="63" name="Google Shape;63;p25"/>
          <p:cNvSpPr txBox="1"/>
          <p:nvPr>
            <p:ph idx="2" type="body"/>
          </p:nvPr>
        </p:nvSpPr>
        <p:spPr>
          <a:xfrm>
            <a:off x="1154953" y="3129280"/>
            <a:ext cx="3401063" cy="289559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64" name="Google Shape;64;p25"/>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5"/>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26"/>
          <p:cNvSpPr txBox="1"/>
          <p:nvPr>
            <p:ph type="title"/>
          </p:nvPr>
        </p:nvSpPr>
        <p:spPr>
          <a:xfrm>
            <a:off x="1153907" y="1854192"/>
            <a:ext cx="5092906" cy="157480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3600"/>
              <a:buFont typeface="Century Gothic"/>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6"/>
          <p:cNvSpPr/>
          <p:nvPr>
            <p:ph idx="2" type="pic"/>
          </p:nvPr>
        </p:nvSpPr>
        <p:spPr>
          <a:xfrm>
            <a:off x="6949546" y="1143000"/>
            <a:ext cx="3200400" cy="4572000"/>
          </a:xfrm>
          <a:prstGeom prst="roundRect">
            <a:avLst>
              <a:gd fmla="val 1858" name="adj"/>
            </a:avLst>
          </a:prstGeom>
          <a:noFill/>
          <a:ln>
            <a:noFill/>
          </a:ln>
          <a:effectLst>
            <a:outerShdw blurRad="50800" rotWithShape="0" algn="tl" dir="5400000" dist="50800">
              <a:srgbClr val="000000">
                <a:alpha val="43137"/>
              </a:srgbClr>
            </a:outerShdw>
          </a:effectLst>
        </p:spPr>
      </p:sp>
      <p:sp>
        <p:nvSpPr>
          <p:cNvPr id="70" name="Google Shape;70;p26"/>
          <p:cNvSpPr txBox="1"/>
          <p:nvPr>
            <p:ph idx="1" type="body"/>
          </p:nvPr>
        </p:nvSpPr>
        <p:spPr>
          <a:xfrm>
            <a:off x="1154954" y="3657600"/>
            <a:ext cx="5084979"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71" name="Google Shape;71;p26"/>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6"/>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4" name="Shape 74"/>
        <p:cNvGrpSpPr/>
        <p:nvPr/>
      </p:nvGrpSpPr>
      <p:grpSpPr>
        <a:xfrm>
          <a:off x="0" y="0"/>
          <a:ext cx="0" cy="0"/>
          <a:chOff x="0" y="0"/>
          <a:chExt cx="0" cy="0"/>
        </a:xfrm>
      </p:grpSpPr>
      <p:sp>
        <p:nvSpPr>
          <p:cNvPr id="75" name="Google Shape;75;p27"/>
          <p:cNvSpPr txBox="1"/>
          <p:nvPr>
            <p:ph type="title"/>
          </p:nvPr>
        </p:nvSpPr>
        <p:spPr>
          <a:xfrm>
            <a:off x="1154956" y="4800587"/>
            <a:ext cx="882565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7"/>
          <p:cNvSpPr/>
          <p:nvPr>
            <p:ph idx="2" type="pic"/>
          </p:nvPr>
        </p:nvSpPr>
        <p:spPr>
          <a:xfrm>
            <a:off x="1154955" y="685800"/>
            <a:ext cx="8825658" cy="3640666"/>
          </a:xfrm>
          <a:prstGeom prst="roundRect">
            <a:avLst>
              <a:gd fmla="val 1858" name="adj"/>
            </a:avLst>
          </a:prstGeom>
          <a:noFill/>
          <a:ln>
            <a:noFill/>
          </a:ln>
          <a:effectLst>
            <a:outerShdw blurRad="50800" rotWithShape="0" algn="tl" dir="5400000" dist="50800">
              <a:srgbClr val="000000">
                <a:alpha val="43137"/>
              </a:srgbClr>
            </a:outerShdw>
          </a:effectLst>
        </p:spPr>
      </p:sp>
      <p:sp>
        <p:nvSpPr>
          <p:cNvPr id="77" name="Google Shape;77;p27"/>
          <p:cNvSpPr txBox="1"/>
          <p:nvPr>
            <p:ph idx="1" type="body"/>
          </p:nvPr>
        </p:nvSpPr>
        <p:spPr>
          <a:xfrm>
            <a:off x="1154956" y="5367325"/>
            <a:ext cx="8825656"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78" name="Google Shape;78;p27"/>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7"/>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1" name="Shape 81"/>
        <p:cNvGrpSpPr/>
        <p:nvPr/>
      </p:nvGrpSpPr>
      <p:grpSpPr>
        <a:xfrm>
          <a:off x="0" y="0"/>
          <a:ext cx="0" cy="0"/>
          <a:chOff x="0" y="0"/>
          <a:chExt cx="0" cy="0"/>
        </a:xfrm>
      </p:grpSpPr>
      <p:sp>
        <p:nvSpPr>
          <p:cNvPr id="82" name="Google Shape;82;p28"/>
          <p:cNvSpPr txBox="1"/>
          <p:nvPr>
            <p:ph type="title"/>
          </p:nvPr>
        </p:nvSpPr>
        <p:spPr>
          <a:xfrm>
            <a:off x="1154954" y="1447800"/>
            <a:ext cx="8825659" cy="1981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8"/>
          <p:cNvSpPr txBox="1"/>
          <p:nvPr>
            <p:ph idx="1" type="body"/>
          </p:nvPr>
        </p:nvSpPr>
        <p:spPr>
          <a:xfrm>
            <a:off x="1154954" y="3657600"/>
            <a:ext cx="8825659" cy="23622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84" name="Google Shape;84;p28"/>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8"/>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87" name="Shape 87"/>
        <p:cNvGrpSpPr/>
        <p:nvPr/>
      </p:nvGrpSpPr>
      <p:grpSpPr>
        <a:xfrm>
          <a:off x="0" y="0"/>
          <a:ext cx="0" cy="0"/>
          <a:chOff x="0" y="0"/>
          <a:chExt cx="0" cy="0"/>
        </a:xfrm>
      </p:grpSpPr>
      <p:sp>
        <p:nvSpPr>
          <p:cNvPr id="88" name="Google Shape;88;p29"/>
          <p:cNvSpPr txBox="1"/>
          <p:nvPr>
            <p:ph type="title"/>
          </p:nvPr>
        </p:nvSpPr>
        <p:spPr>
          <a:xfrm>
            <a:off x="1574801" y="1447800"/>
            <a:ext cx="7999315" cy="2323374"/>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9"/>
          <p:cNvSpPr txBox="1"/>
          <p:nvPr>
            <p:ph idx="1" type="body"/>
          </p:nvPr>
        </p:nvSpPr>
        <p:spPr>
          <a:xfrm>
            <a:off x="1930400" y="3771174"/>
            <a:ext cx="7279649" cy="34217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b="0" i="0" sz="1400" cap="small">
                <a:solidFill>
                  <a:srgbClr val="8ACED5"/>
                </a:solidFill>
                <a:latin typeface="Century Gothic"/>
                <a:ea typeface="Century Gothic"/>
                <a:cs typeface="Century Gothic"/>
                <a:sym typeface="Century Gothic"/>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0" name="Google Shape;90;p29"/>
          <p:cNvSpPr txBox="1"/>
          <p:nvPr>
            <p:ph idx="2" type="body"/>
          </p:nvPr>
        </p:nvSpPr>
        <p:spPr>
          <a:xfrm>
            <a:off x="1154954" y="4350657"/>
            <a:ext cx="8825659" cy="16764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1" name="Google Shape;91;p29"/>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9"/>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94" name="Google Shape;94;p29"/>
          <p:cNvSpPr txBox="1"/>
          <p:nvPr/>
        </p:nvSpPr>
        <p:spPr>
          <a:xfrm>
            <a:off x="898295" y="971253"/>
            <a:ext cx="801912"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200">
                <a:solidFill>
                  <a:srgbClr val="8ACED5"/>
                </a:solidFill>
                <a:latin typeface="Arial"/>
                <a:ea typeface="Arial"/>
                <a:cs typeface="Arial"/>
                <a:sym typeface="Arial"/>
              </a:rPr>
              <a:t>“</a:t>
            </a:r>
            <a:endParaRPr/>
          </a:p>
        </p:txBody>
      </p:sp>
      <p:sp>
        <p:nvSpPr>
          <p:cNvPr id="95" name="Google Shape;95;p29"/>
          <p:cNvSpPr txBox="1"/>
          <p:nvPr/>
        </p:nvSpPr>
        <p:spPr>
          <a:xfrm>
            <a:off x="9330490" y="2613787"/>
            <a:ext cx="801912"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200">
                <a:solidFill>
                  <a:srgbClr val="8ACED5"/>
                </a:solidFill>
                <a:latin typeface="Arial"/>
                <a:ea typeface="Arial"/>
                <a:cs typeface="Arial"/>
                <a:sym typeface="Arial"/>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96" name="Shape 96"/>
        <p:cNvGrpSpPr/>
        <p:nvPr/>
      </p:nvGrpSpPr>
      <p:grpSpPr>
        <a:xfrm>
          <a:off x="0" y="0"/>
          <a:ext cx="0" cy="0"/>
          <a:chOff x="0" y="0"/>
          <a:chExt cx="0" cy="0"/>
        </a:xfrm>
      </p:grpSpPr>
      <p:sp>
        <p:nvSpPr>
          <p:cNvPr id="97" name="Google Shape;97;p30"/>
          <p:cNvSpPr txBox="1"/>
          <p:nvPr>
            <p:ph type="title"/>
          </p:nvPr>
        </p:nvSpPr>
        <p:spPr>
          <a:xfrm>
            <a:off x="1154954" y="3124201"/>
            <a:ext cx="8825660" cy="165318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30"/>
          <p:cNvSpPr txBox="1"/>
          <p:nvPr>
            <p:ph idx="1" type="body"/>
          </p:nvPr>
        </p:nvSpPr>
        <p:spPr>
          <a:xfrm>
            <a:off x="1154954" y="4777381"/>
            <a:ext cx="8825659"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rgbClr val="8ACED5"/>
                </a:solidFill>
              </a:defRPr>
            </a:lvl1pPr>
            <a:lvl2pPr indent="-228600" lvl="1" marL="914400" algn="l">
              <a:spcBef>
                <a:spcPts val="1000"/>
              </a:spcBef>
              <a:spcAft>
                <a:spcPts val="0"/>
              </a:spcAft>
              <a:buSzPts val="1440"/>
              <a:buNone/>
              <a:defRPr sz="1800">
                <a:solidFill>
                  <a:schemeClr val="lt1"/>
                </a:solidFill>
              </a:defRPr>
            </a:lvl2pPr>
            <a:lvl3pPr indent="-228600" lvl="2" marL="1371600" algn="l">
              <a:spcBef>
                <a:spcPts val="1000"/>
              </a:spcBef>
              <a:spcAft>
                <a:spcPts val="0"/>
              </a:spcAft>
              <a:buSzPts val="1280"/>
              <a:buNone/>
              <a:defRPr sz="1600">
                <a:solidFill>
                  <a:schemeClr val="lt1"/>
                </a:solidFill>
              </a:defRPr>
            </a:lvl3pPr>
            <a:lvl4pPr indent="-228600" lvl="3" marL="1828800" algn="l">
              <a:spcBef>
                <a:spcPts val="1000"/>
              </a:spcBef>
              <a:spcAft>
                <a:spcPts val="0"/>
              </a:spcAft>
              <a:buSzPts val="1120"/>
              <a:buNone/>
              <a:defRPr sz="1400">
                <a:solidFill>
                  <a:schemeClr val="lt1"/>
                </a:solidFill>
              </a:defRPr>
            </a:lvl4pPr>
            <a:lvl5pPr indent="-228600" lvl="4" marL="2286000" algn="l">
              <a:spcBef>
                <a:spcPts val="1000"/>
              </a:spcBef>
              <a:spcAft>
                <a:spcPts val="0"/>
              </a:spcAft>
              <a:buSzPts val="1120"/>
              <a:buNone/>
              <a:defRPr sz="1400">
                <a:solidFill>
                  <a:schemeClr val="lt1"/>
                </a:solidFill>
              </a:defRPr>
            </a:lvl5pPr>
            <a:lvl6pPr indent="-228600" lvl="5" marL="2743200" algn="l">
              <a:spcBef>
                <a:spcPts val="1000"/>
              </a:spcBef>
              <a:spcAft>
                <a:spcPts val="0"/>
              </a:spcAft>
              <a:buSzPts val="1120"/>
              <a:buNone/>
              <a:defRPr sz="1400">
                <a:solidFill>
                  <a:schemeClr val="lt1"/>
                </a:solidFill>
              </a:defRPr>
            </a:lvl6pPr>
            <a:lvl7pPr indent="-228600" lvl="6" marL="3200400" algn="l">
              <a:spcBef>
                <a:spcPts val="1000"/>
              </a:spcBef>
              <a:spcAft>
                <a:spcPts val="0"/>
              </a:spcAft>
              <a:buSzPts val="1120"/>
              <a:buNone/>
              <a:defRPr sz="1400">
                <a:solidFill>
                  <a:schemeClr val="lt1"/>
                </a:solidFill>
              </a:defRPr>
            </a:lvl7pPr>
            <a:lvl8pPr indent="-228600" lvl="7" marL="3657600" algn="l">
              <a:spcBef>
                <a:spcPts val="1000"/>
              </a:spcBef>
              <a:spcAft>
                <a:spcPts val="0"/>
              </a:spcAft>
              <a:buSzPts val="1120"/>
              <a:buNone/>
              <a:defRPr sz="1400">
                <a:solidFill>
                  <a:schemeClr val="lt1"/>
                </a:solidFill>
              </a:defRPr>
            </a:lvl8pPr>
            <a:lvl9pPr indent="-228600" lvl="8" marL="4114800" algn="l">
              <a:spcBef>
                <a:spcPts val="1000"/>
              </a:spcBef>
              <a:spcAft>
                <a:spcPts val="0"/>
              </a:spcAft>
              <a:buSzPts val="1120"/>
              <a:buNone/>
              <a:defRPr sz="1400">
                <a:solidFill>
                  <a:schemeClr val="lt1"/>
                </a:solidFill>
              </a:defRPr>
            </a:lvl9pPr>
          </a:lstStyle>
          <a:p/>
        </p:txBody>
      </p:sp>
      <p:sp>
        <p:nvSpPr>
          <p:cNvPr id="99" name="Google Shape;99;p30"/>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30"/>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3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2" name="Shape 102"/>
        <p:cNvGrpSpPr/>
        <p:nvPr/>
      </p:nvGrpSpPr>
      <p:grpSpPr>
        <a:xfrm>
          <a:off x="0" y="0"/>
          <a:ext cx="0" cy="0"/>
          <a:chOff x="0" y="0"/>
          <a:chExt cx="0" cy="0"/>
        </a:xfrm>
      </p:grpSpPr>
      <p:sp>
        <p:nvSpPr>
          <p:cNvPr id="103" name="Google Shape;103;p31"/>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31"/>
          <p:cNvSpPr txBox="1"/>
          <p:nvPr>
            <p:ph idx="1" type="body"/>
          </p:nvPr>
        </p:nvSpPr>
        <p:spPr>
          <a:xfrm>
            <a:off x="632947" y="1981200"/>
            <a:ext cx="2946866"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ACED5"/>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5" name="Google Shape;105;p31"/>
          <p:cNvSpPr txBox="1"/>
          <p:nvPr>
            <p:ph idx="2" type="body"/>
          </p:nvPr>
        </p:nvSpPr>
        <p:spPr>
          <a:xfrm>
            <a:off x="652463" y="2667000"/>
            <a:ext cx="2927350"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06" name="Google Shape;106;p31"/>
          <p:cNvSpPr txBox="1"/>
          <p:nvPr>
            <p:ph idx="3" type="body"/>
          </p:nvPr>
        </p:nvSpPr>
        <p:spPr>
          <a:xfrm>
            <a:off x="3883659" y="1981200"/>
            <a:ext cx="2936241"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ACED5"/>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7" name="Google Shape;107;p31"/>
          <p:cNvSpPr txBox="1"/>
          <p:nvPr>
            <p:ph idx="4" type="body"/>
          </p:nvPr>
        </p:nvSpPr>
        <p:spPr>
          <a:xfrm>
            <a:off x="3873106" y="2667000"/>
            <a:ext cx="2946794"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08" name="Google Shape;108;p31"/>
          <p:cNvSpPr txBox="1"/>
          <p:nvPr>
            <p:ph idx="5" type="body"/>
          </p:nvPr>
        </p:nvSpPr>
        <p:spPr>
          <a:xfrm>
            <a:off x="7124700" y="1981200"/>
            <a:ext cx="293211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ACED5"/>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9" name="Google Shape;109;p31"/>
          <p:cNvSpPr txBox="1"/>
          <p:nvPr>
            <p:ph idx="6" type="body"/>
          </p:nvPr>
        </p:nvSpPr>
        <p:spPr>
          <a:xfrm>
            <a:off x="7124700" y="2667000"/>
            <a:ext cx="2932113"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110" name="Google Shape;110;p31"/>
          <p:cNvCxnSpPr/>
          <p:nvPr/>
        </p:nvCxnSpPr>
        <p:spPr>
          <a:xfrm>
            <a:off x="3726142" y="2133600"/>
            <a:ext cx="0" cy="3962400"/>
          </a:xfrm>
          <a:prstGeom prst="straightConnector1">
            <a:avLst/>
          </a:prstGeom>
          <a:noFill/>
          <a:ln cap="flat" cmpd="sng" w="12700">
            <a:solidFill>
              <a:srgbClr val="8ACED5">
                <a:alpha val="40000"/>
              </a:srgbClr>
            </a:solidFill>
            <a:prstDash val="solid"/>
            <a:round/>
            <a:headEnd len="sm" w="sm" type="none"/>
            <a:tailEnd len="sm" w="sm" type="none"/>
          </a:ln>
        </p:spPr>
      </p:cxnSp>
      <p:cxnSp>
        <p:nvCxnSpPr>
          <p:cNvPr id="111" name="Google Shape;111;p31"/>
          <p:cNvCxnSpPr/>
          <p:nvPr/>
        </p:nvCxnSpPr>
        <p:spPr>
          <a:xfrm>
            <a:off x="6962227" y="2133600"/>
            <a:ext cx="0" cy="3966882"/>
          </a:xfrm>
          <a:prstGeom prst="straightConnector1">
            <a:avLst/>
          </a:prstGeom>
          <a:noFill/>
          <a:ln cap="flat" cmpd="sng" w="12700">
            <a:solidFill>
              <a:srgbClr val="8ACED5">
                <a:alpha val="40000"/>
              </a:srgbClr>
            </a:solidFill>
            <a:prstDash val="solid"/>
            <a:round/>
            <a:headEnd len="sm" w="sm" type="none"/>
            <a:tailEnd len="sm" w="sm" type="none"/>
          </a:ln>
        </p:spPr>
      </p:cxnSp>
      <p:sp>
        <p:nvSpPr>
          <p:cNvPr id="112" name="Google Shape;112;p31"/>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31"/>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3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5" name="Shape 115"/>
        <p:cNvGrpSpPr/>
        <p:nvPr/>
      </p:nvGrpSpPr>
      <p:grpSpPr>
        <a:xfrm>
          <a:off x="0" y="0"/>
          <a:ext cx="0" cy="0"/>
          <a:chOff x="0" y="0"/>
          <a:chExt cx="0" cy="0"/>
        </a:xfrm>
      </p:grpSpPr>
      <p:sp>
        <p:nvSpPr>
          <p:cNvPr id="116" name="Google Shape;116;p32"/>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32"/>
          <p:cNvSpPr txBox="1"/>
          <p:nvPr>
            <p:ph idx="1" type="body"/>
          </p:nvPr>
        </p:nvSpPr>
        <p:spPr>
          <a:xfrm>
            <a:off x="652463" y="4250949"/>
            <a:ext cx="2940050"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ACED5"/>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8" name="Google Shape;118;p32"/>
          <p:cNvSpPr/>
          <p:nvPr>
            <p:ph idx="2" type="pic"/>
          </p:nvPr>
        </p:nvSpPr>
        <p:spPr>
          <a:xfrm>
            <a:off x="652463" y="2209800"/>
            <a:ext cx="2940050" cy="1524000"/>
          </a:xfrm>
          <a:prstGeom prst="roundRect">
            <a:avLst>
              <a:gd fmla="val 1858" name="adj"/>
            </a:avLst>
          </a:prstGeom>
          <a:noFill/>
          <a:ln>
            <a:noFill/>
          </a:ln>
          <a:effectLst>
            <a:outerShdw blurRad="50800" rotWithShape="0" algn="tl" dir="5400000" dist="50800">
              <a:srgbClr val="000000">
                <a:alpha val="43137"/>
              </a:srgbClr>
            </a:outerShdw>
          </a:effectLst>
        </p:spPr>
      </p:sp>
      <p:sp>
        <p:nvSpPr>
          <p:cNvPr id="119" name="Google Shape;119;p32"/>
          <p:cNvSpPr txBox="1"/>
          <p:nvPr>
            <p:ph idx="3" type="body"/>
          </p:nvPr>
        </p:nvSpPr>
        <p:spPr>
          <a:xfrm>
            <a:off x="652463" y="4827211"/>
            <a:ext cx="2940050"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20" name="Google Shape;120;p32"/>
          <p:cNvSpPr txBox="1"/>
          <p:nvPr>
            <p:ph idx="4" type="body"/>
          </p:nvPr>
        </p:nvSpPr>
        <p:spPr>
          <a:xfrm>
            <a:off x="3889375" y="4250949"/>
            <a:ext cx="2930525"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ACED5"/>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21" name="Google Shape;121;p32"/>
          <p:cNvSpPr/>
          <p:nvPr>
            <p:ph idx="5" type="pic"/>
          </p:nvPr>
        </p:nvSpPr>
        <p:spPr>
          <a:xfrm>
            <a:off x="3889374" y="2209800"/>
            <a:ext cx="2930525" cy="1524000"/>
          </a:xfrm>
          <a:prstGeom prst="roundRect">
            <a:avLst>
              <a:gd fmla="val 1858" name="adj"/>
            </a:avLst>
          </a:prstGeom>
          <a:noFill/>
          <a:ln>
            <a:noFill/>
          </a:ln>
          <a:effectLst>
            <a:outerShdw blurRad="50800" rotWithShape="0" algn="tl" dir="5400000" dist="50800">
              <a:srgbClr val="000000">
                <a:alpha val="43137"/>
              </a:srgbClr>
            </a:outerShdw>
          </a:effectLst>
        </p:spPr>
      </p:sp>
      <p:sp>
        <p:nvSpPr>
          <p:cNvPr id="122" name="Google Shape;122;p32"/>
          <p:cNvSpPr txBox="1"/>
          <p:nvPr>
            <p:ph idx="6" type="body"/>
          </p:nvPr>
        </p:nvSpPr>
        <p:spPr>
          <a:xfrm>
            <a:off x="3888022" y="4827210"/>
            <a:ext cx="2934406"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23" name="Google Shape;123;p32"/>
          <p:cNvSpPr txBox="1"/>
          <p:nvPr>
            <p:ph idx="7" type="body"/>
          </p:nvPr>
        </p:nvSpPr>
        <p:spPr>
          <a:xfrm>
            <a:off x="7124700" y="4250949"/>
            <a:ext cx="293211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ACED5"/>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24" name="Google Shape;124;p32"/>
          <p:cNvSpPr/>
          <p:nvPr>
            <p:ph idx="8" type="pic"/>
          </p:nvPr>
        </p:nvSpPr>
        <p:spPr>
          <a:xfrm>
            <a:off x="7124699" y="2209800"/>
            <a:ext cx="2932113" cy="1524000"/>
          </a:xfrm>
          <a:prstGeom prst="roundRect">
            <a:avLst>
              <a:gd fmla="val 1858" name="adj"/>
            </a:avLst>
          </a:prstGeom>
          <a:noFill/>
          <a:ln>
            <a:noFill/>
          </a:ln>
          <a:effectLst>
            <a:outerShdw blurRad="50800" rotWithShape="0" algn="tl" dir="5400000" dist="50800">
              <a:srgbClr val="000000">
                <a:alpha val="43137"/>
              </a:srgbClr>
            </a:outerShdw>
          </a:effectLst>
        </p:spPr>
      </p:sp>
      <p:sp>
        <p:nvSpPr>
          <p:cNvPr id="125" name="Google Shape;125;p32"/>
          <p:cNvSpPr txBox="1"/>
          <p:nvPr>
            <p:ph idx="9" type="body"/>
          </p:nvPr>
        </p:nvSpPr>
        <p:spPr>
          <a:xfrm>
            <a:off x="7124575" y="4827208"/>
            <a:ext cx="2935997"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126" name="Google Shape;126;p32"/>
          <p:cNvCxnSpPr/>
          <p:nvPr/>
        </p:nvCxnSpPr>
        <p:spPr>
          <a:xfrm>
            <a:off x="3726142" y="2133600"/>
            <a:ext cx="0" cy="3962400"/>
          </a:xfrm>
          <a:prstGeom prst="straightConnector1">
            <a:avLst/>
          </a:prstGeom>
          <a:noFill/>
          <a:ln cap="flat" cmpd="sng" w="12700">
            <a:solidFill>
              <a:srgbClr val="8ACED5">
                <a:alpha val="40000"/>
              </a:srgbClr>
            </a:solidFill>
            <a:prstDash val="solid"/>
            <a:round/>
            <a:headEnd len="sm" w="sm" type="none"/>
            <a:tailEnd len="sm" w="sm" type="none"/>
          </a:ln>
        </p:spPr>
      </p:cxnSp>
      <p:cxnSp>
        <p:nvCxnSpPr>
          <p:cNvPr id="127" name="Google Shape;127;p32"/>
          <p:cNvCxnSpPr/>
          <p:nvPr/>
        </p:nvCxnSpPr>
        <p:spPr>
          <a:xfrm>
            <a:off x="6962227" y="2133600"/>
            <a:ext cx="0" cy="3966882"/>
          </a:xfrm>
          <a:prstGeom prst="straightConnector1">
            <a:avLst/>
          </a:prstGeom>
          <a:noFill/>
          <a:ln cap="flat" cmpd="sng" w="12700">
            <a:solidFill>
              <a:srgbClr val="8ACED5">
                <a:alpha val="40000"/>
              </a:srgbClr>
            </a:solidFill>
            <a:prstDash val="solid"/>
            <a:round/>
            <a:headEnd len="sm" w="sm" type="none"/>
            <a:tailEnd len="sm" w="sm" type="none"/>
          </a:ln>
        </p:spPr>
      </p:cxnSp>
      <p:sp>
        <p:nvSpPr>
          <p:cNvPr id="128" name="Google Shape;128;p32"/>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32"/>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3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1" name="Shape 131"/>
        <p:cNvGrpSpPr/>
        <p:nvPr/>
      </p:nvGrpSpPr>
      <p:grpSpPr>
        <a:xfrm>
          <a:off x="0" y="0"/>
          <a:ext cx="0" cy="0"/>
          <a:chOff x="0" y="0"/>
          <a:chExt cx="0" cy="0"/>
        </a:xfrm>
      </p:grpSpPr>
      <p:sp>
        <p:nvSpPr>
          <p:cNvPr id="132" name="Google Shape;132;p33"/>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33"/>
          <p:cNvSpPr txBox="1"/>
          <p:nvPr>
            <p:ph idx="1" type="body"/>
          </p:nvPr>
        </p:nvSpPr>
        <p:spPr>
          <a:xfrm rot="5400000">
            <a:off x="3478842" y="-322612"/>
            <a:ext cx="4195481" cy="894654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4" name="Google Shape;134;p33"/>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33"/>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3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7" name="Shape 137"/>
        <p:cNvGrpSpPr/>
        <p:nvPr/>
      </p:nvGrpSpPr>
      <p:grpSpPr>
        <a:xfrm>
          <a:off x="0" y="0"/>
          <a:ext cx="0" cy="0"/>
          <a:chOff x="0" y="0"/>
          <a:chExt cx="0" cy="0"/>
        </a:xfrm>
      </p:grpSpPr>
      <p:sp>
        <p:nvSpPr>
          <p:cNvPr id="138" name="Google Shape;138;p34"/>
          <p:cNvSpPr txBox="1"/>
          <p:nvPr>
            <p:ph type="title"/>
          </p:nvPr>
        </p:nvSpPr>
        <p:spPr>
          <a:xfrm rot="5400000">
            <a:off x="6267450" y="2466975"/>
            <a:ext cx="5826125" cy="17526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4"/>
          <p:cNvSpPr txBox="1"/>
          <p:nvPr>
            <p:ph idx="1" type="body"/>
          </p:nvPr>
        </p:nvSpPr>
        <p:spPr>
          <a:xfrm rot="5400000">
            <a:off x="1679576" y="-139699"/>
            <a:ext cx="5368924" cy="7423149"/>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0" name="Google Shape;140;p34"/>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34"/>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3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5.xml"/><Relationship Id="rId11" Type="http://schemas.openxmlformats.org/officeDocument/2006/relationships/slideLayout" Target="../slideLayouts/slideLayout6.xml"/><Relationship Id="rId22" Type="http://schemas.openxmlformats.org/officeDocument/2006/relationships/slideLayout" Target="../slideLayouts/slideLayout17.xml"/><Relationship Id="rId10" Type="http://schemas.openxmlformats.org/officeDocument/2006/relationships/slideLayout" Target="../slideLayouts/slideLayout5.xml"/><Relationship Id="rId21" Type="http://schemas.openxmlformats.org/officeDocument/2006/relationships/slideLayout" Target="../slideLayouts/slideLayout16.xml"/><Relationship Id="rId13" Type="http://schemas.openxmlformats.org/officeDocument/2006/relationships/slideLayout" Target="../slideLayouts/slideLayout8.xml"/><Relationship Id="rId12" Type="http://schemas.openxmlformats.org/officeDocument/2006/relationships/slideLayout" Target="../slideLayouts/slideLayout7.xml"/><Relationship Id="rId23" Type="http://schemas.openxmlformats.org/officeDocument/2006/relationships/theme" Target="../theme/theme1.xml"/><Relationship Id="rId1" Type="http://schemas.openxmlformats.org/officeDocument/2006/relationships/image" Target="../media/image4.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 Id="rId9" Type="http://schemas.openxmlformats.org/officeDocument/2006/relationships/slideLayout" Target="../slideLayouts/slideLayout4.xml"/><Relationship Id="rId15" Type="http://schemas.openxmlformats.org/officeDocument/2006/relationships/slideLayout" Target="../slideLayouts/slideLayout10.xml"/><Relationship Id="rId14" Type="http://schemas.openxmlformats.org/officeDocument/2006/relationships/slideLayout" Target="../slideLayouts/slideLayout9.xml"/><Relationship Id="rId17" Type="http://schemas.openxmlformats.org/officeDocument/2006/relationships/slideLayout" Target="../slideLayouts/slideLayout12.xml"/><Relationship Id="rId16" Type="http://schemas.openxmlformats.org/officeDocument/2006/relationships/slideLayout" Target="../slideLayouts/slideLayout11.xml"/><Relationship Id="rId5" Type="http://schemas.openxmlformats.org/officeDocument/2006/relationships/image" Target="../media/image5.png"/><Relationship Id="rId19" Type="http://schemas.openxmlformats.org/officeDocument/2006/relationships/slideLayout" Target="../slideLayouts/slideLayout14.xml"/><Relationship Id="rId6" Type="http://schemas.openxmlformats.org/officeDocument/2006/relationships/slideLayout" Target="../slideLayouts/slideLayout1.xml"/><Relationship Id="rId18" Type="http://schemas.openxmlformats.org/officeDocument/2006/relationships/slideLayout" Target="../slideLayouts/slideLayout13.xml"/><Relationship Id="rId7" Type="http://schemas.openxmlformats.org/officeDocument/2006/relationships/slideLayout" Target="../slideLayouts/slideLayout2.xml"/><Relationship Id="rId8"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pic>
        <p:nvPicPr>
          <p:cNvPr id="6" name="Google Shape;6;p17"/>
          <p:cNvPicPr preferRelativeResize="0"/>
          <p:nvPr/>
        </p:nvPicPr>
        <p:blipFill rotWithShape="1">
          <a:blip r:embed="rId2">
            <a:alphaModFix/>
          </a:blip>
          <a:srcRect b="0" l="3613" r="0" t="0"/>
          <a:stretch/>
        </p:blipFill>
        <p:spPr>
          <a:xfrm>
            <a:off x="0" y="2669685"/>
            <a:ext cx="4037012" cy="4188315"/>
          </a:xfrm>
          <a:prstGeom prst="rect">
            <a:avLst/>
          </a:prstGeom>
          <a:noFill/>
          <a:ln>
            <a:noFill/>
          </a:ln>
        </p:spPr>
      </p:pic>
      <p:pic>
        <p:nvPicPr>
          <p:cNvPr id="7" name="Google Shape;7;p17"/>
          <p:cNvPicPr preferRelativeResize="0"/>
          <p:nvPr/>
        </p:nvPicPr>
        <p:blipFill rotWithShape="1">
          <a:blip r:embed="rId3">
            <a:alphaModFix/>
          </a:blip>
          <a:srcRect b="0" l="35640" r="0" t="0"/>
          <a:stretch/>
        </p:blipFill>
        <p:spPr>
          <a:xfrm>
            <a:off x="0" y="2892347"/>
            <a:ext cx="1522412" cy="2365453"/>
          </a:xfrm>
          <a:prstGeom prst="rect">
            <a:avLst/>
          </a:prstGeom>
          <a:noFill/>
          <a:ln>
            <a:noFill/>
          </a:ln>
        </p:spPr>
      </p:pic>
      <p:sp>
        <p:nvSpPr>
          <p:cNvPr id="8" name="Google Shape;8;p17"/>
          <p:cNvSpPr/>
          <p:nvPr/>
        </p:nvSpPr>
        <p:spPr>
          <a:xfrm>
            <a:off x="8609012" y="1676400"/>
            <a:ext cx="2819400" cy="2819400"/>
          </a:xfrm>
          <a:prstGeom prst="ellipse">
            <a:avLst/>
          </a:prstGeom>
          <a:gradFill>
            <a:gsLst>
              <a:gs pos="0">
                <a:srgbClr val="50B9C0">
                  <a:alpha val="7059"/>
                </a:srgbClr>
              </a:gs>
              <a:gs pos="36000">
                <a:srgbClr val="50B9C0">
                  <a:alpha val="5882"/>
                </a:srgbClr>
              </a:gs>
              <a:gs pos="69000">
                <a:srgbClr val="50B9C0">
                  <a:alpha val="0"/>
                </a:srgbClr>
              </a:gs>
              <a:gs pos="100000">
                <a:srgbClr val="50B9C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 name="Google Shape;9;p17"/>
          <p:cNvPicPr preferRelativeResize="0"/>
          <p:nvPr/>
        </p:nvPicPr>
        <p:blipFill rotWithShape="1">
          <a:blip r:embed="rId4">
            <a:alphaModFix/>
          </a:blip>
          <a:srcRect b="0" l="0" r="0" t="28813"/>
          <a:stretch/>
        </p:blipFill>
        <p:spPr>
          <a:xfrm>
            <a:off x="7999412" y="0"/>
            <a:ext cx="1603387" cy="1141407"/>
          </a:xfrm>
          <a:prstGeom prst="rect">
            <a:avLst/>
          </a:prstGeom>
          <a:noFill/>
          <a:ln>
            <a:noFill/>
          </a:ln>
        </p:spPr>
      </p:pic>
      <p:pic>
        <p:nvPicPr>
          <p:cNvPr id="10" name="Google Shape;10;p17"/>
          <p:cNvPicPr preferRelativeResize="0"/>
          <p:nvPr/>
        </p:nvPicPr>
        <p:blipFill rotWithShape="1">
          <a:blip r:embed="rId5">
            <a:alphaModFix/>
          </a:blip>
          <a:srcRect b="23320" l="0" r="0" t="0"/>
          <a:stretch/>
        </p:blipFill>
        <p:spPr>
          <a:xfrm>
            <a:off x="8605878" y="6096000"/>
            <a:ext cx="993734" cy="762000"/>
          </a:xfrm>
          <a:prstGeom prst="rect">
            <a:avLst/>
          </a:prstGeom>
          <a:noFill/>
          <a:ln>
            <a:noFill/>
          </a:ln>
        </p:spPr>
      </p:pic>
      <p:sp>
        <p:nvSpPr>
          <p:cNvPr id="11" name="Google Shape;11;p17"/>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7"/>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2"/>
              </a:buClr>
              <a:buSzPts val="4200"/>
              <a:buFont typeface="Century Gothic"/>
              <a:buNone/>
              <a:defRPr b="0" i="0" sz="4200" u="none" cap="none" strike="noStrike">
                <a:solidFill>
                  <a:schemeClr val="lt2"/>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13" name="Google Shape;13;p17"/>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30200" lvl="0" marL="457200" marR="0" rtl="0" algn="l">
              <a:spcBef>
                <a:spcPts val="1000"/>
              </a:spcBef>
              <a:spcAft>
                <a:spcPts val="0"/>
              </a:spcAft>
              <a:buClr>
                <a:srgbClr val="8ACED5"/>
              </a:buClr>
              <a:buSzPts val="1600"/>
              <a:buFont typeface="Noto Sans Symbols"/>
              <a:buChar char="►"/>
              <a:defRPr b="0" i="0" sz="2000" u="none" cap="none" strike="noStrike">
                <a:solidFill>
                  <a:schemeClr val="lt1"/>
                </a:solidFill>
                <a:latin typeface="Century Gothic"/>
                <a:ea typeface="Century Gothic"/>
                <a:cs typeface="Century Gothic"/>
                <a:sym typeface="Century Gothic"/>
              </a:defRPr>
            </a:lvl1pPr>
            <a:lvl2pPr indent="-320040" lvl="1" marL="914400" marR="0" rtl="0" algn="l">
              <a:spcBef>
                <a:spcPts val="1000"/>
              </a:spcBef>
              <a:spcAft>
                <a:spcPts val="0"/>
              </a:spcAft>
              <a:buClr>
                <a:srgbClr val="8ACED5"/>
              </a:buClr>
              <a:buSzPts val="1440"/>
              <a:buFont typeface="Noto Sans Symbols"/>
              <a:buChar char="►"/>
              <a:defRPr b="0" i="0" sz="1800" u="none" cap="none" strike="noStrike">
                <a:solidFill>
                  <a:schemeClr val="lt1"/>
                </a:solidFill>
                <a:latin typeface="Century Gothic"/>
                <a:ea typeface="Century Gothic"/>
                <a:cs typeface="Century Gothic"/>
                <a:sym typeface="Century Gothic"/>
              </a:defRPr>
            </a:lvl2pPr>
            <a:lvl3pPr indent="-309880" lvl="2" marL="1371600" marR="0" rtl="0" algn="l">
              <a:spcBef>
                <a:spcPts val="1000"/>
              </a:spcBef>
              <a:spcAft>
                <a:spcPts val="0"/>
              </a:spcAft>
              <a:buClr>
                <a:srgbClr val="8ACED5"/>
              </a:buClr>
              <a:buSzPts val="1280"/>
              <a:buFont typeface="Noto Sans Symbols"/>
              <a:buChar char="►"/>
              <a:defRPr b="0" i="0" sz="1600" u="none" cap="none" strike="noStrike">
                <a:solidFill>
                  <a:schemeClr val="lt1"/>
                </a:solidFill>
                <a:latin typeface="Century Gothic"/>
                <a:ea typeface="Century Gothic"/>
                <a:cs typeface="Century Gothic"/>
                <a:sym typeface="Century Gothic"/>
              </a:defRPr>
            </a:lvl3pPr>
            <a:lvl4pPr indent="-299720" lvl="3" marL="1828800" marR="0" rtl="0" algn="l">
              <a:spcBef>
                <a:spcPts val="1000"/>
              </a:spcBef>
              <a:spcAft>
                <a:spcPts val="0"/>
              </a:spcAft>
              <a:buClr>
                <a:srgbClr val="8ACED5"/>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4pPr>
            <a:lvl5pPr indent="-299720" lvl="4" marL="2286000" marR="0" rtl="0" algn="l">
              <a:spcBef>
                <a:spcPts val="1000"/>
              </a:spcBef>
              <a:spcAft>
                <a:spcPts val="0"/>
              </a:spcAft>
              <a:buClr>
                <a:srgbClr val="8ACED5"/>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5pPr>
            <a:lvl6pPr indent="-299720" lvl="5" marL="2743200" marR="0" rtl="0" algn="l">
              <a:spcBef>
                <a:spcPts val="1000"/>
              </a:spcBef>
              <a:spcAft>
                <a:spcPts val="0"/>
              </a:spcAft>
              <a:buClr>
                <a:srgbClr val="8ACED5"/>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6pPr>
            <a:lvl7pPr indent="-299720" lvl="6" marL="3200400" marR="0" rtl="0" algn="l">
              <a:spcBef>
                <a:spcPts val="1000"/>
              </a:spcBef>
              <a:spcAft>
                <a:spcPts val="0"/>
              </a:spcAft>
              <a:buClr>
                <a:srgbClr val="8ACED5"/>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7pPr>
            <a:lvl8pPr indent="-299720" lvl="7" marL="3657600" marR="0" rtl="0" algn="l">
              <a:spcBef>
                <a:spcPts val="1000"/>
              </a:spcBef>
              <a:spcAft>
                <a:spcPts val="0"/>
              </a:spcAft>
              <a:buClr>
                <a:srgbClr val="8ACED5"/>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8pPr>
            <a:lvl9pPr indent="-299720" lvl="8" marL="4114800" marR="0" rtl="0" algn="l">
              <a:spcBef>
                <a:spcPts val="1000"/>
              </a:spcBef>
              <a:spcAft>
                <a:spcPts val="0"/>
              </a:spcAft>
              <a:buClr>
                <a:srgbClr val="8ACED5"/>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9pPr>
          </a:lstStyle>
          <a:p/>
        </p:txBody>
      </p:sp>
      <p:sp>
        <p:nvSpPr>
          <p:cNvPr id="14" name="Google Shape;14;p17"/>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5" name="Google Shape;15;p17"/>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6" name="Google Shape;16;p1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rtl="0" algn="ctr">
              <a:spcBef>
                <a:spcPts val="0"/>
              </a:spcBef>
              <a:buNone/>
              <a:defRPr b="0" i="0" sz="2800" u="none" cap="none" strike="noStrike">
                <a:solidFill>
                  <a:schemeClr val="lt1"/>
                </a:solidFill>
                <a:latin typeface="Century Gothic"/>
                <a:ea typeface="Century Gothic"/>
                <a:cs typeface="Century Gothic"/>
                <a:sym typeface="Century Gothic"/>
              </a:defRPr>
            </a:lvl1pPr>
            <a:lvl2pPr indent="0" lvl="1" marL="0" marR="0" rtl="0" algn="ctr">
              <a:spcBef>
                <a:spcPts val="0"/>
              </a:spcBef>
              <a:buNone/>
              <a:defRPr b="0" i="0" sz="2800" u="none" cap="none" strike="noStrike">
                <a:solidFill>
                  <a:schemeClr val="lt1"/>
                </a:solidFill>
                <a:latin typeface="Century Gothic"/>
                <a:ea typeface="Century Gothic"/>
                <a:cs typeface="Century Gothic"/>
                <a:sym typeface="Century Gothic"/>
              </a:defRPr>
            </a:lvl2pPr>
            <a:lvl3pPr indent="0" lvl="2" marL="0" marR="0" rtl="0" algn="ctr">
              <a:spcBef>
                <a:spcPts val="0"/>
              </a:spcBef>
              <a:buNone/>
              <a:defRPr b="0" i="0" sz="2800" u="none" cap="none" strike="noStrike">
                <a:solidFill>
                  <a:schemeClr val="lt1"/>
                </a:solidFill>
                <a:latin typeface="Century Gothic"/>
                <a:ea typeface="Century Gothic"/>
                <a:cs typeface="Century Gothic"/>
                <a:sym typeface="Century Gothic"/>
              </a:defRPr>
            </a:lvl3pPr>
            <a:lvl4pPr indent="0" lvl="3" marL="0" marR="0" rtl="0" algn="ctr">
              <a:spcBef>
                <a:spcPts val="0"/>
              </a:spcBef>
              <a:buNone/>
              <a:defRPr b="0" i="0" sz="2800" u="none" cap="none" strike="noStrike">
                <a:solidFill>
                  <a:schemeClr val="lt1"/>
                </a:solidFill>
                <a:latin typeface="Century Gothic"/>
                <a:ea typeface="Century Gothic"/>
                <a:cs typeface="Century Gothic"/>
                <a:sym typeface="Century Gothic"/>
              </a:defRPr>
            </a:lvl4pPr>
            <a:lvl5pPr indent="0" lvl="4" marL="0" marR="0" rtl="0" algn="ctr">
              <a:spcBef>
                <a:spcPts val="0"/>
              </a:spcBef>
              <a:buNone/>
              <a:defRPr b="0" i="0" sz="2800" u="none" cap="none" strike="noStrike">
                <a:solidFill>
                  <a:schemeClr val="lt1"/>
                </a:solidFill>
                <a:latin typeface="Century Gothic"/>
                <a:ea typeface="Century Gothic"/>
                <a:cs typeface="Century Gothic"/>
                <a:sym typeface="Century Gothic"/>
              </a:defRPr>
            </a:lvl5pPr>
            <a:lvl6pPr indent="0" lvl="5" marL="0" marR="0" rtl="0" algn="ctr">
              <a:spcBef>
                <a:spcPts val="0"/>
              </a:spcBef>
              <a:buNone/>
              <a:defRPr b="0" i="0" sz="2800" u="none" cap="none" strike="noStrike">
                <a:solidFill>
                  <a:schemeClr val="lt1"/>
                </a:solidFill>
                <a:latin typeface="Century Gothic"/>
                <a:ea typeface="Century Gothic"/>
                <a:cs typeface="Century Gothic"/>
                <a:sym typeface="Century Gothic"/>
              </a:defRPr>
            </a:lvl6pPr>
            <a:lvl7pPr indent="0" lvl="6" marL="0" marR="0" rtl="0" algn="ctr">
              <a:spcBef>
                <a:spcPts val="0"/>
              </a:spcBef>
              <a:buNone/>
              <a:defRPr b="0" i="0" sz="2800" u="none" cap="none" strike="noStrike">
                <a:solidFill>
                  <a:schemeClr val="lt1"/>
                </a:solidFill>
                <a:latin typeface="Century Gothic"/>
                <a:ea typeface="Century Gothic"/>
                <a:cs typeface="Century Gothic"/>
                <a:sym typeface="Century Gothic"/>
              </a:defRPr>
            </a:lvl7pPr>
            <a:lvl8pPr indent="0" lvl="7" marL="0" marR="0" rtl="0" algn="ctr">
              <a:spcBef>
                <a:spcPts val="0"/>
              </a:spcBef>
              <a:buNone/>
              <a:defRPr b="0" i="0" sz="2800" u="none" cap="none" strike="noStrike">
                <a:solidFill>
                  <a:schemeClr val="lt1"/>
                </a:solidFill>
                <a:latin typeface="Century Gothic"/>
                <a:ea typeface="Century Gothic"/>
                <a:cs typeface="Century Gothic"/>
                <a:sym typeface="Century Gothic"/>
              </a:defRPr>
            </a:lvl8pPr>
            <a:lvl9pPr indent="0" lvl="8" marL="0" marR="0" rtl="0" algn="ctr">
              <a:spcBef>
                <a:spcPts val="0"/>
              </a:spcBef>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6"/>
    <p:sldLayoutId id="2147483650" r:id="rId7"/>
    <p:sldLayoutId id="2147483651" r:id="rId8"/>
    <p:sldLayoutId id="2147483652" r:id="rId9"/>
    <p:sldLayoutId id="2147483653" r:id="rId10"/>
    <p:sldLayoutId id="2147483654" r:id="rId11"/>
    <p:sldLayoutId id="2147483655" r:id="rId12"/>
    <p:sldLayoutId id="2147483656" r:id="rId13"/>
    <p:sldLayoutId id="2147483657" r:id="rId14"/>
    <p:sldLayoutId id="2147483658" r:id="rId15"/>
    <p:sldLayoutId id="2147483659" r:id="rId16"/>
    <p:sldLayoutId id="2147483660" r:id="rId17"/>
    <p:sldLayoutId id="2147483661" r:id="rId18"/>
    <p:sldLayoutId id="2147483662" r:id="rId19"/>
    <p:sldLayoutId id="2147483663" r:id="rId20"/>
    <p:sldLayoutId id="2147483664" r:id="rId21"/>
    <p:sldLayoutId id="2147483665"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18.png"/><Relationship Id="rId5" Type="http://schemas.openxmlformats.org/officeDocument/2006/relationships/image" Target="../media/image16.png"/><Relationship Id="rId6" Type="http://schemas.openxmlformats.org/officeDocument/2006/relationships/image" Target="../media/image13.png"/><Relationship Id="rId7"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www.geeksforgeeks.org/software-engineering/software-engineering-requirements-engineering-proces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
          <p:cNvSpPr txBox="1"/>
          <p:nvPr>
            <p:ph type="ctrTitle"/>
          </p:nvPr>
        </p:nvSpPr>
        <p:spPr>
          <a:xfrm>
            <a:off x="1131203" y="1008413"/>
            <a:ext cx="10435683" cy="3329581"/>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lt2"/>
              </a:buClr>
              <a:buSzPts val="7200"/>
              <a:buFont typeface="Century Gothic"/>
              <a:buNone/>
            </a:pPr>
            <a:r>
              <a:rPr lang="en-US"/>
              <a:t>Requirement Engineering</a:t>
            </a:r>
            <a:endParaRPr/>
          </a:p>
        </p:txBody>
      </p:sp>
      <p:sp>
        <p:nvSpPr>
          <p:cNvPr id="148" name="Google Shape;148;p1"/>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
          <p:cNvSpPr txBox="1"/>
          <p:nvPr>
            <p:ph idx="1" type="body"/>
          </p:nvPr>
        </p:nvSpPr>
        <p:spPr>
          <a:xfrm>
            <a:off x="569552" y="1198340"/>
            <a:ext cx="8946541" cy="5564658"/>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b="1" lang="en-US"/>
              <a:t>Requirements Engineering</a:t>
            </a:r>
            <a:r>
              <a:rPr lang="en-US"/>
              <a:t> is the process of identifying, eliciting, analyzing, specifying, validating, and managing the needs and expectations of stakeholders for a software system.</a:t>
            </a:r>
            <a:endParaRPr/>
          </a:p>
        </p:txBody>
      </p:sp>
      <p:pic>
        <p:nvPicPr>
          <p:cNvPr id="154" name="Google Shape;154;p2"/>
          <p:cNvPicPr preferRelativeResize="0"/>
          <p:nvPr/>
        </p:nvPicPr>
        <p:blipFill rotWithShape="1">
          <a:blip r:embed="rId3">
            <a:alphaModFix/>
          </a:blip>
          <a:srcRect b="0" l="0" r="0" t="0"/>
          <a:stretch/>
        </p:blipFill>
        <p:spPr>
          <a:xfrm>
            <a:off x="1781299" y="2422865"/>
            <a:ext cx="7010400" cy="3593681"/>
          </a:xfrm>
          <a:prstGeom prst="rect">
            <a:avLst/>
          </a:prstGeom>
          <a:noFill/>
          <a:ln>
            <a:noFill/>
          </a:ln>
        </p:spPr>
      </p:pic>
      <p:sp>
        <p:nvSpPr>
          <p:cNvPr id="155" name="Google Shape;155;p2"/>
          <p:cNvSpPr txBox="1"/>
          <p:nvPr>
            <p:ph type="title"/>
          </p:nvPr>
        </p:nvSpPr>
        <p:spPr>
          <a:xfrm>
            <a:off x="539233" y="310214"/>
            <a:ext cx="9404723" cy="8159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Requirement Engineering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
          <p:cNvSpPr txBox="1"/>
          <p:nvPr>
            <p:ph type="title"/>
          </p:nvPr>
        </p:nvSpPr>
        <p:spPr>
          <a:xfrm>
            <a:off x="646111" y="452718"/>
            <a:ext cx="9404723" cy="8159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Steps of Requirement Engineering</a:t>
            </a:r>
            <a:endParaRPr/>
          </a:p>
        </p:txBody>
      </p:sp>
      <p:sp>
        <p:nvSpPr>
          <p:cNvPr id="161" name="Google Shape;161;p3"/>
          <p:cNvSpPr txBox="1"/>
          <p:nvPr>
            <p:ph idx="1" type="body"/>
          </p:nvPr>
        </p:nvSpPr>
        <p:spPr>
          <a:xfrm>
            <a:off x="729239" y="1351756"/>
            <a:ext cx="9403742" cy="4979772"/>
          </a:xfrm>
          <a:prstGeom prst="rect">
            <a:avLst/>
          </a:prstGeom>
          <a:noFill/>
          <a:ln>
            <a:noFill/>
          </a:ln>
        </p:spPr>
        <p:txBody>
          <a:bodyPr anchorCtr="0" anchor="t" bIns="45700" lIns="91425" spcFirstLastPara="1" rIns="91425" wrap="square" tIns="45700">
            <a:normAutofit/>
          </a:bodyPr>
          <a:lstStyle/>
          <a:p>
            <a:pPr indent="-457200" lvl="0" marL="457200" rtl="0" algn="l">
              <a:spcBef>
                <a:spcPts val="0"/>
              </a:spcBef>
              <a:spcAft>
                <a:spcPts val="0"/>
              </a:spcAft>
              <a:buSzPts val="1600"/>
              <a:buFont typeface="Century Gothic"/>
              <a:buAutoNum type="arabicPeriod"/>
            </a:pPr>
            <a:r>
              <a:rPr lang="en-US"/>
              <a:t>Feasibility Studies</a:t>
            </a:r>
            <a:endParaRPr/>
          </a:p>
          <a:p>
            <a:pPr indent="-457200" lvl="0" marL="457200" rtl="0" algn="l">
              <a:spcBef>
                <a:spcPts val="1000"/>
              </a:spcBef>
              <a:spcAft>
                <a:spcPts val="0"/>
              </a:spcAft>
              <a:buSzPts val="1600"/>
              <a:buFont typeface="Century Gothic"/>
              <a:buAutoNum type="arabicPeriod"/>
            </a:pPr>
            <a:r>
              <a:rPr lang="en-US"/>
              <a:t>Requirements Elicitation</a:t>
            </a:r>
            <a:endParaRPr/>
          </a:p>
          <a:p>
            <a:pPr indent="-457200" lvl="0" marL="457200" rtl="0" algn="l">
              <a:spcBef>
                <a:spcPts val="1000"/>
              </a:spcBef>
              <a:spcAft>
                <a:spcPts val="0"/>
              </a:spcAft>
              <a:buSzPts val="1600"/>
              <a:buFont typeface="Century Gothic"/>
              <a:buAutoNum type="arabicPeriod"/>
            </a:pPr>
            <a:r>
              <a:rPr lang="en-US"/>
              <a:t>Requirements Specification</a:t>
            </a:r>
            <a:endParaRPr/>
          </a:p>
          <a:p>
            <a:pPr indent="-457200" lvl="0" marL="457200" rtl="0" algn="l">
              <a:spcBef>
                <a:spcPts val="1000"/>
              </a:spcBef>
              <a:spcAft>
                <a:spcPts val="0"/>
              </a:spcAft>
              <a:buSzPts val="1600"/>
              <a:buFont typeface="Century Gothic"/>
              <a:buAutoNum type="arabicPeriod"/>
            </a:pPr>
            <a:r>
              <a:rPr lang="en-US"/>
              <a:t>Requirements Verification and Validation</a:t>
            </a:r>
            <a:endParaRPr/>
          </a:p>
          <a:p>
            <a:pPr indent="-457200" lvl="0" marL="457200" rtl="0" algn="l">
              <a:spcBef>
                <a:spcPts val="1000"/>
              </a:spcBef>
              <a:spcAft>
                <a:spcPts val="0"/>
              </a:spcAft>
              <a:buSzPts val="1600"/>
              <a:buFont typeface="Century Gothic"/>
              <a:buAutoNum type="arabicPeriod"/>
            </a:pPr>
            <a:r>
              <a:rPr lang="en-US"/>
              <a:t>Requirements Management</a:t>
            </a:r>
            <a:endParaRPr/>
          </a:p>
        </p:txBody>
      </p:sp>
      <p:pic>
        <p:nvPicPr>
          <p:cNvPr id="162" name="Google Shape;162;p3"/>
          <p:cNvPicPr preferRelativeResize="0"/>
          <p:nvPr/>
        </p:nvPicPr>
        <p:blipFill rotWithShape="1">
          <a:blip r:embed="rId3">
            <a:alphaModFix/>
          </a:blip>
          <a:srcRect b="0" l="0" r="0" t="0"/>
          <a:stretch/>
        </p:blipFill>
        <p:spPr>
          <a:xfrm>
            <a:off x="6090061" y="3247589"/>
            <a:ext cx="5524006" cy="28317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4"/>
          <p:cNvSpPr txBox="1"/>
          <p:nvPr>
            <p:ph type="title"/>
          </p:nvPr>
        </p:nvSpPr>
        <p:spPr>
          <a:xfrm>
            <a:off x="646111" y="452718"/>
            <a:ext cx="9404723" cy="8159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Feasibility Study</a:t>
            </a:r>
            <a:endParaRPr/>
          </a:p>
        </p:txBody>
      </p:sp>
      <p:sp>
        <p:nvSpPr>
          <p:cNvPr id="168" name="Google Shape;168;p4"/>
          <p:cNvSpPr txBox="1"/>
          <p:nvPr>
            <p:ph idx="1" type="body"/>
          </p:nvPr>
        </p:nvSpPr>
        <p:spPr>
          <a:xfrm>
            <a:off x="372980" y="1375507"/>
            <a:ext cx="8272257" cy="497977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Feasibility study checks whether the project is feasible/possible or not. It evaluates </a:t>
            </a:r>
            <a:r>
              <a:rPr b="1" lang="en-US"/>
              <a:t>technical, operational, economic, legal, and schedule</a:t>
            </a:r>
            <a:r>
              <a:rPr lang="en-US"/>
              <a:t> aspects of a project.</a:t>
            </a:r>
            <a:br>
              <a:rPr lang="en-US"/>
            </a:br>
            <a:endParaRPr/>
          </a:p>
          <a:p>
            <a:pPr indent="-457200" lvl="0" marL="457200" rtl="0" algn="l">
              <a:spcBef>
                <a:spcPts val="1000"/>
              </a:spcBef>
              <a:spcAft>
                <a:spcPts val="0"/>
              </a:spcAft>
              <a:buSzPts val="1600"/>
              <a:buFont typeface="Century Gothic"/>
              <a:buAutoNum type="arabicPeriod"/>
            </a:pPr>
            <a:r>
              <a:rPr b="1" lang="en-US"/>
              <a:t>Technical Feasibility</a:t>
            </a:r>
            <a:r>
              <a:rPr lang="en-US"/>
              <a:t>: In Technical Feasibility current resources both hardware software along required technology are analyzed/assessed to develop the project.</a:t>
            </a:r>
            <a:br>
              <a:rPr lang="en-US"/>
            </a:br>
            <a:endParaRPr/>
          </a:p>
          <a:p>
            <a:pPr indent="-457200" lvl="0" marL="457200" rtl="0" algn="l">
              <a:spcBef>
                <a:spcPts val="1000"/>
              </a:spcBef>
              <a:spcAft>
                <a:spcPts val="0"/>
              </a:spcAft>
              <a:buSzPts val="1600"/>
              <a:buFont typeface="Century Gothic"/>
              <a:buAutoNum type="arabicPeriod"/>
            </a:pPr>
            <a:r>
              <a:rPr b="1" lang="en-US"/>
              <a:t>Operational Feasibility: </a:t>
            </a:r>
            <a:r>
              <a:rPr lang="en-US"/>
              <a:t>In Operational Feasibility degree of providing service to requirements is analyzed along with how easy the product will be to operate and maintain after deployment.</a:t>
            </a:r>
            <a:endParaRPr/>
          </a:p>
        </p:txBody>
      </p:sp>
      <p:pic>
        <p:nvPicPr>
          <p:cNvPr id="169" name="Google Shape;169;p4"/>
          <p:cNvPicPr preferRelativeResize="0"/>
          <p:nvPr/>
        </p:nvPicPr>
        <p:blipFill rotWithShape="1">
          <a:blip r:embed="rId3">
            <a:alphaModFix/>
          </a:blip>
          <a:srcRect b="0" l="0" r="0" t="0"/>
          <a:stretch/>
        </p:blipFill>
        <p:spPr>
          <a:xfrm>
            <a:off x="8991516" y="1597024"/>
            <a:ext cx="2986445" cy="353311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5"/>
          <p:cNvSpPr txBox="1"/>
          <p:nvPr>
            <p:ph type="title"/>
          </p:nvPr>
        </p:nvSpPr>
        <p:spPr>
          <a:xfrm>
            <a:off x="646111" y="452718"/>
            <a:ext cx="9404723" cy="8159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Feasibility Study</a:t>
            </a:r>
            <a:endParaRPr/>
          </a:p>
        </p:txBody>
      </p:sp>
      <p:sp>
        <p:nvSpPr>
          <p:cNvPr id="175" name="Google Shape;175;p5"/>
          <p:cNvSpPr txBox="1"/>
          <p:nvPr>
            <p:ph idx="1" type="body"/>
          </p:nvPr>
        </p:nvSpPr>
        <p:spPr>
          <a:xfrm>
            <a:off x="717364" y="1613012"/>
            <a:ext cx="7927872" cy="4514655"/>
          </a:xfrm>
          <a:prstGeom prst="rect">
            <a:avLst/>
          </a:prstGeom>
          <a:noFill/>
          <a:ln>
            <a:noFill/>
          </a:ln>
        </p:spPr>
        <p:txBody>
          <a:bodyPr anchorCtr="0" anchor="t" bIns="45700" lIns="91425" spcFirstLastPara="1" rIns="91425" wrap="square" tIns="45700">
            <a:normAutofit/>
          </a:bodyPr>
          <a:lstStyle/>
          <a:p>
            <a:pPr indent="-457200" lvl="0" marL="457200" rtl="0" algn="l">
              <a:spcBef>
                <a:spcPts val="0"/>
              </a:spcBef>
              <a:spcAft>
                <a:spcPts val="0"/>
              </a:spcAft>
              <a:buSzPts val="1600"/>
              <a:buFont typeface="Century Gothic"/>
              <a:buAutoNum type="arabicPeriod" startAt="3"/>
            </a:pPr>
            <a:r>
              <a:rPr b="1" lang="en-US"/>
              <a:t>Economic Feasibility: </a:t>
            </a:r>
            <a:r>
              <a:rPr lang="en-US"/>
              <a:t>In the Economic Feasibility study cost and benefit of the project are analyzed.</a:t>
            </a:r>
            <a:br>
              <a:rPr lang="en-US"/>
            </a:br>
            <a:endParaRPr/>
          </a:p>
          <a:p>
            <a:pPr indent="-457200" lvl="0" marL="457200" rtl="0" algn="l">
              <a:spcBef>
                <a:spcPts val="1000"/>
              </a:spcBef>
              <a:spcAft>
                <a:spcPts val="0"/>
              </a:spcAft>
              <a:buSzPts val="1600"/>
              <a:buFont typeface="Century Gothic"/>
              <a:buAutoNum type="arabicPeriod" startAt="3"/>
            </a:pPr>
            <a:r>
              <a:rPr b="1" lang="en-US"/>
              <a:t>Legal Feasibility: </a:t>
            </a:r>
            <a:r>
              <a:rPr lang="en-US"/>
              <a:t>In legal feasibility, the project is ensured to comply with all relevant laws, regulations, and standards.</a:t>
            </a:r>
            <a:br>
              <a:rPr lang="en-US"/>
            </a:br>
            <a:endParaRPr/>
          </a:p>
          <a:p>
            <a:pPr indent="-457200" lvl="0" marL="457200" rtl="0" algn="l">
              <a:spcBef>
                <a:spcPts val="1000"/>
              </a:spcBef>
              <a:spcAft>
                <a:spcPts val="0"/>
              </a:spcAft>
              <a:buSzPts val="1600"/>
              <a:buFont typeface="Century Gothic"/>
              <a:buAutoNum type="arabicPeriod" startAt="3"/>
            </a:pPr>
            <a:r>
              <a:rPr b="1" lang="en-US"/>
              <a:t>Schedule Feasibility: </a:t>
            </a:r>
            <a:r>
              <a:rPr lang="en-US"/>
              <a:t>In schedule feasibility, the project timeline is evaluated to determine if it is realistic and achievable.</a:t>
            </a:r>
            <a:endParaRPr/>
          </a:p>
        </p:txBody>
      </p:sp>
      <p:pic>
        <p:nvPicPr>
          <p:cNvPr id="176" name="Google Shape;176;p5"/>
          <p:cNvPicPr preferRelativeResize="0"/>
          <p:nvPr/>
        </p:nvPicPr>
        <p:blipFill rotWithShape="1">
          <a:blip r:embed="rId3">
            <a:alphaModFix/>
          </a:blip>
          <a:srcRect b="0" l="0" r="0" t="0"/>
          <a:stretch/>
        </p:blipFill>
        <p:spPr>
          <a:xfrm>
            <a:off x="8742136" y="1656401"/>
            <a:ext cx="3106899" cy="367562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6"/>
          <p:cNvSpPr txBox="1"/>
          <p:nvPr>
            <p:ph type="title"/>
          </p:nvPr>
        </p:nvSpPr>
        <p:spPr>
          <a:xfrm>
            <a:off x="646111" y="333965"/>
            <a:ext cx="9404723" cy="74176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Requirements Elicitation</a:t>
            </a:r>
            <a:br>
              <a:rPr b="1" lang="en-US"/>
            </a:br>
            <a:endParaRPr/>
          </a:p>
        </p:txBody>
      </p:sp>
      <p:sp>
        <p:nvSpPr>
          <p:cNvPr id="182" name="Google Shape;182;p6"/>
          <p:cNvSpPr txBox="1"/>
          <p:nvPr>
            <p:ph idx="1" type="body"/>
          </p:nvPr>
        </p:nvSpPr>
        <p:spPr>
          <a:xfrm>
            <a:off x="431257" y="1128048"/>
            <a:ext cx="8380236" cy="493034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It focuses on </a:t>
            </a:r>
            <a:r>
              <a:rPr b="1" lang="en-US"/>
              <a:t>gathering stakeholder needs and domain knowledge</a:t>
            </a:r>
            <a:r>
              <a:rPr lang="en-US"/>
              <a:t> about the project. Source of knowledge includes customers, business manuals, the existing software of the same type, standards, and other stakeholders of the project. </a:t>
            </a:r>
            <a:br>
              <a:rPr lang="en-US"/>
            </a:br>
            <a:br>
              <a:rPr lang="en-US"/>
            </a:br>
            <a:r>
              <a:rPr lang="en-US"/>
              <a:t>Several </a:t>
            </a:r>
            <a:r>
              <a:rPr b="1" lang="en-US"/>
              <a:t>techniques</a:t>
            </a:r>
            <a:r>
              <a:rPr lang="en-US"/>
              <a:t> can be used to elicit requirements, including:</a:t>
            </a:r>
            <a:br>
              <a:rPr lang="en-US"/>
            </a:br>
            <a:endParaRPr/>
          </a:p>
          <a:p>
            <a:pPr indent="-342900" lvl="0" marL="342900" rtl="0" algn="l">
              <a:spcBef>
                <a:spcPts val="1000"/>
              </a:spcBef>
              <a:spcAft>
                <a:spcPts val="0"/>
              </a:spcAft>
              <a:buSzPts val="1600"/>
              <a:buFont typeface="Noto Sans Symbols"/>
              <a:buChar char="▪"/>
            </a:pPr>
            <a:r>
              <a:rPr b="1" lang="en-US"/>
              <a:t>Interviews</a:t>
            </a:r>
            <a:r>
              <a:rPr lang="en-US"/>
              <a:t>: These are one-on-one conversations with stakeholders to gather information about their needs and expectations.</a:t>
            </a:r>
            <a:br>
              <a:rPr lang="en-US"/>
            </a:br>
            <a:endParaRPr/>
          </a:p>
          <a:p>
            <a:pPr indent="-342900" lvl="0" marL="342900" rtl="0" algn="l">
              <a:spcBef>
                <a:spcPts val="1000"/>
              </a:spcBef>
              <a:spcAft>
                <a:spcPts val="0"/>
              </a:spcAft>
              <a:buSzPts val="1600"/>
              <a:buFont typeface="Noto Sans Symbols"/>
              <a:buChar char="▪"/>
            </a:pPr>
            <a:r>
              <a:rPr b="1" lang="en-US"/>
              <a:t>Surveys</a:t>
            </a:r>
            <a:r>
              <a:rPr lang="en-US"/>
              <a:t>: These are questionnaires that are distributed to stakeholders to gather information about their needs and expectations.</a:t>
            </a:r>
            <a:endParaRPr/>
          </a:p>
          <a:p>
            <a:pPr indent="0" lvl="0" marL="0" rtl="0" algn="l">
              <a:spcBef>
                <a:spcPts val="1000"/>
              </a:spcBef>
              <a:spcAft>
                <a:spcPts val="0"/>
              </a:spcAft>
              <a:buSzPts val="1600"/>
              <a:buNone/>
            </a:pPr>
            <a:r>
              <a:t/>
            </a:r>
            <a:endParaRPr/>
          </a:p>
        </p:txBody>
      </p:sp>
      <p:pic>
        <p:nvPicPr>
          <p:cNvPr id="183" name="Google Shape;183;p6"/>
          <p:cNvPicPr preferRelativeResize="0"/>
          <p:nvPr/>
        </p:nvPicPr>
        <p:blipFill rotWithShape="1">
          <a:blip r:embed="rId3">
            <a:alphaModFix/>
          </a:blip>
          <a:srcRect b="0" l="0" r="0" t="0"/>
          <a:stretch/>
        </p:blipFill>
        <p:spPr>
          <a:xfrm>
            <a:off x="8217725" y="2340525"/>
            <a:ext cx="3728852" cy="28522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7"/>
          <p:cNvSpPr txBox="1"/>
          <p:nvPr>
            <p:ph type="title"/>
          </p:nvPr>
        </p:nvSpPr>
        <p:spPr>
          <a:xfrm>
            <a:off x="646111" y="333965"/>
            <a:ext cx="9404723" cy="74176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Requirements Elicitation</a:t>
            </a:r>
            <a:br>
              <a:rPr b="1" lang="en-US"/>
            </a:br>
            <a:endParaRPr/>
          </a:p>
        </p:txBody>
      </p:sp>
      <p:sp>
        <p:nvSpPr>
          <p:cNvPr id="189" name="Google Shape;189;p7"/>
          <p:cNvSpPr txBox="1"/>
          <p:nvPr>
            <p:ph idx="1" type="body"/>
          </p:nvPr>
        </p:nvSpPr>
        <p:spPr>
          <a:xfrm>
            <a:off x="431256" y="1306179"/>
            <a:ext cx="7928973" cy="493034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Font typeface="Noto Sans Symbols"/>
              <a:buChar char="▪"/>
            </a:pPr>
            <a:r>
              <a:rPr b="1" lang="en-US"/>
              <a:t>Focus Groups:</a:t>
            </a:r>
            <a:r>
              <a:rPr lang="en-US"/>
              <a:t> These are small groups of stakeholders who are brought together to discuss their needs and expectations for the software system.</a:t>
            </a:r>
            <a:br>
              <a:rPr lang="en-US"/>
            </a:br>
            <a:endParaRPr b="1"/>
          </a:p>
          <a:p>
            <a:pPr indent="-342900" lvl="0" marL="342900" rtl="0" algn="l">
              <a:spcBef>
                <a:spcPts val="1000"/>
              </a:spcBef>
              <a:spcAft>
                <a:spcPts val="0"/>
              </a:spcAft>
              <a:buSzPts val="1600"/>
              <a:buFont typeface="Noto Sans Symbols"/>
              <a:buChar char="▪"/>
            </a:pPr>
            <a:r>
              <a:rPr b="1" lang="en-US"/>
              <a:t>Observation</a:t>
            </a:r>
            <a:r>
              <a:rPr lang="en-US"/>
              <a:t>: This technique involves observing the stakeholders in their work environment to gather information about their needs and expectations.</a:t>
            </a:r>
            <a:br>
              <a:rPr lang="en-US"/>
            </a:br>
            <a:endParaRPr/>
          </a:p>
          <a:p>
            <a:pPr indent="-342900" lvl="0" marL="342900" rtl="0" algn="l">
              <a:spcBef>
                <a:spcPts val="1000"/>
              </a:spcBef>
              <a:spcAft>
                <a:spcPts val="0"/>
              </a:spcAft>
              <a:buSzPts val="1600"/>
              <a:buFont typeface="Noto Sans Symbols"/>
              <a:buChar char="▪"/>
            </a:pPr>
            <a:r>
              <a:rPr b="1" lang="en-US"/>
              <a:t>Prototyping</a:t>
            </a:r>
            <a:r>
              <a:rPr lang="en-US"/>
              <a:t>: This technique involves creating a working model of the software system, which can be used to gather feedback from stakeholders and to validate requirements.</a:t>
            </a:r>
            <a:endParaRPr/>
          </a:p>
          <a:p>
            <a:pPr indent="0" lvl="0" marL="0" rtl="0" algn="l">
              <a:spcBef>
                <a:spcPts val="1000"/>
              </a:spcBef>
              <a:spcAft>
                <a:spcPts val="0"/>
              </a:spcAft>
              <a:buSzPts val="1600"/>
              <a:buNone/>
            </a:pPr>
            <a:r>
              <a:t/>
            </a:r>
            <a:endParaRPr/>
          </a:p>
        </p:txBody>
      </p:sp>
      <p:pic>
        <p:nvPicPr>
          <p:cNvPr id="190" name="Google Shape;190;p7"/>
          <p:cNvPicPr preferRelativeResize="0"/>
          <p:nvPr/>
        </p:nvPicPr>
        <p:blipFill rotWithShape="1">
          <a:blip r:embed="rId3">
            <a:alphaModFix/>
          </a:blip>
          <a:srcRect b="0" l="0" r="0" t="0"/>
          <a:stretch/>
        </p:blipFill>
        <p:spPr>
          <a:xfrm>
            <a:off x="8431480" y="1934297"/>
            <a:ext cx="3432901" cy="262582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8"/>
          <p:cNvSpPr txBox="1"/>
          <p:nvPr>
            <p:ph type="title"/>
          </p:nvPr>
        </p:nvSpPr>
        <p:spPr>
          <a:xfrm>
            <a:off x="460375" y="259320"/>
            <a:ext cx="9404723" cy="62643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Requirements Specification</a:t>
            </a:r>
            <a:br>
              <a:rPr b="1" lang="en-US"/>
            </a:br>
            <a:endParaRPr/>
          </a:p>
        </p:txBody>
      </p:sp>
      <p:sp>
        <p:nvSpPr>
          <p:cNvPr id="196" name="Google Shape;196;p8"/>
          <p:cNvSpPr txBox="1"/>
          <p:nvPr>
            <p:ph idx="1" type="body"/>
          </p:nvPr>
        </p:nvSpPr>
        <p:spPr>
          <a:xfrm>
            <a:off x="307975" y="1256000"/>
            <a:ext cx="7731620" cy="528869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The process of </a:t>
            </a:r>
            <a:r>
              <a:rPr b="1" lang="en-US"/>
              <a:t>documenting</a:t>
            </a:r>
            <a:r>
              <a:rPr lang="en-US"/>
              <a:t> the </a:t>
            </a:r>
            <a:r>
              <a:rPr b="1" lang="en-US"/>
              <a:t>requirements</a:t>
            </a:r>
            <a:r>
              <a:rPr lang="en-US"/>
              <a:t> identified in the requirement elicitation step in a </a:t>
            </a:r>
            <a:r>
              <a:rPr b="1" lang="en-US"/>
              <a:t>clear</a:t>
            </a:r>
            <a:r>
              <a:rPr lang="en-US"/>
              <a:t>, </a:t>
            </a:r>
            <a:r>
              <a:rPr b="1" lang="en-US"/>
              <a:t>consistent</a:t>
            </a:r>
            <a:r>
              <a:rPr lang="en-US"/>
              <a:t>, and </a:t>
            </a:r>
            <a:r>
              <a:rPr b="1" lang="en-US"/>
              <a:t>unambiguous</a:t>
            </a:r>
            <a:r>
              <a:rPr lang="en-US"/>
              <a:t> manner. This step also involves prioritizing and grouping the requirements into manageable chunks.</a:t>
            </a:r>
            <a:br>
              <a:rPr lang="en-US"/>
            </a:br>
            <a:endParaRPr/>
          </a:p>
          <a:p>
            <a:pPr indent="-342900" lvl="0" marL="342900" rtl="0" algn="l">
              <a:spcBef>
                <a:spcPts val="1000"/>
              </a:spcBef>
              <a:spcAft>
                <a:spcPts val="0"/>
              </a:spcAft>
              <a:buSzPts val="1600"/>
              <a:buChar char="►"/>
            </a:pPr>
            <a:r>
              <a:rPr lang="en-US"/>
              <a:t>Uses </a:t>
            </a:r>
            <a:r>
              <a:rPr b="1" lang="en-US"/>
              <a:t>models</a:t>
            </a:r>
            <a:r>
              <a:rPr lang="en-US"/>
              <a:t> like data flow diagrams (DFDs), ER diagrams, data dictionaries</a:t>
            </a:r>
            <a:r>
              <a:rPr b="1" lang="en-US"/>
              <a:t>,</a:t>
            </a:r>
            <a:r>
              <a:rPr lang="en-US"/>
              <a:t> function decomposition diagrams (FDDs) etc.</a:t>
            </a:r>
            <a:br>
              <a:rPr lang="en-US"/>
            </a:br>
            <a:endParaRPr/>
          </a:p>
          <a:p>
            <a:pPr indent="-342900" lvl="0" marL="342900" rtl="0" algn="l">
              <a:spcBef>
                <a:spcPts val="1000"/>
              </a:spcBef>
              <a:spcAft>
                <a:spcPts val="0"/>
              </a:spcAft>
              <a:buSzPts val="1600"/>
              <a:buChar char="►"/>
            </a:pPr>
            <a:r>
              <a:rPr lang="en-US"/>
              <a:t>Clear and comprehensive document, should be understood by both the </a:t>
            </a:r>
            <a:r>
              <a:rPr b="1" lang="en-US"/>
              <a:t>development team </a:t>
            </a:r>
            <a:r>
              <a:rPr lang="en-US"/>
              <a:t>and the </a:t>
            </a:r>
            <a:r>
              <a:rPr b="1" lang="en-US"/>
              <a:t>stakeholders</a:t>
            </a:r>
            <a:r>
              <a:rPr lang="en-US"/>
              <a:t>.</a:t>
            </a:r>
            <a:endParaRPr b="1"/>
          </a:p>
        </p:txBody>
      </p:sp>
      <p:sp>
        <p:nvSpPr>
          <p:cNvPr descr="data:image/png;base64,iVBORw0KGgoAAAANSUhEUgAAAZQAAACuCAYAAAARU/vfAAAQAElEQVR4AeydB4BeRdX3fzP3PnV7Nr2HJBAIvffee2/SexFBUYqKBRQUBRRBmvQOUkVRiiC914SQ3nu27z793vv9524SQCEECMXvdXbOnX7mzDlnzrTdxA4dNiL6H/yPB//Tgf/pwP904H868EV1wC7Y6Hxi2PAXLFgh8EsWrH8R89b6PrNWO535653PvI1+EcOKwb9i6Gxa/wKa1v4J01Y5kWmrncG8tX/OvPVF5wa/ZL74sFDg6P0m0u7o+ibDfMnbgaPR8TKOu7wNfy7d+BmL1vwpTSPPYX7/U5ifPowZxb2ZXd6bOYJ5pb1pYg8KyZ2x1bux/rr78YvT9uOfNx3KlPsOYfKfD2LiYhh/30E4mHj/wUy672CVH8xkhS7tYEneFOW5fJf+TzhUbQ/lHeF+/o6j+Nuf9mKNVQ9mGruTaDyQJ//5ApOnTGTKYpg6ZTxLYPKUCUvzpyxX/viluCZ/qL5rO3kx/snCGeOf3N3P5KX5E9V2vPoTjvET2W3f3zCtvCPTzG5MH3y49Phopo9ycBzTeh3A/MIuzA33Z+Gos5m7/vkxOFk4mSwL5m1wAbPX/hEzRp3MjJVPYN4aP9W80HzWvHDt3Lxw4OKfBxZu8AsWrvtzpo06ljnrnyObc6HgF/+DDT/gwXzJa9qoE5mx+ndZsIHjzxL4JQs20hyKbfYFfB7+L9jwQhZJljNGn8Lctc5SfAluF/7yc+L8gHYLBiIFrDhnCIiELtTHGON6wCqurG+Ej4IK+eICOktzSSRryKR6YhMJrDWCEExEaIido9tFI30cxJn/+3wiB2IeOVlLpyI8pApE+RI0t1GeOYfS5Gnkx46ha9xY8tOnkG9bSGRCetTCOisbDto2wc+OSnP3T+t5/k9pbvlZlkO3ytKvtkwYBoTqOZKcHEi1Yt2SuOIw7lZyUhUnwqV5TpYxXSpzfUVYlRnayzBuesQjL1S49PYCh188jz1OMzz5Wid+3nLwQZsxcEgP1Y0EDmtEd8zGodDF+UYpV4rwduPurmU+lO/KXB2jjwMF8i5mFSI8H7SJY2ZJH3EqLmeJ8yJ233s4vmNAJYByqHLhcYOMQqTQVKS4lXKFSlmDXNJuOUKH0vdTpDO9MH6WQmUelUqr+KlRhqH4H+H4uRyo/qNKpJwoCihX8oolsF5CoctV8D+/lANBWACJMZHISIMigSsSnzRPkKRjcLLm87iQSPMoqpQwxvsQbumRm0ifB+WH2lgiKeKHMr54VAOnIkKNeBLipoxxWV8c8QrB4JhZLDQRBCGeX4efrMckIroJDUGURyJYOd1ZynHepR24+P+gmwNOpx0gTkWyRJGELTuGdUauvZ1gxgyK779P+Z2xlMZNIpw+l2D+IoJ8US1ChvVIceh2Gf5wFvzl55a7z0lz2beTfHtP2HgU9EqkSFUqGFsiKdEEQURnLses2bOZOXOmcBiMEQAGcIbOycjFnVZLjMr9UL4KS7kkj77dwTk3dbHLTyrsc34LJ142h4vvyfHsqz4zWwN69M5w6S/35rRvbyZtEApnpAnVR/fkFhrlu15cLHQV4rRLOVCG/JJ8VIZao/YOXL4Dl2fiMtemO9ad79JLYEl+d0hcHxuy4XrDSOdT4rWPyZeVZWL8VrTahEc56YyFsIjXrletCGqrNJ/mDFgLiSQpLSpujlSKC6kUmzDOEMUjiXC8/jRM/1luNICQcilHMlWn5TehKstDk6r9X/GSX6XcCZ7Ft1mMMcQuVmbHK6W/gM0OtShVoiJuYbdeSqgdTgeKSkPc94uAlYS/SPv/aGu0JQ2iCKtxo91IKAb9R6WvKcOTQSrkF8W9p5KNpBL1GA9NDsfQUPmOaKvJKVCW/FIWxyUuQ7X+L/slLHCLRygljw2LWGdkuExTmxaQKXS9+Tb5d96lpBNIYtF8KBZIRF3UJgxrrVzDhcenePqaGibenuW276c5efMU6w336d9YpiqlnZKbMOogkO4UCgUWLGpm/MRpvDPmPSa8P4FOLVapZBJ1H4OjKZRQXFoBkSZNgKHT88hTZtx8j6sesWxxdpGavZvY+8eW39wPr77VwYy5tbQXe9NY3ZODd1md2/94BK89fy6nHrMFPZJ1JLHC5AmtjcEqFeuCUkZlLIZPzncl3bVc/WhxfZdjgUiAcC7JN8rRLk85roaBj9S3SlmVedSkqxg6oA9R5GEqIVa6rcqoEKPJZ9IJ6XWFoKU1LouWMIdlO6NiBwpAJ6FUqoZMulEnnTYKhWYIy+pC1EZxjc/0saK1VCxhbUBSu2+Eif+5pRwwLhYEhEERm8wQOeOkvDg/nhMWZSrnczBfrZzX1CCqlNFuGoQ/chkOkNOc0/cLeVH4hdp/bGMjxYlIYLRdNWZJla8rdEP0CMXEjtx8TUi0+WrAJHwi0RcZJ5zFRLqog38j1VVx8G/Z//8nHVscaKSROOdAtx5E7hqloxNvQTOJKTOpvPs2xXdeITfuTSqLZkKxi+o0jOivhWLtFKfvVcMdP6zhtVvSvHxpyNl7p9i0vxCHYrZ0xZgEUWipVCJynV20trYzc9ZMxo8fz6RJk1jU1EQ2m2GllYax+uqrs+qoUfTp1Rsd3kUZCgU21PVMxKxF8NY4wy3PlPjOpV1sdLzHBsfP4vRr5vHGOyVd5STpUZdhjZUHsMdOo7jgvC147P4TePv5H3Ht1Yex516r0VhbrdGCZ8EYmXjDF3YREaHGG8hgtLbnmDGniVlzW+joKhFEJZVWFvehTll2h640IbpOPmU9vIROgvkCRrgj5YWu0BpsrzqcCzo78ELwNCLjMj4r6LRivQYymUbJSDzOtUn+IcYZOOFcPnTqWYQF5VbJeJFOJyki4eVTxsn/NaeNeKWcE299LbhZWGLoXeiAL+gkBmOieEExvhYsJwPpDLEcXCFf2NkvjOFjEEQiMHTKtpTYj6n0pWeJQaIDQag720JhHtZYUtptkUjgdteRhKQ1BS+eHPzPiQPRYlAgHwpk6KSEdHUSzJtHaepUirq+Kr43icKEqeRnziXqKGBL0KuuJzutk+K8b2W48awU9/24nvt/XM1Fx4fsvkmCobUW6+SBlNpAoKuxQq7A/HkLmTFrDpP0vjJj+kwWLlhEwk/Qr19/hg8fzsgRIxg0eAD1DTWk00mcHK0mg8RJSzHi1UmGax+Aky/Pc+gvO9n35x2cdHEXtz1WZsKcAn4pxaqDB3HAvmtx8fk7c8eVh3H/NYdz5zUncObJO7Lx+sOoq/e1gAi3ziSe6GMxLOGHC8WMz+U1Wp3bQ1o7c/zp5qc4+uTb2O/4m9jvhD9x9Lfv4p77X6UQXxMLfSTGiEeKLdvL+Oy932jUDFMMCXU16PqJtJiEniHIJNQ+lE0qY3N5vNDx3irvs3phtcKv95RkpgdGi3+hqIVBhs917qh1vHHwSZiNrpcrpQ4Kujpz888maomcThF+UpP/k/lRVNH7UidJv0Y67okHjj+Osy4UOGYr93N76UwYFuMFJeFXY/QjQRADrh8Hnxt73PDzaFjc8JM+kWa5PNbR5oAV3sUndf0f+SbMYCoFCvkFWOuTrqpX6GG10FnjBOZMhxErY0L5v+iMBr0EIi2woZTaAe66sr2D0vQ5lF5+l9I77xFOnow/dwaeHtJ93dsn9eg7oGfIybtZ/nZhLWOuSnLvD9Ocd2CSfTb0GT2kSM9sqN2xcaorxY3i0EixI13TNC1s4r33xzFf12JaHxg0oD+rrjKKVUaOoF+fPtTX1pLOpCWzpGQUCDwqxmdhV8Adz+c5/sKItU8osNuPWjnrli7ueLrEKxMNs9sq9Mim2WqzIfz4x7vw+ms/4tm/fY9rLj2YEw/bhu22HMnwlRpJpWR0pQvGSAcMWPHCaYWJqYyUMgLifBPHPvtHZoCSTiCtuTI7HXQR51zwJH/91xjeeWcab78xk7/87UVOO/1Bjj3hITpUJ3DvFK7rT+kq0omktqovPXv0RkcfgnxJoRoGYCKNRAPxsknNQ0NX0yKFKsMBn9NZjJcgmazB8zyKuYUU8206tWjDEYYiQeDkuhS75pZOn6HkXCi2UC4vJKtTjp+oFhUizvHY0bm0/v/tiJGWVcpF0NbD1/tVaCxRvOgulpnj1eKoKn0ubyJDJHsY6crRT6Tp3lQLqeZ9jFDlcfgFPvYLtP34pjFR2tUYabZTmo+v9aXnik0EYStd+em4xSOZahADPQKN2Kgwhi+div+CDpwR0A4y1OIQtnfhzV6IN2YahRffpfzWRJg5D1MqkpFF7VnrM6Jvhh037sOVZ2R565YMY242/OrkBFusDQ3ZCukUuKtOnIt1QQx3eiCe8yEwxtCjRw9WW20Uo1dflUGDBlCrqybPB9+zeNaTkUK7+oDpCzt5ZWyZn98VsMO3O1jl0BzH/bLEnS+20NSex3oZevfswfqjhvC9Y7fi77f8gLGvnMujd57Cucdvx4h+vWmozZBJZ4Tbw1qLEbiNhSfaPgwapih3X6sQlfIFXURXrsQJOo1MGFthWI9aLj53D/5+++E8fPNBnHvCNtTUpPjLo89y+R8fpKwrMYnkU/s01iC7w557rqL3KTA6JTqdtouZHG/oqmQ0Qgi0oMiSoCif11ljMMZgfV8ybiChk35Q0matsIigooVF9/5Gi6HR4oLCMOiiXGrWZm4OYdihxbsHxmsgMgYQOAPJ/9wSDoRRkVKhg0QiSyTd10dF3TrYHVfyC/pQ87xSLmGTacnB4ZYcYpwudBAnvtDHYf1CCP6zscFN1iDKxUQbVXCg4Cv1YaVEodCEtdUkM/WEOqFEuOn2dVDzlQ79PzqL7bgxhBq6g0i7oKiUJ2xtozx7DuWJU6iMeZ/iu+PJT51Jsa0Za8pUZwLWGOZz1HY+FxyX4LYfJvjnb2r483kFjtzZMrTe4BeS2v16+KGHMRUt2EZyN6JhiWq5uJIf430Zp2QyidEPiEoDlbDCmNll7nuxyIW3Fzjmkg52OafI1j+EX97exUtTAxldj/6D6tly47U54+gdufKX+/DgjSfz6ANn8Iuf7cX22w+hsaEHvp/E8yJ862OMkH8MDV92lsXw0vMzefHt2dRqQfvZzzbWCakP/etqGdTYyIF7r87Pf7il+B1x+z3vM2lGszZCEdGnrSoajq+d5nabrooV76N8gB8Y9RYBIUQhQUaLsm+gVMYZkm5jruLP6Y0RLoG60YKSJlNdh2d8GcKcoEWLx0LynQvI6fRS6GqhogUnoRNJJt0L6wylEV2iEOznpOD/v2ZOWpF0vlhsQ8zES9TSLSfxKDIasAMFK8BHlKRbNpaFFATj8LuF3YVOZ4yj5ot1JKq/GIKPtI7HLqURgZF2KsZY4ixVWhIq+qV614/RLq+YX4QnQ5KWMntWRsuIkaLGlX+pBHzNyN34HMRkSEEMEVZKY8oRUVeOyoIFRGMnUX5XMGEi5RmzqDQtIOhoxauUiXQLhIxQKIO0ylCfq87y+d1JCU7dzWPLDjPMsgAAEABJREFU0R51DRWMlaEKysyaPUvvHpOZNXMmgXY/xvHYeBj94BQ0JkJKKjpwxsSFcZ77RMoyusIqUigHPDnW44fXV9j55Ijdz+3i+N/luei+PI+9VtYhKYmvB/s1RvXmpKN34IHbj+If936bW646jJ+dsxsH7b0+a67aQG3Wxxfq7v7BGIO1lq/TiaO89sYcWpqK7LnPSqw8rB+efjR4sGA8w1prD9cisx7T5sxjzrzWmHPGGJbtjLB4DOpXQ11d0h1AiAoVrSOR2odEJsAkJQvfk/wNhbZO4NNw8qnOYXCAsRgvSzLdSLaqL+lsg+J1JDLVpNI1cTpb1ZNkqg7jp1BlIBI4vyR08f/bYB0rNJfCUmd8OrGxrQJjxGX5D3jGF3A2RlMsduBpA+DZBCb+CfV1BDjURh8HCr6AV09foPUnNHV2w+iO1yHX2hLXWkJ2nPgSP67ffE6LibEkUg2EMiih8fA0ex27HG38f+YiDSzmr9vVKhIqjHTtEBWL8a+NVqZPI//u27rCepNwwgQqrU2EOl4TVIgtcFYGqXctiRF98If3xvSqllEKmLsw1M5T11hpxD+kfAZf+L0Q8vk8rW1tFHQd1tGeo6wrM+Tc4oVqssQZF1EjBTJzlALoKsCs9pDfP55jj59UGHxQF3uclefS+9t5ZlaRea2+rklSVFdVscd2m3PVZQfx3os/44W/HcfFP9uK7bdalZGDetG3R1Yy9jG2GzzNTmvU0TfIu5G3a8BOLzfbTI/oOiKaWGBWVEaiPZTBL7H9TsM0Zo8OLfplvbmocLn84P69WEnvQVpJqDR3EBmDibqbRtoYGAeaC2F7uzLFfH1XiF/Sh/pDbyrWT+P5WfxEtcIqrNJYL6YnirXHjdf1HOqzuLFi/9e90ZtlqdApFqZJJWvEDoObPkYz0LBi+BTJFrvrySjIk0hmJA0fmQjcG40DnIvU7wrobomUHcoVAo7AUFhNJZA+eWj+4I7IKwT5pyHRrrorv5BQP0sWE8cnJ6BPa/rfUO7k7cYTLR5Q5IiWHsQGpFymkuvUaWMR4bSZlMZOIP/mWMrvT9K11ix0F0HoqbKumMJsiqhBd7V9q/EH12OH1RP1r6JQHVHxypCWAGWcF7QELJhexsnQQdydDEgkbfR1XZXJyIh4Cb1NpPBlyQ3OWLhagkg4RGdQNsxo8nh2fJlrn87znavzbPODIqse1sWZV1Z48s2QTp0+evQwrLvqEPbdcRjnn7kLD994EhNfPoNbbzqMww7agMEDq8iaRlI2QyS8Ts8cwIeNZOQ6FnxzvBEpvi8aTZH3dDIMjR7PtblhMUQai4u/9e4MvMjH/aKAn8ir1fL5xoY0q41qJH630modGU8LiifsvuafT6jNQugF+Lk8pqJHX7N8eJdR6+OLnGJ+fMn/cj+BA0ZzpFjuItAGIpXugTEWzIfmECvCSeBhgWJxIYmEFvpEMp6lTlyhiiJ14UDBCvEawQrB041ElBn0I2plj/DdC6vpLvqyvybytEsuEIVtpHXM9mTojLUY8xUR8GUPcDH+SLyNsBqnhXyRclMbuWnTKI0bT2WcTh8TtYDMmUXU1gJBmcCrEFbJyPSoItG3HjOoG+hXS9iQoaxroiBeDBZ34BnCtAdJn5J2T+/M8dEGZ3Fhd2CMIZlMMHDQIIYMGczAwQOxSUtg1EaCb5P9fHV6ksv/EnLkJUUO+kUHR5xf5Pu/jbj5kQLvTs8Rqc6IAb05cK+1uPy3B3KnFpA7bjiam646lu9/eyu23GwwtboycSciq27VJRo2EqgCAzhw3+6Q2Lm4gzjxjfhY0bnyyjWk0lkeumcSi7q6cP8sipNhSEKTO6JZb1kPPDSWulqf3vUpnQKr0FRaLvqt77HS0JV0Mkjg/nDXz4dqZ+L2keRKNoHjXeDeUbryKltezKr6P/+lciAIy5QLXTL0aYzODUEUSW4WpOH6rBCvKUxJ12lWOBPJBtCiFRkFgJEqKMqKdI76FYlPd3URQVCiIqzGJt1X8OV6x5Qw7KJcXEQi2RPP6ugoxrn8uGcxLg7/iz6O9kiSjyIRL3B/hOlXKqTb2olmTKf43rs6gbxB5b33sbMWEOlKI9I1VKT3o8jXglOfJdm/Hn9II/7gRsI+NVTqklosLKETixc53YrlZaJoMWfUq/EI1T6RkIHSO9jfXslR1gnC1XCwuCJG/E2n09TU1pDS4tJSSPDEc3lOu7iJjY8sssN3FvGDGzp4+Nkib0yOmNdu8PwyG623Ehf9YH9e/Md5vPLk97jx0gM5cs/N2Wr9oQwb1FObAe2irNRfxtBtSIwjSdMMmV4UR84oYpaGH1Zhl6uCb5B31O2x2/oM6d+T6bMXcMmvX6alrStepENbZPa8Ls7+3sO0d1p22GFlRo3oh3FH/KUyWfZgPKt2269MfW2a0J1AciVxSzJWM6kP6IRitOuNZFnCXEGc8zDiLeabxyuR/H/GO3kUuubj5OD71YSy7m45QdJznhXgTGRli9sIA22yM84mekR0y13d4UAZi3NWQIdC4fRdwYrzhlAGqJ1Q96qh1dXKCiX3P+k0WnmNDF8x1yIGZUl4tUQ64rvrEMc6bZi/VApYwS4yocYREOmhulIsUe7IUZm3gOLYyXTpCqtt7HuU9QhOS4vu3isaqyAVEtYlMP1r8EY0Yof3wOoKq9LgE6SsTikGZ0ScgXFAzBGjU06Is2yRHuzJKd6Sx85sw5/YStBZ0YnD440pAW/PbqGg3ZTjs6+687p8Js0zPPlewGV3ltny++2sdGQbu11U4ean00xrK+ElahmkK7XRo1fmxMM24e7rT2D8K7/mqUe+w+nf2Zw1Vq+nNuVpd5YinVHffLLrngQfUtXok+t+00qMCGqsreaKK/Zi0NBe/PPlSRxy7AMce85dnPD9Rzjy5D/z7uwcm6zZh7PO2JN0VTXRZzD4VhuAUSN605BO4pmASrEMbjGSHuG2dZoAQcLD6L0s1a6H+cp/EfPEu//ffMx9zaVCrhVjDNlsPdbXDk9yxMnMxDW+4LANNvR0QdGl00kLfqInJqEFRbrg9JHFzsUdLE6ukMC6f0bDPeC6Xapxy9UXQmu0IgaE5ZwMSgYbeQIE5gthXVZjo3eTQiEvuxiQTmsyqqtIi5prs0Jk4xB9yeD47nYoRg/ckftjwtnzKE+ZQuX99wjeG0Nl8mRM00JsMS8l1OIhQ4zeQIwe0s3AOsxQLSIDGol6VFNOaxHxJQcLoXiBNRjRb7WSWCyeA1032bw+HRW8+V3xImKmNWFmNWNaOjA5SGmRbshW617f45ifVbjigTQ3/cvwkztCTvlNG/v8qIsDBD++Pcfr40sERUOvxmq22WwEZ5y4A3+8dF/uv/47/O3uI7j8l3uxzw7DGNCrCl8/VjRYTSZjLcZYUecoBPd18O8x/t11V/r33G9s2kaWjdZZieuuP5hDD96Y6jqf8ZO7mDC5mX59Gzjp+M258uqDGOk2AxqbFcgv13gMlrROiKsM6i+BJ6FU0tVXBeMWFZU59npVKVyy1NlJVKrwhac5/3OfmwPaO5VLXRAWSadqwfPR1MTJyZjFWJeEi5OfLTCSvaVS0SawMB/fr9WmrZYonl2fDdPnqW3zuXnkc/MpFFq0EBRAOxkjTA4ULDcZkUgOA6jIKKJWCS+tr7iHc0uwufiKA6M+K5Wc+mwR0+rpFk6EOua/xcXK1FUgHDOF4lvjKY6bqhPIHMJFMu5dMu56bAi1gJiaJKZvDeGgHjC4gbBfDUGPNLZaxkKnEDxxQ4CskZGhJtZQTxyyUjCDrYTYDhn+ee1aoOYRTJqHN72FaIFWD+VHxUAP3j7rrjycH5ywLY/cfTRX/HZ/+vasZcq8DL+4rRg/ov/6njKPvmKUF1GseKy60khOOmw77rnuGJ578HTu+OMR/PzMHTl4j3VYZ3QfetZX4ZECkyR2BtyCYpRrrIeL8yGBGZxzXwfEJS4WX/2BxiNw1jGOKeO/wWsAfpRkg9HDuOT8Q/jH/afz3N++zb/+diIP3X0CP/3hLowcktGLClpuWcyT5R+YJy4ddewWaKsB7g/XypWlmzhjDF5tBlQHnV5suUikzYK4yDfffX4K3WbKQfT5UazwlkYyiOI/+FxIKj4x1ElmmrdxT0ZfBwq+ANFuEx2FHdpXNOPbHqQz7nQivPLC/KV766frsF6SICyQLy4gl59NPj+XoNCOU75QCwzxBA5FzCeNVNQGFtzbSaVV7xjVGOuMiFRcxzgnWAdCsMK8Y1xYLlPINePpLj+R1irsiQYZ1BXWyZeEyHExlEEMigWK46dQ0FVWqa2ZSlAUzwskwkpsf22PLHaA5OMWkEH1lPumoU5jTEkWnsCdRDzxXiYIqaaVnFy2rsvRizq0FUnojt6f3hovIuF0LVILdCLJVbR4WGoyvRkivAfsugY3XnIs77/0G1548rv88qc7se0ma7L/Hmtw5/XH631jAD30qFyVzDCkX5pdtlmZSy7ek3EvncPLT5/M7y/cjz22Hc3wwfU01qVJJaxURlsMkfgBC0WndOGD9PLHQhnAYqlAa3sL8xctYvaCecxb1CldLeDKlh/T11fTGkPCWqqrDIP71Wsh7stqIwYzqH8DVXqv8qMaSVGyldH5rFS6VltvVk/aC/BLRnvCCKmX0DieQ5BWDR8qOs0HhS7ce5xqqPz/D+/GEoP0y5O98rWg+qUykRbXUNdLkWOGWPF1jtadUiO9gRa0eff8emwyS+R+o9JINk7mbgCfk8AlTb1Qpx3ZcfcH3aH0KZmtQYdjYf3qBm+TySrS6R5ksn1IZ/qQTPbAmCTlcoGuwiLyhQUUFZZLHVRKOZ1iymj1EQTdUAkIlF8uNVEo6oiVyGL1yKQtksToBmIwi2Ma2QryDmNIOejUxDH4qSzahmM1aa0EZIzhG+ti0mRpdf0QTJxMwv2hoa0Q/9smPVIEegep6OqjMqIngTuR1KaIUh6h59QmwurHOHDjFGetNMYGBlOKMHr3ME15vNnaDEzT4jG9CeZ3ELVBopKkZ0OGDdYaxhH7b8KlP9mfh289kBf//gNuvfowDj94OAP7CL8WJbQ4RaBeYKN1+/GXP5/Js4+eyhP3H8ULj3+XB249gZMP2ZKh/RpJig5VVWWDsd1grcUY5TpAH3lcGAPLdurYLRLuDyXbOjoZN3E+f3n8fS6+5gmOPv1Ott3nRjbf/Xr2OPwqzv/9X3l/0lwtKiWkYsvG+w0pNcZgzEfBM5547X1+CsWzrObw0J6D0cMXQVcgCQqn8uWRnZF+JTRFDOWmViKDyl3J5+/ym9IyHoXGQxRg5jdTmjyD3LjJlN6bok3UDMwCzQNt3EITEtf9Ggg3uvoPKzlyudl4iSrZ2EYwvvQgwuhHCfhIyGd2bhMZBK0U8vMxYZZMqgduIY3ElyWn+8+M9HM0sEiZMRash/HS2ES1BtxAMltHMt1Awq+S9lk99pVwf4BTyC0i1+CR2l0AABAASURBVDWfXOdi6JpHMddKqIUlkawnmWoQKg+MAYx+xDQZKROxwpxjlNvNVypdJDO1GCujK4XBzZQlsMJ6W7GIHBuMFDyaMJ2otZOSWB82akHsVwc9s9CQJsqKf75G6RkNqRswFtwpUAuICS1e2eBpAWFBB8HMJoIZrQQzW6nMbSVoy+uKtoQNIlYa1sCBe6/GFRcdzP03H83t1xzF5b/ZjxN1RbLZxiPpo7eYhJ/C2mo8m8BaUWjACDyTwJdOpNOWoUN7sNqoIVqUeqiewbcW3/PiOKrrwCivG4zwGIwBHMQfF3HAUhcqplHq2+1del5LE39/ZgJn//ph9jzqRvY5+kaOOfM6zv/tUzz42GTGT1/A/OYcr7+zkMsuf5GDTrmD196bT0AxPhV1Y/pmf40x4o/FGBND9wJsAAd8dqfJ5ScrfOtba+nxXTjaCzEvJEnpj/uC0bWXp3kYduj+PtCCo2r8f+DcMNw1ezh+OuXx0ygtWEjY0qw50BIvJpXJMym6uVYoEuqE1s2Nr27gRjJ1f1DoNubOlqaSfdAUllxQiXRAX4OjShDbLj6zM5JrpdJOLr8AY+pIpRqwPri52I3a4eYrcRYMzhn16WKe0dfqysJPYhOp+Poqne1Fpronqep6kjUNJHSU8rNZ/EwVvhadZFUDGeUnlTbOyAhHjEeIHV4FK9QbLcdlPcRbsiR1IgJPfDMrtI8vA5lYTLlSIjdxIkE+DzbE719ForcW7YxKfZlUG6hrhfGIDAq044BE2ZLpDEk0FbBzO7T7mk84vVWTJodtLeEXOlWnRDW1bLX2QH591kGMffmnvP/cT7n1yiM4/lvrsOkaIxmqR+CMn17chwKs+wgqAtGg75ftXS8lTYJC0KJ3mALT5s7jihueYYcDL2fIWr9ir8P/yGVXPcNLL05j1qQF2nVlSfQbSHqDNclsvC523VWpWn8NovoejB23gJNPv1un6dSXTfY3GL/RDEixzXark/INptiFp2tCwwcuSvkEmoyJYpEo16XNxhK5f1Dnvy3mxpfQRtafPIdwznySQQcDB6Q5/phtOPP7W7P5Jn1JmQKmpS1+n9SOGPdblF/VOK07GgYhucIcjJfFS9bh9oSLTe4XJsON39PmslJulV1ZhE33IlGld5n4RsOVfuEuPjMCaZXrWIGaupiCxV4p4/JdqCzj4dkUvk2T8GtI+j0EDSR1Zeb7GVXQIiROyU4oLu+shoIV7412GiUi3RUm/SopSEJdiEZ9Uf98g50v5pi5zXgt2iUSQK8s5Xpdc9lQBsFg9YOOx6aimG5xbC7Aby9j5nVSnr6I/LR5lGa1ECzKIUtMVSbNsKF92XTjEZx6zM7cf+uxvP/a2Tz58KmcceqGjBjUSOwceyRLY4XXA+PSuE/EB84q6vKWgJIrwGtTKHm5BTKkWCoye24br42Zyf1/fY3vfv9vbLz1Fay12W847Yd38dSLUwhTRbzaOujXm2C1YdhNV9cCMorEkIG4q83IeBibIEwmKI8erA1ODe/qeuPRZ97AuB3eCqD5m4LCXf19luuKXo1petRFeLptCN2/PhxEGBkcE2lEbqFJ+kQSSNjUijuIumyV/Hd6g4xzRLmzg/y8RZBIsu8ha/PKoz/k9+fvzC9O352Hb/42vz1vfxqzGW249KYya0G80H7sgFdwpvvFh3K5g67OaXhehmSqEev5uBsAY0T8F+1PtsT93VEuP5eS+vGTWky8WmF1Uv3wuV9ZX5k3WAjpBugmRUl5N2TjJqhxC8UHdVQkr5ruikmGEOPiGoBjkqumZOgGG2NT1RXohZpIK34h14n1DFZKFKp/ozGYuD9Xg2+kC8XQUA+F4YJFmtSGsCqpHbYWYuU7NiMD7xUi/OYCRieQaLqurrR4VOa04DV14XeV8MXfQb36sOvWa/GTM3fg+kv24+7rDuP+Ww7ktz/bi923WYcBenexNkPCS0q4Qi7edEtWcUnbukAfG5cqgXMu/Hdw+V8MnDTaCwVeeXsS19z8Aqedcy+HHH89+xx6A4efdDPX3fU6705fSDFdQ3bwEJIjR+KvvJbCVcgM0WLRsyfldIbATxB4IaENiGQJQ9EfSf4pnevD3vVUvBI/veAxQhnQ6N//rP+LDeEraR1pvriOQumw45mLu9Dlt7a2xrkSvcteJvSqq2P9dXVyk7JF7Tldf4WYUNJ3CibZm7SPmy/l1mZpWyhYJrpveGGEF5QpzJirRSJi/TV7ccmvD6Fnj2pSXkr675HNpDjw0A3ZYatV8MTQkt7kyrru+7IHZiQx9+ZcLrfh6/E9me4J7grbIp6bxcDndkYtwyBP3v0zU3ojSfq9Sejd2pc9tsKuKRJvGFTtK/aRrMrHdOkINhLAxxR9cpZT2k8uXSElVrt6dx+JlCKZ0unEOrQGo74duNQ3FYwuTstdXYTFDkKvQtgjQ5g0MbmO1UGpQnmeTh/zWqGpg0R7Aj8fkjadrLJSI8cfuzUP3vt9XnjqNG697lB+ePoe7LPruqw5si89dO3oh+7KKhQ+Le5EUivEF+QckxyAK9X7vfL4UDmLXTctixOfKXCGL5BMApFQKOeZu2ghD/79BQ474zbW3/pidj/wT3z/vEe4/Z6xvPraPOa2FfHr+lEzemWSG66GWX0k0UpDMb17QnU15VSS0Pii0YPIFy2OtigO3TcyAW5w1kQY7boxdcycvQhxVfmuLv81zvEulLyKGlJJxqFUKTJ99lxuuOFF9j78FjbY8RICncbjsX3KqLJZnzXWdqdSSTpXwC2uodvoaQFGJ5SgKkHF6Zx0zZQlrE/B900udnpccf/iQGcX2bTPD07ZhoZkHU5bltDtSe0bNOYjjtmAMOHGWyEhviwpX7Gh9C6SvqqbLr0vV8JFWC1oiUwjkVX+x5vaz0SCiTQddMVXKeQp5Jswui1Kphu1uU4IjwqNaFDsa/PSX7H8a+v+c3QcUQk68b0kRrvwSCYHE2JkrI0Wlc+B8Ktrol1oJOWPnNX1jJTNKQHdTkpoF+UxuuJK6X1j2JA+7L3bSK797WG89eT5vPrE97nsJ9ux4wZD6FOXpTabFA8sxgisxRpPeKzAEMVffRZ7l14cxambgzj94YI448OfT47H/96QxiJrRUXK3daRY+qCVp5+ZzznXPwY2+97HatvejEHHXsn9907jpkLmujSqaGrZ4bSiF74m4wivclozBrDKDfWQlKnNM9Hg5BMDW4o1hglDR+4xcQuDohHAmj8UVjBSAd6VWXx3cT9cDO+ea6bdSE6TlGRUW9pyzN1djNPPvMmZ5/9EOtveQmrb3IxJ//4Fh599iVmzuvQAtOsgXQR6bpKkU/0vmcYNWwkmVQaT5f1pqxVSrXd1DDilbbuLgWlEhX3T/iIV0tZqpL/Ju+Ld2baHI0zYL01+rHBOsM+tJgsGZXF6MephTvZUg6VMit8mK43J5ug0kYuN0t9BCQT/fBMA5EU2s1KG9so+/n7dooTlnRtvEiwQCewLKlMHV4igfXAGEdFyFft4l4dbYJyoYsvMMKvmnRLqIfGoFIg5YyQUx8xMd6Py6C4SfNVU/RZ+tNlDSZfUBOJIONjEkZKIAg9XeNFmM6yjEzESYdtxHP3nMbN1xzBkboTXnmlvqQ13qRXi69js2eshGZi8Ex3iDWghUUI6c5ZLFaD0nzEKas7b2nkI8UfSkSKLwFF5UMiCuUc701s5s9/fZ1fXPp3jv7On9h579+z177Xc9kf/86Lb8+kjRT07Isd1gszclXs6muQ0nVWom9/Ql1hYTwwolGhVRcOjBadGJQWI+h+PA11dA8x+gGrPDVzghZELq1TEVqwTNjFz362sXJcOd8IF4kKBwpiH8c1xs7OIm/rzef2+17kJ796iCNOupHt9ricfQ/9E1fd+gJjdYVTpMiQWm0cMrU6qXnce8cUGc608MRYFP6nN/HoQ9ZZq5GBfXuCeBbkS/qGoGaRMaCdPNIVE0jncrk4n+Vwau5QLEfND1dRf+q9O0cYNFe74yviG1HRQ3tBJ/6Mb9l/vw3o06928XicRfigj4oM+d8fe5+Krsf0Kg7ehzZyH1T7ArFIdkkSK7RTlEH1vDTVmd54fgYprzhgtOEVIDnE8Nm7MtpIRKUc+VwrYRCRTg4kkWzAeJKjQxfPfRfXnHLprwgkVfWkr+ZhUGzXBklPEcr5r/BulQ/KZbAJIt/DmACz+Ce0AeF/waIirZbSG2wyTaiJjaPf6YCVUkZljFb5nXZZl559EiSMweKBvvqgpMB8BLrzu/MwLrVscFUcLLuWSNTRNdTO311jVWQEF7UWee618fz014+wq04gex1+Ncd//34uuPwJHvjHNGbMqlCpaSAzbDCZtVYmo6usxKjh2MEDMI0NhLrCYvE44jAyGqvg0whZWh7JoElxNbGM2iIjYXJ5oknTSeh9af2RA9hz101w1yCqtbTV1xUJRG1Rm5+iTqPFSgdzFizkkUfHc+IP/8w2+1/K3sfcxrfPe5jf/ul5Hn1hAvMXtVNtatloUMS5m/s8doDHXXsX2LhPRSqT5KkXxip0urDsEUXiTb+BNfTp4eOZkEhvdlKtbtUQY4wMEAkZHiMZ57oI4xOMCpaBNtJYIo3F6aZRVSu7GFUqRJUSga43479BK3YRyJgugUrJ4S6Axm8CNVjcHs1ZCX4ZvX16kUjH07hK85ugAkP61bDPHqthrfjjxiwUpnvEilWYOL2Zvz8xXl2nIFtFRad7FXxh7/hqNTcqGnspvwDCHOlMVgfuOkLxOdL8tm7Simeus9C4bzd8lq87+RQKLeTLczFeRDbbAy/lqw8jyTiQAZHcPwvOFVXX6UWoW4pyuZNS0EEiXb10lq+oPr5EPBHlYk7XGlnQoiINItYbCSxyEaftfHOdIy/wpPR6E/Ai7baj6ANirRRDZcb4/PPxCVKcBKgqblx8+S4SLUugIgUp6kpk9qJmbrjzRfY7/EbW3PgCttrtSi7SCeSFt2YwZU4LnRpHYtAAatZYlWDTVTGrDSfq1xuTqSJKLaE/iMVkNT5rjEZj0Cz41AF9ePJFyCBpsbU6mXpaRMLZsym8/Q75t8eQnNvEED3c/+biY8gkGnCnmq96bgUslqOMpjtBF2VsW7XxeX/qdC694nm22esGVtnoxxxwwu+45ZZXGTO2lXm6xqqUi/SuijhsVMRte8Gb353Pwwd28aN1S2zct8DIHhEjayqkTImFnfPoyHd9Kt+sTnxpXXeNHNqADXph3B+76poHGT4xHzfb/eqM8EQEun5FDzcSvdIf412BxmQoE4V5yqU2SoUFdOpKJ5+bQ75rNsXcfIr5+SprolRpplRu1i59ISXlFfJzyKmO+y2kfGGR8lu1AOldJyhqTQkFxCThnAndd7mgJPsZ5nLY1g7Vjzj4iLXoWV8jfJpDotkod4lIKtphPPjIq0yaMo8USZL9emKs5p4qOT2JXN3PAVYbrqDSQb4wTzxZhAlrdSpuz0Y0AAAQAElEQVQZgJeoAs3jD+uvyI17cH25PuPEcn7CMNBbSQuBdN89vKdSfcAkBdpMW4fRYXdg+LpcUNFmotROOtFDNygpHDVfFy2fod+IKJAyEkhoWSIj5YnVUaF4aSKDkZE2jsefAetXWdXRFvoJtFUirJRByqJR4ZzV6mEyKZwiPvjA85SKHmhMrqwbln/Cdddf/m9ZBnD23FZefnMCd9z9Ot/VLnrLPf7AqA0u4aRzHuCvz45jnupQX4/pORSGDyG77mo6hayCN7g/QY8akpqk1ohkzxB6mrBSq0iD6QbRsky5qOGSKnE0wup0RKGAaW2nNHsBZfdHa2+Mo+uN9whmTKdR5WsO7cNe+6zKrbcdwkbrD0JXyVhjY60Qui/B/+cgQkK6ZNwmTG3iny+O4aob/8UxugLcYvNL2WLr3/PTi+/lxXcmUaxk6ZNKsV7vkL1GlPjl1p3844ACY47IcdX2FXYdVKIhSuNFHu7/Sim761wLG44ISIifs+d28tLLk0E8/bSBJcSBQw9dh9BvIyqHMuJa8mRoEUg6JKq0U9dJIQpKRMU8VrJTk260mleuXiijH5Q6KBWayHW2Ucx1Ev8rGcLhrnQSqQbS2b5kqvqTrhpIKqUw3Y9Mtg/p6n6ks0pn+iq/LjYyDnmlovt/XQvlO1qFcxGlYpNoa9O8LhNVwM0Pw0dd9NGkpkREQsa1NHchVCo0VlXz0J/Hcu2tzzBh6myCULjCUPXAtZ2/qJNHHnkLnaegoZZkdQ0hNi6LHO5/79DlfSJEYk1ApZwnn28TtINN6B2jD6lsbSy3SDYIMdMotOrAjUkBzi1Ju/jHwQfTPRIvJDPJp5RvUZ9l0slG/EQ1xjMY6YVmiOpYrORho1DoIsFX7MVn9wtGQbmLZLonJDKizRN3v2I6Pmt3kTG4eVQqtGIkIWs8IsxiQDHEWCMG88136SRWGmFzbkHRKKJuko2VUmSk6F6F+S0hcxc2a1ymu1AjRSm+gHOnD7d7jsJIky6krauTN96dwrU3Pc/xp93Gvsddz37H386JZ/+ZP976Mq9NkBHPpEn074c/cjierq/80SvhjVC6bw+CdIpC0iO03r9RJZojwXLS64YfRVaz32o3rUnU3EZRJ5DiuEkU3n+X/PvjYfoMEotaGFyXYM8dVuUX5+3NnX/6FnffeDjX/O5brLlGfzxTwWqzAeJjzK9/I+sLJiO3I5WxKmshK+m0pOt7nnt5Ir/5w9858qRbOOjYm/jWyXfz/Z8+wAMPvM/kObOI9N41oleS41dPcNWOIdfvKdg7z1U7tXPi6rB6vcGKf5UPsSuOiilG/DMyFlv2q1ClkbXmAt6esEiyq+BkyTKca7vO6gN1YmjHFgJMTtZaOF2TSHjLKQ+0i3a6EOqaCo3NSC/Q3Xz8b8vJWBbzzVoEOwhMiOcnSWbcAtJHxrM3qXQjiVSNbKkMiC99Fhjfx/gJ4U0qTIGfUpjBT9apbk9dBfUmU9VLC00Pkrp28nWKCnTvXsg3kc/NpVBYSF59VmSsUb66RQMVhEulGauVBlHuylNubpWBhVNPXp0DdEV8912vctyp93DR7x9jyuxFFLX5LBPoqmssY8c0g00SDO9L6EV8VkMhk0OkxatU7NApa55OY81EynSLatJvwHpJIs1fLTc4Z5YQ6hLLCVZ6G+HTu75WvPJ1vdVFsas9JjWdbIBkUrQbAhMJwNnDJfA5ultOqj6+mkggLFd0cmqVjmkxSdVjErrCN4gvnrT149t9c3I1sQIJ1N3LplMZNCf4d6exfFz2v1f7etPW4MsQG8+HkkjRdQQfotroXhTPUrQ5XnxtmkrcqJDTJND3s3hndBwsaePizR1tPPzPFznt3PtYf9vL2HrPqznzl1dx119e59V35jCntUKpvorE6KGkNxhNYo3hOoEMxPZoxKtqwKSyGOvJePsKLRZvMfpocagg1m6riKPdgaIf9i7LyOgLAm1L3Z17NHcWlXfepvDaqxTHTSCcNoeoqY1EB6w1tDdnnbodj9/3Pd781yncc9VBfPfwrdhm81UYOawnaU00sWwxrxxyR4uDD3f62eKOV0tgaUvRu7ClhZvvepODj7uWdTc7j532v5If/+YBHnx8DG+9P4P5zZ0SX8RW/er43XYFXj6syAsH5rhom072XSXP+n1L9K2OSEj+xhiMcfwzmoQGceSDrkS+FagG1QlDXQrKgWXCtFnkSwWMMUvrflzE0V6VbGTgiJXwtXs1JS0oZolMtOyKYYmarJoaKu1tCosEurIoyLAXu5qI9K7i+7Wk0r1IpnrgJ6vxEkmMJ3qN+nagVh/4iBg9UZylGt00KuKMHgqNdN+B9RJ4ySrhrCPjTjjVA0hrd2uM3kUpyGA3k+uaSz43T0argygsYbQTFgpkBkho0UtMW4Qvhg0fXs9W667ErtsO4pKLNmO/PQdy+00vss1ON/CbK19kvsZywQV/pVAJ8RobdYrQmHUy+yi3Y5L1cT0YR+piiBAjcDanmF8keuZScX9TQq10rgfJdK3GkdG4fYHaGXCbXeQUxYGi8h/ElPhYH0m3yrbCyXs28vLPtuK2E9ZiaLaCk10mUwueT2QMoihub/R1oCD2S/LjxJf0cX1EEoB1+hRpsSvO0y1qjkymp8jLgOTrunb1nKa5+DcWPFFp9LjnOGq8JJH5gFQXdSumquDgg5JvXizSQFLpDG41j8fQViTeJUqh3MSzyQRGyhOWAp58ahxlTabuUTgRLf/oIkLt0NqZPm8m/3plEhf87p9sv+/vGLXOL9n3yLu56rbnmTK3g5xNUkiOxAwZRmqtUSTXGYW/6kqYXo1o5SPyU0QyPliwJsKKw1ZTJTJGZFniPEfW4hMGLlQJ6r8bIrWAyETKCTClIuTyVFo7qUycRent94lefw/3f70kizn6NPisObw3B++yHjf98WDGvHwOrzx5Jr88exc23XAA1TX9NZGz+KkAXwbIw0dUCFzoKXQpIwpNTMXn+VS0yBV0pbJgQQsTJk7jr/94hzPPu5uNd7iEQav/jJO/fzt/+9tkZrXmSftphlVVsVW/FGetZ7hv/5DJ3zHcdehCDl8tyeBa0ZO0+Fo4vBiUjgDFI1GrYzXOCMWmQiRHAuRcGCjuICTJ4RuV0VzmpRenM7+pSzU+3VsLF5+6FkY/Qa60uEEkWYSCiKS79pJxoK2TQkcHlUInnp8kUyNDX1dHQnpqfWcsxVvrCctiFJ8QmH/Ld+klEBe5ccf6YYRLIJ13u3prU1g/S1onoEymL1mFyUTGcYdCrkO0NVPoaqGYb9cpIUe5pZlSZwcJzaWN1h5Cla+TkheS9RrYbvPR3HbroRyjN5X773ydLTa6lAXCUUz7JPv0inmI693RAooJxFizGLSCEeqqr6yTSCnXhruaKxdbicICKW2m0pk+JDJ1mEQWYxMCg5Mh1mAkUzEW5xx6By4eGqNij8GN1ey2cS9+feQ6XH/GVlx81JrsuWlPhvXKkrKWWpvlW+uuTKImYtM1+3HTGTsxclADZc8nUjnOCZdRaITc/hso+5P8CskPdT0f6nRe1BVplxZqS0o86Yv102iA8gaLwUh5Ld9gpylAoCN5Wfd0eFWiNCUwgv8+b6QEJiP6sxlCY7HuKkLHe6TQbjShJnCU9HGKOXVOK80d7S57MSzfmENdXbR1FLnsj09z8GH3ss+B1/GTXz/I06/PpN0T6j69SQwbij96ON7aI/FWHwmDBmJq6qQcCamEL8XwFJpYOaTDdBu9UGmREhkhMXHcjUc53d4lHBBpjkUqFwQyXl15gvnNlKfMpPierrHGjCPQmwJz5tM34bPZhkM59ZjN+d0vDuPPN3ybR+85npuuOJhD91iXoX0bsSJAvXX3sfhrjFkcWxL8e3pJ/ieHbrcVaucbuYkiw9rW1cG7703n/r+8yXm/eIQjTruL3Q66kUOOv45Lr3+O196fSUL9Dq2J2H5kmZ9ulOPqHTu4c+8cd+sh/SdbtbN93zzZqKSxQ6hZ5VjlWGIx8c9HqdFSEUDUfxj+epuRGLEm1gv0hqI8I1BlBXgm4PBVOkGGZa42Ae3uf1xU2bK8MQYsbL75RpJGCIUSlBQubRRSTlh8a/B08rdtOajqiZ9uwCazRNaTfrplzgNjRTsrzjmmLIXuccYdGAOuLz9LQldqqao+ZKt7ksxUYTQlKpU85c5WCgvmaLoUqKv2ef3t+Vxwxd956uU5tOcr2NAnLRz77D6Qs85dl3I+0KbMx6uvI8pm8QNfdTyM7hhNJSDSBicsCW+xRSejRbi/OndQrnQSEmg+pHAntHSmH75OfEanq1DyCE0kvi6mHbl4PAr/zRu9h2V9OGLbftx96nr88ch1OWLTPuy6ms+3tujFFUetx72nbMSx2w4h7Sf406PvahEtEWgOrzmylhtO34b1htSAlQyMcSKNdQu5SPBVeeM6CsriURNBJUcyWY+TkdX8jcQPVyyWxGJ0ces+31RwttatjFFUwPOlXCRE6jeaZNH38d7tKgLfElWlCU2IlVLLhkhRusfj9JK4DKbNbmGW4ANMsVg/SH5CLKc78/MvuJdf//oVXp8wm3yqGlYZjL/GyiRXX53sCIVaQPz6nni6PrSejxVq6xTW7bIcXkeIAxdfHtBY0ASMBPEEXdREafI08mM1Qd4bQ3nqFMJZcwhb2xjRs4HD91+dO687iKceOJF7rzqCC3+4L0cctDYbrjuI3r0a8GTsrPXxPDBGxPFxLlLmh42kkvx72uV1g1tAHHSnwLVuam/nL0+8ww9+8jg773c1ux/6J046+yauuOEFnnpxItMXdlLWrnrN/knO3NTw10NTPPytHFfsVOCM9Xx2GpFmlUZLlXbLkYyHiI3RO4odfgfdu1+WGgLkXLmsIvlVh5Dc4wRSG++Nt/1BlHY8lpKMhyMuVCVtvEkG0OgnaKCDYqWdsRPmC8One0/Ma2yoYVDfARqsKNEpJZ70wguGKOlhfQ9jFG8v4ukOPPIMrt8PRG8BT2AEX40Xpbj+I9GFnyKRqsGdXlI1jWQrKfyWshYFyxEHb8HN1x3C6mv05XdXvMhZP3qc598ar7YJaaHH62/Mp7MofbAefo1PrtJEW1nzoTCPQn4BhZyD+Xq7adGbSAVtvknYalKpRlLpHiS1uKbSNdhEkki8dPQ4kiCm8FOZYVQjnQg5dfcRnHfQEIYOkhH2EnhCYrC6LtJX7y4DdLo9Z49VOH773tzxwhi+e9NrdGqRC41l5UF1XHXMBqw/vCfG2liHHN5IHycnvlRnMBqrcb/dV2jWYtKsoSckkjq8pPgi3YkJUq3u8ANi7AfRb17MakKjE4qDRDIVE2gkU2ecHbh4nPnf8hHtSV0pGO2MA13jRYUKSO+Nxhlpp+yMaShFmzOnmYnjc87uLPfICtpFPPi3N7jjvtdpT4aYlYdj1x5OakB/jPqspNOEknbkVmnx1Kg/o5A4LcJc+Am9GeUvAUyowuTb+wAAEABJREFUlCydZmFULlF0/6/L9LkU3xhH+eX3iMZNwTZNp0ongAF+ip3WH8HFPz2At58/i/de+j43/u5w9tltXVYe0ZuevWpJpzXRPINb1Fwfijo1xRgTAx9xGgAfhg8XLsk3H84k0L17Z67IoqZ2Xnv7Pd2v/4sd9rqWkWtdxL5H3MSlf3qEV8bOYkFbl3avRYZXWw4dCTfs3MZ7p1pePriTn2wQsm7fIgMzKXr6SfDKRCYn44VC9atttDM8oWh2E97d8XuOvybC9hb/dz4Mb5cTqa7rKeo9jOeR2fE0bHUtNpHAVtVQP3gE6WSW0LXRCCQRHKCVZa81MzpNpLn5TxMlrjhXNZbt0ymPnXdcWf2JXp1afZ2GrXhh1CxMGCr1aQIjs9Ge03295Kn82EsX3byz0gerMdBNRVz0VX9CUe946ktPK02t2HKZ/uLZd3RttNrQwZz/4315/B/fYZ31B/Ori1/gxO/dzrMvt/D0M5O1iEAlYzFVYNXeaFwRBi+ZJJWpJ1s9QNeo/aiq6aOrvt74mVp8Xbd5XgprrRoZIi1IoUEuEoDDYSVgq6QDPsa56kbla+t0cdTWg6g1PQhNkRm6rvz1X6Zx4u/f5/cPT2fWoohKokJV0nDmbqP58QG78dQbLfzk5inouRPtPRnWv4prjh3NOv0aJfcwFoVQf0yvKyZLI9YYhatSplLoIt/ZSkVXwH6yimS6DqvNDdIZR4gbJ44Y8UMtlnpxbmn8mxexRgOMMFIsa7X7cH/AKIj4L3BOq8Rxo4lpZFyRAQ5lgIOEaHfHRemHLUa4U2OoehoqRkYgSlgqoWWMHnoD3ek74anFp/pcV5G/Pv4+LcUk6aED8HQaiIyHFwmkBOIkLFkM4hA5I1iWj+JCd8gPA1GZLxI2dxDMnEdRbwzhW+9h3xhLefo8qqMyq47sw57br8aPTt2Lu684hpeeOp0Hbz2OM47dnFWH12soHt36Z4VXoO7duG0sYaOv68+Bij+jd60C8TnUYl0Oikyb2cJTz03mqpsf54Qf3cfW+1/Gtnv9iR/+8lGee2sMpShP75qI9QdUOGhUwIWbVfjLHmn+fniJ3+xWYPfhSRopUNa4AxlWN9k0ABAvQxHtqAXtNtFXnZtsLba2kUAnP1XBvZlV6vqQPeBUUqtvSGrVVSkefAbFngMRmdjOLqzkYPSWFVkfU4kIRZMVLgSOTzFg2bNfM1EY8ea4seTLFUL9qNtleivZr7N6PyIZU7rymKB7BK6Rw2tTCSJ1FopfFPIyuhpH6Ck0qiIQbWqk+NfoHRnqvlQsUGhtQWzilFO2pTGTEVeiWLcH9q/lN7/Yk4fuPplNNxzJ7y9/gvETFxAkk6T7Dyas7Yef7U023ZtMqjcJvwFjtXALWWB83K9pu6usSOMV2x3ru0F9q2sWBxL90pjL/kRwOND123HbrkzPbIKKar4ytZVDL3+Fy/7yPg++O45L7pvKwb99jsffmU+nDXUFGXHcLn356WGjeHHCDH765/eZ7/7lDHU5uDHD9d8dyfZr9sLzbUybUK5Q7zaZRvoVVooU4v+1dz7Fcof4ndaGz/VbLZ55OJ2KOxZd3WE82ji65GOXRL6JoSPX/YaXF086MVPMj4zL7abWxR10T5UP8rtLv8qv+o4cIAUUtxV1Briie9pioUP3swvI5eZRyC2kLKFFMj5oxxTKQBvVda0iNask9MmkhSPgmeenUNCuMloO44Fcsx5Y33hvKmUZkqoePXFGKpR0DYHwIYhkLLpDlqilFhs+1okOl18pga6GirNmUprwPuWx71EcN4HStNmwsIXe1Sm227IvvzpnD+67/nDuvvYwrrryEM75/vbstP3K9OvXi0Tak2Ki/t1WMVTPoeIGE4875D+dK3DwnyVLc8RrNwmWpF1t9yu9r7wxk0v/8BSHHHMV+x51NYefdDs/+NnfuPf+F3l/YhNd5ZChjRUOGGW4ZNeAu/YtceceHldsH3DSWhFr9oF6HS/SgcWXsXVE6sq9m2b1aSQLp29OVsjp8CCeBnju16t3O47UHieS2P1YQr0BVKSr1auMJkpXY9XOCIufzpIcuZpaRnQ+dpt0oaB4t8+9/6zehd0iYzHGxJluXC7Spy6jHTR06c1j3ORJwrakxJV+PETqb/iQBurqPFC7wF0BSedcS0d/mPLB6ZutaJPQhg2NhtsN3foRCLFqdwtK8a/HGy3mzNRVn+bSsCH1HHnEOqR8X/IxeOKsJUFaV3ZrrjqYH5y3E7bKUI4SJOqqSPas6+al+BlZC8YqbUEbgngx1di65dk9VgM4cPzRyOO4qvBZXKAGGb3xbLF6ldobbVwqnH3rGCbPacL9ok1k0uCVmKb0t3/3OH9+fh5liQib4pAtRvKzA1fniUlzOe7K15i+IEdoDAPqG7nkiA3Ydf0BJDzR/1kIWlZd6XSk3U1QzlHMN1HILyTQxsYma0ll60lkqjG6qrMOrKfxRDFolyKskUBe49UX6P6uQOq6Ea6oryGUggeUdZUTWB+nAInQkM4H2BatnjKgfqGMEUPcBDArquPPgcfpvLaXREEB9/cy+fiOdhal3Ewq5RYJwZL268hme5CuqqO+Ty+USVgqqY0TTDf1xiisyUrffd56YxrNzV1E2jXiqvDJzhnXUDuMgvghthFownhSFqOGoUI0Q4zAoYmwmMiBEQlhN1LVMWrowGoHXHT/v8TYSeReGUPhnXHYKXPwFzbh5UqMGNCTU45fn388eDzvvnkej9x5Nj84bSu232J1Vlu5Lz1Ev4enXsDTeKx6serFgYdTSquUvBHEtVz4YXDlceGHM3G0O2odr8OyJmolpKmjlXseHssBR19PzeAfsMVev+Xc3/6Dh/45n3cnzWdeaweebMX6gxJcunWFCUcZ3josx1XblTlseMS6egPpnwlJic7Q7eS1SxVziEEGyDg+ikZPYEHZBiteLV5rEEspJyLaDz2bzMChJHv3xRs2ErPZNpJbSHvLTDo1GcuajBUiglICX29MVg0Tc8YTXvdzOh6/npabLyZ69lGiKCNA6hypL4WLfV1dkhG9kioLuf66twkrjprFhZ8URDB8RH9GjVwFYwKCTp1SVNdx1qjMardL0gNjKbUVhNsQafyhAAe4mqBMfb4eb8Qn25EnmjGHjAzpiSdtRk1VdTdljjzBEk5EktVTT01j+sxZhNpUJYf2oz3r4VmLNUZtNGgTxcMxhBiN0YgvBuVHFiNYMkpVk5xRHp/DWXpWlanJpsRTWNDUyfjp4i8p4bLip8UZ8VKpk7Z8mfNuf4+7n5lFpgieB7tsOIwrD11Fp9EmTvzT2zTPDxCF9G7UJujwldlh9eEgOyhkX8i7MYaa64V8M6XSPJmvgFSyXjaqD757J/G67RAG+SgGtDnFUaM8HL/chjRyCZY6jXBp/BsXsRqAJSTpp3D/w2F+8lRyb7xB13uv0/nOWHKvjaE4QwqkXb/bGUQm+vLG4PgmcF0YGW/cFVaQo1RsFSzUCWQObiEpB51Yz5BIuMVjCFXVA0mle+ElNRF8KZnn4fWoASk6utPGLQJOSBJZLKwqn8CG5D0Y8+4sIl2DLM+oqqXAw2TsfSlbsZTD8c3hi8zimHEpxx4XUZ76DkplKl1dhDJy5akz6dJVUO61N7ETxxHlmhnYp5r1Vu/Ngftsyp+uPIh3nv8Bb/3re1z6453Zas2VqNMC4cV0O7zdYBXYf8tT1lKv3pfG/zPyQWkguQcy3qFWkKKuChc0tTFuwgIeefY9vverB9lqz8sZtuaPOeyEq3j4UdFritT6ESvVBWzUv8K31wp4YI8Wxp6Y5/E98hy+rk+vxiJINljT3bWCUDHH31DxyC5JuZxuMOIfWDFPPDPg6qnJUp+SYeoVyFg4nJKpUd10opp04JOcPB074UVSizqw7XmKM9+lOPkVnDOakOWcTiRvv066WfRbD6e/oVMwVXDz1IF6ZKDXxnqiPTQJ4r9Rsjo5qs4yvWjt1SPLsH51RJVGyAUYXXs59G4MkQy08b1uw1nM497DtOyIhiU8sOAMxjI7+fIKRT6h5n/HggUycJaRg3uy1YZ6Z0qIPhU66SgWE+DmflNXJ+ed9bjmSwa/oYYonSQrcbsKrq4LPwCjcS8Bq7gHCCkQ86Y7qtTn8NLZcuRjjKcFyer8FOJuFTXdAIc40ia5U1O/hJ/oS0EngovuGsf1r0+grPmINtBbrT6MO89eh9aWAsfd8BpTF+bi671azfFrTxjEAVsOJJuUfIj0w2d27v+UKhZaKBTmisaibFU/vZH0xCZqcCc5Gy/ADq1ZzA9x0KgvkR+pzJWweCz8m3NU/VvWNycZ6V7e6D682KajmO4eg7nzNSksQ3rXMqhvgC+DzjQZ8ikzMe56hhXtxMElKMMSQZCnXO6gnG+hmGulmO+kUurCSTUVHxN7aYXvTdr9pkgqi5fwidxO0FcVB57BWkshmYBslWiO8JYuKKFEFGK9CNKeGoTc/ue3CEOfpTLkk119bRXbbzGKtN6YyhOnE5QKqixc+goZhhCvEhB26Rg9fyHFqVMojp9IaewEihOn4P6NrMYwz+Zr9uOUo7fm8l/vx51XHcFfbj2aW3+/L4fssznDh/Ujq+uGpKnD18IobeSLukgIQsdAhUu8S7eVC4zRKeP2+97grJ/ej/tXefc/7BqOOOoa/njN07z+9mwKlTS9GyrssEqBH23scd1OJe7YM8f9e7ZxweYlth7m0ZCKMDYiHVZwV1TOYGBMTHqoDiMj7iyGUItBJFAOaKEgdm6KWFFoBODaO4iL9HHGg5YWZMmUcj6ksmCG6nkoRuVv91F45I9UHrmWxF//hHWN1b+jQYcb1wDK2mi4mIyRC1wVB5ESlYpOVs0pOkqirOLpprGVOfNyKlm2N8aQ1Jvcmqv1xk+V9aBtMOUIN143xNAavGyaSJujqJzH5AsiydDtFMYVFeKgO/er/LqFNdAi4WmHH9o0e+2yOqNW6kOE9x9kFDU377j/FWYumE9kktje9RjPumFKLrFnCT+7G2tMWtCJQfHFY3T8Xgouu7vyZ/wGtLQHdGgB96xHr7oaRg9uiHEYI6SyaRVdMSWSvTBug6mSplyZn900gSv/MpFCsaKcChut3J/Lj12D+bkip1zzOm/pXQgt8GldoV506GhO3G4o2YQl0oZLDZbTa3SyYe4WpVIskUr1iN+WEskMUUL6Kp45sXvih1FVeWLQXIgI1YfoV5kiYAKBy+Mjzn4k9Q1KOFIDHcnM7FaQYQnF2F7pkN8cWcWzF1tevNjn5H2z1DoDPL+VaGYToSakY8AXHYYR82KGiohARrjsfuOhq5liZxPuRFLR9YifTJHO1pGt7kMy2xMvVYvvZzAmISF4i0HsdRJCgnChA8Ujabeproo1vVQoKOym2qjcQSKbIbARf390Om7T8mnjMcaQTCY48ID1GDWknkSrDM5702FeE1F7B7S0kps6ncKbYyi/9QyW87oAABAASURBVCaVKW9h58zCNrUyskcVh+yxMVdffQiv/us87r/lJC768e4cvd/6bLreQHr37A1SNCu6jSPEWojBgPrlczo3YrEX95Ae0KyDWsSitg7+/uw7/OCn97PDdpezy95/5NSz7+HqW1/h2ecnMn7uIsoly6j6gO+tF/LE3iWeONhwzc4VztigzI4jE4ysN6T1NhCJtshYjCa1C6PIaPKJWBlQF1ESjUAZH3ixXHmOMpW4ClgVunSIOz0ogVHS1XNxBzZIkPvLFeSnT6HSsQD72ksEbzxNrIuqSyVHadEsyvOnUSYkFOoQNz0jfV0F1KcMA6jM9VemgMffpxU5/clatrypjt3ur+Jvk5MaS4m2zhKP/XMiWmfUXo2W4a0xbLv1MDKZinbJ6q9QUm0RoG98GssmdTKpEEnJIveeJ+KMG3M8dkebk5AL+WqdmOz+PTd/fmu80PXOVvOtozfC8zLiTDf9SwhyFDYt6OSeu1/HkZ3UvKo01BJqHJEAgVlSOQ5DfR1ECpfAkrSy5OP6rkjxz+qNMXrQrvD02GbRKt4mUvziyKEMaPAk50gLRgeRYr6fRAHOeeowL4Fe+sQMfvePmRSLCbUNWX/lBq4+djQLFnZw/LWv8ur4ZtAps1pXlWfsPpyTd16Zoh9065pD9CkQ6aiUyy8kDNupqe1BIqUTiZcA0ew0TxqIEeciB5IBi51xC6/4iGNwpEwXurRqK/UR343nI1lfb8LR6iZc0JnDe3cGlbYcvhR9aJ8k95xfxfEHR/TqFdLYJ8VZB2ZYd7V6kmGBaGEziQ4ZUjRiCejzjsJEaq/dbKXcRlFHQgeVoAVjfdyKXpUdQDLTG5vQg58e0iIrFhrjekVkxuDGsLR/oYsLPxQaqYtfW01cr1gmpZ2jkXAiCcnJLsz6IN9Rns+0eXNYHueJhqGDq7n8ur0YOqgHvk4o5v0pRG++QzBmLOk586lJBvTv1cjWG67DRT/ai1f+fg5vPnMWN12+O0fsvD5D+jTQoAdg9yunnoyxFQgtxjjqwLDYuYjyFqeWK4jE1ygKCbUYV4KQrkIR98+2j5k8hyt1V7zHoX9k9PoXsed+13PVdU/z/uRZdHR0kbIlBtVE7Ldyghu29Xn5hCJPHVPm3M2bWXNQjj5ZQ43mhHU0iUIT0+wSVnRJLjGdplsuyvkk/6H5oypL2iv6Ie9yHXwoC7e4hK1anO+7guKfLsQ8eSdE2mWqX1fXgasf4WL6igeq4LIIFHe/zDMvbxi/MODy1yL2v7eW1S5P860HG7j93YipXZEWmCQ19RmSKRmrSshb42ZId4SLiGU7w8gRvfEqVdpQlgjFc7eYLmlWSYqmlMVq0+SuPnUERwJaNsqvolS6EujElF+4ECPBHLjfBgzpVU8UOv0RARq2KMdBIH169vlJvD++jZIHiV69SERaKDWX3HxU7XgTIDQu+qng5OnqOtyfWvljKlhNYNfvzc9MpqmrCDZko8H9uPjw0fSt1yKid9ZkIqN8L9ZJV1fDwdkCt6hc8Y8JXPaP97SRLOKJkHUG1XPPDzcBU8ept7zM6zMWyV5AWhvIM/Yazvl7rkM2pYET6YdPdJoBVIraXIYeqWRv9Z1FpMaAnBERS8au5FK/JM+VL810EdX/uA6tK/uyYXnwO4a6XWBULBLOmk349jjyXa30lMKfsGOKJ36fYMvVEiTFBY+sri9SNNaG/PzkTvrVpcWsLoruD+h0RWY0UZenz4/UkRKHlQKlQis59VvSvbLRDWhSC0ciLSXN1ukUkgLfEHkBbofnaDZCYsRcFyr4OB6rxkd93C6ThqSg7Ol9qCKlF14hcjyopITN84iMx0NPTMTh/SiG/0wZTa8kGTYcvSqP/vUYLvjJLhyw/3rsvtP67L/bupz9nW24/g8H8NiD3+GRO07ku6fuwFpr9yad8TDGx7r7dAsm1iDklMAodKDgM/pI/FzSJCKgQolpM9t57Olx/P66J3XyuI3dD7iKLXf8PWf+5GGeemEcHZ0F6morrNevwkGjDT/foshte5T45yFd/HG3IvuvUWJIFSS0IHmkpQNJvAgcyUv66g6tAiPqBSoPjeykQFHlfwleVxHaOMqEoUd6j9CtbsZIpvwHVLQTndZa4dHpPle/nuL0f/rs/oDHDndk+MXzPk/PK5OX/g7SO9tWG/Tm6MO25Vc/25nbbjpEJ8ZhiJVMnrqIzvYKGtVi+OSR1aSSrL9GP2xY1oJSAC1I7uovBrWmQQxVWO5oI6qUFPt6fTw3pDvB3GaMrmX6905z7tnbkPYkb8/KEIKr46h0OtbU3s4Nd71Ka6ENr6aGsGcdFZ1KQ/H/k7niWn+JoI7fmtTBFU9Oo6zNrmcr7DR6JS4/YjSj+1SR8LMf27nRuN1m64q/T+KC+6fQ1C6ZeYaVetdw9+lr0V/jO+Ga13hw7DzKpkJa/Zy5ywB+dsBqNNalkcLzcc6KYaFsW7nUSTLZgHVXXGr/cXW/aJ6beV8Uxxdu7xgZaCUvOyPu7v9nzNVEzNOzX8Tl55T59dEJhtaYbk3SZDPalaDdijGGjYZlufTEFEkZYNzfSOhaxCBOx/DppLm+I12tFQvtOo4ulAKUSCSTus5qJJWpx0/UYm1axiIJxgprhBEp8qIHOSuIUwrhgxjLcBG++rDu30ySMarIkEaLa0v24MYiCP0i/3h8DLliQLi4/NMCI0r7N/bklCO24Mpf788NvzuIay45hB+esQt7bLsOKw90V3OulgOLNZ52QlpQFlPuch2AhcV5LKdzEzwIRKsmhgI69OD/xtiJXH7NP9njoGvY/bArOer0uzj/1w9wy/2v85ZOJ10yGkOrLN8aleWGXfI8uG+Oa3f3+PW2FU5cp8JmfUMa3JuSaIkkd6HGiGas6PPAyUJfwEDMpaWcVHpJHKyiRjlfipfQ5AnVgQvjvgJRE7qdckCbrhpem1vh0leT7PVwFfs8nOTkf8AFLyR4aLzHxOaQwNdpYmh/jjpofW6/5XAeuv8kbrvmWC75+W6ccOgWbLLWKhxy5OpEQcT48Tq5Tl+ooYgHnyInK+P6vTO2xO3updxYPQJr36K2jlgwNWktgBFRIR//iqtifJ3OOgFr8avonS8pmZ544lbUVVeBFmkjwtyIXagoGhSvvzWLl1+ZjDEpagf104LuaoR02wC+Nud+Rf26x6Zz2V+miK9lKprLm6/dh+vP3I0RfXtQ6RbCYvqkyNooW+0WnIVBMrrpn4s4587JNLVUVBcG9q/it0evRd9MPWff8A73P9dBOdBY1e7QzQZy8X5rUp+twhij+RyiCEtcpMWjXCpi/SR+yi08aucsmeP1kkorKHSYVxCqz47GTT73l+FWi0R65iKiV8aTX9QST/4dNmxg3FU92G+dejKZEItH96lAzIoZH2LUzgjJ1juWOWzrbDwx/EnzME3tIiYSLNsbMbRSbidfmENQaca3DToONmI97XQ0EQMr8WoLbCWkDyuolRCN0MeKrXBJL7EhUdqVLcn7+DDC6nHb6q0kxqEHvEi7bghVXTnOYGYSEKVpau5iUetCQhlTFX6qV2t8Y0lYS7VOQXW1GWqqMyT9hMbnYZVvreEjP/H4WOyMQitYto/Euw9DIPrL5YB2XVM98Pc3OPp7V7P2Zr9lk52u4LsX/ZmnX5zMpGmLtOZ3aYJkWKd3NRdumeClowPeODHH5Tu1svuqFUZrZz6wOiLlozFDZBwtjqYP0/Nx6X/P+6C+k8sHqRUdk8AXowxFguw9ukGivRDxl0klDnmwmg2vqGfX2xs4/zmfF2Zbpnf4dFUsyeoKW202iivOP5TXnzmfl548gz/+cj9232JtVhvRmz696rWbNZKb1ZwwbL/NhgorzF/YwpwFTerVAAqW4Y21bLzuMJ3sG/Qo7wvA0ekAJ3ct1lFS+EMIgvIyMH01RaH0vDhlNlFUZFC/OnbbYW1wKoAI5ANeR9K/km4jfnLO43qzsCS0e2/vWYuJf0LxiRj4mlwkevUsxVUPzeSCO2YQlR2PPVYf2ItrT96AVfrVx5TZ0MqORaI6pL46Te8e2vBpfobahDz8ykwtKm9TqBicvIb2ruLe767EgJ6W8257i3vfnqoxurlt2GXjnvzu5LW0YLRRMDHq+BOJZ6HkWimVsF4WhBvlLS5cGo3TK+BjVwCOz4XCXe1ARY9uXQQTp9E1aZoGl2PgwDy/PS7i9h+EVCcqWJ1ckIENTaiH6jBmhXEGnVDXHQFWYY9CFaftGzB6QCL+I6GO6XOIJM3u2v9JnnFZOgIWCi0U9eDueTWksv3wM1VY32JkgSyRaqmm+kJ9YAKllRenlS8VUMbn9oFnsdVZAk8oZIEivaUoFvvIVz9ZLQBStqaFZcZOaMUa12dc/LV/wngyV5i7sJO3x87kgb++wXkXPMAu+/6BQZv9lP1PvI3b75vE9HkLySYMo6s9Nu+X5oy1LQ/sVGLC4V08c0gTp61RZtU68LFY44vjPr511y6O1+J6LPevfbjLICDQZjLPvJzh3XkJHhwfcNazhp3uiFjlJsvhj/r8bXrAvEi7/3Se0av1YafNVuFHJ+3KI7cez9hnL1R4IscfthEjB2So8X0tIGnpfEWn5SK3/2sG59/7Ip1dZTyboFG7ywG9qnV5CO+Mny2jK9KkKvp+ojfGUJPNMmp4jQxXQKUzj9RKvBZ/1cpaaXo2qZjqTWrGGKv41+gLZaIFbSQ8jwP33YBVBvfUxbOjx9FlMC4q6svaTD7y5HTenzoDEtKgAb1JBEkZWMviSnzdLpJ9K5sSN+o696d3vExTp95URNwqQ1Ncc8qqjB6aJilhuDEN61vNq7/cjJd/vAnf23WYbEMexINH3mzh7KteYn5TAWVQVdXInd/dhE3XTPGjO6dx46sav075VnLbeRW9u52wB6N61OkdKRKXJGPd5JQrZdC7XjJZLRwGkcCX5cT9Lwv1x+PVcPTIjh4kKyQWtFJ8fzqFha14OpZtu0GS28+s57jdk2QzRkbGahIg1z1rjE4jJjboS7IcNkNkIlbt73PuYQEJKVcyVyKcs5AoqNDNVtVf7F2LoFwkV1igHVlO11rVJFM1GJvqrmGM+vVAArLqT5Kg27mWDrpTK+Jrq7SAWWHSgmI0keL+IqVlsL10UhPf0NzSxbtvztRYlP91eNETVsQF7QYLUtxxk+dz5wNvceZ5f+ZbJ9/IASf8iaO/cy+/uep5nnlzIpUWj/7pgG1HtHPuxgE37lziJl1h3bh3J2dv0cUWw0Ma9JAeRgkqNsDJzv3iVffQnCwdjwXivcS6WP7dpV/X18nFlwELRG9ZGxz3xuGuqe58N8Gp/6jmiEcMh/7V59S/pvnTqx4vL/ClW2kG9qxn753W5LRjd6CxtoE7rjyK2685mJ98f1u23WRl7UazGG0erDUY6RvG4MAF705dyE9ve51LH5jEmCntWNkE31oO/dammiuGBx8YS7nSRaTTOp/itEdi/33xaNUrAAAQAElEQVQ3Fi+FRButmK9q6XjvmhpdKYWK5Ls68LrXcqW+eu9JESrzm8W7Cv3rajhwz7W1wZDuiVZHjbiDAxdvbe/kksueIPQSJDK6ttPmzFopq3iJeKmYq/b1gzGUyhG3PPke39ejekchh6fjxhr9arjphHXYZs1GrBcxrKEHVYkqXbUnOWmXUVx4wKrUZiqUtRDc//pCzrzuFWbObtN4LLXaIPz8kDXYbuVafnjby1z22DS63L+EYCybrpHl4qNXZ5jeamJmKQ8j6UrobtExZgkHhepL8M6cfQloPx6lhiUjQvygZKfNIzdJq2tXnvpswIVHhtxxZgMbDktrd+LjYWN+dGOK4sBqMYnZoWSk8jAGcKeXKBmw26Y+h28VKR1QXLSIUke7VDEEMdO1c+AWmUJhEdZU6yptIF6iDqMZZ4xRf90QLY1HyouInfomMnEUXJ6DxcnPEwiXyWaItCsVeUT5CrHc0bgdak9hyiOkqKuiaTrWVz5PL5+5jbtK+HCjUrnEP994lx//6lE23+lyNt7xDxxz1jXccMurPP/SBKZNb5MylxnQO+KUDT3+fEAnz+kEcs8OPt/fKM32Q2FET6hPBPiOfYLAGvHVqhvJJualoku9UcyoHEEk4Gt3kSgoV3xemBFy9uNZdrzZsOOdac56OuKecZZXZnnMapfOabe5zsqj+fEpu/KPe4/m9X9+l7t+fxDnfW9zejemWbhwEtVVCawvsAkkYqzYYNzHgfQuFD8C6cbdb01kXlcOP5Vi1MoeFa8S82LPPdfAHcOnTJJ+2yadUtzOVQQuw0daDNfboBYrQ4be46yuJo2rL8Vzv0wQJZMuRege5TUf48RX/HH0FPN5youaNQ9CtttudUav0ojR5urfSYm0iD7+xBjGT3E8iCj17kGoU1Yo/jkmGX3Mvzf6mtKOJCTPfCHkodebOOKyZ2jRbYTRhmpgnyy/OHJVthyd5l8TF/DYO9Nl9wJdu1uO2rSRCw/ZiNq0r0Ul5KX3O/jurS8zo7VLpw/DwPpqfqM3tb1WH8BvH5nJNU+O10Js8E2FDUcluOqUtRiUqMUtVp74gZUWOwPzJfNB6vwl97AYvdsNhdrlRi2tBG9NoDRjNlIF1u5vuen7SU7bv5bamrwMfFEreCRFWtzww0GkhAMF/+6thJaVOH73bcuqIyJ8TZposgSkh351FK8BplIh17kAY5PaCdRjE0bxCGMUCqERfFVee3EiWRS/th5JHaMdRnzbE4kCawm1cy3XSRWMx+tvttLWkdfiorIvybtuW9pKTJs9j9fGvM/1t77IvkdezcC1z2fXfW7l4mue4e0pM3QX3EyfyGN4fSd7Dff4/fZl3jwyz9tHVPjV5hW2HOzTqB1UImOxyRKRDaTLJUIbxpQbdbQUlCOxsQSU/Np9JAPmfttzemeFl5oMl75l2fOBGgZd6bHbQ0mufzvivUVZSsanpr4Xq4/sx+F7b8xtfziYiW+ey/NPHMH552zLluutQk9Neludoq6qmsZ6ww3XT9clSEJyFC8M3TqJUTpA2yCFIE4xv7VDp8D5mDDPj/Zeiep0HT5W8wIGN/ShqiFJp94YXnyjJCTCpe+yvaFf38E09uihm9sAPfDEfavTuHdt8iElOryQXJPmh+bDsvGt2NJQvPAC6UlTE5qg9Mgk+fkPdgDfgrE4fXEES3WoSD6L2jq456ExdOY0J6qTeL3r0ZoJGo3RoEzMSVebb4QzJtQSGJGuwAuzcpx65QRmtLSTLlczsEeS3x6+o04b1Zx6+wTueaOJim4CoJr912/gV4esQr9MIxopL7wfcNTvnmfKooUQJsmmklx83FrsvG4/fnf/NH73yHu0hDrNBjWs0qcXD/50XYbUVktzxODQUi53EQaS/5fIGvulc1xjwWjCuN8ymLMIf+xUgrZmamrLHLVjHXf9wmOXTXwS1k0Zi5UBBSu1EGXGQURex775LSHT58NchW3uV21lqIyr5eqomvNGYvNSFa44Oc2Qeu0A82UKU2ditJAEuubK5xfg60SQzjSA5+OMh/RToXHNv3pQt37PeqxmVFSW0unIHznrunhciao0ka0wSY+U02d1In384jQ6ZdLsC6ISJRmsmXPaeOK597n0mic47bzb2O+oW9l57+v59lk38dfHxtLWnNMuqcI6fYscuXrEz7ey3LxnyMMHe/xpzzJHj5aRa4w070MqOsVFAhMRGwEFRDIIkdFAla9cTXlwn8hlIadKVoADJb8qr+5FRoSNIqIyzOoI+Mt0yx9ejTj1n3DAPUkOvCvJhc95vDSrIl5F9KvtweYbrcRJx27F7y84hAduOo4nHjiVGy8/mAP3WJeBjfX4Gi86gaFNgbWetjgWQp89d1uXl18bSzksqF/1/qHxGuW4cRt9QsH5t71DhwzAgIEDOWL7tbEqt8aigKrqBJutvxKhFpQrLv8HUZhhWS7uRm37D0izzrr9JReD6SiL3cK3uKFx9KaUluFDp3rfEeE6W1y+NPiSIm62F3UCY3aTdt9w5GGb0KdPPZ74p8HTTYrkJKo96dLrb0/nxVfmYDQ3kr16K/RxzriPFCvqbuBSXztIvRDZuA21A6NH0yfGT+V7N7zP1JY2IvG+bw/DJcevz+7r9ebC+17nzpdmim4Pq/vHfTccykXHD2JAjxoIy4yZnuOIK97jpenNBBqn1dBP220gvXr6XProOH51exOL2nXV78GgxhRn7b8q9VW1IHtXKnZB/J4SC1h9rHhvVzzKDzBGcTTSylig4Ha3M+cRiCkDe9dw5Xfq+OWxIUP6aHBBSCTOm7iB1MsgAUAhgNueKrHHDzvZ9swSe51dZKczc+z8gzwX35tjVpO4qTaqrp6cwoGvlXuDlQxH7RyKhyWC5naCuYsg30yk571UtgH02BVJGMpQR3FTfb56b9SlbajCRlaCDgn1lqIs+SgGL+kT+R7F0DD2nUVaUArK/yze8UQg3rpWDmtRu7e3Js3ksuufY+8jrmH7va/h8ONu5ucX3s29f36DMe/No1N611hTzU5rpLhhV4+/HrKAu3Yr8esttYCsFbBef0PvlMETXRVjsQqFVkbOiKsViAKUkEwRi41A41OJ0WRHoaPDNVHUeZW7XL5aFwa8u8jj0rer2O8Bj33u9fj+X0v8/JUs90+q5v2OlPQvxYh+vTh0z9W5+ZpD48XDvYH88qdb8a2D12XddQbQ2KCJ7kmHNWGtFS/ED4wHLpQ1tA5UftAB61OotDJlRhu4wTsm0O2M6iBOCAtvz1rAQ8/o9K77wZO3GkK22o9LVQyeJVvlscW6AyFI89ILiwg999DLsp0x1OidZORKfbV4Jgn1yE8QCaWJ2xkZNdyv1RmL0a4/iHfI3WVxhS/9Ix3VHC3pNqFPQzXHHb+Rhmpi+kQSzhCrhqiICPSgd8UV/6RZSlpKZyn376F8K1D9xXqOWnYDX78TTUZAhLw+oi3UfH9mfAuH/e5FJi/UZNN86aWNwi/2G8Tua6zC7++fxFWPTaCso6NEzi5r9+fy49ZhUL+Aiq4xxmtz+VPdIMyY3y5sSfo3ZHG/AeaXKtz7z9lc9uAkcpJjxXjstFoDa69URzJdTSTelbWxN+rPiDMOFKxQ7ySxQhEuQRbbDpnAfPMivFfGk5rXIsMTsPkqlueuDDhgY2jIBHiVpJpYAhsS6dSBKVMJfd6c0sXGJxc5/lcBz7+RZOqCgPfbupjUXOKtSV2cd0PEZme08NcX8wQlS8XIiIm9qGNfC8apeyXZYGQFWylRnjUXnY/x0/WagEmMGG2dbNXz1+mNaI1sgrKOpUjJku1LjIMWVZmRii+RZ1OUiXjkifdIUlluciPVLer9Y6GuT2bMLfDQ39/g22fcxui1fsrGW17G2ec9xONPz2D6nClaQJrBr2KdxgQ/3qzIv46Yz3vHFrht+zx7rJZjFT2Q9tYddVrbIavrLpEtxSa2i/qKJplC0w0RIe5Ny8nTaA/laQhpjdFPVlEzdFXKe+yH/dbZVPUert0yOFyxfVU9IfpSfCmArnKFWV0hD0+ynPRoHSvd1IMt70rzs38F/GuOx+yCFhA7lF41SXZafyi/OWt/Xn76ZN5+6Qz+pMf0/fbcmFHDejOwsQdZP4tsNJEj3lGsRKixRjilsi7nI2C10PSuriEqJPnb38dTkjEXt5jT3MWv73+D16bOw/0CUEET/nc3v6+78E5W7p/QjrU/WeNkHgifw402SR4rDemJn+qkqdDK1GlOO1S8DO9aJqXz6w8bQG3SaqMbYtybnQrcEALthG02IeRGWhMQ5nPCpkJ9vwrvfiGlMm4mnk4cxx66CSv17YNjZYRxwVIohSGvjm3m6X/NFK0eVUP6kTAeaEE0XwWhn7OP0BFnIroV3iowBLJzby9o5aSL32bs3Cbyfp4q2adz9x/CLhv05ryH52phmEA5KJPSz5ar1HLlMduysjZ6fhQxp6Wezo4O3QpafF0NZt2/y0aWnDYYd782hbcnzsG5Gl0fbrr6YL3LVJPK9KCiZ4euzmYi2UUTLyyiy1VcQWBXEJ6laBzvHAOjQoFg4kySUhR3yurbG84/IsUdvzD0roaKF4K02dU3MqYo7iZkWZPtkbfa2fuCChNnl2msr2K7bYfzg1P24LKfHMJPztiXfXZfnQG961nYbDjitwG/e6aNSiUh9TMYbWmsJnhNbZFfn1RLvwZfO/8yhbYc1q0ikfpFPZmlJH/OyIpqZkn0bNScMAS5onb9UaxwoIlvwLprL43n+Rdfp73ZGRaWy02d3sQFl/6d/Y+5ng13vJADj7mdG+99g5mtTSRTESs1wrZDK5y6rs81u6d585Ayfz28xOnrV1i5MYOJJ4C6MihuHccUEe+UH/FRFykvEI1WMvTF30Q6g+07gNTwjUhtvifqnKqTfgl7nULtsG3INg4ht87qGifC+1Fcny/lKBJtMTbt4kSz+y3LNxZF3DfF8qNnDfvcl2Wb69Mc90jI3RM6adVkrM6g97Z+7LLj6px56k7cfv0BvPjED3j4rmM4/ZR1GD2sLzZSJREllBgtDMaz0qMEVhlGoCJ5g/tBXz7GGWNIeD677L4+EybO04JRidu//H4T5982jn1/8hIX3z+Wf7wyjddmtVLM1LLTBiMY2kdXFVhhNIIP/Gqj+jJkQH+NtsA99z1PScuA48AHNT4ac60drLdRb3r1y+EREuUKau/qGSIj+SYTSnhQMQQdnRp3+AmjUbUV6WUcC3MWYoxhQJ+ebL/LKtj4zq17RIYPfor5Euf84CEC32D1NhXKuHrOdoBq8Q11kWgzos0QaW64lBLiryERphjT3Mr3rh3Lq+PbkVZQJTGcd8AGnL5bP259bipX/G0ybdoYOnu5wSpV/O609dhDD/bf2bEPq/TtSUWy6xRf5i1oxxjJjoiuYoWbnp0Ry7mUCNl41SzpRBJrkjqpVGG8JLn8fIr5hYSlnOZhgIhzZH1hsF8Yw2IErj9R2AAAEABJREFUkQulHO5X/wotzZTGTyGcv4AwLLHdqpabf5ThhH18GtMWT7uKpBTBQ0wWuKaO5UQ+MxeF/PTakKYFSQY19uIPv92HG686mPPO3YqTj9mcs7+7LVdfdjA3Xrk/W224koywHrWusjz8dAeBBIbwGYGNqthg5SS/OjFDdTKDbS5TmT1fBrsslmtB4ZvholDUyrLJFmtRlGDLgQTcTZvjaSUlLllDV6HMhEmt3QXL8Z0+s41rbnqDZ1+ZQHPrIhqTERsMDjl3I8Ndu5a5a48SN+5S4vzNInYdVqFnbUhSpwxPCppAfRrXifgkmRpHnJKhDJE0T9xVQj6uotDl2eo6kqNGkdjpcMzex5Pe/QTMrofirbcTiX5rSbQpinq3qcx8D/PEA5hnHxceN8IYwWf8fLSd0yJE4+QOjzsnZDjl8RTfeijFiQ8n+M7fPa572+eV+ZamMEGfvj3YY5s1uOhHe3LHtYcJjue6Kw/h3O/vyC5bj2Rw30aSyTQJP41nU1jjxbS5iRKP1xjk8axRGUudcnGwNONjIocduQ7TZzTR3qKTqIaw2pB6Vh/Wg1adnq585H1Ov+5d5ul9I5UxnLT1YKzrNMZj9HWgQO0GD6pjyOBq6UmSN9+dq12s5MTHO9cqBslx4KBGaqv7i04hKZTQV43iUnALiq5YLZZyVw7jHm9V+mV5iQsHlWIRs6BFGhex5cYjGD26n8YVxTQafZcAETz7T+28x84i9C2mVyNeIo0xjmIjqg3fSGciPNFo/ATuukm7WxylysYTwTYKeW/mAr577RSeH9smvodUpcp8b7f+nLLDmtz23FwuunesHupDtbNsOLIXvz9mPY7aaQDprCXSiePVifOZMr+oUw8Y213vnVlFfMU9nUL61aaJnRhubJJUqoZMuqcWtSRFnUbzuSaKJdkWzU9HW1z3c37s52z3kWaStZS6JHNTojBrFox5n7CzlWqdQs45rMxdv/XZZFRIJhkQmQSRWGO0oDhAcXFR34DQlrn4z0kmzzTUVeV4+M9H6TSyNj3qGkA1TFjRG0lAfaqKbTdegysuO4iROgou0q3Arx4KmbggJHZGGaakHYDPfpumOXjLPKkoD9NmUGpvJ5IRt1Fc8+v/2IBEygdNaBOE2h2KTk1+J1indPgeJuEThLXc/cS/CDTRI5V/GuHDV+rBsGFZEpHPlsMSvH1CB/fvW+bMTQxbD7eMavCpdkpujDgLkaZkqLjegomMlg6B9E+Tm7i8++uTqPiko4L46ZHoM4zUNtuQPPx86o76OaldTyGx5haYgStRqe1DLlUm1yUD8Mo/yd1xEcWrTyf38JU0v/d3wq4O9WP4rM5QJrAVyn6XFijLi3M9zvmnYfQt1Wx4k+Xbj8F97xR4bUbIdJ1gS1qIVxnUm+8evwNP//UQJr7wU+678TjOOH47dt5sDdYc2UDPTJakxv9Zaflo/WWPxRjDyAEDmDh1NlNmzseJcGT/Wh67YGsO22EAYhhtnUi+PidvPoyVeleJomBxFx/CrWg6kaFfv0aVGabP7aR5YV5yipT+ZB+qXULXlqNG9I4rGe1iWfpmp0Kr7PqkCKgQ6n0i/s/flPWleZEbEeAtbNI7cZcW8Dw/OGN7alIpvCiBkX1Y0ncQFmnpbOLKB57A/bKCSYk3vesIZF+c5i6p900LHc8dSJCaxknQux1o4CLUzS0Xi/CVk2ZGUwcnXfUET763kAIl0l4NJ2zfm9P2WJU/PzuH7133Hu16Y5KAsGlf8zqBEb6Zs2fz4+un0l7JE8qWGCGNNGNzRU+nlwhP9jbtJ9WjwXge1hqsp7jyTLoOXw/2oWxMUMqT62wXiQFfxNkv0ti1dYxxA/O78pi3p1CeOQdfBn30oIibzq3h53v1JiPr7QZqYiVxXVoN2UCEQhY7w6Kyz1+eFh4TcPppezFq5d5o7LS3F3j93ekUtRqHUUg+r0FbtEur5zun7qD1yGPClBR/uM9SKhmHVjitwpB0MuTb+yYZMUCGWYYomDwLdB0XakaLAtX7er0RB6yfwGarRK8G5R5EQzFmMVlGCkBKY/EX8dBfJtOl4+3yLCh9etUxdGB/7UI8irreSGu5T0gO2tIQiodIIEZpxy0H6kFZoibu2sS9G014VxYlfLyaekzf/njrbkh579OxJ/+K8IjTSa51AEGfOiJN+qCzg3DhLKLxY+Gv1+P/8Rckr7mY4nN34E+fodNkNVoZMTH6+IP7OtDg4z67P5HmYBiXWSlYKFlp4870dnhpXpI/vplgv3t7sP7VSfa9K8m172aY214ilUzTv3cP1lxtKEcduDE3XHEYY1+4kNefO51f/HhH1hu9BomUeO1bnTAsxti4OyuCYhri1JfzCcOQmrT0cHhv5iyYh7rEqvuaTIZLjtmE67/fk6GDDAPqDT/bf3VCWaLIzReNPxJzdBNMKNmEMiJl8XrjzbUwWI/psxbynnbtn061wSfBCbqHN8Lnlct4JbUSTn3lFalOKqxAqQw6KVtlKeNL8Ub6WNCOuKQFxd1q7LbT5owYXiUaDUZ8+XCnjvI335rHG681y2i2ku3ZA+slUc0PV/vGxY2jKJafwfPSaMiCsuiOJAFiZ6XbLpLUnGztrOE7N4/hsTHtuDnuS0GO3qw3Pzt8OC9MnsvBv3yNG5+fq/eRZl4a18yPbp3Atr8cx6KgjA09tQkdqlhP6muyWOvjqbeC3susTiuYkMjEVIELtZAYLSzJRB3JdA+MNbKtCwnKBeH6fML/N9HxmVzkaCtV4r9Kr4yZSqGjlapshZN38bn/vCx7buhBukRCTPM0YKegRoyTLcOxNFIkirnsEBmef7tCa2ee3j1r2GPntSHwRU/EjGktHHjglTz6xDge+MdYTvvuA7oD7BSzfA7cdU366a65op377U8WuP+FPO5BmJi4CId59SFpfn5YD5Lafoe5Lpi1QHatLHMp9F+3F51uh+BVZcGIWi0YYgvOxdQrEWU87TYSdOTLzFvYrmqq5yosAzwxe7VV+2Ak4aZClkm5OkIrhVIb9w1jvkdY4TdCFwORSkFZ2KpqwpVWJrv+1iR2PIDsXoeTOvhUkjscRPWINUlqAfQL4vXcCYRvvEL5ifvp+uv1lO6+lPChm6iMexPT0aHzREXK6VFKWE2qIlY/ngylwcS9GemG68/wYWe0UyqzoK3Ak9PLXPoKfPuJJIc9nOXAB1L87Cmf52bAvGJETZXHxmsN4vjD1uHyC/bizquO4JE7juOaKw7i4P3XY/iwejJetdZkSyqR+KATTR4cmA+yvsyYlXFIyWBvtcVoXn9jHhI7kX4wIbrhYp911uF+XededeL6BDVdKvEkIUsg+kKlOrvKOvjP5qa7/8XZF/yZ226ehKdFp6OjxNSZc8ExkU92UgN84VpnrYGaNyGhm4/amHUbtFANJXvPYtIJoQq0+OfwI+V/Cl41/FxeUxF/XjO2q0CDHpR/ceFuOqVkwCmsFS0O6HZlLXC33voaTYvy2ESWrn51WOkQMWhQ3dW+cV8TD8OIn0a6b9GHfEHzV5sCQ7eTCHFQ9gKiRIl5kudZN47hnn/OIy/hW5Ni/81W0/vzarTlypx7w5vsc9HLHHDZs9zwwjRKWkw86ZDVfCJWKiPehOy5eg1Evstl2oI2NKEkc/WBtE48jowhEhGunWd9vESKTLZOMshqA9pM6P7TNTQAPpuzn636B7UdMWG+QGncFArTZmErRfrW5Lnu2x6/OraWEX0TRCaQIdRYjCXS0FybJdCNKfogUMG740PKUZbhQ/vSty5LJEY5Fqy6epZ9Dt6Qk097kNN/cD8rDdfikE4R6Qjn69F61ZWTOlKGWmSKfPfKiLd1ZRZGJYRAYGU3PHbYvMABe1WT1J0i8+bj6eERHPZuEr7Ob+SEW1UlRRAVZQgLol206ehFZCNIJaV0PrmugOefm46b56q5TG/0ALfrlgOlIIamrpD35ncRVCxCqHbSJH2ViL9LPkGyiuTq2xEcegRVh55D3c4n4W2+F96q61DpM0oGpoaoaxGld16h5e83ULjpVxQfvhaevp/y+NeIZk8hyOdBJ1RjygTWiG4kBtMN6t5IDxzYyH0jGbeKxh1p0kXk0G1pi+HGtwy7PFDF5vdWc8TfMvzqZY+H308xrrWLfCnJgL59OHCfNbnid0fy9D+/x923H8PFPzmQow/amE3WHUhjz1pCIhBfWeyMcf0tTnxNga+T0ahBPbjvkZfIhfNEYx5pp0Ko+IbB/erZdq3BYhiaB20sbG3jsSfe4Ywf3s2me/2a3Q75HZf84Xk62g2nHr8tK/cfSKUC774/h4LeYTTiZY7MqLRK1yWrj1gdggRqhCyHOBWoJMJKXkbzSQGFBQspeaHyvxzvaSNqpy/Csx7HHLQFQ/pWqSNf4Kh0I3Ege0CZ92a08dAjE7SARqSGDNRcT6lehInnSKT4N99Hmo/JtPQy6JLMStJ3cAvJEnCjcCN3sLA9x3l3vsX1z0zBvTs6ruy6dh9+dfRI+mar6dRVZVm2UUuDBh7GfIhMhFukXfsRPRvYb6ORBLpC10GTJ8d00KkNd2Ss+vWINBcitbKRmsu7NsoClSfTWZ1WqikWOyiXOwllLxdXY3mcegiXp97SOpHrXSts1NRM5fV38FsXkkmU2XDNNI/9oQ8HbFJPWo97iGBMqK8FTRsU+zTCwlKehO64jEaqtQLjmKQd7KTJbbz26hRKwrfD7mty/Ckb4xmDUZkC3K9EBnpfMcbQXMhxxu/a6ehMAkbMg0DtMomIK75tGD04JTwVGcAZpHS/bsQwQ8jX6RxfTDaLrysRIo8wV9Lk6aYo0uxOZDSBPENJp5d3x86IhdxduqxvxFprrkJ9uppm3Ze/t8iTBlvEMmKmfEzTxEHH4O20C7X9N8Rk60EKFsankGlET91G5x2/oem6C6j84zr8Ma9h3RWXyq14HxFJyiZuow7EeYNT8lhfcDn6EOhjVAalMKK1AHM6fO6fEHHC0wk2vdZn61uqOOeZkJdmWRYVk7j78t49+rHdhiO56Aff4vlHT+WdZ7/LzZcezrH7rsGIQX3pXV9DVUo8MgZEs28tjqcO+AY5I/JGjeivk0IvukoW3K/MhwrEi5x0cUFLB2+9P5PL/vgmex96B+tvcwlHff9uJkxo5aR9t+KRO77Dq09/nz/+YRf23nV1TjxxTay3kKf+9TYt7Z0yvZ8+WCvun3zqCDztiCsdWvzFJCNY0jKs00bNcU/Xwm7+xZIT3Wq2pMoKCbt01VXRg3yP+ir22Gs1kvh4rl+HPbLq1gHxNfcvLvwnHfoJJOdSryyh6AlEdKh57ar/d4DB+im8ZJpKMYeVgXenLAfmQ8w1yEkeeS0Gl9w/jmuffV8P5mVt5qrYfLU+/OnbazKgrp7Q4bEJcUy6Ll6oVRxvqPH57j7DGDlYZV7IxEVFXhjvbmRCPGu756jjrxrIzP57zy4XP5nBCne52InVnDsk6FwAABAASURBVDVLJrFKP827G49Pq7O4XCbDRFRkQMKpc2SQp+MFOfo1Jjj3sBQP/yJkZN9QG5+yBF4h1PAiER4zSClpSEy8SwvNYpwfDYYNrBWjS0yXsnUUig4DBe14r/njP1l9xHAu/c2+jHltBuPGzMUTbk/W0dOCMGtqjooYsNKAJNZYxky23Pp4RCGI1HNZRlQQWDLFBL/8doIBPQyh3io6ps7C6DitCqIt+igxX3HKJnyidFJsktHVttMqiGSBHK9CL8KkPcKwzOTp8+jsLH0qdZ4WopTuSNcYNUB1M0xYCNrEij984ljtonkwbwZdU9+h6+W/0/SPW+m87WKi2y6n/PpzsHAaSR3DKzqGY3S6iyqEkoEDwlB4Qwgjyc3EEC/4USxxlUXoBos35ye4dzz8/DnLoY9k2ejWDEc9muTOtwPc34nUZSJWGdmP/XYZzU9P25lbrjiEp/56Cg/dewRnnLo5664xgOpsCptQH56HBwIr/C5mQfI3xsMuzuUb5lZaqZZ+Ays88fhspkxr4h//GsPl7l8pOOtWDj7sek4//S5eeXEOm264Mldfcigv/PXbPHrXCXz7pM1Ya9VBpPwMCXppdLCnDEcU1DJnbpL2llYqyzFWJ5N11h4l8fmg7av2hqC5FBnx00SECY/4VFwJqejt0sT8NBhjlgP7sqtEQhGDFpK0TifWRGy9+VBWXa2RyBESLW6veggiSfHll+fwl8feIDQZTK8asjaBssHR5bjgEPKFXNzYde0gTiz9uBwHSzO+UMRhSiR7aKwlSqVFGG3EHEKxQUMKY3DysZq7oQr0LM0lf57O5Y9NIe/+/S+Nd72R9dz3vbU5fONBrNyYpdZmcZup4Q1pdl1rJa4+cS323kB9aH5WbIHbn5jK2DlawIRPgo55Z1FfUZyKc+OP0q4wMgZjfL1HVqlCQNn9IkBcFtf61I9Fw/i0WpFWqSgoYZtbCMdM1puJDE+lk01GJbnjh9V8f+8EVTrOWxkTGxldYQjrEiJkcBzDcM7lOXDxj4HN1w/IpgxzZnXy3Lt6xA19qpIpzjtnb373q904aOc1+OF3t6ahrpcGbalowXjqjQlMnttMWv2fun+GHdeooqszwcUPlnh9WqAjYxqzmCYjJm820uPIHX3qTBbT2kJp4UIi3SG53fTHkPSVZVlPoqiqBY0JnUQ0OPVtiCRgrYWYKk0kL4H7pxdmL+wSzctgpFrG3sBRx64NJs/zC7O0aiJ7tswnuejJv1F45FbM3+4geuXvJCe/je3QA6EauF1hN49CjBTS6Kvs+BsZ6Z4DZYQahhFpiSBBsmKYpeuZWycm+MHjRfa8P8vhDwec/pjHVW95OoUEdJRKeohuYKet1uT883bnvjvP4J6bTuPaSw7jnO9swx7bjmal/rW4U4dBiNWj0cQy0lsbp1HnAte/QLHYfyga8yrUghcXfIWfSLofaCdarpQIwgLtXZ28P2k+Qa6a8372IAccfT3f/ck/eO65Gaw2fAC/On8XbrruCK678kDOOWMLdtlmJYb17RlTHDmj3zaecsfruH/gVGpBn9oe1DVmKGhT9PZ7ebywK667rE8oY9W7T4rB/RvRdMC0l8QfccuxVg09zaMoo8VGHZT1xqGsFeu1AWRBkzZ7eeqyIScfsQn1Op0HkqfTsQ86C+kstPH7378sbZOkq1J4jfWyLSbWANxXPGEFODf0yNkA6UhYLlMpdeH+59ZyvkmyaqaSa6aYb5Fx7SK2caE6dY0ULL93DSKsTelKqZGKdKJSWQDxoM1H0LiaFQ+0d6OrGHDlI5O56N63aa7k43qjBtRw4cGrcefpG3DP2etz3/c34qbTN+IPRw5j8+GNOs2kqEQprntsPLc+O4NAG1SH081TlsyZGNPHfFQpEm9tIomfylAudRItXvg+pvZ/ZFnjrJUQCE88NhcuqRUpEhIQ6OGnMG8BpbFaTPSo7fuG03dv5KFL61h3VUtGg0+ooSc8jjWRCbERSkGoUJsdHARhdxo5VScysj6KL/FDG302W6NLE6TCD899iOb2dqzuWPvo0T2bSZLVg+Geu63DaqN7xE3ypSK/vexf5MshIweEbLNGmZt/AoN7Gua2lTn1j9q1lSPcbt/R5RpVJwzf28syZKV23I6fmQuhM4/IdMVfCzjaNH9J1deJZwlsRdS444QC5FxgdbcdaiBTZyxiwsQ5hJoAKvpUv8uOa5JMZlmUqzC/s6hrEdfbxzcLNJGi9lYiHcnVQbcMnYjUJJaXmhlxStNbdIJbOJALF4NbC92pcMx8w09egTVv91n7phRn/SXk+ndTvLPQMC/vUdG13tDGOk47cn3+fvexTHj9XB656UTOPGFnNlqvD8MG11Nbm8Hz1Lk6McbgWQ+jOEudiBIt0qilOVGc7k6WtFAtWtTEjOmzWBhvGhwXu8u+1K/rRhBJ8ctS+EW6Frz3r29y5Gl3sMZGF7HV7r9n3KxFzJlT4OLLduKVv32HB246mrNO2omN1xnKkMGNGnsCX2O31mrMFq0B2Pwkwhn/IJr1CGHX5DgvRR077rkmISWu+MNLMiQ61rJs5+RXW5dhm+364uI0dWKM42V3O6M+0VyLy/SGYzUGnPC7i7/Q1+gUkhetpeZWjIzUWqsMY+MNBuAZjdP1K+yRRqOACMMrr83n1XenKFkmU1eHp4fjsmgxAgSh6pgvuKhEwmN00g6CDgqFuRRyM3W1PI9KfgFlLSLFXKvSLQSF+ZRzc+nsnEE+P4+w3K4xdPM7wopGBwo+zcs2eok0iWRfioU8heJcqbA2eaE4LkBjQs5E+jgv0ZSDCtc/M49zb5hAa76CSNbG2zKsT5Z1hlWzztA6RvavoSbr4059uVLIBfe/y4W3TyefC4RRID4tQenQfhpEauX59WiQlMstRNoILM84baG4CCuCTRQBDhTIO6JDpT3ds5YnziQxZR6RFGLNoZYbzhLBx/ikozJeVCRU20gEIIZEaij2MHtRyAMvRBx3eYGtvgebnl5iux+U+M61JR56LWJuS4XADVIMY7FLlur50aH99KhaoWlhC4cdfgNvjZ9Jhxa0suNwBB4WT/1MmDaHn/zqAV54fqYWtIiDtjKM6JWlniwXn56mTyZi3DjDD6/vpCvSzk10obbINWRT3HhWLX2qtS/S7q44ZxGhdpJuCHxocqnqV+Y1NIIeWYwWvFCTuJIvqW+X6wKFur7CGrAF3powSzwPVPDpPq2T2NBhtRJNyMszeuuxt2qZjSRyoihaCk62IVaqYbXAWJwYuhFEtOkKboKu316eFXL1mxGHPZJi3T8l2PrODL99zWdqm0cikaDPkAY9lq/MoXuswxW/OoyXHj+PMW+dx8UXHsY2m61DOpXCJtWLrvZ840vGdIvBjdd4ilu6nQtNHO3+WqTnVLSrLOh+oFUn6NmzZjF54kQmT5jM/NkL6GzvoEXvfVZGK274JX1KlTKz5zfz1nvT+PNf3uDsn/2Znfe+mD12v5YrrnoFL1XHL8/dltefPIe3nzuDjOZNTbI/qZoEQSIgTILnJ9FSgtWYsR4oNAYCbQNKreMk83niTQov0x9lgw/7b7gaRqfOMePmUHZI+DRnSJkaRo1aSV0U8CsRQowxJgZrrGQhxCbAKxW0eJVwi+OnYV2e8kjyTM5v0c1AB2npxc8v3BVPO3Z1jBUCsxiQEnZ1FrjznldpamvGpHzCAQ24esQ1u2u7Ke02r3wRp1NJWYa9XGiGMA8y+IpgRKvxDEabZwcojvQTLT5hkKNQaKKraw6VYpcEVAHNGaONkokcbSzTRZpEiWSCTHawFqaKTkPNROWISPMe0WMINUoHEaqqlEMf8pdXZrPLL57j5ucn8faMJuY3B7RqwWgulJjbFTJmfhf3vtLKYZe9xG2PziawGV1hRggZDlFMmRufYbmcNT6pZB0VnXxD2UfrxojwLaO1NiCd5PMyqCUxxZ1WJCV58SfAzFlI8e3x+Ivm4qcjjtojyZ3n+uy1aQIvXRaPLUY/CAJjCURAMYQHn/c4+KIiR12W47YnAt4ZV2DM1Dyvje/kxr8UOeGiHMdfXOb5CW34ZbXTNBIKsB2sOrLEMdunSOjI9vybkzj8pDv42W8e49FnJvPGm7N45rkJXHbFSxx9+h1ce9tretxsY59t0hy/R5Zkskgg2GENy95beu5vBbn1HzkeeCWtxcsxwiANoeyHrDo05NfHJ8mkZZQWtVKcM0c8D4idqsXhV/kxRizwoaYGEYIpiJGOHAnRiwzymNqMwoinnx4jDfNYHhdJgXbd0d2Ze9w1wcOL1XN5Wn6ojlF3Lqmrs4W5Mn+fnebCF6s5+e81HPFQPQc/WMV5z3j8Y5rPvBxkqyzrjRqm64zNueq3+3Lb1cfz55uP4MbfHcIxB67J6JUbNDd9LVCA6IvHBrHeSxrig1Hqo94Y8UC8cIudu0bK623NLSDz5sxj1sw5TJ8+Q1els2huaiKXy0l/QxIpT+yspm+fPsLJCnEigYo2OBFdutcuMPb92dxx1+ucqQXk8JNv4tjv3M41N/xLSwAcddxm/OGKA7n3lkO59le7c8ghm7Py8N70qK6hV4/e3H7Hi7IfATIl8diNqDTGKN4Nxhgx3icotmDb36XsBdj6lfAT1cTOQv+BDdSke1IIOnlt3PQ4e1kfoz4S6mH0SnX0qK0ilAE0HSWMTvmuXUAFZEQjGdBQ19wV3RK4/BUBVkYpmLFQqCL23WENvYcNVtwTOKoiURYpXqGs0/f7U1t47DGNJ0oSDe4H6YzKPCJZ2MiIZwrllff5vFEzo37K5UXagS8QnzVubVStlNGKP0YQif+Rp3koHXXpGJRHPIc0OXWNWSotoFxZRDctluV16grjpUhlG4StSL40h6DcKdSaAaG3GB8arzCKWMcZIw5Nm9fFube+zxF/eJtjr36FE695g5OveYtTrnyVEy9/k+/d+jLPTW2jS5t9CDDW0S8ckdHHgYLl9RqUl8hgTJJQ122hcEaidlnNbTo9QFRnKOTnUy41YcNiPBjTnqMycz5Oqfqkq7ni5BouOCnNqP7IKIHV1tDTKJewMDSeFCHi3scrnHxFF29OzpPXznGTvoZztmvhN9uHnL5xpFNEiY6i4em3yhzxQ8MTk5tFosE4rBJcOpnm9L1rWGW4L0ElGDdlDldd9wjHHXsLOxz8e/Y+7mp+fPk9vPrOLAIbcOq+tfz+jCw9qkIZKUNCeGoyIWccZhnaRzRpA3HlrR7TF0Ual+sH0W7VX8B2W3jss4WPp52BlaIHTa1E2iFEEV+9c31GHunGRvVttVkK0NYAE1owBq3XRDpZYT3e0Ng7db/LcrhIQtp563XJeBneX1DRbqiwHK0+qGKImNJU4Zr3U+x3VzUb3diDk+6PuPKVCo9NjpjUHNJeNtTVN3Dgrmtz0x8O5NWnvsNf7ziGC3+yG4fsswEbrz2YPj3r0KYUX/QboV8CiqoHN3iN0yWUkkI0xuQyAAAQAElEQVTGMfdxC4jLqhRLdHbkdFU0j8mTJzNVMFebgPaWNgo6nVR0p+p7PlVVVfTv159hKw1j+PBhDBzYn7qGBhwP+YzO6QJOGRx5aiuJkKsUePTFcXz/Z/9gsx0uZ7s9r+acX15PS3uRY4/elPtv+R736vruF+fuy8G7b8kGaw1lQK8GUr4vGSYkPo+E53HQkaswZfYkyrpqicco/B/16lS74Ug6TtvLunbukmYnCfvto2oyfvo6P2RIPauvWUuUbOK669/QYhc6drmiTwSjkjVWHs7QAUPjjZan61ATqD/lR5qDUUqyMFZlhqCzE/OpGNVwOXzXombpdVELYJrvfXsbfCxazz7SMlJeOfC49qZ/0tzZKr5lyPburboJ0LWYqx+ZSDSFqvmRpp8xobFVilRKHSBbZiIjnMg2EIdKdkc0dtdfd0J8wblIdQTGYtS2UmmjVJyvghKIf3yi+7cCU8H6KZLp3niJOr3RdJLLz5HN7RCaSHSZuIFR1MXcIhRZSxhaZrXmeWVyE0+/O5+n31nAKxObmbaoS/I33XyxyKmh6FdEXhnxoBT9DN5YD99WEVRyBKHG51A6gj4BhzVS7kS2ioQWjaCcJ9fVopUyR7hgIaGY3VdXR7dfkuTw7cr0EgNCdaBGiLyY1Mix1lh9S7w9JcG5d+o42F6md73h3p11vbV/njPWSXHkakXO3ajEi98qc/POPgNqk+Q7u9jn/CSTZxeIdOfsJpbR3q5XbYWLv+3Ru8bTGmvJR1nKfiuRn5dR6qJ3NsN2K9fz0NnaKR+ZotZWJASf2R1Z3lpY4ZFXA157HXbbqIa8n+TVmU1c/GAnLZrUEMa0JyoJBiR9vrufYVRfS1ipUNJ7itHxEWdE+OpdKI4m62pxMvFkIDV40WoITSgAk01gjEex5PPG63mWx/lSwL71VTTWg1HbV/SOwce6gILutecL7YyWkEen+5z2eJJNr/dY//Y05/7D8NTsDB3SKS9bTb/+DWyy3nB++N19ePqR45n25o91EvkWh+y7McNkxHv1zFCVSuAZg2Gxk54g/THGYIwB+e6P7Y6CWG+kvCGlUomOjg4WLVrEtClTdYU1lZnTZtK8cJEeSEVkhHBb6W2C2oZ6Bg0ayPARK7PS8BE09u5FpiqLlbyN7xEjN3wmp9tdLRIwbfY83hg/ht/r2uqgw69l7Y1/wumnP8BbY6Zy0P7r8eC9xzP23Qu45fKj+NYeGzOkf4q62pTe+yzqPu4aN1ZrJEuwLi79Oua4fZk5o5N5M0oyYob/dMqTsTJ61yq3voQfpPEbdiFpEqrqSVMChdCjR5KhK1Vrsqd4b9xszV2jsrhomZ+GnpZ+A6rF7wpR0W0yxFB5MQ1NMoyumcCjopNgoJOKK1omwk8p9IplPF2bS/zsstuqDBvaoBahYIm3ihiQ0Zs0fTa33PWaNqgBncMaKLnsKFRRd30rg2pUL6I7rYaf2bvxuDkvBixta5QZG+2lOWAiG4NiEPenSoggrNLOG53uPG3Gc1TKOVypy11eMMJjbJJUsppMdU+s5mihq418rk02KY/RnERY3QO9o8117eiMe7cGNQDplLiDTKirigHBYt6IfsQrltAep1luF2HxEymkpEjJRI/FCJ8B9cF/OJWC0aKSTNdpEvbATcCi7geDtlY1sBy2SwOb6HrIGIeCxU5xESa8Ma1GE0Q5nH9TjrYFZYY1eNyxc8D2K9eSGDCUaNBw7MjReL0GEniG7Ue1cMkOXWQa6il3lfjVvUXtct0kceIQmIiNRkWcdVhAtZ9AV8xstXo9N59Wz21n1nD/rwrcfWGZbTZOYWUw2mV8bnoszzHnd7DtqTn2/2mOwy8uccn9nSSjkniR4O7H4a9PlAlMkYgA4wgmxSqDM/z4GE8CDbAdnZRnzRPrA9zY+KqdaKokfEikCXVqoj0fCy8SsZEWFW0VQLvHSPy58Z6nNBfEq0+h0WLo27uaUasMpGxL/PGNJCUdgz0dq0O1bdHO9M0FcPu4LD95KsuxD/lse1cVR/45wa3jKkzo9Ej64tNKvdl3l9X40Vk7cN0f9+GRe77DI3cez49P24xN1xxOlZcQrRGefoyUEPVrFBqFxM7qa3BJYwzGGJwzGNzEjheQ9k4WzlvIXMlg+rTpzJoxg4Vz59PV2Umo8fsJjxpdCfbq1YuB/QcwZNhQhuoU0n9gX2rrazBJTRvVc3gdGGNc8KmgQykVvYGUdKyfPms+j/3rPX51/eOc9qNb+Nbxd3LqaX/lxdfHse76A7jkoqN47KHv4v4m5Aenbsf6aw4kQ4N0TLKQx2icVmAMRj1rdPrGBQqVL54oQn1DB2063Y0btwjURiKFUjPFjjFQmAvaWMVyn/cCiUqAl0hie4wEjS9iCb4Ia5Os1G84xqRZ0NTJ9HlzVVrm01xCMl1nlZVFjY8pQeQsliPYNfQsUZWYSShaCkQFgcv/HOBQBqK5tGCh7FGRxmqPg/dbi5rqlPo2fMAfIY8MJV2LXXDB47JDSlenSUiuvobrjKkC1Vf+CvBGC1SgdyzcGIXPCJx3/Thw8VgmLvIfsKT24oI4GUmH3HwNFmcufxA3N0ZjTpHJ9iRd1YPIhro1aqFQWKiTi96dnA5IHEZMMEJtXShQ9KNePPxoxhdPGevj+QlKOnAEem93G/9Pwuo0vFtIxmJ0LZJI1ZPI9AAtMhFFTDqUiQgxUoqlSLSYIHVYko4UeU87rafe6VC24cebhqzSM4vpWU/G/bMdex5BzaYHkdz9OPyt98ETNzYeWORgnVqC0OfVsQGT5zqlNcIERguUJ4N31E417L15hKfHxufeMNT0jNh+nSrWHVBFjW9jCrq6Cuz/iwrnXqUd9JiyjE9ED02GEQNq6ZnKkAg8DAmKerT69g1dvD7b6pY41KQTiPnWeOy6ZYUTdvOomAIVPeBmF3USSXIq5qt1EaH47tXUaWwWdI3ieKGVIybD3YdGVT5GFvDBf7xNR75LRWFctqxPfV2WVUf3F+6QtxYFTOyC+ybDdx/LssedcNiDcPaTZa4e6/OMFpcFpRypbMhW663DeefsyKP3/IC/3H48V1+6L2d/eyt23WZtBg+pJatdrMiV3khuIhfxTIwjBnF9WTQFQUC+K8fCBQv0/jGd6VOnMXvWbNyJxD2kl7WjNcKRSiZpaGyg/6D+DBk6iEGDB9C3rxYQ5aV0UjUxAepJfRujEKeNLvwouFwHH851nOukxMvvz+Tiq59h3yOuYdcDr+PUc+/lhSdns/6qvfjNBbtyyzVHcfnFB+maZhd23mE1ncBq9KhssFaGXp16ohMcNmIX6esgJmdxPHJ1ou6EUTxjfLbYYoSuvWbHLUva5JSa3yWc/iDFiY8StL5DuTCTsOs1kkGKUo+1iVI1quv6cRisRmpA/W+37TB6V9fS2lrkhZdnSww+n+as2u239yDSfhXGrT8lR1x3K2OEty6N0zcrA29yJfX7QXl3reX9htq55yktbFKDCuuuOoAtNhgp3El890+DfGiSuejLr0/lXy/OIAx80vV1skVpKp7BlYkqLdysEBfhfpzxd+OKlRfXB64Tgctd7o6ke1hnT8qiO4xRLHfbD1d0/VqDl0jpyagnqXQvPFMrPcjpWnc2xdxC3D+Jok7iPlQ9DvmSnTGGhFcnFQ90RavFLVSHn8Agx0mVgrtyQpWs9fD8ary6BikmXPtQkcnNgcptXC/+GIdR4BaWWArw4DNF7UAsq/b2Wb9vBV8ngUA7yLBGDNHutfnhSwkev4to5KbUj9qMpG84bnREYJPMmldkwoxu/EY4HdjIo0YG69v7JxgwAMr5Aj+81rKgPUlFTA88i27MOOLiFv75qqFLir/ZpsN4+J5TGD/hbN587eeMn3QOd//5O2ywTl/csa3QGvCDP1ToaE2hoeqIGBJpEUnppHLxkT3YfGiKRLFCy5Rp6FKUyP04qcWD/vI/WmeJd+K1VQSaRO4Nxf1mnZVAjRa+yPE65VHRXYrsLZP1+BbpoezTKLM6xa2ySi+SCcvCVssWV2U54m8RN47vYmwzLHK7DuoZPbgXx+vh+M+3nsmM8Rfx+IPH8qNTdmXL9XoydFAdNfXVGD8JosUTYH3FLQYP9EWyw7l/45nb0YRaBAuFIs1NrcyeMYcp70/SO8g0FuhEUuwsUNEp0+1+jPQiXZ2hd9/erDRyBMNXHkn/gQOpq6sjlUnjJRLIkkthXUcfBhMvwu7Lx7iKbEdBC2VLWwuzF8zj/r+8wdGn38bqm/ycnXe7lNvveJxhgwbxm4v25pUnzuahu47iu6fuxibrj2L4Sr1o7JEiIZkkDOrHYIwFo1A64r4uzmLn0ipdnAKXNsi5TwwW36bYc/e1GPNuC+6W1VpLkhqS2h4nypOJJj+EnXQ3paiTINGAX78m1qaFywoMS5wn3q8xejDVWaPdbDPvj+0k1pMlFT4hNBrFsGH9iIKiRqDZUNKqogDnIkU0Vk8bMiOdC7qKaHK7ks8Mbg4lF7WTaM+RlH6cctrWZFMphB4NCIwFjQi5fKGdm+/4F+7/qjF+hlLfRpCeecbgiQ4jsuRZEc7R5QyziMCojwizFK3r54PU0uxlRkwUYqwR+OLnMqt+cmHkiqzaCwxYzfNkqoqq2r6k03onC8sUci3aiLVovnQRuXmreeVaLQGD6FgMS/K+aBhJV5DuJROyS8UOovga7uOxOml+pMQ4xhoIetZDqpoWGYEfXmFobrOUvXjEH6m/JDFpWg2RhD6iLkJXyFg9rieHb0DpmQdITp1Eov+qBDMnknzzaUrrbU+aDIOzeQZkynSFKRYu1ETQZEL9RwLE1kgL1zpDfb53kKWcCnh7SitXPrCALhn9st48rn+syCu6wkl6Aacdtzl3Xn0IW202SJizpCKoMdXsvMVg/nzjUZxw2JZaIA1vvdfJXc904p4oHH6nPOqKVCLkZyem6d+ghppc5YnTkdRwZXyFzillmM4QScmNrGCkE5iR4oi5GGMwqQRaGeLyp556T/SZT6UuktJtuM5IGut6YhIlkikY0q+RTdcbyeH7bcUfzz+ZF/52Cs/9/WSuuHBP9tpyEFWej0HTLkZvpVK+wIVGYTfERaB6yCkl7xKh+qtIPjmdQNpaWpg/Zy5TpkwXTNOj+hyaWpp1tVHB0+kiJeNSq51oT11jDdUGZMSIEQzWSaSxZ6Ou8hNgjXB/jF+cvTiIKxg0EaOIUAofCErlkKbWTr13zOahv73Bzy96koOP+TN7HHIDl930LKl0lgtO3Z+X/nourz7+c36nse+w2So0pNMyYNKDGHnkhiRw2I1CBCHORe6jPuPAfYz7oHI+5NwUW1zwkVyPvj3qefaFqbS0tGFCQ9h7DUrD9pbiDgWNO6p04BVrlR4I2b5xa8MH+AzEqWwywaABFYzu/MZNnUh7R07q0k2dqnyiz6jdZhsOkg6l9VheEg2L2xg1cd3onVMqR6WtHfeOgstX0WfxlSB1FwAAEABJREFUYVShPHeRTv8Bm6w9mK23HIH2N0KxuC/FnA+la+MmLuR5nU58ZVT61UFVRrQp8SV4q8EYB9KXD3cS24PP2F9EIOqtxiV6hZMV4IxwGGOQSRX4WlzqSGX6CnoqntT1Uxf5/AIK+SbKxXbCijYEmndq1u1X9NcEJDRfPC9DsdgsfSgThfY/evnPHFXRMPCrqkj07iclS/DPt/Lc/VxBRCcxxuB+VO0jvq1sNJFDjIyE5gahsYI83vw2Op68HTP+bWxk8DoWUtEuM5IyV3S083xLQlIMo4TwRixxofIigY18Dt7Gsv/mWQrFgBv/4fP6hLQmTYXbnoRWtdth2+Gc9Z2d6FXfGB+jPQ1U1Kg/Dy/06dujJ2d/f1u21OLSXk7xp0dhXmd3X0YdunUy8EI2WMVw9HY+IomwrZVoQRORflTlq/OOrFQam0riuo46i1jdb7tsY42MrE+kk0akifDiy+PRmvOptFljWG2legb1aBSPE2y84XBuu+Jw7vz9SVx18f4ceeg6jB7VR/faae3Ck/gmpXp+jDdS20hMcv3HGfooGdPm6FMy9qEIKWnz0dTUxFwtIDP0BjJz+nTm6BqrpblVil8k1HuNp11XTW2NTiB96TuwPwMGD4pPIO4hvaq6WuNLYK3FGBNDjPxjPm783UR8UBgQUgpzTJiykLseeIPvnvsABxx1LQeddBNXXf+MTrk5jj9qY675/V7c8cfD+MMFe/CtQ9dilK62slUpLXAJEn4CZ6UjazQ8N+oIoy6swIXKVKzbu5KoO/qZvw7X0EENNAyIaOpoE1otCHikqoYSDDmIsN/2eIme+DYg6LUrNn5x/fcREztf391324VIC8rbY6cwbf4igkpJucv2xhjOPH0LKu63d3TkjcoVGQlpvHRLESo1vnCWMV0dBFoYPr73ZfdR0ukk6MzrbaCKi36+JxlbBer3o7gqejEqcfs9bzJzdoFAm5nU4D7ihlVVcSquz5fghBtJ0AQgW8PncmofWc2bBulPLdGXRGvo9FGGySaTJDK1pLM9SCo0yi/r5F3Qu3ex0EpYLoq1kYbjxqaoAmePI4V8IScExiORbpAuFGR3dPWl+daN0iowAtzUicOPfBxvjfUIB/UiWVVNRzHFL+4NmL4ghxF1BvOR+i4xuCEt5be0dobktf13Oxpf9ZOrrEpVSwflqJNi1sessT6JhVNIFgLdx5Vx/yBepMexqhpL/E7jlFkIjTtCLoZ6DeRPp1tG9+tFc5vl8Is6eWF2manTciTCgIsu3oe6+gxY19BNAhcJKYcdTJ8xW4OPqKvNcsUV3yKlCTpmRoGJzQVVBjdWnAtDHcXhzKMTrDGyDXc6iSbPx+iqTUN2Nb4ysH4KslXqzxKJT2hBQUobijcVGVt88KKAmfPLLNSCo4rL9MYYHWoSrDw8idHddCjtGr5SXwYOSOP+IU9j1VxgNYWNMTg+um4sxkX1JQZLXKSvvBGLdM3Yqd3wPD2iT5s8jUkTJ+s0Mp/WRS16y8pRLDsTb3UiStGrdy9WGj6UVVYewZAhg5RupLa2Wkf5JFI13CIirMvlIyIZwTIVh78U0tVR5NUx73PuLx9l022uYP3tLuSMCx9hRksnBx22Oc89fBp/vfvb/PqXB7DfHmuw/uhVGdhbEzLhY4z52D5drsH9fGTUi+t257lSsziHmFNLE8sV6dOrmhHD+/LsM/PUkxYUGwmNZJSswfTZiGDYnrT33V6yky5ICd3vaagGQdgZw7TpTVx38xPsfMjV/OqiB2U9OlnYFGpO6XHYyrB8ChWOjxuv10t9doEWk1CnSqRjcTPxxaQlGxmsUHPDdH36AhW3W/yRimGFLzFhjlQ3YsetRrLmKkM0TlfB8c+FH0BrWxvX3/ICRY2zNKIPJSmgG2vkWjhkH1RdITE39lBzKNJ4ozAS7wSfGbPamJBksgeZ+N3ZxmP9zGiWo4FRnY+A8fG9alIy8OlsPQlt0MOwS6eWZoq5diKdWIxsI87oi0Y1/8Jeo8XYBIlEPZVCF6VKq6RjZEO7wXXwn5J1uQIj8HSSCNYeilHYssBy6h+gLR9qOqvw3/xGm3cvNm8vDJjdiR76ShTee4Zo6OqYg07DbL4f2T2Op1Kdouupe8hrt/rkVEMxSFBXk2HwgDo1Uq8m0tQMRSgfOGNwby6XnFygtke7rsdCTvtlloLarrVGf4b26SuaQlwjI+XQVSPvSpEPPvp2Dj/mHlry7Rhr6N+zF6sMHYBXjpg4No1zTlcduLiQkDaGO7/fh8Z6j7BSwHtvhmRSweHmK3JaP7FVWSLRYspgHTjFF2803/CrEioLtcDPZ+Ik9xtBou9TaDPGsN9+G4DJMWbcFKbPbhJiA0SCEGOMwFPc+dB9loIzKIEWj7LeOQq6xlowdz7Tp85gihaQ6VOn0dTcRFFlwoCnE0haj+W9evbUwjGEkSuvzJCVhtGzZx3pTALrWayMhUNujFoIXHxZoKHjaHDQ3pljxqxm3h03lytvepQDT7iJrfa8giOOu4+xb77LIfutx+P3n8jYf57Jn689mGP22pDG+ipSSYvvWQxgjEL1a4zBmG5geZ35oOKHoh9kfoaYp6PxwN51XP3Hl2THI7U0GMQjfY12DaZqEFW91iJXKjOnuYN3J87nob+P4cQz/8amO1zNzvtewZ/ueIORA/pw2VU7MKTPUMqS08uvvyupesL3KV6GpsrvxaorDwenWJ0l3OnetTLGgOZMlElixK9wQbNkEMR0Gs0xnIoIpJKu+kfAjSTS/M7pZOqVKjRWZTjisLXJJgL1U5EBUkPs0jaBDN8FFzyjt6QSJi2D1dBAuqzyyKCBdMPS2isqItxuomlsnxVjvAjp7TLSBswX/xKpngQxuW7knxXb56/veos0BuOl8BM9SKf6k0r20Aa6SFfXAt3otMYnVe3LP38n/9Yykk5YvwqbrMf96wIV9yvnjpBYnib+8knOKUvSl4Lr+BkkDc+8UeFXD4XkQnEPCeRDDXdcu8yovlUsKCW5/MVAq5f0YPZ0So/dTHH+VL1p+DBhPOE9t2Hby8zIhVz1ahJsmtFDUoweVCCUcCPhjZwWSdk/hD6ObrS6z5Fbp7VChsxu66DkGQYNrCUtemyoKhHkdOS75e4nOfnUW2jskeWyPx6i00lNjDWpidCzt04yvqW1uUsNRKO+aqZyReQjAyP7JbjkiGrqqkLyhTbCWfM1kVwHqrBc3mH8OFiOxuofjT3VIJqNr51GQJgv4q7/jDTDbWKNrmcqGvv8ljzvvjePQG8sTsk/DfsWWw/WUTnFotYC701YIANhiHkdN3QydZGYABcR3oA27RwXLljInFlzmKFrLLeALFy4SKeCHKFOoslUkmy1eNXYQJ/+/fT+MYShK61EnwH9dGqsIZH0sUJtJCDjFEo9xsg/5uM47ODDRW5cs+ct4p/Pvsuvr36ak75/G4cffx1nnHkPr7zQwgbrDOBnP9qa++46ibtv/wFnfGcHNlpvdRpr6kiYFJ4f4PrmU/r+cJ9fVdxIvttsOpqu3BxyJUsoLXRao6cfOttyvP3WAm66/XXO+ukjHH7CLRx/8i1cc8uTNDT4nHbiVtx6/bE8cvvx/P5X+7Lvzhtw0L6rivQyDz40nshT9FO8kUG0ySQH7DQMo7nhLyordA2dDmhuKKi4v30iINHUStC+QFeXCwUtFHJzBfMp6A6/WGihXGojqHRBqEVBRymjDUY4f754X2bT0QPZaO3hhJ6VwYkWjzLCOad/702Zx813vqvyFKZ3vWg3lD1X+mWCuC3jiAzyZ+nF6aOMAVZvCelkHxJpLSaiNRSvHB43P134VYHr1oijGAOya57eJDPVjfiZeskjopSTXEodkmtlhZBkjMF4HqlULX6qp95TmrSJacHE4owkXz7Nyej0qsNrqIsbXfVoC8+8ahVPfaRhDz2An3eIxfdKPDoly0+ejOjSu4qZO5vSy88QPvcwwZinyOW7KLcbLng+w0sLfNUPOGlXQ++aUDgjDBAZ9RlZxbq9Uzp3LsqkLN/dp46VBycwoYevXVBXrjOuZLWNDaXEJ3/nz/z20hc56pjN+c1FB7DWKr1RbTzhtFKgXK4IJknCT7DEGReJiPtGLjQhe21u2XPTKgJpSGXOImjvWlquKkv9EgVzShZnOjzSrv/H3lsA6FUke9+/7nMeG5/MxF1ISHAJ7g6LLQR3d5ZFlwUWh0UXd3d398UdEhISSELcbXweO+d8/35mJiQhCUmA3Xvv+/V0nfaq6urqaptMrMA4CMAI0LWV1gOM+uXoqRptzqC+CzDqpQMXT4lHG8e1iXJCUGjgiYeIUIqDDLXbBX47dCq5zM99acO5aBgJUdIrp1fPbsIR54vPx2PFmONl0bqohjsNuD+qOG3SdObNqqG+rp7mbIa88Ph6Va2oqqBr92707tWDHrrC6tSpAxXSkVQqISNukLhxzoXWWtHyMbgxNSzOue7ltVPNRtN12knz3Y/jufHeD9l53+vYYucbOPaU53nn3e9YbWB/rrpyHx586BhuuWlvTj9xK3baeg1W7tmOVMLDE3Ir8PQp0JbBMMo1S6HNf8k5HtddryulJfDpFxOYMmsOT7z6JSed/Sgb/+kGhhx5pxaQLwjiEX89aQsev+9gHrz5cC48a1f22XNt1l6lI9XuN+80jl6UZJutBxGaPD98P0cyzC1TrzwxscYafYiiPL6aRLreamto0aikNG6SZRSkSeQ9YrFS3M2F76fwNYd8T/qYS2tBqSfTPJumBrfozCbn/iuExgaCpGX//TeiQ7naGSGSLuBA2uDo5IT3xps+JB1pfsVSBNUVGik3iq70jwLXs7z6nAPNb8dP1MrP0ihGoTPKBi9ZpY1ZD7x4Ka5ZwZhG/FedEXVj9DUWY+PE4iW6DpMsfU/XU3NJN2lx1xWfszWqusJeFDDGYKxHIl4mOkVk03PJZGZjZe8sv+KMJqQXS2B7dSZMJkjPjPHPJ+YyoaZuoZbWZtl683nsvXkJQayC+0Yl2eXxLC+PzzG3ZibTGrJMqM3xzIh6NnmuhJdGNTt15YjtSthpizyeGHRjW8iMzEK4W/LA6iRSXh1w+5mGUh2NCeGbz+upyWdUxaiT0KVbTLudwzh4/00pKUpgjPIJ1DbUETDLlPEOdTPd+6hsUSWYnw5JFhuO3yekV3stcLoLtmOm6D2jQbv6NEHQrGNls8Im3K4syNfKqM/Wacbt2KZp0ZyiI6d2ndp5ur9M2pyerrJppBVmMrM02WsJcw0EQZZQpwtptoiIuLxV3y0GvBihdv6etZCR4ucjVdOCI/bd8ZqiOBiPL775kfrmZn7NGWPwpPn7770ann7eee87su6vCuOccZ+FwBhDpF2rAjzPo7iomA4dOtCnX1/6DViJLl07UVJejKe7W09GyYpPqwWbJTqrEgeuqwGRlDvSJiCrxbKuvpkp0+fx0hvfcubfPmCjLW9gpz3v5XwzTUcAABAASURBVLo7nqVLn/baGOzMey+fyOuP/YUzTtyctQd1pVtVmU6QyQJv1vhYMeqwW9cVyVHEUJYLNPoKREuUJXPRlrYo5z/mXT8d+VB9DrUg53Ut1diUZfacBn4cM5lcOsnhx93PFlvfwLlnvczcKXWccvSWvPrYkXz06kncfMEQdtpiIL27dygsIIm4D0GOWR++SPrTj/SWlCHSZO7asYJUshRiNXz5zcxl7l/Pbu3p3L6H9jMhYTatDZAmVlvruIy7wEhn8rpZ8PxiYvFi7U7L8HW9EvPba551kX60QFGiGk8Kmq/VrlU8DuxZya47r4bnBkODExlP0neDBE4WI76fyfufjFV5iGlXTLlfhNUcaKnBH+aCfJpIb7eOgFkKPc061XNfK30qI5boKEPdDuP5RDZQ8zZlU/R/jI/EK3gxX9dgVSRjnTWueZq0qEjomIjf5Exra4lN8ijHj1WQy80s2DfbWrb0QEpgUkWU9O1FTtcIn42Em59CirEAZ9p5VwjxJQcVccg2OUqL8oyYHeOQZxNs+EhnNn8qxoYPpzj2lRJ+rMnqOiTOybsb/nlsjqIwobtbaGOUpbi4lHWdHj4XHWopKoVZ0WxuuvUd0lpsrIzbpefvzfoDe5B0afW4RXhGx7KQK298i1n1E+hclWRlPVC7zjuarheqioM20p4swBpdY1x8QDklNk1jppbmCRNJN84hk55DtlGrcmMtWR31c9qhhc74hsJmYlK2JJ4fx/djAh/j+1gvJqNntRBlyWebhKOeXMNssnXTSTfM0oJTIwPfKDuRI8qD0QnMdq8iQmmdDGw6IyMS4E5PepHFLykCzfUfx87W/bqMhzEs3Rk8a/izrkZSfqg3lBpm6T2CgtR/2dYYQ/sO7enWqxs9+/WgR58euH+hnkgksNZJTi1Vx5hftmUpLlSPZuoa7cuhk3nsmc8457JX2efI29lzvxu45ZYPaWyIc8yxG/C0TiDD/n0Rd15+IH/ebj26dWmHUX+tjYhpAXGLo5vmIS28zCepcXPxUJ9I4MJGGcmRurZ7/ZvpXP/Md7z57QyNgzhxFVTnj/bOcDZo0R85eiavvDuCq255lWP++hi77ncjZ571Bv1XaQ/xPDdeuxvvvXUijz5wFEcdvL50tCcJK73x8pK5p5EyGGMI9UiYG/Y+JV+8Tf77dwgb6wk1ttXtUmw1uCdBppgr//WhFk8noV/vXc8uFaw+sJS0eLC6avOkyxomCvPBszoheU7VyNU1aNLncDKNpAMOpKYEfgCij5Vu+ElM1uixNUdcc+H8v21DMqa0fIg+La0LRrpB4/L0y18xcdI8Man+dW9PU8IQCZcp1FX2Yv2KZxo35trIZdO16os4UloqRSF/IbROdiqUR7wYP0WqpDN+vIQIq6xwPjg5FaqBavI/yhVkmYyTKOlEFPp6tK+V/sjA/F5cSh9jOqnFk11klqyTzNIxR26CCiI1zFWVk+jSkaxEessbeZ77IotuneYjiAz0qM5zxRE+j5xXxA4bxSitNNpBR7q3T9Csx/BUicfem6r8bI9zD/SIxTypWJx5GuT3xjXyyDs+97wc8PxHMHxWMw3WIzIavFYqUWHILAds67HjukVY3ePfcsNXvPXep+Rl2Fsmg+ob1Dmj2hHuzzm88M433H7HB9qtWnbawNCzLEcknA6MQqdQLlS0oFwuLrVh3/UMx+2sSUKe1Kx6irMeyVR7nWA6UlQsSHUimWhPQjuzlMtPaEcQryShY3FceX68irjAPZa5OkWpDqRSHUkWtSdWXE2stAqblJJGofiv07XBTA36FMFUoliewoQNQox28lY9wogrN5mTHsY3hLkE3w2fJhk6zpcORtIoK0rRRQ/mJijlg4/GLaaBk0hYyPc8j6KiIvEfL6SNMVjRNsbwq046E+QDHGR1tz5xykxeeOlLGdIn2P3Aezn42Ce5+e5Pqa2v5+hjt9VicgQP3nUIN1+7I0ceuDHrrt5Fh7Diwhi10IoUhBRIG8mgJUKBExU5PXVXZs2miayppb4xy6cjZ/Gvx4ax1+Wfss/ln3PkDV9w2ZPfctnzY2jWqdMZetdOiH83r2HUhA2Fr5l6ncrf/mQCl137HkMOvpt9j7yDCy57ga++nsFGG/Xl6it34p7b9+HqG3Yhp7nRqXM7OlZVynirf26shUXbdbAehY4aCi5sqiP33ZfYwMcrr8ArThbaFBcnWGOtjkTG8u3InzQ3DZF+Co2W8iktSdKnd6VIWYLmHIEWlDa5uPG2iRiRJneYy2qxSgtj1DpHImF1YJVncJsdo5idNBt3/bHxur3YYdO1cNfRmFA9igS0diVi5uw5PPbkKF2j+mR1+tKkwYh3Y9RReX5vF4HbrGWa5omdgMKcV97iyEQuPzQYkmKrvaAaZ5yR/rv6kcoo9AbViQQIecEr8j/HG8eKsXgx9SNVQRiltXmdRaTr5ciV/R5gPYyXIp4ob5XI0pA6qgIbukqWsFdHbGUZzVn462VFjJ/l8sW2vIuFhJQmQzZfI8Hj53Vm5D3VfHNbOR9cLSW/Nc70Jyu499xiNl0jRVkiSUpG57H3AjY7JGLHEzwOvWYOR986h/0vmckGR2bY68w0I3/K4hTcig9Hwy0wsZI8p+5h6VERMa8uzfEnvcKDz39JpjAZVEsKrC8NoeXuR4dy8ikvMa8BBnX1OXGXOF4qgw47rsp8MMLf2o2CskVG06Moy2n7eazfN0+zyZMeNUk9BCNji6eJL2HSGnf1scIgpXNxByhujKvXBk74Fuv5uFOM56e0qJbIcFdTUtxVVwddifmVGHwZGV11SUYmAHRAsTYmvoTHGIKYVR984Ujz6KOfqAKayoVgiR9xRlkqxnobtcNLzOWqS97U+ceNmJqo7/ou5I0xGGMKeca0hIXEIh83NgtSD8VJRsL8ZOxozrn6HTbb8SZWW/9KDj3lUWZNaeSofdbh1aeP4Y1nj+S2S3fjz5uswjoDu9GpQ7kW5zjWeKILi1J0aQcFVt3H6aQLASei2oYGHn9nMntd8iEDj3+Kbc97n3+88C0ffz+LMVOamNWcodmm2Lx/O1JOmSKHQI1XyEfqZaCWLQw4A+T6Pbeuhlufep3dD76HlVa7hJ32upknXv6Y9dbrx4M3Hcz7z5/No7cfzrEHr8VGaw6kX9dqulf1waZTfPrZUOEzLf02LirckiMtORScssLxX+DNmkhzLEvTZhsTM3Gd8A2+xqh3527EvAR1DRl+HDte86bQaqkfX3q8ysB+JKWLOgxpk6IdrDpUGFfhtKk4WScrXc+GTc1aIGjlSMwgt0CQzzZjGhspi3uccdrmBZ6I1JnWOmBbeFLes899w/gpMwgSPsXdupAqvMQbIfxjvNHMzefnEIZzxL9jSHNJpFxMGYpJi9VvFzGSqR+rIplsj9E1XGQ92hbM+Ry6hgKjNm6Y5uc7BP+DoIWvSDaniFSiK26y5LOzZUvEfFvHfwO/Dr/1PMkprtFdDkRGUrOxGKkunYhZn+nBRE69I8fsdIhbvaUjSP8K4K6MYmEj5cmQ/j0yrDswxYCuxRRFOZ3uZSgDjx+nNrHnRVkO/1cNI+qzJFN5emuBWFmnmk7lHjaM8e6IDJufYbj2lYC5ujYIRMBEluJ8gjX6GP51SiV9u81htq6iTjzpaTbZ9lpO+PuDXHDVG5xw7lNstu1VnHr2A8yWsenXIcNlx1bQv5tHKrASaIhzTqyO99BIoZTRFlcUJ6HKYlu4+upQ4YuniNzYaZi8+lCo8Pt8IgwF+p4hliwmVlJNskJQ1VEloqtF001wE6G0PkTkddoITIy3PprBXF0jhaEzcCzVpRIxBq85kJxJMGxWjdrN4+dTpsPrmlv3WSw4HhYsiAhlvJplvKbzwZffcNPdH7DvkXez7jaXc/xR9/P11yPZfvv1eerxIxn1zdk8+fjhHHzgJvToWkwyVgK6Qov8Fr6NE7wmJ8LpaDhujPpZsECuTIMRSkiZTJYpujb95qcJPPXxaE6470M2Pv1jeh/5Bsfc+g2vfddIYzpOeZmlT6dqthhUzZn79OHZC7Zh5l27cf5eAzW5fIwxjsxSwfHgYNFKaZ2oJ86o5ZNhE3nytS849ZxH2GrXmxi847948sEf6NKhE1ddMYQRn57G1++ezkWnb8Oaq3YnWSRsfl66l1S3EuS14Uh4Teyx+9r8MDYgdP03qqN+hxhJ4uexiJSX1lwLvh2pMfOI9O5R1n49wkSK0BoiGb3B61fTuWOKXCbPm29Pwhbktij3i6RNxA6bdKZK8ooi7RRFw5gWupHKSIlWQjzpVEdjM2K8gMCh1nDgQpdhwizRjxMI/AwbrNWF1fp3xxZ5IN70URUjgLz0dJyuIC+/8hsiGaKwMklzup5m96ahhatQqw1pocXv8bGSbTPZ3Dyi0OLEHGFo47+QbvmACfF1jeOlykEbOscjzinflUHoUv/rwJg8Mtukisq0WW3SxqEZI3kjOfAbnRszN8wtWrMcyIwxBJUV5HTf6eUqeX9oyNM6YWR1rxu6/wxnAVyOiKrjYIFsQhsxdnozJ13XzDPfNFMUM+zdP+Tm7Zt4aJcMj+zq88AuPtdul2Nw+5CmbD2X39bI5c9CJuPUACwGT4h3XDPGk2dUsccmxRSXhIz4fh53PfAFF1/zKnfc+zrDR04jVmTZTddsj/4txTZr58E4hTDC4EBJUHzxYKXYxkSsv7rhhF2KiEce3qxacnPnCk3EH+mM8fHLSkXCEqRzRNlA8QgjxbcCEh6BeHM7px9GzQZ3nleNJflIBZpL9OxRRUlREW5efDd8DOix2JUpohqL907vwlCPv0FAEGSYOmc273z8A1fd/BaH/+VhDjvhWS3cr/PeZ6NZe3A3rj57b5659y88fe8xnHfqZmy+4UpUFrfTuEUC20LKiJbkS0H6UAhcHmjytxjXSOWOdmNDjqETNLb/Hs+p9w3l4Os+Yr8rv+Dom77i3lcnMGr8GIzN0699CTsN7sBlBwzi7hM347EzNuSpMzfjH3uswfYDSkhpt91iK42oGIwxCn/pnTwcBDrxhmFaEzBDrd4qhg4fy70PfcbxZz1X+M/fTjz1Se7QIppIJTj62A15+vbDeOq+w7jxij+z/56r0rNLFX6UEB0PCicvi5XhN8ZggJZJmGTvIf2kq5Ooma1JLisXaXBCctSrjuNDAc5yR+OGk5/2k94nAsxOe2E9g1UFW8Bn6dGjC13ap1Q3zdDvftLC8+sbH2MMnTu3pzJZQpSLQSYk0o8xRl+himm8ElqAlbI6+YS6ghWLSlHoA3KuZjS3TnqaJl6UZN89B9NZ13cGtZWOUnCm8A3CPNdc+wENuUbisRjxqgrpcQOZ3Cy9ITaKYKh6Hhp6hcynwYo60Y8054OcjvlhiDGOD4P7aUNZ2Chpo2p0go0nO2hBqcBTPdcvV8+BVXmhvnFfCd0F/8vAydTYEnyvnTYdTVpYNad/x67YgmxeiCtsAAAQAElEQVSWQyhGHBktc7GOHYhk7PINAZc92MiUWY2ERgwKVyQGlwQ2RI+ISW5+OeS975WwHmet53PTFhE794oY2M7StzJirU4R+64Scu9uTWzaM0Y9lTz+SpaPhoqGJrlTAI031gastnKcW08p5ukryzj5MI9t1oqz0QCf7deu4KS9qnnj6hj3nFTK6v1SeDjmHJMO1HslXdbSwGgRKfI9jtoly5oD8nju6D9hKmE6oz4Lzx/gjfhyECTihHEfJYka0ohjUYs0TUNMXClBpDuxZ5/9RoL1VbZ0H6p40KAqenQuUz9CXnphpIwIUqwWI6JixV3axX4Gt3MeM24utz/wIXsddjubbnsD+x9xF8+9MpTV+/fkykt35oXHD+SeK/bn9MO2Zbut+uH+FXhpcQLfWuIa55hCT4NmjYxqAcDFjeJuPFuouZ62xJoyzTz37QT+cue3bPCPV9n6/Ne58KZveOjdr/n8+5lMrkGGKMW6/Tpy1P5b8/oFW/PeZVtz14krc8T2A9hmzSoGdq4koR221XWhNTGsZzHSeiteHLRQUn8VibSwKpjvHSc19TW88e8RnHzGc2yy3XXssM9tXHHTSxTrhH3WCZvz1AOH8tjtB3LhX3dmvx3WZq3Ve1BdVY7n2QLENFeMsWBMAQxGOtiSdlmKYfXTqUM1w0dMZcrEORprN0oRuTFDib9yixaQkXrBA7Szz//7LiKbJrPWIKoqemixakYNCuDwJXRa6av3kDCXZMKUacytSavh0r0xhlQyzgbr9SDmazHS1aDV26RxAlDTSOUJzfWIkLChSWwERCo0KlOgDQ6EOrFnZs2V7gSs3K2SP+2gtxP1FQdtlUDl8NP4Obz29vcYmyeoKsIrryKZ7IRnysll55DOTFM99atFDGr1232hK1oFDR5G42GMuJeR0le0VBr5xOPtiCc6Yv0K0PhhANDotIBxGZFRJ5SJ2rjgfxm4cUM7kHi8WJu2fOEXgTSs6s3v0x8rTCskEuP5hIN6kC6KM7POcuINMeZlTUG5loYwMPB9uokn30Y73RjH9E9y4rrNpOJZDZfMvQbS027PMyHu2qxjic+N2wR0LW5kVm3IvW9Z6ty//FI5OsI5CH0oTYRs1MNw6V7wwsUlvHNtCc9dlOKqw5pZr1eKouKA0I/UXTEgBiVTfZfdu5bl8RhPnx+nQ2kGNOnS4ybh5bO4QYqWHdVy1QzjcUxpEZEnDuqbMIGjFBGq/0b9jmQsNU9484OxpPPBUnG7nsck5T5dOtKnVyn4TXz/YwPpbL6lnVA7w97cnGbGzDpGjZvMS+9+xSlnPsDG213GFntdz+0PfUpxcXv+ecGefPHvv/Pui3/hvNO3ZeM1u9GxsiOpSg/iDp2QuWAZIKdr0Hl6aJ42dw7DRjdz1XM/sv2F39DrqJfY56p/c/e7o5g4MYOfUYc7hnTv3oO9Nu3JLSeuwYibt+KtS7bhij26smH/dlSXJalMdML3LZ6JZAxCQpwNcL1XZDE+IiKjn9l1jYybMomPvxzL1Te8wU77Xsu6213JSae/zpTpcznsoMG8+swpfPvJxVx37RC233ogPTpVUFlZhb/Q1c5iiPxKVsfKYtZYpZuu8uYS2iya7TBsGLU//EjmqbvIf/YqjUNfh/qcDF6SopW2AuMEnVR9cHZOXxJaevb88ybYpM/I0XUM/346eXdVxdKds6/7HTiYfNQAWky8fOTsjuQnrBJdWJIQjUjXJGkSWfEgY+wwOt1zYa6+HjunDqP5cNyBm2mxSyBVk+xDAmEJlXC61ZDP8NATXzN9xjxiNonp3BmjU4pVX2LJUmKJ9pggRrpxDvlMBqPNI8uuSizJGZ0uIi9GhGxMQVh5WuatBZPES7bDpkog5uHmVijdcX1zUKjO/w2nbhU6YmQA48kkgXQj1InRjc3vIGZs6O4TCiSW/SP9wjMeXkIK0aeLFNrn3c9Dbn3ao8GtGK7CUtC9/1mWmrlQpTvbCzeqx6qXkU4a1uSEsx3Blvtju6yM0Q7GGkufJJy/cZMWGI+PvsswsynbouVYUTGoOcZQAKsso4y2UBUhRLuQkEiqbdCPNCRyIcvu1Ep9jtOuXZ5zDk1SWuoT1wQKJ83EKaYxBtqA388ZL45XVKyeCn8mINRkDzFEyonUSVOUAGtoyuWZOXveMhG2ar/6oK54lDJ1ZoYJ02uYV9/AsO+m8tgzX3HRlS9x0EkP60rnCa69+WMtxAmOOHxrnrnnKF576mjuvXk/huy8Ol2qyjQmFqErgBsrDx+rH5wsWNgV1sIgj7ahZLIBY2Y08fo3k7nx2bGccttQtr/scza56GUuePA7Phg5lkgbj67FxWywcgcO2bEnFx+xOs+euiEfnLcdt520FvtvtBIdK+Ii5UYzAumKMUZp8CQTg3PuKx4VVQ10Y4e7wgp1bdeghXPc1Fm8rN3ytTe9w4mnPc3+RzzKX895nk9GjGPbTdfk3iuP4N3nT+Hphw7npGM3ZlD/TsSEUujxHD3riZ7FWIMRjRX1JSVJXRX25INPxhHKoEZ4MGg1ytpV42VCcp++Qvbd54lCC137EHTohWwkkTEL0DUib1lvnR5k8wGNeu8YM2W68OWUv3Tv1oc1BnXHWMlTOhZpk2GV6WTmWgZx4Y5ZjAx8UNuAaS2LlO0HEUbXwIFOyoP6VbPXHusgxnCMGX0M6Kss2ZopU+fwyus/kFUfM9VlJIplxFXB9cVIlp5fRCJZrQ1Bklx+BkG+CasbAlXhtzhDhB9Lyb6UY7wkkRYw46Ww8QoSRZ2IJ0ow2qFZqz4ao/61UDMtwf+9b0HWSfVTC2jQoMFxPXXw27pqozBkRdC4NtZ4JCsrCCvLCbyQ216q5d3v0pqwBreyL4m1Tz63BDpdbNo9Q4kWFatdldepP3RcgyjTSDDzR+q33kkbhxIQoeZYgiF909hSmFcTY860uLJVIG2OpImRFNWB9IBfOldPuZoAmo0SnPOGSBgiZatUMUWWwXvi2YYp9tqiiO3X9IlpV9s8fRa6V0Ajw+Lp85udlyoCydoGEGrhwPXbtHBukwmQMZtT18A3X0/FdZNlcDtsuyZuBz9xxnROPPdZthlyB/sefg//uvUN6hoDjjpkNe65fm8euv4wrjx/Vw7Zdx0Gr9Gbju3a4VsREE3P8xTXAuIZHA/6YDEShaHA4yLMZHUt8vHYiVz54gj+dOVn7HnpBxxw8yec/8iXPPnlNMZOayAjxenTu4ojtunN3Xr7eO5v23DPietx2UFrcdg2fRncrzPtyg1xEyMmnfNlGHzJwhoLBVAAGCMWcM6IJwouJCSwGb4cOpUr9QbjfpX3T0Nu56wLnmPYF1PYZJ21uPrSXXno9iHcc9VenHL0FmyxaT+6di3C8+P4lBLTOMjUI/QCI9xmfohirKCzkmef3l157dXxwqBFV32JrzQY/8/HEl9tTUKd4oz0PJvyYZ0NSSUtIo4jacAFOOdEXqadfs++3XCLyvfuhJJ1HLvSpUN5sojV1lhJ4weB+zVO6VtLi0ibRoNJxSTBCPc3ukItIk7ZjCZR0FAPc2op1q3F+RduQyphC/UiMaNWBTbdaJgQXnltKD/+NEObFIPfqwuRdXVD8S9EJsIobT2PRKIdvhaXdHYmuVyDaw6qxYo4zReHwGjsEqkyEkUdSKQ6axFpTyxeKpoeSP5GuB1o844LCxBRkAf/x1yExbq5E0tIvrUa8Pzv0k+bz2i3H0o5V0BgTuA6KxLr24OwpIiZNSE33Y/CPOlY5GzKYrHObdB7S6yJAaVxQhkQtAOJqqvJ/WknAuWlvvmYZG0j/mZHgCYSegS0sRL6yKDnTcBPNaJsBG7YNeCLJbLMmR5pipkiaz0vllarULAUL3rliYB/6K2mW3kZfi5HftIUXRtpIdUEWkrLFSzSqaQsBX4Jxo1TUw7EgylMEvB0DWc0Geqam/l46GhyGk43kX+N2JqrtSOmrXa9ri8aZs7gyL3X5ulnD+bfb57KdVfuzV47bsKq/brSsWNKEzsuSUsBRd+ItsPtAgcqcMlW0JiLuWayhJk8zQ3zmKCrs7s/nMRBl71LtyPfZIcLvuAfT4/i0xGjGTdzLqYhSawIth3YjmsOXIux12/E0Ku34uaj1mO3wT1ZrXcx3doVURz38UTMtFIqBMYqMMpVsIjPaVya0xkamuYxQaeQx557n4OPuYtua/yN7fa+mwdf+pY1V+nBTVfsyxdvnsVD9x/B8cetycZrr0zf7l0oL5ah8TTPTAu4vioqWi7miC2oJwvGXdnyQ+hZ1hjYm0ymQbepWax03dOCGS+rxmx3CGU7HCkjWIat8kj02EA6kBIvFNyC1CNZ7Sie4cJjNiJQ6atvj6A5r44ovjRvjCFStdMOXgMbFBPVSZGMj2nVM9d3imJEmie+e0fxInSDjA2zZMdMxMs2s7auHNdfbXVkt0H8i0naXKCj4Zx0I1df9zFBrhnTpQqtPAQaQ6ORRXxb6U6Bjj6hF+CnyvFi5XpTmawH5DoWxKfECnpP/PlYGdICeB6e+qTeM1+ggIlagP/DLjTqu67U3ViFQVp9Vqd/Y39tEM4hyjdgAitUDjSaii2Pj8WTJHv3oDhM8MHoQFcYEbbZF4OLxxJzW1wZ38YcWBlDt9PJ/PgpTJ2Cv/FeWD+B+fAFctpNmtIUliYhytEUxrBSvFRMDZXzW7xRY3HJtCaPuz/32PDq1TjogT7MaEqyoGKxWBfRv6Ph3GOzFMUj0OkgNnk2gU5aEaGmxWIbrVCmMUZrdhKjgQ/R+Ogqoo0/t5PSAY0objV+EePG19HUPE/zLuLXnA2LWWNlnQpDdIPSjX0OWp2VuvQmrhNYTI2dfIzGxliLNQ482ui2YXd9RQbFnXLzeteaqwfgb8bN4YWPJ3Pmoz+w3RWfsO6pr3Di9R/x9LeztOttpqjIY5Uu5Wy9bnfO/PMqPHrWegy9+c88cs4WHL1tXzpVdRL/FJzBYhxt8WCMwf2gL5EBFwIFGagPYRiR0SIyQ1cvXw2dyPOvDufMS15gt4MeYI/97uDue76hfWUlN/7jQD5/9SS+evUvXHbujmyxfj9SCV/YjEAIDVhHz3q4fosstiVb3zbvJGCUcKCg0LIt7tLLD55wDFo5RcdOcV54fZwQWEELTg0DUf+18fc5leRmx5CMmsEx5tgI1XmdXNK5gOnz6vh8+BSeeXkoH339k6ZVwNTJtTRl57EsTt1mpZXaY706SIcEGelyCws4UjahjYXmbiRNj+obNU4BpqaRoEm3ByWWQw7cmPYVRWLN4GRHa1sxQqCN4J33fswM8ZhLFRPrIDo65TjDjVxbqGiBFoXGMeKJDsSSlbr+0ttSrkk2xef3ca5HDhw2U6DWSthl/Ffgv0HU6FRpdAUYBFmRDwS/zdt4rJTm9DTdVerYqklJi2hZdhfi5nesopxcj2qysTy3vejz0mf5JaLo3lMLRlTCR1MtaIFAkyOmY7n/qyNlbQAAEABJREFU/mvki6U8A9YhXTeP6J0HiWnVCT2PEXWGmc0hcd+jV7Uzefxm993cJCe80o2L3q2mRjvqtBbEwGFt0zMXXwK4CbPvZnGO3TklI+wTTJ5Galad3jMDosLPEhouZ7ZRfaOZbopTODkjw0HrRHRsBlYGpTiOk+HwYTOYrhOBy//1U4rl2L+si9sVfvnVOJpq8+jAImMCOKIaGhViZc2sxscqr7B4KQxpcXmdLkdNncF9b43l2Nu/Zu/r3mPfqz7h2Bu/5dbXR/Dtj/PEbp6uuhLdaYO+XLT/AO4WzUdOXo+Hjx/MuXuvzjZrdqR7STElNob1jK6VPBwtkREbBmMsxpgWgoWOubigIAy0e83w3Q/TuPfJ9zjhzCfZ+7A7OeLkO7n57o8pKY5x5KEbcOt1e3HvHYdw2SW7sc+QdejfrxPJpIf1fYxE51AJYwsN9xVNCgCe0rYARl/nXdgGLu1g0bTLWz5wGIoSRXTt1IMr7/k3eT2KF9aKwm+ehWLHEG/XlaJufQltUtsW2XPJY9SoCdz3yEeccuYz7HPoPRxwyN0cf8KTevj+Am1ANa9h+LdjZNNVeRlY6tK+ml49qwr9Dub/afKWhibmYSQzMMQmziaUEWqcPhsnqlX6dmfrrQah9QZrDcZYDBbnHOXJU+Zx/c0fYaVkiepyQr2/Rs7eaGNpBJHqR2rh6jswGhS3WTBaiBJ+B3yvnHR6nvqjxdS1W6Cuq78i4Og6OpH4dLAiOP53t4lwgxfTGhDobTOI3Ebd8FucNfFyTap2urKZSU4PYBrb5ccnvgIpke3WCb+onMZsE6fe1MyPMzJgPYzKFkR6wNblJD2PYTNyfD2xkkgzx7hjZ3o2yQ8eJBfVkXB/vK25iawY8ozPJR9ENEdxVu4VUt2pmVBtIpUtiHeZ4lGC5tDw8HcVbH1XLz4cVUo6F2P7vh6P7zaWLqlmqVe4TKg8Yzhhz4h1B0A+aqT2x8mQzao/WlRWhLclUDXi13So1CQXX7qiNJkcbrI5wNHR3XZgIsbrauenSU1LwLJgdoTEz67brkZJwmPWtBomTdRELcz/CPezYO2WuRtAmKZGD+Vfjqjlb3d8wWonvMAGZ33KX+8byrPvf8/HIxuYNjtPLpalV9cUp+y0Gs9dugVf3rAtD5+0BifuNpAdVulJny7tKEqU0IIXCqGBQsjindZQGZMckamhrqmB1979jr+c8Rxrbnkl6+94DRdd/im5oFnXVhvzxksn8OKTR3Ph33Zlnz8NZt019A7SsUw6p42IdBUHrWRMa7i0YFnqLK39spZ5qrj3Pr2YMH40OY15KEbDwBLoyjfUSTATZZjTHPD6R99z8jkv0HPd81h35xs54dznuPvZj3j/27H8NG2uzslZLZodOe3YP/HOq39ls83Wxphl60VlZQnrr7M6Rtpma5qJdFWFnBXWvMQX6torVJqmDHldS8fnNJIMG9h71zXp0qlM7dqE20LPzdHmKM99Dw2jJlePjRdDh2rwpU6yCwVcDl9bMxdfCCJCKXo8UaGr1wTp5olEec0vNVxik4XaL0uihddlqfl/ro5buE0SGT2CcFlsx9IlYJ2xT8Q6YLwy3b/PICogNSADJe1g2Z3aeDGCnp0wsRiz6+DCeyz1dTqpLDLy/Trm2XBQHmPyHPZamp9q46ILRr3KzZhIfNi3xNwuxFjSgeGJkfD2eL9gBHfZIk4X205TTQZOX5bRhcYQqU8T6+s44/X2HPNGZ9LaBZa0y3DhTk08sP/3lJcZrLrBMjrpNN3K4fSD4lRXWSRAovFT8dRfY5YD0a/SizBlxaDFmdBg9Y4iakhg6pP6ldI2OwaB3i6+/v4HjDGAA5bgVCYEMc1q9y/JrZfmg49/ItRPRLTYNkHO4/qnRrHqic+y5fmvcvPbY5k4u1lmJqSyzKd79+4ctFl/bjhpbYZftSXfXrIj5++/Ohv10K5aV3La3IojI/kaPGsxRjzws3OyLFDWJwogCgMC7Zjq6nNMmDyXL74bwyW3v8ku+z/OhtveyOnnvcq3k7/jiEM25+Pnj+WHj/7Gvdfux17br0VVshPu3w3FjcWKVgGM4ixM82fq/1NiIRts0I9cbYovvx1FbUOaCdNq+HzYFK689V123vchBg7+J7vufy+3P/w602bWSJ4+1e1KWLl3ew7eYyOeuPlIhn90Lp+/eToXn7Uj6w7qris9u8wdTCRgpT5FREbaoFN7Im8xkQbFYbD6aPPi5kg2myE3dSZZXUt3blfNEQcNJmY8VXB+ATmr7aQpc3nlre8ImmJ4yRJMaQmext8Yg7xouTZLA2mlxjEe74C1JWTSMwijJoR6aY3+/7JllIDRMd3TM0OQz1GYe8vYbnHVrHG5Xk5XANoB2zLSmRnkcw1SIk3x5RmxyEg5PBLl5URdq2UMIt78ppnHP80TusWBn1177XJOHhLRviTJWO14j3o5yatjrU4KIYYEgQxnqOpTGhLc/KXh/PcMZA1r942x30ZJvESTJpJVjWXzRlhzoceTP5Vz8HODeHxYJ+3wLZutXMN9e/zE0WtNIJW3+CIaSsMd8CsukmwKgMdmq1iO3a4EvWYSzplLWFNP9Cvtl7tYIxUrKcNIlkFzRjKlYP4LvHoGm4wTmRivvjoORfg1ZyUTX7DDDoMxav/Iox9rhx+iqavcX7Z2fwnhq6l1zKz3qNAV1kYDKjhmu4FcdcxaPHLqWrx2wfrccNyqHLZJD3p36kg85ePFja4oBcZirKi5UKjVFYxRZDFCCpU/ZnINL7wzgstveJljT3mK/Q6/g9NPf4qfRsxi841X4cpL9+bFR4/inYdP54xjN2EtnUCSRWC9OEZg9VpsjBENIyKtvkBLH5floDXbBYskXdYfDpEkrYFagE5IRhO6viZHKp7nn1d8zdGnPsluh1zHTkNu5h9XvMx7nw2jtn4OVe3ibLj2II4/cHP+dcEePH7Hobz51Kncc/V+7LnbGvTq1l5y94j54PsGaxVh2ZynuuutUkVFabyFPS0qrmWEUWAwCR9jQ3I6LUX1DUjUnHnu1hTHSzHGqo4Do7DFh9oYvP7GSL4fM4u8dhW+bIMQSHfB1dIeDwf8qhMH2qkVpdqDbiwCZ6M0X/lf5CLx6lh2IHNZ0ABl/de9sR6+FpQwL87civIbOHKj3zKwQppIVCieIJuZSk5XTijFcjij+sZ42K4dKSqr1A4rxnkPRoybl1gIi/WybLV6MadqZ1/cFOe7mc0c945lt8eSnPZOEf94P8ZRz0ds/USGqz/3md3sUdI+zt2n5ujZQXpujPBZgQsVLMW7GpP1PnP2G504/KUufDXDUqzdzoVbzOOeHSezQcdGYgX1dkgcToEbbZdcRiiKRZw6xNKnS5KkrqRsbbN2T059lhHBMlRzi1dCVwVR5GEaAi2IhtAajBFg8CuKCWMBX4+ayNzaWeiW5NexqtJ6G5Sj1YjvtYucMyOtHUqLqVu0cSLucfkBa/Le39fjg0s245HTNuXyQ1bhqI37sF6/rnQo0kKPJTA/t5QkWxLKc9JwIFZb8pRwupvTTrcpV8eXw37kmpvfZJMh17PTHtdy2tnP8umnM1l3g+7ceN3ePH7/8dx01f6ceswG/GmLnvTqUYw1SeGyAnnJARk0YwzGtIBy5/tID9eRCAakZQybyeVqCOZ9RfOUt7RzHo2ZX/OPj0TStyCX1lVWM+lME198O5NrbnmHnfe8je33ugP3D3ff/HQor7z6MaNH1ZBN5+jVoZyDd92Ah289lg9fOJ2n7juEKy7aqXAyWH+t3lRXptSHUCDBus4sRgbL0jPXdI3Ve9Opuggb5Mg2Nsvgu1yBmxfSA+3NkKjxJNPVe5ayz24bKB3otBotpPfihBrNhzvu+UTybsarrsD9I10jLo2YceUOpaLL5IWdvK6/YolivTFlpasCd/W9TK3/85UibTrRHIuk42G6QXpWQ65hFtmG2QrnETTX6xa5EaO3KOPq4olJJxkFf6xfBLvsiRVtDUYYOtsVrPBi1zobHX4NrwxtMtYJa8ukxDMItaiYaIEqrtqvgMFifZ/swB6YeJzZc7PsfdFUmlstTRu2ZCzByTv7PHFZNb27+prmlmEz4c5hEbd/leWpccVMa45p5fTYdv0Kht2SYqXuSSluXisKcg6TA0UX9RqTSNuevLa7o2fDUQ934bEvOpCsqWAlGd67DxzHCetMoToZiVuDMZYWpEaBiyu5HN5iKE1aupc1kk3kyWlXZoxwOVgOPEuralUYul8ftj42Z4h0XWeMEWUwxhBoorsH01CPDd+OmEzk6f2KpTtjDF2rulBVWkWo4f9mxDgZBOFGiUWaetaqbgnrr9KDnlUJtUmRcr/KK0W0bhMhGVrhM4u0c5iceho3YWSAstk8NfXN/DRnDg+/8jWHnPwUa296Jbvv/wB3P/UFW646kDuu/TNfvHcaTzx0CMceujGrD+hTuJ8vLY7jeSIgIkYjxy+ck5IKle8mswNkvKNQstD7Sq5mBtG0D7ATbsYffh3B+OfwZr4PM4di8llhDNXy9/Ouyy2ilCl0fc/lcddYE2fV8vgbQznyr88zaP0r2GTnSzn/ytf59xdTmTKzjkQqQbuqFJtssAZX/GMXPn33LIZ+eDa3/GtH/rzjyvTu0Y5q6XFC88uIaw0NnolokX9r/5FzwlewvL5dRQWdKztiwiRROoORThVwiIYI4Yk/D0PKj3HaX7ajRKG1BmMMmnKFqu6T1wL+1vs/MmrMdOJRnJT75wXSGVfWxpoLZcdc1jKBo+P5KXxTSiY7U+LNoY/aWsF/3zsRRaEW4tw8mtMzaWqeQXPzTLKZudqkaxMjg+3+KUQ+kK1QXjozi6bGqTQ2TCWTmU2Qb1B/cpjFdMXJKpRSRSrVaKuGaem6Yr/NC6PxsF6ssPCjcVxRfHbBhm5gjY6VqWQ1vlehB7BZBNn0/CrR/NhSIuqwxeIlfJI9pZRi8rvxZVz+WKArLUOLYQmkeBm0xWbbtbK8fUURVx/usdMOEdus5et9pUT5HkfvkOD+vxsePCNHdXFA5BTbbY+EHwKEQPBL7x6op6U9bv2qki0eXImPplcQK06znxaRx/cdxhad55Ao8OkJkyeehClEchR/hhVwholzIibP8GSYhTPma6CXSVrLTMtgCIU3lkyAb8m5naNbBYRBrINniWmRRj26794RuJ0Rv+LcePfoVkL/vu0LJ54HHvtC4xKIkllsS2stnucVwMVdJWMMxhiwxnkMPzsngazGbNrseXzy5U888vQnnHPhi+x54M3svffNPHT/l1RVpDj79C155ZnD+fKVv3Lp+duw5WZrUVFcQspL6C3EELPC6RC72WpcogWMcZkqW8QHegQO0rMIG34gN/sjshMeJTv2Nuzkm7GzPobapoL2BMkSrAynLe1PJFxSiUUwLWvS9XThui7H7aEmafH46MuxPPzc+/z98mfZZb/7WHuTKzj82Ed4+HCGsVIAABAASURBVNnPmTi7Vqf5JH37deBP2/bkb8duzgPXHcbHb57Ey08fyV+O3YbV+ncilUxpfMswnsGJQF/J2oioUYjA6NMKoDS0fFhuF5Oebbphf4yX1VWzNnA5Z+BCzZMIT+PpNi0mhJX6dmbNNfthPQSmMP5eK9FIC+jsmhrOOP0tbNxgOlaQN25eGCLpCnJGoAOH8CqyrD6yiBh+LEVEnny2EU06tBNaVgx/UL1Q9ilDpnluYQHJ5zJa9OLEdRWYLGpPsrQTybIegu7EC/GupCp6kCpVOtmRRKwUkw/JNzeSbpxHNltPXhv6kBC3OVYH0WqDVlGChibydfVkGhvIZTLquurMr7di3TPG4mtuh2EWSRjDijnXdn5LhyTSYEfWlyAqRSClRWAK2XQNbtCckkRE8+svLRIaj1ynKny9qaBj6f2vN/Hv7zPqtlAZR0mtTYDnRXSqinHUDqXceUIlD52Z4MGztZCcFee6o1PsvHaR7mdVPxLM76p4cBpdAOFZwOf9HKPn+pz2fB8uebeSOZly+rVr4sY/TeCq7afTpzQvYVncP6hyzXK6t54+bRrjfvqJdDqtLNGRV+TXvYnIehm+HZvniKvzTNIjtSEphSlpmSQrbqEWSzvSTpCyIo2AZnN9E37QWk10Qo0byZj6FfH6xz/S1LBsnaiqLGH11Tri2YDho8bT2KwrDkmoFfMvAmMMxpiF8p1OhDLi7r480OmsKR0yesIM7n/8U449+R723v8ehU9xxwOfkk6EnHDy9tx1wxHcc8cBXHvxrhy0+0as2qeP2E+ob0Ldit64lIsLNOIqaPkqIt+muiGBHu9D7Yap+w6mv0I04W7BI4QTnsNMfhtb9yNe8zxsGCcf7whlG2B6/plEjwPxu+yPrRiIIaYxa8Mp9Mvh3boeyNDmdcrJ6vpi5LipPPTsRxx+4uMMOfQe9j3mYY45/SWuv/U9Pv1yNI0yGFUlpeyw+Zr888KdeO6eI3nyjkO578ZD+McZO7HbdivRq305cfxWLly/jXhsAcelKZS4rysrJFAFCtOE3+oi/rRHN83VGqxOwqEMHe6qNbKE7s8eNadJmLTea1ame48SkD44TgrjBTJwERki7r3va6bWTcbYBGGHdtJNjZXyI+mrqkne7rtiYGMevl9GXhveKEwLSV7w3/CSv/Qvl5GBT89T77LEY9oMxdsrrMDzJR8/SWhiYs7Kgpn5YAwYa/HiKfWlhESigkRROX48rn41kK2bQ37WDMzUGdLnyeR/HEd+1BiCkSMF3xOO/EEwBn4Yj1dfL7lLBkb8sAJOiuP7CQ1enlCnebG2AkjA6eZCDU0hFamjRouKVs5EO62U00ln5uHJji0Tv5FDIkxeHFbqJn3zmTMnzpUPBsxuklIaT4J3ldzKqj5IwawmT4l23tWllo6VlvJi0deqaaXEpkBU+GgD17YNKDhX4iKv/FDFVneuzBtjE+j6km16NfLIYePZYaVGEjaLHxopsiUyhoyuIH4aO55p02ZSW1dHXW2tBkV45R2uX4XI8NQnITtdaPhgaEjWJPA7dcDqasoK/6+2X84KRpOa0hLcsZdm7R7zgfoSYSUfiY4g5WvSWpq1SE6a3tjSl6XQMMbgeZ52mu2xUQX16VomTmqQlCOW5FqMQbhQsRvFdNTMh5+P5+wLn2ODLa9mtQ0v5IS/PUtj1ucvR2/Eey+dxDsvHMbV5+zCTpsNYtDKnenYLqVdt8ZDk80TRmv0EU8t2N3X8RES4kIIFEYC1Sr4SLuz5nlfE016mNzwf5EZ/xS5mZ8Szpunu+k5kG8G6xOVro3pvjt20NnEex+L12NNTFlfTLITeOVgWg13CxmW5Bx9By0yaKnlmjSZDJ99PYG/XfgOa2x4OWtudAVHnfAITz33OUOHTmfK9HpdfUSs1L0rpx63Oe8893dGfXE2j9y3H8cfsg2brdOblXpWUVaS1HiIJU00YyQR6b6j0tJ/Q8uPyxE4wgo0e/R1slIg77J/TiljhXxIj57V2KYqydAQZgLQccsLLKYuQ0LprlUVHH7wYOKejCV2ISpujObUNKj/o4mLmVRxueRdjHo0fyzNQi1WICE9iSfKIPR1ldTQoutGxFYA1W9pYmS7Mk215NKNWFNEPNEezyvFWMlEnXSnixZYkIqVFhcKlalQ8zenjXAu10gwq4Zo3GwS388gOXwy9vsJNI2ZQPOkqQRz5xLpVEI2h9Ect9lmjVE92TmzaBj5E15NnWyDxkqaIsTL58WG9WSvZXNDdyJ1irR8GAq11etC+IuPbCU63+JptU2kOuPeUxob5hFpF2akFr9osEiGO8o6sdl4gtI+PcjF4KNRhsufCMnoWBVaraY48kbKgCAQuF44pQgxEnKkXWekozMYjGkB5jujRlaGMMLTDuGHxhjHvNmRQ57rR6PuazuW57h4i1qe3ncsgxI54k7ZBK5fQRAwb85cRn0/koZ6KYKN0a6ymnLdHbfQm09koYhTDDCEoWXsrDQn3xBy+MURM+fpMTuZItmzF2GfzuqreMM51z8X/j4QiX+bSIInA6gdcTadlcxkbqJQ890SxmLYEHKZNG+88xmh+hnqdLg06tZatth0AOXlWvTnJvn4o4lEwr24NpGmQU6ynltTz09jZvP+h2O46Z7XGHLw7Wy02VWcePozfDtuFkP2X5tXnj+D2T9cwuN3HsI+QzbSm0ARNqokIaWN6w4rphXQSnkRGBl944miNUTGKLKwj3S1EapPQdMswtpvYNKrRCOuh7F/JzbxRZg7FhvWgC2BZAWUtSPquAWm3z54K59BvM/ueNXrQCxBpDeuyFZhvRRGfacABqxoOh4ULOrbtFLipLZuJj/+NJ33PhvJVbe/y64H3MGqq1zE5rtcyfX3vcrYabO0MzV01ul8lf59OXD31bjvuv357qO/8f3nf+fyc3dho3V6UFZcTLH6nfQMaFE3RgwYx4BCMdOSbuHEunRL9OevcdGWuqgc49IUApfLb3BGWJLJMrbfblWMFtt4QyhdCrHpHLYhQ873GLL3RlSXO+NpRD1Ek1FgBBDmDc+88AmjJ48h68cJu7UD3weNr8XoB22E+I3OqH2MhK4tA10NRToZG81LZf7HvLNP6UwN7leYk8lyYuIl8qTD6mfk2HOcaM5CIP0UBDmiTI5Q19XhvAbyU2cS/DCG9LfDyX48jOzn35P5cTy5GbPI6uRl4gGeAyzlqSRbbNCNEw9cl7v+uQ+vP3wSj99+BMcfvAE9OxQR0xVb06ixMK/OUV1uiNQiNGJatjCfz8uuKGMFvP1FmwUzhB/tKzxbTjzZAW3vaW6sJZ9uxmgAF6y6uLjWBIwk29ShDK+DdjyaNLe/1MyLH2UIIilY5EFhFyaF1PUXDhaHaH6e6uFAGcJriGgyWZ4a3ZlDnurG01+U6zTVxBZ953LPbhM4Zr0pxMihqqBBRsajOZth8uQpTJo0WVeSeZLJJN27ddWOrLuOnL6qCL9x4hWNBb2BUPk57R6f/bSJgy7OcdfrjbhTkKwxsZW6E/XoiKfdNli1NILf35uiOEaLinHya8wV5OuoiGuimCSS8MhpIf7sm1l6YNPFQ6RlQODqLAn69Syiql0xaT2Yj9BuKKOdf6iFSF79y5ML8kzSKe6Nt0dwzbXvcMxJj3PQiQ9zzhXP6iF5Jtts3pdrLj+Qpx88nGdvP4xzjt+KLdbqTSLu5OA4a6FsTItMrEyKizlAcefVESAtIUv2ukOKgiYtjBNh5heY8S/h/fQw/rgHyI9/nszcT8nlJxHlS/HjFZjKVYh13oFYz12J9TiceK9DSXbYAq+4P4F4iAo6JmoF72Gc4S5AIUN05RXVt+DDMCLQwObV7+ZclkmzZvHqOyP55w2vc9SpL7H3kfex16F3c97FT/PGe98yvaaJyvIyNlyzN0ftvwM3XrUvj95xNC88ug+3XjeEA/ZYmUHdK0HjYqRDSA4tk9diFY+sIbK4bIGhxbWFLall/a5Yq0Wwi6cEEccfuxHGy5HXYp4Ije7tm7C5iO5VVZz4l41Bj88G09q4LdSQ6XTy2BMj9AYLUVk5XkmZ6qiD+v6ePrIRJh7DbUjcohJKvtHvSWCJuCL1Ok82U0egDXbM74hni1Xb9TFSqH5Lf9xfGghq6wmnzyQ3bhLpH8aR+/4HssOHkRn+NdmxwwlmagMyr56EFoREUcjK3Sw7rBfjxD0S/POYErZfKynceXp2asdd1x3MVRfvxUH7rctWm/Rhj+0GcsU/dubeGw5gvYFdsNLX/LjpGM3fAhPL+QllKD0/RUGOusJezuaF6k4ChcjSPqKDp11lMlWGjXtk0rP18DQbp1BtS5lTJ02LX6Bx+Z71sN06kKssIpOFi++OMXaSlQ3xVF9g3CCEirtQwVK9w9hSYZbudv/+Tl9OeLGddo0xrOdzyZbTuHeHSazfySgtZdMiFWn4I2Opq6tnzOifmDe3ljA0lJaW6zG0D1VVlVhNalWjAJpMtDrXdweOxcbmOKfeVMdxV0R8MzZOTru3RLcuJAb0RcjUH4t1lsFBAYfrUyui3yNQ100ijkklMKFwpyPQVQQFplVoIUoaIvE1ZdYcanWvqhyW5rTcaNFNssbASowm5A+jp6hdk+QT8r0Wl5vuepOt9r2dDXa8lqNPfYB/fzKKjTfoxw1X7MKT9x7BnVfuzxGHbMsWm/Snb89qSrST8ozk4I5KiL8C8bbQJRSXL8QWXOiUF2WzNNeOxE54hvzI64l+vJ3M1JeJ5o7CpCcI6sRrDC/ZBa/zrtiex5Pte4h2wHvrjn4wVo/raKeobR1I54zk4ONhjATjCBbAFL4tcpEMCXE7TRQ6aMkJGDF6ONfe9RZ7HHIzW+xwDYce+TBXXv8yL7w+TGVzqK0J6FzekX132Yy7bzyY9179K0/cdzSX/WN79ttrTdZdpyudOlRoYx6XQUhR0C/1kYJMCpECHy72Mzjqhez/8scQl6TXWrWL9pAx3FD66YCgPk0sjHHeWVtTWVSKLfw4Vq0+bXKFz4dN5JuhM0kEHl6vbqR9T+UOFPyOPnJj5lnifjGFKyfdfLgsJ8/fkUwBldHXAfoYnTpCLQBuwfATSWzMV2lG70s15KZOJTv6B8IRw8l/O4xo+I/kR08irw1ZMGceoR7U0ZWV21xUl8fZfF3LXw8o5bFL43x+dznvXGN45PRSLjso4JA/hWwxGOlQlnpddTXUawMpWUbWIoXCeHH1PcUG6/XmdL1LtisrItBiktWVb6TFXkwtlzfG4MUSBRWNogy4zrJ8Tpz9egOjKkbKY2yMVHEpidJKGZy8Hn7nqgNpcHcBuLu7xQ+ly7WJBIku7XHC+Gl6nksfbkY3RViDwGDMMrECWNGOGFZTyoGP9ue+DyuQDOneK8Oj+0znpPVqqUhJ8F6z6hpNX0tOVziTJ05l3Jjx5PVu4mlQunXtzEr9+5FKpTBugKSJkQycPGJSbRUYAVa7dMtnY7Ja8Ye/AAAQAElEQVTseFY997xQRI3rrxZYVu4J3TpijcGoPbqaAdFW3AiDAwW/n5cgIxlIr7gEX8Yf9SXSXaojYEyEUT9ikrMsJGN+qmHkmHkYydWYJXNi0I/aHXnoNviq983Xszj8tEdZY8tL+dOQu3jo0aGsu3I7brniQD5/7xyef/oUTj5hK9ZZvRcdq9pRXuJLqRFXIDSSt7hxQ2ks7scIPwVgvgv05uB+k5fsVGgYSn7um+R+uJn8DzfijX+UTM3XWO08/DAvnkqJShNkO25I0PdA7Crn4A84FtthM4Ly9vixCmKeo+QLf9QKCoyg4B0zhcgCn0gj1ALNzSGz5zTy4/iZPPP6pxx9yiP0W+sC1tviLs45/2Xe+vd4ZszNYhNZOlW2Z8t1+3Lp37fk/VdO44evzuT+W/blgD+vxcDeHbQxSVJU7BGzcXz12RgPIzkguWI9sAaM48dgYD605Li0i7UB/3VXUZpk0IAqwsDQOF26pLB37zK23LQ/MZ2QPWsxriNtnMoENDSmOfe8xzQTsuSqNbc0v7R3K9Rwmy0Hxu3QCjm/7eNwWd1yWC+J0aoXroARXRwHbVrk2HTgrEDkNnA6deQ137LpJj2WzyNZm4GxM8h+O4qmj4aR+2okwZiJOpHMJVevzY/maFnS6U2WAR1zbLeGz5n7ejx8fhHj7qxk2sPFvHJ+iosOMoVfPhpUEdFeMi8tyRH3ExRpY7p+3zzFvqG+uYFxk6YUFndPDBbErtBKn2JaWDbdtDcdq0vEaoi7QUIajha+xfVvSXkOpycbb3U9mQvSqiYC+i6Pt8tT2chEhMTwvBJSRdV4viWTm00mPYsg1yw75hgIwbiQ+c4x6jTPVpTrWqgDOWW8+lWG5z6sU7ah8GPmV19qZJbu9+7/Kslej3Xig8mawMmQ/daey8O7zWajPnNxD9TGuG4JobTBvZGMHfMTM2fNJlC6WMa4d+8etO/QDqMqCxFTORpElxeZCDcRausS3P58MwddluObHwNCazAd2xH0qybSwpXOT6c5O5lMZiLZ7CxymRrJooFIR+HCW0QBn2FRmbCiTqL1KivEm/rofgNHpxTrGHWm3IYY9wsBqjNvbgNjZSRDTQS3UC6VnNjbcIOOlOi6bF6+ES8R47STd+LpR4/gjWdP4Mp/7M3O2w6kfUUJceEWZZx8CouY2srT1j8V4wATIiFom2EEechnINNAtm4MTP9Aj+cPk5vwOJlxLxJNek8Pv9MhypJIpPCKBxB13ICo24Fk++0FvQ/GdtocW7YykS/DjNEPWsQMpjDWyHmEWNF23Cm5gHcykBgIhT8MI+bqDeirrydx/+Nfc9YlT7LnUXez2a63sM+Rj3LPk58yeWYNyaIS+g/owu47rMk5J+3AfTcdxlvPH8fzjxzJ6Udtz3qrdcbXm1XL8Do+jGaGxRcPRoBhMc7x1lLQ8m2p4uIOWlL/c74xLRhbbz5A4xLpqgtSSu+155o6eWmh0Dwo9DH6mV/3h0pfeGUoP05o1lVjAtu1A5HamELFUBUXqKzU7+WtF8NqZ51O14vXFjorRsmNj0ek+RTmA8LmDEFtLdmZM8nJmGfGjic7QieOoaMwWjgyE6YTzpyH35DDl5WvLjOs2jNi+zU9jtiuiPMPKeH+Uyp4/eIqPriuHc9dEuPCg0KGDE7SrWtSi66jJ5ZbBWHFtBG4pDEGK+XqVB0nFhbRlAkYP2EerrxFnsx3RnOgSFfha6zWRW0CvXOlMbINYFhuZzw8yTPQew9OlMuJwC5nfbHYwqQbxGSqklSyShLxSadraNJVWKhrqJZOt2F29UXGCcp6pLp0xqsqk21Jcu4DcYbVN2sAnSFw9draLDm8/+tyzvqoJ1NrE/SozHDt7tP45zZzWK2ygaR2EGhRMFJ2Z0Cm6+5y/E8TdJJqEMKIDh2r6dW7J2VlJRg3ejimVLSId5y4PgyblOaQK+q4/O5GxtaAKU4Qrd4N078nXvtOJIs7UZTsQireiUSsA55fosNapMWlgabGGTQ1zySfr5N8MlKEULLjNzvHW5RKkE8mkaWGjPAGIiH1dN9swuIlY6KXZuiIKURSykgyWRphYzwS2pm4f1fglLhf10oOGDKYtQb2olKysp6HtVZm0mBwVBy0xUS/VY66PFJpi49UM6/3rbDhJ7KzXtEd8j1kf7qLaPyzmCnvE589CttcQxSLE8U7Yqo2xO82BNP7ILweexPrurX0ZHUSRT00VpXClpB+OwpRC4HWr0u1gctycRe2gUvnxd9PU2fx6PPDOOaUp/jTXnew79E3cMo5z3PLAx/x8RfjqJ1VR5UpZYf1enP533fnpUdP5Nn7DuHWq/fitJO2ZdutV6Jnj2pSiaT4MRhP8hA4Oo6GC0VGfDrZtEAh73/xxzPohNITT8ukUed6dixnyK5r4tmkUq1jYVo6GClnTnMjl17xGTrSYHQlFpWUyxhG0ptIcgnBbTJUj9/ZRcZocS8ikhEMdfSNItFaGo1I/ESugj5uokuz3IYnqJE+Tp5MMHo0ueEjyI8YQW7kKPJjxhcWlPyMGeiuE/Rgjpemf3WenQd7nHGY4fELS3j+ygQPX1TNXX9Lcs1xpZy2p89OG1otMtCuOMK3Pl5ULHmGgjye8UC8I+fE6MAqbiMosKW5277cp7IkRj4bZ9LEGnLOsLmKyLlQoOp4Mcvmm/XXwp/B00KoihCpUNWWxxu18d2cdLY0zNLCCMvsHP/LXLlQ0XHvVMQJwlisX0SiuJKkFAjdu6Wbp5BprtPziqZxgPgxAlqcmDWeT1HPLmSKEkyvi9j3zDT12SbtHo3q/Do7vklQ0hSxcZd6Xtx3DHsNmENxPCBQUyN+EG85GVn368BTpk6XvQ3wk3H69Oujx/duxGM+TvldPRGUd8rnQFF5sUgDSd7+2LDHOXFeGZlheiyJX9EOb83+JCoq8E0MT/tRo9CB9VPYWDExv4RUUQdSxe2JaYdrbF66V0O6qV6b7yxGVzhWymsEIrVC3qiVZy2xsjIKeJqacMdxE6G0wSiSK7IY8ffuvyeTy/3cN5bgjDFYdfzgQ1aWwvs898R48mam8CKnHY9VIIxIti4wSjpQ0OI1QcNQu6eswTY2Ecz6gOzEpzDDr8WMfoDYpK8J6mZJPaYQCxpIxw2Z9p2h++4kOh9KvP/xxLv+CVu1OqS6gxZEjA8iZjWmbeA5PpXHAq7AmtLqvsYV3QIGzMtOYG56Lp8OHcN5l77NulteziqDL+KwEx/inqc/57PvpzJteol0NE23yq4ctd+OvPzoX5kw7gxefPavWkC2YaP1dSXaqxOVlUlN1kjjbUXZgGQfaSExxojqIr41ywUOFin9X5eMtFPv2KEzCY2HmzNbb9WLlfp1w3q+NMHJw6pPLT0NtKN/9LFPmDTzJ0Lfx+tYgXVzzarcWI2N12rg2kZKTX9H79mEsPkEuhmwIiGqSi/sIyxhJL2SsQiaGsnPnqtNzniiT78i9+lQgu9GaeMzCXTq8PT+6GfSFKdjVAhZ59IsW61SxAX7lfLChRWMe6ojw++v4JkLUly4l8eu64QM7hFjlfZ5Opd6FMeyjhqRW0QLEEl/wkI60vwPNWccn55yXUhEwbnAQSFhAhKJHAMGuQ2pZdxPc2hw/w6oUEihSeji4s/isdaqK+FnDEYLntVNjgyOK11OEEZrxZWsS+DoBmo/nyPFl+7t0ouXUioDFElkCkArrbXl2r11JZ5oTxA105yZqp36dPK5GsIwrb6FyNYVIFtSQrKL3h6kbFNHW655JqAxbyQgw6+5o9eaxtvHTubxQ3+kT7tfdtT948QffviRuroGfM+joryMfn37UF5SjNs5ISo4phdsKrKRmNOVJ2Om5zj3lhnsdVUjs2c1E7Mp8ap+9ekJfpJIfUbidt7himyAg0K2VY4NVewTi1VRJOOYTHXEaGfSnKkh3TxL12FNqqQqwlQQBsvvjPiNd+pAJLmTzmPcbsKhUZ9MqE9FEvd77aPGT2faTF0DqD5SYlCZq7cEWH/1tcR3xNS505g+rYhISh+K2PyRKeBxjaOW7ufThJkJBDXazU3+kPSEf+kt5GrCyS/j1X5HTroYxVKYVAVRVTf8jttjex9AcuWztIAciVe5Gug9LpIetCB0uFFUgtSXVmeMQV5gWnIiCIU71AIdaBfV0JBm7LgZvPfRaG6750OOPvZd1tnkRrbc7SquuuU1Ro7WtYQWsS4dKtlgrR7st+dqXHftlnz6xsl89/FfueGyzdl04w7aKKRopaDhNBjjpqkDR9bx5EI0dU1LRHy4mIOWjJbvoumW3P9931D9f/+zT6W3tZTpOvTkv2yKpx3yz5L4uU+zdI340isjNY9DbFERyXKNuca1MK+cQBz8XP13j7mx8hOlBEEzUlzayDn6miA6DTcSTZlCZrj08psvyH39NcHIH2DKHNkobfaiPKWpHP27w0areOy5aRF/39/j3gtifHx7nBEPpHjpygxn7x+y7dqGDqlANKJf9qMty4UOVEMWQV8K090oT57FOVdv4bIIE3psuFYxxmtmwuQa5tTXkI9+bt3WTyuN7dm1hJKSFEGoTbNOaxLEzxWXI2ak4Z7mbSZoosUtbsRbShb9LnvNRVsumnY98wyeHoWTqSri8Q7qYjHuj/9l0nU0Ns4im5mnXWEznq7FqCohrE7Q6Oe495U8n4+McMJGw8RSXMrz6FOVpjxItNZfuLL7ldd0pplEIkbXrp3o07M7KfFkl4I3EopmL+Clb3IcfEWeu97wSAc+2XbqR79eBN06Enhx0O4mUj8dqAktDLjWbZkuLrVwOxJUXdlul5ZIlZAsqsR6RVpkm3UdVkMkY0hoxJVRzeXzjgrlpeDH0CEImxVNGf8I/bgwYQliMfIq/HDoDyLjWqiOypdESS0pL0lS3alMfc3z9jvDClUjLVqRuCwk5n8iKW2OzNR39QbyAvkJj2HnforXMFM0c4RaRL2SgdBtG7xeuwr2wO+1D1HnLQgqBhDGtFgRFzcxMAIpMAUX6evAycSFIaFqSZLyLfy7XO09mFJTy6sffM+FV7/KwcffzT5HXM+Bh97H2Rc9zXNvfsPEabUkYqUMXqM9xx2+DrdctR8P3HIIj961F/ddvzdH7bUJg/p1prTIx9OdsS/wrHRKHLR4R8nFjHpvXaTASSHS9jFtkf+J4W/jyfV+Rl099z8wgrjRtc5f1qFH++4aB5W4ndcC0nAbj4+/mcjnX0wlMgbbozP5mCe5qW5hLijEAX+YCzVEftzpVZaosMGSRjuDEoUEs+eQGzWO/NhJWPfvNNIZSrQL79+9I1tt2JcBfTtqKvussQo89I8ED55Twt1nevx9v2L22MAysFOCUuGOUYSvHzUF6WykHiqygt60tHM8tsQW/xX/G/S1spsxps1tpKZJG1h31x0xn7rDpO5TVRKnx0rtVBCSSzerT6rE8rtIfXO3LpEW2dDJMvKWGYnjY5kr/1pFuMXF/QAAEABJREFUg1UnPIyJ6ZogQTxRTKKoAl/G3cYMuVwDzU0zaGyarIfsuXjtysjHE0yZa7jw1iYZW19XLz44CbF4Z4zbL7cIykRG9BxNQWuj0rJi+vfvR7+V+lBdXYXni5/WsoUxWiIjsCFhJuKCW3Ps/89mvhmbI+92+d2qSQ7oSVBZKvF6FJTIOLpWNEVXyApJhULkvq1gFDoIFQrEI8JgvCSxeBnxVDERWlSaphDoqi8K4ovlTo2X6kNNcqNFw9NWPdQEcZxFmrzGRsKnPieShfChBz5HtwCiaYXPgYLFeGMMHatTbDW4M0Z4HrzvK0LlRVLeaKH66pPSXjZHNjsFchOxntWutDOx6p1IrXwEyd7HYXruQ7LdRtgSPaSnukkCSU1FTyHSEoEBaxCtFmC+U6bijmYe/UipM/mA5lyacZPmctuD77LjPjexzqZXsNdh93Pljf/mpTdHMmJElnnSrfLSGDtvvR533LA/X318Di/pCuva84dw0JD12XT9XnTTO5ovw2CM9Mx6RBpYFzeKg6HFOeqtEClPUX3nl0qYhWrKLoT/5z7qWE4yv/K6t6itry3MoyMP2Y6ExtkYScJYdVmhvtpZkNUG8ZZb/k1zPi89KCJR1Y5CNYzmSqRvpIXIVf7jQJRweoiMn9NZR9BZimxDPRmd1KOGZso1X/batT+P3XMU33x7Lh+++xeeePhg9tl7VYyUcebcBGt1qqJLRY640m6c3WIZIJ3XRs2IfacORt0pgNKunQNFl8nnPchL1yLNBIfLy0V8Naeccz7pyVM/VtIcWCLZpAKyyGJVt1+nRvETMbcmw5xZIZ54kVAdewUo1NUnEqw9uAOBDcjWNaqexdVjOZ3rp6MrRnQ6bcS6/i8jDlFcxprLWc0YseVZjI3h++VaXNqTTHUhVdQNd3rx/VI9xiahdzcSUZKPJgSc/WgdzWEDbhCXSs5Jrq2Ci7eB8qyxenQvLdz7OgUzRnwof743Ee6KKpTQc4Hh6zEeW/895NoXcmRzCfJF7Yj6DcD27EmoO2DjBlU42rAY0bICFxZwqrwQuo+LF6Cttsv8GZzxsraUomQPfPU/m5+tRXYmkSavNiII7c+VfyUWqp/JynKQ4ufrmjV/rFoY4YiQjcRLxXA57sG5MTtPeuVSqrIUnyqO6xF2JWwsYtSY2TQ2zxMOIwhZ0LnxibQRSHX7E16fg7ADztQ4HoPpugEkekI8Jr5Eb76QjJp7AhciXmh1rsctEGrXG2kBcQUZvYHNnFPHT+Nn8+JrX3HKWa8xeKtbWGWDSzn5jGd4+/2hMnRNpBJxunapZIN1+3Pu2Zvy7rN/5/vPLuDx2/flkF3WpU+7Siq0mfFlSKx1/IDTD2OMI4MxysNijJObg0K2clpCCRVaqrKQU57jeqG8/zUJ6b8W6aWzG+mEN5X77/8YT3099OBNKCsukTikB9I3JK+29pHKvxz2PR9/NkHXrJZUn+5kC+MuCanQaD4YGaQFmrQ1/QNCi+fFiXT373bXQS6LP3YG8eY8PTuW8MB9h3DvjYex+zYD6NauHWXJJMWxBGsPXIWczTFrrqf1sVH9NBhx19YN1JX5ceXrDp95c+aongrkXdayQORkMTNPfvxcwrlZ3dTE+ao2zoGPd+S2t1Kc/Gx7rv+iHTnJrQ1fGPpUl5bRu3uSfJDnu+8mQOi4a6nxcww8CXntVfqr/zloSuv6LyRaoG5Li2X7Wi1kiUQZkTZyQdC0bI1Uywr+I94YA54l8j1sIkW8qJxEaSXJ9lXYrtX4JsZNz8OzHweEkRT3N3JlnEq4wXYA87G5pPtrxHV62L/z+TwHXdzExz82k9DOxnZsj9+/J377dgWjYqRFRrv1+Y1/c0TUhS/yAzydVny/WgtKLe7XriPdeYrcclGwOo3lPfXUXXlpcTRSHiNljDTpg2QMI4OZFclRY+YSuV3Nr2C3Mrp9+1STKi0nbWoZNmwKRjsmIrtQS2MMqK5NdMIvWhWrKyzr+aAxRGWh8WgZwQBpv6DFu7xIJS2hyzP6RJqvGS0Q9Xz97WQefuJrzvjHc+x9xN1stfu17HfIQ9z92Jv8MGEyRnIb0KcrQ7bfgPP+ugv33bAHr7r/aOvpoznvL7uxweDelJcmiSUi8ZQHLxDuECIjAEMk6i6qPFqcSloi+kpU+jrvcqWrakGhhctrAVfHgUu5Wi78nwiORweL8pYPIya6twQZ20XL2tJZXXNcf/37NOvts2unCnbZfiXiXgI0rhRmBgUXSp410ttjT36CLDmMDLTv/vFzQdeM6rSBon+01xgb8WZsXG93adkQjX9NI4Gu7eLxiGsu34NtNuuDp/kSGqOTkwea82iMe3UqxZNdqqnPM765nsjkWJoL9Y40adJkzd3WeosT9CIIjJHuzdEtzPA6olFZmr6bScOcesZMrWRCfYzmuEcjCb6eWEZjzqh1K6hd2mTYoL+ImDyffvw9oXF6rSryrpaCgo80TwcO6EzC9a+5STctTs8XnruFisv48f0UJhbXRruWSDch4uBXW644tV9FvXAF13FjDMZYjDEtha1KEGmX6ZcktLJmuODhHMMmRRrUZWG/Bc3ivsJApIXJASJnjD7WgjWMnpTioEsa+dvDDYyeEeokUkw4qC9+7y544sNzPApppIYRaqP47+cdVrFhfXwZ4lSqU0H5c7m5EIpWYTL+OjVn7iINNo7XQIa7MaNGnuRmBMITj4Fv1IM8Tz3+HaEmQfQruI0xrLpaNZ2qUjrq5nhdV0mRSSMk/OysolZZHta0gFGIk61RkbwLHIDjUvwoz/lA9PM6iYT5HEE+z5QZtTz70nBOOfshttzxFnY//H6OO+8xbn7kLT78ahzTZ2cpqypj8OD+nHX6ED545QxefOJo7rh+P846eQt23mZNVurdnpiTgwgYY3A86avQYlp/FNDijAKXbxUu3rsabSWm0FB1TVsOhRyXdMD/QBeJJwcabiRiMkGaxmwN33w9lX9d/2+22u1Gdh9yC+9/NBpXT9UX8oHmzPARk/SGNo7IJNhyiwEM6t9ZBnihaoVEJCPz3EvfMOqnZox0wOYC8jKAoUoL88/FBcjQsThiqvd7epkTPBuTrou6mDA1DeRFePVVerL15ivhY/EETkes0xURt+KrorKMXl07kcuHvPKNNkZuHqpsST6vG4WcdHjatBmEgWiJcGQsIaYAi2vnynIz6jXHPYxv8XMWZjbRvTyiQzLQO1Uanxj9KvOkvLzkLQ0zwi2MMc2bVQcZotAr/IPliLjKKYC6h3PqBoE607lze9pXVhBpHEmr9+qn2HNVlhNET/2Jx1MEOhm5+Rpp7rYQXTIqsbDkwt+7RCISixTACcIoFskQBakkQe9OEnSSiZN9bnrcp7FJA2RDVXOiYvmdmmkcJFiIQjcwkd4SAl76yLDX3xt5+8uQ5qw4aFdK6aragVVVgxfTG47qm1B0FYq/5Se8bC2McEsH8bwUqVRXTYIcmcxMcI/10gCxv1RERp2zqTh+qhTchK1raq0vRZUSErMECSmvdmFfDh1NYzotGuqX2rVWXGzQvWs1Pbp0UVmMH8c10NT8a22M6jpQ0OoLKdGJ1A+jfjr5p9MBtfVpvhrxI5fe+BKb7XoBA9e/kCFH3c5N9w9nxITZzKxpwngePTp35Kg9d+KFew7n+w//yvtPH8MFJ6zPGit3pmeXCsrcKUQ7SmNiGOOBE6Sh1bn+LwitBa2BK2mtuFDgipdUtlDF/3EJNz5iKpKOC7K5PHWNWWbMrefJF7/gsGOfYp2Nr2Xn/a/gvmc+ZKPV+3DjNUPYZMOeuD6r5UI+r83Ji68OZcL0uaR0bXrUkRtSeE9YqFZLoq6+kUce/oK8J9pCFuVyOKMThkqoSstX6qnIr+mzqv8OXlScPjhMkRaWpkakHWy6RUcSMR8rPbEqt4UQZHpU01JSlmOV/tUqz/LJZ7UYL1D+kn0um1enLHPn1jKnpoZZc2YzceJEJgjybhVfbFNDsqwIT6cMJHkj4qniUgZ1m8FFO0xmre5xDlq3nmO3GEtMVjlqtX1GlsjXLcHAvuApf8KkiWSWRMMYyiqa6dWrVHZffZhXy29xmr5Yvf1abSzCXLNsYyS8ZqkorTRgqRX+6EJrDBaPWFklfufOoPRzn9bz5EdZ3CIeobEz+qyob207Zkaas+9v4oB/NjJqbp58KkV5j96kNFL5Il+ruwZANIwUEXHUOieU88f6wvHVMyQS7QnyTWTT83A7v2WhGsZi5MpKQQ/MXnOE0cKJW0ykhE4RTXGMrBcxsyHb8uvDMjj8iktol7TOKu2IVHfc5NlMm6X3F/MrjRYpDsOQ+sYm7aZm8Na733PTbe9z6PEPsdF2V7DlTvdy8TXv8/k3ulrQROnerUpXVQM4ZP91uPHinXnzsWMZ9e5p3Pyv7dhhuzWorqrCk074mMLPIqT+n0lG6qkDDa1iLd6l3YP4tJl1fPzFeB565lPOvOAZ/rz/Dey0x7U89MD7kp/lnDN3582XzuLDN07nokt3ZqONB0vfSlqQLPB1+CZPr+GxF4eSMwG77dCHQSsVSe6uZIGKiobSjw8+mcjQETNB7w+hjHBEhtzsedjQYlwTgVFdBTjj5EIl/1AfWWmKeDPaZEltMFYzIlOKm8+h1axwDC3Agew6iaJiVu7XUZoPw38s1VVR0QI11F763NjYSE1tDbNnz2bGzNkgO6G1l58mTGCcFpK6xgY6tG9P22l5IQSFRIjpUkSiewK/o4fXr4hQi0iF8Bzar4n39vmef209ih5xX9YnRmDzOCEaCc5qBLqXeHQqD8ilS/l86Hj1J1I5853rlnpOaayCvr06gU4ztrZW5TlQVUWW2xvRtZ4lHncy0duSTiom9JeKx4Y6vjmCRtUcKPiPeyPGDR6JLh3Jdq6iLh/n0geb+H68jLwf4gTLcjujFjHtyjO89m2Ogy7PccuzhuZcSLykjNgq/ch1a0/kx8B4IqH6GjwKLhJHFID/gDMibf0kRalOWlS02OXniJ/oVylHaugXFyMNBHey0SkEN5iOcxNhk57KImbNquf74ZoEhQm1dLyu9M+7bYynRWr8pPGMdn8iwOFr5caVt4HL0twlCELyQZraurm8+9E4LrvmXfY76mH+fPSd7H/i/Zz9z+d56s1vNPkaSWgGrzmomqMO25w7b9mbp+49iifvOICbLt2bow/YjPVW7Um8qAirMXETyTjaaoP1MAaBKQD/j7ifZR1pZN0iHNGczjB87DgeevIbjj39YYYcfi/HnfYU9zw4TGPu89eTtuWRW47kgduP5uqL9+CAIavTv28niuIJXauYguRavoVo4eOwp7UgPPbUV9ppz6UkmeKCc3eUkS2VvH2MLVRr+WjjUl+f4f6HP6WmrgEbj4lugkg6l59Xp/qqtgiBRZKq8Md4I0aNMZgwi4kncQvf9yPGYNQT10cnz0Up+9It9z+XGunZpOnzaMg2YYxwtIuZ7pEAABAASURBVILbXDU1NTF58mQmTZpCbU29yiUQRwtLPJagT89eOtGllL8o9pa0wVCwxX1K8AeW4fdM4vk5tO4hFAKjGsIZmUID0xq6hOO5pDhNp44Q2iwffziafJTXps+VLgyJuE+/fu2UqUXJ/Zn8fJaQAIdDmcvtXTsjG+n5cTLZOkLJNRI2l784ZDbTPJUg1yROl1Rlcc1+/zzjyHuWYie1hM+MOYajrphNQ4MnwUnQy0HSDYmOXmoRcunTMYboveTrMZZQRJKdOmBW7U0qWUokBQpluCINpYl8fdVEwkcCMxG0AcvlVrCyiFkNWqqoUo99TTLS2qE4a71UdAbf/fZNTH3TnWnYlMbObxNhJEdsSK2uJkaM+km9Ut5S8bmeh6yyqoxPIqC+PsdPk9ROOEO1cxNLgfC4euDy5tXWcPuTn/PnAx9klfX+yY573cjF1z/Nax9+wogfZzJX11hxyXjIFqtz++U78+2/T+Hj50/j+vN34887rs4agzrRuUMpyViMAmINtdFEBTeK7utCgcbKOGid5PwfdU7GDhbsXqBEo66y/v3xTE694Ek22OZSNt3yBk498wFyTSGnHLMxLz97KK88fiBXn74Hu2y5BoMGdaG6ukTGLo6VPH2B9hPCBBJxq3QLycIn0rdRuK679n0ZjYBjj9mS7tXVWBPDWlfqRluVnJc+jNWu/PX3RpHzVNauGFPudvUymtrJ6+tqFUBqPX8emULOH/sxBSUST2EaU6xTQJRl+AjZuKge1w3X90U5cHnd9fZQpPfTIErw009FwqJcx7DA1/VqtWQxcOBAunXrrlOILxROHiEmhIQMbjKp/rvOFmaFihf1YslEQiYvoWIKK4lHKAQOVKwW4t6Vu1jkaT5YIpSnb8pP0aVTGXnNga+/GY9vtKC4ug5Uv817nkfP7p1I6Lo7zGYJmuoQibbiFQuNxY9VyCZltajoxkJ9XoQsbc76sWIyTbPIZmuJdLRrK/hPh+5IGmgMo+IkzujnvRQjxxdz43N5Mjkn1mXnqFnIvvgJdj0jzcUPzNYx0cMkUtjVViYc0BNkuJtjGq/5krYtyI2mrstz0JLzH/2G0ngjw+r7JWSaawh1xHTGJVoCF0YFpihOGPOweYMvg2ByrrJGXIro/gQGutoLpYRDf5hBfcbtVtRvV2UJYNQuJQXeaPV+eLaETz7P0ChCad3bTpo9jaGjxvDK219zyrmPsu4WF9N11fP5y2kP8soH3zGlvonS0jh9uvdl07XX4ZwTtufVx09n9KgzePzBwzni0M3p2aML8WRSx2iL78cxxvCzU4fk29J6HRAnban/N0I33nPn1TB63BTe+Ww419/7EnsfeB+bbncFJ575KGMnzGC/fTbjxadP46exV3LPbQey985r0q2igkQ8AamA0LrxX1Bedn6iJebKHczPJggjrr7qFRqiWjpXVrHnzgNVuODYKNnqmwk575LXadSJhpRHolh046prfYxuAMKGGo3bzwOpEv5Tzoi3UPM49ESxtATrxZjXkKa+GYx+3JdFnFG6b692dG5XRl7HiE9G5wiML0wqcd2QjlrNId/zqapqR5FslNFcdcbbGENDQ4NApxYnd9H+7RZcDC3ii1IN9O+YUQ8sw0fPpbkB8RcKkKwXrBzRs2s5HTtUkI+pH/XzxE5e7Rass3xxSQHPi5NKVBLo9ObeypC+sBisNh6vIJ50v74q9UjXFRYVJ0P+K67AOqZTFaaqlECr9N2vBHz6A2TdQC2FJ9cSLA06kt3xWoYDL23izRFO9cuIVXcgPqgvVpPO4EkMBmMEkQCQvaRlWIzCNlD0v+DDyGrwSsFkdVKpE1tuNDT5HVss7CIxbowhVlpOqCphRgqWj6RgAtUPVUZpEk/xL7+dpEdEXZmozwtjWTjlJo6qc+iRgzE2x5vvDePuhz7m9H88yiHHPs1u+z3MPofdz233vsewH+ZJoX1W6tmB3fTecdHZW3H/zYfz/KMH8fLjx3DxmTuz1UY9aZfSeLaSMULuQAOg0TLizVNUmci5wIGizi8Qdcn/c1AYM3K6hs0wedoMXn/jO/551esc/9cnOOTExzj3ktf4+NPZbLNFP669YB9efuR4HrvzCP52wtZstE5XivD0YyUXgXVy9CRT2yJPJzwHFD6qwwIx5H7OR9elY8bN4NHHvy2M5w479mGlfmXClVi4nlJBGPDuh2N4591xmjeWeFmxDJcFt6mJeyhT7yhaUAwsQpDfw/0aDvfruUZHsUgGL9LmzGjHroM7Xw4dh1ZaNDkWi6K6IklFWYpAbUdNTLPQLzS5KUiLcwu+2+h5mlTdu3WhZ89ulJeXMG3qFIJcrrXLrvMt9Zf361ouCG3t41ERPTsmdeI0zKqtYcqMugItV7etjguNcrvpJFOajKPBxDZmCHMZFS3QCaWW2xvwdIXoxWOkszMlH2dwNN6LILJIMLFkglSyHUG+mXyuAROaRar9h5LO2DlroyNmvFdn8toJTNYD+ul315LVEXZJyiAZkvYjxtVk2ePigIvviBg905JLlZBYuR9R326ERSmMw6+uuN4VQGkTRWou4TjkkQqVhwNFF+cjTbNQPAZEGq9IXweLq7kCeY6usRjtquI6UQXpRilDEzjtdrwtBqURB4nqKtQIMpFsg6tocajcguMWFBPC5Bn1TJwyC0gLXB0FS/KSycYbroLvlTO7tolzznuBOx/4kg8+G8uUmbVa6ItZZ61+nPO3zXj7+b/y6hN/5bZr9uHUY7Zjp636018LTHHSx2jH5lnw8EVJTBApbPFGgZHkHSja6k1riEocmELI/wHnDJED1xV3r5/O5/hq5I9ce8u77HDAXWy66y2c+PfHCzLeYL2Vuf6KXXj67sO468r9OOawDdlis3706qHdsbtakdGzAs9arBYSfXBgJK02wBgKgEIWdRoU5Tt+IndVqpXt0ce/ZkZdHeWVJex70LoUx8ql6b9sm85muPraNwl9aV7KJ1cqELpIczZKeMKqcW5oLFwvLUr1P5E24sBK4yLpsNGu2mqRc3PhtTe+R0UsyZWWJGlXWkFoYOKMvGxFM55OIa6+w1UA6W8QBC6LXj17UlVVQfvqSvr17U3PHl3JF377SwgcwUKtFfi4KdIKxoXuI5R5jfeg7iGlxWijGTFq7GSMxq21eAFCEeVlScpKizBi1WiTmctpgYxyqiNE+q6Yl20xHvFEe0nBioc5EGVpcT/jtYEYDY3F+gm8eJEeVxsldylFS83//NcJUSeTwE2clbrhfpNp1CiPf96WIq2HKKkxYrAAkeuHJFordj/4Ms2uf0nz7hchtdqdmIoSinRtYzRBwpiP62dgw5amotGqKyyvc4rl6wquMmaoKrJUFXuUJ1rwOkMh1BL48mL9ub7rktWY+F4Zxi/WVaQ7skaomz9Xao25vEjxULtEdBx39D0pkHG9lHCMAGsINKkCGY7Pvp2ltSnBrzEYyRgV2Qy9V4pRlrSUlHg6hZRw2B6b8uAtBzHth5P55KUzuPAvu7PJOt3o2bWMDmUlFOuqzpEWS/JSQH2dZEKF/6/6fD6gsTFkTs1cRk+azGMvfsYRJ9/Bhptezl77PMwjTw5l3ZW7cusVB/PZe2fywlPHcfLxm7HOqivRUcaqpDRWEJ3Tu0Lkd/i48UjLMNZq696gTcuYyTN57u2vIGxikzWqWH/1/nhSLCNYkJzj4b0Pf2TYmPFk3S5FO3oT8zTkGmttTKNUDCN9s5kmaGz6NTVbEPXvFg+M1VwxeJ5FzBCWFCsMGDp8Bhk7l0hvDyzGefEkqw/shevyhLk+E2riRJFZqKZRT41yOnXurKvdUpWrtvBp6ukarIhEMtmSpzrL6kMJuVkbxtnZiKn1hlGzcrwxvJ6rn6vlo59yZG2ewrwmpFu5paxYm8w8/Dh6jrj5JZVIueWlJfTqVVGQgQlC5WR07a8rueiX9Zc3x9qYDh/VBEFENj+TMMxJZj8jtkZXLMZhNQZnyKIgi3HLNP9lp8FMFJeRbF8NJsY1L2R49POs7jgtkUQUatebV2z8TDj3noB9r8nzU41yY3Fslw4UrdQTjTBYD2tsYYK4RUTjp9asmIti9NCx8/Bt+nLr8Wvx6N8249EzN+OmozfgyG160qOdFgEtetIqcbZiJOa3Up+TqUqhCsjndAE8v2CBSGs0LGh0Cs+ERM1p/LzFSH6yEKCFxC9JFWo+9+wXhIHKNNaFjCV8jDFaRKo46+SdufqiXXj+oZP44NW/cct1u7LXLmtSluoovAs0NopbQZt36YKUTevXVS9sBdpqLFMYqpbWbjJkyUuu2XSGTCaNjm0qiQT/c7zjNRsFZKNa8rp2nTOviS+//olHn/6K0y5/ln2PfY59D7+fex/6jPKKas46dVdeePIYnfBO4srzt2W7zbtTkSrDk8ScKI26Z4zktwAsb2+FQqdJBGkZgCxNkt34SdN5+98jueXBNznlrGd46P5vefWVH/jhx3kkbDXn/n1HfG3oEB9SIlpcy5yrrW/g8ceGUVejra+YjMV9XAlO26V7VicW1zTUho6G5p+btyD5D31NgZ1Iem/FkxdLyRQbJk6uJ9PkFgExvlhOQgavX6FdvaWuqZ5ZOqUsrlpMVz4lWqRkUtDQqIroSQqK4OyMQT8qMKY1tCHGBAIEocbCMLs+ZMTEiLe+stz/esgF9+Q47vIsu5zZxBbHB+x+Zobzb/cFGeqbfGS1BRGV7SLKE0VkcwHjJzhjzi+cUY6VFg1eu7PoGYyuwNGcz+tEHAS/9ZQC7tbD+nFi8WLy0qdcphEna5cv0pIBEU55iQzoLtUYha7kvwyOC2t9/C7tyes4mtPA3HivYcQki8Hq0SzPRyOaOODiDHc+30C9jilBcRnxgXpM7tEJk0jifosL9ccY10IQgcOLnKL6Lpt3ojHGsP0aHXn8jE257Mj+7LhhTzbq354NV2rPrhv04pID1+HhM9dluzW6tNCIlofCYvgQPePFcafGnBQhkrFaTK2WLG0K4lVVhKoTamfoBUhCjn6IRhvczlFcjRg6jfr0PLVxZQqW4qUz7L/LOhx5wKasrz5VlZUSszF8a7DiTehYyBml2kBRVMEK2rJMIW5YkoskLwcswlpGj4Bfj5rBFU+PYteLPuTUe4Yyrzlb6NaScP3R+Y5PB210IkXymjsTJs/hsWeHc8ypj/GnfW5gyHE3c/fD71NsIk46fDPuvekg7r3+QK4+dw/2HbI6q6/ckcqyOJ4txto41iKwGGMWAqsCY4yoLNlHBBJdML+C48lBUybLF99N4do7PmHfI+9l1wPv4ozTnuLDNybSf0A71lq3Gzfc9S6hjM6fh6zMqgN6otssKOy+HDrjPtItw8gfZ2gx+lG8Waxyw4wMlIi4f4SHjLeJW0JdPbv1JNfYvBA/qv6f8Y4f6VILMSUSMfHhMWduAzNn1dLSm5bSBb+e5LvKoJ7EjacTJcycq3eHRSq3jHmEqrZRxOQZAAAQAElEQVQ0VXmkuWcEOIkYSaUAKjZu6kW6GooYMyPk2c89/v6IYc8Lmtj57EaGKDzwX3M46Y5mbnw24mXdrHw3OaAunaW8OMHaA33227qMlBdK1yOHjJKkpUtVCZE1TJhUKz6zIvRLH5mANVbtiQ3FTy7EMzG1N9qMuVNKhNHPL1sta06Es4cx3WYlktXaqDSQyzbg1MVhsCZygUATIpfL48fKCaQcbdkq+a951/GgKI7XpzPufva76Wm2Pq+Ok673OOz8PHv9Pc+34yQrDWagU4k3qDdReSXWKyJvJExxbgTOu0NXqIjrVyGuAhcqa6ne1Ue4NhrUjtuOX501upWR9Eu0i0sQ5T09W2RwxiQZi1inZwW3HLsem67UYak4l61Q3Oo47fvlGGMICv8TXYGbXzQ3kSWqqsTEpDhSoHw+LwOguuojniWX8jTRDbnA5+tRE9XeFShYmlcV+cXWWFL+YisvQ2aou+CseK7TLipqamRSQwMPfTyB/S97i+6HvsY2537MZY99y8djx/HOsBrGzmxqmWTLgPv3riJWNYGcLBupz8zmsy8nct7Fz7HmVlew2ibncNoZTzNvTi3HHrYDX711Nm+8cDLXXLgru+lUu7qMdecOlXh+AG7MpLc4MK1ctoWtyWUNQg11qFOp24Fm9TA8eeYMXnz/Uw447kkGrXsB2+98DQ89+CG9unbgigv/zKdfnseTDx3JWXrcH/r9JMarfmlRlnPO3M6pi8i2MdIWQmjy3PHQh8zOyCgrbogoLCiFSaS5pv4EngcyekJAvjlDUtevLv6fhIhA5ATixxk+9A6Lrrwz+ZDhw6bh5K4Kv/DGGDp0LMF49dQ2tdOVl9cyh35Rc8EMUfPS5AlpxhNkmVKf5+3PIy55IMvOf2umer9GVjkS9r2oiWsfSfP6Vxm+GR/yk96GmxorKA48enWx7LZtnhtPTvDVLZVMfKySD68v5sgdjGyNJdQcbhFzwHZrzsWI4qTp9cyY1SgeZScWZElxqw3IgN7qi3QhZzPEdEpJJoqJcg063GsRkr6o2m/ykWyi1SklHtd6oRNdRtenTlukCRCGAU3Ns7CuknZLkfExRsXyv4nqb2nsaAsMFtuuHL9Xd0y8hPq6iNvfnsoTn9fQnI2RLyoh3ncAya69wU+BjrpGA4yckeDcyik0SkFbSKtbNN2avVAQCkFp0ucfuw6gqjRBIKST5jbyz+e/Yg/tmPe88FOufX4Ek+c2YXSvWF2Z4K979SUVSwrPslBQtaV4TzvXKJLK5jMYTZLFVhVPVpPGS5ZgrU/eDa76jnpsjHjwNZ46qodeI/ff9xn5KIPMAf8N59jKux" id="197" name="Google Shape;197;p8"/>
          <p:cNvSpPr/>
          <p:nvPr/>
        </p:nvSpPr>
        <p:spPr>
          <a:xfrm>
            <a:off x="155575" y="84138"/>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descr="data:image/png;base64,iVBORw0KGgoAAAANSUhEUgAAAZQAAACuCAYAAAARU/vfAAAQAElEQVR4AeydB4BeRdX3fzP3PnV7Nr2HJBAIvffee2/SexFBUYqKBRQUBRRBmvQOUkVRiiC914SQ3nu27z793vv9524SQCEECMXvdXbOnX7mzDlnzrTdxA4dNiL6H/yPB//Tgf/pwP904H868EV1wC7Y6Hxi2PAXLFgh8EsWrH8R89b6PrNWO535653PvI1+EcOKwb9i6Gxa/wKa1v4J01Y5kWmrncG8tX/OvPVF5wa/ZL74sFDg6P0m0u7o+ibDfMnbgaPR8TKOu7wNfy7d+BmL1vwpTSPPYX7/U5ifPowZxb2ZXd6bOYJ5pb1pYg8KyZ2x1bux/rr78YvT9uOfNx3KlPsOYfKfD2LiYhh/30E4mHj/wUy672CVH8xkhS7tYEneFOW5fJf+TzhUbQ/lHeF+/o6j+Nuf9mKNVQ9mGruTaDyQJ//5ApOnTGTKYpg6ZTxLYPKUCUvzpyxX/viluCZ/qL5rO3kx/snCGeOf3N3P5KX5E9V2vPoTjvET2W3f3zCtvCPTzG5MH3y49Phopo9ycBzTeh3A/MIuzA33Z+Gos5m7/vkxOFk4mSwL5m1wAbPX/hEzRp3MjJVPYN4aP9W80HzWvHDt3Lxw4OKfBxZu8AsWrvtzpo06ljnrnyObc6HgF/+DDT/gwXzJa9qoE5mx+ndZsIHjzxL4JQs20hyKbfYFfB7+L9jwQhZJljNGn8Lctc5SfAluF/7yc+L8gHYLBiIFrDhnCIiELtTHGON6wCqurG+Ej4IK+eICOktzSSRryKR6YhMJrDWCEExEaIido9tFI30cxJn/+3wiB2IeOVlLpyI8pApE+RI0t1GeOYfS5Gnkx46ha9xY8tOnkG9bSGRCetTCOisbDto2wc+OSnP3T+t5/k9pbvlZlkO3ytKvtkwYBoTqOZKcHEi1Yt2SuOIw7lZyUhUnwqV5TpYxXSpzfUVYlRnayzBuesQjL1S49PYCh188jz1OMzz5Wid+3nLwQZsxcEgP1Y0EDmtEd8zGodDF+UYpV4rwduPurmU+lO/KXB2jjwMF8i5mFSI8H7SJY2ZJH3EqLmeJ8yJ233s4vmNAJYByqHLhcYOMQqTQVKS4lXKFSlmDXNJuOUKH0vdTpDO9MH6WQmUelUqr+KlRhqH4H+H4uRyo/qNKpJwoCihX8oolsF5CoctV8D+/lANBWACJMZHISIMigSsSnzRPkKRjcLLm87iQSPMoqpQwxvsQbumRm0ifB+WH2lgiKeKHMr54VAOnIkKNeBLipoxxWV8c8QrB4JhZLDQRBCGeX4efrMckIroJDUGURyJYOd1ZynHepR24+P+gmwNOpx0gTkWyRJGELTuGdUauvZ1gxgyK779P+Z2xlMZNIpw+l2D+IoJ8US1ChvVIceh2Gf5wFvzl55a7z0lz2beTfHtP2HgU9EqkSFUqGFsiKdEEQURnLses2bOZOXOmcBiMEQAGcIbOycjFnVZLjMr9UL4KS7kkj77dwTk3dbHLTyrsc34LJ142h4vvyfHsqz4zWwN69M5w6S/35rRvbyZtEApnpAnVR/fkFhrlu15cLHQV4rRLOVCG/JJ8VIZao/YOXL4Dl2fiMtemO9ad79JLYEl+d0hcHxuy4XrDSOdT4rWPyZeVZWL8VrTahEc56YyFsIjXrletCGqrNJ/mDFgLiSQpLSpujlSKC6kUmzDOEMUjiXC8/jRM/1luNICQcilHMlWn5TehKstDk6r9X/GSX6XcCZ7Ft1mMMcQuVmbHK6W/gM0OtShVoiJuYbdeSqgdTgeKSkPc94uAlYS/SPv/aGu0JQ2iCKtxo91IKAb9R6WvKcOTQSrkF8W9p5KNpBL1GA9NDsfQUPmOaKvJKVCW/FIWxyUuQ7X+L/slLHCLRygljw2LWGdkuExTmxaQKXS9+Tb5d96lpBNIYtF8KBZIRF3UJgxrrVzDhcenePqaGibenuW276c5efMU6w336d9YpiqlnZKbMOogkO4UCgUWLGpm/MRpvDPmPSa8P4FOLVapZBJ1H4OjKZRQXFoBkSZNgKHT88hTZtx8j6sesWxxdpGavZvY+8eW39wPr77VwYy5tbQXe9NY3ZODd1md2/94BK89fy6nHrMFPZJ1JLHC5AmtjcEqFeuCUkZlLIZPzncl3bVc/WhxfZdjgUiAcC7JN8rRLk85roaBj9S3SlmVedSkqxg6oA9R5GEqIVa6rcqoEKPJZ9IJ6XWFoKU1LouWMIdlO6NiBwpAJ6FUqoZMulEnnTYKhWYIy+pC1EZxjc/0saK1VCxhbUBSu2+Eif+5pRwwLhYEhEERm8wQOeOkvDg/nhMWZSrnczBfrZzX1CCqlNFuGoQ/chkOkNOc0/cLeVH4hdp/bGMjxYlIYLRdNWZJla8rdEP0CMXEjtx8TUi0+WrAJHwi0RcZJ5zFRLqog38j1VVx8G/Z//8nHVscaKSROOdAtx5E7hqloxNvQTOJKTOpvPs2xXdeITfuTSqLZkKxi+o0jOivhWLtFKfvVcMdP6zhtVvSvHxpyNl7p9i0vxCHYrZ0xZgEUWipVCJynV20trYzc9ZMxo8fz6RJk1jU1EQ2m2GllYax+uqrs+qoUfTp1Rsd3kUZCgU21PVMxKxF8NY4wy3PlPjOpV1sdLzHBsfP4vRr5vHGOyVd5STpUZdhjZUHsMdOo7jgvC147P4TePv5H3Ht1Yex516r0VhbrdGCZ8EYmXjDF3YREaHGG8hgtLbnmDGniVlzW+joKhFEJZVWFvehTll2h640IbpOPmU9vIROgvkCRrgj5YWu0BpsrzqcCzo78ELwNCLjMj4r6LRivQYymUbJSDzOtUn+IcYZOOFcPnTqWYQF5VbJeJFOJyki4eVTxsn/NaeNeKWcE299LbhZWGLoXeiAL+gkBmOieEExvhYsJwPpDLEcXCFf2NkvjOFjEEQiMHTKtpTYj6n0pWeJQaIDQag720JhHtZYUtptkUjgdteRhKQ1BS+eHPzPiQPRYlAgHwpk6KSEdHUSzJtHaepUirq+Kr43icKEqeRnziXqKGBL0KuuJzutk+K8b2W48awU9/24nvt/XM1Fx4fsvkmCobUW6+SBlNpAoKuxQq7A/HkLmTFrDpP0vjJj+kwWLlhEwk/Qr19/hg8fzsgRIxg0eAD1DTWk00mcHK0mg8RJSzHi1UmGax+Aky/Pc+gvO9n35x2cdHEXtz1WZsKcAn4pxaqDB3HAvmtx8fk7c8eVh3H/NYdz5zUncObJO7Lx+sOoq/e1gAi3ziSe6GMxLOGHC8WMz+U1Wp3bQ1o7c/zp5qc4+uTb2O/4m9jvhD9x9Lfv4p77X6UQXxMLfSTGiEeKLdvL+Oy932jUDFMMCXU16PqJtJiEniHIJNQ+lE0qY3N5vNDx3irvs3phtcKv95RkpgdGi3+hqIVBhs917qh1vHHwSZiNrpcrpQ4Kujpz888maomcThF+UpP/k/lRVNH7UidJv0Y67okHjj+Osy4UOGYr93N76UwYFuMFJeFXY/QjQRADrh8Hnxt73PDzaFjc8JM+kWa5PNbR5oAV3sUndf0f+SbMYCoFCvkFWOuTrqpX6GG10FnjBOZMhxErY0L5v+iMBr0EIi2woZTaAe66sr2D0vQ5lF5+l9I77xFOnow/dwaeHtJ93dsn9eg7oGfIybtZ/nZhLWOuSnLvD9Ocd2CSfTb0GT2kSM9sqN2xcaorxY3i0EixI13TNC1s4r33xzFf12JaHxg0oD+rrjKKVUaOoF+fPtTX1pLOpCWzpGQUCDwqxmdhV8Adz+c5/sKItU8osNuPWjnrli7ueLrEKxMNs9sq9Mim2WqzIfz4x7vw+ms/4tm/fY9rLj2YEw/bhu22HMnwlRpJpWR0pQvGSAcMWPHCaYWJqYyUMgLifBPHPvtHZoCSTiCtuTI7HXQR51zwJH/91xjeeWcab78xk7/87UVOO/1Bjj3hITpUJ3DvFK7rT+kq0omktqovPXv0RkcfgnxJoRoGYCKNRAPxsknNQ0NX0yKFKsMBn9NZjJcgmazB8zyKuYUU8206tWjDEYYiQeDkuhS75pZOn6HkXCi2UC4vJKtTjp+oFhUizvHY0bm0/v/tiJGWVcpF0NbD1/tVaCxRvOgulpnj1eKoKn0ubyJDJHsY6crRT6Tp3lQLqeZ9jFDlcfgFPvYLtP34pjFR2tUYabZTmo+v9aXnik0EYStd+em4xSOZahADPQKN2Kgwhi+div+CDpwR0A4y1OIQtnfhzV6IN2YahRffpfzWRJg5D1MqkpFF7VnrM6Jvhh037sOVZ2R565YMY242/OrkBFusDQ3ZCukUuKtOnIt1QQx3eiCe8yEwxtCjRw9WW20Uo1dflUGDBlCrqybPB9+zeNaTkUK7+oDpCzt5ZWyZn98VsMO3O1jl0BzH/bLEnS+20NSex3oZevfswfqjhvC9Y7fi77f8gLGvnMujd57Cucdvx4h+vWmozZBJZ4Tbw1qLEbiNhSfaPgwapih3X6sQlfIFXURXrsQJOo1MGFthWI9aLj53D/5+++E8fPNBnHvCNtTUpPjLo89y+R8fpKwrMYnkU/s01iC7w557rqL3KTA6JTqdtouZHG/oqmQ0Qgi0oMiSoCif11ljMMZgfV8ybiChk35Q0matsIigooVF9/5Gi6HR4oLCMOiiXGrWZm4OYdihxbsHxmsgMgYQOAPJ/9wSDoRRkVKhg0QiSyTd10dF3TrYHVfyC/pQ87xSLmGTacnB4ZYcYpwudBAnvtDHYf1CCP6zscFN1iDKxUQbVXCg4Cv1YaVEodCEtdUkM/WEOqFEuOn2dVDzlQ79PzqL7bgxhBq6g0i7oKiUJ2xtozx7DuWJU6iMeZ/iu+PJT51Jsa0Za8pUZwLWGOZz1HY+FxyX4LYfJvjnb2r483kFjtzZMrTe4BeS2v16+KGHMRUt2EZyN6JhiWq5uJIf430Zp2QyidEPiEoDlbDCmNll7nuxyIW3Fzjmkg52OafI1j+EX97exUtTAxldj/6D6tly47U54+gdufKX+/DgjSfz6ANn8Iuf7cX22w+hsaEHvp/E8yJ862OMkH8MDV92lsXw0vMzefHt2dRqQfvZzzbWCakP/etqGdTYyIF7r87Pf7il+B1x+z3vM2lGszZCEdGnrSoajq+d5nabrooV76N8gB8Y9RYBIUQhQUaLsm+gVMYZkm5jruLP6Y0RLoG60YKSJlNdh2d8GcKcoEWLx0LynQvI6fRS6GqhogUnoRNJJt0L6wylEV2iEOznpOD/v2ZOWpF0vlhsQ8zES9TSLSfxKDIasAMFK8BHlKRbNpaFFATj8LuF3YVOZ4yj5ot1JKq/GIKPtI7HLqURgZF2KsZY4ixVWhIq+qV614/RLq+YX4QnQ5KWMntWRsuIkaLGlX+pBHzNyN34HMRkSEEMEVZKY8oRUVeOyoIFRGMnUX5XMGEi5RmzqDQtIOhoxauUiXQLhIxQKIO0ylCfq87y+d1JCU7dzWPLDjPMsgAAEABJREFU0R51DRWMlaEKysyaPUvvHpOZNXMmgXY/xvHYeBj94BQ0JkJKKjpwxsSFcZ77RMoyusIqUigHPDnW44fXV9j55Ijdz+3i+N/luei+PI+9VtYhKYmvB/s1RvXmpKN34IHbj+If936bW646jJ+dsxsH7b0+a67aQG3Wxxfq7v7BGIO1lq/TiaO89sYcWpqK7LnPSqw8rB+efjR4sGA8w1prD9cisx7T5sxjzrzWmHPGGJbtjLB4DOpXQ11d0h1AiAoVrSOR2odEJsAkJQvfk/wNhbZO4NNw8qnOYXCAsRgvSzLdSLaqL+lsg+J1JDLVpNI1cTpb1ZNkqg7jp1BlIBI4vyR08f/bYB0rNJfCUmd8OrGxrQJjxGX5D3jGF3A2RlMsduBpA+DZBCb+CfV1BDjURh8HCr6AV09foPUnNHV2w+iO1yHX2hLXWkJ2nPgSP67ffE6LibEkUg2EMiih8fA0ex27HG38f+YiDSzmr9vVKhIqjHTtEBWL8a+NVqZPI//u27rCepNwwgQqrU2EOl4TVIgtcFYGqXctiRF98If3xvSqllEKmLsw1M5T11hpxD+kfAZf+L0Q8vk8rW1tFHQd1tGeo6wrM+Tc4oVqssQZF1EjBTJzlALoKsCs9pDfP55jj59UGHxQF3uclefS+9t5ZlaRea2+rklSVFdVscd2m3PVZQfx3os/44W/HcfFP9uK7bdalZGDetG3R1Yy9jG2GzzNTmvU0TfIu5G3a8BOLzfbTI/oOiKaWGBWVEaiPZTBL7H9TsM0Zo8OLfplvbmocLn84P69WEnvQVpJqDR3EBmDibqbRtoYGAeaC2F7uzLFfH1XiF/Sh/pDbyrWT+P5WfxEtcIqrNJYL6YnirXHjdf1HOqzuLFi/9e90ZtlqdApFqZJJWvEDoObPkYz0LBi+BTJFrvrySjIk0hmJA0fmQjcG40DnIvU7wrobomUHcoVAo7AUFhNJZA+eWj+4I7IKwT5pyHRrrorv5BQP0sWE8cnJ6BPa/rfUO7k7cYTLR5Q5IiWHsQGpFymkuvUaWMR4bSZlMZOIP/mWMrvT9K11ix0F0HoqbKumMJsiqhBd7V9q/EH12OH1RP1r6JQHVHxypCWAGWcF7QELJhexsnQQdydDEgkbfR1XZXJyIh4Cb1NpPBlyQ3OWLhagkg4RGdQNsxo8nh2fJlrn87znavzbPODIqse1sWZV1Z48s2QTp0+evQwrLvqEPbdcRjnn7kLD994EhNfPoNbbzqMww7agMEDq8iaRlI2QyS8Ts8cwIeNZOQ6FnxzvBEpvi8aTZH3dDIMjR7PtblhMUQai4u/9e4MvMjH/aKAn8ir1fL5xoY0q41qJH630modGU8LiifsvuafT6jNQugF+Lk8pqJHX7N8eJdR6+OLnGJ+fMn/cj+BA0ZzpFjuItAGIpXugTEWzIfmECvCSeBhgWJxIYmEFvpEMp6lTlyhiiJ14UDBCvEawQrB041ElBn0I2plj/DdC6vpLvqyvybytEsuEIVtpHXM9mTojLUY8xUR8GUPcDH+SLyNsBqnhXyRclMbuWnTKI0bT2WcTh8TtYDMmUXU1gJBmcCrEFbJyPSoItG3HjOoG+hXS9iQoaxroiBeDBZ34BnCtAdJn5J2T+/M8dEGZ3Fhd2CMIZlMMHDQIIYMGczAwQOxSUtg1EaCb5P9fHV6ksv/EnLkJUUO+kUHR5xf5Pu/jbj5kQLvTs8Rqc6IAb05cK+1uPy3B3KnFpA7bjiam646lu9/eyu23GwwtboycSciq27VJRo2EqgCAzhw3+6Q2Lm4gzjxjfhY0bnyyjWk0lkeumcSi7q6cP8sipNhSEKTO6JZb1kPPDSWulqf3vUpnQKr0FRaLvqt77HS0JV0Mkjg/nDXz4dqZ+L2keRKNoHjXeDeUbryKltezKr6P/+lciAIy5QLXTL0aYzODUEUSW4WpOH6rBCvKUxJ12lWOBPJBtCiFRkFgJEqKMqKdI76FYlPd3URQVCiIqzGJt1X8OV6x5Qw7KJcXEQi2RPP6ugoxrn8uGcxLg7/iz6O9kiSjyIRL3B/hOlXKqTb2olmTKf43rs6gbxB5b33sbMWEOlKI9I1VKT3o8jXglOfJdm/Hn9II/7gRsI+NVTqklosLKETixc53YrlZaJoMWfUq/EI1T6RkIHSO9jfXslR1gnC1XCwuCJG/E2n09TU1pDS4tJSSPDEc3lOu7iJjY8sssN3FvGDGzp4+Nkib0yOmNdu8PwyG623Ehf9YH9e/Md5vPLk97jx0gM5cs/N2Wr9oQwb1FObAe2irNRfxtBtSIwjSdMMmV4UR84oYpaGH1Zhl6uCb5B31O2x2/oM6d+T6bMXcMmvX6alrStepENbZPa8Ls7+3sO0d1p22GFlRo3oh3FH/KUyWfZgPKt2269MfW2a0J1AciVxSzJWM6kP6IRitOuNZFnCXEGc8zDiLeabxyuR/H/GO3kUuubj5OD71YSy7m45QdJznhXgTGRli9sIA22yM84mekR0y13d4UAZi3NWQIdC4fRdwYrzhlAGqJ1Q96qh1dXKCiX3P+k0WnmNDF8x1yIGZUl4tUQ64rvrEMc6bZi/VApYwS4yocYREOmhulIsUe7IUZm3gOLYyXTpCqtt7HuU9QhOS4vu3isaqyAVEtYlMP1r8EY0Yof3wOoKq9LgE6SsTikGZ0ScgXFAzBGjU06Is2yRHuzJKd6Sx85sw5/YStBZ0YnD440pAW/PbqGg3ZTjs6+687p8Js0zPPlewGV3ltny++2sdGQbu11U4ean00xrK+ElahmkK7XRo1fmxMM24e7rT2D8K7/mqUe+w+nf2Zw1Vq+nNuVpd5YinVHffLLrngQfUtXok+t+00qMCGqsreaKK/Zi0NBe/PPlSRxy7AMce85dnPD9Rzjy5D/z7uwcm6zZh7PO2JN0VTXRZzD4VhuAUSN605BO4pmASrEMbjGSHuG2dZoAQcLD6L0s1a6H+cp/EfPEu//ffMx9zaVCrhVjDNlsPdbXDk9yxMnMxDW+4LANNvR0QdGl00kLfqInJqEFRbrg9JHFzsUdLE6ukMC6f0bDPeC6Xapxy9UXQmu0IgaE5ZwMSgYbeQIE5gthXVZjo3eTQiEvuxiQTmsyqqtIi5prs0Jk4xB9yeD47nYoRg/ckftjwtnzKE+ZQuX99wjeG0Nl8mRM00JsMS8l1OIhQ4zeQIwe0s3AOsxQLSIDGol6VFNOaxHxJQcLoXiBNRjRb7WSWCyeA1032bw+HRW8+V3xImKmNWFmNWNaOjA5SGmRbshW617f45ifVbjigTQ3/cvwkztCTvlNG/v8qIsDBD++Pcfr40sERUOvxmq22WwEZ5y4A3+8dF/uv/47/O3uI7j8l3uxzw7DGNCrCl8/VjRYTSZjLcZYUecoBPd18O8x/t11V/r33G9s2kaWjdZZieuuP5hDD96Y6jqf8ZO7mDC5mX59Gzjp+M258uqDGOk2AxqbFcgv13gMlrROiKsM6i+BJ6FU0tVXBeMWFZU59npVKVyy1NlJVKrwhac5/3OfmwPaO5VLXRAWSadqwfPR1MTJyZjFWJeEi5OfLTCSvaVS0SawMB/fr9WmrZYonl2fDdPnqW3zuXnkc/MpFFq0EBRAOxkjTA4ULDcZkUgOA6jIKKJWCS+tr7iHc0uwufiKA6M+K5Wc+mwR0+rpFk6EOua/xcXK1FUgHDOF4lvjKY6bqhPIHMJFMu5dMu56bAi1gJiaJKZvDeGgHjC4gbBfDUGPNLZaxkKnEDxxQ4CskZGhJtZQTxyyUjCDrYTYDhn+ee1aoOYRTJqHN72FaIFWD+VHxUAP3j7rrjycH5ywLY/cfTRX/HZ/+vasZcq8DL+4rRg/ov/6njKPvmKUF1GseKy60khOOmw77rnuGJ578HTu+OMR/PzMHTl4j3VYZ3QfetZX4ZECkyR2BtyCYpRrrIeL8yGBGZxzXwfEJS4WX/2BxiNw1jGOKeO/wWsAfpRkg9HDuOT8Q/jH/afz3N++zb/+diIP3X0CP/3hLowcktGLClpuWcyT5R+YJy4ddewWaKsB7g/XypWlmzhjDF5tBlQHnV5suUikzYK4yDfffX4K3WbKQfT5UazwlkYyiOI/+FxIKj4x1ElmmrdxT0ZfBwq+ANFuEx2FHdpXNOPbHqQz7nQivPLC/KV766frsF6SICyQLy4gl59NPj+XoNCOU75QCwzxBA5FzCeNVNQGFtzbSaVV7xjVGOuMiFRcxzgnWAdCsMK8Y1xYLlPINePpLj+R1irsiQYZ1BXWyZeEyHExlEEMigWK46dQ0FVWqa2ZSlAUzwskwkpsf22PLHaA5OMWkEH1lPumoU5jTEkWnsCdRDzxXiYIqaaVnFy2rsvRizq0FUnojt6f3hovIuF0LVILdCLJVbR4WGoyvRkivAfsugY3XnIs77/0G1548rv88qc7se0ma7L/Hmtw5/XH631jAD30qFyVzDCkX5pdtlmZSy7ek3EvncPLT5/M7y/cjz22Hc3wwfU01qVJJaxURlsMkfgBC0WndOGD9PLHQhnAYqlAa3sL8xctYvaCecxb1CldLeDKlh/T11fTGkPCWqqrDIP71Wsh7stqIwYzqH8DVXqv8qMaSVGyldH5rFS6VltvVk/aC/BLRnvCCKmX0DieQ5BWDR8qOs0HhS7ce5xqqPz/D+/GEoP0y5O98rWg+qUykRbXUNdLkWOGWPF1jtadUiO9gRa0eff8emwyS+R+o9JINk7mbgCfk8AlTb1Qpx3ZcfcH3aH0KZmtQYdjYf3qBm+TySrS6R5ksn1IZ/qQTPbAmCTlcoGuwiLyhQUUFZZLHVRKOZ1iymj1EQTdUAkIlF8uNVEo6oiVyGL1yKQtksToBmIwi2Ma2QryDmNIOejUxDH4qSzahmM1aa0EZIzhG+ti0mRpdf0QTJxMwv2hoa0Q/9smPVIEegep6OqjMqIngTuR1KaIUh6h59QmwurHOHDjFGetNMYGBlOKMHr3ME15vNnaDEzT4jG9CeZ3ELVBopKkZ0OGDdYaxhH7b8KlP9mfh289kBf//gNuvfowDj94OAP7CL8WJbQ4RaBeYKN1+/GXP5/Js4+eyhP3H8ULj3+XB249gZMP2ZKh/RpJig5VVWWDsd1grcUY5TpAH3lcGAPLdurYLRLuDyXbOjoZN3E+f3n8fS6+5gmOPv1Ott3nRjbf/Xr2OPwqzv/9X3l/0lwtKiWkYsvG+w0pNcZgzEfBM5547X1+CsWzrObw0J6D0cMXQVcgCQqn8uWRnZF+JTRFDOWmViKDyl3J5+/ym9IyHoXGQxRg5jdTmjyD3LjJlN6bok3UDMwCzQNt3EITEtf9Ggg3uvoPKzlyudl4iSrZ2EYwvvQgwuhHCfhIyGd2bhMZBK0U8vMxYZZMqgduIY3ElyWn+8+M9HM0sEiZMRash/HS2ES1BtxAMltHMt1Awq+S9lk99pVwf4BTyC0i1+CR2l0AABAASURBVDWfXOdi6JpHMddKqIUlkawnmWoQKg+MAYx+xDQZKROxwpxjlNvNVypdJDO1GCujK4XBzZQlsMJ6W7GIHBuMFDyaMJ2otZOSWB82akHsVwc9s9CQJsqKf75G6RkNqRswFtwpUAuICS1e2eBpAWFBB8HMJoIZrQQzW6nMbSVoy+uKtoQNIlYa1sCBe6/GFRcdzP03H83t1xzF5b/ZjxN1RbLZxiPpo7eYhJ/C2mo8m8BaUWjACDyTwJdOpNOWoUN7sNqoIVqUeqiewbcW3/PiOKrrwCivG4zwGIwBHMQfF3HAUhcqplHq2+1del5LE39/ZgJn//ph9jzqRvY5+kaOOfM6zv/tUzz42GTGT1/A/OYcr7+zkMsuf5GDTrmD196bT0AxPhV1Y/pmf40x4o/FGBND9wJsAAd8dqfJ5ScrfOtba+nxXTjaCzEvJEnpj/uC0bWXp3kYduj+PtCCo2r8f+DcMNw1ezh+OuXx0ygtWEjY0qw50BIvJpXJMym6uVYoEuqE1s2Nr27gRjJ1f1DoNubOlqaSfdAUllxQiXRAX4OjShDbLj6zM5JrpdJOLr8AY+pIpRqwPri52I3a4eYrcRYMzhn16WKe0dfqysJPYhOp+Poqne1Fpronqep6kjUNJHSU8rNZ/EwVvhadZFUDGeUnlTbOyAhHjEeIHV4FK9QbLcdlPcRbsiR1IgJPfDMrtI8vA5lYTLlSIjdxIkE+DzbE719ForcW7YxKfZlUG6hrhfGIDAq044BE2ZLpDEk0FbBzO7T7mk84vVWTJodtLeEXOlWnRDW1bLX2QH591kGMffmnvP/cT7n1yiM4/lvrsOkaIxmqR+CMn17chwKs+wgqAtGg75ftXS8lTYJC0KJ3mALT5s7jihueYYcDL2fIWr9ir8P/yGVXPcNLL05j1qQF2nVlSfQbSHqDNclsvC523VWpWn8NovoejB23gJNPv1un6dSXTfY3GL/RDEixzXark/INptiFp2tCwwcuSvkEmoyJYpEo16XNxhK5f1Dnvy3mxpfQRtafPIdwznySQQcDB6Q5/phtOPP7W7P5Jn1JmQKmpS1+n9SOGPdblF/VOK07GgYhucIcjJfFS9bh9oSLTe4XJsON39PmslJulV1ZhE33IlGld5n4RsOVfuEuPjMCaZXrWIGaupiCxV4p4/JdqCzj4dkUvk2T8GtI+j0EDSR1Zeb7GVXQIiROyU4oLu+shoIV7412GiUi3RUm/SopSEJdiEZ9Uf98g50v5pi5zXgt2iUSQK8s5Xpdc9lQBsFg9YOOx6aimG5xbC7Aby9j5nVSnr6I/LR5lGa1ECzKIUtMVSbNsKF92XTjEZx6zM7cf+uxvP/a2Tz58KmcceqGjBjUSOwceyRLY4XXA+PSuE/EB84q6vKWgJIrwGtTKHm5BTKkWCoye24br42Zyf1/fY3vfv9vbLz1Fay12W847Yd38dSLUwhTRbzaOujXm2C1YdhNV9cCMorEkIG4q83IeBibIEwmKI8erA1ODe/qeuPRZ97AuB3eCqD5m4LCXf19luuKXo1petRFeLptCN2/PhxEGBkcE2lEbqFJ+kQSSNjUijuIumyV/Hd6g4xzRLmzg/y8RZBIsu8ha/PKoz/k9+fvzC9O352Hb/42vz1vfxqzGW249KYya0G80H7sgFdwpvvFh3K5g67OaXhehmSqEev5uBsAY0T8F+1PtsT93VEuP5eS+vGTWky8WmF1Uv3wuV9ZX5k3WAjpBugmRUl5N2TjJqhxC8UHdVQkr5ruikmGEOPiGoBjkqumZOgGG2NT1RXohZpIK34h14n1DFZKFKp/ozGYuD9Xg2+kC8XQUA+F4YJFmtSGsCqpHbYWYuU7NiMD7xUi/OYCRieQaLqurrR4VOa04DV14XeV8MXfQb36sOvWa/GTM3fg+kv24+7rDuP+Ww7ktz/bi923WYcBenexNkPCS0q4Qi7edEtWcUnbukAfG5cqgXMu/Hdw+V8MnDTaCwVeeXsS19z8Aqedcy+HHH89+xx6A4efdDPX3fU6705fSDFdQ3bwEJIjR+KvvJbCVcgM0WLRsyfldIbATxB4IaENiGQJQ9EfSf4pnevD3vVUvBI/veAxQhnQ6N//rP+LDeEraR1pvriOQumw45mLu9Dlt7a2xrkSvcteJvSqq2P9dXVyk7JF7Tldf4WYUNJ3CibZm7SPmy/l1mZpWyhYJrpveGGEF5QpzJirRSJi/TV7ccmvD6Fnj2pSXkr675HNpDjw0A3ZYatV8MTQkt7kyrru+7IHZiQx9+ZcLrfh6/E9me4J7grbIp6bxcDndkYtwyBP3v0zU3ojSfq9Sejd2pc9tsKuKRJvGFTtK/aRrMrHdOkINhLAxxR9cpZT2k8uXSElVrt6dx+JlCKZ0unEOrQGo74duNQ3FYwuTstdXYTFDkKvQtgjQ5g0MbmO1UGpQnmeTh/zWqGpg0R7Aj8fkjadrLJSI8cfuzUP3vt9XnjqNG697lB+ePoe7LPruqw5si89dO3oh+7KKhQ+Le5EUivEF+QckxyAK9X7vfL4UDmLXTctixOfKXCGL5BMApFQKOeZu2ghD/79BQ474zbW3/pidj/wT3z/vEe4/Z6xvPraPOa2FfHr+lEzemWSG66GWX0k0UpDMb17QnU15VSS0Pii0YPIFy2OtigO3TcyAW5w1kQY7boxdcycvQhxVfmuLv81zvEulLyKGlJJxqFUKTJ99lxuuOFF9j78FjbY8RICncbjsX3KqLJZnzXWdqdSSTpXwC2uodvoaQFGJ5SgKkHF6Zx0zZQlrE/B900udnpccf/iQGcX2bTPD07ZhoZkHU5bltDtSe0bNOYjjtmAMOHGWyEhviwpX7Gh9C6SvqqbLr0vV8JFWC1oiUwjkVX+x5vaz0SCiTQddMVXKeQp5Jswui1Kphu1uU4IjwqNaFDsa/PSX7H8a+v+c3QcUQk68b0kRrvwSCYHE2JkrI0Wlc+B8Ktrol1oJOWPnNX1jJTNKQHdTkpoF+UxuuJK6X1j2JA+7L3bSK797WG89eT5vPrE97nsJ9ux4wZD6FOXpTabFA8sxgisxRpPeKzAEMVffRZ7l14cxambgzj94YI448OfT47H/96QxiJrRUXK3daRY+qCVp5+ZzznXPwY2+97HatvejEHHXsn9907jpkLmujSqaGrZ4bSiF74m4wivclozBrDKDfWQlKnNM9Hg5BMDW4o1hglDR+4xcQuDohHAmj8UVjBSAd6VWXx3cT9cDO+ea6bdSE6TlGRUW9pyzN1djNPPvMmZ5/9EOtveQmrb3IxJ//4Fh599iVmzuvQAtOsgXQR6bpKkU/0vmcYNWwkmVQaT5f1pqxVSrXd1DDilbbuLgWlEhX3T/iIV0tZqpL/Ju+Ld2baHI0zYL01+rHBOsM+tJgsGZXF6MephTvZUg6VMit8mK43J5ug0kYuN0t9BCQT/fBMA5EU2s1KG9so+/n7dooTlnRtvEiwQCewLKlMHV4igfXAGEdFyFft4l4dbYJyoYsvMMKvmnRLqIfGoFIg5YyQUx8xMd6Py6C4SfNVU/RZ+tNlDSZfUBOJIONjEkZKIAg9XeNFmM6yjEzESYdtxHP3nMbN1xzBkboTXnmlvqQ13qRXi69js2eshGZi8Ex3iDWghUUI6c5ZLFaD0nzEKas7b2nkI8UfSkSKLwFF5UMiCuUc701s5s9/fZ1fXPp3jv7On9h579+z177Xc9kf/86Lb8+kjRT07Isd1gszclXs6muQ0nVWom9/Ql1hYTwwolGhVRcOjBadGJQWI+h+PA11dA8x+gGrPDVzghZELq1TEVqwTNjFz362sXJcOd8IF4kKBwpiH8c1xs7OIm/rzef2+17kJ796iCNOupHt9ricfQ/9E1fd+gJjdYVTpMiQWm0cMrU6qXnce8cUGc608MRYFP6nN/HoQ9ZZq5GBfXuCeBbkS/qGoGaRMaCdPNIVE0jncrk4n+Vwau5QLEfND1dRf+q9O0cYNFe74yviG1HRQ3tBJ/6Mb9l/vw3o06928XicRfigj4oM+d8fe5+Krsf0Kg7ehzZyH1T7ArFIdkkSK7RTlEH1vDTVmd54fgYprzhgtOEVIDnE8Nm7MtpIRKUc+VwrYRCRTg4kkWzAeJKjQxfPfRfXnHLprwgkVfWkr+ZhUGzXBklPEcr5r/BulQ/KZbAJIt/DmACz+Ce0AeF/waIirZbSG2wyTaiJjaPf6YCVUkZljFb5nXZZl559EiSMweKBvvqgpMB8BLrzu/MwLrVscFUcLLuWSNTRNdTO311jVWQEF7UWee618fz014+wq04gex1+Ncd//34uuPwJHvjHNGbMqlCpaSAzbDCZtVYmo6usxKjh2MEDMI0NhLrCYvE44jAyGqvg0whZWh7JoElxNbGM2iIjYXJ5oknTSeh9af2RA9hz101w1yCqtbTV1xUJRG1Rm5+iTqPFSgdzFizkkUfHc+IP/8w2+1/K3sfcxrfPe5jf/ul5Hn1hAvMXtVNtatloUMS5m/s8doDHXXsX2LhPRSqT5KkXxip0urDsEUXiTb+BNfTp4eOZkEhvdlKtbtUQY4wMEAkZHiMZ57oI4xOMCpaBNtJYIo3F6aZRVSu7GFUqRJUSga43479BK3YRyJgugUrJ4S6Axm8CNVjcHs1ZCX4ZvX16kUjH07hK85ugAkP61bDPHqthrfjjxiwUpnvEilWYOL2Zvz8xXl2nIFtFRad7FXxh7/hqNTcqGnspvwDCHOlMVgfuOkLxOdL8tm7Simeus9C4bzd8lq87+RQKLeTLczFeRDbbAy/lqw8jyTiQAZHcPwvOFVXX6UWoW4pyuZNS0EEiXb10lq+oPr5EPBHlYk7XGlnQoiINItYbCSxyEaftfHOdIy/wpPR6E/Ai7baj6ANirRRDZcb4/PPxCVKcBKgqblx8+S4SLUugIgUp6kpk9qJmbrjzRfY7/EbW3PgCttrtSi7SCeSFt2YwZU4LnRpHYtAAatZYlWDTVTGrDSfq1xuTqSJKLaE/iMVkNT5rjEZj0Cz41AF9ePJFyCBpsbU6mXpaRMLZsym8/Q75t8eQnNvEED3c/+biY8gkGnCnmq96bgUslqOMpjtBF2VsW7XxeX/qdC694nm22esGVtnoxxxwwu+45ZZXGTO2lXm6xqqUi/SuijhsVMRte8Gb353Pwwd28aN1S2zct8DIHhEjayqkTImFnfPoyHd9Kt+sTnxpXXeNHNqADXph3B+76poHGT4xHzfb/eqM8EQEun5FDzcSvdIf412BxmQoE4V5yqU2SoUFdOpKJ5+bQ75rNsXcfIr5+SprolRpplRu1i59ISXlFfJzyKmO+y2kfGGR8lu1AOldJyhqTQkFxCThnAndd7mgJPsZ5nLY1g7Vjzj4iLXoWV8jfJpDotkod4lIKtphPPjIq0yaMo8USZL9emKs5p4qOT2JXN3PAVYbrqDSQb4wTzxZhAlrdSpuz0Y0AAAQAElEQVQZgJeoAs3jD+uvyI17cH25PuPEcn7CMNBbSQuBdN89vKdSfcAkBdpMW4fRYXdg+LpcUNFmotROOtFDNygpHDVfFy2fod+IKJAyEkhoWSIj5YnVUaF4aSKDkZE2jsefAetXWdXRFvoJtFUirJRByqJR4ZzV6mEyKZwiPvjA85SKHmhMrqwbln/Cdddf/m9ZBnD23FZefnMCd9z9Ot/VLnrLPf7AqA0u4aRzHuCvz45jnupQX4/pORSGDyG77mo6hayCN7g/QY8akpqk1ohkzxB6mrBSq0iD6QbRsky5qOGSKnE0wup0RKGAaW2nNHsBZfdHa2+Mo+uN9whmTKdR5WsO7cNe+6zKrbcdwkbrD0JXyVhjY60Qui/B/+cgQkK6ZNwmTG3iny+O4aob/8UxugLcYvNL2WLr3/PTi+/lxXcmUaxk6ZNKsV7vkL1GlPjl1p3844ACY47IcdX2FXYdVKIhSuNFHu7/Sim761wLG44ISIifs+d28tLLk0E8/bSBJcSBQw9dh9BvIyqHMuJa8mRoEUg6JKq0U9dJIQpKRMU8VrJTk260mleuXiijH5Q6KBWayHW2Ucx1Ev8rGcLhrnQSqQbS2b5kqvqTrhpIKqUw3Y9Mtg/p6n6ks0pn+iq/LjYyDnmlovt/XQvlO1qFcxGlYpNoa9O8LhNVwM0Pw0dd9NGkpkREQsa1NHchVCo0VlXz0J/Hcu2tzzBh6myCULjCUPXAtZ2/qJNHHnkLnaegoZZkdQ0hNi6LHO5/79DlfSJEYk1ApZwnn28TtINN6B2jD6lsbSy3SDYIMdMotOrAjUkBzi1Ju/jHwQfTPRIvJDPJp5RvUZ9l0slG/EQ1xjMY6YVmiOpYrORho1DoIsFX7MVn9wtGQbmLZLonJDKizRN3v2I6Pmt3kTG4eVQqtGIkIWs8IsxiQDHEWCMG88136SRWGmFzbkHRKKJuko2VUmSk6F6F+S0hcxc2a1ymu1AjRSm+gHOnD7d7jsJIky6krauTN96dwrU3Pc/xp93Gvsddz37H386JZ/+ZP976Mq9NkBHPpEn074c/cjierq/80SvhjVC6bw+CdIpC0iO03r9RJZojwXLS64YfRVaz32o3rUnU3EZRJ5DiuEkU3n+X/PvjYfoMEotaGFyXYM8dVuUX5+3NnX/6FnffeDjX/O5brLlGfzxTwWqzAeJjzK9/I+sLJiO3I5WxKmshK+m0pOt7nnt5Ir/5w9858qRbOOjYm/jWyXfz/Z8+wAMPvM/kObOI9N41oleS41dPcNWOIdfvKdg7z1U7tXPi6rB6vcGKf5UPsSuOiilG/DMyFlv2q1ClkbXmAt6esEiyq+BkyTKca7vO6gN1YmjHFgJMTtZaOF2TSHjLKQ+0i3a6EOqaCo3NSC/Q3Xz8b8vJWBbzzVoEOwhMiOcnSWbcAtJHxrM3qXQjiVSNbKkMiC99Fhjfx/gJ4U0qTIGfUpjBT9apbk9dBfUmU9VLC00Pkrp28nWKCnTvXsg3kc/NpVBYSF59VmSsUb66RQMVhEulGauVBlHuylNubpWBhVNPXp0DdEV8912vctyp93DR7x9jyuxFFLX5LBPoqmssY8c0g00SDO9L6EV8VkMhk0OkxatU7NApa55OY81EynSLatJvwHpJIs1fLTc4Z5YQ6hLLCVZ6G+HTu75WvPJ1vdVFsas9JjWdbIBkUrQbAhMJwNnDJfA5ultOqj6+mkggLFd0cmqVjmkxSdVjErrCN4gvnrT149t9c3I1sQIJ1N3LplMZNCf4d6exfFz2v1f7etPW4MsQG8+HkkjRdQQfotroXhTPUrQ5XnxtmkrcqJDTJND3s3hndBwsaePizR1tPPzPFznt3PtYf9vL2HrPqznzl1dx119e59V35jCntUKpvorE6KGkNxhNYo3hOoEMxPZoxKtqwKSyGOvJePsKLRZvMfpocagg1m6riKPdgaIf9i7LyOgLAm1L3Z17NHcWlXfepvDaqxTHTSCcNoeoqY1EB6w1tDdnnbodj9/3Pd781yncc9VBfPfwrdhm81UYOawnaU00sWwxrxxyR4uDD3f62eKOV0tgaUvRu7ClhZvvepODj7uWdTc7j532v5If/+YBHnx8DG+9P4P5zZ0SX8RW/er43XYFXj6syAsH5rhom072XSXP+n1L9K2OSEj+xhiMcfwzmoQGceSDrkS+FagG1QlDXQrKgWXCtFnkSwWMMUvrflzE0V6VbGTgiJXwtXs1JS0oZolMtOyKYYmarJoaKu1tCosEurIoyLAXu5qI9K7i+7Wk0r1IpnrgJ6vxEkmMJ3qN+nagVh/4iBg9UZylGt00KuKMHgqNdN+B9RJ4ySrhrCPjTjjVA0hrd2uM3kUpyGA3k+uaSz43T0argygsYbQTFgpkBkho0UtMW4Qvhg0fXs9W667ErtsO4pKLNmO/PQdy+00vss1ON/CbK19kvsZywQV/pVAJ8RobdYrQmHUy+yi3Y5L1cT0YR+piiBAjcDanmF8keuZScX9TQq10rgfJdK3GkdG4fYHaGXCbXeQUxYGi8h/ElPhYH0m3yrbCyXs28vLPtuK2E9ZiaLaCk10mUwueT2QMoihub/R1oCD2S/LjxJf0cX1EEoB1+hRpsSvO0y1qjkymp8jLgOTrunb1nKa5+DcWPFFp9LjnOGq8JJH5gFQXdSumquDgg5JvXizSQFLpDG41j8fQViTeJUqh3MSzyQRGyhOWAp58ahxlTabuUTgRLf/oIkLt0NqZPm8m/3plEhf87p9sv+/vGLXOL9n3yLu56rbnmTK3g5xNUkiOxAwZRmqtUSTXGYW/6kqYXo1o5SPyU0QyPliwJsKKw1ZTJTJGZFniPEfW4hMGLlQJ6r8bIrWAyETKCTClIuTyVFo7qUycRent94lefw/3f70kizn6NPisObw3B++yHjf98WDGvHwOrzx5Jr88exc23XAA1TX9NZGz+KkAXwbIw0dUCFzoKXQpIwpNTMXn+VS0yBV0pbJgQQsTJk7jr/94hzPPu5uNd7iEQav/jJO/fzt/+9tkZrXmSftphlVVsVW/FGetZ7hv/5DJ3zHcdehCDl8tyeBa0ZO0+Fo4vBiUjgDFI1GrYzXOCMWmQiRHAuRcGCjuICTJ4RuV0VzmpRenM7+pSzU+3VsLF5+6FkY/Qa60uEEkWYSCiKS79pJxoK2TQkcHlUInnp8kUyNDX1dHQnpqfWcsxVvrCctiFJ8QmH/Ld+klEBe5ccf6YYRLIJ13u3prU1g/S1onoEymL1mFyUTGcYdCrkO0NVPoaqGYb9cpIUe5pZlSZwcJzaWN1h5Cla+TkheS9RrYbvPR3HbroRyjN5X773ydLTa6lAXCUUz7JPv0inmI693RAooJxFizGLSCEeqqr6yTSCnXhruaKxdbicICKW2m0pk+JDJ1mEQWYxMCg5Mh1mAkUzEW5xx6By4eGqNij8GN1ey2cS9+feQ6XH/GVlx81JrsuWlPhvXKkrKWWpvlW+uuTKImYtM1+3HTGTsxclADZc8nUjnOCZdRaITc/hso+5P8CskPdT0f6nRe1BVplxZqS0o86Yv102iA8gaLwUh5Ld9gpylAoCN5Wfd0eFWiNCUwgv8+b6QEJiP6sxlCY7HuKkLHe6TQbjShJnCU9HGKOXVOK80d7S57MSzfmENdXbR1FLnsj09z8GH3ss+B1/GTXz/I06/PpN0T6j69SQwbij96ON7aI/FWHwmDBmJq6qQcCamEL8XwFJpYOaTDdBu9UGmREhkhMXHcjUc53d4lHBBpjkUqFwQyXl15gvnNlKfMpPierrHGjCPQmwJz5tM34bPZhkM59ZjN+d0vDuPPN3ybR+85npuuOJhD91iXoX0bsSJAvXX3sfhrjFkcWxL8e3pJ/ieHbrcVaucbuYkiw9rW1cG7703n/r+8yXm/eIQjTruL3Q66kUOOv45Lr3+O196fSUL9Dq2J2H5kmZ9ulOPqHTu4c+8cd+sh/SdbtbN93zzZqKSxQ6hZ5VjlWGIx8c9HqdFSEUDUfxj+epuRGLEm1gv0hqI8I1BlBXgm4PBVOkGGZa42Ae3uf1xU2bK8MQYsbL75RpJGCIUSlBQubRRSTlh8a/B08rdtOajqiZ9uwCazRNaTfrplzgNjRTsrzjmmLIXuccYdGAOuLz9LQldqqao+ZKt7ksxUYTQlKpU85c5WCgvmaLoUqKv2ef3t+Vxwxd956uU5tOcr2NAnLRz77D6Qs85dl3I+0KbMx6uvI8pm8QNfdTyM7hhNJSDSBicsCW+xRSejRbi/OndQrnQSEmg+pHAntHSmH75OfEanq1DyCE0kvi6mHbl4PAr/zRu9h2V9OGLbftx96nr88ch1OWLTPuy6ms+3tujFFUetx72nbMSx2w4h7Sf406PvahEtEWgOrzmylhtO34b1htSAlQyMcSKNdQu5SPBVeeM6CsriURNBJUcyWY+TkdX8jcQPVyyWxGJ0ces+31RwttatjFFUwPOlXCRE6jeaZNH38d7tKgLfElWlCU2IlVLLhkhRusfj9JK4DKbNbmGW4ANMsVg/SH5CLKc78/MvuJdf//oVXp8wm3yqGlYZjL/GyiRXX53sCIVaQPz6nni6PrSejxVq6xTW7bIcXkeIAxdfHtBY0ASMBPEEXdREafI08mM1Qd4bQ3nqFMJZcwhb2xjRs4HD91+dO687iKceOJF7rzqCC3+4L0cctDYbrjuI3r0a8GTsrPXxPDBGxPFxLlLmh42kkvx72uV1g1tAHHSnwLVuam/nL0+8ww9+8jg773c1ux/6J046+yauuOEFnnpxItMXdlLWrnrN/knO3NTw10NTPPytHFfsVOCM9Xx2GpFmlUZLlXbLkYyHiI3RO4odfgfdu1+WGgLkXLmsIvlVh5Dc4wRSG++Nt/1BlHY8lpKMhyMuVCVtvEkG0OgnaKCDYqWdsRPmC8One0/Ma2yoYVDfARqsKNEpJZ70wguGKOlhfQ9jFG8v4ukOPPIMrt8PRG8BT2AEX40Xpbj+I9GFnyKRqsGdXlI1jWQrKfyWshYFyxEHb8HN1x3C6mv05XdXvMhZP3qc598ar7YJaaHH62/Mp7MofbAefo1PrtJEW1nzoTCPQn4BhZyD+Xq7adGbSAVtvknYalKpRlLpHiS1uKbSNdhEkki8dPQ4kiCm8FOZYVQjnQg5dfcRnHfQEIYOkhH2EnhCYrC6LtJX7y4DdLo9Z49VOH773tzxwhi+e9NrdGqRC41l5UF1XHXMBqw/vCfG2liHHN5IHycnvlRnMBqrcb/dV2jWYtKsoSckkjq8pPgi3YkJUq3u8ANi7AfRb17MakKjE4qDRDIVE2gkU2ecHbh4nPnf8hHtSV0pGO2MA13jRYUKSO+Nxhlpp+yMaShFmzOnmYnjc87uLPfICtpFPPi3N7jjvtdpT4aYlYdj1x5OakB/jPqspNOEknbkVmnx1Kg/o5A4LcJc+Am9GeUvAUyowuTb+wAAEABJREFUlCydZmFULlF0/6/L9LkU3xhH+eX3iMZNwTZNp0ongAF+ip3WH8HFPz2At58/i/de+j43/u5w9tltXVYe0ZuevWpJpzXRPINb1Fwfijo1xRgTAx9xGgAfhg8XLsk3H84k0L17Z67IoqZ2Xnv7Pd2v/4sd9rqWkWtdxL5H3MSlf3qEV8bOYkFbl3avRYZXWw4dCTfs3MZ7p1pePriTn2wQsm7fIgMzKXr6SfDKRCYn44VC9atttDM8oWh2E97d8XuOvybC9hb/dz4Mb5cTqa7rKeo9jOeR2fE0bHUtNpHAVtVQP3gE6WSW0LXRCCQRHKCVZa81MzpNpLn5TxMlrjhXNZbt0ymPnXdcWf2JXp1afZ2GrXhh1CxMGCr1aQIjs9Ge03295Kn82EsX3byz0gerMdBNRVz0VX9CUe946ktPK02t2HKZ/uLZd3RttNrQwZz/4315/B/fYZ31B/Ori1/gxO/dzrMvt/D0M5O1iEAlYzFVYNXeaFwRBi+ZJJWpJ1s9QNeo/aiq6aOrvt74mVp8Xbd5XgprrRoZIi1IoUEuEoDDYSVgq6QDPsa56kbla+t0cdTWg6g1PQhNkRm6rvz1X6Zx4u/f5/cPT2fWoohKokJV0nDmbqP58QG78dQbLfzk5inouRPtPRnWv4prjh3NOv0aJfcwFoVQf0yvKyZLI9YYhatSplLoIt/ZSkVXwH6yimS6DqvNDdIZR4gbJ44Y8UMtlnpxbmn8mxexRgOMMFIsa7X7cH/AKIj4L3BOq8Rxo4lpZFyRAQ5lgIOEaHfHRemHLUa4U2OoehoqRkYgSlgqoWWMHnoD3ek74anFp/pcV5G/Pv4+LcUk6aED8HQaiIyHFwmkBOIkLFkM4hA5I1iWj+JCd8gPA1GZLxI2dxDMnEdRbwzhW+9h3xhLefo8qqMyq47sw57br8aPTt2Lu684hpeeOp0Hbz2OM47dnFWH12soHt36Z4VXoO7duG0sYaOv68+Bij+jd60C8TnUYl0Oikyb2cJTz03mqpsf54Qf3cfW+1/Gtnv9iR/+8lGee2sMpShP75qI9QdUOGhUwIWbVfjLHmn+fniJ3+xWYPfhSRopUNa4AxlWN9k0ABAvQxHtqAXtNtFXnZtsLba2kUAnP1XBvZlV6vqQPeBUUqtvSGrVVSkefAbFngMRmdjOLqzkYPSWFVkfU4kIRZMVLgSOTzFg2bNfM1EY8ea4seTLFUL9qNtleivZr7N6PyIZU7rymKB7BK6Rw2tTCSJ1FopfFPIyuhpH6Ck0qiIQbWqk+NfoHRnqvlQsUGhtQWzilFO2pTGTEVeiWLcH9q/lN7/Yk4fuPplNNxzJ7y9/gvETFxAkk6T7Dyas7Yef7U023ZtMqjcJvwFjtXALWWB83K9pu6usSOMV2x3ru0F9q2sWBxL90pjL/kRwOND123HbrkzPbIKKar4ytZVDL3+Fy/7yPg++O45L7pvKwb99jsffmU+nDXUFGXHcLn356WGjeHHCDH765/eZ7/7lDHU5uDHD9d8dyfZr9sLzbUybUK5Q7zaZRvoVVooU4v+1dz7Fcof4ndaGz/VbLZ55OJ2KOxZd3WE82ji65GOXRL6JoSPX/YaXF086MVPMj4zL7abWxR10T5UP8rtLv8qv+o4cIAUUtxV1Briie9pioUP3swvI5eZRyC2kLKFFMj5oxxTKQBvVda0iNask9MmkhSPgmeenUNCuMloO44Fcsx5Y33hvKmUZkqoePXFGKpR0DYHwIYhkLLpDlqilFhs+1okOl18pga6GirNmUprwPuWx71EcN4HStNmwsIXe1Sm227IvvzpnD+67/nDuvvYwrrryEM75/vbstP3K9OvXi0Tak2Ki/t1WMVTPoeIGE4875D+dK3DwnyVLc8RrNwmWpF1t9yu9r7wxk0v/8BSHHHMV+x51NYefdDs/+NnfuPf+F3l/YhNd5ZChjRUOGGW4ZNeAu/YtceceHldsH3DSWhFr9oF6HS/SgcWXsXVE6sq9m2b1aSQLp29OVsjp8CCeBnju16t3O47UHieS2P1YQr0BVKSr1auMJkpXY9XOCIufzpIcuZpaRnQ+dpt0oaB4t8+9/6zehd0iYzHGxJluXC7Spy6jHTR06c1j3ORJwrakxJV+PETqb/iQBurqPFC7wF0BSedcS0d/mPLB6ZutaJPQhg2NhtsN3foRCLFqdwtK8a/HGy3mzNRVn+bSsCH1HHnEOqR8X/IxeOKsJUFaV3ZrrjqYH5y3E7bKUI4SJOqqSPas6+al+BlZC8YqbUEbgngx1di65dk9VgM4cPzRyOO4qvBZXKAGGb3xbLF6ldobbVwqnH3rGCbPacL9ok1k0uCVmKb0t3/3OH9+fh5liQib4pAtRvKzA1fniUlzOe7K15i+IEdoDAPqG7nkiA3Ydf0BJDzR/1kIWlZd6XSk3U1QzlHMN1HILyTQxsYma0ll60lkqjG6qrMOrKfxRDFolyKskUBe49UX6P6uQOq6Ea6oryGUggeUdZUTWB+nAInQkM4H2BatnjKgfqGMEUPcBDArquPPgcfpvLaXREEB9/cy+fiOdhal3Ewq5RYJwZL268hme5CuqqO+Ty+USVgqqY0TTDf1xiisyUrffd56YxrNzV1E2jXiqvDJzhnXUDuMgvghthFownhSFqOGoUI0Q4zAoYmwmMiBEQlhN1LVMWrowGoHXHT/v8TYSeReGUPhnXHYKXPwFzbh5UqMGNCTU45fn388eDzvvnkej9x5Nj84bSu232J1Vlu5Lz1Ev4enXsDTeKx6serFgYdTSquUvBHEtVz4YXDlceGHM3G0O2odr8OyJmolpKmjlXseHssBR19PzeAfsMVev+Xc3/6Dh/45n3cnzWdeaweebMX6gxJcunWFCUcZ3josx1XblTlseMS6egPpnwlJic7Q7eS1SxVziEEGyDg+ikZPYEHZBiteLV5rEEspJyLaDz2bzMChJHv3xRs2ErPZNpJbSHvLTDo1GcuajBUiglICX29MVg0Tc8YTXvdzOh6/npabLyZ69lGiKCNA6hypL4WLfV1dkhG9kioLuf66twkrjprFhZ8URDB8RH9GjVwFYwKCTp1SVNdx1qjMardL0gNjKbUVhNsQafyhAAe4mqBMfb4eb8Qn25EnmjGHjAzpiSdtRk1VdTdljjzBEk5EktVTT01j+sxZhNpUJYf2oz3r4VmLNUZtNGgTxcMxhBiN0YgvBuVHFiNYMkpVk5xRHp/DWXpWlanJpsRTWNDUyfjp4i8p4bLip8UZ8VKpk7Z8mfNuf4+7n5lFpgieB7tsOIwrD11Fp9EmTvzT2zTPDxCF9G7UJujwldlh9eEgOyhkX8i7MYaa64V8M6XSPJmvgFSyXjaqD757J/G67RAG+SgGtDnFUaM8HL/chjRyCZY6jXBp/BsXsRqAJSTpp3D/w2F+8lRyb7xB13uv0/nOWHKvjaE4QwqkXb/bGUQm+vLG4PgmcF0YGW/cFVaQo1RsFSzUCWQObiEpB51Yz5BIuMVjCFXVA0mle+ElNRF8KZnn4fWoASk6utPGLQJOSBJZLKwqn8CG5D0Y8+4sIl2DLM+oqqXAw2TsfSlbsZTD8c3hi8zimHEpxx4XUZ76DkplKl1dhDJy5akz6dJVUO61N7ETxxHlmhnYp5r1Vu/Ngftsyp+uPIh3nv8Bb/3re1z6453Zas2VqNMC4cV0O7zdYBXYf8tT1lKv3pfG/zPyQWkguQcy3qFWkKKuChc0tTFuwgIeefY9vverB9lqz8sZtuaPOeyEq3j4UdFritT6ESvVBWzUv8K31wp4YI8Wxp6Y5/E98hy+rk+vxiJINljT3bWCUDHH31DxyC5JuZxuMOIfWDFPPDPg6qnJUp+SYeoVyFg4nJKpUd10opp04JOcPB074UVSizqw7XmKM9+lOPkVnDOakOWcTiRvv066WfRbD6e/oVMwVXDz1IF6ZKDXxnqiPTQJ4r9Rsjo5qs4yvWjt1SPLsH51RJVGyAUYXXs59G4MkQy08b1uw1nM497DtOyIhiU8sOAMxjI7+fIKRT6h5n/HggUycJaRg3uy1YZ6Z0qIPhU66SgWE+DmflNXJ+ed9bjmSwa/oYYonSQrcbsKrq4LPwCjcS8Bq7gHCCkQ86Y7qtTn8NLZcuRjjKcFyer8FOJuFTXdAIc40ia5U1O/hJ/oS0EngovuGsf1r0+grPmINtBbrT6MO89eh9aWAsfd8BpTF+bi671azfFrTxjEAVsOJJuUfIj0w2d27v+UKhZaKBTmisaibFU/vZH0xCZqcCc5Gy/ADq1ZzA9x0KgvkR+pzJWweCz8m3NU/VvWNycZ6V7e6D682KajmO4eg7nzNSksQ3rXMqhvgC+DzjQZ8ikzMe56hhXtxMElKMMSQZCnXO6gnG+hmGulmO+kUurCSTUVHxN7aYXvTdr9pkgqi5fwidxO0FcVB57BWkshmYBslWiO8JYuKKFEFGK9CNKeGoTc/ue3CEOfpTLkk119bRXbbzGKtN6YyhOnE5QKqixc+goZhhCvEhB26Rg9fyHFqVMojp9IaewEihOn4P6NrMYwz+Zr9uOUo7fm8l/vx51XHcFfbj2aW3+/L4fssznDh/Ujq+uGpKnD18IobeSLukgIQsdAhUu8S7eVC4zRKeP2+97grJ/ej/tXefc/7BqOOOoa/njN07z+9mwKlTS9GyrssEqBH23scd1OJe7YM8f9e7ZxweYlth7m0ZCKMDYiHVZwV1TOYGBMTHqoDiMj7iyGUItBJFAOaKEgdm6KWFFoBODaO4iL9HHGg5YWZMmUcj6ksmCG6nkoRuVv91F45I9UHrmWxF//hHWN1b+jQYcb1wDK2mi4mIyRC1wVB5ESlYpOVs0pOkqirOLpprGVOfNyKlm2N8aQ1Jvcmqv1xk+V9aBtMOUIN143xNAavGyaSJujqJzH5AsiydDtFMYVFeKgO/er/LqFNdAi4WmHH9o0e+2yOqNW6kOE9x9kFDU377j/FWYumE9kktje9RjPumFKLrFnCT+7G2tMWtCJQfHFY3T8Xgouu7vyZ/wGtLQHdGgB96xHr7oaRg9uiHEYI6SyaRVdMSWSvTBug6mSplyZn900gSv/MpFCsaKcChut3J/Lj12D+bkip1zzOm/pXQgt8GldoV506GhO3G4o2YQl0oZLDZbTa3SyYe4WpVIskUr1iN+WEskMUUL6Kp45sXvih1FVeWLQXIgI1YfoV5kiYAKBy+Mjzn4k9Q1KOFIDHcnM7FaQYQnF2F7pkN8cWcWzF1tevNjn5H2z1DoDPL+VaGYToSakY8AXHYYR82KGiohARrjsfuOhq5liZxPuRFLR9YifTJHO1pGt7kMy2xMvVYvvZzAmISF4i0HsdRJCgnChA8Ujabeproo1vVQoKOym2qjcQSKbIbARf390Om7T8mnjMcaQTCY48ID1GDWknkSrDM5702FeE1F7B7S0kps6ncKbYyi/9QyW87oAABAASURBVCaVKW9h58zCNrUyskcVh+yxMVdffQiv/us87r/lJC768e4cvd/6bLreQHr37A1SNCu6jSPEWojBgPrlczo3YrEX95Ae0KyDWsSitg7+/uw7/OCn97PDdpezy95/5NSz7+HqW1/h2ecnMn7uIsoly6j6gO+tF/LE3iWeONhwzc4VztigzI4jE4ysN6T1NhCJtshYjCa1C6PIaPKJWBlQF1ESjUAZH3ixXHmOMpW4ClgVunSIOz0ogVHS1XNxBzZIkPvLFeSnT6HSsQD72ksEbzxNrIuqSyVHadEsyvOnUSYkFOoQNz0jfV0F1KcMA6jM9VemgMffpxU5/clatrypjt3ur+Jvk5MaS4m2zhKP/XMiWmfUXo2W4a0xbLv1MDKZinbJ6q9QUm0RoG98GssmdTKpEEnJIveeJ+KMG3M8dkebk5AL+WqdmOz+PTd/fmu80PXOVvOtozfC8zLiTDf9SwhyFDYt6OSeu1/HkZ3UvKo01BJqHJEAgVlSOQ5DfR1ECpfAkrSy5OP6rkjxz+qNMXrQrvD02GbRKt4mUvziyKEMaPAk50gLRgeRYr6fRAHOeeowL4Fe+sQMfvePmRSLCbUNWX/lBq4+djQLFnZw/LWv8ur4ZtAps1pXlWfsPpyTd16Zoh9065pD9CkQ6aiUyy8kDNupqe1BIqUTiZcA0ew0TxqIEeciB5IBi51xC6/4iGNwpEwXurRqK/UR343nI1lfb8LR6iZc0JnDe3cGlbYcvhR9aJ8k95xfxfEHR/TqFdLYJ8VZB2ZYd7V6kmGBaGEziQ4ZUjRiCejzjsJEaq/dbKXcRlFHQgeVoAVjfdyKXpUdQDLTG5vQg58e0iIrFhrjekVkxuDGsLR/oYsLPxQaqYtfW01cr1gmpZ2jkXAiCcnJLsz6IN9Rns+0eXNYHueJhqGDq7n8ur0YOqgHvk4o5v0pRG++QzBmLOk586lJBvTv1cjWG67DRT/ai1f+fg5vPnMWN12+O0fsvD5D+jTQoAdg9yunnoyxFQgtxjjqwLDYuYjyFqeWK4jE1ygKCbUYV4KQrkIR98+2j5k8hyt1V7zHoX9k9PoXsed+13PVdU/z/uRZdHR0kbIlBtVE7Ldyghu29Xn5hCJPHVPm3M2bWXNQjj5ZQ43mhHU0iUIT0+wSVnRJLjGdplsuyvkk/6H5oypL2iv6Ie9yHXwoC7e4hK1anO+7guKfLsQ8eSdE2mWqX1fXgasf4WL6igeq4LIIFHe/zDMvbxi/MODy1yL2v7eW1S5P860HG7j93YipXZEWmCQ19RmSKRmrSshb42ZId4SLiGU7w8gRvfEqVdpQlgjFc7eYLmlWSYqmlMVq0+SuPnUERwJaNsqvolS6EujElF+4ECPBHLjfBgzpVU8UOv0RARq2KMdBIH169vlJvD++jZIHiV69SERaKDWX3HxU7XgTIDQu+qng5OnqOtyfWvljKlhNYNfvzc9MpqmrCDZko8H9uPjw0fSt1yKid9ZkIqN8L9ZJV1fDwdkCt6hc8Y8JXPaP97SRLOKJkHUG1XPPDzcBU8ept7zM6zMWyV5AWhvIM/Yazvl7rkM2pYET6YdPdJoBVIraXIYeqWRv9Z1FpMaAnBERS8au5FK/JM+VL810EdX/uA6tK/uyYXnwO4a6XWBULBLOmk349jjyXa30lMKfsGOKJ36fYMvVEiTFBY+sri9SNNaG/PzkTvrVpcWsLoruD+h0RWY0UZenz4/UkRKHlQKlQis59VvSvbLRDWhSC0ciLSXN1ukUkgLfEHkBbofnaDZCYsRcFyr4OB6rxkd93C6ThqSg7Ol9qCKlF14hcjyopITN84iMx0NPTMTh/SiG/0wZTa8kGTYcvSqP/vUYLvjJLhyw/3rsvtP67L/bupz9nW24/g8H8NiD3+GRO07ku6fuwFpr9yad8TDGx7r7dAsm1iDklMAodKDgM/pI/FzSJCKgQolpM9t57Olx/P66J3XyuI3dD7iKLXf8PWf+5GGeemEcHZ0F6morrNevwkGjDT/foshte5T45yFd/HG3IvuvUWJIFSS0IHmkpQNJvAgcyUv66g6tAiPqBSoPjeykQFHlfwleVxHaOMqEoUd6j9CtbsZIpvwHVLQTndZa4dHpPle/nuL0f/rs/oDHDndk+MXzPk/PK5OX/g7SO9tWG/Tm6MO25Vc/25nbbjpEJ8ZhiJVMnrqIzvYKGtVi+OSR1aSSrL9GP2xY1oJSAC1I7uovBrWmQQxVWO5oI6qUFPt6fTw3pDvB3GaMrmX6905z7tnbkPYkb8/KEIKr46h0OtbU3s4Nd71Ka6ENr6aGsGcdFZ1KQ/H/k7niWn+JoI7fmtTBFU9Oo6zNrmcr7DR6JS4/YjSj+1SR8LMf27nRuN1m64q/T+KC+6fQ1C6ZeYaVetdw9+lr0V/jO+Ga13hw7DzKpkJa/Zy5ywB+dsBqNNalkcLzcc6KYaFsW7nUSTLZgHVXXGr/cXW/aJ6beV8Uxxdu7xgZaCUvOyPu7v9nzNVEzNOzX8Tl55T59dEJhtaYbk3SZDPalaDdijGGjYZlufTEFEkZYNzfSOhaxCBOx/DppLm+I12tFQvtOo4ulAKUSCSTus5qJJWpx0/UYm1axiIJxgprhBEp8qIHOSuIUwrhgxjLcBG++rDu30ySMarIkEaLa0v24MYiCP0i/3h8DLliQLi4/NMCI0r7N/bklCO24Mpf788NvzuIay45hB+esQt7bLsOKw90V3OulgOLNZ52QlpQFlPuch2AhcV5LKdzEzwIRKsmhgI69OD/xtiJXH7NP9njoGvY/bArOer0uzj/1w9wy/2v85ZOJ10yGkOrLN8aleWGXfI8uG+Oa3f3+PW2FU5cp8JmfUMa3JuSaIkkd6HGiGas6PPAyUJfwEDMpaWcVHpJHKyiRjlfipfQ5AnVgQvjvgJRE7qdckCbrhpem1vh0leT7PVwFfs8nOTkf8AFLyR4aLzHxOaQwNdpYmh/jjpofW6/5XAeuv8kbrvmWC75+W6ccOgWbLLWKhxy5OpEQcT48Tq5Tl+ooYgHnyInK+P6vTO2xO3updxYPQJr36K2jlgwNWktgBFRIR//iqtifJ3OOgFr8avonS8pmZ544lbUVVeBFmkjwtyIXagoGhSvvzWLl1+ZjDEpagf104LuaoR02wC+Nud+Rf26x6Zz2V+miK9lKprLm6/dh+vP3I0RfXtQ6RbCYvqkyNooW+0WnIVBMrrpn4s4587JNLVUVBcG9q/it0evRd9MPWff8A73P9dBOdBY1e7QzQZy8X5rUp+twhij+RyiCEtcpMWjXCpi/SR+yi08aucsmeP1kkorKHSYVxCqz47GTT73l+FWi0R65iKiV8aTX9QST/4dNmxg3FU92G+dejKZEItH96lAzIoZH2LUzgjJ1juWOWzrbDwx/EnzME3tIiYSLNsbMbRSbidfmENQaca3DToONmI97XQ0EQMr8WoLbCWkDyuolRCN0MeKrXBJL7EhUdqVLcn7+DDC6nHb6q0kxqEHvEi7bghVXTnOYGYSEKVpau5iUetCQhlTFX6qV2t8Y0lYS7VOQXW1GWqqMyT9hMbnYZVvreEjP/H4WOyMQitYto/Euw9DIPrL5YB2XVM98Pc3OPp7V7P2Zr9lk52u4LsX/ZmnX5zMpGmLtOZ3aYJkWKd3NRdumeClowPeODHH5Tu1svuqFUZrZz6wOiLlozFDZBwtjqYP0/Nx6X/P+6C+k8sHqRUdk8AXowxFguw9ukGivRDxl0klDnmwmg2vqGfX2xs4/zmfF2Zbpnf4dFUsyeoKW202iivOP5TXnzmfl548gz/+cj9232JtVhvRmz696rWbNZKb1ZwwbL/NhgorzF/YwpwFTerVAAqW4Y21bLzuMJ3sG/Qo7wvA0ekAJ3ct1lFS+EMIgvIyMH01RaH0vDhlNlFUZFC/OnbbYW1wKoAI5ANeR9K/km4jfnLO43qzsCS0e2/vWYuJf0LxiRj4mlwkevUsxVUPzeSCO2YQlR2PPVYf2ItrT96AVfrVx5TZ0MqORaI6pL46Te8e2vBpfobahDz8ykwtKm9TqBicvIb2ruLe767EgJ6W8257i3vfnqoxurlt2GXjnvzu5LW0YLRRMDHq+BOJZ6HkWimVsF4WhBvlLS5cGo3TK+BjVwCOz4XCXe1ARY9uXQQTp9E1aZoGl2PgwDy/PS7i9h+EVCcqWJ1ckIENTaiH6jBmhXEGnVDXHQFWYY9CFaftGzB6QCL+I6GO6XOIJM3u2v9JnnFZOgIWCi0U9eDueTWksv3wM1VY32JkgSyRaqmm+kJ9YAKllRenlS8VUMbn9oFnsdVZAk8oZIEivaUoFvvIVz9ZLQBStqaFZcZOaMUa12dc/LV/wngyV5i7sJO3x87kgb++wXkXPMAu+/6BQZv9lP1PvI3b75vE9HkLySYMo6s9Nu+X5oy1LQ/sVGLC4V08c0gTp61RZtU68LFY44vjPr511y6O1+J6LPevfbjLICDQZjLPvJzh3XkJHhwfcNazhp3uiFjlJsvhj/r8bXrAvEi7/3Se0av1YafNVuFHJ+3KI7cez9hnL1R4IscfthEjB2So8X0tIGnpfEWn5SK3/2sG59/7Ip1dZTyboFG7ywG9qnV5CO+Mny2jK9KkKvp+ojfGUJPNMmp4jQxXQKUzj9RKvBZ/1cpaaXo2qZjqTWrGGKv41+gLZaIFbSQ8jwP33YBVBvfUxbOjx9FlMC4q6svaTD7y5HTenzoDEtKgAb1JBEkZWMviSnzdLpJ9K5sSN+o696d3vExTp95URNwqQ1Ncc8qqjB6aJilhuDEN61vNq7/cjJd/vAnf23WYbEMexINH3mzh7KteYn5TAWVQVdXInd/dhE3XTPGjO6dx46sav075VnLbeRW9u52wB6N61OkdKRKXJGPd5JQrZdC7XjJZLRwGkcCX5cT9Lwv1x+PVcPTIjh4kKyQWtFJ8fzqFha14OpZtu0GS28+s57jdk2QzRkbGahIg1z1rjE4jJjboS7IcNkNkIlbt73PuYQEJKVcyVyKcs5AoqNDNVtVf7F2LoFwkV1igHVlO11rVJFM1GJvqrmGM+vVAArLqT5Kg27mWDrpTK+Jrq7SAWWHSgmI0keL+IqVlsL10UhPf0NzSxbtvztRYlP91eNETVsQF7QYLUtxxk+dz5wNvceZ5f+ZbJ9/IASf8iaO/cy+/uep5nnlzIpUWj/7pgG1HtHPuxgE37lziJl1h3bh3J2dv0cUWw0Ma9JAeRgkqNsDJzv3iVffQnCwdjwXivcS6WP7dpV/X18nFlwELRG9ZGxz3xuGuqe58N8Gp/6jmiEcMh/7V59S/pvnTqx4vL/ClW2kG9qxn753W5LRjd6CxtoE7rjyK2685mJ98f1u23WRl7UazGG0erDUY6RvG4MAF705dyE9ve51LH5jEmCntWNkE31oO/dammiuGBx8YS7nSRaTTOp/itEdi/33xaNUrAAAQAElEQVQ3Fi+FRButmK9q6XjvmhpdKYWK5Ls68LrXcqW+eu9JESrzm8W7Cv3rajhwz7W1wZDuiVZHjbiDAxdvbe/kksueIPQSJDK6ttPmzFopq3iJeKmYq/b1gzGUyhG3PPke39ejekchh6fjxhr9arjphHXYZs1GrBcxrKEHVYkqXbUnOWmXUVx4wKrUZiqUtRDc//pCzrzuFWbObtN4LLXaIPz8kDXYbuVafnjby1z22DS63L+EYCybrpHl4qNXZ5jeamJmKQ8j6UrobtExZgkHhepL8M6cfQloPx6lhiUjQvygZKfNIzdJq2tXnvpswIVHhtxxZgMbDktrd+LjYWN+dGOK4sBqMYnZoWSk8jAGcKeXKBmw26Y+h28VKR1QXLSIUke7VDEEMdO1c+AWmUJhEdZU6yptIF6iDqMZZ4xRf90QLY1HyouInfomMnEUXJ6DxcnPEwiXyWaItCsVeUT5CrHc0bgdak9hyiOkqKuiaTrWVz5PL5+5jbtK+HCjUrnEP994lx//6lE23+lyNt7xDxxz1jXccMurPP/SBKZNb5MylxnQO+KUDT3+fEAnz+kEcs8OPt/fKM32Q2FET6hPBPiOfYLAGvHVqhvJJualoku9UcyoHEEk4Gt3kSgoV3xemBFy9uNZdrzZsOOdac56OuKecZZXZnnMapfOabe5zsqj+fEpu/KPe4/m9X9+l7t+fxDnfW9zejemWbhwEtVVCawvsAkkYqzYYNzHgfQuFD8C6cbdb01kXlcOP5Vi1MoeFa8S82LPPdfAHcOnTJJ+2yadUtzOVQQuw0daDNfboBYrQ4be46yuJo2rL8Vzv0wQJZMuRege5TUf48RX/HH0FPN5youaNQ9CtttudUav0ojR5urfSYm0iD7+xBjGT3E8iCj17kGoU1Yo/jkmGX3Mvzf6mtKOJCTPfCHkodebOOKyZ2jRbYTRhmpgnyy/OHJVthyd5l8TF/DYO9Nl9wJdu1uO2rSRCw/ZiNq0r0Ul5KX3O/jurS8zo7VLpw/DwPpqfqM3tb1WH8BvH5nJNU+O10Js8E2FDUcluOqUtRiUqMUtVp74gZUWOwPzJfNB6vwl97AYvdsNhdrlRi2tBG9NoDRjNlIF1u5vuen7SU7bv5bamrwMfFEreCRFWtzww0GkhAMF/+6thJaVOH73bcuqIyJ8TZposgSkh351FK8BplIh17kAY5PaCdRjE0bxCGMUCqERfFVee3EiWRS/th5JHaMdRnzbE4kCawm1cy3XSRWMx+tvttLWkdfiorIvybtuW9pKTJs9j9fGvM/1t77IvkdezcC1z2fXfW7l4mue4e0pM3QX3EyfyGN4fSd7Dff4/fZl3jwyz9tHVPjV5hW2HOzTqB1UImOxyRKRDaTLJUIbxpQbdbQUlCOxsQSU/Np9JAPmfttzemeFl5oMl75l2fOBGgZd6bHbQ0mufzvivUVZSsanpr4Xq4/sx+F7b8xtfziYiW+ey/NPHMH552zLluutQk9Neludoq6qmsZ6ww3XT9clSEJyFC8M3TqJUTpA2yCFIE4xv7VDp8D5mDDPj/Zeiep0HT5W8wIGN/ShqiFJp94YXnyjJCTCpe+yvaFf38E09uihm9sAPfDEfavTuHdt8iElOryQXJPmh+bDsvGt2NJQvPAC6UlTE5qg9Mgk+fkPdgDfgrE4fXEES3WoSD6L2jq456ExdOY0J6qTeL3r0ZoJGo3RoEzMSVebb4QzJtQSGJGuwAuzcpx65QRmtLSTLlczsEeS3x6+o04b1Zx6+wTueaOJim4CoJr912/gV4esQr9MIxopL7wfcNTvnmfKooUQJsmmklx83FrsvG4/fnf/NH73yHu0hDrNBjWs0qcXD/50XYbUVktzxODQUi53EQaS/5fIGvulc1xjwWjCuN8ymLMIf+xUgrZmamrLHLVjHXf9wmOXTXwS1k0Zi5UBBSu1EGXGQURex775LSHT58NchW3uV21lqIyr5eqomvNGYvNSFa44Oc2Qeu0A82UKU2ditJAEuubK5xfg60SQzjSA5+OMh/RToXHNv3pQt37PeqxmVFSW0unIHznrunhciao0ka0wSY+U02d1In384jQ6ZdLsC6ISJRmsmXPaeOK597n0mic47bzb2O+oW9l57+v59lk38dfHxtLWnNMuqcI6fYscuXrEz7ey3LxnyMMHe/xpzzJHj5aRa4w070MqOsVFAhMRGwEFRDIIkdFAla9cTXlwn8hlIadKVoADJb8qr+5FRoSNIqIyzOoI+Mt0yx9ejTj1n3DAPUkOvCvJhc95vDSrIl5F9KvtweYbrcRJx27F7y84hAduOo4nHjiVGy8/mAP3WJeBjfX4Gi86gaFNgbWetjgWQp89d1uXl18bSzksqF/1/qHxGuW4cRt9QsH5t71DhwzAgIEDOWL7tbEqt8aigKrqBJutvxKhFpQrLv8HUZhhWS7uRm37D0izzrr9JReD6SiL3cK3uKFx9KaUluFDp3rfEeE6W1y+NPiSIm62F3UCY3aTdt9w5GGb0KdPPZ74p8HTTYrkJKo96dLrb0/nxVfmYDQ3kr16K/RxzriPFCvqbuBSXztIvRDZuA21A6NH0yfGT+V7N7zP1JY2IvG+bw/DJcevz+7r9ebC+17nzpdmim4Pq/vHfTccykXHD2JAjxoIy4yZnuOIK97jpenNBBqn1dBP220gvXr6XProOH51exOL2nXV78GgxhRn7b8q9VW1IHtXKnZB/J4SC1h9rHhvVzzKDzBGcTTSylig4Ha3M+cRiCkDe9dw5Xfq+OWxIUP6aHBBSCTOm7iB1MsgAUAhgNueKrHHDzvZ9swSe51dZKczc+z8gzwX35tjVpO4qTaqrp6cwoGvlXuDlQxH7RyKhyWC5naCuYsg30yk571UtgH02BVJGMpQR3FTfb56b9SlbajCRlaCDgn1lqIs+SgGL+kT+R7F0DD2nUVaUArK/yze8UQg3rpWDmtRu7e3Js3ksuufY+8jrmH7va/h8ONu5ucX3s29f36DMe/No1N611hTzU5rpLhhV4+/HrKAu3Yr8esttYCsFbBef0PvlMETXRVjsQqFVkbOiKsViAKUkEwRi41A41OJ0WRHoaPDNVHUeZW7XL5aFwa8u8jj0rer2O8Bj33u9fj+X0v8/JUs90+q5v2OlPQvxYh+vTh0z9W5+ZpD48XDvYH88qdb8a2D12XddQbQ2KCJ7kmHNWGtFS/ED4wHLpQ1tA5UftAB61OotDJlRhu4wTsm0O2M6iBOCAtvz1rAQ8/o9K77wZO3GkK22o9LVQyeJVvlscW6AyFI89ILiwg999DLsp0x1OidZORKfbV4Jgn1yE8QCaWJ2xkZNdyv1RmL0a4/iHfI3WVxhS/9Ix3VHC3pNqFPQzXHHb+Rhmpi+kQSzhCrhqiICPSgd8UV/6RZSlpKZyn376F8K1D9xXqOWnYDX78TTUZAhLw+oi3UfH9mfAuH/e5FJi/UZNN86aWNwi/2G8Tua6zC7++fxFWPTaCso6NEzi5r9+fy49ZhUL+Aiq4xxmtz+VPdIMyY3y5sSfo3ZHG/AeaXKtz7z9lc9uAkcpJjxXjstFoDa69URzJdTSTelbWxN+rPiDMOFKxQ7ySxQhEuQRbbDpnAfPMivFfGk5rXIsMTsPkqlueuDDhgY2jIBHiVpJpYAhsS6dSBKVMJfd6c0sXGJxc5/lcBz7+RZOqCgPfbupjUXOKtSV2cd0PEZme08NcX8wQlS8XIiIm9qGNfC8apeyXZYGQFWylRnjUXnY/x0/WagEmMGG2dbNXz1+mNaI1sgrKOpUjJku1LjIMWVZmRii+RZ1OUiXjkifdIUlluciPVLer9Y6GuT2bMLfDQ39/g22fcxui1fsrGW17G2ec9xONPz2D6nClaQJrBr2KdxgQ/3qzIv46Yz3vHFrht+zx7rJZjFT2Q9tYddVrbIavrLpEtxSa2i/qKJplC0w0RIe5Ny8nTaA/laQhpjdFPVlEzdFXKe+yH/dbZVPUert0yOFyxfVU9IfpSfCmArnKFWV0hD0+ynPRoHSvd1IMt70rzs38F/GuOx+yCFhA7lF41SXZafyi/OWt/Xn76ZN5+6Qz+pMf0/fbcmFHDejOwsQdZP4tsNJEj3lGsRKixRjilsi7nI2C10PSuriEqJPnb38dTkjEXt5jT3MWv73+D16bOw/0CUEET/nc3v6+78E5W7p/QjrU/WeNkHgifw402SR4rDemJn+qkqdDK1GlOO1S8DO9aJqXz6w8bQG3SaqMbYtybnQrcEALthG02IeRGWhMQ5nPCpkJ9vwrvfiGlMm4mnk4cxx66CSv17YNjZYRxwVIohSGvjm3m6X/NFK0eVUP6kTAeaEE0XwWhn7OP0BFnIroV3iowBLJzby9o5aSL32bs3Cbyfp4q2adz9x/CLhv05ryH52phmEA5KJPSz5ar1HLlMduysjZ6fhQxp6Wezo4O3QpafF0NZt2/y0aWnDYYd782hbcnzsG5Gl0fbrr6YL3LVJPK9KCiZ4euzmYi2UUTLyyiy1VcQWBXEJ6laBzvHAOjQoFg4kySUhR3yurbG84/IsUdvzD0roaKF4K02dU3MqYo7iZkWZPtkbfa2fuCChNnl2msr2K7bYfzg1P24LKfHMJPztiXfXZfnQG961nYbDjitwG/e6aNSiUh9TMYbWmsJnhNbZFfn1RLvwZfO/8yhbYc1q0ikfpFPZmlJH/OyIpqZkn0bNScMAS5onb9UaxwoIlvwLprL43n+Rdfp73ZGRaWy02d3sQFl/6d/Y+5ng13vJADj7mdG+99g5mtTSRTESs1wrZDK5y6rs81u6d585Ayfz28xOnrV1i5MYOJJ4C6MihuHccUEe+UH/FRFykvEI1WMvTF30Q6g+07gNTwjUhtvifqnKqTfgl7nULtsG3INg4ht87qGifC+1Fcny/lKBJtMTbt4kSz+y3LNxZF3DfF8qNnDfvcl2Wb69Mc90jI3RM6adVkrM6g97Z+7LLj6px56k7cfv0BvPjED3j4rmM4/ZR1GD2sLzZSJREllBgtDMaz0qMEVhlGoCJ5g/tBXz7GGWNIeD677L4+EybO04JRidu//H4T5982jn1/8hIX3z+Wf7wyjddmtVLM1LLTBiMY2kdXFVhhNIIP/Gqj+jJkQH+NtsA99z1PScuA48AHNT4ac60drLdRb3r1y+EREuUKau/qGSIj+SYTSnhQMQQdnRp3+AmjUbUV6WUcC3MWYoxhQJ+ebL/LKtj4zq17RIYPfor5Euf84CEC32D1NhXKuHrOdoBq8Q11kWgzos0QaW64lBLiryERphjT3Mr3rh3Lq+PbkVZQJTGcd8AGnL5bP259bipX/G0ybdoYOnu5wSpV/O609dhDD/bf2bEPq/TtSUWy6xRf5i1oxxjJjoiuYoWbnp0Ry7mUCNl41SzpRBJrkjqpVGG8JLn8fIr5hYSlnOZhgIhzZH1hsF8Yw2IErj9R2AAAEABJREFUkQulHO5X/wotzZTGTyGcv4AwLLHdqpabf5ThhH18GtMWT7uKpBTBQ0wWuKaO5UQ+MxeF/PTakKYFSQY19uIPv92HG686mPPO3YqTj9mcs7+7LVdfdjA3Xrk/W224koywHrWusjz8dAeBBIbwGYGNqthg5SS/OjFDdTKDbS5TmT1fBrsslmtB4ZvholDUyrLJFmtRlGDLgQTcTZvjaSUlLllDV6HMhEmt3QXL8Z0+s41rbnqDZ1+ZQHPrIhqTERsMDjl3I8Ndu5a5a48SN+5S4vzNInYdVqFnbUhSpwxPCppAfRrXifgkmRpHnJKhDJE0T9xVQj6uotDl2eo6kqNGkdjpcMzex5Pe/QTMrofirbcTiX5rSbQpinq3qcx8D/PEA5hnHxceN8IYwWf8fLSd0yJE4+QOjzsnZDjl8RTfeijFiQ8n+M7fPa572+eV+ZamMEGfvj3YY5s1uOhHe3LHtYcJjue6Kw/h3O/vyC5bj2Rw30aSyTQJP41nU1jjxbS5iRKP1xjk8axRGUudcnGwNONjIocduQ7TZzTR3qKTqIaw2pB6Vh/Wg1adnq585H1Ov+5d5ul9I5UxnLT1YKzrNMZj9HWgQO0GD6pjyOBq6UmSN9+dq12s5MTHO9cqBslx4KBGaqv7i04hKZTQV43iUnALiq5YLZZyVw7jHm9V+mV5iQsHlWIRs6BFGhex5cYjGD26n8YVxTQafZcAETz7T+28x84i9C2mVyNeIo0xjmIjqg3fSGciPNFo/ATuukm7WxylysYTwTYKeW/mAr577RSeH9smvodUpcp8b7f+nLLDmtz23FwuunesHupDtbNsOLIXvz9mPY7aaQDprCXSiePVifOZMr+oUw8Y213vnVlFfMU9nUL61aaJnRhubJJUqoZMuqcWtSRFnUbzuSaKJdkWzU9HW1z3c37s52z3kWaStZS6JHNTojBrFox5n7CzlWqdQs45rMxdv/XZZFRIJhkQmQSRWGO0oDhAcXFR34DQlrn4z0kmzzTUVeV4+M9H6TSyNj3qGkA1TFjRG0lAfaqKbTdegysuO4iROgou0q3Arx4KmbggJHZGGaakHYDPfpumOXjLPKkoD9NmUGpvJ5IRt1Fc8+v/2IBEygdNaBOE2h2KTk1+J1indPgeJuEThLXc/cS/CDTRI5V/GuHDV+rBsGFZEpHPlsMSvH1CB/fvW+bMTQxbD7eMavCpdkpujDgLkaZkqLjegomMlg6B9E+Tm7i8++uTqPiko4L46ZHoM4zUNtuQPPx86o76OaldTyGx5haYgStRqe1DLlUm1yUD8Mo/yd1xEcWrTyf38JU0v/d3wq4O9WP4rM5QJrAVyn6XFijLi3M9zvmnYfQt1Wx4k+Xbj8F97xR4bUbIdJ1gS1qIVxnUm+8evwNP//UQJr7wU+678TjOOH47dt5sDdYc2UDPTJakxv9Zaflo/WWPxRjDyAEDmDh1NlNmzseJcGT/Wh67YGsO22EAYhhtnUi+PidvPoyVeleJomBxFx/CrWg6kaFfv0aVGabP7aR5YV5yipT+ZB+qXULXlqNG9I4rGe1iWfpmp0Kr7PqkCKgQ6n0i/s/flPWleZEbEeAtbNI7cZcW8Dw/OGN7alIpvCiBkX1Y0ncQFmnpbOLKB57A/bKCSYk3vesIZF+c5i6p900LHc8dSJCaxknQux1o4CLUzS0Xi/CVk2ZGUwcnXfUET763kAIl0l4NJ2zfm9P2WJU/PzuH7133Hu16Y5KAsGlf8zqBEb6Zs2fz4+un0l7JE8qWGCGNNGNzRU+nlwhP9jbtJ9WjwXge1hqsp7jyTLoOXw/2oWxMUMqT62wXiQFfxNkv0ti1dYxxA/O78pi3p1CeOQdfBn30oIibzq3h53v1JiPr7QZqYiVxXVoN2UCEQhY7w6Kyz1+eFh4TcPppezFq5d5o7LS3F3j93ekUtRqHUUg+r0FbtEur5zun7qD1yGPClBR/uM9SKhmHVjitwpB0MuTb+yYZMUCGWYYomDwLdB0XakaLAtX7er0RB6yfwGarRK8G5R5EQzFmMVlGCkBKY/EX8dBfJtOl4+3yLCh9etUxdGB/7UI8irreSGu5T0gO2tIQiodIIEZpxy0H6kFZoibu2sS9G014VxYlfLyaekzf/njrbkh579OxJ/+K8IjTSa51AEGfOiJN+qCzg3DhLKLxY+Gv1+P/8Rckr7mY4nN34E+fodNkNVoZMTH6+IP7OtDg4z67P5HmYBiXWSlYKFlp4870dnhpXpI/vplgv3t7sP7VSfa9K8m172aY214ilUzTv3cP1lxtKEcduDE3XHEYY1+4kNefO51f/HhH1hu9BomUeO1bnTAsxti4OyuCYhri1JfzCcOQmrT0cHhv5iyYh7rEqvuaTIZLjtmE67/fk6GDDAPqDT/bf3VCWaLIzReNPxJzdBNMKNmEMiJl8XrjzbUwWI/psxbynnbtn061wSfBCbqHN8Lnlct4JbUSTn3lFalOKqxAqQw6KVtlKeNL8Ub6WNCOuKQFxd1q7LbT5owYXiUaDUZ8+XCnjvI335rHG681y2i2ku3ZA+slUc0PV/vGxY2jKJafwfPSaMiCsuiOJAFiZ6XbLpLUnGztrOE7N4/hsTHtuDnuS0GO3qw3Pzt8OC9MnsvBv3yNG5+fq/eRZl4a18yPbp3Atr8cx6KgjA09tQkdqlhP6muyWOvjqbeC3susTiuYkMjEVIELtZAYLSzJRB3JdA+MNbKtCwnKBeH6fML/N9HxmVzkaCtV4r9Kr4yZSqGjlapshZN38bn/vCx7buhBukRCTPM0YKegRoyTLcOxNFIkirnsEBmef7tCa2ee3j1r2GPntSHwRU/EjGktHHjglTz6xDge+MdYTvvuA7oD7BSzfA7cdU366a65op377U8WuP+FPO5BmJi4CId59SFpfn5YD5Lafoe5Lpi1QHatLHMp9F+3F51uh+BVZcGIWi0YYgvOxdQrEWU87TYSdOTLzFvYrmqq5yosAzwxe7VV+2Ak4aZClkm5OkIrhVIb9w1jvkdY4TdCFwORSkFZ2KpqwpVWJrv+1iR2PIDsXoeTOvhUkjscRPWINUlqAfQL4vXcCYRvvEL5ifvp+uv1lO6+lPChm6iMexPT0aHzREXK6VFKWE2qIlY/ngylwcS9GemG68/wYWe0UyqzoK3Ak9PLXPoKfPuJJIc9nOXAB1L87Cmf52bAvGJETZXHxmsN4vjD1uHyC/bizquO4JE7juOaKw7i4P3XY/iwejJetdZkSyqR+KATTR4cmA+yvsyYlXFIyWBvtcVoXn9jHhI7kX4wIbrhYp911uF+XededeL6BDVdKvEkIUsg+kKlOrvKOvjP5qa7/8XZF/yZ226ehKdFp6OjxNSZc8ExkU92UgN84VpnrYGaNyGhm4/amHUbtFANJXvPYtIJoQq0+OfwI+V/Cl41/FxeUxF/XjO2q0CDHpR/ceFuOqVkwCmsFS0O6HZlLXC33voaTYvy2ESWrn51WOkQMWhQ3dW+cV8TD8OIn0a6b9GHfEHzV5sCQ7eTCHFQ9gKiRIl5kudZN47hnn/OIy/hW5Ni/81W0/vzarTlypx7w5vsc9HLHHDZs9zwwjRKWkw86ZDVfCJWKiPehOy5eg1Evstl2oI2NKEkc/WBtE48jowhEhGunWd9vESKTLZOMshqA9pM6P7TNTQAPpuzn636B7UdMWG+QGncFArTZmErRfrW5Lnu2x6/OraWEX0TRCaQIdRYjCXS0FybJdCNKfogUMG740PKUZbhQ/vSty5LJEY5Fqy6epZ9Dt6Qk097kNN/cD8rDdfikE4R6Qjn69F61ZWTOlKGWmSKfPfKiLd1ZRZGJYRAYGU3PHbYvMABe1WT1J0i8+bj6eERHPZuEr7Ob+SEW1UlRRAVZQgLol206ehFZCNIJaV0PrmugOefm46b56q5TG/0ALfrlgOlIIamrpD35ncRVCxCqHbSJH2ViL9LPkGyiuTq2xEcegRVh55D3c4n4W2+F96q61DpM0oGpoaoaxGld16h5e83ULjpVxQfvhaevp/y+NeIZk8hyOdBJ1RjygTWiG4kBtMN6t5IDxzYyH0jGbeKxh1p0kXk0G1pi+HGtwy7PFDF5vdWc8TfMvzqZY+H308xrrWLfCnJgL59OHCfNbnid0fy9D+/x923H8PFPzmQow/amE3WHUhjz1pCIhBfWeyMcf0tTnxNga+T0ahBPbjvkZfIhfNEYx5pp0Ko+IbB/erZdq3BYhiaB20sbG3jsSfe4Ywf3s2me/2a3Q75HZf84Xk62g2nHr8tK/cfSKUC774/h4LeYTTiZY7MqLRK1yWrj1gdggRqhCyHOBWoJMJKXkbzSQGFBQspeaHyvxzvaSNqpy/Csx7HHLQFQ/pWqSNf4Kh0I3Ege0CZ92a08dAjE7SARqSGDNRcT6lehInnSKT4N99Hmo/JtPQy6JLMStJ3cAvJEnCjcCN3sLA9x3l3vsX1z0zBvTs6ruy6dh9+dfRI+mar6dRVZVm2UUuDBh7GfIhMhFukXfsRPRvYb6ORBLpC10GTJ8d00KkNd2Ss+vWINBcitbKRmsu7NsoClSfTWZ1WqikWOyiXOwllLxdXY3mcegiXp97SOpHrXSts1NRM5fV38FsXkkmU2XDNNI/9oQ8HbFJPWo97iGBMqK8FTRsU+zTCwlKehO64jEaqtQLjmKQd7KTJbbz26hRKwrfD7mty/Ckb4xmDUZkC3K9EBnpfMcbQXMhxxu/a6ehMAkbMg0DtMomIK75tGD04JTwVGcAZpHS/bsQwQ8jX6RxfTDaLrysRIo8wV9Lk6aYo0uxOZDSBPENJp5d3x86IhdxduqxvxFprrkJ9uppm3Ze/t8iTBlvEMmKmfEzTxEHH4O20C7X9N8Rk60EKFsankGlET91G5x2/oem6C6j84zr8Ma9h3RWXyq14HxFJyiZuow7EeYNT8lhfcDn6EOhjVAalMKK1AHM6fO6fEHHC0wk2vdZn61uqOOeZkJdmWRYVk7j78t49+rHdhiO56Aff4vlHT+WdZ7/LzZcezrH7rsGIQX3pXV9DVUo8MgZEs28tjqcO+AY5I/JGjeivk0IvukoW3K/MhwrEi5x0cUFLB2+9P5PL/vgmex96B+tvcwlHff9uJkxo5aR9t+KRO77Dq09/nz/+YRf23nV1TjxxTay3kKf+9TYt7Z0yvZ8+WCvun3zqCDztiCsdWvzFJCNY0jKs00bNcU/Xwm7+xZIT3Wq2pMoKCbt01VXRg3yP+ir22Gs1kvh4rl+HPbLq1gHxNfcvLvwnHfoJJOdSryyh6AlEdKh57ar/d4DB+im8ZJpKMYeVgXenLAfmQ8w1yEkeeS0Gl9w/jmuffV8P5mVt5qrYfLU+/OnbazKgrp7Q4bEJcUy6Ll6oVRxvqPH57j7DGDlYZV7IxEVFXhjvbmRCPGu756jjrxrIzP57zy4XP5nBCne52InVnDsk6FwAABAASURBVDVLJrFKP827G49Pq7O4XCbDRFRkQMKpc2SQp+MFOfo1Jjj3sBQP/yJkZN9QG5+yBF4h1PAiER4zSClpSEy8SwvNYpwfDYYNrBWjS0yXsnUUig4DBe14r/njP1l9xHAu/c2+jHltBuPGzMUTbk/W0dOCMGtqjooYsNKAJNZYxky23Pp4RCGI1HNZRlQQWDLFBL/8doIBPQyh3io6ps7C6DitCqIt+igxX3HKJnyidFJsktHVttMqiGSBHK9CL8KkPcKwzOTp8+jsLH0qdZ4WopTuSNcYNUB1M0xYCNrEij984ljtonkwbwZdU9+h6+W/0/SPW+m87WKi2y6n/PpzsHAaSR3DKzqGY3S6iyqEkoEDwlB4Qwgjyc3EEC/4USxxlUXoBos35ye4dzz8/DnLoY9k2ejWDEc9muTOtwPc34nUZSJWGdmP/XYZzU9P25lbrjiEp/56Cg/dewRnnLo5664xgOpsCptQH56HBwIr/C5mQfI3xsMuzuUb5lZaqZZ+Ays88fhspkxr4h//GsPl7l8pOOtWDj7sek4//S5eeXEOm264Mldfcigv/PXbPHrXCXz7pM1Ya9VBpPwMCXppdLCnDEcU1DJnbpL2llYqyzFWJ5N11h4l8fmg7av2hqC5FBnx00SECY/4VFwJqejt0sT8NBhjlgP7sqtEQhGDFpK0TifWRGy9+VBWXa2RyBESLW6veggiSfHll+fwl8feIDQZTK8asjaBssHR5bjgEPKFXNzYde0gTiz9uBwHSzO+UMRhSiR7aKwlSqVFGG3EHEKxQUMKY3DysZq7oQr0LM0lf57O5Y9NIe/+/S+Nd72R9dz3vbU5fONBrNyYpdZmcZup4Q1pdl1rJa4+cS323kB9aH5WbIHbn5jK2DlawIRPgo55Z1FfUZyKc+OP0q4wMgZjfL1HVqlCQNn9IkBcFtf61I9Fw/i0WpFWqSgoYZtbCMdM1puJDE+lk01GJbnjh9V8f+8EVTrOWxkTGxldYQjrEiJkcBzDcM7lOXDxj4HN1w/IpgxzZnXy3Lt6xA19qpIpzjtnb373q904aOc1+OF3t6ahrpcGbalowXjqjQlMnttMWv2fun+GHdeooqszwcUPlnh9WqAjYxqzmCYjJm820uPIHX3qTBbT2kJp4UIi3SG53fTHkPSVZVlPoqiqBY0JnUQ0OPVtiCRgrYWYKk0kL4H7pxdmL+wSzctgpFrG3sBRx64NJs/zC7O0aiJ7tswnuejJv1F45FbM3+4geuXvJCe/je3QA6EauF1hN49CjBTS6Kvs+BsZ6Z4DZYQahhFpiSBBsmKYpeuZWycm+MHjRfa8P8vhDwec/pjHVW95OoUEdJRKeohuYKet1uT883bnvjvP4J6bTuPaSw7jnO9swx7bjmal/rW4U4dBiNWj0cQy0lsbp1HnAte/QLHYfyga8yrUghcXfIWfSLofaCdarpQIwgLtXZ28P2k+Qa6a8372IAccfT3f/ck/eO65Gaw2fAC/On8XbrruCK678kDOOWMLdtlmJYb17RlTHDmj3zaecsfruH/gVGpBn9oe1DVmKGhT9PZ7ebywK667rE8oY9W7T4rB/RvRdMC0l8QfccuxVg09zaMoo8VGHZT1xqGsFeu1AWRBkzZ7eeqyIScfsQn1Op0HkqfTsQ86C+kstPH7378sbZOkq1J4jfWyLSbWANxXPGEFODf0yNkA6UhYLlMpdeH+59ZyvkmyaqaSa6aYb5Fx7SK2caE6dY0ULL93DSKsTelKqZGKdKJSWQDxoM1H0LiaFQ+0d6OrGHDlI5O56N63aa7k43qjBtRw4cGrcefpG3DP2etz3/c34qbTN+IPRw5j8+GNOs2kqEQprntsPLc+O4NAG1SH081TlsyZGNPHfFQpEm9tIomfylAudRItXvg+pvZ/ZFnjrJUQCE88NhcuqRUpEhIQ6OGnMG8BpbFaTPSo7fuG03dv5KFL61h3VUtGg0+ooSc8jjWRCbERSkGoUJsdHARhdxo5VScysj6KL/FDG302W6NLE6TCD899iOb2dqzuWPvo0T2bSZLVg+Geu63DaqN7xE3ypSK/vexf5MshIweEbLNGmZt/AoN7Gua2lTn1j9q1lSPcbt/R5RpVJwzf28syZKV23I6fmQuhM4/IdMVfCzjaNH9J1deJZwlsRdS444QC5FxgdbcdaiBTZyxiwsQ5hJoAKvpUv8uOa5JMZlmUqzC/s6hrEdfbxzcLNJGi9lYiHcnVQbcMnYjUJJaXmhlxStNbdIJbOJALF4NbC92pcMx8w09egTVv91n7phRn/SXk+ndTvLPQMC/vUdG13tDGOk47cn3+fvexTHj9XB656UTOPGFnNlqvD8MG11Nbm8Hz1Lk6McbgWQ+jOEudiBIt0qilOVGc7k6WtFAtWtTEjOmzWBhvGhwXu8u+1K/rRhBJ8ctS+EW6Frz3r29y5Gl3sMZGF7HV7r9n3KxFzJlT4OLLduKVv32HB246mrNO2omN1xnKkMGNGnsCX2O31mrMFq0B2Pwkwhn/IJr1CGHX5DgvRR077rkmISWu+MNLMiQ61rJs5+RXW5dhm+364uI0dWKM42V3O6M+0VyLy/SGYzUGnPC7i7/Q1+gUkhetpeZWjIzUWqsMY+MNBuAZjdP1K+yRRqOACMMrr83n1XenKFkmU1eHp4fjsmgxAgSh6pgvuKhEwmN00g6CDgqFuRRyM3W1PI9KfgFlLSLFXKvSLQSF+ZRzc+nsnEE+P4+w3K4xdPM7wopGBwo+zcs2eok0iWRfioU8heJcqbA2eaE4LkBjQs5E+jgv0ZSDCtc/M49zb5hAa76CSNbG2zKsT5Z1hlWzztA6RvavoSbr4059uVLIBfe/y4W3TyefC4RRID4tQenQfhpEauX59WiQlMstRNoILM84baG4CCuCTRQBDhTIO6JDpT3ds5YnziQxZR6RFGLNoZYbzhLBx/ikozJeVCRU20gEIIZEaij2MHtRyAMvRBx3eYGtvgebnl5iux+U+M61JR56LWJuS4XADVIMY7FLlur50aH99KhaoWlhC4cdfgNvjZ9Jhxa0suNwBB4WT/1MmDaHn/zqAV54fqYWtIiDtjKM6JWlniwXn56mTyZi3DjDD6/vpCvSzk10obbINWRT3HhWLX2qtS/S7q44ZxGhdpJuCHxocqnqV+Y1NIIeWYwWvFCTuJIvqW+X6wKFur7CGrAF3powSzwPVPDpPq2T2NBhtRJNyMszeuuxt2qZjSRyoihaCk62IVaqYbXAWJwYuhFEtOkKboKu316eFXL1mxGHPZJi3T8l2PrODL99zWdqm0cikaDPkAY9lq/MoXuswxW/OoyXHj+PMW+dx8UXHsY2m61DOpXCJtWLrvZ840vGdIvBjdd4ilu6nQtNHO3+WqTnVLSrLOh+oFUn6NmzZjF54kQmT5jM/NkL6GzvoEXvfVZGK274JX1KlTKz5zfz1nvT+PNf3uDsn/2Znfe+mD12v5YrrnoFL1XHL8/dltefPIe3nzuDjOZNTbI/qZoEQSIgTILnJ9FSgtWYsR4oNAYCbQNKreMk83niTQov0x9lgw/7b7gaRqfOMePmUHZI+DRnSJkaRo1aSV0U8CsRQowxJgZrrGQhxCbAKxW0eJVwi+OnYV2e8kjyTM5v0c1AB2npxc8v3BVPO3Z1jBUCsxiQEnZ1FrjznldpamvGpHzCAQ24esQ1u2u7Ke02r3wRp1NJWYa9XGiGMA8y+IpgRKvxDEabZwcojvQTLT5hkKNQaKKraw6VYpcEVAHNGaONkokcbSzTRZpEiWSCTHawFqaKTkPNROWISPMe0WMINUoHEaqqlEMf8pdXZrPLL57j5ucn8faMJuY3B7RqwWgulJjbFTJmfhf3vtLKYZe9xG2PziawGV1hRggZDlFMmRufYbmcNT6pZB0VnXxD2UfrxojwLaO1NiCd5PMyqCUxxZ1WJCV58SfAzFlI8e3x+Ivm4qcjjtojyZ3n+uy1aQIvXRaPLUY/CAJjCURAMYQHn/c4+KIiR12W47YnAt4ZV2DM1Dyvje/kxr8UOeGiHMdfXOb5CW34ZbXTNBIKsB2sOrLEMdunSOjI9vybkzj8pDv42W8e49FnJvPGm7N45rkJXHbFSxx9+h1ce9tretxsY59t0hy/R5Zkskgg2GENy95beu5vBbn1HzkeeCWtxcsxwiANoeyHrDo05NfHJ8mkZZQWtVKcM0c8D4idqsXhV/kxRizwoaYGEYIpiJGOHAnRiwzymNqMwoinnx4jDfNYHhdJgXbd0d2Ze9w1wcOL1XN5Wn6ojlF3Lqmrs4W5Mn+fnebCF6s5+e81HPFQPQc/WMV5z3j8Y5rPvBxkqyzrjRqm64zNueq3+3Lb1cfz55uP4MbfHcIxB67J6JUbNDd9LVCA6IvHBrHeSxrig1Hqo94Y8UC8cIudu0bK623NLSDz5sxj1sw5TJ8+Q1els2huaiKXy0l/QxIpT+yspm+fPsLJCnEigYo2OBFdutcuMPb92dxx1+ucqQXk8JNv4tjv3M41N/xLSwAcddxm/OGKA7n3lkO59le7c8ghm7Py8N70qK6hV4/e3H7Hi7IfATIl8diNqDTGKN4Nxhgx3icotmDb36XsBdj6lfAT1cTOQv+BDdSke1IIOnlt3PQ4e1kfoz4S6mH0SnX0qK0ilAE0HSWMTvmuXUAFZEQjGdBQ19wV3RK4/BUBVkYpmLFQqCL23WENvYcNVtwTOKoiURYpXqGs0/f7U1t47DGNJ0oSDe4H6YzKPCJZ2MiIZwrllff5vFEzo37K5UXagS8QnzVubVStlNGKP0YQif+Rp3koHXXpGJRHPIc0OXWNWSotoFxZRDctluV16grjpUhlG4StSL40h6DcKdSaAaG3GB8arzCKWMcZIw5Nm9fFube+zxF/eJtjr36FE695g5OveYtTrnyVEy9/k+/d+jLPTW2jS5t9CDDW0S8ckdHHgYLl9RqUl8hgTJJQ122hcEaidlnNbTo9QFRnKOTnUy41YcNiPBjTnqMycz5Oqfqkq7ni5BouOCnNqP7IKIHV1tDTKJewMDSeFCHi3scrnHxFF29OzpPXznGTvoZztmvhN9uHnL5xpFNEiY6i4em3yhzxQ8MTk5tFosE4rBJcOpnm9L1rWGW4L0ElGDdlDldd9wjHHXsLOxz8e/Y+7mp+fPk9vPrOLAIbcOq+tfz+jCw9qkIZKUNCeGoyIWccZhnaRzRpA3HlrR7TF0Ual+sH0W7VX8B2W3jss4WPp52BlaIHTa1E2iFEEV+9c31GHunGRvVttVkK0NYAE1owBq3XRDpZYT3e0Ng7db/LcrhIQtp563XJeBneX1DRbqiwHK0+qGKImNJU4Zr3U+x3VzUb3diDk+6PuPKVCo9NjpjUHNJeNtTVN3Dgrmtz0x8O5NWnvsNf7ziGC3+yG4fsswEbrz2YPj3r0KYUX/QboV8CiqoHN3iN0yWUkkI0xuQyAAAQAElEQVTGMfdxC4jLqhRLdHbkdFU0j8mTJzNVMFebgPaWNgo6nVR0p+p7PlVVVfTv159hKw1j+PBhDBzYn7qGBhwP+YzO6QJOGRx5aiuJkKsUePTFcXz/Z/9gsx0uZ7s9r+acX15PS3uRY4/elPtv+R736vruF+fuy8G7b8kGaw1lQK8GUr4vGSYkPo+E53HQkaswZfYkyrpqicco/B/16lS74Ug6TtvLunbukmYnCfvto2oyfvo6P2RIPauvWUuUbOK669/QYhc6drmiTwSjkjVWHs7QAUPjjZan61ATqD/lR5qDUUqyMFZlhqCzE/OpGNVwOXzXombpdVELYJrvfXsbfCxazz7SMlJeOfC49qZ/0tzZKr5lyPburboJ0LWYqx+ZSDSFqvmRpp8xobFVilRKHSBbZiIjnMg2EIdKdkc0dtdfd0J8wblIdQTGYtS2UmmjVJyvghKIf3yi+7cCU8H6KZLp3niJOr3RdJLLz5HN7RCaSHSZuIFR1MXcIhRZSxhaZrXmeWVyE0+/O5+n31nAKxObmbaoS/I33XyxyKmh6FdEXhnxoBT9DN5YD99WEVRyBKHG51A6gj4BhzVS7kS2ioQWjaCcJ9fVopUyR7hgIaGY3VdXR7dfkuTw7cr0EgNCdaBGiLyY1Mix1lh9S7w9JcG5d+o42F6md73h3p11vbV/njPWSXHkakXO3ajEi98qc/POPgNqk+Q7u9jn/CSTZxeIdOfsJpbR3q5XbYWLv+3Ru8bTGmvJR1nKfiuRn5dR6qJ3NsN2K9fz0NnaKR+ZotZWJASf2R1Z3lpY4ZFXA157HXbbqIa8n+TVmU1c/GAnLZrUEMa0JyoJBiR9vrufYVRfS1ipUNJ7itHxEWdE+OpdKI4m62pxMvFkIDV40WoITSgAk01gjEex5PPG63mWx/lSwL71VTTWg1HbV/SOwce6gILutecL7YyWkEen+5z2eJJNr/dY//Y05/7D8NTsDB3SKS9bTb/+DWyy3nB++N19ePqR45n25o91EvkWh+y7McNkxHv1zFCVSuAZg2Gxk54g/THGYIwB+e6P7Y6CWG+kvCGlUomOjg4WLVrEtClTdYU1lZnTZtK8cJEeSEVkhHBb6W2C2oZ6Bg0ayPARK7PS8BE09u5FpiqLlbyN7xEjN3wmp9tdLRIwbfY83hg/ht/r2uqgw69l7Y1/wumnP8BbY6Zy0P7r8eC9xzP23Qu45fKj+NYeGzOkf4q62pTe+yzqPu4aN1ZrJEuwLi79Oua4fZk5o5N5M0oyYob/dMqTsTJ61yq3voQfpPEbdiFpEqrqSVMChdCjR5KhK1Vrsqd4b9xszV2jsrhomZ+GnpZ+A6rF7wpR0W0yxFB5MQ1NMoyumcCjopNgoJOKK1omwk8p9IplPF2bS/zsstuqDBvaoBahYIm3ihiQ0Zs0fTa33PWaNqgBncMaKLnsKFRRd30rg2pUL6I7rYaf2bvxuDkvBixta5QZG+2lOWAiG4NiEPenSoggrNLOG53uPG3Gc1TKOVypy11eMMJjbJJUsppMdU+s5mihq418rk02KY/RnERY3QO9o8117eiMe7cGNQDplLiDTKirigHBYt6IfsQrltAep1luF2HxEymkpEjJRI/FCJ8B9cF/OJWC0aKSTNdpEvbATcCi7geDtlY1sBy2SwOb6HrIGIeCxU5xESa8Ma1GE0Q5nH9TjrYFZYY1eNyxc8D2K9eSGDCUaNBw7MjReL0GEniG7Ue1cMkOXWQa6il3lfjVvUXtct0kceIQmIiNRkWcdVhAtZ9AV8xstXo9N59Wz21n1nD/rwrcfWGZbTZOYWUw2mV8bnoszzHnd7DtqTn2/2mOwy8uccn9nSSjkniR4O7H4a9PlAlMkYgA4wgmxSqDM/z4GE8CDbAdnZRnzRPrA9zY+KqdaKokfEikCXVqoj0fCy8SsZEWFW0VQLvHSPy58Z6nNBfEq0+h0WLo27uaUasMpGxL/PGNJCUdgz0dq0O1bdHO9M0FcPu4LD95KsuxD/lse1cVR/45wa3jKkzo9Ej64tNKvdl3l9X40Vk7cN0f9+GRe77DI3cez49P24xN1xxOlZcQrRGefoyUEPVrFBqFxM7qa3BJYwzGGJwzGNzEjheQ9k4WzlvIXMlg+rTpzJoxg4Vz59PV2Umo8fsJjxpdCfbq1YuB/QcwZNhQhuoU0n9gX2rrazBJTRvVc3gdGGNc8KmgQykVvYGUdKyfPms+j/3rPX51/eOc9qNb+Nbxd3LqaX/lxdfHse76A7jkoqN47KHv4v4m5Aenbsf6aw4kQ4N0TLKQx2icVmAMRj1rdPrGBQqVL54oQn1DB2063Y0btwjURiKFUjPFjjFQmAvaWMVyn/cCiUqAl0hie4wEjS9iCb4Ia5Os1G84xqRZ0NTJ9HlzVVrm01xCMl1nlZVFjY8pQeQsliPYNfQsUZWYSShaCkQFgcv/HOBQBqK5tGCh7FGRxmqPg/dbi5rqlPo2fMAfIY8MJV2LXXDB47JDSlenSUiuvobrjKkC1Vf+CvBGC1SgdyzcGIXPCJx3/Thw8VgmLvIfsKT24oI4GUmH3HwNFmcufxA3N0ZjTpHJ9iRd1YPIhro1aqFQWKiTi96dnA5IHEZMMEJtXShQ9KNePPxoxhdPGevj+QlKOnAEem93G/9Pwuo0vFtIxmJ0LZJI1ZPI9AAtMhFFTDqUiQgxUoqlSLSYIHVYko4UeU87rafe6VC24cebhqzSM4vpWU/G/bMdex5BzaYHkdz9OPyt98ETNzYeWORgnVqC0OfVsQGT5zqlNcIERguUJ4N31E417L15hKfHxufeMNT0jNh+nSrWHVBFjW9jCrq6Cuz/iwrnXqUd9JiyjE9ED02GEQNq6ZnKkAg8DAmKerT69g1dvD7b6pY41KQTiPnWeOy6ZYUTdvOomAIVPeBmF3USSXIq5qt1EaH47tXUaWwWdI3ieKGVIybD3YdGVT5GFvDBf7xNR75LRWFctqxPfV2WVUf3F+6QtxYFTOyC+ybDdx/LssedcNiDcPaTZa4e6/OMFpcFpRypbMhW663DeefsyKP3/IC/3H48V1+6L2d/eyt23WZtBg+pJatdrMiV3khuIhfxTIwjBnF9WTQFQUC+K8fCBQv0/jGd6VOnMXvWbNyJxD2kl7WjNcKRSiZpaGyg/6D+DBk6iEGDB9C3rxYQ5aV0UjUxAepJfRujEKeNLvwouFwHH851nOukxMvvz+Tiq59h3yOuYdcDr+PUc+/lhSdns/6qvfjNBbtyyzVHcfnFB+maZhd23mE1ncBq9KhssFaGXp16ohMcNmIX6esgJmdxPHJ1ou6EUTxjfLbYYoSuvWbHLUva5JSa3yWc/iDFiY8StL5DuTCTsOs1kkGKUo+1iVI1quv6cRisRmpA/W+37TB6V9fS2lrkhZdnSww+n+as2u239yDSfhXGrT8lR1x3K2OEty6N0zcrA29yJfX7QXl3reX9htq55yktbFKDCuuuOoAtNhgp3El890+DfGiSuejLr0/lXy/OIAx80vV1skVpKp7BlYkqLdysEBfhfpzxd+OKlRfXB64Tgctd7o6ke1hnT8qiO4xRLHfbD1d0/VqDl0jpyagnqXQvPFMrPcjpWnc2xdxC3D+Jok7iPlQ9DvmSnTGGhFcnFQ90RavFLVSHn8Agx0mVgrtyQpWs9fD8ary6BikmXPtQkcnNgcptXC/+GIdR4BaWWArw4DNF7UAsq/b2Wb9vBV8ngUA7yLBGDNHutfnhSwkev4to5KbUj9qMpG84bnREYJPMmldkwoxu/EY4HdjIo0YG69v7JxgwAMr5Aj+81rKgPUlFTA88i27MOOLiFv75qqFLir/ZpsN4+J5TGD/hbN587eeMn3QOd//5O2ywTl/csa3QGvCDP1ToaE2hoeqIGBJpEUnppHLxkT3YfGiKRLFCy5Rp6FKUyP04qcWD/vI/WmeJd+K1VQSaRO4Nxf1mnZVAjRa+yPE65VHRXYrsLZP1+BbpoezTKLM6xa2ySi+SCcvCVssWV2U54m8RN47vYmwzLHK7DuoZPbgXx+vh+M+3nsmM8Rfx+IPH8qNTdmXL9XoydFAdNfXVGD8JosUTYH3FLQYP9EWyw7l/45nb0YRaBAuFIs1NrcyeMYcp70/SO8g0FuhEUuwsUNEp0+1+jPQiXZ2hd9/erDRyBMNXHkn/gQOpq6sjlUnjJRLIkkthXUcfBhMvwu7Lx7iKbEdBC2VLWwuzF8zj/r+8wdGn38bqm/ycnXe7lNvveJxhgwbxm4v25pUnzuahu47iu6fuxibrj2L4Sr1o7JEiIZkkDOrHYIwFo1A64r4uzmLn0ipdnAKXNsi5TwwW36bYc/e1GPNuC+6W1VpLkhqS2h4nypOJJj+EnXQ3paiTINGAX78m1qaFywoMS5wn3q8xejDVWaPdbDPvj+0k1pMlFT4hNBrFsGH9iIKiRqDZUNKqogDnIkU0Vk8bMiOdC7qKaHK7ks8Mbg4lF7WTaM+RlH6cctrWZFMphB4NCIwFjQi5fKGdm+/4F+7/qjF+hlLfRpCeecbgiQ4jsuRZEc7R5QyziMCojwizFK3r54PU0uxlRkwUYqwR+OLnMqt+cmHkiqzaCwxYzfNkqoqq2r6k03onC8sUci3aiLVovnQRuXmreeVaLQGD6FgMS/K+aBhJV5DuJROyS8UOovga7uOxOml+pMQ4xhoIetZDqpoWGYEfXmFobrOUvXjEH6m/JDFpWg2RhD6iLkJXyFg9rieHb0DpmQdITp1Eov+qBDMnknzzaUrrbU+aDIOzeQZkynSFKRYu1ETQZEL9RwLE1kgL1zpDfb53kKWcCnh7SitXPrCALhn9st48rn+syCu6wkl6Aacdtzl3Xn0IW202SJizpCKoMdXsvMVg/nzjUZxw2JZaIA1vvdfJXc904p4oHH6nPOqKVCLkZyem6d+ghppc5YnTkdRwZXyFzillmM4QScmNrGCkE5iR4oi5GGMwqQRaGeLyp556T/SZT6UuktJtuM5IGut6YhIlkikY0q+RTdcbyeH7bcUfzz+ZF/52Cs/9/WSuuHBP9tpyEFWej0HTLkZvpVK+wIVGYTfERaB6yCkl7xKh+qtIPjmdQNpaWpg/Zy5TpkwXTNOj+hyaWpp1tVHB0+kiJeNSq51oT11jDdUGZMSIEQzWSaSxZ6Ou8hNgjXB/jF+cvTiIKxg0EaOIUAofCErlkKbWTr13zOahv73Bzy96koOP+TN7HHIDl930LKl0lgtO3Z+X/nourz7+c36nse+w2So0pNMyYNKDGHnkhiRw2I1CBCHORe6jPuPAfYz7oHI+5NwUW1zwkVyPvj3qefaFqbS0tGFCQ9h7DUrD9pbiDgWNO6p04BVrlR4I2b5xa8MH+AzEqWwywaABFYzu/MZNnUh7R07q0k2dqnyiz6jdZhsOkg6l9VheEg2L2xg1cd3onVMqR6WtHfeOgstX0WfxlSB1FwAAEABJREFUYVShPHeRTv8Bm6w9mK23HIH2N0KxuC/FnA+la+MmLuR5nU58ZVT61UFVRrQp8SV4q8EYB9KXD3cS24PP2F9EIOqtxiV6hZMV4IxwGGOQSRX4WlzqSGX6CnoqntT1Uxf5/AIK+SbKxXbCijYEmndq1u1X9NcEJDRfPC9DsdgsfSgThfY/evnPHFXRMPCrqkj07iclS/DPt/Lc/VxBRCcxxuB+VO0jvq1sNJFDjIyE5gahsYI83vw2Op68HTP+bWxk8DoWUtEuM5IyV3S083xLQlIMo4TwRixxofIigY18Dt7Gsv/mWQrFgBv/4fP6hLQmTYXbnoRWtdth2+Gc9Z2d6FXfGB+jPQ1U1Kg/Dy/06dujJ2d/f1u21OLSXk7xp0dhXmd3X0YdunUy8EI2WMVw9HY+IomwrZVoQRORflTlq/OOrFQam0riuo46i1jdb7tsY42MrE+kk0akifDiy+PRmvOptFljWG2legb1aBSPE2y84XBuu+Jw7vz9SVx18f4ceeg6jB7VR/faae3Ck/gmpXp+jDdS20hMcv3HGfooGdPm6FMy9qEIKWnz0dTUxFwtIDP0BjJz+nTm6BqrpblVil8k1HuNp11XTW2NTiB96TuwPwMGD4pPIO4hvaq6WuNLYK3FGBNDjPxjPm783UR8UBgQUgpzTJiykLseeIPvnvsABxx1LQeddBNXXf+MTrk5jj9qY675/V7c8cfD+MMFe/CtQ9dilK62slUpLXAJEn4CZ6UjazQ8N+oIoy6swIXKVKzbu5KoO/qZvw7X0EENNAyIaOpoE1otCHikqoYSDDmIsN/2eIme+DYg6LUrNn5x/fcREztf391324VIC8rbY6cwbf4igkpJucv2xhjOPH0LKu63d3TkjcoVGQlpvHRLESo1vnCWMV0dBFoYPr73ZfdR0ukk6MzrbaCKi36+JxlbBer3o7gqejEqcfs9bzJzdoFAm5nU4D7ihlVVcSquz5fghBtJ0AQgW8PncmofWc2bBulPLdGXRGvo9FGGySaTJDK1pLM9SCo0yi/r5F3Qu3ex0EpYLoq1kYbjxqaoAmePI4V8IScExiORbpAuFGR3dPWl+daN0iowAtzUicOPfBxvjfUIB/UiWVVNRzHFL+4NmL4ghxF1BvOR+i4xuCEt5be0dobktf13Oxpf9ZOrrEpVSwflqJNi1sessT6JhVNIFgLdx5Vx/yBepMexqhpL/E7jlFkIjTtCLoZ6DeRPp1tG9+tFc5vl8Is6eWF2manTciTCgIsu3oe6+gxY19BNAhcJKYcdTJ8xW4OPqKvNcsUV3yKlCTpmRoGJzQVVBjdWnAtDHcXhzKMTrDGyDXc6iSbPx+iqTUN2Nb4ysH4KslXqzxKJT2hBQUobijcVGVt88KKAmfPLLNSCo4rL9MYYHWoSrDw8idHddCjtGr5SXwYOSOP+IU9j1VxgNYWNMTg+um4sxkX1JQZLXKSvvBGLdM3Yqd3wPD2iT5s8jUkTJ+s0Mp/WRS16y8pRLDsTb3UiStGrdy9WGj6UVVYewZAhg5RupLa2Wkf5JFI13CIirMvlIyIZwTIVh78U0tVR5NUx73PuLx9l022uYP3tLuSMCx9hRksnBx22Oc89fBp/vfvb/PqXB7DfHmuw/uhVGdhbEzLhY4z52D5drsH9fGTUi+t257lSsziHmFNLE8sV6dOrmhHD+/LsM/PUkxYUGwmNZJSswfTZiGDYnrT33V6yky5ICd3vaagGQdgZw7TpTVx38xPsfMjV/OqiB2U9OlnYFGpO6XHYyrB8ChWOjxuv10t9doEWk1CnSqRjcTPxxaQlGxmsUHPDdH36AhW3W/yRimGFLzFhjlQ3YsetRrLmKkM0TlfB8c+FH0BrWxvX3/ICRY2zNKIPJSmgG2vkWjhkH1RdITE39lBzKNJ4ozAS7wSfGbPamJBksgeZ+N3ZxmP9zGiWo4FRnY+A8fG9alIy8OlsPQlt0MOwS6eWZoq5diKdWIxsI87oi0Y1/8Jeo8XYBIlEPZVCF6VKq6RjZEO7wXXwn5J1uQIj8HSSCNYeilHYssBy6h+gLR9qOqvw3/xGm3cvNm8vDJjdiR76ShTee4Zo6OqYg07DbL4f2T2Op1Kdouupe8hrt/rkVEMxSFBXk2HwgDo1Uq8m0tQMRSgfOGNwby6XnFygtke7rsdCTvtlloLarrVGf4b26SuaQlwjI+XQVSPvSpEPPvp2Dj/mHlry7Rhr6N+zF6sMHYBXjpg4No1zTlcduLiQkDaGO7/fh8Z6j7BSwHtvhmRSweHmK3JaP7FVWSLRYspgHTjFF2803/CrEioLtcDPZ+Ik9xtBou9TaDPGsN9+G4DJMWbcFKbPbhJiA0SCEGOMwFPc+dB9loIzKIEWj7LeOQq6xlowdz7Tp85gihaQ6VOn0dTcRFFlwoCnE0haj+W9evbUwjGEkSuvzJCVhtGzZx3pTALrWayMhUNujFoIXHxZoKHjaHDQ3pljxqxm3h03lytvepQDT7iJrfa8giOOu4+xb77LIfutx+P3n8jYf57Jn689mGP22pDG+ipSSYvvWQxgjEL1a4zBmG5geZ35oOKHoh9kfoaYp6PxwN51XP3Hl2THI7U0GMQjfY12DaZqEFW91iJXKjOnuYN3J87nob+P4cQz/8amO1zNzvtewZ/ueIORA/pw2VU7MKTPUMqS08uvvyupesL3KV6GpsrvxaorDwenWJ0l3OnetTLGgOZMlElixK9wQbNkEMR0Gs0xnIoIpJKu+kfAjSTS/M7pZOqVKjRWZTjisLXJJgL1U5EBUkPs0jaBDN8FFzyjt6QSJi2D1dBAuqzyyKCBdMPS2isqItxuomlsnxVjvAjp7TLSBswX/xKpngQxuW7knxXb56/veos0BuOl8BM9SKf6k0r20Aa6SFfXAt3otMYnVe3LP38n/9Yykk5YvwqbrMf96wIV9yvnjpBYnib+8knOKUvSl4Lr+BkkDc+8UeFXD4XkQnEPCeRDDXdcu8yovlUsKCW5/MVAq5f0YPZ0So/dTHH+VL1p+DBhPOE9t2Hby8zIhVz1ahJsmtFDUoweVCCUcCPhjZwWSdk/hD6ObrS6z5Fbp7VChsxu66DkGQYNrCUtemyoKhHkdOS75e4nOfnUW2jskeWyPx6i00lNjDWpidCzt04yvqW1uUsNRKO+aqZyReQjAyP7JbjkiGrqqkLyhTbCWfM1kVwHqrBc3mH8OFiOxuofjT3VIJqNr51GQJgv4q7/jDTDbWKNrmcqGvv8ljzvvjePQG8sTsk/DfsWWw/WUTnFotYC701YIANhiHkdN3QydZGYABcR3oA27RwXLljInFlzmKFrLLeALFy4SKeCHKFOoslUkmy1eNXYQJ/+/fT+MYShK61EnwH9dGqsIZH0sUJtJCDjFEo9xsg/5uM47ODDRW5cs+ct4p/Pvsuvr36ak75/G4cffx1nnHkPr7zQwgbrDOBnP9qa++46ibtv/wFnfGcHNlpvdRpr6kiYFJ4f4PrmU/r+cJ9fVdxIvttsOpqu3BxyJUsoLXRao6cfOttyvP3WAm66/XXO+ukjHH7CLRx/8i1cc8uTNDT4nHbiVtx6/bE8cvvx/P5X+7Lvzhtw0L6rivQyDz40nshT9FO8kUG0ySQH7DQMo7nhLyordA2dDmhuKKi4v30iINHUStC+QFeXCwUtFHJzBfMp6A6/WGihXGojqHRBqEVBRymjDUY4f754X2bT0QPZaO3hhJ6VwYkWjzLCOad/702Zx813vqvyFKZ3vWg3lD1X+mWCuC3jiAzyZ+nF6aOMAVZvCelkHxJpLSaiNRSvHB43P134VYHr1oijGAOya57eJDPVjfiZeskjopSTXEodkmtlhZBkjMF4HqlULX6qp95TmrSJacHE4owkXz7Nyej0qsNrqIsbXfVoC8+8ahVPfaRhDz2An3eIxfdKPDoly0+ejOjSu4qZO5vSy88QPvcwwZinyOW7KLcbLng+w0sLfNUPOGlXQ++aUDgjDBAZ9RlZxbq9Uzp3LsqkLN/dp46VBycwoYevXVBXrjOuZLWNDaXEJ3/nz/z20hc56pjN+c1FB7DWKr1RbTzhtFKgXK4IJknCT7DEGReJiPtGLjQhe21u2XPTKgJpSGXOImjvWlquKkv9EgVzShZnOjzSrv/H3lsA6FUke9+/7nMeG5/MxF1ISHAJ7g6LLQR3d5ZFlwUWh0UXd3d398UdEhISSELcbXweO+d8/35mJiQhCUmA3Xvv+/V0nfaq6urqaptMrMA4CMAI0LWV1gOM+uXoqRptzqC+CzDqpQMXT4lHG8e1iXJCUGjgiYeIUIqDDLXbBX47dCq5zM99acO5aBgJUdIrp1fPbsIR54vPx2PFmONl0bqohjsNuD+qOG3SdObNqqG+rp7mbIa88Ph6Va2oqqBr92707tWDHrrC6tSpAxXSkVQqISNukLhxzoXWWtHyMbgxNSzOue7ltVPNRtN12knz3Y/jufHeD9l53+vYYucbOPaU53nn3e9YbWB/rrpyHx586BhuuWlvTj9xK3baeg1W7tmOVMLDE3Ir8PQp0JbBMMo1S6HNf8k5HtddryulJfDpFxOYMmsOT7z6JSed/Sgb/+kGhhx5pxaQLwjiEX89aQsev+9gHrz5cC48a1f22XNt1l6lI9XuN+80jl6UZJutBxGaPD98P0cyzC1TrzwxscYafYiiPL6aRLreamto0aikNG6SZRSkSeQ9YrFS3M2F76fwNYd8T/qYS2tBqSfTPJumBrfozCbn/iuExgaCpGX//TeiQ7naGSGSLuBA2uDo5IT3xps+JB1pfsVSBNUVGik3iq70jwLXs7z6nAPNb8dP1MrP0ihGoTPKBi9ZpY1ZD7x4Ka5ZwZhG/FedEXVj9DUWY+PE4iW6DpMsfU/XU3NJN2lx1xWfszWqusJeFDDGYKxHIl4mOkVk03PJZGZjZe8sv+KMJqQXS2B7dSZMJkjPjPHPJ+YyoaZuoZbWZtl683nsvXkJQayC+0Yl2eXxLC+PzzG3ZibTGrJMqM3xzIh6NnmuhJdGNTt15YjtSthpizyeGHRjW8iMzEK4W/LA6iRSXh1w+5mGUh2NCeGbz+upyWdUxaiT0KVbTLudwzh4/00pKUpgjPIJ1DbUETDLlPEOdTPd+6hsUSWYnw5JFhuO3yekV3stcLoLtmOm6D2jQbv6NEHQrGNls8Im3K4syNfKqM/Wacbt2KZp0ZyiI6d2ndp5ur9M2pyerrJppBVmMrM02WsJcw0EQZZQpwtptoiIuLxV3y0GvBihdv6etZCR4ucjVdOCI/bd8ZqiOBiPL775kfrmZn7NGWPwpPn7770ann7eee87su6vCuOccZ+FwBhDpF2rAjzPo7iomA4dOtCnX1/6DViJLl07UVJejKe7W09GyYpPqwWbJTqrEgeuqwGRlDvSJiCrxbKuvpkp0+fx0hvfcubfPmCjLW9gpz3v5XwzTUcAABAASURBVLo7nqVLn/baGOzMey+fyOuP/YUzTtyctQd1pVtVmU6QyQJv1vhYMeqwW9cVyVHEUJYLNPoKREuUJXPRlrYo5z/mXT8d+VB9DrUg53Ut1diUZfacBn4cM5lcOsnhx93PFlvfwLlnvczcKXWccvSWvPrYkXz06kncfMEQdtpiIL27dygsIIm4D0GOWR++SPrTj/SWlCHSZO7asYJUshRiNXz5zcxl7l/Pbu3p3L6H9jMhYTatDZAmVlvruIy7wEhn8rpZ8PxiYvFi7U7L8HW9EvPba551kX60QFGiGk8Kmq/VrlU8DuxZya47r4bnBkODExlP0neDBE4WI76fyfufjFV5iGlXTLlfhNUcaKnBH+aCfJpIb7eOgFkKPc061XNfK30qI5boKEPdDuP5RDZQ8zZlU/R/jI/EK3gxX9dgVSRjnTWueZq0qEjomIjf5Exra4lN8ijHj1WQy80s2DfbWrb0QEpgUkWU9O1FTtcIn42Em59CirEAZ9p5VwjxJQcVccg2OUqL8oyYHeOQZxNs+EhnNn8qxoYPpzj2lRJ+rMnqOiTOybsb/nlsjqIwobtbaGOUpbi4lHWdHj4XHWopKoVZ0WxuuvUd0lpsrIzbpefvzfoDe5B0afW4RXhGx7KQK298i1n1E+hclWRlPVC7zjuarheqioM20p4swBpdY1x8QDklNk1jppbmCRNJN84hk55DtlGrcmMtWR31c9qhhc74hsJmYlK2JJ4fx/djAh/j+1gvJqNntRBlyWebhKOeXMNssnXTSTfM0oJTIwPfKDuRI8qD0QnMdq8iQmmdDGw6IyMS4E5PepHFLykCzfUfx87W/bqMhzEs3Rk8a/izrkZSfqg3lBpm6T2CgtR/2dYYQ/sO7enWqxs9+/WgR58euH+hnkgksNZJTi1Vx5hftmUpLlSPZuoa7cuhk3nsmc8457JX2efI29lzvxu45ZYPaWyIc8yxG/C0TiDD/n0Rd15+IH/ebj26dWmHUX+tjYhpAXGLo5vmIS28zCepcXPxUJ9I4MJGGcmRurZ7/ZvpXP/Md7z57QyNgzhxFVTnj/bOcDZo0R85eiavvDuCq255lWP++hi77ncjZ571Bv1XaQ/xPDdeuxvvvXUijz5wFEcdvL50tCcJK73x8pK5p5EyGGMI9UiYG/Y+JV+8Tf77dwgb6wk1ttXtUmw1uCdBppgr//WhFk8noV/vXc8uFaw+sJS0eLC6avOkyxomCvPBszoheU7VyNU1aNLncDKNpAMOpKYEfgCij5Vu+ElM1uixNUdcc+H8v21DMqa0fIg+La0LRrpB4/L0y18xcdI8Man+dW9PU8IQCZcp1FX2Yv2KZxo35trIZdO16os4UloqRSF/IbROdiqUR7wYP0WqpDN+vIQIq6xwPjg5FaqBavI/yhVkmYyTKOlEFPp6tK+V/sjA/F5cSh9jOqnFk11klqyTzNIxR26CCiI1zFWVk+jSkaxEessbeZ77IotuneYjiAz0qM5zxRE+j5xXxA4bxSitNNpBR7q3T9Csx/BUicfem6r8bI9zD/SIxTypWJx5GuT3xjXyyDs+97wc8PxHMHxWMw3WIzIavFYqUWHILAds67HjukVY3ePfcsNXvPXep+Rl2Fsmg+ob1Dmj2hHuzzm88M433H7HB9qtWnbawNCzLEcknA6MQqdQLlS0oFwuLrVh3/UMx+2sSUKe1Kx6irMeyVR7nWA6UlQsSHUimWhPQjuzlMtPaEcQryShY3FceX68irjAPZa5OkWpDqRSHUkWtSdWXE2stAqblJJGofiv07XBTA36FMFUoliewoQNQox28lY9wogrN5mTHsY3hLkE3w2fJhk6zpcORtIoK0rRRQ/mJijlg4/GLaaBk0hYyPc8j6KiIvEfL6SNMVjRNsbwq046E+QDHGR1tz5xykxeeOlLGdIn2P3Aezn42Ce5+e5Pqa2v5+hjt9VicgQP3nUIN1+7I0ceuDHrrt5Fh7Diwhi10IoUhBRIG8mgJUKBExU5PXVXZs2miayppb4xy6cjZ/Gvx4ax1+Wfss/ln3PkDV9w2ZPfctnzY2jWqdMZetdOiH83r2HUhA2Fr5l6ncrf/mQCl137HkMOvpt9j7yDCy57ga++nsFGG/Xl6it34p7b9+HqG3Yhp7nRqXM7OlZVynirf26shUXbdbAehY4aCi5sqiP33ZfYwMcrr8ArThbaFBcnWGOtjkTG8u3InzQ3DZF+Co2W8iktSdKnd6VIWYLmHIEWlDa5uPG2iRiRJneYy2qxSgtj1DpHImF1YJVncJsdo5idNBt3/bHxur3YYdO1cNfRmFA9igS0diVi5uw5PPbkKF2j+mR1+tKkwYh3Y9RReX5vF4HbrGWa5omdgMKcV97iyEQuPzQYkmKrvaAaZ5yR/rv6kcoo9AbViQQIecEr8j/HG8eKsXgx9SNVQRiltXmdRaTr5ciV/R5gPYyXIp4ob5XI0pA6qgIbukqWsFdHbGUZzVn462VFjJ/l8sW2vIuFhJQmQzZfI8Hj53Vm5D3VfHNbOR9cLSW/Nc70Jyu499xiNl0jRVkiSUpG57H3AjY7JGLHEzwOvWYOR986h/0vmckGR2bY68w0I3/K4hTcig9Hwy0wsZI8p+5h6VERMa8uzfEnvcKDz39JpjAZVEsKrC8NoeXuR4dy8ikvMa8BBnX1OXGXOF4qgw47rsp8MMLf2o2CskVG06Moy2n7eazfN0+zyZMeNUk9BCNji6eJL2HSGnf1scIgpXNxByhujKvXBk74Fuv5uFOM56e0qJbIcFdTUtxVVwddifmVGHwZGV11SUYmAHRAsTYmvoTHGIKYVR984Ujz6KOfqAKayoVgiR9xRlkqxnobtcNLzOWqS97U+ceNmJqo7/ou5I0xGGMKeca0hIXEIh83NgtSD8VJRsL8ZOxozrn6HTbb8SZWW/9KDj3lUWZNaeSofdbh1aeP4Y1nj+S2S3fjz5uswjoDu9GpQ7kW5zjWeKILi1J0aQcFVt3H6aQLASei2oYGHn9nMntd8iEDj3+Kbc97n3+88C0ffz+LMVOamNWcodmm2Lx/O1JOmSKHQI1XyEfqZaCWLQw4A+T6Pbeuhlufep3dD76HlVa7hJ32upknXv6Y9dbrx4M3Hcz7z5/No7cfzrEHr8VGaw6kX9dqulf1waZTfPrZUOEzLf02LirckiMtORScssLxX+DNmkhzLEvTZhsTM3Gd8A2+xqh3527EvAR1DRl+HDte86bQaqkfX3q8ysB+JKWLOgxpk6IdrDpUGFfhtKk4WScrXc+GTc1aIGjlSMwgt0CQzzZjGhspi3uccdrmBZ6I1JnWOmBbeFLes899w/gpMwgSPsXdupAqvMQbIfxjvNHMzefnEIZzxL9jSHNJpFxMGYpJi9VvFzGSqR+rIplsj9E1XGQ92hbM+Ry6hgKjNm6Y5uc7BP+DoIWvSDaniFSiK26y5LOzZUvEfFvHfwO/Dr/1PMkprtFdDkRGUrOxGKkunYhZn+nBRE69I8fsdIhbvaUjSP8K4K6MYmEj5cmQ/j0yrDswxYCuxRRFOZ3uZSgDjx+nNrHnRVkO/1cNI+qzJFN5emuBWFmnmk7lHjaM8e6IDJufYbj2lYC5ujYIRMBEluJ8gjX6GP51SiV9u81htq6iTjzpaTbZ9lpO+PuDXHDVG5xw7lNstu1VnHr2A8yWsenXIcNlx1bQv5tHKrASaIhzTqyO99BIoZTRFlcUJ6HKYlu4+upQ4YuniNzYaZi8+lCo8Pt8IgwF+p4hliwmVlJNskJQ1VEloqtF001wE6G0PkTkddoITIy3PprBXF0jhaEzcCzVpRIxBq85kJxJMGxWjdrN4+dTpsPrmlv3WSw4HhYsiAhlvJplvKbzwZffcNPdH7DvkXez7jaXc/xR9/P11yPZfvv1eerxIxn1zdk8+fjhHHzgJvToWkwyVgK6Qov8Fr6NE7wmJ8LpaDhujPpZsECuTIMRSkiZTJYpujb95qcJPPXxaE6470M2Pv1jeh/5Bsfc+g2vfddIYzpOeZmlT6dqthhUzZn79OHZC7Zh5l27cf5eAzW5fIwxjsxSwfHgYNFKaZ2oJ86o5ZNhE3nytS849ZxH2GrXmxi847948sEf6NKhE1ddMYQRn57G1++ezkWnb8Oaq3YnWSRsfl66l1S3EuS14Uh4Teyx+9r8MDYgdP03qqN+hxhJ4uexiJSX1lwLvh2pMfOI9O5R1n49wkSK0BoiGb3B61fTuWOKXCbPm29Pwhbktij3i6RNxA6bdKZK8ooi7RRFw5gWupHKSIlWQjzpVEdjM2K8gMCh1nDgQpdhwizRjxMI/AwbrNWF1fp3xxZ5IN70URUjgLz0dJyuIC+/8hsiGaKwMklzup5m96ahhatQqw1pocXv8bGSbTPZ3Dyi0OLEHGFo47+QbvmACfF1jeOlykEbOscjzinflUHoUv/rwJg8Mtukisq0WW3SxqEZI3kjOfAbnRszN8wtWrMcyIwxBJUV5HTf6eUqeX9oyNM6YWR1rxu6/wxnAVyOiKrjYIFsQhsxdnozJ13XzDPfNFMUM+zdP+Tm7Zt4aJcMj+zq88AuPtdul2Nw+5CmbD2X39bI5c9CJuPUACwGT4h3XDPGk2dUsccmxRSXhIz4fh53PfAFF1/zKnfc+zrDR04jVmTZTddsj/4txTZr58E4hTDC4EBJUHzxYKXYxkSsv7rhhF2KiEce3qxacnPnCk3EH+mM8fHLSkXCEqRzRNlA8QgjxbcCEh6BeHM7px9GzQZ3nleNJflIBZpL9OxRRUlREW5efDd8DOix2JUpohqL907vwlCPv0FAEGSYOmc273z8A1fd/BaH/+VhDjvhWS3cr/PeZ6NZe3A3rj57b5659y88fe8xnHfqZmy+4UpUFrfTuEUC20LKiJbkS0H6UAhcHmjytxjXSOWOdmNDjqETNLb/Hs+p9w3l4Os+Yr8rv+Dom77i3lcnMGr8GIzN0699CTsN7sBlBwzi7hM347EzNuSpMzfjH3uswfYDSkhpt91iK42oGIwxCn/pnTwcBDrxhmFaEzBDrd4qhg4fy70PfcbxZz1X+M/fTjz1Se7QIppIJTj62A15+vbDeOq+w7jxij+z/56r0rNLFX6UEB0PCicvi5XhN8ZggJZJmGTvIf2kq5Ooma1JLisXaXBCctSrjuNDAc5yR+OGk5/2k94nAsxOe2E9g1UFW8Bn6dGjC13ap1Q3zdDvftLC8+sbH2MMnTu3pzJZQpSLQSYk0o8xRl+himm8ElqAlbI6+YS6ghWLSlHoA3KuZjS3TnqaJl6UZN89B9NZ13cGtZWOUnCm8A3CPNdc+wENuUbisRjxqgrpcQOZ3Cy9ITaKYKh6Hhp6hcynwYo60Y8054OcjvlhiDGOD4P7aUNZ2Chpo2p0go0nO2hBqcBTPdcvV8+BVXmhvnFfCd0F/8vAydTYEnyvnTYdTVpYNad/x67YgmxeiCtsAAAQAElEQVSWQyhGHBktc7GOHYhk7PINAZc92MiUWY2ERgwKVyQGlwQ2RI+ISW5+OeS975WwHmet53PTFhE794oY2M7StzJirU4R+64Scu9uTWzaM0Y9lTz+SpaPhoqGJrlTAI031gastnKcW08p5ukryzj5MI9t1oqz0QCf7deu4KS9qnnj6hj3nFTK6v1SeDjmHJMO1HslXdbSwGgRKfI9jtoly5oD8nju6D9hKmE6oz4Lzx/gjfhyECTihHEfJYka0ohjUYs0TUNMXClBpDuxZ5/9RoL1VbZ0H6p40KAqenQuUz9CXnphpIwIUqwWI6JixV3axX4Gt3MeM24utz/wIXsddjubbnsD+x9xF8+9MpTV+/fkykt35oXHD+SeK/bn9MO2Zbut+uH+FXhpcQLfWuIa55hCT4NmjYxqAcDFjeJuPFuouZ62xJoyzTz37QT+cue3bPCPV9n6/Ne58KZveOjdr/n8+5lMrkGGKMW6/Tpy1P5b8/oFW/PeZVtz14krc8T2A9hmzSoGdq4koR221XWhNTGsZzHSeiteHLRQUn8VibSwKpjvHSc19TW88e8RnHzGc2yy3XXssM9tXHHTSxTrhH3WCZvz1AOH8tjtB3LhX3dmvx3WZq3Ve1BdVY7n2QLENFeMsWBMAQxGOtiSdlmKYfXTqUM1w0dMZcrEORprN0oRuTFDib9yixaQkXrBA7Szz//7LiKbJrPWIKoqemixakYNCuDwJXRa6av3kDCXZMKUacytSavh0r0xhlQyzgbr9SDmazHS1aDV26RxAlDTSOUJzfWIkLChSWwERCo0KlOgDQ6EOrFnZs2V7gSs3K2SP+2gtxP1FQdtlUDl8NP4Obz29vcYmyeoKsIrryKZ7IRnysll55DOTFM99atFDGr1232hK1oFDR5G42GMuJeR0le0VBr5xOPtiCc6Yv0K0PhhANDotIBxGZFRJ5SJ2rjgfxm4cUM7kHi8WJu2fOEXgTSs6s3v0x8rTCskEuP5hIN6kC6KM7POcuINMeZlTUG5loYwMPB9uokn30Y73RjH9E9y4rrNpOJZDZfMvQbS027PMyHu2qxjic+N2wR0LW5kVm3IvW9Z6ty//FI5OsI5CH0oTYRs1MNw6V7wwsUlvHNtCc9dlOKqw5pZr1eKouKA0I/UXTEgBiVTfZfdu5bl8RhPnx+nQ2kGNOnS4ybh5bO4QYqWHdVy1QzjcUxpEZEnDuqbMIGjFBGq/0b9jmQsNU9484OxpPPBUnG7nsck5T5dOtKnVyn4TXz/YwPpbL6lnVA7w97cnGbGzDpGjZvMS+9+xSlnPsDG213GFntdz+0PfUpxcXv+ecGefPHvv/Pui3/hvNO3ZeM1u9GxsiOpSg/iDp2QuWAZIKdr0Hl6aJ42dw7DRjdz1XM/sv2F39DrqJfY56p/c/e7o5g4MYOfUYc7hnTv3oO9Nu3JLSeuwYibt+KtS7bhij26smH/dlSXJalMdML3LZ6JZAxCQpwNcL1XZDE+IiKjn9l1jYybMomPvxzL1Te8wU77Xsu6213JSae/zpTpcznsoMG8+swpfPvJxVx37RC233ogPTpVUFlZhb/Q1c5iiPxKVsfKYtZYpZuu8uYS2iya7TBsGLU//EjmqbvIf/YqjUNfh/qcDF6SopW2AuMEnVR9cHZOXxJaevb88ybYpM/I0XUM/346eXdVxdKds6/7HTiYfNQAWky8fOTsjuQnrBJdWJIQjUjXJGkSWfEgY+wwOt1zYa6+HjunDqP5cNyBm2mxSyBVk+xDAmEJlXC61ZDP8NATXzN9xjxiNonp3BmjU4pVX2LJUmKJ9pggRrpxDvlMBqPNI8uuSizJGZ0uIi9GhGxMQVh5WuatBZPES7bDpkog5uHmVijdcX1zUKjO/w2nbhU6YmQA48kkgXQj1InRjc3vIGZs6O4TCiSW/SP9wjMeXkIK0aeLFNrn3c9Dbn3ao8GtGK7CUtC9/1mWmrlQpTvbCzeqx6qXkU4a1uSEsx3Blvtju6yM0Q7GGkufJJy/cZMWGI+PvsswsynbouVYUTGoOcZQAKsso4y2UBUhRLuQkEiqbdCPNCRyIcvu1Ep9jtOuXZ5zDk1SWuoT1wQKJ83EKaYxBtqA388ZL45XVKyeCn8mINRkDzFEyonUSVOUAGtoyuWZOXveMhG2ar/6oK54lDJ1ZoYJ02uYV9/AsO+m8tgzX3HRlS9x0EkP60rnCa69+WMtxAmOOHxrnrnnKF576mjuvXk/huy8Ol2qyjQmFqErgBsrDx+rH5wsWNgV1sIgj7ahZLIBY2Y08fo3k7nx2bGccttQtr/scza56GUuePA7Phg5lkgbj67FxWywcgcO2bEnFx+xOs+euiEfnLcdt520FvtvtBIdK+Ii5UYzAumKMUZp8CQTg3PuKx4VVQ10Y4e7wgp1bdeghXPc1Fm8rN3ytTe9w4mnPc3+RzzKX895nk9GjGPbTdfk3iuP4N3nT+Hphw7npGM3ZlD/TsSEUujxHD3riZ7FWIMRjRX1JSVJXRX25INPxhHKoEZ4MGg1ytpV42VCcp++Qvbd54lCC137EHTohWwkkTEL0DUib1lvnR5k8wGNeu8YM2W68OWUv3Tv1oc1BnXHWMlTOhZpk2GV6WTmWgZx4Y5ZjAx8UNuAaS2LlO0HEUbXwIFOyoP6VbPXHusgxnCMGX0M6Kss2ZopU+fwyus/kFUfM9VlJIplxFXB9cVIlp5fRCJZrQ1Bklx+BkG+CasbAlXhtzhDhB9Lyb6UY7wkkRYw46Ww8QoSRZ2IJ0ow2qFZqz4ao/61UDMtwf+9b0HWSfVTC2jQoMFxPXXw27pqozBkRdC4NtZ4JCsrCCvLCbyQ216q5d3v0pqwBreyL4m1Tz63BDpdbNo9Q4kWFatdldepP3RcgyjTSDDzR+q33kkbhxIQoeZYgiF909hSmFcTY860uLJVIG2OpImRFNWB9IBfOldPuZoAmo0SnPOGSBgiZatUMUWWwXvi2YYp9tqiiO3X9IlpV9s8fRa6V0Ajw+Lp85udlyoCydoGEGrhwPXbtHBukwmQMZtT18A3X0/FdZNlcDtsuyZuBz9xxnROPPdZthlyB/sefg//uvUN6hoDjjpkNe65fm8euv4wrjx/Vw7Zdx0Gr9Gbju3a4VsREE3P8xTXAuIZHA/6YDEShaHA4yLMZHUt8vHYiVz54gj+dOVn7HnpBxxw8yec/8iXPPnlNMZOayAjxenTu4ojtunN3Xr7eO5v23DPietx2UFrcdg2fRncrzPtyg1xEyMmnfNlGHzJwhoLBVAAGCMWcM6IJwouJCSwGb4cOpUr9QbjfpX3T0Nu56wLnmPYF1PYZJ21uPrSXXno9iHcc9VenHL0FmyxaT+6di3C8+P4lBLTOMjUI/QCI9xmfohirKCzkmef3l157dXxwqBFV32JrzQY/8/HEl9tTUKd4oz0PJvyYZ0NSSUtIo4jacAFOOdEXqadfs++3XCLyvfuhJJ1HLvSpUN5sojV1lhJ4weB+zVO6VtLi0ibRoNJxSTBCPc3ukItIk7ZjCZR0FAPc2op1q3F+RduQyphC/UiMaNWBTbdaJgQXnltKD/+NEObFIPfqwuRdXVD8S9EJsIobT2PRKIdvhaXdHYmuVyDaw6qxYo4zReHwGjsEqkyEkUdSKQ6axFpTyxeKpoeSP5GuB1o844LCxBRkAf/x1yExbq5E0tIvrUa8Pzv0k+bz2i3H0o5V0BgTuA6KxLr24OwpIiZNSE33Y/CPOlY5GzKYrHObdB7S6yJAaVxQhkQtAOJqqvJ/WknAuWlvvmYZG0j/mZHgCYSegS0sRL6yKDnTcBPNaJsBG7YNeCLJbLMmR5pipkiaz0vllarULAUL3rliYB/6K2mW3kZfi5HftIUXRtpIdUEWkrLFSzSqaQsBX4Jxo1TUw7EgylMEvB0DWc0Geqam/l46GhyGk43kX+N2JqrtSOmrXa9ri8aZs7gyL3X5ulnD+bfb57KdVfuzV47bsKq/brSsWNKEzsuSUsBRd+ItsPtAgcqcMlW0JiLuWayhJk8zQ3zmKCrs7s/nMRBl71LtyPfZIcLvuAfT4/i0xGjGTdzLqYhSawIth3YjmsOXIux12/E0Ku34uaj1mO3wT1ZrXcx3doVURz38UTMtFIqBMYqMMpVsIjPaVya0xkamuYxQaeQx557n4OPuYtua/yN7fa+mwdf+pY1V+nBTVfsyxdvnsVD9x/B8cetycZrr0zf7l0oL5ah8TTPTAu4vioqWi7miC2oJwvGXdnyQ+hZ1hjYm0ymQbepWax03dOCGS+rxmx3CGU7HCkjWIat8kj02EA6kBIvFNyC1CNZ7Sie4cJjNiJQ6atvj6A5r44ovjRvjCFStdMOXgMbFBPVSZGMj2nVM9d3imJEmie+e0fxInSDjA2zZMdMxMs2s7auHNdfbXVkt0H8i0naXKCj4Zx0I1df9zFBrhnTpQqtPAQaQ6ORRXxb6U6Bjj6hF+CnyvFi5XpTmawH5DoWxKfECnpP/PlYGdICeB6e+qTeM1+ggIlagP/DLjTqu67U3ViFQVp9Vqd/Y39tEM4hyjdgAitUDjSaii2Pj8WTJHv3oDhM8MHoQFcYEbbZF4OLxxJzW1wZ38YcWBlDt9PJ/PgpTJ2Cv/FeWD+B+fAFctpNmtIUliYhytEUxrBSvFRMDZXzW7xRY3HJtCaPuz/32PDq1TjogT7MaEqyoGKxWBfRv6Ph3GOzFMUj0OkgNnk2gU5aEaGmxWIbrVCmMUZrdhKjgQ/R+Ogqoo0/t5PSAY0objV+EePG19HUPE/zLuLXnA2LWWNlnQpDdIPSjX0OWp2VuvQmrhNYTI2dfIzGxliLNQ482ui2YXd9RQbFnXLzeteaqwfgb8bN4YWPJ3Pmoz+w3RWfsO6pr3Di9R/x9LeztOttpqjIY5Uu5Wy9bnfO/PMqPHrWegy9+c88cs4WHL1tXzpVdRL/FJzBYhxt8WCMwf2gL5EBFwIFGagPYRiR0SIyQ1cvXw2dyPOvDufMS15gt4MeYI/97uDue76hfWUlN/7jQD5/9SS+evUvXHbujmyxfj9SCV/YjEAIDVhHz3q4fosstiVb3zbvJGCUcKCg0LIt7tLLD55wDFo5RcdOcV54fZwQWEELTg0DUf+18fc5leRmx5CMmsEx5tgI1XmdXNK5gOnz6vh8+BSeeXkoH339k6ZVwNTJtTRl57EsTt1mpZXaY706SIcEGelyCws4UjahjYXmbiRNj+obNU4BpqaRoEm3ByWWQw7cmPYVRWLN4GRHa1sxQqCN4J33fswM8ZhLFRPrIDo65TjDjVxbqGiBFoXGMeKJDsSSlbr+0ttSrkk2xef3ca5HDhw2U6DWSthl/Ffgv0HU6FRpdAUYBFmRDwS/zdt4rJTm9DTdVerYqklJi2hZdhfi5nesopxcj2qysTy3vejz0mf5JaLo3lMLRlTCR1MtaIFAkyOmY7n/qyNlbQAAEABJREFU/mvki6U8A9YhXTeP6J0HiWnVCT2PEXWGmc0hcd+jV7Uzefxm993cJCe80o2L3q2mRjvqtBbEwGFt0zMXXwK4CbPvZnGO3TklI+wTTJ5Galad3jMDosLPEhouZ7ZRfaOZbopTODkjw0HrRHRsBlYGpTiOk+HwYTOYrhOBy//1U4rl2L+si9sVfvnVOJpq8+jAImMCOKIaGhViZc2sxscqr7B4KQxpcXmdLkdNncF9b43l2Nu/Zu/r3mPfqz7h2Bu/5dbXR/Dtj/PEbp6uuhLdaYO+XLT/AO4WzUdOXo+Hjx/MuXuvzjZrdqR7STElNob1jK6VPBwtkREbBmMsxpgWgoWOubigIAy0e83w3Q/TuPfJ9zjhzCfZ+7A7OeLkO7n57o8pKY5x5KEbcOt1e3HvHYdw2SW7sc+QdejfrxPJpIf1fYxE51AJYwsN9xVNCgCe0rYARl/nXdgGLu1g0bTLWz5wGIoSRXTt1IMr7/k3eT2KF9aKwm+ehWLHEG/XlaJufQltUtsW2XPJY9SoCdz3yEeccuYz7HPoPRxwyN0cf8KTevj+Am1ANa9h+LdjZNNVeRlY6tK+ml49qwr9Dub/afKWhibmYSQzMMQmziaUEWqcPhsnqlX6dmfrrQah9QZrDcZYDBbnHOXJU+Zx/c0fYaVkiepyQr2/Rs7eaGNpBJHqR2rh6jswGhS3WTBaiBJ+B3yvnHR6nvqjxdS1W6Cuq78i4Og6OpH4dLAiOP53t4lwgxfTGhDobTOI3Ebd8FucNfFyTap2urKZSU4PYBrb5ccnvgIpke3WCb+onMZsE6fe1MyPMzJgPYzKFkR6wNblJD2PYTNyfD2xkkgzx7hjZ3o2yQ8eJBfVkXB/vK25iawY8ozPJR9ENEdxVu4VUt2pmVBtIpUtiHeZ4lGC5tDw8HcVbH1XLz4cVUo6F2P7vh6P7zaWLqlmqVe4TKg8Yzhhz4h1B0A+aqT2x8mQzao/WlRWhLclUDXi13So1CQXX7qiNJkcbrI5wNHR3XZgIsbrauenSU1LwLJgdoTEz67brkZJwmPWtBomTdRELcz/CPezYO2WuRtAmKZGD+Vfjqjlb3d8wWonvMAGZ33KX+8byrPvf8/HIxuYNjtPLpalV9cUp+y0Gs9dugVf3rAtD5+0BifuNpAdVulJny7tKEqU0IIXCqGBQsjindZQGZMckamhrqmB1979jr+c8Rxrbnkl6+94DRdd/im5oFnXVhvzxksn8OKTR3Ph33Zlnz8NZt019A7SsUw6p42IdBUHrWRMa7i0YFnqLK39spZ5qrj3Pr2YMH40OY15KEbDwBLoyjfUSTATZZjTHPD6R99z8jkv0HPd81h35xs54dznuPvZj3j/27H8NG2uzslZLZodOe3YP/HOq39ls83Wxphl60VlZQnrr7M6Rtpma5qJdFWFnBXWvMQX6torVJqmDHldS8fnNJIMG9h71zXp0qlM7dqE20LPzdHmKM99Dw2jJlePjRdDh2rwpU6yCwVcDl9bMxdfCCJCKXo8UaGr1wTp5olEec0vNVxik4XaL0uihddlqfl/ro5buE0SGT2CcFlsx9IlYJ2xT8Q6YLwy3b/PICogNSADJe1g2Z3aeDGCnp0wsRiz6+DCeyz1dTqpLDLy/Trm2XBQHmPyHPZamp9q46ILRr3KzZhIfNi3xNwuxFjSgeGJkfD2eL9gBHfZIk4X205TTQZOX5bRhcYQqU8T6+s44/X2HPNGZ9LaBZa0y3DhTk08sP/3lJcZrLrBMjrpNN3K4fSD4lRXWSRAovFT8dRfY5YD0a/SizBlxaDFmdBg9Y4iakhg6pP6ldI2OwaB3i6+/v4HjDGAA5bgVCYEMc1q9y/JrZfmg49/ItRPRLTYNkHO4/qnRrHqic+y5fmvcvPbY5k4u1lmJqSyzKd79+4ctFl/bjhpbYZftSXfXrIj5++/Ohv10K5aV3La3IojI/kaPGsxRjzws3OyLFDWJwogCgMC7Zjq6nNMmDyXL74bwyW3v8ku+z/OhtveyOnnvcq3k7/jiEM25+Pnj+WHj/7Gvdfux17br0VVshPu3w3FjcWKVgGM4ixM82fq/1NiIRts0I9cbYovvx1FbUOaCdNq+HzYFK689V123vchBg7+J7vufy+3P/w602bWSJ4+1e1KWLl3ew7eYyOeuPlIhn90Lp+/eToXn7Uj6w7qris9u8wdTCRgpT5FREbaoFN7Im8xkQbFYbD6aPPi5kg2myE3dSZZXUt3blfNEQcNJmY8VXB+ATmr7aQpc3nlre8ImmJ4yRJMaQmext8Yg7xouTZLA2mlxjEe74C1JWTSMwijJoR6aY3+/7JllIDRMd3TM0OQz1GYe8vYbnHVrHG5Xk5XANoB2zLSmRnkcw1SIk3x5RmxyEg5PBLl5URdq2UMIt78ppnHP80TusWBn1177XJOHhLRviTJWO14j3o5yatjrU4KIYYEgQxnqOpTGhLc/KXh/PcMZA1r942x30ZJvESTJpJVjWXzRlhzoceTP5Vz8HODeHxYJ+3wLZutXMN9e/zE0WtNIJW3+CIaSsMd8CsukmwKgMdmq1iO3a4EvWYSzplLWFNP9Cvtl7tYIxUrKcNIlkFzRjKlYP4LvHoGm4wTmRivvjoORfg1ZyUTX7DDDoMxav/Iox9rhx+iqavcX7Z2fwnhq6l1zKz3qNAV1kYDKjhmu4FcdcxaPHLqWrx2wfrccNyqHLZJD3p36kg85ePFja4oBcZirKi5UKjVFYxRZDFCCpU/ZnINL7wzgstveJljT3mK/Q6/g9NPf4qfRsxi841X4cpL9+bFR4/inYdP54xjN2EtnUCSRWC9OEZg9VpsjBENIyKtvkBLH5floDXbBYskXdYfDpEkrYFagE5IRhO6viZHKp7nn1d8zdGnPsluh1zHTkNu5h9XvMx7nw2jtn4OVe3ibLj2II4/cHP+dcEePH7Hobz51Kncc/V+7LnbGvTq1l5y94j54PsGaxVh2ZynuuutUkVFabyFPS0qrmWEUWAwCR9jQ3I6LUX1DUjUnHnu1hTHSzHGqo4Do7DFh9oYvP7GSL4fM4u8dhW+bIMQSHfB1dIeDwf8qhMH2qkVpdqDbiwCZ6M0X/lf5CLx6lh2IHNZ0ABl/de9sR6+FpQwL87civIbOHKj3zKwQppIVCieIJuZSk5XTijFcjij+sZ42K4dKSqr1A4rxnkPRoybl1gIi/WybLV6MadqZ1/cFOe7mc0c945lt8eSnPZOEf94P8ZRz0ds/USGqz/3md3sUdI+zt2n5ujZQXpujPBZgQsVLMW7GpP1PnP2G504/KUufDXDUqzdzoVbzOOeHSezQcdGYgX1dkgcToEbbZdcRiiKRZw6xNKnS5KkrqRsbbN2T059lhHBMlRzi1dCVwVR5GEaAi2IhtAajBFg8CuKCWMBX4+ayNzaWeiW5NexqtJ6G5Sj1YjvtYucMyOtHUqLqVu0cSLucfkBa/Le39fjg0s245HTNuXyQ1bhqI37sF6/rnQo0kKPJTA/t5QkWxLKc9JwIFZb8pRwupvTTrcpV8eXw37kmpvfZJMh17PTHtdy2tnP8umnM1l3g+7ceN3ePH7/8dx01f6ceswG/GmLnvTqUYw1SeGyAnnJARk0YwzGtIBy5/tID9eRCAakZQybyeVqCOZ9RfOUt7RzHo2ZX/OPj0TStyCX1lVWM+lME198O5NrbnmHnfe8je33ugP3D3ff/HQor7z6MaNH1ZBN5+jVoZyDd92Ah289lg9fOJ2n7juEKy7aqXAyWH+t3lRXptSHUCDBus4sRgbL0jPXdI3Ve9Opuggb5Mg2Nsvgu1yBmxfSA+3NkKjxJNPVe5ayz24bKB3otBotpPfihBrNhzvu+UTybsarrsD9I10jLo2YceUOpaLL5IWdvK6/YolivTFlpasCd/W9TK3/85UibTrRHIuk42G6QXpWQ65hFtmG2QrnETTX6xa5EaO3KOPq4olJJxkFf6xfBLvsiRVtDUYYOtsVrPBi1zobHX4NrwxtMtYJa8ukxDMItaiYaIEqrtqvgMFifZ/swB6YeJzZc7PsfdFUmlstTRu2ZCzByTv7PHFZNb27+prmlmEz4c5hEbd/leWpccVMa45p5fTYdv0Kht2SYqXuSSluXisKcg6TA0UX9RqTSNuevLa7o2fDUQ934bEvOpCsqWAlGd67DxzHCetMoToZiVuDMZYWpEaBiyu5HN5iKE1aupc1kk3kyWlXZoxwOVgOPEuralUYul8ftj42Z4h0XWeMEWUwxhBoorsH01CPDd+OmEzk6f2KpTtjDF2rulBVWkWo4f9mxDgZBOFGiUWaetaqbgnrr9KDnlUJtUmRcr/KK0W0bhMhGVrhM4u0c5iceho3YWSAstk8NfXN/DRnDg+/8jWHnPwUa296Jbvv/wB3P/UFW646kDuu/TNfvHcaTzx0CMceujGrD+hTuJ8vLY7jeSIgIkYjxy+ck5IKle8mswNkvKNQstD7Sq5mBtG0D7ATbsYffh3B+OfwZr4PM4di8llhDNXy9/Ouyy2ilCl0fc/lcddYE2fV8vgbQznyr88zaP0r2GTnSzn/ytf59xdTmTKzjkQqQbuqFJtssAZX/GMXPn33LIZ+eDa3/GtH/rzjyvTu0Y5q6XFC88uIaw0NnolokX9r/5FzwlewvL5dRQWdKztiwiRROoORThVwiIYI4Yk/D0PKj3HaX7ajRKG1BmMMmnKFqu6T1wL+1vs/MmrMdOJRnJT75wXSGVfWxpoLZcdc1jKBo+P5KXxTSiY7U+LNoY/aWsF/3zsRRaEW4tw8mtMzaWqeQXPzTLKZudqkaxMjg+3+KUQ+kK1QXjozi6bGqTQ2TCWTmU2Qb1B/cpjFdMXJKpRSRSrVaKuGaem6Yr/NC6PxsF6ssPCjcVxRfHbBhm5gjY6VqWQ1vlehB7BZBNn0/CrR/NhSIuqwxeIlfJI9pZRi8rvxZVz+WKArLUOLYQmkeBm0xWbbtbK8fUURVx/usdMOEdus5et9pUT5HkfvkOD+vxsePCNHdXFA5BTbbY+EHwKEQPBL7x6op6U9bv2qki0eXImPplcQK06znxaRx/cdxhad55Ao8OkJkyeehClEchR/hhVwholzIibP8GSYhTPma6CXSVrLTMtgCIU3lkyAb8m5naNbBYRBrINniWmRRj26794RuJ0Rv+LcePfoVkL/vu0LJ54HHvtC4xKIkllsS2stnucVwMVdJWMMxhiwxnkMPzsngazGbNrseXzy5U888vQnnHPhi+x54M3svffNPHT/l1RVpDj79C155ZnD+fKVv3Lp+duw5WZrUVFcQspL6C3EELPC6RC72WpcogWMcZkqW8QHegQO0rMIG34gN/sjshMeJTv2Nuzkm7GzPobapoL2BMkSrAynLe1PJFxSiUUwLWvS9XThui7H7aEmafH46MuxPPzc+/z98mfZZb/7WHuTKzj82Ed4+HCGsVIAABAASURBVNnPmTi7Vqf5JH37deBP2/bkb8duzgPXHcbHb57Ey08fyV+O3YbV+ncilUxpfMswnsGJQF/J2oioUYjA6NMKoDS0fFhuF5Oebbphf4yX1VWzNnA5Z+BCzZMIT+PpNi0mhJX6dmbNNfthPQSmMP5eK9FIC+jsmhrOOP0tbNxgOlaQN25eGCLpCnJGoAOH8CqyrD6yiBh+LEVEnny2EU06tBNaVgx/UL1Q9ilDpnluYQHJ5zJa9OLEdRWYLGpPsrQTybIegu7EC/GupCp6kCpVOtmRRKwUkw/JNzeSbpxHNltPXhv6kBC3OVYH0WqDVlGChibydfVkGhvIZTLquurMr7di3TPG4mtuh2EWSRjDijnXdn5LhyTSYEfWlyAqRSClRWAK2XQNbtCckkRE8+svLRIaj1ynKny9qaBj6f2vN/Hv7zPqtlAZR0mtTYDnRXSqinHUDqXceUIlD52Z4MGztZCcFee6o1PsvHaR7mdVPxLM76p4cBpdAOFZwOf9HKPn+pz2fB8uebeSOZly+rVr4sY/TeCq7afTpzQvYVncP6hyzXK6t54+bRrjfvqJdDqtLNGRV+TXvYnIehm+HZvniKvzTNIjtSEphSlpmSQrbqEWSzvSTpCyIo2AZnN9E37QWk10Qo0byZj6FfH6xz/S1LBsnaiqLGH11Tri2YDho8bT2KwrDkmoFfMvAmMMxpiF8p1OhDLi7r480OmsKR0yesIM7n/8U449+R723v8ehU9xxwOfkk6EnHDy9tx1wxHcc8cBXHvxrhy0+0as2qeP2E+ob0Ldit64lIsLNOIqaPkqIt+muiGBHu9D7Yap+w6mv0I04W7BI4QTnsNMfhtb9yNe8zxsGCcf7whlG2B6/plEjwPxu+yPrRiIIaYxa8Mp9Mvh3boeyNDmdcrJ6vpi5LipPPTsRxx+4uMMOfQe9j3mYY45/SWuv/U9Pv1yNI0yGFUlpeyw+Zr888KdeO6eI3nyjkO578ZD+McZO7HbdivRq305cfxWLly/jXhsAcelKZS4rysrJFAFCtOE3+oi/rRHN83VGqxOwqEMHe6qNbKE7s8eNadJmLTea1ame48SkD44TgrjBTJwERki7r3va6bWTcbYBGGHdtJNjZXyI+mrqkne7rtiYGMevl9GXhveKEwLSV7w3/CSv/Qvl5GBT89T77LEY9oMxdsrrMDzJR8/SWhiYs7Kgpn5YAwYa/HiKfWlhESigkRROX48rn41kK2bQ37WDMzUGdLnyeR/HEd+1BiCkSMF3xOO/EEwBn4Yj1dfL7lLBkb8sAJOiuP7CQ1enlCnebG2AkjA6eZCDU0hFamjRouKVs5EO62U00ln5uHJji0Tv5FDIkxeHFbqJn3zmTMnzpUPBsxuklIaT4J3ldzKqj5IwawmT4l23tWllo6VlvJi0deqaaXEpkBU+GgD17YNKDhX4iKv/FDFVneuzBtjE+j6km16NfLIYePZYaVGEjaLHxopsiUyhoyuIH4aO55p02ZSW1dHXW2tBkV45R2uX4XI8NQnITtdaPhgaEjWJPA7dcDqasoK/6+2X84KRpOa0hLcsZdm7R7zgfoSYSUfiY4g5WvSWpq1SE6a3tjSl6XQMMbgeZ52mu2xUQX16VomTmqQlCOW5FqMQbhQsRvFdNTMh5+P5+wLn2ODLa9mtQ0v5IS/PUtj1ucvR2/Eey+dxDsvHMbV5+zCTpsNYtDKnenYLqVdt8ZDk80TRmv0EU8t2N3X8RES4kIIFEYC1Sr4SLuz5nlfE016mNzwf5EZ/xS5mZ8Szpunu+k5kG8G6xOVro3pvjt20NnEex+L12NNTFlfTLITeOVgWg13CxmW5Bx9By0yaKnlmjSZDJ99PYG/XfgOa2x4OWtudAVHnfAITz33OUOHTmfK9HpdfUSs1L0rpx63Oe8893dGfXE2j9y3H8cfsg2brdOblXpWUVaS1HiIJU00YyQR6b6j0tJ/Q8uPyxE4wgo0e/R1slIg77J/TiljhXxIj57V2KYqydAQZgLQccsLLKYuQ0LprlUVHH7wYOKejCV2ISpujObUNKj/o4mLmVRxueRdjHo0fyzNQi1WICE9iSfKIPR1ldTQoutGxFYA1W9pYmS7Mk215NKNWFNEPNEezyvFWMlEnXSnixZYkIqVFhcKlalQ8zenjXAu10gwq4Zo3GwS388gOXwy9vsJNI2ZQPOkqQRz5xLpVEI2h9Ect9lmjVE92TmzaBj5E15NnWyDxkqaIsTL58WG9WSvZXNDdyJ1irR8GAq11etC+IuPbCU63+JptU2kOuPeUxob5hFpF2akFr9osEiGO8o6sdl4gtI+PcjF4KNRhsufCMnoWBVaraY48kbKgCAQuF44pQgxEnKkXWekozMYjGkB5jujRlaGMMLTDuGHxhjHvNmRQ57rR6PuazuW57h4i1qe3ncsgxI54k7ZBK5fQRAwb85cRn0/koZ6KYKN0a6ymnLdHbfQm09koYhTDDCEoWXsrDQn3xBy+MURM+fpMTuZItmzF2GfzuqreMM51z8X/j4QiX+bSIInA6gdcTadlcxkbqJQ890SxmLYEHKZNG+88xmh+hnqdLg06tZatth0AOXlWvTnJvn4o4lEwr24NpGmQU6ynltTz09jZvP+h2O46Z7XGHLw7Wy02VWcePozfDtuFkP2X5tXnj+D2T9cwuN3HsI+QzbSm0ARNqokIaWN6w4rphXQSnkRGBl944miNUTGKLKwj3S1EapPQdMswtpvYNKrRCOuh7F/JzbxRZg7FhvWgC2BZAWUtSPquAWm3z54K59BvM/ueNXrQCxBpDeuyFZhvRRGfacABqxoOh4ULOrbtFLipLZuJj/+NJ33PhvJVbe/y64H3MGqq1zE5rtcyfX3vcrYabO0MzV01ul8lf59OXD31bjvuv357qO/8f3nf+fyc3dho3V6UFZcTLH6nfQMaFE3RgwYx4BCMdOSbuHEunRL9OevcdGWuqgc49IUApfLb3BGWJLJMrbfblWMFtt4QyhdCrHpHLYhQ873GLL3RlSXO+NpRD1Ek1FgBBDmDc+88AmjJ48h68cJu7UD3weNr8XoB22E+I3OqH2MhK4tA10NRToZG81LZf7HvLNP6UwN7leYk8lyYuIl8qTD6mfk2HOcaM5CIP0UBDmiTI5Q19XhvAbyU2cS/DCG9LfDyX48jOzn35P5cTy5GbPI6uRl4gGeAyzlqSRbbNCNEw9cl7v+uQ+vP3wSj99+BMcfvAE9OxQR0xVb06ixMK/OUV1uiNQiNGJatjCfz8uuKGMFvP1FmwUzhB/tKzxbTjzZAW3vaW6sJZ9uxmgAF6y6uLjWBIwk29ShDK+DdjyaNLe/1MyLH2UIIilY5EFhFyaF1PUXDhaHaH6e6uFAGcJriGgyWZ4a3ZlDnurG01+U6zTVxBZ953LPbhM4Zr0pxMihqqBBRsajOZth8uQpTJo0WVeSeZLJJN27ddWOrLuOnL6qCL9x4hWNBb2BUPk57R6f/bSJgy7OcdfrjbhTkKwxsZW6E/XoiKfdNli1NILf35uiOEaLinHya8wV5OuoiGuimCSS8MhpIf7sm1l6YNPFQ6RlQODqLAn69Syiql0xaT2Yj9BuKKOdf6iFSF79y5ML8kzSKe6Nt0dwzbXvcMxJj3PQiQ9zzhXP6iF5Jtts3pdrLj+Qpx88nGdvP4xzjt+KLdbqTSLu5OA4a6FsTItMrEyKizlAcefVESAtIUv2ukOKgiYtjBNh5heY8S/h/fQw/rgHyI9/nszcT8nlJxHlS/HjFZjKVYh13oFYz12J9TiceK9DSXbYAq+4P4F4iAo6JmoF72Gc4S5AIUN05RXVt+DDMCLQwObV7+ZclkmzZvHqOyP55w2vc9SpL7H3kfex16F3c97FT/PGe98yvaaJyvIyNlyzN0ftvwM3XrUvj95xNC88ug+3XjeEA/ZYmUHdK0HjYqRDSA4tk9diFY+sIbK4bIGhxbWFLall/a5Yq0Wwi6cEEccfuxHGy5HXYp4Ije7tm7C5iO5VVZz4l41Bj88G09q4LdSQ6XTy2BMj9AYLUVk5XkmZ6qiD+v6ePrIRJh7DbUjcohJKvtHvSWCJuCL1Ok82U0egDXbM74hni1Xb9TFSqH5Lf9xfGghq6wmnzyQ3bhLpH8aR+/4HssOHkRn+NdmxwwlmagMyr56EFoREUcjK3Sw7rBfjxD0S/POYErZfKynceXp2asdd1x3MVRfvxUH7rctWm/Rhj+0GcsU/dubeGw5gvYFdsNLX/LjpGM3fAhPL+QllKD0/RUGOusJezuaF6k4ChcjSPqKDp11lMlWGjXtk0rP18DQbp1BtS5lTJ02LX6Bx+Z71sN06kKssIpOFi++OMXaSlQ3xVF9g3CCEirtQwVK9w9hSYZbudv/+Tl9OeLGddo0xrOdzyZbTuHeHSazfySgtZdMiFWn4I2Opq6tnzOifmDe3ljA0lJaW6zG0D1VVlVhNalWjAJpMtDrXdweOxcbmOKfeVMdxV0R8MzZOTru3RLcuJAb0RcjUH4t1lsFBAYfrUyui3yNQ100ijkklMKFwpyPQVQQFplVoIUoaIvE1ZdYcanWvqhyW5rTcaNFNssbASowm5A+jp6hdk+QT8r0Wl5vuepOt9r2dDXa8lqNPfYB/fzKKjTfoxw1X7MKT9x7BnVfuzxGHbMsWm/Snb89qSrST8ozk4I5KiL8C8bbQJRSXL8QWXOiUF2WzNNeOxE54hvzI64l+vJ3M1JeJ5o7CpCcI6sRrDC/ZBa/zrtiex5Pte4h2wHvrjn4wVo/raKeobR1I54zk4ONhjATjCBbAFL4tcpEMCXE7TRQ6aMkJGDF6ONfe9RZ7HHIzW+xwDYce+TBXXv8yL7w+TGVzqK0J6FzekX132Yy7bzyY9179K0/cdzSX/WN79ttrTdZdpyudOlRoYx6XQUhR0C/1kYJMCpECHy72Mzjqhez/8scQl6TXWrWL9pAx3FD66YCgPk0sjHHeWVtTWVSKLfw4Vq0+bXKFz4dN5JuhM0kEHl6vbqR9T+UOFPyOPnJj5lnifjGFKyfdfLgsJ8/fkUwBldHXAfoYnTpCLQBuwfATSWzMV2lG70s15KZOJTv6B8IRw8l/O4xo+I/kR08irw1ZMGceoR7U0ZWV21xUl8fZfF3LXw8o5bFL43x+dznvXGN45PRSLjso4JA/hWwxGOlQlnpddTXUawMpWUbWIoXCeHH1PcUG6/XmdL1LtisrItBiktWVb6TFXkwtlzfG4MUSBRWNogy4zrJ8Tpz9egOjKkbKY2yMVHEpidJKGZy8Hn7nqgNpcHcBuLu7xQ+ly7WJBIku7XHC+Gl6nksfbkY3RViDwGDMMrECWNGOGFZTyoGP9ue+DyuQDOneK8Oj+0znpPVqqUhJ8F6z6hpNX0tOVziTJ05l3Jjx5PVu4mlQunXtzEr9+5FKpTBugKSJkQycPGJSbRUYAVa7dMtnY7Ja8Ye/AAAQAElEQVTseFY997xQRI3rrxZYVu4J3TpijcGoPbqaAdFW3AiDAwW/n5cgIxlIr7gEX8Yf9SXSXaojYEyEUT9ikrMsJGN+qmHkmHkYydWYJXNi0I/aHXnoNviq983Xszj8tEdZY8tL+dOQu3jo0aGsu3I7brniQD5/7xyef/oUTj5hK9ZZvRcdq9pRXuJLqRFXIDSSt7hxQ2ks7scIPwVgvgv05uB+k5fsVGgYSn7um+R+uJn8DzfijX+UTM3XWO08/DAvnkqJShNkO25I0PdA7Crn4A84FtthM4Ly9vixCmKeo+QLf9QKCoyg4B0zhcgCn0gj1ALNzSGz5zTy4/iZPPP6pxx9yiP0W+sC1tviLs45/2Xe+vd4ZszNYhNZOlW2Z8t1+3Lp37fk/VdO44evzuT+W/blgD+vxcDeHbQxSVJU7BGzcXz12RgPIzkguWI9sAaM48dgYD605Li0i7UB/3VXUZpk0IAqwsDQOF26pLB37zK23LQ/MZ2QPWsxriNtnMoENDSmOfe8xzQTsuSqNbc0v7R3K9Rwmy0Hxu3QCjm/7eNwWd1yWC+J0aoXroARXRwHbVrk2HTgrEDkNnA6deQ137LpJj2WzyNZm4GxM8h+O4qmj4aR+2okwZiJOpHMJVevzY/maFnS6U2WAR1zbLeGz5n7ejx8fhHj7qxk2sPFvHJ+iosOMoVfPhpUEdFeMi8tyRH3ExRpY7p+3zzFvqG+uYFxk6YUFndPDBbErtBKn2JaWDbdtDcdq0vEaoi7QUIajha+xfVvSXkOpycbb3U9mQvSqiYC+i6Pt8tT2chEhMTwvBJSRdV4viWTm00mPYsg1yw75hgIwbiQ+c4x6jTPVpTrWqgDOWW8+lWG5z6sU7ah8GPmV19qZJbu9+7/Kslej3Xig8mawMmQ/daey8O7zWajPnNxD9TGuG4JobTBvZGMHfMTM2fNJlC6WMa4d+8etO/QDqMqCxFTORpElxeZCDcRausS3P58MwddluObHwNCazAd2xH0qybSwpXOT6c5O5lMZiLZ7CxymRrJooFIR+HCW0QBn2FRmbCiTqL1KivEm/rofgNHpxTrGHWm3IYY9wsBqjNvbgNjZSRDTQS3UC6VnNjbcIOOlOi6bF6+ES8R47STd+LpR4/gjWdP4Mp/7M3O2w6kfUUJceEWZZx8CouY2srT1j8V4wATIiFom2EEechnINNAtm4MTP9Aj+cPk5vwOJlxLxJNek8Pv9MhypJIpPCKBxB13ICo24Fk++0FvQ/GdtocW7YykS/DjNEPWsQMpjDWyHmEWNF23Cm5gHcykBgIhT8MI+bqDeirrydx/+Nfc9YlT7LnUXez2a63sM+Rj3LPk58yeWYNyaIS+g/owu47rMk5J+3AfTcdxlvPH8fzjxzJ6Udtz3qrdcbXm1XL8Do+jGaGxRcPRoBhMc7x1lLQ8m2p4uIOWlL/c74xLRhbbz5A4xLpqgtSSu+155o6eWmh0Dwo9DH6mV/3h0pfeGUoP05o1lVjAtu1A5HamELFUBUXqKzU7+WtF8NqZ51O14vXFjorRsmNj0ek+RTmA8LmDEFtLdmZM8nJmGfGjic7QieOoaMwWjgyE6YTzpyH35DDl5WvLjOs2jNi+zU9jtiuiPMPKeH+Uyp4/eIqPriuHc9dEuPCg0KGDE7SrWtSi66jJ5ZbBWHFtBG4pDEGK+XqVB0nFhbRlAkYP2EerrxFnsx3RnOgSFfha6zWRW0CvXOlMbINYFhuZzw8yTPQew9OlMuJwC5nfbHYwqQbxGSqklSyShLxSadraNJVWKhrqJZOt2F29UXGCcp6pLp0xqsqk21Jcu4DcYbVN2sAnSFw9draLDm8/+tyzvqoJ1NrE/SozHDt7tP45zZzWK2ygaR2EGhRMFJ2Z0Cm6+5y/E8TdJJqEMKIDh2r6dW7J2VlJRg3ejimVLSId5y4PgyblOaQK+q4/O5GxtaAKU4Qrd4N078nXvtOJIs7UZTsQireiUSsA55fosNapMWlgabGGTQ1zySfr5N8MlKEULLjNzvHW5RKkE8mkaWGjPAGIiH1dN9swuIlY6KXZuiIKURSykgyWRphYzwS2pm4f1fglLhf10oOGDKYtQb2olKysp6HtVZm0mBwVBy0xUS/VY66PFJpi49UM6/3rbDhJ7KzXtEd8j1kf7qLaPyzmCnvE589CttcQxSLE8U7Yqo2xO82BNP7ILweexPrurX0ZHUSRT00VpXClpB+OwpRC4HWr0u1gctycRe2gUvnxd9PU2fx6PPDOOaUp/jTXnew79E3cMo5z3PLAx/x8RfjqJ1VR5UpZYf1enP533fnpUdP5Nn7DuHWq/fitJO2ZdutV6Jnj2pSiaT4MRhP8hA4Oo6GC0VGfDrZtEAh73/xxzPohNITT8ukUed6dixnyK5r4tmkUq1jYVo6GClnTnMjl17xGTrSYHQlFpWUyxhG0ptIcgnBbTJUj9/ZRcZocS8ikhEMdfSNItFaGo1I/ESugj5uokuz3IYnqJE+Tp5MMHo0ueEjyI8YQW7kKPJjxhcWlPyMGeiuE/Rgjpemf3WenQd7nHGY4fELS3j+ygQPX1TNXX9Lcs1xpZy2p89OG1otMtCuOMK3Pl5ULHmGgjye8UC8I+fE6MAqbiMosKW5277cp7IkRj4bZ9LEGnLOsLmKyLlQoOp4Mcvmm/XXwp/B00KoihCpUNWWxxu18d2cdLY0zNLCCMvsHP/LXLlQ0XHvVMQJwlisX0SiuJKkFAjdu6Wbp5BprtPziqZxgPgxAlqcmDWeT1HPLmSKEkyvi9j3zDT12SbtHo3q/Do7vklQ0hSxcZd6Xtx3DHsNmENxPCBQUyN+EG85GVn368BTpk6XvQ3wk3H69Oujx/duxGM+TvldPRGUd8rnQFF5sUgDSd7+2LDHOXFeGZlheiyJX9EOb83+JCoq8E0MT/tRo9CB9VPYWDExv4RUUQdSxe2JaYdrbF66V0O6qV6b7yxGVzhWymsEIrVC3qiVZy2xsjIKeJqacMdxE6G0wSiSK7IY8ffuvyeTy/3cN5bgjDFYdfzgQ1aWwvs898R48mam8CKnHY9VIIxIti4wSjpQ0OI1QcNQu6eswTY2Ecz6gOzEpzDDr8WMfoDYpK8J6mZJPaYQCxpIxw2Z9p2h++4kOh9KvP/xxLv+CVu1OqS6gxZEjA8iZjWmbeA5PpXHAq7AmtLqvsYV3QIGzMtOYG56Lp8OHcN5l77NulteziqDL+KwEx/inqc/57PvpzJteol0NE23yq4ctd+OvPzoX5kw7gxefPavWkC2YaP1dSXaqxOVlUlN1kjjbUXZgGQfaSExxojqIr41ywUOFin9X5eMtFPv2KEzCY2HmzNbb9WLlfp1w3q+NMHJw6pPLT0NtKN/9LFPmDTzJ0Lfx+tYgXVzzarcWI2N12rg2kZKTX9H79mEsPkEuhmwIiGqSi/sIyxhJL2SsQiaGsnPnqtNzniiT78i9+lQgu9GaeMzCXTq8PT+6GfSFKdjVAhZ59IsW61SxAX7lfLChRWMe6ojw++v4JkLUly4l8eu64QM7hFjlfZ5Opd6FMeyjhqRW0QLEEl/wkI60vwPNWccn55yXUhEwbnAQSFhAhKJHAMGuQ2pZdxPc2hw/w6oUEihSeji4s/isdaqK+FnDEYLntVNjgyOK11OEEZrxZWsS+DoBmo/nyPFl+7t0ouXUioDFElkCkArrbXl2r11JZ5oTxA105yZqp36dPK5GsIwrb6FyNYVIFtSQrKL3h6kbFNHW655JqAxbyQgw6+5o9eaxtvHTubxQ3+kT7tfdtT948QffviRuroGfM+joryMfn37UF5SjNs5ISo4phdsKrKRmNOVJ2Om5zj3lhnsdVUjs2c1E7Mp8ap+9ekJfpJIfUbidt7himyAg0K2VY4NVewTi1VRJOOYTHXEaGfSnKkh3TxL12FNqqQqwlQQBsvvjPiNd+pAJLmTzmPcbsKhUZ9MqE9FEvd77aPGT2faTF0DqD5SYlCZq7cEWH/1tcR3xNS505g+rYhISh+K2PyRKeBxjaOW7ufThJkJBDXazU3+kPSEf+kt5GrCyS/j1X5HTroYxVKYVAVRVTf8jttjex9AcuWztIAciVe5Gug9LpIetCB0uFFUgtSXVmeMQV5gWnIiCIU71AIdaBfV0JBm7LgZvPfRaG6750OOPvZd1tnkRrbc7SquuuU1Ro7WtYQWsS4dKtlgrR7st+dqXHftlnz6xsl89/FfueGyzdl04w7aKKRopaDhNBjjpqkDR9bx5EI0dU1LRHy4mIOWjJbvoumW3P9931D9f/+zT6W3tZTpOvTkv2yKpx3yz5L4uU+zdI340isjNY9DbFERyXKNuca1MK+cQBz8XP13j7mx8hOlBEEzUlzayDn6miA6DTcSTZlCZrj08psvyH39NcHIH2DKHNkobfaiPKWpHP27w0areOy5aRF/39/j3gtifHx7nBEPpHjpygxn7x+y7dqGDqlANKJf9qMty4UOVEMWQV8K090oT57FOVdv4bIIE3psuFYxxmtmwuQa5tTXkI9+bt3WTyuN7dm1hJKSFEGoTbNOaxLEzxWXI2ak4Z7mbSZoosUtbsRbShb9LnvNRVsumnY98wyeHoWTqSri8Q7qYjHuj/9l0nU0Ns4im5mnXWEznq7FqCohrE7Q6Oe495U8n4+McMJGw8RSXMrz6FOVpjxItNZfuLL7ldd0pplEIkbXrp3o07M7KfFkl4I3EopmL+Clb3IcfEWeu97wSAc+2XbqR79eBN06Enhx0O4mUj8dqAktDLjWbZkuLrVwOxJUXdlul5ZIlZAsqsR6RVpkm3UdVkMkY0hoxJVRzeXzjgrlpeDH0CEImxVNGf8I/bgwYQliMfIq/HDoDyLjWqiOypdESS0pL0lS3alMfc3z9jvDClUjLVqRuCwk5n8iKW2OzNR39QbyAvkJj2HnforXMFM0c4RaRL2SgdBtG7xeuwr2wO+1D1HnLQgqBhDGtFgRFzcxMAIpMAUX6evAycSFIaFqSZLyLfy7XO09mFJTy6sffM+FV7/KwcffzT5HXM+Bh97H2Rc9zXNvfsPEabUkYqUMXqM9xx2+DrdctR8P3HIIj961F/ddvzdH7bUJg/p1prTIx9OdsS/wrHRKHLR4R8nFjHpvXaTASSHS9jFtkf+J4W/jyfV+Rl099z8wgrjRtc5f1qFH++4aB5W4ndcC0nAbj4+/mcjnX0wlMgbbozP5mCe5qW5hLijEAX+YCzVEftzpVZaosMGSRjuDEoUEs+eQGzWO/NhJWPfvNNIZSrQL79+9I1tt2JcBfTtqKvussQo89I8ED55Twt1nevx9v2L22MAysFOCUuGOUYSvHzUF6WykHiqygt60tHM8tsQW/xX/G/S1spsxps1tpKZJG1h31x0xn7rDpO5TVRKnx0rtVBCSSzerT6rE8rtIfXO3LpEW2dDJMvKWGYnjY5kr/1pFuMXF/QAAEABJREFUg1UnPIyJ6ZogQTxRTKKoAl/G3cYMuVwDzU0zaGyarIfsuXjtysjHE0yZa7jw1iYZW19XLz44CbF4Z4zbL7cIykRG9BxNQWuj0rJi+vfvR7+V+lBdXYXni5/WsoUxWiIjsCFhJuKCW3Ps/89mvhmbI+92+d2qSQ7oSVBZKvF6FJTIOLpWNEVXyApJhULkvq1gFDoIFQrEI8JgvCSxeBnxVDERWlSaphDoqi8K4ovlTo2X6kNNcqNFw9NWPdQEcZxFmrzGRsKnPieShfChBz5HtwCiaYXPgYLFeGMMHatTbDW4M0Z4HrzvK0LlRVLeaKH66pPSXjZHNjsFchOxntWutDOx6p1IrXwEyd7HYXruQ7LdRtgSPaSnukkCSU1FTyHSEoEBaxCtFmC+U6bijmYe/UipM/mA5lyacZPmctuD77LjPjexzqZXsNdh93Pljf/mpTdHMmJElnnSrfLSGDtvvR533LA/X318Di/pCuva84dw0JD12XT9XnTTO5ovw2CM9Mx6RBpYFzeKg6HFOeqtEClPUX3nl0qYhWrKLoT/5z7qWE4yv/K6t6itry3MoyMP2Y6ExtkYScJYdVmhvtpZkNUG8ZZb/k1zPi89KCJR1Y5CNYzmSqRvpIXIVf7jQJRweoiMn9NZR9BZimxDPRmd1KOGZso1X/batT+P3XMU33x7Lh+++xeeePhg9tl7VYyUcebcBGt1qqJLRY640m6c3WIZIJ3XRs2IfacORt0pgNKunQNFl8nnPchL1yLNBIfLy0V8Naeccz7pyVM/VtIcWCLZpAKyyGJVt1+nRvETMbcmw5xZIZ54kVAdewUo1NUnEqw9uAOBDcjWNaqexdVjOZ3rp6MrRnQ6bcS6/i8jDlFcxprLWc0YseVZjI3h++VaXNqTTHUhVdQNd3rx/VI9xiahdzcSUZKPJgSc/WgdzWEDbhCXSs5Jrq2Ci7eB8qyxenQvLdz7OgUzRnwof743Ee6KKpTQc4Hh6zEeW/895NoXcmRzCfJF7Yj6DcD27EmoO2DjBlU42rAY0bICFxZwqrwQuo+LF6Cttsv8GZzxsraUomQPfPU/m5+tRXYmkSavNiII7c+VfyUWqp/JynKQ4ufrmjV/rFoY4YiQjcRLxXA57sG5MTtPeuVSqrIUnyqO6xF2JWwsYtSY2TQ2zxMOIwhZ0LnxibQRSHX7E16fg7ADztQ4HoPpugEkekI8Jr5Eb76QjJp7AhciXmh1rsctEGrXG2kBcQUZvYHNnFPHT+Nn8+JrX3HKWa8xeKtbWGWDSzn5jGd4+/2hMnRNpBJxunapZIN1+3Pu2Zvy7rN/5/vPLuDx2/flkF3WpU+7Siq0mfFlSKx1/IDTD2OMI4MxysNijJObg0K2clpCCRVaqrKQU57jeqG8/zUJ6b8W6aWzG+mEN5X77/8YT3099OBNKCsukTikB9I3JK+29pHKvxz2PR9/NkHXrJZUn+5kC+MuCanQaD4YGaQFmrQ1/QNCi+fFiXT373bXQS6LP3YG8eY8PTuW8MB9h3DvjYex+zYD6NauHWXJJMWxBGsPXIWczTFrrqf1sVH9NBhx19YN1JX5ceXrDp95c+aongrkXdayQORkMTNPfvxcwrlZ3dTE+ao2zoGPd+S2t1Kc/Gx7rv+iHTnJrQ1fGPpUl5bRu3uSfJDnu+8mQOi4a6nxcww8CXntVfqr/zloSuv6LyRaoG5Li2X7Wi1kiUQZkTZyQdC0bI1Uywr+I94YA54l8j1sIkW8qJxEaSXJ9lXYrtX4JsZNz8OzHweEkRT3N3JlnEq4wXYA87G5pPtrxHV62L/z+TwHXdzExz82k9DOxnZsj9+/J377dgWjYqRFRrv1+Y1/c0TUhS/yAzydVny/WgtKLe7XriPdeYrcclGwOo3lPfXUXXlpcTRSHiNljDTpg2QMI4OZFclRY+YSuV3Nr2C3Mrp9+1STKi0nbWoZNmwKRjsmIrtQS2MMqK5NdMIvWhWrKyzr+aAxRGWh8WgZwQBpv6DFu7xIJS2hyzP6RJqvGS0Q9Xz97WQefuJrzvjHc+x9xN1stfu17HfIQ9z92Jv8MGEyRnIb0KcrQ7bfgPP+ugv33bAHr7r/aOvpoznvL7uxweDelJcmiSUi8ZQHLxDuECIjAEMk6i6qPFqcSloi+kpU+jrvcqWrakGhhctrAVfHgUu5Wi78nwiORweL8pYPIya6twQZ20XL2tJZXXNcf/37NOvts2unCnbZfiXiXgI0rhRmBgUXSp410ttjT36CLDmMDLTv/vFzQdeM6rSBon+01xgb8WZsXG93adkQjX9NI4Gu7eLxiGsu34NtNuuDp/kSGqOTkwea82iMe3UqxZNdqqnPM765nsjkWJoL9Y40adJkzd3WeosT9CIIjJHuzdEtzPA6olFZmr6bScOcesZMrWRCfYzmuEcjCb6eWEZjzqh1K6hd2mTYoL+ImDyffvw9oXF6rSryrpaCgo80TwcO6EzC9a+5STctTs8XnruFisv48f0UJhbXRruWSDch4uBXW644tV9FvXAF13FjDMZYjDEtha1KEGmX6ZcktLJmuODhHMMmRRrUZWG/Bc3ivsJApIXJASJnjD7WgjWMnpTioEsa+dvDDYyeEeokUkw4qC9+7y544sNzPApppIYRaqP47+cdVrFhfXwZ4lSqU0H5c7m5EIpWYTL+OjVn7iINNo7XQIa7MaNGnuRmBMITj4Fv1IM8Tz3+HaEmQfQruI0xrLpaNZ2qUjrq5nhdV0mRSSMk/OysolZZHta0gFGIk61RkbwLHIDjUvwoz/lA9PM6iYT5HEE+z5QZtTz70nBOOfshttzxFnY//H6OO+8xbn7kLT78ahzTZ2cpqypj8OD+nHX6ED545QxefOJo7rh+P846eQt23mZNVurdnpiTgwgYY3A86avQYlp/FNDijAKXbxUu3rsabSWm0FB1TVsOhRyXdMD/QBeJJwcabiRiMkGaxmwN33w9lX9d/2+22u1Gdh9yC+9/NBpXT9UX8oHmzPARk/SGNo7IJNhyiwEM6t9ZBnihaoVEJCPz3EvfMOqnZox0wOYC8jKAoUoL88/FBcjQsThiqvd7epkTPBuTrou6mDA1DeRFePVVerL15ivhY/EETkes0xURt+KrorKMXl07kcuHvPKNNkZuHqpsST6vG4WcdHjatBmEgWiJcGQsIaYAi2vnynIz6jXHPYxv8XMWZjbRvTyiQzLQO1Uanxj9KvOkvLzkLQ0zwi2MMc2bVQcZotAr/IPliLjKKYC6h3PqBoE607lze9pXVhBpHEmr9+qn2HNVlhNET/2Jx1MEOhm5+Rpp7rYQXTIqsbDkwt+7RCISixTACcIoFskQBakkQe9OEnSSiZN9bnrcp7FJA2RDVXOiYvmdmmkcJFiIQjcwkd4SAl76yLDX3xt5+8uQ5qw4aFdK6aragVVVgxfTG47qm1B0FYq/5Se8bC2McEsH8bwUqVRXTYIcmcxMcI/10gCxv1RERp2zqTh+qhTchK1raq0vRZUSErMECSmvdmFfDh1NYzotGuqX2rVWXGzQvWs1Pbp0UVmMH8c10NT8a22M6jpQ0OoLKdGJ1A+jfjr5p9MBtfVpvhrxI5fe+BKb7XoBA9e/kCFH3c5N9w9nxITZzKxpwngePTp35Kg9d+KFew7n+w//yvtPH8MFJ6zPGit3pmeXCsrcKUQ7SmNiGOOBE6Sh1bn+LwitBa2BK2mtuFDgipdUtlDF/3EJNz5iKpKOC7K5PHWNWWbMrefJF7/gsGOfYp2Nr2Xn/a/gvmc+ZKPV+3DjNUPYZMOeuD6r5UI+r83Ji68OZcL0uaR0bXrUkRtSeE9YqFZLoq6+kUce/oK8J9pCFuVyOKMThkqoSstX6qnIr+mzqv8OXlScPjhMkRaWpkakHWy6RUcSMR8rPbEqt4UQZHpU01JSlmOV/tUqz/LJZ7UYL1D+kn0um1enLHPn1jKnpoZZc2YzceJEJgjybhVfbFNDsqwIT6cMJHkj4qniUgZ1m8FFO0xmre5xDlq3nmO3GEtMVjlqtX1GlsjXLcHAvuApf8KkiWSWRMMYyiqa6dWrVHZffZhXy29xmr5Yvf1abSzCXLNsYyS8ZqkorTRgqRX+6EJrDBaPWFklfufOoPRzn9bz5EdZ3CIeobEz+qyob207Zkaas+9v4oB/NjJqbp58KkV5j96kNFL5Il+ruwZANIwUEXHUOieU88f6wvHVMyQS7QnyTWTT83A7v2WhGsZi5MpKQQ/MXnOE0cKJW0ykhE4RTXGMrBcxsyHb8uvDMjj8iktol7TOKu2IVHfc5NlMm6X3F/MrjRYpDsOQ+sYm7aZm8Na733PTbe9z6PEPsdF2V7DlTvdy8TXv8/k3ulrQROnerUpXVQM4ZP91uPHinXnzsWMZ9e5p3Pyv7dhhuzWorqrCk074mMLPIqT+n0lG6qkDDa1iLd6l3YP4tJl1fPzFeB565lPOvOAZ/rz/Dey0x7U89MD7kp/lnDN3582XzuLDN07nokt3ZqONB0vfSlqQLPB1+CZPr+GxF4eSMwG77dCHQSsVSe6uZIGKiobSjw8+mcjQETNB7w+hjHBEhtzsedjQYlwTgVFdBTjj5EIl/1AfWWmKeDPaZEltMFYzIlOKm8+h1axwDC3Agew6iaJiVu7XUZoPw38s1VVR0QI11F763NjYSE1tDbNnz2bGzNkgO6G1l58mTGCcFpK6xgY6tG9P22l5IQSFRIjpUkSiewK/o4fXr4hQi0iF8Bzar4n39vmef209ih5xX9YnRmDzOCEaCc5qBLqXeHQqD8ilS/l86Hj1J1I5853rlnpOaayCvr06gU4ztrZW5TlQVUWW2xvRtZ4lHncy0duSTiom9JeKx4Y6vjmCRtUcKPiPeyPGDR6JLh3Jdq6iLh/n0geb+H68jLwf4gTLcjujFjHtyjO89m2Ogy7PccuzhuZcSLykjNgq/ch1a0/kx8B4IqH6GjwKLhJHFID/gDMibf0kRalOWlS02OXniJ/oVylHaugXFyMNBHey0SkEN5iOcxNhk57KImbNquf74ZoEhQm1dLyu9M+7bYynRWr8pPGMdn8iwOFr5caVt4HL0twlCELyQZraurm8+9E4LrvmXfY76mH+fPSd7H/i/Zz9z+d56s1vNPkaSWgGrzmomqMO25w7b9mbp+49iifvOICbLt2bow/YjPVW7Um8qAirMXETyTjaaoP1MAaBKQD/j7ifZR1pZN0iHNGczjB87DgeevIbjj39YYYcfi/HnfYU9zw4TGPu89eTtuWRW47kgduP5uqL9+CAIavTv28niuIJXauYguRavoVo4eOwp7UgPPbUV9ppz6UkmeKCc3eUkS2VvH2MLVRr+WjjUl+f4f6HP6WmrgEbj4lugkg6l59Xp/qqtgiBRZKq8Md4I0aNMZgwi4kncQvf9yPGYNQT10cnz0Up+9It9z+XGunZpOnzaMg2YYxwtIuZ7pEAABAASURBVILbXDU1NTF58mQmTZpCbU29yiUQRwtLPJagT89eOtGllL8o9pa0wVCwxX1K8AeW4fdM4vk5tO4hFAKjGsIZmUID0xq6hOO5pDhNp44Q2iwffziafJTXps+VLgyJuE+/fu2UqUXJ/Zn8fJaQAIdDmcvtXTsjG+n5cTLZOkLJNRI2l784ZDbTPJUg1yROl1Rlcc1+/zzjyHuWYie1hM+MOYajrphNQ4MnwUnQy0HSDYmOXmoRcunTMYboveTrMZZQRJKdOmBW7U0qWUokBQpluCINpYl8fdVEwkcCMxG0AcvlVrCyiFkNWqqoUo99TTLS2qE4a71UdAbf/fZNTH3TnWnYlMbObxNhJEdsSK2uJkaM+km9Ut5S8bmeh6yyqoxPIqC+PsdPk9ROOEO1cxNLgfC4euDy5tXWcPuTn/PnAx9klfX+yY573cjF1z/Nax9+wogfZzJX11hxyXjIFqtz++U78+2/T+Hj50/j+vN34887rs4agzrRuUMpyViMAmINtdFEBTeK7utCgcbKOGid5PwfdU7GDhbsXqBEo66y/v3xTE694Ek22OZSNt3yBk498wFyTSGnHLMxLz97KK88fiBXn74Hu2y5BoMGdaG6ukTGLo6VPH2B9hPCBBJxq3QLycIn0rdRuK679n0ZjYBjj9mS7tXVWBPDWlfqRluVnJc+jNWu/PX3RpHzVNauGFPudvUymtrJ6+tqFUBqPX8emULOH/sxBSUST2EaU6xTQJRl+AjZuKge1w3X90U5cHnd9fZQpPfTIErw009FwqJcx7DA1/VqtWQxcOBAunXrrlOILxROHiEmhIQMbjKp/rvOFmaFihf1YslEQiYvoWIKK4lHKAQOVKwW4t6Vu1jkaT5YIpSnb8pP0aVTGXnNga+/GY9vtKC4ug5Uv817nkfP7p1I6Lo7zGYJmuoQibbiFQuNxY9VyCZltajoxkJ9XoQsbc76sWIyTbPIZmuJdLRrK/hPh+5IGmgMo+IkzujnvRQjxxdz43N5Mjkn1mXnqFnIvvgJdj0jzcUPzNYx0cMkUtjVViYc0BNkuJtjGq/5krYtyI2mrstz0JLzH/2G0ngjw+r7JWSaawh1xHTGJVoCF0YFpihOGPOweYMvg2ByrrJGXIro/gQGutoLpYRDf5hBfcbtVtRvV2UJYNQuJQXeaPV+eLaETz7P0ChCad3bTpo9jaGjxvDK219zyrmPsu4WF9N11fP5y2kP8soH3zGlvonS0jh9uvdl07XX4ZwTtufVx09n9KgzePzBwzni0M3p2aML8WRSx2iL78cxxvCzU4fk29J6HRAnban/N0I33nPn1TB63BTe+Ww419/7EnsfeB+bbncFJ575KGMnzGC/fTbjxadP46exV3LPbQey985r0q2igkQ8AamA0LrxX1Bedn6iJebKHczPJggjrr7qFRqiWjpXVrHnzgNVuODYKNnqmwk575LXadSJhpRHolh046prfYxuAMKGGo3bzwOpEv5Tzoi3UPM49ESxtATrxZjXkKa+GYx+3JdFnFG6b692dG5XRl7HiE9G5wiML0wqcd2QjlrNId/zqapqR5FslNFcdcbbGENDQ4NApxYnd9H+7RZcDC3ii1IN9O+YUQ8sw0fPpbkB8RcKkKwXrBzRs2s5HTtUkI+pH/XzxE5e7Rass3xxSQHPi5NKVBLo9ObeypC+sBisNh6vIJ50v74q9UjXFRYVJ0P+K67AOqZTFaaqlECr9N2vBHz6A2TdQC2FJ9cSLA06kt3xWoYDL23izRFO9cuIVXcgPqgvVpPO4EkMBmMEkQCQvaRlWIzCNlD0v+DDyGrwSsFkdVKpE1tuNDT5HVss7CIxbowhVlpOqCphRgqWj6RgAtUPVUZpEk/xL7+dpEdEXZmozwtjWTjlJo6qc+iRgzE2x5vvDePuhz7m9H88yiHHPs1u+z3MPofdz233vsewH+ZJoX1W6tmB3fTecdHZW3H/zYfz/KMH8fLjx3DxmTuz1UY9aZfSeLaSMULuQAOg0TLizVNUmci5wIGizi8Qdcn/c1AYM3K6hs0wedoMXn/jO/551esc/9cnOOTExzj3ktf4+NPZbLNFP669YB9efuR4HrvzCP52wtZstE5XivD0YyUXgXVy9CRT2yJPJzwHFD6qwwIx5H7OR9elY8bN4NHHvy2M5w479mGlfmXClVi4nlJBGPDuh2N4591xmjeWeFmxDJcFt6mJeyhT7yhaUAwsQpDfw/0aDvfruUZHsUgGL9LmzGjHroM7Xw4dh1ZaNDkWi6K6IklFWYpAbUdNTLPQLzS5KUiLcwu+2+h5mlTdu3WhZ89ulJeXMG3qFIJcrrXLrvMt9Zf361ouCG3t41ERPTsmdeI0zKqtYcqMugItV7etjguNcrvpJFOajKPBxDZmCHMZFS3QCaWW2xvwdIXoxWOkszMlH2dwNN6LILJIMLFkglSyHUG+mXyuAROaRar9h5LO2DlroyNmvFdn8toJTNYD+ul315LVEXZJyiAZkvYjxtVk2ePigIvviBg905JLlZBYuR9R326ERSmMw6+uuN4VQGkTRWou4TjkkQqVhwNFF+cjTbNQPAZEGq9IXweLq7kCeY6usRjtquI6UQXpRilDEzjtdrwtBqURB4nqKtQIMpFsg6tocajcguMWFBPC5Bn1TJwyC0gLXB0FS/KSycYbroLvlTO7tolzznuBOx/4kg8+G8uUmbVa6ItZZ61+nPO3zXj7+b/y6hN/5bZr9uHUY7Zjp636018LTHHSx2jH5lnw8EVJTBApbPFGgZHkHSja6k1riEocmELI/wHnDJED1xV3r5/O5/hq5I9ce8u77HDAXWy66y2c+PfHCzLeYL2Vuf6KXXj67sO468r9OOawDdlis3706qHdsbtakdGzAs9arBYSfXBgJK02wBgKgEIWdRoU5Tt+IndVqpXt0ce/ZkZdHeWVJex70LoUx8ql6b9sm85muPraNwl9aV7KJ1cqELpIczZKeMKqcW5oLFwvLUr1P5E24sBK4yLpsNGu2mqRc3PhtTe+R0UsyZWWJGlXWkFoYOKMvGxFM55OIa6+w1UA6W8QBC6LXj17UlVVQfvqSvr17U3PHl3JF377SwgcwUKtFfi4KdIKxoXuI5R5jfeg7iGlxWijGTFq7GSMxq21eAFCEeVlScpKizBi1WiTmctpgYxyqiNE+q6Yl20xHvFEe0nBioc5EGVpcT/jtYEYDY3F+gm8eJEeVxsldylFS83//NcJUSeTwE2clbrhfpNp1CiPf96WIq2HKKkxYrAAkeuHJFordj/4Ms2uf0nz7hchtdqdmIoSinRtYzRBwpiP62dgw5amotGqKyyvc4rl6wquMmaoKrJUFXuUJ1rwOkMh1BL48mL9ub7rktWY+F4Zxi/WVaQ7skaomz9Xao25vEjxULtEdBx39D0pkHG9lHCMAGsINKkCGY7Pvp2ltSnBrzEYyRgV2Qy9V4pRlrSUlHg6hZRw2B6b8uAtBzHth5P55KUzuPAvu7PJOt3o2bWMDmUlFOuqzpEWS/JSQH2dZEKF/6/6fD6gsTFkTs1cRk+azGMvfsYRJ9/Bhptezl77PMwjTw5l3ZW7cusVB/PZe2fywlPHcfLxm7HOqivRUcaqpDRWEJ3Tu0Lkd/i48UjLMNZq696gTcuYyTN57u2vIGxikzWqWH/1/nhSLCNYkJzj4b0Pf2TYmPFk3S5FO3oT8zTkGmttTKNUDCN9s5kmaGz6NTVbEPXvFg+M1VwxeJ5FzBCWFCsMGDp8Bhk7l0hvDyzGefEkqw/shevyhLk+E2riRJFZqKZRT41yOnXurKvdUpWrtvBp6ukarIhEMtmSpzrL6kMJuVkbxtnZiKn1hlGzcrwxvJ6rn6vlo59yZG2ewrwmpFu5paxYm8w8/Dh6jrj5JZVIueWlJfTqVVGQgQlC5WR07a8rueiX9Zc3x9qYDh/VBEFENj+TMMxJZj8jtkZXLMZhNQZnyKIgi3HLNP9lp8FMFJeRbF8NJsY1L2R49POs7jgtkUQUatebV2z8TDj3noB9r8nzU41yY3Fslw4UrdQTjTBYD2tsYYK4RUTjp9asmIti9NCx8/Bt+nLr8Wvx6N8249EzN+OmozfgyG160qOdFgEtetIqcbZiJOa3Up+TqUqhCsjndAE8v2CBSGs0LGh0Cs+ERM1p/LzFSH6yEKCFxC9JFWo+9+wXhIHKNNaFjCV8jDFaRKo46+SdufqiXXj+oZP44NW/cct1u7LXLmtSluoovAs0NopbQZt36YKUTevXVS9sBdpqLFMYqpbWbjJkyUuu2XSGTCaNjm0qiQT/c7zjNRsFZKNa8rp2nTOviS+//olHn/6K0y5/ln2PfY59D7+fex/6jPKKas46dVdeePIYnfBO4srzt2W7zbtTkSrDk8ScKI26Z4zktwAsb2+FQqdJBGkZgCxNkt34SdN5+98jueXBNznlrGd46P5vefWVH/jhx3kkbDXn/n1HfG3oEB9SIlpcy5yrrW/g8ceGUVejra+YjMV9XAlO26V7VicW1zTUho6G5p+btyD5D31NgZ1Iem/FkxdLyRQbJk6uJ9PkFgExvlhOQgavX6FdvaWuqZ5ZOqUsrlpMVz4lWqRkUtDQqIroSQqK4OyMQT8qMKY1tCHGBAIEocbCMLs+ZMTEiLe+stz/esgF9+Q47vIsu5zZxBbHB+x+Zobzb/cFGeqbfGS1BRGV7SLKE0VkcwHjJzhjzi+cUY6VFg1eu7PoGYyuwNGcz+tEHAS/9ZQC7tbD+nFi8WLy0qdcphEna5cv0pIBEU55iQzoLtUYha7kvwyOC2t9/C7tyes4mtPA3HivYcQki8Hq0SzPRyOaOODiDHc+30C9jilBcRnxgXpM7tEJk0jifosL9ccY10IQgcOLnKL6Lpt3ojHGsP0aHXn8jE257Mj+7LhhTzbq354NV2rPrhv04pID1+HhM9dluzW6tNCIlofCYvgQPePFcafGnBQhkrFaTK2WLG0K4lVVhKoTamfoBUhCjn6IRhvczlFcjRg6jfr0PLVxZQqW4qUz7L/LOhx5wKasrz5VlZUSszF8a7DiTehYyBml2kBRVMEK2rJMIW5YkoskLwcswlpGj4Bfj5rBFU+PYteLPuTUe4Yyrzlb6NaScP3R+Y5PB210IkXymjsTJs/hsWeHc8ypj/GnfW5gyHE3c/fD71NsIk46fDPuvekg7r3+QK4+dw/2HbI6q6/ckcqyOJ4txto41iKwGGMWAqsCY4yoLNlHBBJdML+C48lBUybLF99N4do7PmHfI+9l1wPv4ozTnuLDNybSf0A71lq3Gzfc9S6hjM6fh6zMqgN6otssKOy+HDrjPtItw8gfZ2gx+lG8Waxyw4wMlIi4f4SHjLeJW0JdPbv1JNfYvBA/qv6f8Y4f6VILMSUSMfHhMWduAzNn1dLSm5bSBb+e5LvKoJ7EjacTJcycq3eHRSq3jHmEqrZRxOQZAAAQAElEQVQ0VXmkuWcEOIkYSaUAKjZu6kW6GooYMyPk2c89/v6IYc8Lmtj57EaGKDzwX3M46Y5mbnw24mXdrHw3OaAunaW8OMHaA33227qMlBdK1yOHjJKkpUtVCZE1TJhUKz6zIvRLH5mANVbtiQ3FTy7EMzG1N9qMuVNKhNHPL1sta06Es4cx3WYlktXaqDSQyzbg1MVhsCZygUATIpfL48fKCaQcbdkq+a951/GgKI7XpzPufva76Wm2Pq+Ok673OOz8PHv9Pc+34yQrDWagU4k3qDdReSXWKyJvJExxbgTOu0NXqIjrVyGuAhcqa6ne1Ue4NhrUjtuOX501upWR9Eu0i0sQ5T09W2RwxiQZi1inZwW3HLsem67UYak4l61Q3Oo47fvlGGMICv8TXYGbXzQ3kSWqqsTEpDhSoHw+LwOguuojniWX8jTRDbnA5+tRE9XeFShYmlcV+cXWWFL+YisvQ2aou+CseK7TLipqamRSQwMPfTyB/S97i+6HvsY2537MZY99y8djx/HOsBrGzmxqmWTLgPv3riJWNYGcLBupz8zmsy8nct7Fz7HmVlew2ibncNoZTzNvTi3HHrYDX711Nm+8cDLXXLgru+lUu7qMdecOlXh+AG7MpLc4MK1ctoWtyWUNQg11qFOp24Fm9TA8eeYMXnz/Uw447kkGrXsB2+98DQ89+CG9unbgigv/zKdfnseTDx3JWXrcH/r9JMarfmlRlnPO3M6pi8i2MdIWQmjy3PHQh8zOyCgrbogoLCiFSaS5pv4EngcyekJAvjlDUtevLv6fhIhA5ATixxk+9A6Lrrwz+ZDhw6bh5K4Kv/DGGDp0LMF49dQ2tdOVl9cyh35Rc8EMUfPS5AlpxhNkmVKf5+3PIy55IMvOf2umer9GVjkS9r2oiWsfSfP6Vxm+GR/yk96GmxorKA48enWx7LZtnhtPTvDVLZVMfKySD68v5sgdjGyNJdQcbhFzwHZrzsWI4qTp9cyY1SgeZScWZElxqw3IgN7qi3QhZzPEdEpJJoqJcg063GsRkr6o2m/ykWyi1SklHtd6oRNdRtenTlukCRCGAU3Ns7CuknZLkfExRsXyv4nqb2nsaAsMFtuuHL9Xd0y8hPq6iNvfnsoTn9fQnI2RLyoh3ncAya69wU+BjrpGA4yckeDcyik0SkFbSKtbNN2avVAQCkFp0ucfuw6gqjRBIKST5jbyz+e/Yg/tmPe88FOufX4Ek+c2YXSvWF2Z4K979SUVSwrPslBQtaV4TzvXKJLK5jMYTZLFVhVPVpPGS5ZgrU/eDa76jnpsjHjwNZ46qodeI/ff9xn5KIPMAf8N59jKux" id="198" name="Google Shape;198;p8"/>
          <p:cNvSpPr/>
          <p:nvPr/>
        </p:nvSpPr>
        <p:spPr>
          <a:xfrm>
            <a:off x="307975" y="236538"/>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descr="data:image/png;base64,iVBORw0KGgoAAAANSUhEUgAAAZQAAACuCAYAAAARU/vfAAAQAElEQVR4AeydB4BeRdX3fzP3PnV7Nr2HJBAIvffee2/SexFBUYqKBRQUBRRBmvQOUkVRiiC914SQ3nu27z793vv9524SQCEECMXvdXbOnX7mzDlnzrTdxA4dNiL6H/yPB//Tgf/pwP904H868EV1wC7Y6Hxi2PAXLFgh8EsWrH8R89b6PrNWO535653PvI1+EcOKwb9i6Gxa/wKa1v4J01Y5kWmrncG8tX/OvPVF5wa/ZL74sFDg6P0m0u7o+ibDfMnbgaPR8TKOu7wNfy7d+BmL1vwpTSPPYX7/U5ifPowZxb2ZXd6bOYJ5pb1pYg8KyZ2x1bux/rr78YvT9uOfNx3KlPsOYfKfD2LiYhh/30E4mHj/wUy672CVH8xkhS7tYEneFOW5fJf+TzhUbQ/lHeF+/o6j+Nuf9mKNVQ9mGruTaDyQJ//5ApOnTGTKYpg6ZTxLYPKUCUvzpyxX/viluCZ/qL5rO3kx/snCGeOf3N3P5KX5E9V2vPoTjvET2W3f3zCtvCPTzG5MH3y49Phopo9ycBzTeh3A/MIuzA33Z+Gos5m7/vkxOFk4mSwL5m1wAbPX/hEzRp3MjJVPYN4aP9W80HzWvHDt3Lxw4OKfBxZu8AsWrvtzpo06ljnrnyObc6HgF/+DDT/gwXzJa9qoE5mx+ndZsIHjzxL4JQs20hyKbfYFfB7+L9jwQhZJljNGn8Lctc5SfAluF/7yc+L8gHYLBiIFrDhnCIiELtTHGON6wCqurG+Ej4IK+eICOktzSSRryKR6YhMJrDWCEExEaIido9tFI30cxJn/+3wiB2IeOVlLpyI8pApE+RI0t1GeOYfS5Gnkx46ha9xY8tOnkG9bSGRCetTCOisbDto2wc+OSnP3T+t5/k9pbvlZlkO3ytKvtkwYBoTqOZKcHEi1Yt2SuOIw7lZyUhUnwqV5TpYxXSpzfUVYlRnayzBuesQjL1S49PYCh188jz1OMzz5Wid+3nLwQZsxcEgP1Y0EDmtEd8zGodDF+UYpV4rwduPurmU+lO/KXB2jjwMF8i5mFSI8H7SJY2ZJH3EqLmeJ8yJ233s4vmNAJYByqHLhcYOMQqTQVKS4lXKFSlmDXNJuOUKH0vdTpDO9MH6WQmUelUqr+KlRhqH4H+H4uRyo/qNKpJwoCihX8oolsF5CoctV8D+/lANBWACJMZHISIMigSsSnzRPkKRjcLLm87iQSPMoqpQwxvsQbumRm0ifB+WH2lgiKeKHMr54VAOnIkKNeBLipoxxWV8c8QrB4JhZLDQRBCGeX4efrMckIroJDUGURyJYOd1ZynHepR24+P+gmwNOpx0gTkWyRJGELTuGdUauvZ1gxgyK779P+Z2xlMZNIpw+l2D+IoJ8US1ChvVIceh2Gf5wFvzl55a7z0lz2beTfHtP2HgU9EqkSFUqGFsiKdEEQURnLses2bOZOXOmcBiMEQAGcIbOycjFnVZLjMr9UL4KS7kkj77dwTk3dbHLTyrsc34LJ142h4vvyfHsqz4zWwN69M5w6S/35rRvbyZtEApnpAnVR/fkFhrlu15cLHQV4rRLOVCG/JJ8VIZao/YOXL4Dl2fiMtemO9ad79JLYEl+d0hcHxuy4XrDSOdT4rWPyZeVZWL8VrTahEc56YyFsIjXrletCGqrNJ/mDFgLiSQpLSpujlSKC6kUmzDOEMUjiXC8/jRM/1luNICQcilHMlWn5TehKstDk6r9X/GSX6XcCZ7Ft1mMMcQuVmbHK6W/gM0OtShVoiJuYbdeSqgdTgeKSkPc94uAlYS/SPv/aGu0JQ2iCKtxo91IKAb9R6WvKcOTQSrkF8W9p5KNpBL1GA9NDsfQUPmOaKvJKVCW/FIWxyUuQ7X+L/slLHCLRygljw2LWGdkuExTmxaQKXS9+Tb5d96lpBNIYtF8KBZIRF3UJgxrrVzDhcenePqaGibenuW276c5efMU6w336d9YpiqlnZKbMOogkO4UCgUWLGpm/MRpvDPmPSa8P4FOLVapZBJ1H4OjKZRQXFoBkSZNgKHT88hTZtx8j6sesWxxdpGavZvY+8eW39wPr77VwYy5tbQXe9NY3ZODd1md2/94BK89fy6nHrMFPZJ1JLHC5AmtjcEqFeuCUkZlLIZPzncl3bVc/WhxfZdjgUiAcC7JN8rRLk85roaBj9S3SlmVedSkqxg6oA9R5GEqIVa6rcqoEKPJZ9IJ6XWFoKU1LouWMIdlO6NiBwpAJ6FUqoZMulEnnTYKhWYIy+pC1EZxjc/0saK1VCxhbUBSu2+Eif+5pRwwLhYEhEERm8wQOeOkvDg/nhMWZSrnczBfrZzX1CCqlNFuGoQ/chkOkNOc0/cLeVH4hdp/bGMjxYlIYLRdNWZJla8rdEP0CMXEjtx8TUi0+WrAJHwi0RcZJ5zFRLqog38j1VVx8G/Z//8nHVscaKSROOdAtx5E7hqloxNvQTOJKTOpvPs2xXdeITfuTSqLZkKxi+o0jOivhWLtFKfvVcMdP6zhtVvSvHxpyNl7p9i0vxCHYrZ0xZgEUWipVCJynV20trYzc9ZMxo8fz6RJk1jU1EQ2m2GllYax+uqrs+qoUfTp1Rsd3kUZCgU21PVMxKxF8NY4wy3PlPjOpV1sdLzHBsfP4vRr5vHGOyVd5STpUZdhjZUHsMdOo7jgvC147P4TePv5H3Ht1Yex516r0VhbrdGCZ8EYmXjDF3YREaHGG8hgtLbnmDGniVlzW+joKhFEJZVWFvehTll2h640IbpOPmU9vIROgvkCRrgj5YWu0BpsrzqcCzo78ELwNCLjMj4r6LRivQYymUbJSDzOtUn+IcYZOOFcPnTqWYQF5VbJeJFOJyki4eVTxsn/NaeNeKWcE299LbhZWGLoXeiAL+gkBmOieEExvhYsJwPpDLEcXCFf2NkvjOFjEEQiMHTKtpTYj6n0pWeJQaIDQag720JhHtZYUtptkUjgdteRhKQ1BS+eHPzPiQPRYlAgHwpk6KSEdHUSzJtHaepUirq+Kr43icKEqeRnziXqKGBL0KuuJzutk+K8b2W48awU9/24nvt/XM1Fx4fsvkmCobUW6+SBlNpAoKuxQq7A/HkLmTFrDpP0vjJj+kwWLlhEwk/Qr19/hg8fzsgRIxg0eAD1DTWk00mcHK0mg8RJSzHi1UmGax+Aky/Pc+gvO9n35x2cdHEXtz1WZsKcAn4pxaqDB3HAvmtx8fk7c8eVh3H/NYdz5zUncObJO7Lx+sOoq/e1gAi3ziSe6GMxLOGHC8WMz+U1Wp3bQ1o7c/zp5qc4+uTb2O/4m9jvhD9x9Lfv4p77X6UQXxMLfSTGiEeKLdvL+Oy932jUDFMMCXU16PqJtJiEniHIJNQ+lE0qY3N5vNDx3irvs3phtcKv95RkpgdGi3+hqIVBhs917qh1vHHwSZiNrpcrpQ4Kujpz888maomcThF+UpP/k/lRVNH7UidJv0Y67okHjj+Osy4UOGYr93N76UwYFuMFJeFXY/QjQRADrh8Hnxt73PDzaFjc8JM+kWa5PNbR5oAV3sUndf0f+SbMYCoFCvkFWOuTrqpX6GG10FnjBOZMhxErY0L5v+iMBr0EIi2woZTaAe66sr2D0vQ5lF5+l9I77xFOnow/dwaeHtJ93dsn9eg7oGfIybtZ/nZhLWOuSnLvD9Ocd2CSfTb0GT2kSM9sqN2xcaorxY3i0EixI13TNC1s4r33xzFf12JaHxg0oD+rrjKKVUaOoF+fPtTX1pLOpCWzpGQUCDwqxmdhV8Adz+c5/sKItU8osNuPWjnrli7ueLrEKxMNs9sq9Mim2WqzIfz4x7vw+ms/4tm/fY9rLj2YEw/bhu22HMnwlRpJpWR0pQvGSAcMWPHCaYWJqYyUMgLifBPHPvtHZoCSTiCtuTI7HXQR51zwJH/91xjeeWcab78xk7/87UVOO/1Bjj3hITpUJ3DvFK7rT+kq0omktqovPXv0RkcfgnxJoRoGYCKNRAPxsknNQ0NX0yKFKsMBn9NZjJcgmazB8zyKuYUU8206tWjDEYYiQeDkuhS75pZOn6HkXCi2UC4vJKtTjp+oFhUizvHY0bm0/v/tiJGWVcpF0NbD1/tVaCxRvOgulpnj1eKoKn0ubyJDJHsY6crRT6Tp3lQLqeZ9jFDlcfgFPvYLtP34pjFR2tUYabZTmo+v9aXnik0EYStd+em4xSOZahADPQKN2Kgwhi+div+CDpwR0A4y1OIQtnfhzV6IN2YahRffpfzWRJg5D1MqkpFF7VnrM6Jvhh037sOVZ2R565YMY242/OrkBFusDQ3ZCukUuKtOnIt1QQx3eiCe8yEwxtCjRw9WW20Uo1dflUGDBlCrqybPB9+zeNaTkUK7+oDpCzt5ZWyZn98VsMO3O1jl0BzH/bLEnS+20NSex3oZevfswfqjhvC9Y7fi77f8gLGvnMujd57Cucdvx4h+vWmozZBJZ4Tbw1qLEbiNhSfaPgwapih3X6sQlfIFXURXrsQJOo1MGFthWI9aLj53D/5+++E8fPNBnHvCNtTUpPjLo89y+R8fpKwrMYnkU/s01iC7w557rqL3KTA6JTqdtouZHG/oqmQ0Qgi0oMiSoCif11ljMMZgfV8ybiChk35Q0matsIigooVF9/5Gi6HR4oLCMOiiXGrWZm4OYdihxbsHxmsgMgYQOAPJ/9wSDoRRkVKhg0QiSyTd10dF3TrYHVfyC/pQ87xSLmGTacnB4ZYcYpwudBAnvtDHYf1CCP6zscFN1iDKxUQbVXCg4Cv1YaVEodCEtdUkM/WEOqFEuOn2dVDzlQ79PzqL7bgxhBq6g0i7oKiUJ2xtozx7DuWJU6iMeZ/iu+PJT51Jsa0Za8pUZwLWGOZz1HY+FxyX4LYfJvjnb2r483kFjtzZMrTe4BeS2v16+KGHMRUt2EZyN6JhiWq5uJIf430Zp2QyidEPiEoDlbDCmNll7nuxyIW3Fzjmkg52OafI1j+EX97exUtTAxldj/6D6tly47U54+gdufKX+/DgjSfz6ANn8Iuf7cX22w+hsaEHvp/E8yJ862OMkH8MDV92lsXw0vMzefHt2dRqQfvZzzbWCakP/etqGdTYyIF7r87Pf7il+B1x+z3vM2lGszZCEdGnrSoajq+d5nabrooV76N8gB8Y9RYBIUQhQUaLsm+gVMYZkm5jruLP6Y0RLoG60YKSJlNdh2d8GcKcoEWLx0LynQvI6fRS6GqhogUnoRNJJt0L6wylEV2iEOznpOD/v2ZOWpF0vlhsQ8zES9TSLSfxKDIasAMFK8BHlKRbNpaFFATj8LuF3YVOZ4yj5ot1JKq/GIKPtI7HLqURgZF2KsZY4ixVWhIq+qV614/RLq+YX4QnQ5KWMntWRsuIkaLGlX+pBHzNyN34HMRkSEEMEVZKY8oRUVeOyoIFRGMnUX5XMGEi5RmzqDQtIOhoxauUiXQLhIxQKIO0ylCfq87y+d1JCU7dzWPLDjPMsgAAEABJREFU0R51DRWMlaEKysyaPUvvHpOZNXMmgXY/xvHYeBj94BQ0JkJKKjpwxsSFcZ77RMoyusIqUigHPDnW44fXV9j55Ijdz+3i+N/luei+PI+9VtYhKYmvB/s1RvXmpKN34IHbj+If936bW646jJ+dsxsH7b0+a67aQG3Wxxfq7v7BGIO1lq/TiaO89sYcWpqK7LnPSqw8rB+efjR4sGA8w1prD9cisx7T5sxjzrzWmHPGGJbtjLB4DOpXQ11d0h1AiAoVrSOR2odEJsAkJQvfk/wNhbZO4NNw8qnOYXCAsRgvSzLdSLaqL+lsg+J1JDLVpNI1cTpb1ZNkqg7jp1BlIBI4vyR08f/bYB0rNJfCUmd8OrGxrQJjxGX5D3jGF3A2RlMsduBpA+DZBCb+CfV1BDjURh8HCr6AV09foPUnNHV2w+iO1yHX2hLXWkJ2nPgSP67ffE6LibEkUg2EMiih8fA0ex27HG38f+YiDSzmr9vVKhIqjHTtEBWL8a+NVqZPI//u27rCepNwwgQqrU2EOl4TVIgtcFYGqXctiRF98If3xvSqllEKmLsw1M5T11hpxD+kfAZf+L0Q8vk8rW1tFHQd1tGeo6wrM+Tc4oVqssQZF1EjBTJzlALoKsCs9pDfP55jj59UGHxQF3uclefS+9t5ZlaRea2+rklSVFdVscd2m3PVZQfx3os/44W/HcfFP9uK7bdalZGDetG3R1Yy9jG2GzzNTmvU0TfIu5G3a8BOLzfbTI/oOiKaWGBWVEaiPZTBL7H9TsM0Zo8OLfplvbmocLn84P69WEnvQVpJqDR3EBmDibqbRtoYGAeaC2F7uzLFfH1XiF/Sh/pDbyrWT+P5WfxEtcIqrNJYL6YnirXHjdf1HOqzuLFi/9e90ZtlqdApFqZJJWvEDoObPkYz0LBi+BTJFrvrySjIk0hmJA0fmQjcG40DnIvU7wrobomUHcoVAo7AUFhNJZA+eWj+4I7IKwT5pyHRrrorv5BQP0sWE8cnJ6BPa/rfUO7k7cYTLR5Q5IiWHsQGpFymkuvUaWMR4bSZlMZOIP/mWMrvT9K11ix0F0HoqbKumMJsiqhBd7V9q/EH12OH1RP1r6JQHVHxypCWAGWcF7QELJhexsnQQdydDEgkbfR1XZXJyIh4Cb1NpPBlyQ3OWLhagkg4RGdQNsxo8nh2fJlrn87znavzbPODIqse1sWZV1Z48s2QTp0+evQwrLvqEPbdcRjnn7kLD994EhNfPoNbbzqMww7agMEDq8iaRlI2QyS8Ts8cwIeNZOQ6FnxzvBEpvi8aTZH3dDIMjR7PtblhMUQai4u/9e4MvMjH/aKAn8ir1fL5xoY0q41qJH630modGU8LiifsvuafT6jNQugF+Lk8pqJHX7N8eJdR6+OLnGJ+fMn/cj+BA0ZzpFjuItAGIpXugTEWzIfmECvCSeBhgWJxIYmEFvpEMp6lTlyhiiJ14UDBCvEawQrB041ElBn0I2plj/DdC6vpLvqyvybytEsuEIVtpHXM9mTojLUY8xUR8GUPcDH+SLyNsBqnhXyRclMbuWnTKI0bT2WcTh8TtYDMmUXU1gJBmcCrEFbJyPSoItG3HjOoG+hXS9iQoaxroiBeDBZ34BnCtAdJn5J2T+/M8dEGZ3Fhd2CMIZlMMHDQIIYMGczAwQOxSUtg1EaCb5P9fHV6ksv/EnLkJUUO+kUHR5xf5Pu/jbj5kQLvTs8Rqc6IAb05cK+1uPy3B3KnFpA7bjiam646lu9/eyu23GwwtboycSciq27VJRo2EqgCAzhw3+6Q2Lm4gzjxjfhY0bnyyjWk0lkeumcSi7q6cP8sipNhSEKTO6JZb1kPPDSWulqf3vUpnQKr0FRaLvqt77HS0JV0Mkjg/nDXz4dqZ+L2keRKNoHjXeDeUbryKltezKr6P/+lciAIy5QLXTL0aYzODUEUSW4WpOH6rBCvKUxJ12lWOBPJBtCiFRkFgJEqKMqKdI76FYlPd3URQVCiIqzGJt1X8OV6x5Qw7KJcXEQi2RPP6ugoxrn8uGcxLg7/iz6O9kiSjyIRL3B/hOlXKqTb2olmTKf43rs6gbxB5b33sbMWEOlKI9I1VKT3o8jXglOfJdm/Hn9II/7gRsI+NVTqklosLKETixc53YrlZaJoMWfUq/EI1T6RkIHSO9jfXslR1gnC1XCwuCJG/E2n09TU1pDS4tJSSPDEc3lOu7iJjY8sssN3FvGDGzp4+Nkib0yOmNdu8PwyG623Ehf9YH9e/Md5vPLk97jx0gM5cs/N2Wr9oQwb1FObAe2irNRfxtBtSIwjSdMMmV4UR84oYpaGH1Zhl6uCb5B31O2x2/oM6d+T6bMXcMmvX6alrStepENbZPa8Ls7+3sO0d1p22GFlRo3oh3FH/KUyWfZgPKt2269MfW2a0J1AciVxSzJWM6kP6IRitOuNZFnCXEGc8zDiLeabxyuR/H/GO3kUuubj5OD71YSy7m45QdJznhXgTGRli9sIA22yM84mekR0y13d4UAZi3NWQIdC4fRdwYrzhlAGqJ1Q96qh1dXKCiX3P+k0WnmNDF8x1yIGZUl4tUQ64rvrEMc6bZi/VApYwS4yocYREOmhulIsUe7IUZm3gOLYyXTpCqtt7HuU9QhOS4vu3isaqyAVEtYlMP1r8EY0Yof3wOoKq9LgE6SsTikGZ0ScgXFAzBGjU06Is2yRHuzJKd6Sx85sw5/YStBZ0YnD440pAW/PbqGg3ZTjs6+687p8Js0zPPlewGV3ltny++2sdGQbu11U4ean00xrK+ElahmkK7XRo1fmxMM24e7rT2D8K7/mqUe+w+nf2Zw1Vq+nNuVpd5YinVHffLLrngQfUtXok+t+00qMCGqsreaKK/Zi0NBe/PPlSRxy7AMce85dnPD9Rzjy5D/z7uwcm6zZh7PO2JN0VTXRZzD4VhuAUSN605BO4pmASrEMbjGSHuG2dZoAQcLD6L0s1a6H+cp/EfPEu//ffMx9zaVCrhVjDNlsPdbXDk9yxMnMxDW+4LANNvR0QdGl00kLfqInJqEFRbrg9JHFzsUdLE6ukMC6f0bDPeC6Xapxy9UXQmu0IgaE5ZwMSgYbeQIE5gthXVZjo3eTQiEvuxiQTmsyqqtIi5prs0Jk4xB9yeD47nYoRg/ckftjwtnzKE+ZQuX99wjeG0Nl8mRM00JsMS8l1OIhQ4zeQIwe0s3AOsxQLSIDGol6VFNOaxHxJQcLoXiBNRjRb7WSWCyeA1032bw+HRW8+V3xImKmNWFmNWNaOjA5SGmRbshW617f45ifVbjigTQ3/cvwkztCTvlNG/v8qIsDBD++Pcfr40sERUOvxmq22WwEZ5y4A3+8dF/uv/47/O3uI7j8l3uxzw7DGNCrCl8/VjRYTSZjLcZYUecoBPd18O8x/t11V/r33G9s2kaWjdZZieuuP5hDD96Y6jqf8ZO7mDC5mX59Gzjp+M258uqDGOk2AxqbFcgv13gMlrROiKsM6i+BJ6FU0tVXBeMWFZU59npVKVyy1NlJVKrwhac5/3OfmwPaO5VLXRAWSadqwfPR1MTJyZjFWJeEi5OfLTCSvaVS0SawMB/fr9WmrZYonl2fDdPnqW3zuXnkc/MpFFq0EBRAOxkjTA4ULDcZkUgOA6jIKKJWCS+tr7iHc0uwufiKA6M+K5Wc+mwR0+rpFk6EOua/xcXK1FUgHDOF4lvjKY6bqhPIHMJFMu5dMu56bAi1gJiaJKZvDeGgHjC4gbBfDUGPNLZaxkKnEDxxQ4CskZGhJtZQTxyyUjCDrYTYDhn+ee1aoOYRTJqHN72FaIFWD+VHxUAP3j7rrjycH5ywLY/cfTRX/HZ/+vasZcq8DL+4rRg/ov/6njKPvmKUF1GseKy60khOOmw77rnuGJ578HTu+OMR/PzMHTl4j3VYZ3QfetZX4ZECkyR2BtyCYpRrrIeL8yGBGZxzXwfEJS4WX/2BxiNw1jGOKeO/wWsAfpRkg9HDuOT8Q/jH/afz3N++zb/+diIP3X0CP/3hLowcktGLClpuWcyT5R+YJy4ddewWaKsB7g/XypWlmzhjDF5tBlQHnV5suUikzYK4yDfffX4K3WbKQfT5UazwlkYyiOI/+FxIKj4x1ElmmrdxT0ZfBwq+ANFuEx2FHdpXNOPbHqQz7nQivPLC/KV766frsF6SICyQLy4gl59NPj+XoNCOU75QCwzxBA5FzCeNVNQGFtzbSaVV7xjVGOuMiFRcxzgnWAdCsMK8Y1xYLlPINePpLj+R1irsiQYZ1BXWyZeEyHExlEEMigWK46dQ0FVWqa2ZSlAUzwskwkpsf22PLHaA5OMWkEH1lPumoU5jTEkWnsCdRDzxXiYIqaaVnFy2rsvRizq0FUnojt6f3hovIuF0LVILdCLJVbR4WGoyvRkivAfsugY3XnIs77/0G1548rv88qc7se0ma7L/Hmtw5/XH631jAD30qFyVzDCkX5pdtlmZSy7ek3EvncPLT5/M7y/cjz22Hc3wwfU01qVJJaxURlsMkfgBC0WndOGD9PLHQhnAYqlAa3sL8xctYvaCecxb1CldLeDKlh/T11fTGkPCWqqrDIP71Wsh7stqIwYzqH8DVXqv8qMaSVGyldH5rFS6VltvVk/aC/BLRnvCCKmX0DieQ5BWDR8qOs0HhS7ce5xqqPz/D+/GEoP0y5O98rWg+qUykRbXUNdLkWOGWPF1jtadUiO9gRa0eff8emwyS+R+o9JINk7mbgCfk8AlTb1Qpx3ZcfcH3aH0KZmtQYdjYf3qBm+TySrS6R5ksn1IZ/qQTPbAmCTlcoGuwiLyhQUUFZZLHVRKOZ1iymj1EQTdUAkIlF8uNVEo6oiVyGL1yKQtksToBmIwi2Ma2QryDmNIOejUxDH4qSzahmM1aa0EZIzhG+ti0mRpdf0QTJxMwv2hoa0Q/9smPVIEegep6OqjMqIngTuR1KaIUh6h59QmwurHOHDjFGetNMYGBlOKMHr3ME15vNnaDEzT4jG9CeZ3ELVBopKkZ0OGDdYaxhH7b8KlP9mfh289kBf//gNuvfowDj94OAP7CL8WJbQ4RaBeYKN1+/GXP5/Js4+eyhP3H8ULj3+XB249gZMP2ZKh/RpJig5VVWWDsd1grcUY5TpAH3lcGAPLdurYLRLuDyXbOjoZN3E+f3n8fS6+5gmOPv1Ott3nRjbf/Xr2OPwqzv/9X3l/0lwtKiWkYsvG+w0pNcZgzEfBM5547X1+CsWzrObw0J6D0cMXQVcgCQqn8uWRnZF+JTRFDOWmViKDyl3J5+/ym9IyHoXGQxRg5jdTmjyD3LjJlN6bok3UDMwCzQNt3EITEtf9Ggg3uvoPKzlyudl4iSrZ2EYwvvQgwuhHCfhIyGd2bhMZBK0U8vMxYZZMqgduIY3ElyWn+8+M9HM0sEiZMRash/HS2ES1BtxAMltHMt1Awq+S9lk99pVwf4BTyC0i1+CR2l0AABAASURBVDWfXOdi6JpHMddKqIUlkawnmWoQKg+MAYx+xDQZKROxwpxjlNvNVypdJDO1GCujK4XBzZQlsMJ6W7GIHBuMFDyaMJ2otZOSWB82akHsVwc9s9CQJsqKf75G6RkNqRswFtwpUAuICS1e2eBpAWFBB8HMJoIZrQQzW6nMbSVoy+uKtoQNIlYa1sCBe6/GFRcdzP03H83t1xzF5b/ZjxN1RbLZxiPpo7eYhJ/C2mo8m8BaUWjACDyTwJdOpNOWoUN7sNqoIVqUeqiewbcW3/PiOKrrwCivG4zwGIwBHMQfF3HAUhcqplHq2+1del5LE39/ZgJn//ph9jzqRvY5+kaOOfM6zv/tUzz42GTGT1/A/OYcr7+zkMsuf5GDTrmD196bT0AxPhV1Y/pmf40x4o/FGBND9wJsAAd8dqfJ5ScrfOtba+nxXTjaCzEvJEnpj/uC0bWXp3kYduj+PtCCo2r8f+DcMNw1ezh+OuXx0ygtWEjY0qw50BIvJpXJMym6uVYoEuqE1s2Nr27gRjJ1f1DoNubOlqaSfdAUllxQiXRAX4OjShDbLj6zM5JrpdJOLr8AY+pIpRqwPri52I3a4eYrcRYMzhn16WKe0dfqysJPYhOp+Poqne1Fpronqep6kjUNJHSU8rNZ/EwVvhadZFUDGeUnlTbOyAhHjEeIHV4FK9QbLcdlPcRbsiR1IgJPfDMrtI8vA5lYTLlSIjdxIkE+DzbE719ForcW7YxKfZlUG6hrhfGIDAq044BE2ZLpDEk0FbBzO7T7mk84vVWTJodtLeEXOlWnRDW1bLX2QH591kGMffmnvP/cT7n1yiM4/lvrsOkaIxmqR+CMn17chwKs+wgqAtGg75ftXS8lTYJC0KJ3mALT5s7jihueYYcDL2fIWr9ir8P/yGVXPcNLL05j1qQF2nVlSfQbSHqDNclsvC523VWpWn8NovoejB23gJNPv1un6dSXTfY3GL/RDEixzXark/INptiFp2tCwwcuSvkEmoyJYpEo16XNxhK5f1Dnvy3mxpfQRtafPIdwznySQQcDB6Q5/phtOPP7W7P5Jn1JmQKmpS1+n9SOGPdblF/VOK07GgYhucIcjJfFS9bh9oSLTe4XJsON39PmslJulV1ZhE33IlGld5n4RsOVfuEuPjMCaZXrWIGaupiCxV4p4/JdqCzj4dkUvk2T8GtI+j0EDSR1Zeb7GVXQIiROyU4oLu+shoIV7412GiUi3RUm/SopSEJdiEZ9Uf98g50v5pi5zXgt2iUSQK8s5Xpdc9lQBsFg9YOOx6aimG5xbC7Aby9j5nVSnr6I/LR5lGa1ECzKIUtMVSbNsKF92XTjEZx6zM7cf+uxvP/a2Tz58KmcceqGjBjUSOwceyRLY4XXA+PSuE/EB84q6vKWgJIrwGtTKHm5BTKkWCoye24br42Zyf1/fY3vfv9vbLz1Fay12W847Yd38dSLUwhTRbzaOujXm2C1YdhNV9cCMorEkIG4q83IeBibIEwmKI8erA1ODe/qeuPRZ97AuB3eCqD5m4LCXf19luuKXo1petRFeLptCN2/PhxEGBkcE2lEbqFJ+kQSSNjUijuIumyV/Hd6g4xzRLmzg/y8RZBIsu8ha/PKoz/k9+fvzC9O352Hb/42vz1vfxqzGW249KYya0G80H7sgFdwpvvFh3K5g67OaXhehmSqEev5uBsAY0T8F+1PtsT93VEuP5eS+vGTWky8WmF1Uv3wuV9ZX5k3WAjpBugmRUl5N2TjJqhxC8UHdVQkr5ruikmGEOPiGoBjkqumZOgGG2NT1RXohZpIK34h14n1DFZKFKp/ozGYuD9Xg2+kC8XQUA+F4YJFmtSGsCqpHbYWYuU7NiMD7xUi/OYCRieQaLqurrR4VOa04DV14XeV8MXfQb36sOvWa/GTM3fg+kv24+7rDuP+Ww7ktz/bi923WYcBenexNkPCS0q4Qi7edEtWcUnbukAfG5cqgXMu/Hdw+V8MnDTaCwVeeXsS19z8Aqedcy+HHH89+xx6A4efdDPX3fU6705fSDFdQ3bwEJIjR+KvvJbCVcgM0WLRsyfldIbATxB4IaENiGQJQ9EfSf4pnevD3vVUvBI/veAxQhnQ6N//rP+LDeEraR1pvriOQumw45mLu9Dlt7a2xrkSvcteJvSqq2P9dXVyk7JF7Tldf4WYUNJ3CibZm7SPmy/l1mZpWyhYJrpveGGEF5QpzJirRSJi/TV7ccmvD6Fnj2pSXkr675HNpDjw0A3ZYatV8MTQkt7kyrru+7IHZiQx9+ZcLrfh6/E9me4J7grbIp6bxcDndkYtwyBP3v0zU3ojSfq9Sejd2pc9tsKuKRJvGFTtK/aRrMrHdOkINhLAxxR9cpZT2k8uXSElVrt6dx+JlCKZ0unEOrQGo74duNQ3FYwuTstdXYTFDkKvQtgjQ5g0MbmO1UGpQnmeTh/zWqGpg0R7Aj8fkjadrLJSI8cfuzUP3vt9XnjqNG697lB+ePoe7LPruqw5si89dO3oh+7KKhQ+Le5EUivEF+QckxyAK9X7vfL4UDmLXTctixOfKXCGL5BMApFQKOeZu2ghD/79BQ474zbW3/pidj/wT3z/vEe4/Z6xvPraPOa2FfHr+lEzemWSG66GWX0k0UpDMb17QnU15VSS0Pii0YPIFy2OtigO3TcyAW5w1kQY7boxdcycvQhxVfmuLv81zvEulLyKGlJJxqFUKTJ99lxuuOFF9j78FjbY8RICncbjsX3KqLJZnzXWdqdSSTpXwC2uodvoaQFGJ5SgKkHF6Zx0zZQlrE/B900udnpccf/iQGcX2bTPD07ZhoZkHU5bltDtSe0bNOYjjtmAMOHGWyEhviwpX7Gh9C6SvqqbLr0vV8JFWC1oiUwjkVX+x5vaz0SCiTQddMVXKeQp5Jswui1Kphu1uU4IjwqNaFDsa/PSX7H8a+v+c3QcUQk68b0kRrvwSCYHE2JkrI0Wlc+B8Ktrol1oJOWPnNX1jJTNKQHdTkpoF+UxuuJK6X1j2JA+7L3bSK797WG89eT5vPrE97nsJ9ux4wZD6FOXpTabFA8sxgisxRpPeKzAEMVffRZ7l14cxambgzj94YI448OfT47H/96QxiJrRUXK3daRY+qCVp5+ZzznXPwY2+97HatvejEHHXsn9907jpkLmujSqaGrZ4bSiF74m4wivclozBrDKDfWQlKnNM9Hg5BMDW4o1hglDR+4xcQuDohHAmj8UVjBSAd6VWXx3cT9cDO+ea6bdSE6TlGRUW9pyzN1djNPPvMmZ5/9EOtveQmrb3IxJ//4Fh599iVmzuvQAtOsgXQR6bpKkU/0vmcYNWwkmVQaT5f1pqxVSrXd1DDilbbuLgWlEhX3T/iIV0tZqpL/Ju+Ld2baHI0zYL01+rHBOsM+tJgsGZXF6MephTvZUg6VMit8mK43J5ug0kYuN0t9BCQT/fBMA5EU2s1KG9so+/n7dooTlnRtvEiwQCewLKlMHV4igfXAGEdFyFft4l4dbYJyoYsvMMKvmnRLqIfGoFIg5YyQUx8xMd6Py6C4SfNVU/RZ+tNlDSZfUBOJIONjEkZKIAg9XeNFmM6yjEzESYdtxHP3nMbN1xzBkboTXnmlvqQ13qRXi69js2eshGZi8Ex3iDWghUUI6c5ZLFaD0nzEKas7b2nkI8UfSkSKLwFF5UMiCuUc701s5s9/fZ1fXPp3jv7On9h579+z177Xc9kf/86Lb8+kjRT07Isd1gszclXs6muQ0nVWom9/Ql1hYTwwolGhVRcOjBadGJQWI+h+PA11dA8x+gGrPDVzghZELq1TEVqwTNjFz362sXJcOd8IF4kKBwpiH8c1xs7OIm/rzef2+17kJ796iCNOupHt9ricfQ/9E1fd+gJjdYVTpMiQWm0cMrU6qXnce8cUGc608MRYFP6nN/HoQ9ZZq5GBfXuCeBbkS/qGoGaRMaCdPNIVE0jncrk4n+Vwau5QLEfND1dRf+q9O0cYNFe74yviG1HRQ3tBJ/6Mb9l/vw3o06928XicRfigj4oM+d8fe5+Krsf0Kg7ehzZyH1T7ArFIdkkSK7RTlEH1vDTVmd54fgYprzhgtOEVIDnE8Nm7MtpIRKUc+VwrYRCRTg4kkWzAeJKjQxfPfRfXnHLprwgkVfWkr+ZhUGzXBklPEcr5r/BulQ/KZbAJIt/DmACz+Ce0AeF/waIirZbSG2wyTaiJjaPf6YCVUkZljFb5nXZZl559EiSMweKBvvqgpMB8BLrzu/MwLrVscFUcLLuWSNTRNdTO311jVWQEF7UWee618fz014+wq04gex1+Ncd//34uuPwJHvjHNGbMqlCpaSAzbDCZtVYmo6usxKjh2MEDMI0NhLrCYvE44jAyGqvg0whZWh7JoElxNbGM2iIjYXJ5oknTSeh9af2RA9hz101w1yCqtbTV1xUJRG1Rm5+iTqPFSgdzFizkkUfHc+IP/8w2+1/K3sfcxrfPe5jf/ul5Hn1hAvMXtVNtatloUMS5m/s8doDHXXsX2LhPRSqT5KkXxip0urDsEUXiTb+BNfTp4eOZkEhvdlKtbtUQY4wMEAkZHiMZ57oI4xOMCpaBNtJYIo3F6aZRVSu7GFUqRJUSga43479BK3YRyJgugUrJ4S6Axm8CNVjcHs1ZCX4ZvX16kUjH07hK85ugAkP61bDPHqthrfjjxiwUpnvEilWYOL2Zvz8xXl2nIFtFRad7FXxh7/hqNTcqGnspvwDCHOlMVgfuOkLxOdL8tm7Simeus9C4bzd8lq87+RQKLeTLczFeRDbbAy/lqw8jyTiQAZHcPwvOFVXX6UWoW4pyuZNS0EEiXb10lq+oPr5EPBHlYk7XGlnQoiINItYbCSxyEaftfHOdIy/wpPR6E/Ai7baj6ANirRRDZcb4/PPxCVKcBKgqblx8+S4SLUugIgUp6kpk9qJmbrjzRfY7/EbW3PgCttrtSi7SCeSFt2YwZU4LnRpHYtAAatZYlWDTVTGrDSfq1xuTqSJKLaE/iMVkNT5rjEZj0Cz41AF9ePJFyCBpsbU6mXpaRMLZsym8/Q75t8eQnNvEED3c/+biY8gkGnCnmq96bgUslqOMpjtBF2VsW7XxeX/qdC694nm22esGVtnoxxxwwu+45ZZXGTO2lXm6xqqUi/SuijhsVMRte8Gb353Pwwd28aN1S2zct8DIHhEjayqkTImFnfPoyHd9Kt+sTnxpXXeNHNqADXph3B+76poHGT4xHzfb/eqM8EQEun5FDzcSvdIf412BxmQoE4V5yqU2SoUFdOpKJ5+bQ75rNsXcfIr5+SprolRpplRu1i59ISXlFfJzyKmO+y2kfGGR8lu1AOldJyhqTQkFxCThnAndd7mgJPsZ5nLY1g7Vjzj4iLXoWV8jfJpDotkod4lIKtphPPjIq0yaMo8USZL9emKs5p4qOT2JXN3PAVYbrqDSQb4wTzxZhAlrdSpuz0Y0AAAQAElEQVQZgJeoAs3jD+uvyI17cH25PuPEcn7CMNBbSQuBdN89vKdSfcAkBdpMW4fRYXdg+LpcUNFmotROOtFDNygpHDVfFy2fod+IKJAyEkhoWSIj5YnVUaF4aSKDkZE2jsefAetXWdXRFvoJtFUirJRByqJR4ZzV6mEyKZwiPvjA85SKHmhMrqwbln/Cdddf/m9ZBnD23FZefnMCd9z9Ot/VLnrLPf7AqA0u4aRzHuCvz45jnupQX4/pORSGDyG77mo6hayCN7g/QY8akpqk1ohkzxB6mrBSq0iD6QbRsky5qOGSKnE0wup0RKGAaW2nNHsBZfdHa2+Mo+uN9whmTKdR5WsO7cNe+6zKrbcdwkbrD0JXyVhjY60Qui/B/+cgQkK6ZNwmTG3iny+O4aob/8UxugLcYvNL2WLr3/PTi+/lxXcmUaxk6ZNKsV7vkL1GlPjl1p3844ACY47IcdX2FXYdVKIhSuNFHu7/Sim761wLG44ISIifs+d28tLLk0E8/bSBJcSBQw9dh9BvIyqHMuJa8mRoEUg6JKq0U9dJIQpKRMU8VrJTk260mleuXiijH5Q6KBWayHW2Ucx1Ev8rGcLhrnQSqQbS2b5kqvqTrhpIKqUw3Y9Mtg/p6n6ks0pn+iq/LjYyDnmlovt/XQvlO1qFcxGlYpNoa9O8LhNVwM0Pw0dd9NGkpkREQsa1NHchVCo0VlXz0J/Hcu2tzzBh6myCULjCUPXAtZ2/qJNHHnkLnaegoZZkdQ0hNi6LHO5/79DlfSJEYk1ApZwnn28TtINN6B2jD6lsbSy3SDYIMdMotOrAjUkBzi1Ju/jHwQfTPRIvJDPJp5RvUZ9l0slG/EQ1xjMY6YVmiOpYrORho1DoIsFX7MVn9wtGQbmLZLonJDKizRN3v2I6Pmt3kTG4eVQqtGIkIWs8IsxiQDHEWCMG88136SRWGmFzbkHRKKJuko2VUmSk6F6F+S0hcxc2a1ymu1AjRSm+gHOnD7d7jsJIky6krauTN96dwrU3Pc/xp93Gvsddz37H386JZ/+ZP976Mq9NkBHPpEn074c/cjierq/80SvhjVC6bw+CdIpC0iO03r9RJZojwXLS64YfRVaz32o3rUnU3EZRJ5DiuEkU3n+X/PvjYfoMEotaGFyXYM8dVuUX5+3NnX/6FnffeDjX/O5brLlGfzxTwWqzAeJjzK9/I+sLJiO3I5WxKmshK+m0pOt7nnt5Ir/5w9858qRbOOjYm/jWyXfz/Z8+wAMPvM/kObOI9N41oleS41dPcNWOIdfvKdg7z1U7tXPi6rB6vcGKf5UPsSuOiilG/DMyFlv2q1ClkbXmAt6esEiyq+BkyTKca7vO6gN1YmjHFgJMTtZaOF2TSHjLKQ+0i3a6EOqaCo3NSC/Q3Xz8b8vJWBbzzVoEOwhMiOcnSWbcAtJHxrM3qXQjiVSNbKkMiC99Fhjfx/gJ4U0qTIGfUpjBT9apbk9dBfUmU9VLC00Pkrp28nWKCnTvXsg3kc/NpVBYSF59VmSsUb66RQMVhEulGauVBlHuylNubpWBhVNPXp0DdEV8912vctyp93DR7x9jyuxFFLX5LBPoqmssY8c0g00SDO9L6EV8VkMhk0OkxatU7NApa55OY81EynSLatJvwHpJIs1fLTc4Z5YQ6hLLCVZ6G+HTu75WvPJ1vdVFsas9JjWdbIBkUrQbAhMJwNnDJfA5ultOqj6+mkggLFd0cmqVjmkxSdVjErrCN4gvnrT149t9c3I1sQIJ1N3LplMZNCf4d6exfFz2v1f7etPW4MsQG8+HkkjRdQQfotroXhTPUrQ5XnxtmkrcqJDTJND3s3hndBwsaePizR1tPPzPFznt3PtYf9vL2HrPqznzl1dx119e59V35jCntUKpvorE6KGkNxhNYo3hOoEMxPZoxKtqwKSyGOvJePsKLRZvMfpocagg1m6riKPdgaIf9i7LyOgLAm1L3Z17NHcWlXfepvDaqxTHTSCcNoeoqY1EB6w1tDdnnbodj9/3Pd781yncc9VBfPfwrdhm81UYOawnaU00sWwxrxxyR4uDD3f62eKOV0tgaUvRu7ClhZvvepODj7uWdTc7j532v5If/+YBHnx8DG+9P4P5zZ0SX8RW/er43XYFXj6syAsH5rhom072XSXP+n1L9K2OSEj+xhiMcfwzmoQGceSDrkS+FagG1QlDXQrKgWXCtFnkSwWMMUvrflzE0V6VbGTgiJXwtXs1JS0oZolMtOyKYYmarJoaKu1tCosEurIoyLAXu5qI9K7i+7Wk0r1IpnrgJ6vxEkmMJ3qN+nagVh/4iBg9UZylGt00KuKMHgqNdN+B9RJ4ySrhrCPjTjjVA0hrd2uM3kUpyGA3k+uaSz43T0argygsYbQTFgpkBkho0UtMW4Qvhg0fXs9W667ErtsO4pKLNmO/PQdy+00vss1ON/CbK19kvsZywQV/pVAJ8RobdYrQmHUy+yi3Y5L1cT0YR+piiBAjcDanmF8keuZScX9TQq10rgfJdK3GkdG4fYHaGXCbXeQUxYGi8h/ElPhYH0m3yrbCyXs28vLPtuK2E9ZiaLaCk10mUwueT2QMoihub/R1oCD2S/LjxJf0cX1EEoB1+hRpsSvO0y1qjkymp8jLgOTrunb1nKa5+DcWPFFp9LjnOGq8JJH5gFQXdSumquDgg5JvXizSQFLpDG41j8fQViTeJUqh3MSzyQRGyhOWAp58ahxlTabuUTgRLf/oIkLt0NqZPm8m/3plEhf87p9sv+/vGLXOL9n3yLu56rbnmTK3g5xNUkiOxAwZRmqtUSTXGYW/6kqYXo1o5SPyU0QyPliwJsKKw1ZTJTJGZFniPEfW4hMGLlQJ6r8bIrWAyETKCTClIuTyVFo7qUycRent94lefw/3f70kizn6NPisObw3B++yHjf98WDGvHwOrzx5Jr88exc23XAA1TX9NZGz+KkAXwbIw0dUCFzoKXQpIwpNTMXn+VS0yBV0pbJgQQsTJk7jr/94hzPPu5uNd7iEQav/jJO/fzt/+9tkZrXmSftphlVVsVW/FGetZ7hv/5DJ3zHcdehCDl8tyeBa0ZO0+Fo4vBiUjgDFI1GrYzXOCMWmQiRHAuRcGCjuICTJ4RuV0VzmpRenM7+pSzU+3VsLF5+6FkY/Qa60uEEkWYSCiKS79pJxoK2TQkcHlUInnp8kUyNDX1dHQnpqfWcsxVvrCctiFJ8QmH/Ld+klEBe5ccf6YYRLIJ13u3prU1g/S1onoEymL1mFyUTGcYdCrkO0NVPoaqGYb9cpIUe5pZlSZwcJzaWN1h5Cla+TkheS9RrYbvPR3HbroRyjN5X773ydLTa6lAXCUUz7JPv0inmI693RAooJxFizGLSCEeqqr6yTSCnXhruaKxdbicICKW2m0pk+JDJ1mEQWYxMCg5Mh1mAkUzEW5xx6By4eGqNij8GN1ey2cS9+feQ6XH/GVlx81JrsuWlPhvXKkrKWWpvlW+uuTKImYtM1+3HTGTsxclADZc8nUjnOCZdRaITc/hso+5P8CskPdT0f6nRe1BVplxZqS0o86Yv102iA8gaLwUh5Ld9gpylAoCN5Wfd0eFWiNCUwgv8+b6QEJiP6sxlCY7HuKkLHe6TQbjShJnCU9HGKOXVOK80d7S57MSzfmENdXbR1FLnsj09z8GH3ss+B1/GTXz/I06/PpN0T6j69SQwbij96ON7aI/FWHwmDBmJq6qQcCamEL8XwFJpYOaTDdBu9UGmREhkhMXHcjUc53d4lHBBpjkUqFwQyXl15gvnNlKfMpPierrHGjCPQmwJz5tM34bPZhkM59ZjN+d0vDuPPN3ybR+85npuuOJhD91iXoX0bsSJAvXX3sfhrjFkcWxL8e3pJ/ieHbrcVaucbuYkiw9rW1cG7703n/r+8yXm/eIQjTruL3Q66kUOOv45Lr3+O196fSUL9Dq2J2H5kmZ9ulOPqHTu4c+8cd+sh/SdbtbN93zzZqKSxQ6hZ5VjlWGIx8c9HqdFSEUDUfxj+epuRGLEm1gv0hqI8I1BlBXgm4PBVOkGGZa42Ae3uf1xU2bK8MQYsbL75RpJGCIUSlBQubRRSTlh8a/B08rdtOajqiZ9uwCazRNaTfrplzgNjRTsrzjmmLIXuccYdGAOuLz9LQldqqao+ZKt7ksxUYTQlKpU85c5WCgvmaLoUqKv2ef3t+Vxwxd956uU5tOcr2NAnLRz77D6Qs85dl3I+0KbMx6uvI8pm8QNfdTyM7hhNJSDSBicsCW+xRSejRbi/OndQrnQSEmg+pHAntHSmH75OfEanq1DyCE0kvi6mHbl4PAr/zRu9h2V9OGLbftx96nr88ch1OWLTPuy6ms+3tujFFUetx72nbMSx2w4h7Sf406PvahEtEWgOrzmylhtO34b1htSAlQyMcSKNdQu5SPBVeeM6CsriURNBJUcyWY+TkdX8jcQPVyyWxGJ0ces+31RwttatjFFUwPOlXCRE6jeaZNH38d7tKgLfElWlCU2IlVLLhkhRusfj9JK4DKbNbmGW4ANMsVg/SH5CLKc78/MvuJdf//oVXp8wm3yqGlYZjL/GyiRXX53sCIVaQPz6nni6PrSejxVq6xTW7bIcXkeIAxdfHtBY0ASMBPEEXdREafI08mM1Qd4bQ3nqFMJZcwhb2xjRs4HD91+dO687iKceOJF7rzqCC3+4L0cctDYbrjuI3r0a8GTsrPXxPDBGxPFxLlLmh42kkvx72uV1g1tAHHSnwLVuam/nL0+8ww9+8jg773c1ux/6J046+yauuOEFnnpxItMXdlLWrnrN/knO3NTw10NTPPytHFfsVOCM9Xx2GpFmlUZLlXbLkYyHiI3RO4odfgfdu1+WGgLkXLmsIvlVh5Dc4wRSG++Nt/1BlHY8lpKMhyMuVCVtvEkG0OgnaKCDYqWdsRPmC8One0/Ma2yoYVDfARqsKNEpJZ70wguGKOlhfQ9jFG8v4ukOPPIMrt8PRG8BT2AEX40Xpbj+I9GFnyKRqsGdXlI1jWQrKfyWshYFyxEHb8HN1x3C6mv05XdXvMhZP3qc598ar7YJaaHH62/Mp7MofbAefo1PrtJEW1nzoTCPQn4BhZyD+Xq7adGbSAVtvknYalKpRlLpHiS1uKbSNdhEkki8dPQ4kiCm8FOZYVQjnQg5dfcRnHfQEIYOkhH2EnhCYrC6LtJX7y4DdLo9Z49VOH773tzxwhi+e9NrdGqRC41l5UF1XHXMBqw/vCfG2liHHN5IHycnvlRnMBqrcb/dV2jWYtKsoSckkjq8pPgi3YkJUq3u8ANi7AfRb17MakKjE4qDRDIVE2gkU2ecHbh4nPnf8hHtSV0pGO2MA13jRYUKSO+Nxhlpp+yMaShFmzOnmYnjc87uLPfICtpFPPi3N7jjvtdpT4aYlYdj1x5OakB/jPqspNOEknbkVmnx1Kg/o5A4LcJc+Am9GeUvAUyowuTb+wAAEABJREFUlCydZmFULlF0/6/L9LkU3xhH+eX3iMZNwTZNp0ongAF+ip3WH8HFPz2At58/i/de+j43/u5w9tltXVYe0ZuevWpJpzXRPINb1Fwfijo1xRgTAx9xGgAfhg8XLsk3H84k0L17Z67IoqZ2Xnv7Pd2v/4sd9rqWkWtdxL5H3MSlf3qEV8bOYkFbl3avRYZXWw4dCTfs3MZ7p1pePriTn2wQsm7fIgMzKXr6SfDKRCYn44VC9atttDM8oWh2E97d8XuOvybC9hb/dz4Mb5cTqa7rKeo9jOeR2fE0bHUtNpHAVtVQP3gE6WSW0LXRCCQRHKCVZa81MzpNpLn5TxMlrjhXNZbt0ymPnXdcWf2JXp1afZ2GrXhh1CxMGCr1aQIjs9Ge03295Kn82EsX3byz0gerMdBNRVz0VX9CUe946ktPK02t2HKZ/uLZd3RttNrQwZz/4315/B/fYZ31B/Ori1/gxO/dzrMvt/D0M5O1iEAlYzFVYNXeaFwRBi+ZJJWpJ1s9QNeo/aiq6aOrvt74mVp8Xbd5XgprrRoZIi1IoUEuEoDDYSVgq6QDPsa56kbla+t0cdTWg6g1PQhNkRm6rvz1X6Zx4u/f5/cPT2fWoohKokJV0nDmbqP58QG78dQbLfzk5inouRPtPRnWv4prjh3NOv0aJfcwFoVQf0yvKyZLI9YYhatSplLoIt/ZSkVXwH6yimS6DqvNDdIZR4gbJ44Y8UMtlnpxbmn8mxexRgOMMFIsa7X7cH/AKIj4L3BOq8Rxo4lpZFyRAQ5lgIOEaHfHRemHLUa4U2OoehoqRkYgSlgqoWWMHnoD3ek74anFp/pcV5G/Pv4+LcUk6aED8HQaiIyHFwmkBOIkLFkM4hA5I1iWj+JCd8gPA1GZLxI2dxDMnEdRbwzhW+9h3xhLefo8qqMyq47sw57br8aPTt2Lu684hpeeOp0Hbz2OM47dnFWH12soHt36Z4VXoO7duG0sYaOv68+Bij+jd60C8TnUYl0Oikyb2cJTz03mqpsf54Qf3cfW+1/Gtnv9iR/+8lGee2sMpShP75qI9QdUOGhUwIWbVfjLHmn+fniJ3+xWYPfhSRopUNa4AxlWN9k0ABAvQxHtqAXtNtFXnZtsLba2kUAnP1XBvZlV6vqQPeBUUqtvSGrVVSkefAbFngMRmdjOLqzkYPSWFVkfU4kIRZMVLgSOTzFg2bNfM1EY8ea4seTLFUL9qNtleivZr7N6PyIZU7rymKB7BK6Rw2tTCSJ1FopfFPIyuhpH6Ck0qiIQbWqk+NfoHRnqvlQsUGhtQWzilFO2pTGTEVeiWLcH9q/lN7/Yk4fuPplNNxzJ7y9/gvETFxAkk6T7Dyas7Yef7U023ZtMqjcJvwFjtXALWWB83K9pu6usSOMV2x3ru0F9q2sWBxL90pjL/kRwOND123HbrkzPbIKKar4ytZVDL3+Fy/7yPg++O45L7pvKwb99jsffmU+nDXUFGXHcLn356WGjeHHCDH765/eZ7/7lDHU5uDHD9d8dyfZr9sLzbUybUK5Q7zaZRvoVVooU4v+1dz7Fcof4ndaGz/VbLZ55OJ2KOxZd3WE82ji65GOXRL6JoSPX/YaXF086MVPMj4zL7abWxR10T5UP8rtLv8qv+o4cIAUUtxV1Briie9pioUP3swvI5eZRyC2kLKFFMj5oxxTKQBvVda0iNask9MmkhSPgmeenUNCuMloO44Fcsx5Y33hvKmUZkqoePXFGKpR0DYHwIYhkLLpDlqilFhs+1okOl18pga6GirNmUprwPuWx71EcN4HStNmwsIXe1Sm227IvvzpnD+67/nDuvvYwrrryEM75/vbstP3K9OvXi0Tak2Ki/t1WMVTPoeIGE4875D+dK3DwnyVLc8RrNwmWpF1t9yu9r7wxk0v/8BSHHHMV+x51NYefdDs/+NnfuPf+F3l/YhNd5ZChjRUOGGW4ZNeAu/YtceceHldsH3DSWhFr9oF6HS/SgcWXsXVE6sq9m2b1aSQLp29OVsjp8CCeBnju16t3O47UHieS2P1YQr0BVKSr1auMJkpXY9XOCIufzpIcuZpaRnQ+dpt0oaB4t8+9/6zehd0iYzHGxJluXC7Spy6jHTR06c1j3ORJwrakxJV+PETqb/iQBurqPFC7wF0BSedcS0d/mPLB6ZutaJPQhg2NhtsN3foRCLFqdwtK8a/HGy3mzNRVn+bSsCH1HHnEOqR8X/IxeOKsJUFaV3ZrrjqYH5y3E7bKUI4SJOqqSPas6+al+BlZC8YqbUEbgngx1di65dk9VgM4cPzRyOO4qvBZXKAGGb3xbLF6ldobbVwqnH3rGCbPacL9ok1k0uCVmKb0t3/3OH9+fh5liQib4pAtRvKzA1fniUlzOe7K15i+IEdoDAPqG7nkiA3Ydf0BJDzR/1kIWlZd6XSk3U1QzlHMN1HILyTQxsYma0ll60lkqjG6qrMOrKfxRDFolyKskUBe49UX6P6uQOq6Ea6oryGUggeUdZUTWB+nAInQkM4H2BatnjKgfqGMEUPcBDArquPPgcfpvLaXREEB9/cy+fiOdhal3Ewq5RYJwZL268hme5CuqqO+Ty+USVgqqY0TTDf1xiisyUrffd56YxrNzV1E2jXiqvDJzhnXUDuMgvghthFownhSFqOGoUI0Q4zAoYmwmMiBEQlhN1LVMWrowGoHXHT/v8TYSeReGUPhnXHYKXPwFzbh5UqMGNCTU45fn388eDzvvnkej9x5Nj84bSu232J1Vlu5Lz1Ev4enXsDTeKx6serFgYdTSquUvBHEtVz4YXDlceGHM3G0O2odr8OyJmolpKmjlXseHssBR19PzeAfsMVev+Xc3/6Dh/45n3cnzWdeaweebMX6gxJcunWFCUcZ3josx1XblTlseMS6egPpnwlJic7Q7eS1SxVziEEGyDg+ikZPYEHZBiteLV5rEEspJyLaDz2bzMChJHv3xRs2ErPZNpJbSHvLTDo1GcuajBUiglICX29MVg0Tc8YTXvdzOh6/npabLyZ69lGiKCNA6hypL4WLfV1dkhG9kioLuf66twkrjprFhZ8URDB8RH9GjVwFYwKCTp1SVNdx1qjMardL0gNjKbUVhNsQafyhAAe4mqBMfb4eb8Qn25EnmjGHjAzpiSdtRk1VdTdljjzBEk5EktVTT01j+sxZhNpUJYf2oz3r4VmLNUZtNGgTxcMxhBiN0YgvBuVHFiNYMkpVk5xRHp/DWXpWlanJpsRTWNDUyfjp4i8p4bLip8UZ8VKpk7Z8mfNuf4+7n5lFpgieB7tsOIwrD11Fp9EmTvzT2zTPDxCF9G7UJujwldlh9eEgOyhkX8i7MYaa64V8M6XSPJmvgFSyXjaqD757J/G67RAG+SgGtDnFUaM8HL/chjRyCZY6jXBp/BsXsRqAJSTpp3D/w2F+8lRyb7xB13uv0/nOWHKvjaE4QwqkXb/bGUQm+vLG4PgmcF0YGW/cFVaQo1RsFSzUCWQObiEpB51Yz5BIuMVjCFXVA0mle+ElNRF8KZnn4fWoASk6utPGLQJOSBJZLKwqn8CG5D0Y8+4sIl2DLM+oqqXAw2TsfSlbsZTD8c3hi8zimHEpxx4XUZ76DkplKl1dhDJy5akz6dJVUO61N7ETxxHlmhnYp5r1Vu/Ngftsyp+uPIh3nv8Bb/3re1z6453Zas2VqNMC4cV0O7zdYBXYf8tT1lKv3pfG/zPyQWkguQcy3qFWkKKuChc0tTFuwgIeefY9vverB9lqz8sZtuaPOeyEq3j4UdFritT6ESvVBWzUv8K31wp4YI8Wxp6Y5/E98hy+rk+vxiJINljT3bWCUDHH31DxyC5JuZxuMOIfWDFPPDPg6qnJUp+SYeoVyFg4nJKpUd10opp04JOcPB074UVSizqw7XmKM9+lOPkVnDOakOWcTiRvv066WfRbD6e/oVMwVXDz1IF6ZKDXxnqiPTQJ4r9Rsjo5qs4yvWjt1SPLsH51RJVGyAUYXXs59G4MkQy08b1uw1nM497DtOyIhiU8sOAMxjI7+fIKRT6h5n/HggUycJaRg3uy1YZ6Z0qIPhU66SgWE+DmflNXJ+ed9bjmSwa/oYYonSQrcbsKrq4LPwCjcS8Bq7gHCCkQ86Y7qtTn8NLZcuRjjKcFyer8FOJuFTXdAIc40ia5U1O/hJ/oS0EngovuGsf1r0+grPmINtBbrT6MO89eh9aWAsfd8BpTF+bi671azfFrTxjEAVsOJJuUfIj0w2d27v+UKhZaKBTmisaibFU/vZH0xCZqcCc5Gy/ADq1ZzA9x0KgvkR+pzJWweCz8m3NU/VvWNycZ6V7e6D682KajmO4eg7nzNSksQ3rXMqhvgC+DzjQZ8ikzMe56hhXtxMElKMMSQZCnXO6gnG+hmGulmO+kUurCSTUVHxN7aYXvTdr9pkgqi5fwidxO0FcVB57BWkshmYBslWiO8JYuKKFEFGK9CNKeGoTc/ue3CEOfpTLkk119bRXbbzGKtN6YyhOnE5QKqixc+goZhhCvEhB26Rg9fyHFqVMojp9IaewEihOn4P6NrMYwz+Zr9uOUo7fm8l/vx51XHcFfbj2aW3+/L4fssznDh/Ujq+uGpKnD18IobeSLukgIQsdAhUu8S7eVC4zRKeP2+97grJ/ej/tXefc/7BqOOOoa/njN07z+9mwKlTS9GyrssEqBH23scd1OJe7YM8f9e7ZxweYlth7m0ZCKMDYiHVZwV1TOYGBMTHqoDiMj7iyGUItBJFAOaKEgdm6KWFFoBODaO4iL9HHGg5YWZMmUcj6ksmCG6nkoRuVv91F45I9UHrmWxF//hHWN1b+jQYcb1wDK2mi4mIyRC1wVB5ESlYpOVs0pOkqirOLpprGVOfNyKlm2N8aQ1Jvcmqv1xk+V9aBtMOUIN143xNAavGyaSJujqJzH5AsiydDtFMYVFeKgO/er/LqFNdAi4WmHH9o0e+2yOqNW6kOE9x9kFDU377j/FWYumE9kktje9RjPumFKLrFnCT+7G2tMWtCJQfHFY3T8Xgouu7vyZ/wGtLQHdGgB96xHr7oaRg9uiHEYI6SyaRVdMSWSvTBug6mSplyZn900gSv/MpFCsaKcChut3J/Lj12D+bkip1zzOm/pXQgt8GldoV506GhO3G4o2YQl0oZLDZbTa3SyYe4WpVIskUr1iN+WEskMUUL6Kp45sXvih1FVeWLQXIgI1YfoV5kiYAKBy+Mjzn4k9Q1KOFIDHcnM7FaQYQnF2F7pkN8cWcWzF1tevNjn5H2z1DoDPL+VaGYToSakY8AXHYYR82KGiohARrjsfuOhq5liZxPuRFLR9YifTJHO1pGt7kMy2xMvVYvvZzAmISF4i0HsdRJCgnChA8Ujabeproo1vVQoKOym2qjcQSKbIbARf390Om7T8mnjMcaQTCY48ID1GDWknkSrDM5702FeE1F7B7S0kps6ncKbYyi/9QyW87oAABAASURBVCaVKW9h58zCNrUyskcVh+yxMVdffQiv/us87r/lJC768e4cvd/6bLreQHr37A1SNCu6jSPEWojBgPrlczo3YrEX95Ae0KyDWsSitg7+/uw7/OCn97PDdpezy95/5NSz7+HqW1/h2ecnMn7uIsoly6j6gO+tF/LE3iWeONhwzc4VztigzI4jE4ysN6T1NhCJtshYjCa1C6PIaPKJWBlQF1ESjUAZH3ixXHmOMpW4ClgVunSIOz0ogVHS1XNxBzZIkPvLFeSnT6HSsQD72ksEbzxNrIuqSyVHadEsyvOnUSYkFOoQNz0jfV0F1KcMA6jM9VemgMffpxU5/clatrypjt3ur+Jvk5MaS4m2zhKP/XMiWmfUXo2W4a0xbLv1MDKZinbJ6q9QUm0RoG98GssmdTKpEEnJIveeJ+KMG3M8dkebk5AL+WqdmOz+PTd/fmu80PXOVvOtozfC8zLiTDf9SwhyFDYt6OSeu1/HkZ3UvKo01BJqHJEAgVlSOQ5DfR1ECpfAkrSy5OP6rkjxz+qNMXrQrvD02GbRKt4mUvziyKEMaPAk50gLRgeRYr6fRAHOeeowL4Fe+sQMfvePmRSLCbUNWX/lBq4+djQLFnZw/LWv8ur4ZtAps1pXlWfsPpyTd16Zoh9065pD9CkQ6aiUyy8kDNupqe1BIqUTiZcA0ew0TxqIEeciB5IBi51xC6/4iGNwpEwXurRqK/UR343nI1lfb8LR6iZc0JnDe3cGlbYcvhR9aJ8k95xfxfEHR/TqFdLYJ8VZB2ZYd7V6kmGBaGEziQ4ZUjRiCejzjsJEaq/dbKXcRlFHQgeVoAVjfdyKXpUdQDLTG5vQg58e0iIrFhrjekVkxuDGsLR/oYsLPxQaqYtfW01cr1gmpZ2jkXAiCcnJLsz6IN9Rns+0eXNYHueJhqGDq7n8ur0YOqgHvk4o5v0pRG++QzBmLOk586lJBvTv1cjWG67DRT/ai1f+fg5vPnMWN12+O0fsvD5D+jTQoAdg9yunnoyxFQgtxjjqwLDYuYjyFqeWK4jE1ygKCbUYV4KQrkIR98+2j5k8hyt1V7zHoX9k9PoXsed+13PVdU/z/uRZdHR0kbIlBtVE7Ldyghu29Xn5hCJPHVPm3M2bWXNQjj5ZQ43mhHU0iUIT0+wSVnRJLjGdplsuyvkk/6H5oypL2iv6Ie9yHXwoC7e4hK1anO+7guKfLsQ8eSdE2mWqX1fXgasf4WL6igeq4LIIFHe/zDMvbxi/MODy1yL2v7eW1S5P860HG7j93YipXZEWmCQ19RmSKRmrSshb42ZId4SLiGU7w8gRvfEqVdpQlgjFc7eYLmlWSYqmlMVq0+SuPnUERwJaNsqvolS6EujElF+4ECPBHLjfBgzpVU8UOv0RARq2KMdBIH169vlJvD++jZIHiV69SERaKDWX3HxU7XgTIDQu+qng5OnqOtyfWvljKlhNYNfvzc9MpqmrCDZko8H9uPjw0fSt1yKid9ZkIqN8L9ZJV1fDwdkCt6hc8Y8JXPaP97SRLOKJkHUG1XPPDzcBU8ept7zM6zMWyV5AWhvIM/Yazvl7rkM2pYET6YdPdJoBVIraXIYeqWRv9Z1FpMaAnBERS8au5FK/JM+VL810EdX/uA6tK/uyYXnwO4a6XWBULBLOmk349jjyXa30lMKfsGOKJ36fYMvVEiTFBY+sri9SNNaG/PzkTvrVpcWsLoruD+h0RWY0UZenz4/UkRKHlQKlQis59VvSvbLRDWhSC0ciLSXN1ukUkgLfEHkBbofnaDZCYsRcFyr4OB6rxkd93C6ThqSg7Ol9qCKlF14hcjyopITN84iMx0NPTMTh/SiG/0wZTa8kGTYcvSqP/vUYLvjJLhyw/3rsvtP67L/bupz9nW24/g8H8NiD3+GRO07ku6fuwFpr9yad8TDGx7r7dAsm1iDklMAodKDgM/pI/FzSJCKgQolpM9t57Olx/P66J3XyuI3dD7iKLXf8PWf+5GGeemEcHZ0F6morrNevwkGjDT/foshte5T45yFd/HG3IvuvUWJIFSS0IHmkpQNJvAgcyUv66g6tAiPqBSoPjeykQFHlfwleVxHaOMqEoUd6j9CtbsZIpvwHVLQTndZa4dHpPle/nuL0f/rs/oDHDndk+MXzPk/PK5OX/g7SO9tWG/Tm6MO25Vc/25nbbjpEJ8ZhiJVMnrqIzvYKGtVi+OSR1aSSrL9GP2xY1oJSAC1I7uovBrWmQQxVWO5oI6qUFPt6fTw3pDvB3GaMrmX6905z7tnbkPYkb8/KEIKr46h0OtbU3s4Nd71Ka6ENr6aGsGcdFZ1KQ/H/k7niWn+JoI7fmtTBFU9Oo6zNrmcr7DR6JS4/YjSj+1SR8LMf27nRuN1m64q/T+KC+6fQ1C6ZeYaVetdw9+lr0V/jO+Ga13hw7DzKpkJa/Zy5ywB+dsBqNNalkcLzcc6KYaFsW7nUSTLZgHVXXGr/cXW/aJ6beV8Uxxdu7xgZaCUvOyPu7v9nzNVEzNOzX8Tl55T59dEJhtaYbk3SZDPalaDdijGGjYZlufTEFEkZYNzfSOhaxCBOx/DppLm+I12tFQvtOo4ulAKUSCSTus5qJJWpx0/UYm1axiIJxgprhBEp8qIHOSuIUwrhgxjLcBG++rDu30ySMarIkEaLa0v24MYiCP0i/3h8DLliQLi4/NMCI0r7N/bklCO24Mpf788NvzuIay45hB+esQt7bLsOKw90V3OulgOLNZ52QlpQFlPuch2AhcV5LKdzEzwIRKsmhgI69OD/xtiJXH7NP9njoGvY/bArOer0uzj/1w9wy/2v85ZOJ10yGkOrLN8aleWGXfI8uG+Oa3f3+PW2FU5cp8JmfUMa3JuSaIkkd6HGiGas6PPAyUJfwEDMpaWcVHpJHKyiRjlfipfQ5AnVgQvjvgJRE7qdckCbrhpem1vh0leT7PVwFfs8nOTkf8AFLyR4aLzHxOaQwNdpYmh/jjpofW6/5XAeuv8kbrvmWC75+W6ccOgWbLLWKhxy5OpEQcT48Tq5Tl+ooYgHnyInK+P6vTO2xO3updxYPQJr36K2jlgwNWktgBFRIR//iqtifJ3OOgFr8avonS8pmZ544lbUVVeBFmkjwtyIXagoGhSvvzWLl1+ZjDEpagf104LuaoR02wC+Nud+Rf26x6Zz2V+miK9lKprLm6/dh+vP3I0RfXtQ6RbCYvqkyNooW+0WnIVBMrrpn4s4587JNLVUVBcG9q/it0evRd9MPWff8A73P9dBOdBY1e7QzQZy8X5rUp+twhij+RyiCEtcpMWjXCpi/SR+yi08aucsmeP1kkorKHSYVxCqz47GTT73l+FWi0R65iKiV8aTX9QST/4dNmxg3FU92G+dejKZEItH96lAzIoZH2LUzgjJ1juWOWzrbDwx/EnzME3tIiYSLNsbMbRSbidfmENQaca3DToONmI97XQ0EQMr8WoLbCWkDyuolRCN0MeKrXBJL7EhUdqVLcn7+DDC6nHb6q0kxqEHvEi7bghVXTnOYGYSEKVpau5iUetCQhlTFX6qV2t8Y0lYS7VOQXW1GWqqMyT9hMbnYZVvreEjP/H4WOyMQitYto/Euw9DIPrL5YB2XVM98Pc3OPp7V7P2Zr9lk52u4LsX/ZmnX5zMpGmLtOZ3aYJkWKd3NRdumeClowPeODHH5Tu1svuqFUZrZz6wOiLlozFDZBwtjqYP0/Nx6X/P+6C+k8sHqRUdk8AXowxFguw9ukGivRDxl0klDnmwmg2vqGfX2xs4/zmfF2Zbpnf4dFUsyeoKW202iivOP5TXnzmfl548gz/+cj9232JtVhvRmz696rWbNZKb1ZwwbL/NhgorzF/YwpwFTerVAAqW4Y21bLzuMJ3sG/Qo7wvA0ekAJ3ct1lFS+EMIgvIyMH01RaH0vDhlNlFUZFC/OnbbYW1wKoAI5ANeR9K/km4jfnLO43qzsCS0e2/vWYuJf0LxiRj4mlwkevUsxVUPzeSCO2YQlR2PPVYf2ItrT96AVfrVx5TZ0MqORaI6pL46Te8e2vBpfobahDz8ykwtKm9TqBicvIb2ruLe767EgJ6W8257i3vfnqoxurlt2GXjnvzu5LW0YLRRMDHq+BOJZ6HkWimVsF4WhBvlLS5cGo3TK+BjVwCOz4XCXe1ARY9uXQQTp9E1aZoGl2PgwDy/PS7i9h+EVCcqWJ1ckIENTaiH6jBmhXEGnVDXHQFWYY9CFaftGzB6QCL+I6GO6XOIJM3u2v9JnnFZOgIWCi0U9eDueTWksv3wM1VY32JkgSyRaqmm+kJ9YAKllRenlS8VUMbn9oFnsdVZAk8oZIEivaUoFvvIVz9ZLQBStqaFZcZOaMUa12dc/LV/wngyV5i7sJO3x87kgb++wXkXPMAu+/6BQZv9lP1PvI3b75vE9HkLySYMo6s9Nu+X5oy1LQ/sVGLC4V08c0gTp61RZtU68LFY44vjPr511y6O1+J6LPevfbjLICDQZjLPvJzh3XkJHhwfcNazhp3uiFjlJsvhj/r8bXrAvEi7/3Se0av1YafNVuFHJ+3KI7cez9hnL1R4IscfthEjB2So8X0tIGnpfEWn5SK3/2sG59/7Ip1dZTyboFG7ywG9qnV5CO+Mny2jK9KkKvp+ojfGUJPNMmp4jQxXQKUzj9RKvBZ/1cpaaXo2qZjqTWrGGKv41+gLZaIFbSQ8jwP33YBVBvfUxbOjx9FlMC4q6svaTD7y5HTenzoDEtKgAb1JBEkZWMviSnzdLpJ9K5sSN+o696d3vExTp95URNwqQ1Ncc8qqjB6aJilhuDEN61vNq7/cjJd/vAnf23WYbEMexINH3mzh7KteYn5TAWVQVdXInd/dhE3XTPGjO6dx46sav075VnLbeRW9u52wB6N61OkdKRKXJGPd5JQrZdC7XjJZLRwGkcCX5cT9Lwv1x+PVcPTIjh4kKyQWtFJ8fzqFha14OpZtu0GS28+s57jdk2QzRkbGahIg1z1rjE4jJjboS7IcNkNkIlbt73PuYQEJKVcyVyKcs5AoqNDNVtVf7F2LoFwkV1igHVlO11rVJFM1GJvqrmGM+vVAArLqT5Kg27mWDrpTK+Jrq7SAWWHSgmI0keL+IqVlsL10UhPf0NzSxbtvztRYlP91eNETVsQF7QYLUtxxk+dz5wNvceZ5f+ZbJ9/IASf8iaO/cy+/uep5nnlzIpUWj/7pgG1HtHPuxgE37lziJl1h3bh3J2dv0cUWw0Ma9JAeRgkqNsDJzv3iVffQnCwdjwXivcS6WP7dpV/X18nFlwELRG9ZGxz3xuGuqe58N8Gp/6jmiEcMh/7V59S/pvnTqx4vL/ClW2kG9qxn753W5LRjd6CxtoE7rjyK2685mJ98f1u23WRl7UazGG0erDUY6RvG4MAF705dyE9ve51LH5jEmCntWNkE31oO/dammiuGBx8YS7nSRaTTOp/itEdi/33xaNUrAAAQAElEQVQ3Fi+FRButmK9q6XjvmhpdKYWK5Ls68LrXcqW+eu9JESrzm8W7Cv3rajhwz7W1wZDuiVZHjbiDAxdvbe/kksueIPQSJDK6ttPmzFopq3iJeKmYq/b1gzGUyhG3PPke39ejekchh6fjxhr9arjphHXYZs1GrBcxrKEHVYkqXbUnOWmXUVx4wKrUZiqUtRDc//pCzrzuFWbObtN4LLXaIPz8kDXYbuVafnjby1z22DS63L+EYCybrpHl4qNXZ5jeamJmKQ8j6UrobtExZgkHhepL8M6cfQloPx6lhiUjQvygZKfNIzdJq2tXnvpswIVHhtxxZgMbDktrd+LjYWN+dGOK4sBqMYnZoWSk8jAGcKeXKBmw26Y+h28VKR1QXLSIUke7VDEEMdO1c+AWmUJhEdZU6yptIF6iDqMZZ4xRf90QLY1HyouInfomMnEUXJ6DxcnPEwiXyWaItCsVeUT5CrHc0bgdak9hyiOkqKuiaTrWVz5PL5+5jbtK+HCjUrnEP994lx//6lE23+lyNt7xDxxz1jXccMurPP/SBKZNb5MylxnQO+KUDT3+fEAnz+kEcs8OPt/fKM32Q2FET6hPBPiOfYLAGvHVqhvJJualoku9UcyoHEEk4Gt3kSgoV3xemBFy9uNZdrzZsOOdac56OuKecZZXZnnMapfOabe5zsqj+fEpu/KPe4/m9X9+l7t+fxDnfW9zejemWbhwEtVVCawvsAkkYqzYYNzHgfQuFD8C6cbdb01kXlcOP5Vi1MoeFa8S82LPPdfAHcOnTJJ+2yadUtzOVQQuw0daDNfboBYrQ4be46yuJo2rL8Vzv0wQJZMuRege5TUf48RX/HH0FPN5youaNQ9CtttudUav0ojR5urfSYm0iD7+xBjGT3E8iCj17kGoU1Yo/jkmGX3Mvzf6mtKOJCTPfCHkodebOOKyZ2jRbYTRhmpgnyy/OHJVthyd5l8TF/DYO9Nl9wJdu1uO2rSRCw/ZiNq0r0Ul5KX3O/jurS8zo7VLpw/DwPpqfqM3tb1WH8BvH5nJNU+O10Js8E2FDUcluOqUtRiUqMUtVp74gZUWOwPzJfNB6vwl97AYvdsNhdrlRi2tBG9NoDRjNlIF1u5vuen7SU7bv5bamrwMfFEreCRFWtzww0GkhAMF/+6thJaVOH73bcuqIyJ8TZposgSkh351FK8BplIh17kAY5PaCdRjE0bxCGMUCqERfFVee3EiWRS/th5JHaMdRnzbE4kCawm1cy3XSRWMx+tvttLWkdfiorIvybtuW9pKTJs9j9fGvM/1t77IvkdezcC1z2fXfW7l4mue4e0pM3QX3EyfyGN4fSd7Dff4/fZl3jwyz9tHVPjV5hW2HOzTqB1UImOxyRKRDaTLJUIbxpQbdbQUlCOxsQSU/Np9JAPmfttzemeFl5oMl75l2fOBGgZd6bHbQ0mufzvivUVZSsanpr4Xq4/sx+F7b8xtfziYiW+ey/NPHMH552zLluutQk9Neludoq6qmsZ6ww3XT9clSEJyFC8M3TqJUTpA2yCFIE4xv7VDp8D5mDDPj/Zeiep0HT5W8wIGN/ShqiFJp94YXnyjJCTCpe+yvaFf38E09uihm9sAPfDEfavTuHdt8iElOryQXJPmh+bDsvGt2NJQvPAC6UlTE5qg9Mgk+fkPdgDfgrE4fXEES3WoSD6L2jq456ExdOY0J6qTeL3r0ZoJGo3RoEzMSVebb4QzJtQSGJGuwAuzcpx65QRmtLSTLlczsEeS3x6+o04b1Zx6+wTueaOJim4CoJr912/gV4esQr9MIxopL7wfcNTvnmfKooUQJsmmklx83FrsvG4/fnf/NH73yHu0hDrNBjWs0qcXD/50XYbUVktzxODQUi53EQaS/5fIGvulc1xjwWjCuN8ymLMIf+xUgrZmamrLHLVjHXf9wmOXTXwS1k0Zi5UBBSu1EGXGQURex775LSHT58NchW3uV21lqIyr5eqomvNGYvNSFa44Oc2Qeu0A82UKU2ditJAEuubK5xfg60SQzjSA5+OMh/RToXHNv3pQt37PeqxmVFSW0unIHznrunhciao0ka0wSY+U02d1In384jQ6ZdLsC6ISJRmsmXPaeOK597n0mic47bzb2O+oW9l57+v59lk38dfHxtLWnNMuqcI6fYscuXrEz7ey3LxnyMMHe/xpzzJHj5aRa4w070MqOsVFAhMRGwEFRDIIkdFAla9cTXlwn8hlIadKVoADJb8qr+5FRoSNIqIyzOoI+Mt0yx9ejTj1n3DAPUkOvCvJhc95vDSrIl5F9KvtweYbrcRJx27F7y84hAduOo4nHjiVGy8/mAP3WJeBjfX4Gi86gaFNgbWetjgWQp89d1uXl18bSzksqF/1/qHxGuW4cRt9QsH5t71DhwzAgIEDOWL7tbEqt8aigKrqBJutvxKhFpQrLv8HUZhhWS7uRm37D0izzrr9JReD6SiL3cK3uKFx9KaUluFDp3rfEeE6W1y+NPiSIm62F3UCY3aTdt9w5GGb0KdPPZ74p8HTTYrkJKo96dLrb0/nxVfmYDQ3kr16K/RxzriPFCvqbuBSXztIvRDZuA21A6NH0yfGT+V7N7zP1JY2IvG+bw/DJcevz+7r9ebC+17nzpdmim4Pq/vHfTccykXHD2JAjxoIy4yZnuOIK97jpenNBBqn1dBP220gvXr6XProOH51exOL2nXV78GgxhRn7b8q9VW1IHtXKnZB/J4SC1h9rHhvVzzKDzBGcTTSylig4Ha3M+cRiCkDe9dw5Xfq+OWxIUP6aHBBSCTOm7iB1MsgAUAhgNueKrHHDzvZ9swSe51dZKczc+z8gzwX35tjVpO4qTaqrp6cwoGvlXuDlQxH7RyKhyWC5naCuYsg30yk571UtgH02BVJGMpQR3FTfb56b9SlbajCRlaCDgn1lqIs+SgGL+kT+R7F0DD2nUVaUArK/yze8UQg3rpWDmtRu7e3Js3ksuufY+8jrmH7va/h8ONu5ucX3s29f36DMe/No1N611hTzU5rpLhhV4+/HrKAu3Yr8esttYCsFbBef0PvlMETXRVjsQqFVkbOiKsViAKUkEwRi41A41OJ0WRHoaPDNVHUeZW7XL5aFwa8u8jj0rer2O8Bj33u9fj+X0v8/JUs90+q5v2OlPQvxYh+vTh0z9W5+ZpD48XDvYH88qdb8a2D12XddQbQ2KCJ7kmHNWGtFS/ED4wHLpQ1tA5UftAB61OotDJlRhu4wTsm0O2M6iBOCAtvz1rAQ8/o9K77wZO3GkK22o9LVQyeJVvlscW6AyFI89ILiwg999DLsp0x1OidZORKfbV4Jgn1yE8QCaWJ2xkZNdyv1RmL0a4/iHfI3WVxhS/9Ix3VHC3pNqFPQzXHHb+Rhmpi+kQSzhCrhqiICPSgd8UV/6RZSlpKZyn376F8K1D9xXqOWnYDX78TTUZAhLw+oi3UfH9mfAuH/e5FJi/UZNN86aWNwi/2G8Tua6zC7++fxFWPTaCso6NEzi5r9+fy49ZhUL+Aiq4xxmtz+VPdIMyY3y5sSfo3ZHG/AeaXKtz7z9lc9uAkcpJjxXjstFoDa69URzJdTSTelbWxN+rPiDMOFKxQ7ySxQhEuQRbbDpnAfPMivFfGk5rXIsMTsPkqlueuDDhgY2jIBHiVpJpYAhsS6dSBKVMJfd6c0sXGJxc5/lcBz7+RZOqCgPfbupjUXOKtSV2cd0PEZme08NcX8wQlS8XIiIm9qGNfC8apeyXZYGQFWylRnjUXnY/x0/WagEmMGG2dbNXz1+mNaI1sgrKOpUjJku1LjIMWVZmRii+RZ1OUiXjkifdIUlluciPVLer9Y6GuT2bMLfDQ39/g22fcxui1fsrGW17G2ec9xONPz2D6nClaQJrBr2KdxgQ/3qzIv46Yz3vHFrht+zx7rJZjFT2Q9tYddVrbIavrLpEtxSa2i/qKJplC0w0RIe5Ny8nTaA/laQhpjdFPVlEzdFXKe+yH/dbZVPUert0yOFyxfVU9IfpSfCmArnKFWV0hD0+ynPRoHSvd1IMt70rzs38F/GuOx+yCFhA7lF41SXZafyi/OWt/Xn76ZN5+6Qz+pMf0/fbcmFHDejOwsQdZP4tsNJEj3lGsRKixRjilsi7nI2C10PSuriEqJPnb38dTkjEXt5jT3MWv73+D16bOw/0CUEET/nc3v6+78E5W7p/QjrU/WeNkHgifw402SR4rDemJn+qkqdDK1GlOO1S8DO9aJqXz6w8bQG3SaqMbYtybnQrcEALthG02IeRGWhMQ5nPCpkJ9vwrvfiGlMm4mnk4cxx66CSv17YNjZYRxwVIohSGvjm3m6X/NFK0eVUP6kTAeaEE0XwWhn7OP0BFnIroV3iowBLJzby9o5aSL32bs3Cbyfp4q2adz9x/CLhv05ryH52phmEA5KJPSz5ar1HLlMduysjZ6fhQxp6Wezo4O3QpafF0NZt2/y0aWnDYYd782hbcnzsG5Gl0fbrr6YL3LVJPK9KCiZ4euzmYi2UUTLyyiy1VcQWBXEJ6laBzvHAOjQoFg4kySUhR3yurbG84/IsUdvzD0roaKF4K02dU3MqYo7iZkWZPtkbfa2fuCChNnl2msr2K7bYfzg1P24LKfHMJPztiXfXZfnQG961nYbDjitwG/e6aNSiUh9TMYbWmsJnhNbZFfn1RLvwZfO/8yhbYc1q0ikfpFPZmlJH/OyIpqZkn0bNScMAS5onb9UaxwoIlvwLprL43n+Rdfp73ZGRaWy02d3sQFl/6d/Y+5ng13vJADj7mdG+99g5mtTSRTESs1wrZDK5y6rs81u6d585Ayfz28xOnrV1i5MYOJJ4C6MihuHccUEe+UH/FRFykvEI1WMvTF30Q6g+07gNTwjUhtvifqnKqTfgl7nULtsG3INg4ht87qGifC+1Fcny/lKBJtMTbt4kSz+y3LNxZF3DfF8qNnDfvcl2Wb69Mc90jI3RM6adVkrM6g97Z+7LLj6px56k7cfv0BvPjED3j4rmM4/ZR1GD2sLzZSJREllBgtDMaz0qMEVhlGoCJ5g/tBXz7GGWNIeD677L4+EybO04JRidu//H4T5982jn1/8hIX3z+Wf7wyjddmtVLM1LLTBiMY2kdXFVhhNIIP/Gqj+jJkQH+NtsA99z1PScuA48AHNT4ac60drLdRb3r1y+EREuUKau/qGSIj+SYTSnhQMQQdnRp3+AmjUbUV6WUcC3MWYoxhQJ+ebL/LKtj4zq17RIYPfor5Euf84CEC32D1NhXKuHrOdoBq8Q11kWgzos0QaW64lBLiryERphjT3Mr3rh3Lq+PbkVZQJTGcd8AGnL5bP259bipX/G0ybdoYOnu5wSpV/O609dhDD/bf2bEPq/TtSUWy6xRf5i1oxxjJjoiuYoWbnp0Ry7mUCNl41SzpRBJrkjqpVGG8JLn8fIr5hYSlnOZhgIhzZH1hsF8Yw2IErj9R2AAAEABJREFUkQulHO5X/wotzZTGTyGcv4AwLLHdqpabf5ThhH18GtMWT7uKpBTBQ0wWuKaO5UQ+MxeF/PTakKYFSQY19uIPv92HG686mPPO3YqTj9mcs7+7LVdfdjA3Xrk/W224koywHrWusjz8dAeBBIbwGYGNqthg5SS/OjFDdTKDbS5TmT1fBrsslmtB4ZvholDUyrLJFmtRlGDLgQTcTZvjaSUlLllDV6HMhEmt3QXL8Z0+s41rbnqDZ1+ZQHPrIhqTERsMDjl3I8Ndu5a5a48SN+5S4vzNInYdVqFnbUhSpwxPCppAfRrXifgkmRpHnJKhDJE0T9xVQj6uotDl2eo6kqNGkdjpcMzex5Pe/QTMrofirbcTiX5rSbQpinq3qcx8D/PEA5hnHxceN8IYwWf8fLSd0yJE4+QOjzsnZDjl8RTfeijFiQ8n+M7fPa572+eV+ZamMEGfvj3YY5s1uOhHe3LHtYcJjue6Kw/h3O/vyC5bj2Rw30aSyTQJP41nU1jjxbS5iRKP1xjk8axRGUudcnGwNONjIocduQ7TZzTR3qKTqIaw2pB6Vh/Wg1adnq585H1Ov+5d5ul9I5UxnLT1YKzrNMZj9HWgQO0GD6pjyOBq6UmSN9+dq12s5MTHO9cqBslx4KBGaqv7i04hKZTQV43iUnALiq5YLZZyVw7jHm9V+mV5iQsHlWIRs6BFGhex5cYjGD26n8YVxTQafZcAETz7T+28x84i9C2mVyNeIo0xjmIjqg3fSGciPNFo/ATuukm7WxylysYTwTYKeW/mAr577RSeH9smvodUpcp8b7f+nLLDmtz23FwuunesHupDtbNsOLIXvz9mPY7aaQDprCXSiePVifOZMr+oUw8Y213vnVlFfMU9nUL61aaJnRhubJJUqoZMuqcWtSRFnUbzuSaKJdkWzU9HW1z3c37s52z3kWaStZS6JHNTojBrFox5n7CzlWqdQs45rMxdv/XZZFRIJhkQmQSRWGO0oDhAcXFR34DQlrn4z0kmzzTUVeV4+M9H6TSyNj3qGkA1TFjRG0lAfaqKbTdegysuO4iROgou0q3Arx4KmbggJHZGGaakHYDPfpumOXjLPKkoD9NmUGpvJ5IRt1Fc8+v/2IBEygdNaBOE2h2KTk1+J1indPgeJuEThLXc/cS/CDTRI5V/GuHDV+rBsGFZEpHPlsMSvH1CB/fvW+bMTQxbD7eMavCpdkpujDgLkaZkqLjegomMlg6B9E+Tm7i8++uTqPiko4L46ZHoM4zUNtuQPPx86o76OaldTyGx5haYgStRqe1DLlUm1yUD8Mo/yd1xEcWrTyf38JU0v/d3wq4O9WP4rM5QJrAVyn6XFijLi3M9zvmnYfQt1Wx4k+Xbj8F97xR4bUbIdJ1gS1qIVxnUm+8evwNP//UQJr7wU+678TjOOH47dt5sDdYc2UDPTJakxv9Zaflo/WWPxRjDyAEDmDh1NlNmzseJcGT/Wh67YGsO22EAYhhtnUi+PidvPoyVeleJomBxFx/CrWg6kaFfv0aVGabP7aR5YV5yipT+ZB+qXULXlqNG9I4rGe1iWfpmp0Kr7PqkCKgQ6n0i/s/flPWleZEbEeAtbNI7cZcW8Dw/OGN7alIpvCiBkX1Y0ncQFmnpbOLKB57A/bKCSYk3vesIZF+c5i6p900LHc8dSJCaxknQux1o4CLUzS0Xi/CVk2ZGUwcnXfUET763kAIl0l4NJ2zfm9P2WJU/PzuH7133Hu16Y5KAsGlf8zqBEb6Zs2fz4+un0l7JE8qWGCGNNGNzRU+nlwhP9jbtJ9WjwXge1hqsp7jyTLoOXw/2oWxMUMqT62wXiQFfxNkv0ti1dYxxA/O78pi3p1CeOQdfBn30oIibzq3h53v1JiPr7QZqYiVxXVoN2UCEQhY7w6Kyz1+eFh4TcPppezFq5d5o7LS3F3j93ekUtRqHUUg+r0FbtEur5zun7qD1yGPClBR/uM9SKhmHVjitwpB0MuTb+yYZMUCGWYYomDwLdB0XakaLAtX7er0RB6yfwGarRK8G5R5EQzFmMVlGCkBKY/EX8dBfJtOl4+3yLCh9etUxdGB/7UI8irreSGu5T0gO2tIQiodIIEZpxy0H6kFZoibu2sS9G014VxYlfLyaekzf/njrbkh579OxJ/+K8IjTSa51AEGfOiJN+qCzg3DhLKLxY+Gv1+P/8Rckr7mY4nN34E+fodNkNVoZMTH6+IP7OtDg4z67P5HmYBiXWSlYKFlp4870dnhpXpI/vplgv3t7sP7VSfa9K8m172aY214ilUzTv3cP1lxtKEcduDE3XHEYY1+4kNefO51f/HhH1hu9BomUeO1bnTAsxti4OyuCYhri1JfzCcOQmrT0cHhv5iyYh7rEqvuaTIZLjtmE67/fk6GDDAPqDT/bf3VCWaLIzReNPxJzdBNMKNmEMiJl8XrjzbUwWI/psxbynnbtn061wSfBCbqHN8Lnlct4JbUSTn3lFalOKqxAqQw6KVtlKeNL8Ub6WNCOuKQFxd1q7LbT5owYXiUaDUZ8+XCnjvI335rHG681y2i2ku3ZA+slUc0PV/vGxY2jKJafwfPSaMiCsuiOJAFiZ6XbLpLUnGztrOE7N4/hsTHtuDnuS0GO3qw3Pzt8OC9MnsvBv3yNG5+fq/eRZl4a18yPbp3Atr8cx6KgjA09tQkdqlhP6muyWOvjqbeC3susTiuYkMjEVIELtZAYLSzJRB3JdA+MNbKtCwnKBeH6fML/N9HxmVzkaCtV4r9Kr4yZSqGjlapshZN38bn/vCx7buhBukRCTPM0YKegRoyTLcOxNFIkirnsEBmef7tCa2ee3j1r2GPntSHwRU/EjGktHHjglTz6xDge+MdYTvvuA7oD7BSzfA7cdU366a65op377U8WuP+FPO5BmJi4CId59SFpfn5YD5Lafoe5Lpi1QHatLHMp9F+3F51uh+BVZcGIWi0YYgvOxdQrEWU87TYSdOTLzFvYrmqq5yosAzwxe7VV+2Ak4aZClkm5OkIrhVIb9w1jvkdY4TdCFwORSkFZ2KpqwpVWJrv+1iR2PIDsXoeTOvhUkjscRPWINUlqAfQL4vXcCYRvvEL5ifvp+uv1lO6+lPChm6iMexPT0aHzREXK6VFKWE2qIlY/ngylwcS9GemG68/wYWe0UyqzoK3Ak9PLXPoKfPuJJIc9nOXAB1L87Cmf52bAvGJETZXHxmsN4vjD1uHyC/bizquO4JE7juOaKw7i4P3XY/iwejJetdZkSyqR+KATTR4cmA+yvsyYlXFIyWBvtcVoXn9jHhI7kX4wIbrhYp911uF+XededeL6BDVdKvEkIUsg+kKlOrvKOvjP5qa7/8XZF/yZ226ehKdFp6OjxNSZc8ExkU92UgN84VpnrYGaNyGhm4/amHUbtFANJXvPYtIJoQq0+OfwI+V/Cl41/FxeUxF/XjO2q0CDHpR/ceFuOqVkwCmsFS0O6HZlLXC33voaTYvy2ESWrn51WOkQMWhQ3dW+cV8TD8OIn0a6b9GHfEHzV5sCQ7eTCHFQ9gKiRIl5kudZN47hnn/OIy/hW5Ni/81W0/vzarTlypx7w5vsc9HLHHDZs9zwwjRKWkw86ZDVfCJWKiPehOy5eg1Evstl2oI2NKEkc/WBtE48jowhEhGunWd9vESKTLZOMshqA9pM6P7TNTQAPpuzn636B7UdMWG+QGncFArTZmErRfrW5Lnu2x6/OraWEX0TRCaQIdRYjCXS0FybJdCNKfogUMG740PKUZbhQ/vSty5LJEY5Fqy6epZ9Dt6Qk097kNN/cD8rDdfikE4R6Qjn69F61ZWTOlKGWmSKfPfKiLd1ZRZGJYRAYGU3PHbYvMABe1WT1J0i8+bj6eERHPZuEr7Ob+SEW1UlRRAVZQgLol206ehFZCNIJaV0PrmugOefm46b56q5TG/0ALfrlgOlIIamrpD35ncRVCxCqHbSJH2ViL9LPkGyiuTq2xEcegRVh55D3c4n4W2+F96q61DpM0oGpoaoaxGld16h5e83ULjpVxQfvhaevp/y+NeIZk8hyOdBJ1RjygTWiG4kBtMN6t5IDxzYyH0jGbeKxh1p0kXk0G1pi+HGtwy7PFDF5vdWc8TfMvzqZY+H308xrrWLfCnJgL59OHCfNbnid0fy9D+/x923H8PFPzmQow/amE3WHUhjz1pCIhBfWeyMcf0tTnxNga+T0ahBPbjvkZfIhfNEYx5pp0Ko+IbB/erZdq3BYhiaB20sbG3jsSfe4Ywf3s2me/2a3Q75HZf84Xk62g2nHr8tK/cfSKUC774/h4LeYTTiZY7MqLRK1yWrj1gdggRqhCyHOBWoJMJKXkbzSQGFBQspeaHyvxzvaSNqpy/Csx7HHLQFQ/pWqSNf4Kh0I3Ege0CZ92a08dAjE7SARqSGDNRcT6lehInnSKT4N99Hmo/JtPQy6JLMStJ3cAvJEnCjcCN3sLA9x3l3vsX1z0zBvTs6ruy6dh9+dfRI+mar6dRVZVm2UUuDBh7GfIhMhFukXfsRPRvYb6ORBLpC10GTJ8d00KkNd2Ss+vWINBcitbKRmsu7NsoClSfTWZ1WqikWOyiXOwllLxdXY3mcegiXp97SOpHrXSts1NRM5fV38FsXkkmU2XDNNI/9oQ8HbFJPWo97iGBMqK8FTRsU+zTCwlKehO64jEaqtQLjmKQd7KTJbbz26hRKwrfD7mty/Ckb4xmDUZkC3K9EBnpfMcbQXMhxxu/a6ehMAkbMg0DtMomIK75tGD04JTwVGcAZpHS/bsQwQ8jX6RxfTDaLrysRIo8wV9Lk6aYo0uxOZDSBPENJp5d3x86IhdxduqxvxFprrkJ9uppm3Ze/t8iTBlvEMmKmfEzTxEHH4O20C7X9N8Rk60EKFsankGlET91G5x2/oem6C6j84zr8Ma9h3RWXyq14HxFJyiZuow7EeYNT8lhfcDn6EOhjVAalMKK1AHM6fO6fEHHC0wk2vdZn61uqOOeZkJdmWRYVk7j78t49+rHdhiO56Aff4vlHT+WdZ7/LzZcezrH7rsGIQX3pXV9DVUo8MgZEs28tjqcO+AY5I/JGjeivk0IvukoW3K/MhwrEi5x0cUFLB2+9P5PL/vgmex96B+tvcwlHff9uJkxo5aR9t+KRO77Dq09/nz/+YRf23nV1TjxxTay3kKf+9TYt7Z0yvZ8+WCvun3zqCDztiCsdWvzFJCNY0jKs00bNcU/Xwm7+xZIT3Wq2pMoKCbt01VXRg3yP+ir22Gs1kvh4rl+HPbLq1gHxNfcvLvwnHfoJJOdSryyh6AlEdKh57ar/d4DB+im8ZJpKMYeVgXenLAfmQ8w1yEkeeS0Gl9w/jmuffV8P5mVt5qrYfLU+/OnbazKgrp7Q4bEJcUy6Ll6oVRxvqPH57j7DGDlYZV7IxEVFXhjvbmRCPGu756jjrxrIzP57zy4XP5nBCne52InVnDsk6FwAABAASURBVDVLJrFKP827G49Pq7O4XCbDRFRkQMKpc2SQp+MFOfo1Jjj3sBQP/yJkZN9QG5+yBF4h1PAiER4zSClpSEy8SwvNYpwfDYYNrBWjS0yXsnUUig4DBe14r/njP1l9xHAu/c2+jHltBuPGzMUTbk/W0dOCMGtqjooYsNKAJNZYxky23Pp4RCGI1HNZRlQQWDLFBL/8doIBPQyh3io6ps7C6DitCqIt+igxX3HKJnyidFJsktHVttMqiGSBHK9CL8KkPcKwzOTp8+jsLH0qdZ4WopTuSNcYNUB1M0xYCNrEij984ljtonkwbwZdU9+h6+W/0/SPW+m87WKi2y6n/PpzsHAaSR3DKzqGY3S6iyqEkoEDwlB4Qwgjyc3EEC/4USxxlUXoBos35ye4dzz8/DnLoY9k2ejWDEc9muTOtwPc34nUZSJWGdmP/XYZzU9P25lbrjiEp/56Cg/dewRnnLo5664xgOpsCptQH56HBwIr/C5mQfI3xsMuzuUb5lZaqZZ+Ays88fhspkxr4h//GsPl7l8pOOtWDj7sek4//S5eeXEOm264Mldfcigv/PXbPHrXCXz7pM1Ya9VBpPwMCXppdLCnDEcU1DJnbpL2llYqyzFWJ5N11h4l8fmg7av2hqC5FBnx00SECY/4VFwJqejt0sT8NBhjlgP7sqtEQhGDFpK0TifWRGy9+VBWXa2RyBESLW6veggiSfHll+fwl8feIDQZTK8asjaBssHR5bjgEPKFXNzYde0gTiz9uBwHSzO+UMRhSiR7aKwlSqVFGG3EHEKxQUMKY3DysZq7oQr0LM0lf57O5Y9NIe/+/S+Nd72R9dz3vbU5fONBrNyYpdZmcZup4Q1pdl1rJa4+cS323kB9aH5WbIHbn5jK2DlawIRPgo55Z1FfUZyKc+OP0q4wMgZjfL1HVqlCQNn9IkBcFtf61I9Fw/i0WpFWqSgoYZtbCMdM1puJDE+lk01GJbnjh9V8f+8EVTrOWxkTGxldYQjrEiJkcBzDcM7lOXDxj4HN1w/IpgxzZnXy3Lt6xA19qpIpzjtnb373q904aOc1+OF3t6ahrpcGbalowXjqjQlMnttMWv2fun+GHdeooqszwcUPlnh9WqAjYxqzmCYjJm820uPIHX3qTBbT2kJp4UIi3SG53fTHkPSVZVlPoqiqBY0JnUQ0OPVtiCRgrYWYKk0kL4H7pxdmL+wSzctgpFrG3sBRx64NJs/zC7O0aiJ7tswnuejJv1F45FbM3+4geuXvJCe/je3QA6EauF1hN49CjBTS6Kvs+BsZ6Z4DZYQahhFpiSBBsmKYpeuZWycm+MHjRfa8P8vhDwec/pjHVW95OoUEdJRKeohuYKet1uT883bnvjvP4J6bTuPaSw7jnO9swx7bjmal/rW4U4dBiNWj0cQy0lsbp1HnAte/QLHYfyga8yrUghcXfIWfSLofaCdarpQIwgLtXZ28P2k+Qa6a8372IAccfT3f/ck/eO65Gaw2fAC/On8XbrruCK678kDOOWMLdtlmJYb17RlTHDmj3zaecsfruH/gVGpBn9oe1DVmKGhT9PZ7ebywK667rE8oY9W7T4rB/RvRdMC0l8QfccuxVg09zaMoo8VGHZT1xqGsFeu1AWRBkzZ7eeqyIScfsQn1Op0HkqfTsQ86C+kstPH7378sbZOkq1J4jfWyLSbWANxXPGEFODf0yNkA6UhYLlMpdeH+59ZyvkmyaqaSa6aYb5Fx7SK2caE6dY0ULL93DSKsTelKqZGKdKJSWQDxoM1H0LiaFQ+0d6OrGHDlI5O56N63aa7k43qjBtRw4cGrcefpG3DP2etz3/c34qbTN+IPRw5j8+GNOs2kqEQprntsPLc+O4NAG1SH081TlsyZGNPHfFQpEm9tIomfylAudRItXvg+pvZ/ZFnjrJUQCE88NhcuqRUpEhIQ6OGnMG8BpbFaTPSo7fuG03dv5KFL61h3VUtGg0+ooSc8jjWRCbERSkGoUJsdHARhdxo5VScysj6KL/FDG302W6NLE6TCD899iOb2dqzuWPvo0T2bSZLVg+Geu63DaqN7xE3ypSK/vexf5MshIweEbLNGmZt/AoN7Gua2lTn1j9q1lSPcbt/R5RpVJwzf28syZKV23I6fmQuhM4/IdMVfCzjaNH9J1deJZwlsRdS444QC5FxgdbcdaiBTZyxiwsQ5hJoAKvpUv8uOa5JMZlmUqzC/s6hrEdfbxzcLNJGi9lYiHcnVQbcMnYjUJJaXmhlxStNbdIJbOJALF4NbC92pcMx8w09egTVv91n7phRn/SXk+ndTvLPQMC/vUdG13tDGOk47cn3+fvexTHj9XB656UTOPGFnNlqvD8MG11Nbm8Hz1Lk6McbgWQ+jOEudiBIt0qilOVGc7k6WtFAtWtTEjOmzWBhvGhwXu8u+1K/rRhBJ8ctS+EW6Frz3r29y5Gl3sMZGF7HV7r9n3KxFzJlT4OLLduKVv32HB246mrNO2omN1xnKkMGNGnsCX2O31mrMFq0B2Pwkwhn/IJr1CGHX5DgvRR077rkmISWu+MNLMiQ61rJs5+RXW5dhm+364uI0dWKM42V3O6M+0VyLy/SGYzUGnPC7i7/Q1+gUkhetpeZWjIzUWqsMY+MNBuAZjdP1K+yRRqOACMMrr83n1XenKFkmU1eHp4fjsmgxAgSh6pgvuKhEwmN00g6CDgqFuRRyM3W1PI9KfgFlLSLFXKvSLQSF+ZRzc+nsnEE+P4+w3K4xdPM7wopGBwo+zcs2eok0iWRfioU8heJcqbA2eaE4LkBjQs5E+jgv0ZSDCtc/M49zb5hAa76CSNbG2zKsT5Z1hlWzztA6RvavoSbr4059uVLIBfe/y4W3TyefC4RRID4tQenQfhpEauX59WiQlMstRNoILM84baG4CCuCTRQBDhTIO6JDpT3ds5YnziQxZR6RFGLNoZYbzhLBx/ikozJeVCRU20gEIIZEaij2MHtRyAMvRBx3eYGtvgebnl5iux+U+M61JR56LWJuS4XADVIMY7FLlur50aH99KhaoWlhC4cdfgNvjZ9Jhxa0suNwBB4WT/1MmDaHn/zqAV54fqYWtIiDtjKM6JWlniwXn56mTyZi3DjDD6/vpCvSzk10obbINWRT3HhWLX2qtS/S7q44ZxGhdpJuCHxocqnqV+Y1NIIeWYwWvFCTuJIvqW+X6wKFur7CGrAF3powSzwPVPDpPq2T2NBhtRJNyMszeuuxt2qZjSRyoihaCk62IVaqYbXAWJwYuhFEtOkKboKu316eFXL1mxGHPZJi3T8l2PrODL99zWdqm0cikaDPkAY9lq/MoXuswxW/OoyXHj+PMW+dx8UXHsY2m61DOpXCJtWLrvZ840vGdIvBjdd4ilu6nQtNHO3+WqTnVLSrLOh+oFUn6NmzZjF54kQmT5jM/NkL6GzvoEXvfVZGK274JX1KlTKz5zfz1nvT+PNf3uDsn/2Znfe+mD12v5YrrnoFL1XHL8/dltefPIe3nzuDjOZNTbI/qZoEQSIgTILnJ9FSgtWYsR4oNAYCbQNKreMk83niTQov0x9lgw/7b7gaRqfOMePmUHZI+DRnSJkaRo1aSV0U8CsRQowxJgZrrGQhxCbAKxW0eJVwi+OnYV2e8kjyTM5v0c1AB2npxc8v3BVPO3Z1jBUCsxiQEnZ1FrjznldpamvGpHzCAQ24esQ1u2u7Ke02r3wRp1NJWYa9XGiGMA8y+IpgRKvxDEabZwcojvQTLT5hkKNQaKKraw6VYpcEVAHNGaONkokcbSzTRZpEiWSCTHawFqaKTkPNROWISPMe0WMINUoHEaqqlEMf8pdXZrPLL57j5ucn8faMJuY3B7RqwWgulJjbFTJmfhf3vtLKYZe9xG2PziawGV1hRggZDlFMmRufYbmcNT6pZB0VnXxD2UfrxojwLaO1NiCd5PMyqCUxxZ1WJCV58SfAzFlI8e3x+Ivm4qcjjtojyZ3n+uy1aQIvXRaPLUY/CAJjCURAMYQHn/c4+KIiR12W47YnAt4ZV2DM1Dyvje/kxr8UOeGiHMdfXOb5CW34ZbXTNBIKsB2sOrLEMdunSOjI9vybkzj8pDv42W8e49FnJvPGm7N45rkJXHbFSxx9+h1ce9tretxsY59t0hy/R5Zkskgg2GENy95beu5vBbn1HzkeeCWtxcsxwiANoeyHrDo05NfHJ8mkZZQWtVKcM0c8D4idqsXhV/kxRizwoaYGEYIpiJGOHAnRiwzymNqMwoinnx4jDfNYHhdJgXbd0d2Ze9w1wcOL1XN5Wn6ojlF3Lqmrs4W5Mn+fnebCF6s5+e81HPFQPQc/WMV5z3j8Y5rPvBxkqyzrjRqm64zNueq3+3Lb1cfz55uP4MbfHcIxB67J6JUbNDd9LVCA6IvHBrHeSxrig1Hqo94Y8UC8cIudu0bK623NLSDz5sxj1sw5TJ8+Q1els2huaiKXy0l/QxIpT+yspm+fPsLJCnEigYo2OBFdutcuMPb92dxx1+ucqQXk8JNv4tjv3M41N/xLSwAcddxm/OGKA7n3lkO59le7c8ghm7Py8N70qK6hV4/e3H7Hi7IfATIl8diNqDTGKN4Nxhgx3icotmDb36XsBdj6lfAT1cTOQv+BDdSke1IIOnlt3PQ4e1kfoz4S6mH0SnX0qK0ilAE0HSWMTvmuXUAFZEQjGdBQ19wV3RK4/BUBVkYpmLFQqCL23WENvYcNVtwTOKoiURYpXqGs0/f7U1t47DGNJ0oSDe4H6YzKPCJZ2MiIZwrllff5vFEzo37K5UXagS8QnzVubVStlNGKP0YQif+Rp3koHXXpGJRHPIc0OXWNWSotoFxZRDctluV16grjpUhlG4StSL40h6DcKdSaAaG3GB8arzCKWMcZIw5Nm9fFube+zxF/eJtjr36FE695g5OveYtTrnyVEy9/k+/d+jLPTW2jS5t9CDDW0S8ckdHHgYLl9RqUl8hgTJJQ122hcEaidlnNbTo9QFRnKOTnUy41YcNiPBjTnqMycz5Oqfqkq7ni5BouOCnNqP7IKIHV1tDTKJewMDSeFCHi3scrnHxFF29OzpPXznGTvoZztmvhN9uHnL5xpFNEiY6i4em3yhzxQ8MTk5tFosE4rBJcOpnm9L1rWGW4L0ElGDdlDldd9wjHHXsLOxz8e/Y+7mp+fPk9vPrOLAIbcOq+tfz+jCw9qkIZKUNCeGoyIWccZhnaRzRpA3HlrR7TF0Ual+sH0W7VX8B2W3jss4WPp52BlaIHTa1E2iFEEV+9c31GHunGRvVttVkK0NYAE1owBq3XRDpZYT3e0Ng7db/LcrhIQtp563XJeBneX1DRbqiwHK0+qGKImNJU4Zr3U+x3VzUb3diDk+6PuPKVCo9NjpjUHNJeNtTVN3Dgrmtz0x8O5NWnvsNf7ziGC3+yG4fsswEbrz2YPj3r0KYUX/QboV8CiqoHN3iN0yWUkkI0xuQyAAAQAElEQVTGMfdxC4jLqhRLdHbkdFU0j8mTJzNVMFebgPaWNgo6nVR0p+p7PlVVVfTv159hKw1j+PBhDBzYn7qGBhwP+YzO6QJOGRx5aiuJkKsUePTFcXz/Z/9gsx0uZ7s9r+acX15PS3uRY4/elPtv+R736vruF+fuy8G7b8kGaw1lQK8GUr4vGSYkPo+E53HQkaswZfYkyrpqicco/B/16lS74Ug6TtvLunbukmYnCfvto2oyfvo6P2RIPauvWUuUbOK669/QYhc6drmiTwSjkjVWHs7QAUPjjZan61ATqD/lR5qDUUqyMFZlhqCzE/OpGNVwOXzXombpdVELYJrvfXsbfCxazz7SMlJeOfC49qZ/0tzZKr5lyPburboJ0LWYqx+ZSDSFqvmRpp8xobFVilRKHSBbZiIjnMg2EIdKdkc0dtdfd0J8wblIdQTGYtS2UmmjVJyvghKIf3yi+7cCU8H6KZLp3niJOr3RdJLLz5HN7RCaSHSZuIFR1MXcIhRZSxhaZrXmeWVyE0+/O5+n31nAKxObmbaoS/I33XyxyKmh6FdEXhnxoBT9DN5YD99WEVRyBKHG51A6gj4BhzVS7kS2ioQWjaCcJ9fVopUyR7hgIaGY3VdXR7dfkuTw7cr0EgNCdaBGiLyY1Mix1lh9S7w9JcG5d+o42F6md73h3p11vbV/njPWSXHkakXO3ajEi98qc/POPgNqk+Q7u9jn/CSTZxeIdOfsJpbR3q5XbYWLv+3Ru8bTGmvJR1nKfiuRn5dR6qJ3NsN2K9fz0NnaKR+ZotZWJASf2R1Z3lpY4ZFXA157HXbbqIa8n+TVmU1c/GAnLZrUEMa0JyoJBiR9vrufYVRfS1ipUNJ7itHxEWdE+OpdKI4m62pxMvFkIDV40WoITSgAk01gjEex5PPG63mWx/lSwL71VTTWg1HbV/SOwce6gILutecL7YyWkEen+5z2eJJNr/dY//Y05/7D8NTsDB3SKS9bTb/+DWyy3nB++N19ePqR45n25o91EvkWh+y7McNkxHv1zFCVSuAZg2Gxk54g/THGYIwB+e6P7Y6CWG+kvCGlUomOjg4WLVrEtClTdYU1lZnTZtK8cJEeSEVkhHBb6W2C2oZ6Bg0ayPARK7PS8BE09u5FpiqLlbyN7xEjN3wmp9tdLRIwbfY83hg/ht/r2uqgw69l7Y1/wumnP8BbY6Zy0P7r8eC9xzP23Qu45fKj+NYeGzOkf4q62pTe+yzqPu4aN1ZrJEuwLi79Oua4fZk5o5N5M0oyYob/dMqTsTJ61yq3voQfpPEbdiFpEqrqSVMChdCjR5KhK1Vrsqd4b9xszV2jsrhomZ+GnpZ+A6rF7wpR0W0yxFB5MQ1NMoyumcCjopNgoJOKK1omwk8p9IplPF2bS/zsstuqDBvaoBahYIm3ihiQ0Zs0fTa33PWaNqgBncMaKLnsKFRRd30rg2pUL6I7rYaf2bvxuDkvBixta5QZG+2lOWAiG4NiEPenSoggrNLOG53uPG3Gc1TKOVypy11eMMJjbJJUsppMdU+s5mihq418rk02KY/RnERY3QO9o8117eiMe7cGNQDplLiDTKirigHBYt6IfsQrltAep1luF2HxEymkpEjJRI/FCJ8B9cF/OJWC0aKSTNdpEvbATcCi7geDtlY1sBy2SwOb6HrIGIeCxU5xESa8Ma1GE0Q5nH9TjrYFZYY1eNyxc8D2K9eSGDCUaNBw7MjReL0GEniG7Ue1cMkOXWQa6il3lfjVvUXtct0kceIQmIiNRkWcdVhAtZ9AV8xstXo9N59Wz21n1nD/rwrcfWGZbTZOYWUw2mV8bnoszzHnd7DtqTn2/2mOwy8uccn9nSSjkniR4O7H4a9PlAlMkYgA4wgmxSqDM/z4GE8CDbAdnZRnzRPrA9zY+KqdaKokfEikCXVqoj0fCy8SsZEWFW0VQLvHSPy58Z6nNBfEq0+h0WLo27uaUasMpGxL/PGNJCUdgz0dq0O1bdHO9M0FcPu4LD95KsuxD/lse1cVR/45wa3jKkzo9Ej64tNKvdl3l9X40Vk7cN0f9+GRe77DI3cez49P24xN1xxOlZcQrRGefoyUEPVrFBqFxM7qa3BJYwzGGJwzGNzEjheQ9k4WzlvIXMlg+rTpzJoxg4Vz59PV2Umo8fsJjxpdCfbq1YuB/QcwZNhQhuoU0n9gX2rrazBJTRvVc3gdGGNc8KmgQykVvYGUdKyfPms+j/3rPX51/eOc9qNb+Nbxd3LqaX/lxdfHse76A7jkoqN47KHv4v4m5Aenbsf6aw4kQ4N0TLKQx2icVmAMRj1rdPrGBQqVL54oQn1DB2063Y0btwjURiKFUjPFjjFQmAvaWMVyn/cCiUqAl0hie4wEjS9iCb4Ia5Os1G84xqRZ0NTJ9HlzVVrm01xCMl1nlZVFjY8pQeQsliPYNfQsUZWYSShaCkQFgcv/HOBQBqK5tGCh7FGRxmqPg/dbi5rqlPo2fMAfIY8MJV2LXXDB47JDSlenSUiuvobrjKkC1Vf+CvBGC1SgdyzcGIXPCJx3/Thw8VgmLvIfsKT24oI4GUmH3HwNFmcufxA3N0ZjTpHJ9iRd1YPIhro1aqFQWKiTi96dnA5IHEZMMEJtXShQ9KNePPxoxhdPGevj+QlKOnAEem93G/9Pwuo0vFtIxmJ0LZJI1ZPI9AAtMhFFTDqUiQgxUoqlSLSYIHVYko4UeU87rafe6VC24cebhqzSM4vpWU/G/bMdex5BzaYHkdz9OPyt98ETNzYeWORgnVqC0OfVsQGT5zqlNcIERguUJ4N31E417L15hKfHxufeMNT0jNh+nSrWHVBFjW9jCrq6Cuz/iwrnXqUd9JiyjE9ED02GEQNq6ZnKkAg8DAmKerT69g1dvD7b6pY41KQTiPnWeOy6ZYUTdvOomAIVPeBmF3USSXIq5qt1EaH47tXUaWwWdI3ieKGVIybD3YdGVT5GFvDBf7xNR75LRWFctqxPfV2WVUf3F+6QtxYFTOyC+ybDdx/LssedcNiDcPaTZa4e6/OMFpcFpRypbMhW663DeefsyKP3/IC/3H48V1+6L2d/eyt23WZtBg+pJatdrMiV3khuIhfxTIwjBnF9WTQFQUC+K8fCBQv0/jGd6VOnMXvWbNyJxD2kl7WjNcKRSiZpaGyg/6D+DBk6iEGDB9C3rxYQ5aV0UjUxAepJfRujEKeNLvwouFwHH851nOukxMvvz+Tiq59h3yOuYdcDr+PUc+/lhSdns/6qvfjNBbtyyzVHcfnFB+maZhd23mE1ncBq9KhssFaGXp16ohMcNmIX6esgJmdxPHJ1ou6EUTxjfLbYYoSuvWbHLUva5JSa3yWc/iDFiY8StL5DuTCTsOs1kkGKUo+1iVI1quv6cRisRmpA/W+37TB6V9fS2lrkhZdnSww+n+as2u239yDSfhXGrT8lR1x3K2OEty6N0zcrA29yJfX7QXl3reX9htq55yktbFKDCuuuOoAtNhgp3El890+DfGiSuejLr0/lXy/OIAx80vV1skVpKp7BlYkqLdysEBfhfpzxd+OKlRfXB64Tgctd7o6ke1hnT8qiO4xRLHfbD1d0/VqDl0jpyagnqXQvPFMrPcjpWnc2xdxC3D+Jok7iPlQ9DvmSnTGGhFcnFQ90RavFLVSHn8Agx0mVgrtyQpWs9fD8ary6BikmXPtQkcnNgcptXC/+GIdR4BaWWArw4DNF7UAsq/b2Wb9vBV8ngUA7yLBGDNHutfnhSwkev4to5KbUj9qMpG84bnREYJPMmldkwoxu/EY4HdjIo0YG69v7JxgwAMr5Aj+81rKgPUlFTA88i27MOOLiFv75qqFLir/ZpsN4+J5TGD/hbN587eeMn3QOd//5O2ywTl/csa3QGvCDP1ToaE2hoeqIGBJpEUnppHLxkT3YfGiKRLFCy5Rp6FKUyP04qcWD/vI/WmeJd+K1VQSaRO4Nxf1mnZVAjRa+yPE65VHRXYrsLZP1+BbpoezTKLM6xa2ySi+SCcvCVssWV2U54m8RN47vYmwzLHK7DuoZPbgXx+vh+M+3nsmM8Rfx+IPH8qNTdmXL9XoydFAdNfXVGD8JosUTYH3FLQYP9EWyw7l/45nb0YRaBAuFIs1NrcyeMYcp70/SO8g0FuhEUuwsUNEp0+1+jPQiXZ2hd9/erDRyBMNXHkn/gQOpq6sjlUnjJRLIkkthXUcfBhMvwu7Lx7iKbEdBC2VLWwuzF8zj/r+8wdGn38bqm/ycnXe7lNvveJxhgwbxm4v25pUnzuahu47iu6fuxibrj2L4Sr1o7JEiIZkkDOrHYIwFo1A64r4uzmLn0ipdnAKXNsi5TwwW36bYc/e1GPNuC+6W1VpLkhqS2h4nypOJJj+EnXQ3paiTINGAX78m1qaFywoMS5wn3q8xejDVWaPdbDPvj+0k1pMlFT4hNBrFsGH9iIKiRqDZUNKqogDnIkU0Vk8bMiOdC7qKaHK7ks8Mbg4lF7WTaM+RlH6cctrWZFMphB4NCIwFjQi5fKGdm+/4F+7/qjF+hlLfRpCeecbgiQ4jsuRZEc7R5QyziMCojwizFK3r54PU0uxlRkwUYqwR+OLnMqt+cmHkiqzaCwxYzfNkqoqq2r6k03onC8sUci3aiLVovnQRuXmreeVaLQGD6FgMS/K+aBhJV5DuJROyS8UOovga7uOxOml+pMQ4xhoIetZDqpoWGYEfXmFobrOUvXjEH6m/JDFpWg2RhD6iLkJXyFg9rieHb0DpmQdITp1Eov+qBDMnknzzaUrrbU+aDIOzeQZkynSFKRYu1ETQZEL9RwLE1kgL1zpDfb53kKWcCnh7SitXPrCALhn9st48rn+syCu6wkl6Aacdtzl3Xn0IW202SJizpCKoMdXsvMVg/nzjUZxw2JZaIA1vvdfJXc904p4oHH6nPOqKVCLkZyem6d+ghppc5YnTkdRwZXyFzillmM4QScmNrGCkE5iR4oi5GGMwqQRaGeLyp556T/SZT6UuktJtuM5IGut6YhIlkikY0q+RTdcbyeH7bcUfzz+ZF/52Cs/9/WSuuHBP9tpyEFWej0HTLkZvpVK+wIVGYTfERaB6yCkl7xKh+qtIPjmdQNpaWpg/Zy5TpkwXTNOj+hyaWpp1tVHB0+kiJeNSq51oT11jDdUGZMSIEQzWSaSxZ6Ou8hNgjXB/jF+cvTiIKxg0EaOIUAofCErlkKbWTr13zOahv73Bzy96koOP+TN7HHIDl930LKl0lgtO3Z+X/nourz7+c36nse+w2So0pNMyYNKDGHnkhiRw2I1CBCHORe6jPuPAfYz7oHI+5NwUW1zwkVyPvj3qefaFqbS0tGFCQ9h7DUrD9pbiDgWNO6p04BVrlR4I2b5xa8MH+AzEqWwywaABFYzu/MZNnUh7R07q0k2dqnyiz6jdZhsOkg6l9VheEg2L2xg1cd3onVMqR6WtHfeOgstX0WfxlSB1FwAAEABJREFUYVShPHeRTv8Bm6w9mK23HIH2N0KxuC/FnA+la+MmLuR5nU58ZVT61UFVRrQp8SV4q8EYB9KXD3cS24PP2F9EIOqtxiV6hZMV4IxwGGOQSRX4WlzqSGX6CnoqntT1Uxf5/AIK+SbKxXbCijYEmndq1u1X9NcEJDRfPC9DsdgsfSgThfY/evnPHFXRMPCrqkj07iclS/DPt/Lc/VxBRCcxxuB+VO0jvq1sNJFDjIyE5gahsYI83vw2Op68HTP+bWxk8DoWUtEuM5IyV3S083xLQlIMo4TwRixxofIigY18Dt7Gsv/mWQrFgBv/4fP6hLQmTYXbnoRWtdth2+Gc9Z2d6FXfGB+jPQ1U1Kg/Dy/06dujJ2d/f1u21OLSXk7xp0dhXmd3X0YdunUy8EI2WMVw9HY+IomwrZVoQRORflTlq/OOrFQam0riuo46i1jdb7tsY42MrE+kk0akifDiy+PRmvOptFljWG2legb1aBSPE2y84XBuu+Jw7vz9SVx18f4ceeg6jB7VR/faae3Ck/gmpXp+jDdS20hMcv3HGfooGdPm6FMy9qEIKWnz0dTUxFwtIDP0BjJz+nTm6BqrpblVil8k1HuNp11XTW2NTiB96TuwPwMGD4pPIO4hvaq6WuNLYK3FGBNDjPxjPm783UR8UBgQUgpzTJiykLseeIPvnvsABxx1LQeddBNXXf+MTrk5jj9qY675/V7c8cfD+MMFe/CtQ9dilK62slUpLXAJEn4CZ6UjazQ8N+oIoy6swIXKVKzbu5KoO/qZvw7X0EENNAyIaOpoE1otCHikqoYSDDmIsN/2eIme+DYg6LUrNn5x/fcREztf391324VIC8rbY6cwbf4igkpJucv2xhjOPH0LKu63d3TkjcoVGQlpvHRLESo1vnCWMV0dBFoYPr73ZfdR0ukk6MzrbaCKi36+JxlbBer3o7gqejEqcfs9bzJzdoFAm5nU4D7ihlVVcSquz5fghBtJ0AQgW8PncmofWc2bBulPLdGXRGvo9FGGySaTJDK1pLM9SCo0yi/r5F3Qu3ex0EpYLoq1kYbjxqaoAmePI4V8IScExiORbpAuFGR3dPWl+daN0iowAtzUicOPfBxvjfUIB/UiWVVNRzHFL+4NmL4ghxF1BvOR+i4xuCEt5be0dobktf13Oxpf9ZOrrEpVSwflqJNi1sessT6JhVNIFgLdx5Vx/yBepMexqhpL/E7jlFkIjTtCLoZ6DeRPp1tG9+tFc5vl8Is6eWF2manTciTCgIsu3oe6+gxY19BNAhcJKYcdTJ8xW4OPqKvNcsUV3yKlCTpmRoGJzQVVBjdWnAtDHcXhzKMTrDGyDXc6iSbPx+iqTUN2Nb4ysH4KslXqzxKJT2hBQUobijcVGVt88KKAmfPLLNSCo4rL9MYYHWoSrDw8idHddCjtGr5SXwYOSOP+IU9j1VxgNYWNMTg+um4sxkX1JQZLXKSvvBGLdM3Yqd3wPD2iT5s8jUkTJ+s0Mp/WRS16y8pRLDsTb3UiStGrdy9WGj6UVVYewZAhg5RupLa2Wkf5JFI13CIirMvlIyIZwTIVh78U0tVR5NUx73PuLx9l022uYP3tLuSMCx9hRksnBx22Oc89fBp/vfvb/PqXB7DfHmuw/uhVGdhbEzLhY4z52D5drsH9fGTUi+t257lSsziHmFNLE8sV6dOrmhHD+/LsM/PUkxYUGwmNZJSswfTZiGDYnrT33V6yky5ICd3vaagGQdgZw7TpTVx38xPsfMjV/OqiB2U9OlnYFGpO6XHYyrB8ChWOjxuv10t9doEWk1CnSqRjcTPxxaQlGxmsUHPDdH36AhW3W/yRimGFLzFhjlQ3YsetRrLmKkM0TlfB8c+FH0BrWxvX3/ICRY2zNKIPJSmgG2vkWjhkH1RdITE39lBzKNJ4ozAS7wSfGbPamJBksgeZ+N3ZxmP9zGiWo4FRnY+A8fG9alIy8OlsPQlt0MOwS6eWZoq5diKdWIxsI87oi0Y1/8Jeo8XYBIlEPZVCF6VKq6RjZEO7wXXwn5J1uQIj8HSSCNYeilHYssBy6h+gLR9qOqvw3/xGm3cvNm8vDJjdiR76ShTee4Zo6OqYg07DbL4f2T2Op1Kdouupe8hrt/rkVEMxSFBXk2HwgDo1Uq8m0tQMRSgfOGNwby6XnFygtke7rsdCTvtlloLarrVGf4b26SuaQlwjI+XQVSPvSpEPPvp2Dj/mHlry7Rhr6N+zF6sMHYBXjpg4No1zTlcduLiQkDaGO7/fh8Z6j7BSwHtvhmRSweHmK3JaP7FVWSLRYspgHTjFF2803/CrEioLtcDPZ+Ik9xtBou9TaDPGsN9+G4DJMWbcFKbPbhJiA0SCEGOMwFPc+dB9loIzKIEWj7LeOQq6xlowdz7Tp85gihaQ6VOn0dTcRFFlwoCnE0haj+W9evbUwjGEkSuvzJCVhtGzZx3pTALrWayMhUNujFoIXHxZoKHjaHDQ3pljxqxm3h03lytvepQDT7iJrfa8giOOu4+xb77LIfutx+P3n8jYf57Jn689mGP22pDG+ipSSYvvWQxgjEL1a4zBmG5geZ35oOKHoh9kfoaYp6PxwN51XP3Hl2THI7U0GMQjfY12DaZqEFW91iJXKjOnuYN3J87nob+P4cQz/8amO1zNzvtewZ/ueIORA/pw2VU7MKTPUMqS08uvvyupesL3KV6GpsrvxaorDwenWJ0l3OnetTLGgOZMlElixK9wQbNkEMR0Gs0xnIoIpJKu+kfAjSTS/M7pZOqVKjRWZTjisLXJJgL1U5EBUkPs0jaBDN8FFzyjt6QSJi2D1dBAuqzyyKCBdMPS2isqItxuomlsnxVjvAjp7TLSBswX/xKpngQxuW7knxXb56/veos0BuOl8BM9SKf6k0r20Aa6SFfXAt3otMYnVe3LP38n/9Yykk5YvwqbrMf96wIV9yvnjpBYnib+8knOKUvSl4Lr+BkkDc+8UeFXD4XkQnEPCeRDDXdcu8yovlUsKCW5/MVAq5f0YPZ0So/dTHH+VL1p+DBhPOE9t2Hby8zIhVz1ahJsmtFDUoweVCCUcCPhjZwWSdk/hD6ObrS6z5Fbp7VChsxu66DkGQYNrCUtemyoKhHkdOS75e4nOfnUW2jskeWyPx6i00lNjDWpidCzt04yvqW1uUsNRKO+aqZyReQjAyP7JbjkiGrqqkLyhTbCWfM1kVwHqrBc3mH8OFiOxuofjT3VIJqNr51GQJgv4q7/jDTDbWKNrmcqGvv8ljzvvjePQG8sTsk/DfsWWw/WUTnFotYC701YIANhiHkdN3QydZGYABcR3oA27RwXLljInFlzmKFrLLeALFy4SKeCHKFOoslUkmy1eNXYQJ/+/fT+MYShK61EnwH9dGqsIZH0sUJtJCDjFEo9xsg/5uM47ODDRW5cs+ct4p/Pvsuvr36ak75/G4cffx1nnHkPr7zQwgbrDOBnP9qa++46ibtv/wFnfGcHNlpvdRpr6kiYFJ4f4PrmU/r+cJ9fVdxIvttsOpqu3BxyJUsoLXRao6cfOttyvP3WAm66/XXO+ukjHH7CLRx/8i1cc8uTNDT4nHbiVtx6/bE8cvvx/P5X+7Lvzhtw0L6rivQyDz40nshT9FO8kUG0ySQH7DQMo7nhLyordA2dDmhuKKi4v30iINHUStC+QFeXCwUtFHJzBfMp6A6/WGihXGojqHRBqEVBRymjDUY4f754X2bT0QPZaO3hhJ6VwYkWjzLCOad/702Zx813vqvyFKZ3vWg3lD1X+mWCuC3jiAzyZ+nF6aOMAVZvCelkHxJpLSaiNRSvHB43P134VYHr1oijGAOya57eJDPVjfiZeskjopSTXEodkmtlhZBkjMF4HqlULX6qp95TmrSJacHE4owkXz7Nyej0qsNrqIsbXfVoC8+8ahVPfaRhDz2An3eIxfdKPDoly0+ejOjSu4qZO5vSy88QPvcwwZinyOW7KLcbLng+w0sLfNUPOGlXQ++aUDgjDBAZ9RlZxbq9Uzp3LsqkLN/dp46VBycwoYevXVBXrjOuZLWNDaXEJ3/nz/z20hc56pjN+c1FB7DWKr1RbTzhtFKgXK4IJknCT7DEGReJiPtGLjQhe21u2XPTKgJpSGXOImjvWlquKkv9EgVzShZnOjzSrv/H3lsA6FUke9+/7nMeG5/MxF1ISHAJ7g6LLQR3d5ZFlwUWh0UXd3d398UdEhISSELcbXweO+d8/35mJiQhCUmA3Xvv+/V0nfaq6urqaptMrMA4CMAI0LWV1gOM+uXoqRptzqC+CzDqpQMXT4lHG8e1iXJCUGjgiYeIUIqDDLXbBX47dCq5zM99acO5aBgJUdIrp1fPbsIR54vPx2PFmONl0bqohjsNuD+qOG3SdObNqqG+rp7mbIa88Ph6Va2oqqBr92707tWDHrrC6tSpAxXSkVQqISNukLhxzoXWWtHyMbgxNSzOue7ltVPNRtN12knz3Y/jufHeD9l53+vYYucbOPaU53nn3e9YbWB/rrpyHx586BhuuWlvTj9xK3baeg1W7tmOVMLDE3Ir8PQp0JbBMMo1S6HNf8k5HtddryulJfDpFxOYMmsOT7z6JSed/Sgb/+kGhhx5pxaQLwjiEX89aQsev+9gHrz5cC48a1f22XNt1l6lI9XuN+80jl6UZJutBxGaPD98P0cyzC1TrzwxscYafYiiPL6aRLreamto0aikNG6SZRSkSeQ9YrFS3M2F76fwNYd8T/qYS2tBqSfTPJumBrfozCbn/iuExgaCpGX//TeiQ7naGSGSLuBA2uDo5IT3xps+JB1pfsVSBNUVGik3iq70jwLXs7z6nAPNb8dP1MrP0ihGoTPKBi9ZpY1ZD7x4Ka5ZwZhG/FedEXVj9DUWY+PE4iW6DpMsfU/XU3NJN2lx1xWfszWqusJeFDDGYKxHIl4mOkVk03PJZGZjZe8sv+KMJqQXS2B7dSZMJkjPjPHPJ+YyoaZuoZbWZtl683nsvXkJQayC+0Yl2eXxLC+PzzG3ZibTGrJMqM3xzIh6NnmuhJdGNTt15YjtSthpizyeGHRjW8iMzEK4W/LA6iRSXh1w+5mGUh2NCeGbz+upyWdUxaiT0KVbTLudwzh4/00pKUpgjPIJ1DbUETDLlPEOdTPd+6hsUSWYnw5JFhuO3yekV3stcLoLtmOm6D2jQbv6NEHQrGNls8Im3K4syNfKqM/Wacbt2KZp0ZyiI6d2ndp5ur9M2pyerrJppBVmMrM02WsJcw0EQZZQpwtptoiIuLxV3y0GvBihdv6etZCR4ucjVdOCI/bd8ZqiOBiPL775kfrmZn7NGWPwpPn7770ann7eee87su6vCuOccZ+FwBhDpF2rAjzPo7iomA4dOtCnX1/6DViJLl07UVJejKe7W09GyYpPqwWbJTqrEgeuqwGRlDvSJiCrxbKuvpkp0+fx0hvfcubfPmCjLW9gpz3v5XwzTUcAABAASURBVLo7nqVLn/baGOzMey+fyOuP/YUzTtyctQd1pVtVmU6QyQJv1vhYMeqwW9cVyVHEUJYLNPoKREuUJXPRlrYo5z/mXT8d+VB9DrUg53Ut1diUZfacBn4cM5lcOsnhx93PFlvfwLlnvczcKXWccvSWvPrYkXz06kncfMEQdtpiIL27dygsIIm4D0GOWR++SPrTj/SWlCHSZO7asYJUshRiNXz5zcxl7l/Pbu3p3L6H9jMhYTatDZAmVlvruIy7wEhn8rpZ8PxiYvFi7U7L8HW9EvPba551kX60QFGiGk8Kmq/VrlU8DuxZya47r4bnBkODExlP0neDBE4WI76fyfufjFV5iGlXTLlfhNUcaKnBH+aCfJpIb7eOgFkKPc061XNfK30qI5boKEPdDuP5RDZQ8zZlU/R/jI/EK3gxX9dgVSRjnTWueZq0qEjomIjf5Exra4lN8ijHj1WQy80s2DfbWrb0QEpgUkWU9O1FTtcIn42Em59CirEAZ9p5VwjxJQcVccg2OUqL8oyYHeOQZxNs+EhnNn8qxoYPpzj2lRJ+rMnqOiTOybsb/nlsjqIwobtbaGOUpbi4lHWdHj4XHWopKoVZ0WxuuvUd0lpsrIzbpefvzfoDe5B0afW4RXhGx7KQK298i1n1E+hclWRlPVC7zjuarheqioM20p4swBpdY1x8QDklNk1jppbmCRNJN84hk55DtlGrcmMtWR31c9qhhc74hsJmYlK2JJ4fx/djAh/j+1gvJqNntRBlyWebhKOeXMNssnXTSTfM0oJTIwPfKDuRI8qD0QnMdq8iQmmdDGw6IyMS4E5PepHFLykCzfUfx87W/bqMhzEs3Rk8a/izrkZSfqg3lBpm6T2CgtR/2dYYQ/sO7enWqxs9+/WgR58euH+hnkgksNZJTi1Vx5hftmUpLlSPZuoa7cuhk3nsmc8457JX2efI29lzvxu45ZYPaWyIc8yxG/C0TiDD/n0Rd15+IH/ebj26dWmHUX+tjYhpAXGLo5vmIS28zCepcXPxUJ9I4MJGGcmRurZ7/ZvpXP/Md7z57QyNgzhxFVTnj/bOcDZo0R85eiavvDuCq255lWP++hi77ncjZ571Bv1XaQ/xPDdeuxvvvXUijz5wFEcdvL50tCcJK73x8pK5p5EyGGMI9UiYG/Y+JV+8Tf77dwgb6wk1ttXtUmw1uCdBppgr//WhFk8noV/vXc8uFaw+sJS0eLC6avOkyxomCvPBszoheU7VyNU1aNLncDKNpAMOpKYEfgCij5Vu+ElM1uixNUdcc+H8v21DMqa0fIg+La0LRrpB4/L0y18xcdI8Man+dW9PU8IQCZcp1FX2Yv2KZxo35trIZdO16os4UloqRSF/IbROdiqUR7wYP0WqpDN+vIQIq6xwPjg5FaqBavI/yhVkmYyTKOlEFPp6tK+V/sjA/F5cSh9jOqnFk11klqyTzNIxR26CCiI1zFWVk+jSkaxEessbeZ77IotuneYjiAz0qM5zxRE+j5xXxA4bxSitNNpBR7q3T9Csx/BUicfem6r8bI9zD/SIxTypWJx5GuT3xjXyyDs+97wc8PxHMHxWMw3WIzIavFYqUWHILAds67HjukVY3ePfcsNXvPXep+Rl2Fsmg+ob1Dmj2hHuzzm88M433H7HB9qtWnbawNCzLEcknA6MQqdQLlS0oFwuLrVh3/UMx+2sSUKe1Kx6irMeyVR7nWA6UlQsSHUimWhPQjuzlMtPaEcQryShY3FceX68irjAPZa5OkWpDqRSHUkWtSdWXE2stAqblJJGofiv07XBTA36FMFUoliewoQNQox28lY9wogrN5mTHsY3hLkE3w2fJhk6zpcORtIoK0rRRQ/mJijlg4/GLaaBk0hYyPc8j6KiIvEfL6SNMVjRNsbwq046E+QDHGR1tz5xykxeeOlLGdIn2P3Aezn42Ce5+e5Pqa2v5+hjt9VicgQP3nUIN1+7I0ceuDHrrt5Fh7Diwhi10IoUhBRIG8mgJUKBExU5PXVXZs2miayppb4xy6cjZ/Gvx4ax1+Wfss/ln3PkDV9w2ZPfctnzY2jWqdMZetdOiH83r2HUhA2Fr5l6ncrf/mQCl137HkMOvpt9j7yDCy57ga++nsFGG/Xl6it34p7b9+HqG3Yhp7nRqXM7OlZVynirf26shUXbdbAehY4aCi5sqiP33ZfYwMcrr8ArThbaFBcnWGOtjkTG8u3InzQ3DZF+Co2W8iktSdKnd6VIWYLmHIEWlDa5uPG2iRiRJneYy2qxSgtj1DpHImF1YJVncJsdo5idNBt3/bHxur3YYdO1cNfRmFA9igS0diVi5uw5PPbkKF2j+mR1+tKkwYh3Y9RReX5vF4HbrGWa5omdgMKcV97iyEQuPzQYkmKrvaAaZ5yR/rv6kcoo9AbViQQIecEr8j/HG8eKsXgx9SNVQRiltXmdRaTr5ciV/R5gPYyXIp4ob5XI0pA6qgIbukqWsFdHbGUZzVn462VFjJ/l8sW2vIuFhJQmQzZfI8Hj53Vm5D3VfHNbOR9cLSW/Nc70Jyu499xiNl0jRVkiSUpG57H3AjY7JGLHEzwOvWYOR986h/0vmckGR2bY68w0I3/K4hTcig9Hwy0wsZI8p+5h6VERMa8uzfEnvcKDz39JpjAZVEsKrC8NoeXuR4dy8ikvMa8BBnX1OXGXOF4qgw47rsp8MMLf2o2CskVG06Moy2n7eazfN0+zyZMeNUk9BCNji6eJL2HSGnf1scIgpXNxByhujKvXBk74Fuv5uFOM56e0qJbIcFdTUtxVVwddifmVGHwZGV11SUYmAHRAsTYmvoTHGIKYVR984Ujz6KOfqAKayoVgiR9xRlkqxnobtcNLzOWqS97U+ceNmJqo7/ou5I0xGGMKeca0hIXEIh83NgtSD8VJRsL8ZOxozrn6HTbb8SZWW/9KDj3lUWZNaeSofdbh1aeP4Y1nj+S2S3fjz5uswjoDu9GpQ7kW5zjWeKILi1J0aQcFVt3H6aQLASei2oYGHn9nMntd8iEDj3+Kbc97n3+88C0ffz+LMVOamNWcodmm2Lx/O1JOmSKHQI1XyEfqZaCWLQw4A+T6Pbeuhlufep3dD76HlVa7hJ32upknXv6Y9dbrx4M3Hcz7z5/No7cfzrEHr8VGaw6kX9dqulf1waZTfPrZUOEzLf02LirckiMtORScssLxX+DNmkhzLEvTZhsTM3Gd8A2+xqh3527EvAR1DRl+HDte86bQaqkfX3q8ysB+JKWLOgxpk6IdrDpUGFfhtKk4WScrXc+GTc1aIGjlSMwgt0CQzzZjGhspi3uccdrmBZ6I1JnWOmBbeFLes899w/gpMwgSPsXdupAqvMQbIfxjvNHMzefnEIZzxL9jSHNJpFxMGYpJi9VvFzGSqR+rIplsj9E1XGQ92hbM+Ry6hgKjNm6Y5uc7BP+DoIWvSDaniFSiK26y5LOzZUvEfFvHfwO/Dr/1PMkprtFdDkRGUrOxGKkunYhZn+nBRE69I8fsdIhbvaUjSP8K4K6MYmEj5cmQ/j0yrDswxYCuxRRFOZ3uZSgDjx+nNrHnRVkO/1cNI+qzJFN5emuBWFmnmk7lHjaM8e6IDJufYbj2lYC5ujYIRMBEluJ8gjX6GP51SiV9u81htq6iTjzpaTbZ9lpO+PuDXHDVG5xw7lNstu1VnHr2A8yWsenXIcNlx1bQv5tHKrASaIhzTqyO99BIoZTRFlcUJ6HKYlu4+upQ4YuniNzYaZi8+lCo8Pt8IgwF+p4hliwmVlJNskJQ1VEloqtF001wE6G0PkTkddoITIy3PprBXF0jhaEzcCzVpRIxBq85kJxJMGxWjdrN4+dTpsPrmlv3WSw4HhYsiAhlvJplvKbzwZffcNPdH7DvkXez7jaXc/xR9/P11yPZfvv1eerxIxn1zdk8+fjhHHzgJvToWkwyVgK6Qov8Fr6NE7wmJ8LpaDhujPpZsECuTIMRSkiZTJYpujb95qcJPPXxaE6470M2Pv1jeh/5Bsfc+g2vfddIYzpOeZmlT6dqthhUzZn79OHZC7Zh5l27cf5eAzW5fIwxjsxSwfHgYNFKaZ2oJ86o5ZNhE3nytS849ZxH2GrXmxi847948sEf6NKhE1ddMYQRn57G1++ezkWnb8Oaq3YnWSRsfl66l1S3EuS14Uh4Teyx+9r8MDYgdP03qqN+hxhJ4uexiJSX1lwLvh2pMfOI9O5R1n49wkSK0BoiGb3B61fTuWOKXCbPm29Pwhbktij3i6RNxA6bdKZK8ooi7RRFw5gWupHKSIlWQjzpVEdjM2K8gMCh1nDgQpdhwizRjxMI/AwbrNWF1fp3xxZ5IN70URUjgLz0dJyuIC+/8hsiGaKwMklzup5m96ahhatQqw1pocXv8bGSbTPZ3Dyi0OLEHGFo47+QbvmACfF1jeOlykEbOscjzinflUHoUv/rwJg8Mtukisq0WW3SxqEZI3kjOfAbnRszN8wtWrMcyIwxBJUV5HTf6eUqeX9oyNM6YWR1rxu6/wxnAVyOiKrjYIFsQhsxdnozJ13XzDPfNFMUM+zdP+Tm7Zt4aJcMj+zq88AuPtdul2Nw+5CmbD2X39bI5c9CJuPUACwGT4h3XDPGk2dUsccmxRSXhIz4fh53PfAFF1/zKnfc+zrDR04jVmTZTddsj/4txTZr58E4hTDC4EBJUHzxYKXYxkSsv7rhhF2KiEce3qxacnPnCk3EH+mM8fHLSkXCEqRzRNlA8QgjxbcCEh6BeHM7px9GzQZ3nleNJflIBZpL9OxRRUlREW5efDd8DOix2JUpohqL907vwlCPv0FAEGSYOmc273z8A1fd/BaH/+VhDjvhWS3cr/PeZ6NZe3A3rj57b5659y88fe8xnHfqZmy+4UpUFrfTuEUC20LKiJbkS0H6UAhcHmjytxjXSOWOdmNDjqETNLb/Hs+p9w3l4Os+Yr8rv+Dom77i3lcnMGr8GIzN0699CTsN7sBlBwzi7hM347EzNuSpMzfjH3uswfYDSkhpt91iK42oGIwxCn/pnTwcBDrxhmFaEzBDrd4qhg4fy70PfcbxZz1X+M/fTjz1Se7QIppIJTj62A15+vbDeOq+w7jxij+z/56r0rNLFX6UEB0PCicvi5XhN8ZggJZJmGTvIf2kq5Ooma1JLisXaXBCctSrjuNDAc5yR+OGk5/2k94nAsxOe2E9g1UFW8Bn6dGjC13ap1Q3zdDvftLC8+sbH2MMnTu3pzJZQpSLQSYk0o8xRl+himm8ElqAlbI6+YS6ghWLSlHoA3KuZjS3TnqaJl6UZN89B9NZ13cGtZWOUnCm8A3CPNdc+wENuUbisRjxqgrpcQOZ3Cy9ITaKYKh6Hhp6hcynwYo60Y8054OcjvlhiDGOD4P7aUNZ2Chpo2p0go0nO2hBqcBTPdcvV8+BVXmhvnFfCd0F/8vAydTYEnyvnTYdTVpYNad/x67YgmxeiCtsAAAQAElEQVSWQyhGHBktc7GOHYhk7PINAZc92MiUWY2ERgwKVyQGlwQ2RI+ISW5+OeS975WwHmet53PTFhE794oY2M7StzJirU4R+64Scu9uTWzaM0Y9lTz+SpaPhoqGJrlTAI031gastnKcW08p5ukryzj5MI9t1oqz0QCf7deu4KS9qnnj6hj3nFTK6v1SeDjmHJMO1HslXdbSwGgRKfI9jtoly5oD8nju6D9hKmE6oz4Lzx/gjfhyECTihHEfJYka0ohjUYs0TUNMXClBpDuxZ5/9RoL1VbZ0H6p40KAqenQuUz9CXnphpIwIUqwWI6JixV3axX4Gt3MeM24utz/wIXsddjubbnsD+x9xF8+9MpTV+/fkykt35oXHD+SeK/bn9MO2Zbut+uH+FXhpcQLfWuIa55hCT4NmjYxqAcDFjeJuPFuouZ62xJoyzTz37QT+cue3bPCPV9n6/Ne58KZveOjdr/n8+5lMrkGGKMW6/Tpy1P5b8/oFW/PeZVtz14krc8T2A9hmzSoGdq4koR221XWhNTGsZzHSeiteHLRQUn8VibSwKpjvHSc19TW88e8RnHzGc2yy3XXssM9tXHHTSxTrhH3WCZvz1AOH8tjtB3LhX3dmvx3WZq3Ve1BdVY7n2QLENFeMsWBMAQxGOtiSdlmKYfXTqUM1w0dMZcrEORprN0oRuTFDib9yixaQkXrBA7Szz//7LiKbJrPWIKoqemixakYNCuDwJXRa6av3kDCXZMKUacytSavh0r0xhlQyzgbr9SDmazHS1aDV26RxAlDTSOUJzfWIkLChSWwERCo0KlOgDQ6EOrFnZs2V7gSs3K2SP+2gtxP1FQdtlUDl8NP4Obz29vcYmyeoKsIrryKZ7IRnysll55DOTFM99atFDGr1232hK1oFDR5G42GMuJeR0le0VBr5xOPtiCc6Yv0K0PhhANDotIBxGZFRJ5SJ2rjgfxm4cUM7kHi8WJu2fOEXgTSs6s3v0x8rTCskEuP5hIN6kC6KM7POcuINMeZlTUG5loYwMPB9uokn30Y73RjH9E9y4rrNpOJZDZfMvQbS027PMyHu2qxjic+N2wR0LW5kVm3IvW9Z6ty//FI5OsI5CH0oTYRs1MNw6V7wwsUlvHNtCc9dlOKqw5pZr1eKouKA0I/UXTEgBiVTfZfdu5bl8RhPnx+nQ2kGNOnS4ybh5bO4QYqWHdVy1QzjcUxpEZEnDuqbMIGjFBGq/0b9jmQsNU9484OxpPPBUnG7nsck5T5dOtKnVyn4TXz/YwPpbL6lnVA7w97cnGbGzDpGjZvMS+9+xSlnPsDG213GFntdz+0PfUpxcXv+ecGefPHvv/Pui3/hvNO3ZeM1u9GxsiOpSg/iDp2QuWAZIKdr0Hl6aJ42dw7DRjdz1XM/sv2F39DrqJfY56p/c/e7o5g4MYOfUYc7hnTv3oO9Nu3JLSeuwYibt+KtS7bhij26smH/dlSXJalMdML3LZ6JZAxCQpwNcL1XZDE+IiKjn9l1jYybMomPvxzL1Te8wU77Xsu6213JSae/zpTpcznsoMG8+swpfPvJxVx37RC233ogPTpVUFlZhb/Q1c5iiPxKVsfKYtZYpZuu8uYS2iya7TBsGLU//EjmqbvIf/YqjUNfh/qcDF6SopW2AuMEnVR9cHZOXxJaevb88ybYpM/I0XUM/346eXdVxdKds6/7HTiYfNQAWky8fOTsjuQnrBJdWJIQjUjXJGkSWfEgY+wwOt1zYa6+HjunDqP5cNyBm2mxSyBVk+xDAmEJlXC61ZDP8NATXzN9xjxiNonp3BmjU4pVX2LJUmKJ9pggRrpxDvlMBqPNI8uuSizJGZ0uIi9GhGxMQVh5WuatBZPES7bDpkog5uHmVijdcX1zUKjO/w2nbhU6YmQA48kkgXQj1InRjc3vIGZs6O4TCiSW/SP9wjMeXkIK0aeLFNrn3c9Dbn3ao8GtGK7CUtC9/1mWmrlQpTvbCzeqx6qXkU4a1uSEsx3Blvtju6yM0Q7GGkufJJy/cZMWGI+PvsswsynbouVYUTGoOcZQAKsso4y2UBUhRLuQkEiqbdCPNCRyIcvu1Ep9jtOuXZ5zDk1SWuoT1wQKJ83EKaYxBtqA388ZL45XVKyeCn8mINRkDzFEyonUSVOUAGtoyuWZOXveMhG2ar/6oK54lDJ1ZoYJ02uYV9/AsO+m8tgzX3HRlS9x0EkP60rnCa69+WMtxAmOOHxrnrnnKF576mjuvXk/huy8Ol2qyjQmFqErgBsrDx+rH5wsWNgV1sIgj7ahZLIBY2Y08fo3k7nx2bGccttQtr/scza56GUuePA7Phg5lkgbj67FxWywcgcO2bEnFx+xOs+euiEfnLcdt520FvtvtBIdK+Ii5UYzAumKMUZp8CQTg3PuKx4VVQ10Y4e7wgp1bdeghXPc1Fm8rN3ytTe9w4mnPc3+RzzKX895nk9GjGPbTdfk3iuP4N3nT+Hphw7npGM3ZlD/TsSEUujxHD3riZ7FWIMRjRX1JSVJXRX25INPxhHKoEZ4MGg1ytpV42VCcp++Qvbd54lCC137EHTohWwkkTEL0DUib1lvnR5k8wGNeu8YM2W68OWUv3Tv1oc1BnXHWMlTOhZpk2GV6WTmWgZx4Y5ZjAx8UNuAaS2LlO0HEUbXwIFOyoP6VbPXHusgxnCMGX0M6Kss2ZopU+fwyus/kFUfM9VlJIplxFXB9cVIlp5fRCJZrQ1Bklx+BkG+CasbAlXhtzhDhB9Lyb6UY7wkkRYw46Ww8QoSRZ2IJ0ow2qFZqz4ao/61UDMtwf+9b0HWSfVTC2jQoMFxPXXw27pqozBkRdC4NtZ4JCsrCCvLCbyQ216q5d3v0pqwBreyL4m1Tz63BDpdbNo9Q4kWFatdldepP3RcgyjTSDDzR+q33kkbhxIQoeZYgiF909hSmFcTY860uLJVIG2OpImRFNWB9IBfOldPuZoAmo0SnPOGSBgiZatUMUWWwXvi2YYp9tqiiO3X9IlpV9s8fRa6V0Ajw+Lp85udlyoCydoGEGrhwPXbtHBukwmQMZtT18A3X0/FdZNlcDtsuyZuBz9xxnROPPdZthlyB/sefg//uvUN6hoDjjpkNe65fm8euv4wrjx/Vw7Zdx0Gr9Gbju3a4VsREE3P8xTXAuIZHA/6YDEShaHA4yLMZHUt8vHYiVz54gj+dOVn7HnpBxxw8yec/8iXPPnlNMZOayAjxenTu4ojtunN3Xr7eO5v23DPietx2UFrcdg2fRncrzPtyg1xEyMmnfNlGHzJwhoLBVAAGCMWcM6IJwouJCSwGb4cOpUr9QbjfpX3T0Nu56wLnmPYF1PYZJ21uPrSXXno9iHcc9VenHL0FmyxaT+6di3C8+P4lBLTOMjUI/QCI9xmfohirKCzkmef3l157dXxwqBFV32JrzQY/8/HEl9tTUKd4oz0PJvyYZ0NSSUtIo4jacAFOOdEXqadfs++3XCLyvfuhJJ1HLvSpUN5sojV1lhJ4weB+zVO6VtLi0ibRoNJxSTBCPc3ukItIk7ZjCZR0FAPc2op1q3F+RduQyphC/UiMaNWBTbdaJgQXnltKD/+NEObFIPfqwuRdXVD8S9EJsIobT2PRKIdvhaXdHYmuVyDaw6qxYo4zReHwGjsEqkyEkUdSKQ6axFpTyxeKpoeSP5GuB1o844LCxBRkAf/x1yExbq5E0tIvrUa8Pzv0k+bz2i3H0o5V0BgTuA6KxLr24OwpIiZNSE33Y/CPOlY5GzKYrHObdB7S6yJAaVxQhkQtAOJqqvJ/WknAuWlvvmYZG0j/mZHgCYSegS0sRL6yKDnTcBPNaJsBG7YNeCLJbLMmR5pipkiaz0vllarULAUL3rliYB/6K2mW3kZfi5HftIUXRtpIdUEWkrLFSzSqaQsBX4Jxo1TUw7EgylMEvB0DWc0Geqam/l46GhyGk43kX+N2JqrtSOmrXa9ri8aZs7gyL3X5ulnD+bfb57KdVfuzV47bsKq/brSsWNKEzsuSUsBRd+ItsPtAgcqcMlW0JiLuWayhJk8zQ3zmKCrs7s/nMRBl71LtyPfZIcLvuAfT4/i0xGjGTdzLqYhSawIth3YjmsOXIux12/E0Ku34uaj1mO3wT1ZrXcx3doVURz38UTMtFIqBMYqMMpVsIjPaVya0xkamuYxQaeQx557n4OPuYtua/yN7fa+mwdf+pY1V+nBTVfsyxdvnsVD9x/B8cetycZrr0zf7l0oL5ah8TTPTAu4vioqWi7miC2oJwvGXdnyQ+hZ1hjYm0ymQbepWax03dOCGS+rxmx3CGU7HCkjWIat8kj02EA6kBIvFNyC1CNZ7Sie4cJjNiJQ6atvj6A5r44ovjRvjCFStdMOXgMbFBPVSZGMj2nVM9d3imJEmie+e0fxInSDjA2zZMdMxMs2s7auHNdfbXVkt0H8i0naXKCj4Zx0I1df9zFBrhnTpQqtPAQaQ6ORRXxb6U6Bjj6hF+CnyvFi5XpTmawH5DoWxKfECnpP/PlYGdICeB6e+qTeM1+ggIlagP/DLjTqu67U3ViFQVp9Vqd/Y39tEM4hyjdgAitUDjSaii2Pj8WTJHv3oDhM8MHoQFcYEbbZF4OLxxJzW1wZ38YcWBlDt9PJ/PgpTJ2Cv/FeWD+B+fAFctpNmtIUliYhytEUxrBSvFRMDZXzW7xRY3HJtCaPuz/32PDq1TjogT7MaEqyoGKxWBfRv6Ph3GOzFMUj0OkgNnk2gU5aEaGmxWIbrVCmMUZrdhKjgQ/R+Ogqoo0/t5PSAY0objV+EePG19HUPE/zLuLXnA2LWWNlnQpDdIPSjX0OWp2VuvQmrhNYTI2dfIzGxliLNQ482ui2YXd9RQbFnXLzeteaqwfgb8bN4YWPJ3Pmoz+w3RWfsO6pr3Di9R/x9LeztOttpqjIY5Uu5Wy9bnfO/PMqPHrWegy9+c88cs4WHL1tXzpVdRL/FJzBYhxt8WCMwf2gL5EBFwIFGagPYRiR0SIyQ1cvXw2dyPOvDufMS15gt4MeYI/97uDue76hfWUlN/7jQD5/9SS+evUvXHbujmyxfj9SCV/YjEAIDVhHz3q4fosstiVb3zbvJGCUcKCg0LIt7tLLD55wDFo5RcdOcV54fZwQWEELTg0DUf+18fc5leRmx5CMmsEx5tgI1XmdXNK5gOnz6vh8+BSeeXkoH339k6ZVwNTJtTRl57EsTt1mpZXaY706SIcEGelyCws4UjahjYXmbiRNj+obNU4BpqaRoEm3ByWWQw7cmPYVRWLN4GRHa1sxQqCN4J33fswM8ZhLFRPrIDo65TjDjVxbqGiBFoXGMeKJDsSSlbr+0ttSrkk2xef3ca5HDhw2U6DWSthl/Ffgv0HU6FRpdAUYBFmRDwS/zdt4rJTm9DTdVerYqklJi2hZdhfi5nesopxcj2qysTy3vejz0mf5JaLo3lMLRlTCR1MtaIFAkyOmY7n/qyNlbQAAEABJREFU/mvki6U8A9YhXTeP6J0HiWnVCT2PEXWGmc0hcd+jV7Uzefxm993cJCe80o2L3q2mRjvqtBbEwGFt0zMXXwK4CbPvZnGO3TklI+wTTJ5Galad3jMDosLPEhouZ7ZRfaOZbopTODkjw0HrRHRsBlYGpTiOk+HwYTOYrhOBy//1U4rl2L+si9sVfvnVOJpq8+jAImMCOKIaGhViZc2sxscqr7B4KQxpcXmdLkdNncF9b43l2Nu/Zu/r3mPfqz7h2Bu/5dbXR/Dtj/PEbp6uuhLdaYO+XLT/AO4WzUdOXo+Hjx/MuXuvzjZrdqR7STElNob1jK6VPBwtkREbBmMsxpgWgoWOubigIAy0e83w3Q/TuPfJ9zjhzCfZ+7A7OeLkO7n57o8pKY5x5KEbcOt1e3HvHYdw2SW7sc+QdejfrxPJpIf1fYxE51AJYwsN9xVNCgCe0rYARl/nXdgGLu1g0bTLWz5wGIoSRXTt1IMr7/k3eT2KF9aKwm+ehWLHEG/XlaJufQltUtsW2XPJY9SoCdz3yEeccuYz7HPoPRxwyN0cf8KTevj+Am1ANa9h+LdjZNNVeRlY6tK+ml49qwr9Dub/afKWhibmYSQzMMQmziaUEWqcPhsnqlX6dmfrrQah9QZrDcZYDBbnHOXJU+Zx/c0fYaVkiepyQr2/Rs7eaGNpBJHqR2rh6jswGhS3WTBaiBJ+B3yvnHR6nvqjxdS1W6Cuq78i4Og6OpH4dLAiOP53t4lwgxfTGhDobTOI3Ebd8FucNfFyTap2urKZSU4PYBrb5ccnvgIpke3WCb+onMZsE6fe1MyPMzJgPYzKFkR6wNblJD2PYTNyfD2xkkgzx7hjZ3o2yQ8eJBfVkXB/vK25iawY8ozPJR9ENEdxVu4VUt2pmVBtIpUtiHeZ4lGC5tDw8HcVbH1XLz4cVUo6F2P7vh6P7zaWLqlmqVe4TKg8Yzhhz4h1B0A+aqT2x8mQzao/WlRWhLclUDXi13So1CQXX7qiNJkcbrI5wNHR3XZgIsbrauenSU1LwLJgdoTEz67brkZJwmPWtBomTdRELcz/CPezYO2WuRtAmKZGD+Vfjqjlb3d8wWonvMAGZ33KX+8byrPvf8/HIxuYNjtPLpalV9cUp+y0Gs9dugVf3rAtD5+0BifuNpAdVulJny7tKEqU0IIXCqGBQsjindZQGZMckamhrqmB1979jr+c8Rxrbnkl6+94DRdd/im5oFnXVhvzxksn8OKTR3Ph33Zlnz8NZt019A7SsUw6p42IdBUHrWRMa7i0YFnqLK39spZ5qrj3Pr2YMH40OY15KEbDwBLoyjfUSTATZZjTHPD6R99z8jkv0HPd81h35xs54dznuPvZj3j/27H8NG2uzslZLZodOe3YP/HOq39ls83Wxphl60VlZQnrr7M6Rtpma5qJdFWFnBXWvMQX6torVJqmDHldS8fnNJIMG9h71zXp0qlM7dqE20LPzdHmKM99Dw2jJlePjRdDh2rwpU6yCwVcDl9bMxdfCCJCKXo8UaGr1wTp5olEec0vNVxik4XaL0uihddlqfl/ro5buE0SGT2CcFlsx9IlYJ2xT8Q6YLwy3b/PICogNSADJe1g2Z3aeDGCnp0wsRiz6+DCeyz1dTqpLDLy/Trm2XBQHmPyHPZamp9q46ILRr3KzZhIfNi3xNwuxFjSgeGJkfD2eL9gBHfZIk4X205TTQZOX5bRhcYQqU8T6+s44/X2HPNGZ9LaBZa0y3DhTk08sP/3lJcZrLrBMjrpNN3K4fSD4lRXWSRAovFT8dRfY5YD0a/SizBlxaDFmdBg9Y4iakhg6pP6ldI2OwaB3i6+/v4HjDGAA5bgVCYEMc1q9y/JrZfmg49/ItRPRLTYNkHO4/qnRrHqic+y5fmvcvPbY5k4u1lmJqSyzKd79+4ctFl/bjhpbYZftSXfXrIj5++/Ohv10K5aV3La3IojI/kaPGsxRjzws3OyLFDWJwogCgMC7Zjq6nNMmDyXL74bwyW3v8ku+z/OhtveyOnnvcq3k7/jiEM25+Pnj+WHj/7Gvdfux17br0VVshPu3w3FjcWKVgGM4ixM82fq/1NiIRts0I9cbYovvx1FbUOaCdNq+HzYFK689V123vchBg7+J7vufy+3P/w602bWSJ4+1e1KWLl3ew7eYyOeuPlIhn90Lp+/eToXn7Uj6w7qris9u8wdTCRgpT5FREbaoFN7Im8xkQbFYbD6aPPi5kg2myE3dSZZXUt3blfNEQcNJmY8VXB+ATmr7aQpc3nlre8ImmJ4yRJMaQmext8Yg7xouTZLA2mlxjEe74C1JWTSMwijJoR6aY3+/7JllIDRMd3TM0OQz1GYe8vYbnHVrHG5Xk5XANoB2zLSmRnkcw1SIk3x5RmxyEg5PBLl5URdq2UMIt78ppnHP80TusWBn1177XJOHhLRviTJWO14j3o5yatjrU4KIYYEgQxnqOpTGhLc/KXh/PcMZA1r942x30ZJvESTJpJVjWXzRlhzoceTP5Vz8HODeHxYJ+3wLZutXMN9e/zE0WtNIJW3+CIaSsMd8CsukmwKgMdmq1iO3a4EvWYSzplLWFNP9Cvtl7tYIxUrKcNIlkFzRjKlYP4LvHoGm4wTmRivvjoORfg1ZyUTX7DDDoMxav/Iox9rhx+iqavcX7Z2fwnhq6l1zKz3qNAV1kYDKjhmu4FcdcxaPHLqWrx2wfrccNyqHLZJD3p36kg85ePFja4oBcZirKi5UKjVFYxRZDFCCpU/ZnINL7wzgstveJljT3mK/Q6/g9NPf4qfRsxi841X4cpL9+bFR4/inYdP54xjN2EtnUCSRWC9OEZg9VpsjBENIyKtvkBLH5floDXbBYskXdYfDpEkrYFagE5IRhO6viZHKp7nn1d8zdGnPsluh1zHTkNu5h9XvMx7nw2jtn4OVe3ibLj2II4/cHP+dcEePH7Hobz51Kncc/V+7LnbGvTq1l5y94j54PsGaxVh2ZynuuutUkVFabyFPS0qrmWEUWAwCR9jQ3I6LUX1DUjUnHnu1hTHSzHGqo4Do7DFh9oYvP7GSL4fM4u8dhW+bIMQSHfB1dIeDwf8qhMH2qkVpdqDbiwCZ6M0X/lf5CLx6lh2IHNZ0ABl/de9sR6+FpQwL87civIbOHKj3zKwQppIVCieIJuZSk5XTijFcjij+sZ42K4dKSqr1A4rxnkPRoybl1gIi/WybLV6MadqZ1/cFOe7mc0c945lt8eSnPZOEf94P8ZRz0ds/USGqz/3md3sUdI+zt2n5ujZQXpujPBZgQsVLMW7GpP1PnP2G504/KUufDXDUqzdzoVbzOOeHSezQcdGYgX1dkgcToEbbZdcRiiKRZw6xNKnS5KkrqRsbbN2T059lhHBMlRzi1dCVwVR5GEaAi2IhtAajBFg8CuKCWMBX4+ayNzaWeiW5NexqtJ6G5Sj1YjvtYucMyOtHUqLqVu0cSLucfkBa/Le39fjg0s245HTNuXyQ1bhqI37sF6/rnQo0kKPJTA/t5QkWxLKc9JwIFZb8pRwupvTTrcpV8eXw37kmpvfZJMh17PTHtdy2tnP8umnM1l3g+7ceN3ePH7/8dx01f6ceswG/GmLnvTqUYw1SeGyAnnJARk0YwzGtIBy5/tID9eRCAakZQybyeVqCOZ9RfOUt7RzHo2ZX/OPj0TStyCX1lVWM+lME198O5NrbnmHnfe8je33ugP3D3ff/HQor7z6MaNH1ZBN5+jVoZyDd92Ah289lg9fOJ2n7juEKy7aqXAyWH+t3lRXptSHUCDBus4sRgbL0jPXdI3Ve9Opuggb5Mg2Nsvgu1yBmxfSA+3NkKjxJNPVe5ayz24bKB3otBotpPfihBrNhzvu+UTybsarrsD9I10jLo2YceUOpaLL5IWdvK6/YolivTFlpasCd/W9TK3/85UibTrRHIuk42G6QXpWQ65hFtmG2QrnETTX6xa5EaO3KOPq4olJJxkFf6xfBLvsiRVtDUYYOtsVrPBi1zobHX4NrwxtMtYJa8ukxDMItaiYaIEqrtqvgMFifZ/swB6YeJzZc7PsfdFUmlstTRu2ZCzByTv7PHFZNb27+prmlmEz4c5hEbd/leWpccVMa45p5fTYdv0Kht2SYqXuSSluXisKcg6TA0UX9RqTSNuevLa7o2fDUQ934bEvOpCsqWAlGd67DxzHCetMoToZiVuDMZYWpEaBiyu5HN5iKE1aupc1kk3kyWlXZoxwOVgOPEuralUYul8ftj42Z4h0XWeMEWUwxhBoorsH01CPDd+OmEzk6f2KpTtjDF2rulBVWkWo4f9mxDgZBOFGiUWaetaqbgnrr9KDnlUJtUmRcr/KK0W0bhMhGVrhM4u0c5iceho3YWSAstk8NfXN/DRnDg+/8jWHnPwUa296Jbvv/wB3P/UFW646kDuu/TNfvHcaTzx0CMceujGrD+hTuJ8vLY7jeSIgIkYjxy+ck5IKle8mswNkvKNQstD7Sq5mBtG0D7ATbsYffh3B+OfwZr4PM4di8llhDNXy9/Ouyy2ilCl0fc/lcddYE2fV8vgbQznyr88zaP0r2GTnSzn/ytf59xdTmTKzjkQqQbuqFJtssAZX/GMXPn33LIZ+eDa3/GtH/rzjyvTu0Y5q6XFC88uIaw0NnolokX9r/5FzwlewvL5dRQWdKztiwiRROoORThVwiIYI4Yk/D0PKj3HaX7ajRKG1BmMMmnKFqu6T1wL+1vs/MmrMdOJRnJT75wXSGVfWxpoLZcdc1jKBo+P5KXxTSiY7U+LNoY/aWsF/3zsRRaEW4tw8mtMzaWqeQXPzTLKZudqkaxMjg+3+KUQ+kK1QXjozi6bGqTQ2TCWTmU2Qb1B/cpjFdMXJKpRSRSrVaKuGaem6Yr/NC6PxsF6ssPCjcVxRfHbBhm5gjY6VqWQ1vlehB7BZBNn0/CrR/NhSIuqwxeIlfJI9pZRi8rvxZVz+WKArLUOLYQmkeBm0xWbbtbK8fUURVx/usdMOEdus5et9pUT5HkfvkOD+vxsePCNHdXFA5BTbbY+EHwKEQPBL7x6op6U9bv2qki0eXImPplcQK06znxaRx/cdxhad55Ao8OkJkyeehClEchR/hhVwholzIibP8GSYhTPma6CXSVrLTMtgCIU3lkyAb8m5naNbBYRBrINniWmRRj26794RuJ0Rv+LcePfoVkL/vu0LJ54HHvtC4xKIkllsS2stnucVwMVdJWMMxhiwxnkMPzsngazGbNrseXzy5U888vQnnHPhi+x54M3svffNPHT/l1RVpDj79C155ZnD+fKVv3Lp+duw5WZrUVFcQspL6C3EELPC6RC72WpcogWMcZkqW8QHegQO0rMIG34gN/sjshMeJTv2Nuzkm7GzPobapoL2BMkSrAynLe1PJFxSiUUwLWvS9XThui7H7aEmafH46MuxPPzc+/z98mfZZb/7WHuTKzj82Ed4+HCGsVIAABAASURBVNnPmTi7Vqf5JH37deBP2/bkb8duzgPXHcbHb57Ey08fyV+O3YbV+ncilUxpfMswnsGJQF/J2oioUYjA6NMKoDS0fFhuF5Oebbphf4yX1VWzNnA5Z+BCzZMIT+PpNi0mhJX6dmbNNfthPQSmMP5eK9FIC+jsmhrOOP0tbNxgOlaQN25eGCLpCnJGoAOH8CqyrD6yiBh+LEVEnny2EU06tBNaVgx/UL1Q9ilDpnluYQHJ5zJa9OLEdRWYLGpPsrQTybIegu7EC/GupCp6kCpVOtmRRKwUkw/JNzeSbpxHNltPXhv6kBC3OVYH0WqDVlGChibydfVkGhvIZTLquurMr7di3TPG4mtuh2EWSRjDijnXdn5LhyTSYEfWlyAqRSClRWAK2XQNbtCckkRE8+svLRIaj1ynKny9qaBj6f2vN/Hv7zPqtlAZR0mtTYDnRXSqinHUDqXceUIlD52Z4MGztZCcFee6o1PsvHaR7mdVPxLM76p4cBpdAOFZwOf9HKPn+pz2fB8uebeSOZly+rVr4sY/TeCq7afTpzQvYVncP6hyzXK6t54+bRrjfvqJdDqtLNGRV+TXvYnIehm+HZvniKvzTNIjtSEphSlpmSQrbqEWSzvSTpCyIo2AZnN9E37QWk10Qo0byZj6FfH6xz/S1LBsnaiqLGH11Tri2YDho8bT2KwrDkmoFfMvAmMMxpiF8p1OhDLi7r480OmsKR0yesIM7n/8U449+R723v8ehU9xxwOfkk6EnHDy9tx1wxHcc8cBXHvxrhy0+0as2qeP2E+ob0Ldit64lIsLNOIqaPkqIt+muiGBHu9D7Yap+w6mv0I04W7BI4QTnsNMfhtb9yNe8zxsGCcf7whlG2B6/plEjwPxu+yPrRiIIaYxa8Mp9Mvh3boeyNDmdcrJ6vpi5LipPPTsRxx+4uMMOfQe9j3mYY45/SWuv/U9Pv1yNI0yGFUlpeyw+Zr888KdeO6eI3nyjkO578ZD+McZO7HbdivRq305cfxWLly/jXhsAcelKZS4rysrJFAFCtOE3+oi/rRHN83VGqxOwqEMHe6qNbKE7s8eNadJmLTea1ame48SkD44TgrjBTJwERki7r3va6bWTcbYBGGHdtJNjZXyI+mrqkne7rtiYGMevl9GXhveKEwLSV7w3/CSv/Qvl5GBT89T77LEY9oMxdsrrMDzJR8/SWhiYs7Kgpn5YAwYa/HiKfWlhESigkRROX48rn41kK2bQ37WDMzUGdLnyeR/HEd+1BiCkSMF3xOO/EEwBn4Yj1dfL7lLBkb8sAJOiuP7CQ1enlCnebG2AkjA6eZCDU0hFamjRouKVs5EO62U00ln5uHJji0Tv5FDIkxeHFbqJn3zmTMnzpUPBsxuklIaT4J3ldzKqj5IwawmT4l23tWllo6VlvJi0deqaaXEpkBU+GgD17YNKDhX4iKv/FDFVneuzBtjE+j6km16NfLIYePZYaVGEjaLHxopsiUyhoyuIH4aO55p02ZSW1dHXW2tBkV45R2uX4XI8NQnITtdaPhgaEjWJPA7dcDqasoK/6+2X84KRpOa0hLcsZdm7R7zgfoSYSUfiY4g5WvSWpq1SE6a3tjSl6XQMMbgeZ52mu2xUQX16VomTmqQlCOW5FqMQbhQsRvFdNTMh5+P5+wLn2ODLa9mtQ0v5IS/PUtj1ucvR2/Eey+dxDsvHMbV5+zCTpsNYtDKnenYLqVdt8ZDk80TRmv0EU8t2N3X8RES4kIIFEYC1Sr4SLuz5nlfE016mNzwf5EZ/xS5mZ8Szpunu+k5kG8G6xOVro3pvjt20NnEex+L12NNTFlfTLITeOVgWg13CxmW5Bx9By0yaKnlmjSZDJ99PYG/XfgOa2x4OWtudAVHnfAITz33OUOHTmfK9HpdfUSs1L0rpx63Oe8893dGfXE2j9y3H8cfsg2brdOblXpWUVaS1HiIJU00YyQR6b6j0tJ/Q8uPyxE4wgo0e/R1slIg77J/TiljhXxIj57V2KYqydAQZgLQccsLLKYuQ0LprlUVHH7wYOKejCV2ISpujObUNKj/o4mLmVRxueRdjHo0fyzNQi1WICE9iSfKIPR1ldTQoutGxFYA1W9pYmS7Mk215NKNWFNEPNEezyvFWMlEnXSnixZYkIqVFhcKlalQ8zenjXAu10gwq4Zo3GwS388gOXwy9vsJNI2ZQPOkqQRz5xLpVEI2h9Ect9lmjVE92TmzaBj5E15NnWyDxkqaIsTL58WG9WSvZXNDdyJ1irR8GAq11etC+IuPbCU63+JptU2kOuPeUxob5hFpF2akFr9osEiGO8o6sdl4gtI+PcjF4KNRhsufCMnoWBVaraY48kbKgCAQuF44pQgxEnKkXWekozMYjGkB5jujRlaGMMLTDuGHxhjHvNmRQ57rR6PuazuW57h4i1qe3ncsgxI54k7ZBK5fQRAwb85cRn0/koZ6KYKN0a6ymnLdHbfQm09koYhTDDCEoWXsrDQn3xBy+MURM+fpMTuZItmzF2GfzuqreMM51z8X/j4QiX+bSIInA6gdcTadlcxkbqJQ890SxmLYEHKZNG+88xmh+hnqdLg06tZatth0AOXlWvTnJvn4o4lEwr24NpGmQU6ynltTz09jZvP+h2O46Z7XGHLw7Wy02VWcePozfDtuFkP2X5tXnj+D2T9cwuN3HsI+QzbSm0ARNqokIaWN6w4rphXQSnkRGBl944miNUTGKLKwj3S1EapPQdMswtpvYNKrRCOuh7F/JzbxRZg7FhvWgC2BZAWUtSPquAWm3z54K59BvM/ueNXrQCxBpDeuyFZhvRRGfacABqxoOh4ULOrbtFLipLZuJj/+NJ33PhvJVbe/y64H3MGqq1zE5rtcyfX3vcrYabO0MzV01ul8lf59OXD31bjvuv357qO/8f3nf+fyc3dho3V6UFZcTLH6nfQMaFE3RgwYx4BCMdOSbuHEunRL9OevcdGWuqgc49IUApfLb3BGWJLJMrbfblWMFtt4QyhdCrHpHLYhQ873GLL3RlSXO+NpRD1Ek1FgBBDmDc+88AmjJ48h68cJu7UD3weNr8XoB22E+I3OqH2MhK4tA10NRToZG81LZf7HvLNP6UwN7leYk8lyYuIl8qTD6mfk2HOcaM5CIP0UBDmiTI5Q19XhvAbyU2cS/DCG9LfDyX48jOzn35P5cTy5GbPI6uRl4gGeAyzlqSRbbNCNEw9cl7v+uQ+vP3wSj99+BMcfvAE9OxQR0xVb06ixMK/OUV1uiNQiNGJatjCfz8uuKGMFvP1FmwUzhB/tKzxbTjzZAW3vaW6sJZ9uxmgAF6y6uLjWBIwk29ShDK+DdjyaNLe/1MyLH2UIIilY5EFhFyaF1PUXDhaHaH6e6uFAGcJriGgyWZ4a3ZlDnurG01+U6zTVxBZ953LPbhM4Zr0pxMihqqBBRsajOZth8uQpTJo0WVeSeZLJJN27ddWOrLuOnL6qCL9x4hWNBb2BUPk57R6f/bSJgy7OcdfrjbhTkKwxsZW6E/XoiKfdNli1NILf35uiOEaLinHya8wV5OuoiGuimCSS8MhpIf7sm1l6YNPFQ6RlQODqLAn69Syiql0xaT2Yj9BuKKOdf6iFSF79y5ML8kzSKe6Nt0dwzbXvcMxJj3PQiQ9zzhXP6iF5Jtts3pdrLj+Qpx88nGdvP4xzjt+KLdbqTSLu5OA4a6FsTItMrEyKizlAcefVESAtIUv2ukOKgiYtjBNh5heY8S/h/fQw/rgHyI9/nszcT8nlJxHlS/HjFZjKVYh13oFYz12J9TiceK9DSXbYAq+4P4F4iAo6JmoF72Gc4S5AIUN05RXVt+DDMCLQwObV7+ZclkmzZvHqOyP55w2vc9SpL7H3kfex16F3c97FT/PGe98yvaaJyvIyNlyzN0ftvwM3XrUvj95xNC88ug+3XjeEA/ZYmUHdK0HjYqRDSA4tk9diFY+sIbK4bIGhxbWFLall/a5Yq0Wwi6cEEccfuxHGy5HXYp4Ije7tm7C5iO5VVZz4l41Bj88G09q4LdSQ6XTy2BMj9AYLUVk5XkmZ6qiD+v6ePrIRJh7DbUjcohJKvtHvSWCJuCL1Ok82U0egDXbM74hni1Xb9TFSqH5Lf9xfGghq6wmnzyQ3bhLpH8aR+/4HssOHkRn+NdmxwwlmagMyr56EFoREUcjK3Sw7rBfjxD0S/POYErZfKynceXp2asdd1x3MVRfvxUH7rctWm/Rhj+0GcsU/dubeGw5gvYFdsNLX/LjpGM3fAhPL+QllKD0/RUGOusJezuaF6k4ChcjSPqKDp11lMlWGjXtk0rP18DQbp1BtS5lTJ02LX6Bx+Z71sN06kKssIpOFi++OMXaSlQ3xVF9g3CCEirtQwVK9w9hSYZbudv/+Tl9OeLGddo0xrOdzyZbTuHeHSazfySgtZdMiFWn4I2Opq6tnzOifmDe3ljA0lJaW6zG0D1VVlVhNalWjAJpMtDrXdweOxcbmOKfeVMdxV0R8MzZOTru3RLcuJAb0RcjUH4t1lsFBAYfrUyui3yNQ100ijkklMKFwpyPQVQQFplVoIUoaIvE1ZdYcanWvqhyW5rTcaNFNssbASowm5A+jp6hdk+QT8r0Wl5vuepOt9r2dDXa8lqNPfYB/fzKKjTfoxw1X7MKT9x7BnVfuzxGHbMsWm/Snb89qSrST8ozk4I5KiL8C8bbQJRSXL8QWXOiUF2WzNNeOxE54hvzI64l+vJ3M1JeJ5o7CpCcI6sRrDC/ZBa/zrtiex5Pte4h2wHvrjn4wVo/raKeobR1I54zk4ONhjATjCBbAFL4tcpEMCXE7TRQ6aMkJGDF6ONfe9RZ7HHIzW+xwDYce+TBXXv8yL7w+TGVzqK0J6FzekX132Yy7bzyY9179K0/cdzSX/WN79ttrTdZdpyudOlRoYx6XQUhR0C/1kYJMCpECHy72Mzjqhez/8scQl6TXWrWL9pAx3FD66YCgPk0sjHHeWVtTWVSKLfw4Vq0+bXKFz4dN5JuhM0kEHl6vbqR9T+UOFPyOPnJj5lnifjGFKyfdfLgsJ8/fkUwBldHXAfoYnTpCLQBuwfATSWzMV2lG70s15KZOJTv6B8IRw8l/O4xo+I/kR08irw1ZMGceoR7U0ZWV21xUl8fZfF3LXw8o5bFL43x+dznvXGN45PRSLjso4JA/hWwxGOlQlnpddTXUawMpWUbWIoXCeHH1PcUG6/XmdL1LtisrItBiktWVb6TFXkwtlzfG4MUSBRWNogy4zrJ8Tpz9egOjKkbKY2yMVHEpidJKGZy8Hn7nqgNpcHcBuLu7xQ+ly7WJBIku7XHC+Gl6nksfbkY3RViDwGDMMrECWNGOGFZTyoGP9ue+DyuQDOneK8Oj+0znpPVqqUhJ8F6z6hpNX0tOVziTJ05l3Jjx5PVu4mlQunXtzEr9+5FKpTBugKSJkQycPGJSbRUYAVa7dMtnY7Ja8Ye/AAAQAElEQVTseFY997xQRI3rrxZYVu4J3TpijcGoPbqaAdFW3AiDAwW/n5cgIxlIr7gEX8Yf9SXSXaojYEyEUT9ikrMsJGN+qmHkmHkYydWYJXNi0I/aHXnoNviq983Xszj8tEdZY8tL+dOQu3jo0aGsu3I7brniQD5/7xyef/oUTj5hK9ZZvRcdq9pRXuJLqRFXIDSSt7hxQ2ks7scIPwVgvgv05uB+k5fsVGgYSn7um+R+uJn8DzfijX+UTM3XWO08/DAvnkqJShNkO25I0PdA7Crn4A84FtthM4Ly9vixCmKeo+QLf9QKCoyg4B0zhcgCn0gj1ALNzSGz5zTy4/iZPPP6pxx9yiP0W+sC1tviLs45/2Xe+vd4ZszNYhNZOlW2Z8t1+3Lp37fk/VdO44evzuT+W/blgD+vxcDeHbQxSVJU7BGzcXz12RgPIzkguWI9sAaM48dgYD605Li0i7UB/3VXUZpk0IAqwsDQOF26pLB37zK23LQ/MZ2QPWsxriNtnMoENDSmOfe8xzQTsuSqNbc0v7R3K9Rwmy0Hxu3QCjm/7eNwWd1yWC+J0aoXroARXRwHbVrk2HTgrEDkNnA6deQ137LpJj2WzyNZm4GxM8h+O4qmj4aR+2okwZiJOpHMJVevzY/maFnS6U2WAR1zbLeGz5n7ejx8fhHj7qxk2sPFvHJ+iosOMoVfPhpUEdFeMi8tyRH3ExRpY7p+3zzFvqG+uYFxk6YUFndPDBbErtBKn2JaWDbdtDcdq0vEaoi7QUIajha+xfVvSXkOpycbb3U9mQvSqiYC+i6Pt8tT2chEhMTwvBJSRdV4viWTm00mPYsg1yw75hgIwbiQ+c4x6jTPVpTrWqgDOWW8+lWG5z6sU7ah8GPmV19qZJbu9+7/Kslej3Xig8mawMmQ/daey8O7zWajPnNxD9TGuG4JobTBvZGMHfMTM2fNJlC6WMa4d+8etO/QDqMqCxFTORpElxeZCDcRausS3P58MwddluObHwNCazAd2xH0qybSwpXOT6c5O5lMZiLZ7CxymRrJooFIR+HCW0QBn2FRmbCiTqL1KivEm/rofgNHpxTrGHWm3IYY9wsBqjNvbgNjZSRDTQS3UC6VnNjbcIOOlOi6bF6+ES8R47STd+LpR4/gjWdP4Mp/7M3O2w6kfUUJceEWZZx8CouY2srT1j8V4wATIiFom2EEechnINNAtm4MTP9Aj+cPk5vwOJlxLxJNek8Pv9MhypJIpPCKBxB13ICo24Fk++0FvQ/GdtocW7YykS/DjNEPWsQMpjDWyHmEWNF23Cm5gHcykBgIhT8MI+bqDeirrydx/+Nfc9YlT7LnUXez2a63sM+Rj3LPk58yeWYNyaIS+g/owu47rMk5J+3AfTcdxlvPH8fzjxzJ6Udtz3qrdcbXm1XL8Do+jGaGxRcPRoBhMc7x1lLQ8m2p4uIOWlL/c74xLRhbbz5A4xLpqgtSSu+155o6eWmh0Dwo9DH6mV/3h0pfeGUoP05o1lVjAtu1A5HamELFUBUXqKzU7+WtF8NqZ51O14vXFjorRsmNj0ek+RTmA8LmDEFtLdmZM8nJmGfGjic7QieOoaMwWjgyE6YTzpyH35DDl5WvLjOs2jNi+zU9jtiuiPMPKeH+Uyp4/eIqPriuHc9dEuPCg0KGDE7SrWtSi66jJ5ZbBWHFtBG4pDEGK+XqVB0nFhbRlAkYP2EerrxFnsx3RnOgSFfha6zWRW0CvXOlMbINYFhuZzw8yTPQew9OlMuJwC5nfbHYwqQbxGSqklSyShLxSadraNJVWKhrqJZOt2F29UXGCcp6pLp0xqsqk21Jcu4DcYbVN2sAnSFw9draLDm8/+tyzvqoJ1NrE/SozHDt7tP45zZzWK2ygaR2EGhRMFJ2Z0Cm6+5y/E8TdJJqEMKIDh2r6dW7J2VlJRg3ejimVLSId5y4PgyblOaQK+q4/O5GxtaAKU4Qrd4N078nXvtOJIs7UZTsQireiUSsA55fosNapMWlgabGGTQ1zySfr5N8MlKEULLjNzvHW5RKkE8mkaWGjPAGIiH1dN9swuIlY6KXZuiIKURSykgyWRphYzwS2pm4f1fglLhf10oOGDKYtQb2olKysp6HtVZm0mBwVBy0xUS/VY66PFJpi49UM6/3rbDhJ7KzXtEd8j1kf7qLaPyzmCnvE589CttcQxSLE8U7Yqo2xO82BNP7ILweexPrurX0ZHUSRT00VpXClpB+OwpRC4HWr0u1gctycRe2gUvnxd9PU2fx6PPDOOaUp/jTXnew79E3cMo5z3PLAx/x8RfjqJ1VR5UpZYf1enP533fnpUdP5Nn7DuHWq/fitJO2ZdutV6Jnj2pSiaT4MRhP8hA4Oo6GC0VGfDrZtEAh73/xxzPohNITT8ukUed6dixnyK5r4tmkUq1jYVo6GClnTnMjl17xGTrSYHQlFpWUyxhG0ptIcgnBbTJUj9/ZRcZocS8ikhEMdfSNItFaGo1I/ESugj5uokuz3IYnqJE+Tp5MMHo0ueEjyI8YQW7kKPJjxhcWlPyMGeiuE/Rgjpemf3WenQd7nHGY4fELS3j+ygQPX1TNXX9Lcs1xpZy2p89OG1otMtCuOMK3Pl5ULHmGgjye8UC8I+fE6MAqbiMosKW5277cp7IkRj4bZ9LEGnLOsLmKyLlQoOp4Mcvmm/XXwp/B00KoihCpUNWWxxu18d2cdLY0zNLCCMvsHP/LXLlQ0XHvVMQJwlisX0SiuJKkFAjdu6Wbp5BprtPziqZxgPgxAlqcmDWeT1HPLmSKEkyvi9j3zDT12SbtHo3q/Do7vklQ0hSxcZd6Xtx3DHsNmENxPCBQUyN+EG85GVn368BTpk6XvQ3wk3H69Oujx/duxGM+TvldPRGUd8rnQFF5sUgDSd7+2LDHOXFeGZlheiyJX9EOb83+JCoq8E0MT/tRo9CB9VPYWDExv4RUUQdSxe2JaYdrbF66V0O6qV6b7yxGVzhWymsEIrVC3qiVZy2xsjIKeJqacMdxE6G0wSiSK7IY8ffuvyeTy/3cN5bgjDFYdfzgQ1aWwvs898R48mam8CKnHY9VIIxIti4wSjpQ0OI1QcNQu6eswTY2Ecz6gOzEpzDDr8WMfoDYpK8J6mZJPaYQCxpIxw2Z9p2h++4kOh9KvP/xxLv+CVu1OqS6gxZEjA8iZjWmbeA5PpXHAq7AmtLqvsYV3QIGzMtOYG56Lp8OHcN5l77NulteziqDL+KwEx/inqc/57PvpzJteol0NE23yq4ctd+OvPzoX5kw7gxefPavWkC2YaP1dSXaqxOVlUlN1kjjbUXZgGQfaSExxojqIr41ywUOFin9X5eMtFPv2KEzCY2HmzNbb9WLlfp1w3q+NMHJw6pPLT0NtKN/9LFPmDTzJ0Lfx+tYgXVzzarcWI2N12rg2kZKTX9H79mEsPkEuhmwIiGqSi/sIyxhJL2SsQiaGsnPnqtNzniiT78i9+lQgu9GaeMzCXTq8PT+6GfSFKdjVAhZ59IsW61SxAX7lfLChRWMe6ojw++v4JkLUly4l8eu64QM7hFjlfZ5Opd6FMeyjhqRW0QLEEl/wkI60vwPNWccn55yXUhEwbnAQSFhAhKJHAMGuQ2pZdxPc2hw/w6oUEihSeji4s/isdaqK+FnDEYLntVNjgyOK11OEEZrxZWsS+DoBmo/nyPFl+7t0ouXUioDFElkCkArrbXl2r11JZ5oTxA105yZqp36dPK5GsIwrb6FyNYVIFtSQrKL3h6kbFNHW655JqAxbyQgw6+5o9eaxtvHTubxQ3+kT7tfdtT948QffviRuroGfM+joryMfn37UF5SjNs5ISo4phdsKrKRmNOVJ2Om5zj3lhnsdVUjs2c1E7Mp8ap+9ekJfpJIfUbidt7himyAg0K2VY4NVewTi1VRJOOYTHXEaGfSnKkh3TxL12FNqqQqwlQQBsvvjPiNd+pAJLmTzmPcbsKhUZ9MqE9FEvd77aPGT2faTF0DqD5SYlCZq7cEWH/1tcR3xNS505g+rYhISh+K2PyRKeBxjaOW7ufThJkJBDXazU3+kPSEf+kt5GrCyS/j1X5HTroYxVKYVAVRVTf8jttjex9AcuWztIAciVe5Gug9LpIetCB0uFFUgtSXVmeMQV5gWnIiCIU71AIdaBfV0JBm7LgZvPfRaG6750OOPvZd1tnkRrbc7SquuuU1Ro7WtYQWsS4dKtlgrR7st+dqXHftlnz6xsl89/FfueGyzdl04w7aKKRopaDhNBjjpqkDR9bx5EI0dU1LRHy4mIOWjJbvoumW3P9931D9f/+zT6W3tZTpOvTkv2yKpx3yz5L4uU+zdI340isjNY9DbFERyXKNuca1MK+cQBz8XP13j7mx8hOlBEEzUlzayDn6miA6DTcSTZlCZrj08psvyH39NcHIH2DKHNkobfaiPKWpHP27w0areOy5aRF/39/j3gtifHx7nBEPpHjpygxn7x+y7dqGDqlANKJf9qMty4UOVEMWQV8K090oT57FOVdv4bIIE3psuFYxxmtmwuQa5tTXkI9+bt3WTyuN7dm1hJKSFEGoTbNOaxLEzxWXI2ak4Z7mbSZoosUtbsRbShb9LnvNRVsumnY98wyeHoWTqSri8Q7qYjHuj/9l0nU0Ns4im5mnXWEznq7FqCohrE7Q6Oe495U8n4+McMJGw8RSXMrz6FOVpjxItNZfuLL7ldd0pplEIkbXrp3o07M7KfFkl4I3EopmL+Clb3IcfEWeu97wSAc+2XbqR79eBN06Enhx0O4mUj8dqAktDLjWbZkuLrVwOxJUXdlul5ZIlZAsqsR6RVpkm3UdVkMkY0hoxJVRzeXzjgrlpeDH0CEImxVNGf8I/bgwYQliMfIq/HDoDyLjWqiOypdESS0pL0lS3alMfc3z9jvDClUjLVqRuCwk5n8iKW2OzNR39QbyAvkJj2HnforXMFM0c4RaRL2SgdBtG7xeuwr2wO+1D1HnLQgqBhDGtFgRFzcxMAIpMAUX6evAycSFIaFqSZLyLfy7XO09mFJTy6sffM+FV7/KwcffzT5HXM+Bh97H2Rc9zXNvfsPEabUkYqUMXqM9xx2+DrdctR8P3HIIj961F/ddvzdH7bUJg/p1prTIx9OdsS/wrHRKHLR4R8nFjHpvXaTASSHS9jFtkf+J4W/jyfV+Rl099z8wgrjRtc5f1qFH++4aB5W4ndcC0nAbj4+/mcjnX0wlMgbbozP5mCe5qW5hLijEAX+YCzVEftzpVZaosMGSRjuDEoUEs+eQGzWO/NhJWPfvNNIZSrQL79+9I1tt2JcBfTtqKvussQo89I8ED55Twt1nevx9v2L22MAysFOCUuGOUYSvHzUF6WykHiqygt60tHM8tsQW/xX/G/S1spsxps1tpKZJG1h31x0xn7rDpO5TVRKnx0rtVBCSSzerT6rE8rtIfXO3LpEW2dDJMvKWGYnjY5kr/1pFuMXF/QAAEABJREFUg1UnPIyJ6ZogQTxRTKKoAl/G3cYMuVwDzU0zaGyarIfsuXjtysjHE0yZa7jw1iYZW19XLz44CbF4Z4zbL7cIykRG9BxNQWuj0rJi+vfvR7+V+lBdXYXni5/WsoUxWiIjsCFhJuKCW3Ps/89mvhmbI+92+d2qSQ7oSVBZKvF6FJTIOLpWNEVXyApJhULkvq1gFDoIFQrEI8JgvCSxeBnxVDERWlSaphDoqi8K4ovlTo2X6kNNcqNFw9NWPdQEcZxFmrzGRsKnPieShfChBz5HtwCiaYXPgYLFeGMMHatTbDW4M0Z4HrzvK0LlRVLeaKH66pPSXjZHNjsFchOxntWutDOx6p1IrXwEyd7HYXruQ7LdRtgSPaSnukkCSU1FTyHSEoEBaxCtFmC+U6bijmYe/UipM/mA5lyacZPmctuD77LjPjexzqZXsNdh93Pljf/mpTdHMmJElnnSrfLSGDtvvR533LA/X318Di/pCuva84dw0JD12XT9XnTTO5ovw2CM9Mx6RBpYFzeKg6HFOeqtEClPUX3nl0qYhWrKLoT/5z7qWE4yv/K6t6itry3MoyMP2Y6ExtkYScJYdVmhvtpZkNUG8ZZb/k1zPi89KCJR1Y5CNYzmSqRvpIXIVf7jQJRweoiMn9NZR9BZimxDPRmd1KOGZso1X/batT+P3XMU33x7Lh+++xeeePhg9tl7VYyUcebcBGt1qqJLRY640m6c3WIZIJ3XRs2IfacORt0pgNKunQNFl8nnPchL1yLNBIfLy0V8Naeccz7pyVM/VtIcWCLZpAKyyGJVt1+nRvETMbcmw5xZIZ54kVAdewUo1NUnEqw9uAOBDcjWNaqexdVjOZ3rp6MrRnQ6bcS6/i8jDlFcxprLWc0YseVZjI3h++VaXNqTTHUhVdQNd3rx/VI9xiahdzcSUZKPJgSc/WgdzWEDbhCXSs5Jrq2Ci7eB8qyxenQvLdz7OgUzRnwof743Ee6KKpTQc4Hh6zEeW/895NoXcmRzCfJF7Yj6DcD27EmoO2DjBlU42rAY0bICFxZwqrwQuo+LF6Cttsv8GZzxsraUomQPfPU/m5+tRXYmkSavNiII7c+VfyUWqp/JynKQ4ufrmjV/rFoY4YiQjcRLxXA57sG5MTtPeuVSqrIUnyqO6xF2JWwsYtSY2TQ2zxMOIwhZ0LnxibQRSHX7E16fg7ADztQ4HoPpugEkekI8Jr5Eb76QjJp7AhciXmh1rsctEGrXG2kBcQUZvYHNnFPHT+Nn8+JrX3HKWa8xeKtbWGWDSzn5jGd4+/2hMnRNpBJxunapZIN1+3Pu2Zvy7rN/5/vPLuDx2/flkF3WpU+7Siq0mfFlSKx1/IDTD2OMI4MxysNijJObg0K2clpCCRVaqrKQU57jeqG8/zUJ6b8W6aWzG+mEN5X77/8YT3099OBNKCsukTikB9I3JK+29pHKvxz2PR9/NkHXrJZUn+5kC+MuCanQaD4YGaQFmrQ1/QNCi+fFiXT373bXQS6LP3YG8eY8PTuW8MB9h3DvjYex+zYD6NauHWXJJMWxBGsPXIWczTFrrqf1sVH9NBhx19YN1JX5ceXrDp95c+aongrkXdayQORkMTNPfvxcwrlZ3dTE+ao2zoGPd+S2t1Kc/Gx7rv+iHTnJrQ1fGPpUl5bRu3uSfJDnu+8mQOi4a6nxcww8CXntVfqr/zloSuv6LyRaoG5Li2X7Wi1kiUQZkTZyQdC0bI1Uywr+I94YA54l8j1sIkW8qJxEaSXJ9lXYrtX4JsZNz8OzHweEkRT3N3JlnEq4wXYA87G5pPtrxHV62L/z+TwHXdzExz82k9DOxnZsj9+/J377dgWjYqRFRrv1+Y1/c0TUhS/yAzydVny/WgtKLe7XriPdeYrcclGwOo3lPfXUXXlpcTRSHiNljDTpg2QMI4OZFclRY+YSuV3Nr2C3Mrp9+1STKi0nbWoZNmwKRjsmIrtQS2MMqK5NdMIvWhWrKyzr+aAxRGWh8WgZwQBpv6DFu7xIJS2hyzP6RJqvGS0Q9Xz97WQefuJrzvjHc+x9xN1stfu17HfIQ9z92Jv8MGEyRnIb0KcrQ7bfgPP+ugv33bAHr7r/aOvpoznvL7uxweDelJcmiSUi8ZQHLxDuECIjAEMk6i6qPFqcSloi+kpU+jrvcqWrakGhhctrAVfHgUu5Wi78nwiORweL8pYPIya6twQZ20XL2tJZXXNcf/37NOvts2unCnbZfiXiXgI0rhRmBgUXSp410ttjT36CLDmMDLTv/vFzQdeM6rSBon+01xgb8WZsXG93adkQjX9NI4Gu7eLxiGsu34NtNuuDp/kSGqOTkwea82iMe3UqxZNdqqnPM765nsjkWJoL9Y40adJkzd3WeosT9CIIjJHuzdEtzPA6olFZmr6bScOcesZMrWRCfYzmuEcjCb6eWEZjzqh1K6hd2mTYoL+ImDyffvw9oXF6rSryrpaCgo80TwcO6EzC9a+5STctTs8XnruFisv48f0UJhbXRruWSDch4uBXW644tV9FvXAF13FjDMZYjDEtha1KEGmX6ZcktLJmuODhHMMmRRrUZWG/Bc3ivsJApIXJASJnjD7WgjWMnpTioEsa+dvDDYyeEeokUkw4qC9+7y544sNzPApppIYRaqP47+cdVrFhfXwZ4lSqU0H5c7m5EIpWYTL+OjVn7iINNo7XQIa7MaNGnuRmBMITj4Fv1IM8Tz3+HaEmQfQruI0xrLpaNZ2qUjrq5nhdV0mRSSMk/OysolZZHta0gFGIk61RkbwLHIDjUvwoz/lA9PM6iYT5HEE+z5QZtTz70nBOOfshttzxFnY//H6OO+8xbn7kLT78ahzTZ2cpqypj8OD+nHX6ED545QxefOJo7rh+P846eQt23mZNVurdnpiTgwgYY3A86avQYlp/FNDijAKXbxUu3rsabSWm0FB1TVsOhRyXdMD/QBeJJwcabiRiMkGaxmwN33w9lX9d/2+22u1Gdh9yC+9/NBpXT9UX8oHmzPARk/SGNo7IJNhyiwEM6t9ZBnihaoVEJCPz3EvfMOqnZox0wOYC8jKAoUoL88/FBcjQsThiqvd7epkTPBuTrou6mDA1DeRFePVVerL15ivhY/EETkes0xURt+KrorKMXl07kcuHvPKNNkZuHqpsST6vG4WcdHjatBmEgWiJcGQsIaYAi2vnynIz6jXHPYxv8XMWZjbRvTyiQzLQO1Uanxj9KvOkvLzkLQ0zwi2MMc2bVQcZotAr/IPliLjKKYC6h3PqBoE607lze9pXVhBpHEmr9+qn2HNVlhNET/2Jx1MEOhm5+Rpp7rYQXTIqsbDkwt+7RCISixTACcIoFskQBakkQe9OEnSSiZN9bnrcp7FJA2RDVXOiYvmdmmkcJFiIQjcwkd4SAl76yLDX3xt5+8uQ5qw4aFdK6aragVVVgxfTG47qm1B0FYq/5Se8bC2McEsH8bwUqVRXTYIcmcxMcI/10gCxv1RERp2zqTh+qhTchK1raq0vRZUSErMECSmvdmFfDh1NYzotGuqX2rVWXGzQvWs1Pbp0UVmMH8c10NT8a22M6jpQ0OoLKdGJ1A+jfjr5p9MBtfVpvhrxI5fe+BKb7XoBA9e/kCFH3c5N9w9nxITZzKxpwngePTp35Kg9d+KFew7n+w//yvtPH8MFJ6zPGit3pmeXCsrcKUQ7SmNiGOOBE6Sh1bn+LwitBa2BK2mtuFDgipdUtlDF/3EJNz5iKpKOC7K5PHWNWWbMrefJF7/gsGOfYp2Nr2Xn/a/gvmc+ZKPV+3DjNUPYZMOeuD6r5UI+r83Ji68OZcL0uaR0bXrUkRtSeE9YqFZLoq6+kUce/oK8J9pCFuVyOKMThkqoSstX6qnIr+mzqv8OXlScPjhMkRaWpkakHWy6RUcSMR8rPbEqt4UQZHpU01JSlmOV/tUqz/LJZ7UYL1D+kn0um1enLHPn1jKnpoZZc2YzceJEJgjybhVfbFNDsqwIT6cMJHkj4qniUgZ1m8FFO0xmre5xDlq3nmO3GEtMVjlqtX1GlsjXLcHAvuApf8KkiWSWRMMYyiqa6dWrVHZffZhXy29xmr5Yvf1abSzCXLNsYyS8ZqkorTRgqRX+6EJrDBaPWFklfufOoPRzn9bz5EdZ3CIeobEz+qyob207Zkaas+9v4oB/NjJqbp58KkV5j96kNFL5Il+ruwZANIwUEXHUOieU88f6wvHVMyQS7QnyTWTT83A7v2WhGsZi5MpKQQ/MXnOE0cKJW0ykhE4RTXGMrBcxsyHb8uvDMjj8iktol7TOKu2IVHfc5NlMm6X3F/MrjRYpDsOQ+sYm7aZm8Na733PTbe9z6PEPsdF2V7DlTvdy8TXv8/k3ulrQROnerUpXVQM4ZP91uPHinXnzsWMZ9e5p3Pyv7dhhuzWorqrCk074mMLPIqT+n0lG6qkDDa1iLd6l3YP4tJl1fPzFeB565lPOvOAZ/rz/Dey0x7U89MD7kp/lnDN3582XzuLDN07nokt3ZqONB0vfSlqQLPB1+CZPr+GxF4eSMwG77dCHQSsVSe6uZIGKiobSjw8+mcjQETNB7w+hjHBEhtzsedjQYlwTgVFdBTjj5EIl/1AfWWmKeDPaZEltMFYzIlOKm8+h1axwDC3Agew6iaJiVu7XUZoPw38s1VVR0QI11F763NjYSE1tDbNnz2bGzNkgO6G1l58mTGCcFpK6xgY6tG9P22l5IQSFRIjpUkSiewK/o4fXr4hQi0iF8Bzar4n39vmef209ih5xX9YnRmDzOCEaCc5qBLqXeHQqD8ilS/l86Hj1J1I5853rlnpOaayCvr06gU4ztrZW5TlQVUWW2xvRtZ4lHncy0duSTiom9JeKx4Y6vjmCRtUcKPiPeyPGDR6JLh3Jdq6iLh/n0geb+H68jLwf4gTLcjujFjHtyjO89m2Ogy7PccuzhuZcSLykjNgq/ch1a0/kx8B4IqH6GjwKLhJHFID/gDMibf0kRalOWlS02OXniJ/oVylHaugXFyMNBHey0SkEN5iOcxNhk57KImbNquf74ZoEhQm1dLyu9M+7bYynRWr8pPGMdn8iwOFr5caVt4HL0twlCELyQZraurm8+9E4LrvmXfY76mH+fPSd7H/i/Zz9z+d56s1vNPkaSWgGrzmomqMO25w7b9mbp+49iifvOICbLt2bow/YjPVW7Um8qAirMXETyTjaaoP1MAaBKQD/j7ifZR1pZN0iHNGczjB87DgeevIbjj39YYYcfi/HnfYU9zw4TGPu89eTtuWRW47kgduP5uqL9+CAIavTv28niuIJXauYguRavoVo4eOwp7UgPPbUV9ppz6UkmeKCc3eUkS2VvH2MLVRr+WjjUl+f4f6HP6WmrgEbj4lugkg6l59Xp/qqtgiBRZKq8Md4I0aNMZgwi4kncQvf9yPGYNQT10cnz0Up+9It9z+XGunZpOnzaMg2YYxwtIuZ7pEAABAASURBVILbXDU1NTF58mQmTZpCbU29yiUQRwtLPJagT89eOtGllL8o9pa0wVCwxX1K8AeW4fdM4vk5tO4hFAKjGsIZmUID0xq6hOO5pDhNp44Q2iwffziafJTXps+VLgyJuE+/fu2UqUXJ/Zn8fJaQAIdDmcvtXTsjG+n5cTLZOkLJNRI2l784ZDbTPJUg1yROl1Rlcc1+/zzjyHuWYie1hM+MOYajrphNQ4MnwUnQy0HSDYmOXmoRcunTMYboveTrMZZQRJKdOmBW7U0qWUokBQpluCINpYl8fdVEwkcCMxG0AcvlVrCyiFkNWqqoUo99TTLS2qE4a71UdAbf/fZNTH3TnWnYlMbObxNhJEdsSK2uJkaM+km9Ut5S8bmeh6yyqoxPIqC+PsdPk9ROOEO1cxNLgfC4euDy5tXWcPuTn/PnAx9klfX+yY573cjF1z/Nax9+wogfZzJX11hxyXjIFqtz++U78+2/T+Hj50/j+vN34887rs4agzrRuUMpyViMAmINtdFEBTeK7utCgcbKOGid5PwfdU7GDhbsXqBEo66y/v3xTE694Ek22OZSNt3yBk498wFyTSGnHLMxLz97KK88fiBXn74Hu2y5BoMGdaG6ukTGLo6VPH2B9hPCBBJxq3QLycIn0rdRuK679n0ZjYBjj9mS7tXVWBPDWlfqRluVnJc+jNWu/PX3RpHzVNauGFPudvUymtrJ6+tqFUBqPX8emULOH/sxBSUST2EaU6xTQJRl+AjZuKge1w3X90U5cHnd9fZQpPfTIErw009FwqJcx7DA1/VqtWQxcOBAunXrrlOILxROHiEmhIQMbjKp/rvOFmaFihf1YslEQiYvoWIKK4lHKAQOVKwW4t6Vu1jkaT5YIpSnb8pP0aVTGXnNga+/GY9vtKC4ug5Uv817nkfP7p1I6Lo7zGYJmuoQibbiFQuNxY9VyCZltajoxkJ9XoQsbc76sWIyTbPIZmuJdLRrK/hPh+5IGmgMo+IkzujnvRQjxxdz43N5Mjkn1mXnqFnIvvgJdj0jzcUPzNYx0cMkUtjVViYc0BNkuJtjGq/5krYtyI2mrstz0JLzH/2G0ngjw+r7JWSaawh1xHTGJVoCF0YFpihOGPOweYMvg2ByrrJGXIro/gQGutoLpYRDf5hBfcbtVtRvV2UJYNQuJQXeaPV+eLaETz7P0ChCad3bTpo9jaGjxvDK219zyrmPsu4WF9N11fP5y2kP8soH3zGlvonS0jh9uvdl07XX4ZwTtufVx09n9KgzePzBwzni0M3p2aML8WRSx2iL78cxxvCzU4fk29J6HRAnban/N0I33nPn1TB63BTe+Ww419/7EnsfeB+bbncFJ575KGMnzGC/fTbjxadP46exV3LPbQey985r0q2igkQ8AamA0LrxX1Bedn6iJebKHczPJggjrr7qFRqiWjpXVrHnzgNVuODYKNnqmwk575LXadSJhpRHolh046prfYxuAMKGGo3bzwOpEv5Tzoi3UPM49ESxtATrxZjXkKa+GYx+3JdFnFG6b692dG5XRl7HiE9G5wiML0wqcd2QjlrNId/zqapqR5FslNFcdcbbGENDQ4NApxYnd9H+7RZcDC3ii1IN9O+YUQ8sw0fPpbkB8RcKkKwXrBzRs2s5HTtUkI+pH/XzxE5e7Rass3xxSQHPi5NKVBLo9ObeypC+sBisNh6vIJ50v74q9UjXFRYVJ0P+K67AOqZTFaaqlECr9N2vBHz6A2TdQC2FJ9cSLA06kt3xWoYDL23izRFO9cuIVXcgPqgvVpPO4EkMBmMEkQCQvaRlWIzCNlD0v+DDyGrwSsFkdVKpE1tuNDT5HVss7CIxbowhVlpOqCphRgqWj6RgAtUPVUZpEk/xL7+dpEdEXZmozwtjWTjlJo6qc+iRgzE2x5vvDePuhz7m9H88yiHHPs1u+z3MPofdz233vsewH+ZJoX1W6tmB3fTecdHZW3H/zYfz/KMH8fLjx3DxmTuz1UY9aZfSeLaSMULuQAOg0TLizVNUmci5wIGizi8Qdcn/c1AYM3K6hs0wedoMXn/jO/551esc/9cnOOTExzj3ktf4+NPZbLNFP669YB9efuR4HrvzCP52wtZstE5XivD0YyUXgXVy9CRT2yJPJzwHFD6qwwIx5H7OR9elY8bN4NHHvy2M5w479mGlfmXClVi4nlJBGPDuh2N4591xmjeWeFmxDJcFt6mJeyhT7yhaUAwsQpDfw/0aDvfruUZHsUgGL9LmzGjHroM7Xw4dh1ZaNDkWi6K6IklFWYpAbUdNTLPQLzS5KUiLcwu+2+h5mlTdu3WhZ89ulJeXMG3qFIJcrrXLrvMt9Zf361ouCG3t41ERPTsmdeI0zKqtYcqMugItV7etjguNcrvpJFOajKPBxDZmCHMZFS3QCaWW2xvwdIXoxWOkszMlH2dwNN6LILJIMLFkglSyHUG+mXyuAROaRar9h5LO2DlroyNmvFdn8toJTNYD+ul315LVEXZJyiAZkvYjxtVk2ePigIvviBg905JLlZBYuR9R326ERSmMw6+uuN4VQGkTRWou4TjkkQqVhwNFF+cjTbNQPAZEGq9IXweLq7kCeY6usRjtquI6UQXpRilDEzjtdrwtBqURB4nqKtQIMpFsg6tocajcguMWFBPC5Bn1TJwyC0gLXB0FS/KSycYbroLvlTO7tolzznuBOx/4kg8+G8uUmbVa6ItZZ61+nPO3zXj7+b/y6hN/5bZr9uHUY7Zjp636018LTHHSx2jH5lnw8EVJTBApbPFGgZHkHSja6k1riEocmELI/wHnDJED1xV3r5/O5/hq5I9ce8u77HDAXWy66y2c+PfHCzLeYL2Vuf6KXXj67sO468r9OOawDdlis3706qHdsbtakdGzAs9arBYSfXBgJK02wBgKgEIWdRoU5Tt+IndVqpXt0ce/ZkZdHeWVJex70LoUx8ql6b9sm85muPraNwl9aV7KJ1cqELpIczZKeMKqcW5oLFwvLUr1P5E24sBK4yLpsNGu2mqRc3PhtTe+R0UsyZWWJGlXWkFoYOKMvGxFM55OIa6+w1UA6W8QBC6LXj17UlVVQfvqSvr17U3PHl3JF377SwgcwUKtFfi4KdIKxoXuI5R5jfeg7iGlxWijGTFq7GSMxq21eAFCEeVlScpKizBi1WiTmctpgYxyqiNE+q6Yl20xHvFEe0nBioc5EGVpcT/jtYEYDY3F+gm8eJEeVxsldylFS83//NcJUSeTwE2clbrhfpNp1CiPf96WIq2HKKkxYrAAkeuHJFordj/4Ms2uf0nz7hchtdqdmIoSinRtYzRBwpiP62dgw5amotGqKyyvc4rl6wquMmaoKrJUFXuUJ1rwOkMh1BL48mL9ub7rktWY+F4Zxi/WVaQ7skaomz9Xao25vEjxULtEdBx39D0pkHG9lHCMAGsINKkCGY7Pvp2ltSnBrzEYyRgV2Qy9V4pRlrSUlHg6hZRw2B6b8uAtBzHth5P55KUzuPAvu7PJOt3o2bWMDmUlFOuqzpEWS/JSQH2dZEKF/6/6fD6gsTFkTs1cRk+azGMvfsYRJ9/Bhptezl77PMwjTw5l3ZW7cusVB/PZe2fywlPHcfLxm7HOqivRUcaqpDRWEJ3Tu0Lkd/i48UjLMNZq696gTcuYyTN57u2vIGxikzWqWH/1/nhSLCNYkJzj4b0Pf2TYmPFk3S5FO3oT8zTkGmttTKNUDCN9s5kmaGz6NTVbEPXvFg+M1VwxeJ5FzBCWFCsMGDp8Bhk7l0hvDyzGefEkqw/shevyhLk+E2riRJFZqKZRT41yOnXurKvdUpWrtvBp6ukarIhEMtmSpzrL6kMJuVkbxtnZiKn1hlGzcrwxvJ6rn6vlo59yZG2ewrwmpFu5paxYm8w8/Dh6jrj5JZVIueWlJfTqVVGQgQlC5WR07a8rueiX9Zc3x9qYDh/VBEFENj+TMMxJZj8jtkZXLMZhNQZnyKIgi3HLNP9lp8FMFJeRbF8NJsY1L2R49POs7jgtkUQUatebV2z8TDj3noB9r8nzU41yY3Fslw4UrdQTjTBYD2tsYYK4RUTjp9asmIti9NCx8/Bt+nLr8Wvx6N8249EzN+OmozfgyG160qOdFgEtetIqcbZiJOa3Up+TqUqhCsjndAE8v2CBSGs0LGh0Cs+ERM1p/LzFSH6yEKCFxC9JFWo+9+wXhIHKNNaFjCV8jDFaRKo46+SdufqiXXj+oZP44NW/cct1u7LXLmtSluoovAs0NopbQZt36YKUTevXVS9sBdpqLFMYqpbWbjJkyUuu2XSGTCaNjm0qiQT/c7zjNRsFZKNa8rp2nTOviS+//olHn/6K0y5/ln2PfY59D7+fex/6jPKKas46dVdeePIYnfBO4srzt2W7zbtTkSrDk8ScKI26Z4zktwAsb2+FQqdJBGkZgCxNkt34SdN5+98jueXBNznlrGd46P5vefWVH/jhx3kkbDXn/n1HfG3oEB9SIlpcy5yrrW/g8ceGUVejra+YjMV9XAlO26V7VicW1zTUho6G5p+btyD5D31NgZ1Iem/FkxdLyRQbJk6uJ9PkFgExvlhOQgavX6FdvaWuqZ5ZOqUsrlpMVz4lWqRkUtDQqIroSQqK4OyMQT8qMKY1tCHGBAIEocbCMLs+ZMTEiLe+stz/esgF9+Q47vIsu5zZxBbHB+x+Zobzb/cFGeqbfGS1BRGV7SLKE0VkcwHjJzhjzi+cUY6VFg1eu7PoGYyuwNGcz+tEHAS/9ZQC7tbD+nFi8WLy0qdcphEna5cv0pIBEU55iQzoLtUYha7kvwyOC2t9/C7tyes4mtPA3HivYcQki8Hq0SzPRyOaOODiDHc+30C9jilBcRnxgXpM7tEJk0jifosL9ccY10IQgcOLnKL6Lpt3ojHGsP0aHXn8jE257Mj+7LhhTzbq354NV2rPrhv04pID1+HhM9dluzW6tNCIlofCYvgQPePFcafGnBQhkrFaTK2WLG0K4lVVhKoTamfoBUhCjn6IRhvczlFcjRg6jfr0PLVxZQqW4qUz7L/LOhx5wKasrz5VlZUSszF8a7DiTehYyBml2kBRVMEK2rJMIW5YkoskLwcswlpGj4Bfj5rBFU+PYteLPuTUe4Yyrzlb6NaScP3R+Y5PB210IkXymjsTJs/hsWeHc8ypj/GnfW5gyHE3c/fD71NsIk46fDPuvekg7r3+QK4+dw/2HbI6q6/ckcqyOJ4txto41iKwGGMWAqsCY4yoLNlHBBJdML+C48lBUybLF99N4do7PmHfI+9l1wPv4ozTnuLDNybSf0A71lq3Gzfc9S6hjM6fh6zMqgN6otssKOy+HDrjPtItw8gfZ2gx+lG8Waxyw4wMlIi4f4SHjLeJW0JdPbv1JNfYvBA/qv6f8Y4f6VILMSUSMfHhMWduAzNn1dLSm5bSBb+e5LvKoJ7EjacTJcycq3eHRSq3jHmEqrZRxOQZAAAQAElEQVQ0VXmkuWcEOIkYSaUAKjZu6kW6GooYMyPk2c89/v6IYc8Lmtj57EaGKDzwX3M46Y5mbnw24mXdrHw3OaAunaW8OMHaA33227qMlBdK1yOHjJKkpUtVCZE1TJhUKz6zIvRLH5mANVbtiQ3FTy7EMzG1N9qMuVNKhNHPL1sta06Es4cx3WYlktXaqDSQyzbg1MVhsCZygUATIpfL48fKCaQcbdkq+a951/GgKI7XpzPufva76Wm2Pq+Ok673OOz8PHv9Pc+34yQrDWagU4k3qDdReSXWKyJvJExxbgTOu0NXqIjrVyGuAhcqa6ne1Ue4NhrUjtuOX501upWR9Eu0i0sQ5T09W2RwxiQZi1inZwW3HLsem67UYak4l61Q3Oo47fvlGGMICv8TXYGbXzQ3kSWqqsTEpDhSoHw+LwOguuojniWX8jTRDbnA5+tRE9XeFShYmlcV+cXWWFL+YisvQ2aou+CseK7TLipqamRSQwMPfTyB/S97i+6HvsY2537MZY99y8djx/HOsBrGzmxqmWTLgPv3riJWNYGcLBupz8zmsy8nct7Fz7HmVlew2ibncNoZTzNvTi3HHrYDX711Nm+8cDLXXLgru+lUu7qMdecOlXh+AG7MpLc4MK1ctoWtyWUNQg11qFOp24Fm9TA8eeYMXnz/Uw447kkGrXsB2+98DQ89+CG9unbgigv/zKdfnseTDx3JWXrcH/r9JMarfmlRlnPO3M6pi8i2MdIWQmjy3PHQh8zOyCgrbogoLCiFSaS5pv4EngcyekJAvjlDUtevLv6fhIhA5ATixxk+9A6Lrrwz+ZDhw6bh5K4Kv/DGGDp0LMF49dQ2tdOVl9cyh35Rc8EMUfPS5AlpxhNkmVKf5+3PIy55IMvOf2umer9GVjkS9r2oiWsfSfP6Vxm+GR/yk96GmxorKA48enWx7LZtnhtPTvDVLZVMfKySD68v5sgdjGyNJdQcbhFzwHZrzsWI4qTp9cyY1SgeZScWZElxqw3IgN7qi3QhZzPEdEpJJoqJcg063GsRkr6o2m/ykWyi1SklHtd6oRNdRtenTlukCRCGAU3Ns7CuknZLkfExRsXyv4nqb2nsaAsMFtuuHL9Xd0y8hPq6iNvfnsoTn9fQnI2RLyoh3ncAya69wU+BjrpGA4yckeDcyik0SkFbSKtbNN2avVAQCkFp0ucfuw6gqjRBIKST5jbyz+e/Yg/tmPe88FOufX4Ek+c2YXSvWF2Z4K979SUVSwrPslBQtaV4TzvXKJLK5jMYTZLFVhVPVpPGS5ZgrU/eDa76jnpsjHjwNZ46qodeI/ff9xn5KIPMAf8N59jKux" id="199" name="Google Shape;199;p8"/>
          <p:cNvSpPr/>
          <p:nvPr/>
        </p:nvSpPr>
        <p:spPr>
          <a:xfrm>
            <a:off x="460375" y="388938"/>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descr="data:image/png;base64,iVBORw0KGgoAAAANSUhEUgAAAZQAAACuCAYAAAARU/vfAAAQAElEQVR4AeydB4BeRdX3fzP3PnV7Nr2HJBAIvffee2/SexFBUYqKBRQUBRRBmvQOUkVRiiC914SQ3nu27z793vv9524SQCEECMXvdXbOnX7mzDlnzrTdxA4dNiL6H/yPB//Tgf/pwP904H868EV1wC7Y6Hxi2PAXLFgh8EsWrH8R89b6PrNWO535653PvI1+EcOKwb9i6Gxa/wKa1v4J01Y5kWmrncG8tX/OvPVF5wa/ZL74sFDg6P0m0u7o+ibDfMnbgaPR8TKOu7wNfy7d+BmL1vwpTSPPYX7/U5ifPowZxb2ZXd6bOYJ5pb1pYg8KyZ2x1bux/rr78YvT9uOfNx3KlPsOYfKfD2LiYhh/30E4mHj/wUy672CVH8xkhS7tYEneFOW5fJf+TzhUbQ/lHeF+/o6j+Nuf9mKNVQ9mGruTaDyQJ//5ApOnTGTKYpg6ZTxLYPKUCUvzpyxX/viluCZ/qL5rO3kx/snCGeOf3N3P5KX5E9V2vPoTjvET2W3f3zCtvCPTzG5MH3y49Phopo9ycBzTeh3A/MIuzA33Z+Gos5m7/vkxOFk4mSwL5m1wAbPX/hEzRp3MjJVPYN4aP9W80HzWvHDt3Lxw4OKfBxZu8AsWrvtzpo06ljnrnyObc6HgF/+DDT/gwXzJa9qoE5mx+ndZsIHjzxL4JQs20hyKbfYFfB7+L9jwQhZJljNGn8Lctc5SfAluF/7yc+L8gHYLBiIFrDhnCIiELtTHGON6wCqurG+Ej4IK+eICOktzSSRryKR6YhMJrDWCEExEaIido9tFI30cxJn/+3wiB2IeOVlLpyI8pApE+RI0t1GeOYfS5Gnkx46ha9xY8tOnkG9bSGRCetTCOisbDto2wc+OSnP3T+t5/k9pbvlZlkO3ytKvtkwYBoTqOZKcHEi1Yt2SuOIw7lZyUhUnwqV5TpYxXSpzfUVYlRnayzBuesQjL1S49PYCh188jz1OMzz5Wid+3nLwQZsxcEgP1Y0EDmtEd8zGodDF+UYpV4rwduPurmU+lO/KXB2jjwMF8i5mFSI8H7SJY2ZJH3EqLmeJ8yJ233s4vmNAJYByqHLhcYOMQqTQVKS4lXKFSlmDXNJuOUKH0vdTpDO9MH6WQmUelUqr+KlRhqH4H+H4uRyo/qNKpJwoCihX8oolsF5CoctV8D+/lANBWACJMZHISIMigSsSnzRPkKRjcLLm87iQSPMoqpQwxvsQbumRm0ifB+WH2lgiKeKHMr54VAOnIkKNeBLipoxxWV8c8QrB4JhZLDQRBCGeX4efrMckIroJDUGURyJYOd1ZynHepR24+P+gmwNOpx0gTkWyRJGELTuGdUauvZ1gxgyK779P+Z2xlMZNIpw+l2D+IoJ8US1ChvVIceh2Gf5wFvzl55a7z0lz2beTfHtP2HgU9EqkSFUqGFsiKdEEQURnLses2bOZOXOmcBiMEQAGcIbOycjFnVZLjMr9UL4KS7kkj77dwTk3dbHLTyrsc34LJ142h4vvyfHsqz4zWwN69M5w6S/35rRvbyZtEApnpAnVR/fkFhrlu15cLHQV4rRLOVCG/JJ8VIZao/YOXL4Dl2fiMtemO9ad79JLYEl+d0hcHxuy4XrDSOdT4rWPyZeVZWL8VrTahEc56YyFsIjXrletCGqrNJ/mDFgLiSQpLSpujlSKC6kUmzDOEMUjiXC8/jRM/1luNICQcilHMlWn5TehKstDk6r9X/GSX6XcCZ7Ft1mMMcQuVmbHK6W/gM0OtShVoiJuYbdeSqgdTgeKSkPc94uAlYS/SPv/aGu0JQ2iCKtxo91IKAb9R6WvKcOTQSrkF8W9p5KNpBL1GA9NDsfQUPmOaKvJKVCW/FIWxyUuQ7X+L/slLHCLRygljw2LWGdkuExTmxaQKXS9+Tb5d96lpBNIYtF8KBZIRF3UJgxrrVzDhcenePqaGibenuW276c5efMU6w336d9YpiqlnZKbMOogkO4UCgUWLGpm/MRpvDPmPSa8P4FOLVapZBJ1H4OjKZRQXFoBkSZNgKHT88hTZtx8j6sesWxxdpGavZvY+8eW39wPr77VwYy5tbQXe9NY3ZODd1md2/94BK89fy6nHrMFPZJ1JLHC5AmtjcEqFeuCUkZlLIZPzncl3bVc/WhxfZdjgUiAcC7JN8rRLk85roaBj9S3SlmVedSkqxg6oA9R5GEqIVa6rcqoEKPJZ9IJ6XWFoKU1LouWMIdlO6NiBwpAJ6FUqoZMulEnnTYKhWYIy+pC1EZxjc/0saK1VCxhbUBSu2+Eif+5pRwwLhYEhEERm8wQOeOkvDg/nhMWZSrnczBfrZzX1CCqlNFuGoQ/chkOkNOc0/cLeVH4hdp/bGMjxYlIYLRdNWZJla8rdEP0CMXEjtx8TUi0+WrAJHwi0RcZJ5zFRLqog38j1VVx8G/Z//8nHVscaKSROOdAtx5E7hqloxNvQTOJKTOpvPs2xXdeITfuTSqLZkKxi+o0jOivhWLtFKfvVcMdP6zhtVvSvHxpyNl7p9i0vxCHYrZ0xZgEUWipVCJynV20trYzc9ZMxo8fz6RJk1jU1EQ2m2GllYax+uqrs+qoUfTp1Rsd3kUZCgU21PVMxKxF8NY4wy3PlPjOpV1sdLzHBsfP4vRr5vHGOyVd5STpUZdhjZUHsMdOo7jgvC147P4TePv5H3Ht1Yex516r0VhbrdGCZ8EYmXjDF3YREaHGG8hgtLbnmDGniVlzW+joKhFEJZVWFvehTll2h640IbpOPmU9vIROgvkCRrgj5YWu0BpsrzqcCzo78ELwNCLjMj4r6LRivQYymUbJSDzOtUn+IcYZOOFcPnTqWYQF5VbJeJFOJyki4eVTxsn/NaeNeKWcE299LbhZWGLoXeiAL+gkBmOieEExvhYsJwPpDLEcXCFf2NkvjOFjEEQiMHTKtpTYj6n0pWeJQaIDQag720JhHtZYUtptkUjgdteRhKQ1BS+eHPzPiQPRYlAgHwpk6KSEdHUSzJtHaepUirq+Kr43icKEqeRnziXqKGBL0KuuJzutk+K8b2W48awU9/24nvt/XM1Fx4fsvkmCobUW6+SBlNpAoKuxQq7A/HkLmTFrDpP0vjJj+kwWLlhEwk/Qr19/hg8fzsgRIxg0eAD1DTWk00mcHK0mg8RJSzHi1UmGax+Aky/Pc+gvO9n35x2cdHEXtz1WZsKcAn4pxaqDB3HAvmtx8fk7c8eVh3H/NYdz5zUncObJO7Lx+sOoq/e1gAi3ziSe6GMxLOGHC8WMz+U1Wp3bQ1o7c/zp5qc4+uTb2O/4m9jvhD9x9Lfv4p77X6UQXxMLfSTGiEeKLdvL+Oy932jUDFMMCXU16PqJtJiEniHIJNQ+lE0qY3N5vNDx3irvs3phtcKv95RkpgdGi3+hqIVBhs917qh1vHHwSZiNrpcrpQ4Kujpz888maomcThF+UpP/k/lRVNH7UidJv0Y67okHjj+Osy4UOGYr93N76UwYFuMFJeFXY/QjQRADrh8Hnxt73PDzaFjc8JM+kWa5PNbR5oAV3sUndf0f+SbMYCoFCvkFWOuTrqpX6GG10FnjBOZMhxErY0L5v+iMBr0EIi2woZTaAe66sr2D0vQ5lF5+l9I77xFOnow/dwaeHtJ93dsn9eg7oGfIybtZ/nZhLWOuSnLvD9Ocd2CSfTb0GT2kSM9sqN2xcaorxY3i0EixI13TNC1s4r33xzFf12JaHxg0oD+rrjKKVUaOoF+fPtTX1pLOpCWzpGQUCDwqxmdhV8Adz+c5/sKItU8osNuPWjnrli7ueLrEKxMNs9sq9Mim2WqzIfz4x7vw+ms/4tm/fY9rLj2YEw/bhu22HMnwlRpJpWR0pQvGSAcMWPHCaYWJqYyUMgLifBPHPvtHZoCSTiCtuTI7HXQR51zwJH/91xjeeWcab78xk7/87UVOO/1Bjj3hITpUJ3DvFK7rT+kq0omktqovPXv0RkcfgnxJoRoGYCKNRAPxsknNQ0NX0yKFKsMBn9NZjJcgmazB8zyKuYUU8206tWjDEYYiQeDkuhS75pZOn6HkXCi2UC4vJKtTjp+oFhUizvHY0bm0/v/tiJGWVcpF0NbD1/tVaCxRvOgulpnj1eKoKn0ubyJDJHsY6crRT6Tp3lQLqeZ9jFDlcfgFPvYLtP34pjFR2tUYabZTmo+v9aXnik0EYStd+em4xSOZahADPQKN2Kgwhi+div+CDpwR0A4y1OIQtnfhzV6IN2YahRffpfzWRJg5D1MqkpFF7VnrM6Jvhh037sOVZ2R565YMY242/OrkBFusDQ3ZCukUuKtOnIt1QQx3eiCe8yEwxtCjRw9WW20Uo1dflUGDBlCrqybPB9+zeNaTkUK7+oDpCzt5ZWyZn98VsMO3O1jl0BzH/bLEnS+20NSex3oZevfswfqjhvC9Y7fi77f8gLGvnMujd57Cucdvx4h+vWmozZBJZ4Tbw1qLEbiNhSfaPgwapih3X6sQlfIFXURXrsQJOo1MGFthWI9aLj53D/5+++E8fPNBnHvCNtTUpPjLo89y+R8fpKwrMYnkU/s01iC7w557rqL3KTA6JTqdtouZHG/oqmQ0Qgi0oMiSoCif11ljMMZgfV8ybiChk35Q0matsIigooVF9/5Gi6HR4oLCMOiiXGrWZm4OYdihxbsHxmsgMgYQOAPJ/9wSDoRRkVKhg0QiSyTd10dF3TrYHVfyC/pQ87xSLmGTacnB4ZYcYpwudBAnvtDHYf1CCP6zscFN1iDKxUQbVXCg4Cv1YaVEodCEtdUkM/WEOqFEuOn2dVDzlQ79PzqL7bgxhBq6g0i7oKiUJ2xtozx7DuWJU6iMeZ/iu+PJT51Jsa0Za8pUZwLWGOZz1HY+FxyX4LYfJvjnb2r483kFjtzZMrTe4BeS2v16+KGHMRUt2EZyN6JhiWq5uJIf430Zp2QyidEPiEoDlbDCmNll7nuxyIW3Fzjmkg52OafI1j+EX97exUtTAxldj/6D6tly47U54+gdufKX+/DgjSfz6ANn8Iuf7cX22w+hsaEHvp/E8yJ862OMkH8MDV92lsXw0vMzefHt2dRqQfvZzzbWCakP/etqGdTYyIF7r87Pf7il+B1x+z3vM2lGszZCEdGnrSoajq+d5nabrooV76N8gB8Y9RYBIUQhQUaLsm+gVMYZkm5jruLP6Y0RLoG60YKSJlNdh2d8GcKcoEWLx0LynQvI6fRS6GqhogUnoRNJJt0L6wylEV2iEOznpOD/v2ZOWpF0vlhsQ8zES9TSLSfxKDIasAMFK8BHlKRbNpaFFATj8LuF3YVOZ4yj5ot1JKq/GIKPtI7HLqURgZF2KsZY4ixVWhIq+qV614/RLq+YX4QnQ5KWMntWRsuIkaLGlX+pBHzNyN34HMRkSEEMEVZKY8oRUVeOyoIFRGMnUX5XMGEi5RmzqDQtIOhoxauUiXQLhIxQKIO0ylCfq87y+d1JCU7dzWPLDjPMsgAAEABJREFU0R51DRWMlaEKysyaPUvvHpOZNXMmgXY/xvHYeBj94BQ0JkJKKjpwxsSFcZ77RMoyusIqUigHPDnW44fXV9j55Ijdz+3i+N/luei+PI+9VtYhKYmvB/s1RvXmpKN34IHbj+If936bW646jJ+dsxsH7b0+a67aQG3Wxxfq7v7BGIO1lq/TiaO89sYcWpqK7LnPSqw8rB+efjR4sGA8w1prD9cisx7T5sxjzrzWmHPGGJbtjLB4DOpXQ11d0h1AiAoVrSOR2odEJsAkJQvfk/wNhbZO4NNw8qnOYXCAsRgvSzLdSLaqL+lsg+J1JDLVpNI1cTpb1ZNkqg7jp1BlIBI4vyR08f/bYB0rNJfCUmd8OrGxrQJjxGX5D3jGF3A2RlMsduBpA+DZBCb+CfV1BDjURh8HCr6AV09foPUnNHV2w+iO1yHX2hLXWkJ2nPgSP67ffE6LibEkUg2EMiih8fA0ex27HG38f+YiDSzmr9vVKhIqjHTtEBWL8a+NVqZPI//u27rCepNwwgQqrU2EOl4TVIgtcFYGqXctiRF98If3xvSqllEKmLsw1M5T11hpxD+kfAZf+L0Q8vk8rW1tFHQd1tGeo6wrM+Tc4oVqssQZF1EjBTJzlALoKsCs9pDfP55jj59UGHxQF3uclefS+9t5ZlaRea2+rklSVFdVscd2m3PVZQfx3os/44W/HcfFP9uK7bdalZGDetG3R1Yy9jG2GzzNTmvU0TfIu5G3a8BOLzfbTI/oOiKaWGBWVEaiPZTBL7H9TsM0Zo8OLfplvbmocLn84P69WEnvQVpJqDR3EBmDibqbRtoYGAeaC2F7uzLFfH1XiF/Sh/pDbyrWT+P5WfxEtcIqrNJYL6YnirXHjdf1HOqzuLFi/9e90ZtlqdApFqZJJWvEDoObPkYz0LBi+BTJFrvrySjIk0hmJA0fmQjcG40DnIvU7wrobomUHcoVAo7AUFhNJZA+eWj+4I7IKwT5pyHRrrorv5BQP0sWE8cnJ6BPa/rfUO7k7cYTLR5Q5IiWHsQGpFymkuvUaWMR4bSZlMZOIP/mWMrvT9K11ix0F0HoqbKumMJsiqhBd7V9q/EH12OH1RP1r6JQHVHxypCWAGWcF7QELJhexsnQQdydDEgkbfR1XZXJyIh4Cb1NpPBlyQ3OWLhagkg4RGdQNsxo8nh2fJlrn87znavzbPODIqse1sWZV1Z48s2QTp0+evQwrLvqEPbdcRjnn7kLD994EhNfPoNbbzqMww7agMEDq8iaRlI2QyS8Ts8cwIeNZOQ6FnxzvBEpvi8aTZH3dDIMjR7PtblhMUQai4u/9e4MvMjH/aKAn8ir1fL5xoY0q41qJH630modGU8LiifsvuafT6jNQugF+Lk8pqJHX7N8eJdR6+OLnGJ+fMn/cj+BA0ZzpFjuItAGIpXugTEWzIfmECvCSeBhgWJxIYmEFvpEMp6lTlyhiiJ14UDBCvEawQrB041ElBn0I2plj/DdC6vpLvqyvybytEsuEIVtpHXM9mTojLUY8xUR8GUPcDH+SLyNsBqnhXyRclMbuWnTKI0bT2WcTh8TtYDMmUXU1gJBmcCrEFbJyPSoItG3HjOoG+hXS9iQoaxroiBeDBZ34BnCtAdJn5J2T+/M8dEGZ3Fhd2CMIZlMMHDQIIYMGczAwQOxSUtg1EaCb5P9fHV6ksv/EnLkJUUO+kUHR5xf5Pu/jbj5kQLvTs8Rqc6IAb05cK+1uPy3B3KnFpA7bjiam646lu9/eyu23GwwtboycSciq27VJRo2EqgCAzhw3+6Q2Lm4gzjxjfhY0bnyyjWk0lkeumcSi7q6cP8sipNhSEKTO6JZb1kPPDSWulqf3vUpnQKr0FRaLvqt77HS0JV0Mkjg/nDXz4dqZ+L2keRKNoHjXeDeUbryKltezKr6P/+lciAIy5QLXTL0aYzODUEUSW4WpOH6rBCvKUxJ12lWOBPJBtCiFRkFgJEqKMqKdI76FYlPd3URQVCiIqzGJt1X8OV6x5Qw7KJcXEQi2RPP6ugoxrn8uGcxLg7/iz6O9kiSjyIRL3B/hOlXKqTb2olmTKf43rs6gbxB5b33sbMWEOlKI9I1VKT3o8jXglOfJdm/Hn9II/7gRsI+NVTqklosLKETixc53YrlZaJoMWfUq/EI1T6RkIHSO9jfXslR1gnC1XCwuCJG/E2n09TU1pDS4tJSSPDEc3lOu7iJjY8sssN3FvGDGzp4+Nkib0yOmNdu8PwyG623Ehf9YH9e/Md5vPLk97jx0gM5cs/N2Wr9oQwb1FObAe2irNRfxtBtSIwjSdMMmV4UR84oYpaGH1Zhl6uCb5B31O2x2/oM6d+T6bMXcMmvX6alrStepENbZPa8Ls7+3sO0d1p22GFlRo3oh3FH/KUyWfZgPKt2269MfW2a0J1AciVxSzJWM6kP6IRitOuNZFnCXEGc8zDiLeabxyuR/H/GO3kUuubj5OD71YSy7m45QdJznhXgTGRli9sIA22yM84mekR0y13d4UAZi3NWQIdC4fRdwYrzhlAGqJ1Q96qh1dXKCiX3P+k0WnmNDF8x1yIGZUl4tUQ64rvrEMc6bZi/VApYwS4yocYREOmhulIsUe7IUZm3gOLYyXTpCqtt7HuU9QhOS4vu3isaqyAVEtYlMP1r8EY0Yof3wOoKq9LgE6SsTikGZ0ScgXFAzBGjU06Is2yRHuzJKd6Sx85sw5/YStBZ0YnD440pAW/PbqGg3ZTjs6+687p8Js0zPPlewGV3ltny++2sdGQbu11U4ean00xrK+ElahmkK7XRo1fmxMM24e7rT2D8K7/mqUe+w+nf2Zw1Vq+nNuVpd5YinVHffLLrngQfUtXok+t+00qMCGqsreaKK/Zi0NBe/PPlSRxy7AMce85dnPD9Rzjy5D/z7uwcm6zZh7PO2JN0VTXRZzD4VhuAUSN605BO4pmASrEMbjGSHuG2dZoAQcLD6L0s1a6H+cp/EfPEu//ffMx9zaVCrhVjDNlsPdbXDk9yxMnMxDW+4LANNvR0QdGl00kLfqInJqEFRbrg9JHFzsUdLE6ukMC6f0bDPeC6Xapxy9UXQmu0IgaE5ZwMSgYbeQIE5gthXVZjo3eTQiEvuxiQTmsyqqtIi5prs0Jk4xB9yeD47nYoRg/ckftjwtnzKE+ZQuX99wjeG0Nl8mRM00JsMS8l1OIhQ4zeQIwe0s3AOsxQLSIDGol6VFNOaxHxJQcLoXiBNRjRb7WSWCyeA1032bw+HRW8+V3xImKmNWFmNWNaOjA5SGmRbshW617f45ifVbjigTQ3/cvwkztCTvlNG/v8qIsDBD++Pcfr40sERUOvxmq22WwEZ5y4A3+8dF/uv/47/O3uI7j8l3uxzw7DGNCrCl8/VjRYTSZjLcZYUecoBPd18O8x/t11V/r33G9s2kaWjdZZieuuP5hDD96Y6jqf8ZO7mDC5mX59Gzjp+M258uqDGOk2AxqbFcgv13gMlrROiKsM6i+BJ6FU0tVXBeMWFZU59npVKVyy1NlJVKrwhac5/3OfmwPaO5VLXRAWSadqwfPR1MTJyZjFWJeEi5OfLTCSvaVS0SawMB/fr9WmrZYonl2fDdPnqW3zuXnkc/MpFFq0EBRAOxkjTA4ULDcZkUgOA6jIKKJWCS+tr7iHc0uwufiKA6M+K5Wc+mwR0+rpFk6EOua/xcXK1FUgHDOF4lvjKY6bqhPIHMJFMu5dMu56bAi1gJiaJKZvDeGgHjC4gbBfDUGPNLZaxkKnEDxxQ4CskZGhJtZQTxyyUjCDrYTYDhn+ee1aoOYRTJqHN72FaIFWD+VHxUAP3j7rrjycH5ywLY/cfTRX/HZ/+vasZcq8DL+4rRg/ov/6njKPvmKUF1GseKy60khOOmw77rnuGJ578HTu+OMR/PzMHTl4j3VYZ3QfetZX4ZECkyR2BtyCYpRrrIeL8yGBGZxzXwfEJS4WX/2BxiNw1jGOKeO/wWsAfpRkg9HDuOT8Q/jH/afz3N++zb/+diIP3X0CP/3hLowcktGLClpuWcyT5R+YJy4ddewWaKsB7g/XypWlmzhjDF5tBlQHnV5suUikzYK4yDfffX4K3WbKQfT5UazwlkYyiOI/+FxIKj4x1ElmmrdxT0ZfBwq+ANFuEx2FHdpXNOPbHqQz7nQivPLC/KV766frsF6SICyQLy4gl59NPj+XoNCOU75QCwzxBA5FzCeNVNQGFtzbSaVV7xjVGOuMiFRcxzgnWAdCsMK8Y1xYLlPINePpLj+R1irsiQYZ1BXWyZeEyHExlEEMigWK46dQ0FVWqa2ZSlAUzwskwkpsf22PLHaA5OMWkEH1lPumoU5jTEkWnsCdRDzxXiYIqaaVnFy2rsvRizq0FUnojt6f3hovIuF0LVILdCLJVbR4WGoyvRkivAfsugY3XnIs77/0G1548rv88qc7se0ma7L/Hmtw5/XH631jAD30qFyVzDCkX5pdtlmZSy7ek3EvncPLT5/M7y/cjz22Hc3wwfU01qVJJaxURlsMkfgBC0WndOGD9PLHQhnAYqlAa3sL8xctYvaCecxb1CldLeDKlh/T11fTGkPCWqqrDIP71Wsh7stqIwYzqH8DVXqv8qMaSVGyldH5rFS6VltvVk/aC/BLRnvCCKmX0DieQ5BWDR8qOs0HhS7ce5xqqPz/D+/GEoP0y5O98rWg+qUykRbXUNdLkWOGWPF1jtadUiO9gRa0eff8emwyS+R+o9JINk7mbgCfk8AlTb1Qpx3ZcfcH3aH0KZmtQYdjYf3qBm+TySrS6R5ksn1IZ/qQTPbAmCTlcoGuwiLyhQUUFZZLHVRKOZ1iymj1EQTdUAkIlF8uNVEo6oiVyGL1yKQtksToBmIwi2Ma2QryDmNIOejUxDH4qSzahmM1aa0EZIzhG+ti0mRpdf0QTJxMwv2hoa0Q/9smPVIEegep6OqjMqIngTuR1KaIUh6h59QmwurHOHDjFGetNMYGBlOKMHr3ME15vNnaDEzT4jG9CeZ3ELVBopKkZ0OGDdYaxhH7b8KlP9mfh289kBf//gNuvfowDj94OAP7CL8WJbQ4RaBeYKN1+/GXP5/Js4+eyhP3H8ULj3+XB249gZMP2ZKh/RpJig5VVWWDsd1grcUY5TpAH3lcGAPLdurYLRLuDyXbOjoZN3E+f3n8fS6+5gmOPv1Ott3nRjbf/Xr2OPwqzv/9X3l/0lwtKiWkYsvG+w0pNcZgzEfBM5547X1+CsWzrObw0J6D0cMXQVcgCQqn8uWRnZF+JTRFDOWmViKDyl3J5+/ym9IyHoXGQxRg5jdTmjyD3LjJlN6bok3UDMwCzQNt3EITEtf9Ggg3uvoPKzlyudl4iSrZ2EYwvvQgwuhHCfhIyGd2bhMZBK0U8vMxYZZMqgduIY3ElyWn+8+M9HM0sEiZMRash/HS2ES1BtxAMltHMt1Awq+S9lk99pVwf4BTyC0i1+CR2l0AABAASURBVDWfXOdi6JpHMddKqIUlkawnmWoQKg+MAYx+xDQZKROxwpxjlNvNVypdJDO1GCujK4XBzZQlsMJ6W7GIHBuMFDyaMJ2otZOSWB82akHsVwc9s9CQJsqKf75G6RkNqRswFtwpUAuICS1e2eBpAWFBB8HMJoIZrQQzW6nMbSVoy+uKtoQNIlYa1sCBe6/GFRcdzP03H83t1xzF5b/ZjxN1RbLZxiPpo7eYhJ/C2mo8m8BaUWjACDyTwJdOpNOWoUN7sNqoIVqUeqiewbcW3/PiOKrrwCivG4zwGIwBHMQfF3HAUhcqplHq2+1del5LE39/ZgJn//ph9jzqRvY5+kaOOfM6zv/tUzz42GTGT1/A/OYcr7+zkMsuf5GDTrmD196bT0AxPhV1Y/pmf40x4o/FGBND9wJsAAd8dqfJ5ScrfOtba+nxXTjaCzEvJEnpj/uC0bWXp3kYduj+PtCCo2r8f+DcMNw1ezh+OuXx0ygtWEjY0qw50BIvJpXJMym6uVYoEuqE1s2Nr27gRjJ1f1DoNubOlqaSfdAUllxQiXRAX4OjShDbLj6zM5JrpdJOLr8AY+pIpRqwPri52I3a4eYrcRYMzhn16WKe0dfqysJPYhOp+Poqne1Fpronqep6kjUNJHSU8rNZ/EwVvhadZFUDGeUnlTbOyAhHjEeIHV4FK9QbLcdlPcRbsiR1IgJPfDMrtI8vA5lYTLlSIjdxIkE+DzbE719ForcW7YxKfZlUG6hrhfGIDAq044BE2ZLpDEk0FbBzO7T7mk84vVWTJodtLeEXOlWnRDW1bLX2QH591kGMffmnvP/cT7n1yiM4/lvrsOkaIxmqR+CMn17chwKs+wgqAtGg75ftXS8lTYJC0KJ3mALT5s7jihueYYcDL2fIWr9ir8P/yGVXPcNLL05j1qQF2nVlSfQbSHqDNclsvC523VWpWn8NovoejB23gJNPv1un6dSXTfY3GL/RDEixzXark/INptiFp2tCwwcuSvkEmoyJYpEo16XNxhK5f1Dnvy3mxpfQRtafPIdwznySQQcDB6Q5/phtOPP7W7P5Jn1JmQKmpS1+n9SOGPdblF/VOK07GgYhucIcjJfFS9bh9oSLTe4XJsON39PmslJulV1ZhE33IlGld5n4RsOVfuEuPjMCaZXrWIGaupiCxV4p4/JdqCzj4dkUvk2T8GtI+j0EDSR1Zeb7GVXQIiROyU4oLu+shoIV7412GiUi3RUm/SopSEJdiEZ9Uf98g50v5pi5zXgt2iUSQK8s5Xpdc9lQBsFg9YOOx6aimG5xbC7Aby9j5nVSnr6I/LR5lGa1ECzKIUtMVSbNsKF92XTjEZx6zM7cf+uxvP/a2Tz58KmcceqGjBjUSOwceyRLY4XXA+PSuE/EB84q6vKWgJIrwGtTKHm5BTKkWCoye24br42Zyf1/fY3vfv9vbLz1Fay12W847Yd38dSLUwhTRbzaOujXm2C1YdhNV9cCMorEkIG4q83IeBibIEwmKI8erA1ODe/qeuPRZ97AuB3eCqD5m4LCXf19luuKXo1petRFeLptCN2/PhxEGBkcE2lEbqFJ+kQSSNjUijuIumyV/Hd6g4xzRLmzg/y8RZBIsu8ha/PKoz/k9+fvzC9O352Hb/42vz1vfxqzGW249KYya0G80H7sgFdwpvvFh3K5g67OaXhehmSqEev5uBsAY0T8F+1PtsT93VEuP5eS+vGTWky8WmF1Uv3wuV9ZX5k3WAjpBugmRUl5N2TjJqhxC8UHdVQkr5ruikmGEOPiGoBjkqumZOgGG2NT1RXohZpIK34h14n1DFZKFKp/ozGYuD9Xg2+kC8XQUA+F4YJFmtSGsCqpHbYWYuU7NiMD7xUi/OYCRieQaLqurrR4VOa04DV14XeV8MXfQb36sOvWa/GTM3fg+kv24+7rDuP+Ww7ktz/bi923WYcBenexNkPCS0q4Qi7edEtWcUnbukAfG5cqgXMu/Hdw+V8MnDTaCwVeeXsS19z8Aqedcy+HHH89+xx6A4efdDPX3fU6705fSDFdQ3bwEJIjR+KvvJbCVcgM0WLRsyfldIbATxB4IaENiGQJQ9EfSf4pnevD3vVUvBI/veAxQhnQ6N//rP+LDeEraR1pvriOQumw45mLu9Dlt7a2xrkSvcteJvSqq2P9dXVyk7JF7Tldf4WYUNJ3CibZm7SPmy/l1mZpWyhYJrpveGGEF5QpzJirRSJi/TV7ccmvD6Fnj2pSXkr675HNpDjw0A3ZYatV8MTQkt7kyrru+7IHZiQx9+ZcLrfh6/E9me4J7grbIp6bxcDndkYtwyBP3v0zU3ojSfq9Sejd2pc9tsKuKRJvGFTtK/aRrMrHdOkINhLAxxR9cpZT2k8uXSElVrt6dx+JlCKZ0unEOrQGo74duNQ3FYwuTstdXYTFDkKvQtgjQ5g0MbmO1UGpQnmeTh/zWqGpg0R7Aj8fkjadrLJSI8cfuzUP3vt9XnjqNG697lB+ePoe7LPruqw5si89dO3oh+7KKhQ+Le5EUivEF+QckxyAK9X7vfL4UDmLXTctixOfKXCGL5BMApFQKOeZu2ghD/79BQ474zbW3/pidj/wT3z/vEe4/Z6xvPraPOa2FfHr+lEzemWSG66GWX0k0UpDMb17QnU15VSS0Pii0YPIFy2OtigO3TcyAW5w1kQY7boxdcycvQhxVfmuLv81zvEulLyKGlJJxqFUKTJ99lxuuOFF9j78FjbY8RICncbjsX3KqLJZnzXWdqdSSTpXwC2uodvoaQFGJ5SgKkHF6Zx0zZQlrE/B900udnpccf/iQGcX2bTPD07ZhoZkHU5bltDtSe0bNOYjjtmAMOHGWyEhviwpX7Gh9C6SvqqbLr0vV8JFWC1oiUwjkVX+x5vaz0SCiTQddMVXKeQp5Jswui1Kphu1uU4IjwqNaFDsa/PSX7H8a+v+c3QcUQk68b0kRrvwSCYHE2JkrI0Wlc+B8Ktrol1oJOWPnNX1jJTNKQHdTkpoF+UxuuJK6X1j2JA+7L3bSK797WG89eT5vPrE97nsJ9ux4wZD6FOXpTabFA8sxgisxRpPeKzAEMVffRZ7l14cxambgzj94YI448OfT47H/96QxiJrRUXK3daRY+qCVp5+ZzznXPwY2+97HatvejEHHXsn9907jpkLmujSqaGrZ4bSiF74m4wivclozBrDKDfWQlKnNM9Hg5BMDW4o1hglDR+4xcQuDohHAmj8UVjBSAd6VWXx3cT9cDO+ea6bdSE6TlGRUW9pyzN1djNPPvMmZ5/9EOtveQmrb3IxJ//4Fh599iVmzuvQAtOsgXQR6bpKkU/0vmcYNWwkmVQaT5f1pqxVSrXd1DDilbbuLgWlEhX3T/iIV0tZqpL/Ju+Ld2baHI0zYL01+rHBOsM+tJgsGZXF6MephTvZUg6VMit8mK43J5ug0kYuN0t9BCQT/fBMA5EU2s1KG9so+/n7dooTlnRtvEiwQCewLKlMHV4igfXAGEdFyFft4l4dbYJyoYsvMMKvmnRLqIfGoFIg5YyQUx8xMd6Py6C4SfNVU/RZ+tNlDSZfUBOJIONjEkZKIAg9XeNFmM6yjEzESYdtxHP3nMbN1xzBkboTXnmlvqQ13qRXi69js2eshGZi8Ex3iDWghUUI6c5ZLFaD0nzEKas7b2nkI8UfSkSKLwFF5UMiCuUc701s5s9/fZ1fXPp3jv7On9h579+z177Xc9kf/86Lb8+kjRT07Isd1gszclXs6muQ0nVWom9/Ql1hYTwwolGhVRcOjBadGJQWI+h+PA11dA8x+gGrPDVzghZELq1TEVqwTNjFz362sXJcOd8IF4kKBwpiH8c1xs7OIm/rzef2+17kJ796iCNOupHt9ricfQ/9E1fd+gJjdYVTpMiQWm0cMrU6qXnce8cUGc608MRYFP6nN/HoQ9ZZq5GBfXuCeBbkS/qGoGaRMaCdPNIVE0jncrk4n+Vwau5QLEfND1dRf+q9O0cYNFe74yviG1HRQ3tBJ/6Mb9l/vw3o06928XicRfigj4oM+d8fe5+Krsf0Kg7ehzZyH1T7ArFIdkkSK7RTlEH1vDTVmd54fgYprzhgtOEVIDnE8Nm7MtpIRKUc+VwrYRCRTg4kkWzAeJKjQxfPfRfXnHLprwgkVfWkr+ZhUGzXBklPEcr5r/BulQ/KZbAJIt/DmACz+Ce0AeF/waIirZbSG2wyTaiJjaPf6YCVUkZljFb5nXZZl559EiSMweKBvvqgpMB8BLrzu/MwLrVscFUcLLuWSNTRNdTO311jVWQEF7UWee618fz014+wq04gex1+Ncd//34uuPwJHvjHNGbMqlCpaSAzbDCZtVYmo6usxKjh2MEDMI0NhLrCYvE44jAyGqvg0whZWh7JoElxNbGM2iIjYXJ5oknTSeh9af2RA9hz101w1yCqtbTV1xUJRG1Rm5+iTqPFSgdzFizkkUfHc+IP/8w2+1/K3sfcxrfPe5jf/ul5Hn1hAvMXtVNtatloUMS5m/s8doDHXXsX2LhPRSqT5KkXxip0urDsEUXiTb+BNfTp4eOZkEhvdlKtbtUQY4wMEAkZHiMZ57oI4xOMCpaBNtJYIo3F6aZRVSu7GFUqRJUSga43479BK3YRyJgugUrJ4S6Axm8CNVjcHs1ZCX4ZvX16kUjH07hK85ugAkP61bDPHqthrfjjxiwUpnvEilWYOL2Zvz8xXl2nIFtFRad7FXxh7/hqNTcqGnspvwDCHOlMVgfuOkLxOdL8tm7Simeus9C4bzd8lq87+RQKLeTLczFeRDbbAy/lqw8jyTiQAZHcPwvOFVXX6UWoW4pyuZNS0EEiXb10lq+oPr5EPBHlYk7XGlnQoiINItYbCSxyEaftfHOdIy/wpPR6E/Ai7baj6ANirRRDZcb4/PPxCVKcBKgqblx8+S4SLUugIgUp6kpk9qJmbrjzRfY7/EbW3PgCttrtSi7SCeSFt2YwZU4LnRpHYtAAatZYlWDTVTGrDSfq1xuTqSJKLaE/iMVkNT5rjEZj0Cz41AF9ePJFyCBpsbU6mXpaRMLZsym8/Q75t8eQnNvEED3c/+biY8gkGnCnmq96bgUslqOMpjtBF2VsW7XxeX/qdC694nm22esGVtnoxxxwwu+45ZZXGTO2lXm6xqqUi/SuijhsVMRte8Gb353Pwwd28aN1S2zct8DIHhEjayqkTImFnfPoyHd9Kt+sTnxpXXeNHNqADXph3B+76poHGT4xHzfb/eqM8EQEun5FDzcSvdIf412BxmQoE4V5yqU2SoUFdOpKJ5+bQ75rNsXcfIr5+SprolRpplRu1i59ISXlFfJzyKmO+y2kfGGR8lu1AOldJyhqTQkFxCThnAndd7mgJPsZ5nLY1g7Vjzj4iLXoWV8jfJpDotkod4lIKtphPPjIq0yaMo8USZL9emKs5p4qOT2JXN3PAVYbrqDSQb4wTzxZhAlrdSpuz0Y0AAAQAElEQVQZgJeoAs3jD+uvyI17cH25PuPEcn7CMNBbSQuBdN89vKdSfcAkBdpMW4fRYXdg+LpcUNFmotROOtFDNygpHDVfFy2fod+IKJAyEkhoWSIj5YnVUaF4aSKDkZE2jsefAetXWdXRFvoJtFUirJRByqJR4ZzV6mEyKZwiPvjA85SKHmhMrqwbln/Cdddf/m9ZBnD23FZefnMCd9z9Ot/VLnrLPf7AqA0u4aRzHuCvz45jnupQX4/pORSGDyG77mo6hayCN7g/QY8akpqk1ohkzxB6mrBSq0iD6QbRsky5qOGSKnE0wup0RKGAaW2nNHsBZfdHa2+Mo+uN9whmTKdR5WsO7cNe+6zKrbcdwkbrD0JXyVhjY60Qui/B/+cgQkK6ZNwmTG3iny+O4aob/8UxugLcYvNL2WLr3/PTi+/lxXcmUaxk6ZNKsV7vkL1GlPjl1p3844ACY47IcdX2FXYdVKIhSuNFHu7/Sim761wLG44ISIifs+d28tLLk0E8/bSBJcSBQw9dh9BvIyqHMuJa8mRoEUg6JKq0U9dJIQpKRMU8VrJTk260mleuXiijH5Q6KBWayHW2Ucx1Ev8rGcLhrnQSqQbS2b5kqvqTrhpIKqUw3Y9Mtg/p6n6ks0pn+iq/LjYyDnmlovt/XQvlO1qFcxGlYpNoa9O8LhNVwM0Pw0dd9NGkpkREQsa1NHchVCo0VlXz0J/Hcu2tzzBh6myCULjCUPXAtZ2/qJNHHnkLnaegoZZkdQ0hNi6LHO5/79DlfSJEYk1ApZwnn28TtINN6B2jD6lsbSy3SDYIMdMotOrAjUkBzi1Ju/jHwQfTPRIvJDPJp5RvUZ9l0slG/EQ1xjMY6YVmiOpYrORho1DoIsFX7MVn9wtGQbmLZLonJDKizRN3v2I6Pmt3kTG4eVQqtGIkIWs8IsxiQDHEWCMG88136SRWGmFzbkHRKKJuko2VUmSk6F6F+S0hcxc2a1ymu1AjRSm+gHOnD7d7jsJIky6krauTN96dwrU3Pc/xp93Gvsddz37H386JZ/+ZP976Mq9NkBHPpEn074c/cjierq/80SvhjVC6bw+CdIpC0iO03r9RJZojwXLS64YfRVaz32o3rUnU3EZRJ5DiuEkU3n+X/PvjYfoMEotaGFyXYM8dVuUX5+3NnX/6FnffeDjX/O5brLlGfzxTwWqzAeJjzK9/I+sLJiO3I5WxKmshK+m0pOt7nnt5Ir/5w9858qRbOOjYm/jWyXfz/Z8+wAMPvM/kObOI9N41oleS41dPcNWOIdfvKdg7z1U7tXPi6rB6vcGKf5UPsSuOiilG/DMyFlv2q1ClkbXmAt6esEiyq+BkyTKca7vO6gN1YmjHFgJMTtZaOF2TSHjLKQ+0i3a6EOqaCo3NSC/Q3Xz8b8vJWBbzzVoEOwhMiOcnSWbcAtJHxrM3qXQjiVSNbKkMiC99Fhjfx/gJ4U0qTIGfUpjBT9apbk9dBfUmU9VLC00Pkrp28nWKCnTvXsg3kc/NpVBYSF59VmSsUb66RQMVhEulGauVBlHuylNubpWBhVNPXp0DdEV8912vctyp93DR7x9jyuxFFLX5LBPoqmssY8c0g00SDO9L6EV8VkMhk0OkxatU7NApa55OY81EynSLatJvwHpJIs1fLTc4Z5YQ6hLLCVZ6G+HTu75WvPJ1vdVFsas9JjWdbIBkUrQbAhMJwNnDJfA5ultOqj6+mkggLFd0cmqVjmkxSdVjErrCN4gvnrT149t9c3I1sQIJ1N3LplMZNCf4d6exfFz2v1f7etPW4MsQG8+HkkjRdQQfotroXhTPUrQ5XnxtmkrcqJDTJND3s3hndBwsaePizR1tPPzPFznt3PtYf9vL2HrPqznzl1dx119e59V35jCntUKpvorE6KGkNxhNYo3hOoEMxPZoxKtqwKSyGOvJePsKLRZvMfpocagg1m6riKPdgaIf9i7LyOgLAm1L3Z17NHcWlXfepvDaqxTHTSCcNoeoqY1EB6w1tDdnnbodj9/3Pd781yncc9VBfPfwrdhm81UYOawnaU00sWwxrxxyR4uDD3f62eKOV0tgaUvRu7ClhZvvepODj7uWdTc7j532v5If/+YBHnx8DG+9P4P5zZ0SX8RW/er43XYFXj6syAsH5rhom072XSXP+n1L9K2OSEj+xhiMcfwzmoQGceSDrkS+FagG1QlDXQrKgWXCtFnkSwWMMUvrflzE0V6VbGTgiJXwtXs1JS0oZolMtOyKYYmarJoaKu1tCosEurIoyLAXu5qI9K7i+7Wk0r1IpnrgJ6vxEkmMJ3qN+nagVh/4iBg9UZylGt00KuKMHgqNdN+B9RJ4ySrhrCPjTjjVA0hrd2uM3kUpyGA3k+uaSz43T0argygsYbQTFgpkBkho0UtMW4Qvhg0fXs9W667ErtsO4pKLNmO/PQdy+00vss1ON/CbK19kvsZywQV/pVAJ8RobdYrQmHUy+yi3Y5L1cT0YR+piiBAjcDanmF8keuZScX9TQq10rgfJdK3GkdG4fYHaGXCbXeQUxYGi8h/ElPhYH0m3yrbCyXs28vLPtuK2E9ZiaLaCk10mUwueT2QMoihub/R1oCD2S/LjxJf0cX1EEoB1+hRpsSvO0y1qjkymp8jLgOTrunb1nKa5+DcWPFFp9LjnOGq8JJH5gFQXdSumquDgg5JvXizSQFLpDG41j8fQViTeJUqh3MSzyQRGyhOWAp58ahxlTabuUTgRLf/oIkLt0NqZPm8m/3plEhf87p9sv+/vGLXOL9n3yLu56rbnmTK3g5xNUkiOxAwZRmqtUSTXGYW/6kqYXo1o5SPyU0QyPliwJsKKw1ZTJTJGZFniPEfW4hMGLlQJ6r8bIrWAyETKCTClIuTyVFo7qUycRent94lefw/3f70kizn6NPisObw3B++yHjf98WDGvHwOrzx5Jr88exc23XAA1TX9NZGz+KkAXwbIw0dUCFzoKXQpIwpNTMXn+VS0yBV0pbJgQQsTJk7jr/94hzPPu5uNd7iEQav/jJO/fzt/+9tkZrXmSftphlVVsVW/FGetZ7hv/5DJ3zHcdehCDl8tyeBa0ZO0+Fo4vBiUjgDFI1GrYzXOCMWmQiRHAuRcGCjuICTJ4RuV0VzmpRenM7+pSzU+3VsLF5+6FkY/Qa60uEEkWYSCiKS79pJxoK2TQkcHlUInnp8kUyNDX1dHQnpqfWcsxVvrCctiFJ8QmH/Ld+klEBe5ccf6YYRLIJ13u3prU1g/S1onoEymL1mFyUTGcYdCrkO0NVPoaqGYb9cpIUe5pZlSZwcJzaWN1h5Cla+TkheS9RrYbvPR3HbroRyjN5X773ydLTa6lAXCUUz7JPv0inmI693RAooJxFizGLSCEeqqr6yTSCnXhruaKxdbicICKW2m0pk+JDJ1mEQWYxMCg5Mh1mAkUzEW5xx6By4eGqNij8GN1ey2cS9+feQ6XH/GVlx81JrsuWlPhvXKkrKWWpvlW+uuTKImYtM1+3HTGTsxclADZc8nUjnOCZdRaITc/hso+5P8CskPdT0f6nRe1BVplxZqS0o86Yv102iA8gaLwUh5Ld9gpylAoCN5Wfd0eFWiNCUwgv8+b6QEJiP6sxlCY7HuKkLHe6TQbjShJnCU9HGKOXVOK80d7S57MSzfmENdXbR1FLnsj09z8GH3ss+B1/GTXz/I06/PpN0T6j69SQwbij96ON7aI/FWHwmDBmJq6qQcCamEL8XwFJpYOaTDdBu9UGmREhkhMXHcjUc53d4lHBBpjkUqFwQyXl15gvnNlKfMpPierrHGjCPQmwJz5tM34bPZhkM59ZjN+d0vDuPPN3ybR+85npuuOJhD91iXoX0bsSJAvXX3sfhrjFkcWxL8e3pJ/ieHbrcVaucbuYkiw9rW1cG7703n/r+8yXm/eIQjTruL3Q66kUOOv45Lr3+O196fSUL9Dq2J2H5kmZ9ulOPqHTu4c+8cd+sh/SdbtbN93zzZqKSxQ6hZ5VjlWGIx8c9HqdFSEUDUfxj+epuRGLEm1gv0hqI8I1BlBXgm4PBVOkGGZa42Ae3uf1xU2bK8MQYsbL75RpJGCIUSlBQubRRSTlh8a/B08rdtOajqiZ9uwCazRNaTfrplzgNjRTsrzjmmLIXuccYdGAOuLz9LQldqqao+ZKt7ksxUYTQlKpU85c5WCgvmaLoUqKv2ef3t+Vxwxd956uU5tOcr2NAnLRz77D6Qs85dl3I+0KbMx6uvI8pm8QNfdTyM7hhNJSDSBicsCW+xRSejRbi/OndQrnQSEmg+pHAntHSmH75OfEanq1DyCE0kvi6mHbl4PAr/zRu9h2V9OGLbftx96nr88ch1OWLTPuy6ms+3tujFFUetx72nbMSx2w4h7Sf406PvahEtEWgOrzmylhtO34b1htSAlQyMcSKNdQu5SPBVeeM6CsriURNBJUcyWY+TkdX8jcQPVyyWxGJ0ces+31RwttatjFFUwPOlXCRE6jeaZNH38d7tKgLfElWlCU2IlVLLhkhRusfj9JK4DKbNbmGW4ANMsVg/SH5CLKc78/MvuJdf//oVXp8wm3yqGlYZjL/GyiRXX53sCIVaQPz6nni6PrSejxVq6xTW7bIcXkeIAxdfHtBY0ASMBPEEXdREafI08mM1Qd4bQ3nqFMJZcwhb2xjRs4HD91+dO687iKceOJF7rzqCC3+4L0cctDYbrjuI3r0a8GTsrPXxPDBGxPFxLlLmh42kkvx72uV1g1tAHHSnwLVuam/nL0+8ww9+8jg773c1ux/6J046+yauuOEFnnpxItMXdlLWrnrN/knO3NTw10NTPPytHFfsVOCM9Xx2GpFmlUZLlXbLkYyHiI3RO4odfgfdu1+WGgLkXLmsIvlVh5Dc4wRSG++Nt/1BlHY8lpKMhyMuVCVtvEkG0OgnaKCDYqWdsRPmC8One0/Ma2yoYVDfARqsKNEpJZ70wguGKOlhfQ9jFG8v4ukOPPIMrt8PRG8BT2AEX40Xpbj+I9GFnyKRqsGdXlI1jWQrKfyWshYFyxEHb8HN1x3C6mv05XdXvMhZP3qc598ar7YJaaHH62/Mp7MofbAefo1PrtJEW1nzoTCPQn4BhZyD+Xq7adGbSAVtvknYalKpRlLpHiS1uKbSNdhEkki8dPQ4kiCm8FOZYVQjnQg5dfcRnHfQEIYOkhH2EnhCYrC6LtJX7y4DdLo9Z49VOH773tzxwhi+e9NrdGqRC41l5UF1XHXMBqw/vCfG2liHHN5IHycnvlRnMBqrcb/dV2jWYtKsoSckkjq8pPgi3YkJUq3u8ANi7AfRb17MakKjE4qDRDIVE2gkU2ecHbh4nPnf8hHtSV0pGO2MA13jRYUKSO+Nxhlpp+yMaShFmzOnmYnjc87uLPfICtpFPPi3N7jjvtdpT4aYlYdj1x5OakB/jPqspNOEknbkVmnx1Kg/o5A4LcJc+Am9GeUvAUyowuTb+wAAEABJREFUlCydZmFULlF0/6/L9LkU3xhH+eX3iMZNwTZNp0ongAF+ip3WH8HFPz2At58/i/de+j43/u5w9tltXVYe0ZuevWpJpzXRPINb1Fwfijo1xRgTAx9xGgAfhg8XLsk3H84k0L17Z67IoqZ2Xnv7Pd2v/4sd9rqWkWtdxL5H3MSlf3qEV8bOYkFbl3avRYZXWw4dCTfs3MZ7p1pePriTn2wQsm7fIgMzKXr6SfDKRCYn44VC9atttDM8oWh2E97d8XuOvybC9hb/dz4Mb5cTqa7rKeo9jOeR2fE0bHUtNpHAVtVQP3gE6WSW0LXRCCQRHKCVZa81MzpNpLn5TxMlrjhXNZbt0ymPnXdcWf2JXp1afZ2GrXhh1CxMGCr1aQIjs9Ge03295Kn82EsX3byz0gerMdBNRVz0VX9CUe946ktPK02t2HKZ/uLZd3RttNrQwZz/4315/B/fYZ31B/Ori1/gxO/dzrMvt/D0M5O1iEAlYzFVYNXeaFwRBi+ZJJWpJ1s9QNeo/aiq6aOrvt74mVp8Xbd5XgprrRoZIi1IoUEuEoDDYSVgq6QDPsa56kbla+t0cdTWg6g1PQhNkRm6rvz1X6Zx4u/f5/cPT2fWoohKokJV0nDmbqP58QG78dQbLfzk5inouRPtPRnWv4prjh3NOv0aJfcwFoVQf0yvKyZLI9YYhatSplLoIt/ZSkVXwH6yimS6DqvNDdIZR4gbJ44Y8UMtlnpxbmn8mxexRgOMMFIsa7X7cH/AKIj4L3BOq8Rxo4lpZFyRAQ5lgIOEaHfHRemHLUa4U2OoehoqRkYgSlgqoWWMHnoD3ek74anFp/pcV5G/Pv4+LcUk6aED8HQaiIyHFwmkBOIkLFkM4hA5I1iWj+JCd8gPA1GZLxI2dxDMnEdRbwzhW+9h3xhLefo8qqMyq47sw57br8aPTt2Lu684hpeeOp0Hbz2OM47dnFWH12soHt36Z4VXoO7duG0sYaOv68+Bij+jd60C8TnUYl0Oikyb2cJTz03mqpsf54Qf3cfW+1/Gtnv9iR/+8lGee2sMpShP75qI9QdUOGhUwIWbVfjLHmn+fniJ3+xWYPfhSRopUNa4AxlWN9k0ABAvQxHtqAXtNtFXnZtsLba2kUAnP1XBvZlV6vqQPeBUUqtvSGrVVSkefAbFngMRmdjOLqzkYPSWFVkfU4kIRZMVLgSOTzFg2bNfM1EY8ea4seTLFUL9qNtleivZr7N6PyIZU7rymKB7BK6Rw2tTCSJ1FopfFPIyuhpH6Ck0qiIQbWqk+NfoHRnqvlQsUGhtQWzilFO2pTGTEVeiWLcH9q/lN7/Yk4fuPplNNxzJ7y9/gvETFxAkk6T7Dyas7Yef7U023ZtMqjcJvwFjtXALWWB83K9pu6usSOMV2x3ru0F9q2sWBxL90pjL/kRwOND123HbrkzPbIKKar4ytZVDL3+Fy/7yPg++O45L7pvKwb99jsffmU+nDXUFGXHcLn356WGjeHHCDH765/eZ7/7lDHU5uDHD9d8dyfZr9sLzbUybUK5Q7zaZRvoVVooU4v+1dz7Fcof4ndaGz/VbLZ55OJ2KOxZd3WE82ji65GOXRL6JoSPX/YaXF086MVPMj4zL7abWxR10T5UP8rtLv8qv+o4cIAUUtxV1Briie9pioUP3swvI5eZRyC2kLKFFMj5oxxTKQBvVda0iNask9MmkhSPgmeenUNCuMloO44Fcsx5Y33hvKmUZkqoePXFGKpR0DYHwIYhkLLpDlqilFhs+1okOl18pga6GirNmUprwPuWx71EcN4HStNmwsIXe1Sm227IvvzpnD+67/nDuvvYwrrryEM75/vbstP3K9OvXi0Tak2Ki/t1WMVTPoeIGE4875D+dK3DwnyVLc8RrNwmWpF1t9yu9r7wxk0v/8BSHHHMV+x51NYefdDs/+NnfuPf+F3l/YhNd5ZChjRUOGGW4ZNeAu/YtceceHldsH3DSWhFr9oF6HS/SgcWXsXVE6sq9m2b1aSQLp29OVsjp8CCeBnju16t3O47UHieS2P1YQr0BVKSr1auMJkpXY9XOCIufzpIcuZpaRnQ+dpt0oaB4t8+9/6zehd0iYzHGxJluXC7Spy6jHTR06c1j3ORJwrakxJV+PETqb/iQBurqPFC7wF0BSedcS0d/mPLB6ZutaJPQhg2NhtsN3foRCLFqdwtK8a/HGy3mzNRVn+bSsCH1HHnEOqR8X/IxeOKsJUFaV3ZrrjqYH5y3E7bKUI4SJOqqSPas6+al+BlZC8YqbUEbgngx1di65dk9VgM4cPzRyOO4qvBZXKAGGb3xbLF6ldobbVwqnH3rGCbPacL9ok1k0uCVmKb0t3/3OH9+fh5liQib4pAtRvKzA1fniUlzOe7K15i+IEdoDAPqG7nkiA3Ydf0BJDzR/1kIWlZd6XSk3U1QzlHMN1HILyTQxsYma0ll60lkqjG6qrMOrKfxRDFolyKskUBe49UX6P6uQOq6Ea6oryGUggeUdZUTWB+nAInQkM4H2BatnjKgfqGMEUPcBDArquPPgcfpvLaXREEB9/cy+fiOdhal3Ewq5RYJwZL268hme5CuqqO+Ty+USVgqqY0TTDf1xiisyUrffd56YxrNzV1E2jXiqvDJzhnXUDuMgvghthFownhSFqOGoUI0Q4zAoYmwmMiBEQlhN1LVMWrowGoHXHT/v8TYSeReGUPhnXHYKXPwFzbh5UqMGNCTU45fn388eDzvvnkej9x5Nj84bSu232J1Vlu5Lz1Ev4enXsDTeKx6serFgYdTSquUvBHEtVz4YXDlceGHM3G0O2odr8OyJmolpKmjlXseHssBR19PzeAfsMVev+Xc3/6Dh/45n3cnzWdeaweebMX6gxJcunWFCUcZ3josx1XblTlseMS6egPpnwlJic7Q7eS1SxVziEEGyDg+ikZPYEHZBiteLV5rEEspJyLaDz2bzMChJHv3xRs2ErPZNpJbSHvLTDo1GcuajBUiglICX29MVg0Tc8YTXvdzOh6/npabLyZ69lGiKCNA6hypL4WLfV1dkhG9kioLuf66twkrjprFhZ8URDB8RH9GjVwFYwKCTp1SVNdx1qjMardL0gNjKbUVhNsQafyhAAe4mqBMfb4eb8Qn25EnmjGHjAzpiSdtRk1VdTdljjzBEk5EktVTT01j+sxZhNpUJYf2oz3r4VmLNUZtNGgTxcMxhBiN0YgvBuVHFiNYMkpVk5xRHp/DWXpWlanJpsRTWNDUyfjp4i8p4bLip8UZ8VKpk7Z8mfNuf4+7n5lFpgieB7tsOIwrD11Fp9EmTvzT2zTPDxCF9G7UJujwldlh9eEgOyhkX8i7MYaa64V8M6XSPJmvgFSyXjaqD757J/G67RAG+SgGtDnFUaM8HL/chjRyCZY6jXBp/BsXsRqAJSTpp3D/w2F+8lRyb7xB13uv0/nOWHKvjaE4QwqkXb/bGUQm+vLG4PgmcF0YGW/cFVaQo1RsFSzUCWQObiEpB51Yz5BIuMVjCFXVA0mle+ElNRF8KZnn4fWoASk6utPGLQJOSBJZLKwqn8CG5D0Y8+4sIl2DLM+oqqXAw2TsfSlbsZTD8c3hi8zimHEpxx4XUZ76DkplKl1dhDJy5akz6dJVUO61N7ETxxHlmhnYp5r1Vu/Ngftsyp+uPIh3nv8Bb/3re1z6453Zas2VqNMC4cV0O7zdYBXYf8tT1lKv3pfG/zPyQWkguQcy3qFWkKKuChc0tTFuwgIeefY9vverB9lqz8sZtuaPOeyEq3j4UdFritT6ESvVBWzUv8K31wp4YI8Wxp6Y5/E98hy+rk+vxiJINljT3bWCUDHH31DxyC5JuZxuMOIfWDFPPDPg6qnJUp+SYeoVyFg4nJKpUd10opp04JOcPB074UVSizqw7XmKM9+lOPkVnDOakOWcTiRvv066WfRbD6e/oVMwVXDz1IF6ZKDXxnqiPTQJ4r9Rsjo5qs4yvWjt1SPLsH51RJVGyAUYXXs59G4MkQy08b1uw1nM497DtOyIhiU8sOAMxjI7+fIKRT6h5n/HggUycJaRg3uy1YZ6Z0qIPhU66SgWE+DmflNXJ+ed9bjmSwa/oYYonSQrcbsKrq4LPwCjcS8Bq7gHCCkQ86Y7qtTn8NLZcuRjjKcFyer8FOJuFTXdAIc40ia5U1O/hJ/oS0EngovuGsf1r0+grPmINtBbrT6MO89eh9aWAsfd8BpTF+bi671azfFrTxjEAVsOJJuUfIj0w2d27v+UKhZaKBTmisaibFU/vZH0xCZqcCc5Gy/ADq1ZzA9x0KgvkR+pzJWweCz8m3NU/VvWNycZ6V7e6D682KajmO4eg7nzNSksQ3rXMqhvgC+DzjQZ8ikzMe56hhXtxMElKMMSQZCnXO6gnG+hmGulmO+kUurCSTUVHxN7aYXvTdr9pkgqi5fwidxO0FcVB57BWkshmYBslWiO8JYuKKFEFGK9CNKeGoTc/ue3CEOfpTLkk119bRXbbzGKtN6YyhOnE5QKqixc+goZhhCvEhB26Rg9fyHFqVMojp9IaewEihOn4P6NrMYwz+Zr9uOUo7fm8l/vx51XHcFfbj2aW3+/L4fssznDh/Ujq+uGpKnD18IobeSLukgIQsdAhUu8S7eVC4zRKeP2+97grJ/ej/tXefc/7BqOOOoa/njN07z+9mwKlTS9GyrssEqBH23scd1OJe7YM8f9e7ZxweYlth7m0ZCKMDYiHVZwV1TOYGBMTHqoDiMj7iyGUItBJFAOaKEgdm6KWFFoBODaO4iL9HHGg5YWZMmUcj6ksmCG6nkoRuVv91F45I9UHrmWxF//hHWN1b+jQYcb1wDK2mi4mIyRC1wVB5ESlYpOVs0pOkqirOLpprGVOfNyKlm2N8aQ1Jvcmqv1xk+V9aBtMOUIN143xNAavGyaSJujqJzH5AsiydDtFMYVFeKgO/er/LqFNdAi4WmHH9o0e+2yOqNW6kOE9x9kFDU377j/FWYumE9kktje9RjPumFKLrFnCT+7G2tMWtCJQfHFY3T8Xgouu7vyZ/wGtLQHdGgB96xHr7oaRg9uiHEYI6SyaRVdMSWSvTBug6mSplyZn900gSv/MpFCsaKcChut3J/Lj12D+bkip1zzOm/pXQgt8GldoV506GhO3G4o2YQl0oZLDZbTa3SyYe4WpVIskUr1iN+WEskMUUL6Kp45sXvih1FVeWLQXIgI1YfoV5kiYAKBy+Mjzn4k9Q1KOFIDHcnM7FaQYQnF2F7pkN8cWcWzF1tevNjn5H2z1DoDPL+VaGYToSakY8AXHYYR82KGiohARrjsfuOhq5liZxPuRFLR9YifTJHO1pGt7kMy2xMvVYvvZzAmISF4i0HsdRJCgnChA8Ujabeproo1vVQoKOym2qjcQSKbIbARf390Om7T8mnjMcaQTCY48ID1GDWknkSrDM5702FeE1F7B7S0kps6ncKbYyi/9QyW87oAABAASURBVCaVKW9h58zCNrUyskcVh+yxMVdffQiv/us87r/lJC768e4cvd/6bLreQHr37A1SNCu6jSPEWojBgPrlczo3YrEX95Ae0KyDWsSitg7+/uw7/OCn97PDdpezy95/5NSz7+HqW1/h2ecnMn7uIsoly6j6gO+tF/LE3iWeONhwzc4VztigzI4jE4ysN6T1NhCJtshYjCa1C6PIaPKJWBlQF1ESjUAZH3ixXHmOMpW4ClgVunSIOz0ogVHS1XNxBzZIkPvLFeSnT6HSsQD72ksEbzxNrIuqSyVHadEsyvOnUSYkFOoQNz0jfV0F1KcMA6jM9VemgMffpxU5/clatrypjt3ur+Jvk5MaS4m2zhKP/XMiWmfUXo2W4a0xbLv1MDKZinbJ6q9QUm0RoG98GssmdTKpEEnJIveeJ+KMG3M8dkebk5AL+WqdmOz+PTd/fmu80PXOVvOtozfC8zLiTDf9SwhyFDYt6OSeu1/HkZ3UvKo01BJqHJEAgVlSOQ5DfR1ECpfAkrSy5OP6rkjxz+qNMXrQrvD02GbRKt4mUvziyKEMaPAk50gLRgeRYr6fRAHOeeowL4Fe+sQMfvePmRSLCbUNWX/lBq4+djQLFnZw/LWv8ur4ZtAps1pXlWfsPpyTd16Zoh9065pD9CkQ6aiUyy8kDNupqe1BIqUTiZcA0ew0TxqIEeciB5IBi51xC6/4iGNwpEwXurRqK/UR343nI1lfb8LR6iZc0JnDe3cGlbYcvhR9aJ8k95xfxfEHR/TqFdLYJ8VZB2ZYd7V6kmGBaGEziQ4ZUjRiCejzjsJEaq/dbKXcRlFHQgeVoAVjfdyKXpUdQDLTG5vQg58e0iIrFhrjekVkxuDGsLR/oYsLPxQaqYtfW01cr1gmpZ2jkXAiCcnJLsz6IN9Rns+0eXNYHueJhqGDq7n8ur0YOqgHvk4o5v0pRG++QzBmLOk586lJBvTv1cjWG67DRT/ai1f+fg5vPnMWN12+O0fsvD5D+jTQoAdg9yunnoyxFQgtxjjqwLDYuYjyFqeWK4jE1ygKCbUYV4KQrkIR98+2j5k8hyt1V7zHoX9k9PoXsed+13PVdU/z/uRZdHR0kbIlBtVE7Ldyghu29Xn5hCJPHVPm3M2bWXNQjj5ZQ43mhHU0iUIT0+wSVnRJLjGdplsuyvkk/6H5oypL2iv6Ie9yHXwoC7e4hK1anO+7guKfLsQ8eSdE2mWqX1fXgasf4WL6igeq4LIIFHe/zDMvbxi/MODy1yL2v7eW1S5P860HG7j93YipXZEWmCQ19RmSKRmrSshb42ZId4SLiGU7w8gRvfEqVdpQlgjFc7eYLmlWSYqmlMVq0+SuPnUERwJaNsqvolS6EujElF+4ECPBHLjfBgzpVU8UOv0RARq2KMdBIH169vlJvD++jZIHiV69SERaKDWX3HxU7XgTIDQu+qng5OnqOtyfWvljKlhNYNfvzc9MpqmrCDZko8H9uPjw0fSt1yKid9ZkIqN8L9ZJV1fDwdkCt6hc8Y8JXPaP97SRLOKJkHUG1XPPDzcBU8ept7zM6zMWyV5AWhvIM/Yazvl7rkM2pYET6YdPdJoBVIraXIYeqWRv9Z1FpMaAnBERS8au5FK/JM+VL810EdX/uA6tK/uyYXnwO4a6XWBULBLOmk349jjyXa30lMKfsGOKJ36fYMvVEiTFBY+sri9SNNaG/PzkTvrVpcWsLoruD+h0RWY0UZenz4/UkRKHlQKlQis59VvSvbLRDWhSC0ciLSXN1ukUkgLfEHkBbofnaDZCYsRcFyr4OB6rxkd93C6ThqSg7Ol9qCKlF14hcjyopITN84iMx0NPTMTh/SiG/0wZTa8kGTYcvSqP/vUYLvjJLhyw/3rsvtP67L/bupz9nW24/g8H8NiD3+GRO07ku6fuwFpr9yad8TDGx7r7dAsm1iDklMAodKDgM/pI/FzSJCKgQolpM9t57Olx/P66J3XyuI3dD7iKLXf8PWf+5GGeemEcHZ0F6morrNevwkGjDT/foshte5T45yFd/HG3IvuvUWJIFSS0IHmkpQNJvAgcyUv66g6tAiPqBSoPjeykQFHlfwleVxHaOMqEoUd6j9CtbsZIpvwHVLQTndZa4dHpPle/nuL0f/rs/oDHDndk+MXzPk/PK5OX/g7SO9tWG/Tm6MO25Vc/25nbbjpEJ8ZhiJVMnrqIzvYKGtVi+OSR1aSSrL9GP2xY1oJSAC1I7uovBrWmQQxVWO5oI6qUFPt6fTw3pDvB3GaMrmX6905z7tnbkPYkb8/KEIKr46h0OtbU3s4Nd71Ka6ENr6aGsGcdFZ1KQ/H/k7niWn+JoI7fmtTBFU9Oo6zNrmcr7DR6JS4/YjSj+1SR8LMf27nRuN1m64q/T+KC+6fQ1C6ZeYaVetdw9+lr0V/jO+Ga13hw7DzKpkJa/Zy5ywB+dsBqNNalkcLzcc6KYaFsW7nUSTLZgHVXXGr/cXW/aJ6beV8Uxxdu7xgZaCUvOyPu7v9nzNVEzNOzX8Tl55T59dEJhtaYbk3SZDPalaDdijGGjYZlufTEFEkZYNzfSOhaxCBOx/DppLm+I12tFQvtOo4ulAKUSCSTus5qJJWpx0/UYm1axiIJxgprhBEp8qIHOSuIUwrhgxjLcBG++rDu30ySMarIkEaLa0v24MYiCP0i/3h8DLliQLi4/NMCI0r7N/bklCO24Mpf788NvzuIay45hB+esQt7bLsOKw90V3OulgOLNZ52QlpQFlPuch2AhcV5LKdzEzwIRKsmhgI69OD/xtiJXH7NP9njoGvY/bArOer0uzj/1w9wy/2v85ZOJ10yGkOrLN8aleWGXfI8uG+Oa3f3+PW2FU5cp8JmfUMa3JuSaIkkd6HGiGas6PPAyUJfwEDMpaWcVHpJHKyiRjlfipfQ5AnVgQvjvgJRE7qdckCbrhpem1vh0leT7PVwFfs8nOTkf8AFLyR4aLzHxOaQwNdpYmh/jjpofW6/5XAeuv8kbrvmWC75+W6ccOgWbLLWKhxy5OpEQcT48Tq5Tl+ooYgHnyInK+P6vTO2xO3updxYPQJr36K2jlgwNWktgBFRIR//iqtifJ3OOgFr8avonS8pmZ544lbUVVeBFmkjwtyIXagoGhSvvzWLl1+ZjDEpagf104LuaoR02wC+Nud+Rf26x6Zz2V+miK9lKprLm6/dh+vP3I0RfXtQ6RbCYvqkyNooW+0WnIVBMrrpn4s4587JNLVUVBcG9q/it0evRd9MPWff8A73P9dBOdBY1e7QzQZy8X5rUp+twhij+RyiCEtcpMWjXCpi/SR+yi08aucsmeP1kkorKHSYVxCqz47GTT73l+FWi0R65iKiV8aTX9QST/4dNmxg3FU92G+dejKZEItH96lAzIoZH2LUzgjJ1juWOWzrbDwx/EnzME3tIiYSLNsbMbRSbidfmENQaca3DToONmI97XQ0EQMr8WoLbCWkDyuolRCN0MeKrXBJL7EhUdqVLcn7+DDC6nHb6q0kxqEHvEi7bghVXTnOYGYSEKVpau5iUetCQhlTFX6qV2t8Y0lYS7VOQXW1GWqqMyT9hMbnYZVvreEjP/H4WOyMQitYto/Euw9DIPrL5YB2XVM98Pc3OPp7V7P2Zr9lk52u4LsX/ZmnX5zMpGmLtOZ3aYJkWKd3NRdumeClowPeODHH5Tu1svuqFUZrZz6wOiLlozFDZBwtjqYP0/Nx6X/P+6C+k8sHqRUdk8AXowxFguw9ukGivRDxl0klDnmwmg2vqGfX2xs4/zmfF2Zbpnf4dFUsyeoKW202iivOP5TXnzmfl548gz/+cj9232JtVhvRmz696rWbNZKb1ZwwbL/NhgorzF/YwpwFTerVAAqW4Y21bLzuMJ3sG/Qo7wvA0ekAJ3ct1lFS+EMIgvIyMH01RaH0vDhlNlFUZFC/OnbbYW1wKoAI5ANeR9K/km4jfnLO43qzsCS0e2/vWYuJf0LxiRj4mlwkevUsxVUPzeSCO2YQlR2PPVYf2ItrT96AVfrVx5TZ0MqORaI6pL46Te8e2vBpfobahDz8ykwtKm9TqBicvIb2ruLe767EgJ6W8257i3vfnqoxurlt2GXjnvzu5LW0YLRRMDHq+BOJZ6HkWimVsF4WhBvlLS5cGo3TK+BjVwCOz4XCXe1ARY9uXQQTp9E1aZoGl2PgwDy/PS7i9h+EVCcqWJ1ckIENTaiH6jBmhXEGnVDXHQFWYY9CFaftGzB6QCL+I6GO6XOIJM3u2v9JnnFZOgIWCi0U9eDueTWksv3wM1VY32JkgSyRaqmm+kJ9YAKllRenlS8VUMbn9oFnsdVZAk8oZIEivaUoFvvIVz9ZLQBStqaFZcZOaMUa12dc/LV/wngyV5i7sJO3x87kgb++wXkXPMAu+/6BQZv9lP1PvI3b75vE9HkLySYMo6s9Nu+X5oy1LQ/sVGLC4V08c0gTp61RZtU68LFY44vjPr511y6O1+J6LPevfbjLICDQZjLPvJzh3XkJHhwfcNazhp3uiFjlJsvhj/r8bXrAvEi7/3Se0av1YafNVuFHJ+3KI7cez9hnL1R4IscfthEjB2So8X0tIGnpfEWn5SK3/2sG59/7Ip1dZTyboFG7ywG9qnV5CO+Mny2jK9KkKvp+ojfGUJPNMmp4jQxXQKUzj9RKvBZ/1cpaaXo2qZjqTWrGGKv41+gLZaIFbSQ8jwP33YBVBvfUxbOjx9FlMC4q6svaTD7y5HTenzoDEtKgAb1JBEkZWMviSnzdLpJ9K5sSN+o696d3vExTp95URNwqQ1Ncc8qqjB6aJilhuDEN61vNq7/cjJd/vAnf23WYbEMexINH3mzh7KteYn5TAWVQVdXInd/dhE3XTPGjO6dx46sav075VnLbeRW9u52wB6N61OkdKRKXJGPd5JQrZdC7XjJZLRwGkcCX5cT9Lwv1x+PVcPTIjh4kKyQWtFJ8fzqFha14OpZtu0GS28+s57jdk2QzRkbGahIg1z1rjE4jJjboS7IcNkNkIlbt73PuYQEJKVcyVyKcs5AoqNDNVtVf7F2LoFwkV1igHVlO11rVJFM1GJvqrmGM+vVAArLqT5Kg27mWDrpTK+Jrq7SAWWHSgmI0keL+IqVlsL10UhPf0NzSxbtvztRYlP91eNETVsQF7QYLUtxxk+dz5wNvceZ5f+ZbJ9/IASf8iaO/cy+/uep5nnlzIpUWj/7pgG1HtHPuxgE37lziJl1h3bh3J2dv0cUWw0Ma9JAeRgkqNsDJzv3iVffQnCwdjwXivcS6WP7dpV/X18nFlwELRG9ZGxz3xuGuqe58N8Gp/6jmiEcMh/7V59S/pvnTqx4vL/ClW2kG9qxn753W5LRjd6CxtoE7rjyK2685mJ98f1u23WRl7UazGG0erDUY6RvG4MAF705dyE9ve51LH5jEmCntWNkE31oO/dammiuGBx8YS7nSRaTTOp/itEdi/33xaNUrAAAQAElEQVQ3Fi+FRButmK9q6XjvmhpdKYWK5Ls68LrXcqW+eu9JESrzm8W7Cv3rajhwz7W1wZDuiVZHjbiDAxdvbe/kksueIPQSJDK6ttPmzFopq3iJeKmYq/b1gzGUyhG3PPke39ejekchh6fjxhr9arjphHXYZs1GrBcxrKEHVYkqXbUnOWmXUVx4wKrUZiqUtRDc//pCzrzuFWbObtN4LLXaIPz8kDXYbuVafnjby1z22DS63L+EYCybrpHl4qNXZ5jeamJmKQ8j6UrobtExZgkHhepL8M6cfQloPx6lhiUjQvygZKfNIzdJq2tXnvpswIVHhtxxZgMbDktrd+LjYWN+dGOK4sBqMYnZoWSk8jAGcKeXKBmw26Y+h28VKR1QXLSIUke7VDEEMdO1c+AWmUJhEdZU6yptIF6iDqMZZ4xRf90QLY1HyouInfomMnEUXJ6DxcnPEwiXyWaItCsVeUT5CrHc0bgdak9hyiOkqKuiaTrWVz5PL5+5jbtK+HCjUrnEP994lx//6lE23+lyNt7xDxxz1jXccMurPP/SBKZNb5MylxnQO+KUDT3+fEAnz+kEcs8OPt/fKM32Q2FET6hPBPiOfYLAGvHVqhvJJualoku9UcyoHEEk4Gt3kSgoV3xemBFy9uNZdrzZsOOdac56OuKecZZXZnnMapfOabe5zsqj+fEpu/KPe4/m9X9+l7t+fxDnfW9zejemWbhwEtVVCawvsAkkYqzYYNzHgfQuFD8C6cbdb01kXlcOP5Vi1MoeFa8S82LPPdfAHcOnTJJ+2yadUtzOVQQuw0daDNfboBYrQ4be46yuJo2rL8Vzv0wQJZMuRege5TUf48RX/HH0FPN5youaNQ9CtttudUav0ojR5urfSYm0iD7+xBjGT3E8iCj17kGoU1Yo/jkmGX3Mvzf6mtKOJCTPfCHkodebOOKyZ2jRbYTRhmpgnyy/OHJVthyd5l8TF/DYO9Nl9wJdu1uO2rSRCw/ZiNq0r0Ul5KX3O/jurS8zo7VLpw/DwPpqfqM3tb1WH8BvH5nJNU+O10Js8E2FDUcluOqUtRiUqMUtVp74gZUWOwPzJfNB6vwl97AYvdsNhdrlRi2tBG9NoDRjNlIF1u5vuen7SU7bv5bamrwMfFEreCRFWtzww0GkhAMF/+6thJaVOH73bcuqIyJ8TZposgSkh351FK8BplIh17kAY5PaCdRjE0bxCGMUCqERfFVee3EiWRS/th5JHaMdRnzbE4kCawm1cy3XSRWMx+tvttLWkdfiorIvybtuW9pKTJs9j9fGvM/1t77IvkdezcC1z2fXfW7l4mue4e0pM3QX3EyfyGN4fSd7Dff4/fZl3jwyz9tHVPjV5hW2HOzTqB1UImOxyRKRDaTLJUIbxpQbdbQUlCOxsQSU/Np9JAPmfttzemeFl5oMl75l2fOBGgZd6bHbQ0mufzvivUVZSsanpr4Xq4/sx+F7b8xtfziYiW+ey/NPHMH552zLluutQk9Neludoq6qmsZ6ww3XT9clSEJyFC8M3TqJUTpA2yCFIE4xv7VDp8D5mDDPj/Zeiep0HT5W8wIGN/ShqiFJp94YXnyjJCTCpe+yvaFf38E09uihm9sAPfDEfavTuHdt8iElOryQXJPmh+bDsvGt2NJQvPAC6UlTE5qg9Mgk+fkPdgDfgrE4fXEES3WoSD6L2jq456ExdOY0J6qTeL3r0ZoJGo3RoEzMSVebb4QzJtQSGJGuwAuzcpx65QRmtLSTLlczsEeS3x6+o04b1Zx6+wTueaOJim4CoJr912/gV4esQr9MIxopL7wfcNTvnmfKooUQJsmmklx83FrsvG4/fnf/NH73yHu0hDrNBjWs0qcXD/50XYbUVktzxODQUi53EQaS/5fIGvulc1xjwWjCuN8ymLMIf+xUgrZmamrLHLVjHXf9wmOXTXwS1k0Zi5UBBSu1EGXGQURex775LSHT58NchW3uV21lqIyr5eqomvNGYvNSFa44Oc2Qeu0A82UKU2ditJAEuubK5xfg60SQzjSA5+OMh/RToXHNv3pQt37PeqxmVFSW0unIHznrunhciao0ka0wSY+U02d1In384jQ6ZdLsC6ISJRmsmXPaeOK597n0mic47bzb2O+oW9l57+v59lk38dfHxtLWnNMuqcI6fYscuXrEz7ey3LxnyMMHe/xpzzJHj5aRa4w070MqOsVFAhMRGwEFRDIIkdFAla9cTXlwn8hlIadKVoADJb8qr+5FRoSNIqIyzOoI+Mt0yx9ejTj1n3DAPUkOvCvJhc95vDSrIl5F9KvtweYbrcRJx27F7y84hAduOo4nHjiVGy8/mAP3WJeBjfX4Gi86gaFNgbWetjgWQp89d1uXl18bSzksqF/1/qHxGuW4cRt9QsH5t71DhwzAgIEDOWL7tbEqt8aigKrqBJutvxKhFpQrLv8HUZhhWS7uRm37D0izzrr9JReD6SiL3cK3uKFx9KaUluFDp3rfEeE6W1y+NPiSIm62F3UCY3aTdt9w5GGb0KdPPZ74p8HTTYrkJKo96dLrb0/nxVfmYDQ3kr16K/RxzriPFCvqbuBSXztIvRDZuA21A6NH0yfGT+V7N7zP1JY2IvG+bw/DJcevz+7r9ebC+17nzpdmim4Pq/vHfTccykXHD2JAjxoIy4yZnuOIK97jpenNBBqn1dBP220gvXr6XProOH51exOL2nXV78GgxhRn7b8q9VW1IHtXKnZB/J4SC1h9rHhvVzzKDzBGcTTSylig4Ha3M+cRiCkDe9dw5Xfq+OWxIUP6aHBBSCTOm7iB1MsgAUAhgNueKrHHDzvZ9swSe51dZKczc+z8gzwX35tjVpO4qTaqrp6cwoGvlXuDlQxH7RyKhyWC5naCuYsg30yk571UtgH02BVJGMpQR3FTfb56b9SlbajCRlaCDgn1lqIs+SgGL+kT+R7F0DD2nUVaUArK/yze8UQg3rpWDmtRu7e3Js3ksuufY+8jrmH7va/h8ONu5ucX3s29f36DMe/No1N611hTzU5rpLhhV4+/HrKAu3Yr8esttYCsFbBef0PvlMETXRVjsQqFVkbOiKsViAKUkEwRi41A41OJ0WRHoaPDNVHUeZW7XL5aFwa8u8jj0rer2O8Bj33u9fj+X0v8/JUs90+q5v2OlPQvxYh+vTh0z9W5+ZpD48XDvYH88qdb8a2D12XddQbQ2KCJ7kmHNWGtFS/ED4wHLpQ1tA5UftAB61OotDJlRhu4wTsm0O2M6iBOCAtvz1rAQ8/o9K77wZO3GkK22o9LVQyeJVvlscW6AyFI89ILiwg999DLsp0x1OidZORKfbV4Jgn1yE8QCaWJ2xkZNdyv1RmL0a4/iHfI3WVxhS/9Ix3VHC3pNqFPQzXHHb+Rhmpi+kQSzhCrhqiICPSgd8UV/6RZSlpKZyn376F8K1D9xXqOWnYDX78TTUZAhLw+oi3UfH9mfAuH/e5FJi/UZNN86aWNwi/2G8Tua6zC7++fxFWPTaCso6NEzi5r9+fy49ZhUL+Aiq4xxmtz+VPdIMyY3y5sSfo3ZHG/AeaXKtz7z9lc9uAkcpJjxXjstFoDa69URzJdTSTelbWxN+rPiDMOFKxQ7ySxQhEuQRbbDpnAfPMivFfGk5rXIsMTsPkqlueuDDhgY2jIBHiVpJpYAhsS6dSBKVMJfd6c0sXGJxc5/lcBz7+RZOqCgPfbupjUXOKtSV2cd0PEZme08NcX8wQlS8XIiIm9qGNfC8apeyXZYGQFWylRnjUXnY/x0/WagEmMGG2dbNXz1+mNaI1sgrKOpUjJku1LjIMWVZmRii+RZ1OUiXjkifdIUlluciPVLer9Y6GuT2bMLfDQ39/g22fcxui1fsrGW17G2ec9xONPz2D6nClaQJrBr2KdxgQ/3qzIv46Yz3vHFrht+zx7rJZjFT2Q9tYddVrbIavrLpEtxSa2i/qKJplC0w0RIe5Ny8nTaA/laQhpjdFPVlEzdFXKe+yH/dbZVPUert0yOFyxfVU9IfpSfCmArnKFWV0hD0+ynPRoHSvd1IMt70rzs38F/GuOx+yCFhA7lF41SXZafyi/OWt/Xn76ZN5+6Qz+pMf0/fbcmFHDejOwsQdZP4tsNJEj3lGsRKixRjilsi7nI2C10PSuriEqJPnb38dTkjEXt5jT3MWv73+D16bOw/0CUEET/nc3v6+78E5W7p/QjrU/WeNkHgifw402SR4rDemJn+qkqdDK1GlOO1S8DO9aJqXz6w8bQG3SaqMbYtybnQrcEALthG02IeRGWhMQ5nPCpkJ9vwrvfiGlMm4mnk4cxx66CSv17YNjZYRxwVIohSGvjm3m6X/NFK0eVUP6kTAeaEE0XwWhn7OP0BFnIroV3iowBLJzby9o5aSL32bs3Cbyfp4q2adz9x/CLhv05ryH52phmEA5KJPSz5ar1HLlMduysjZ6fhQxp6Wezo4O3QpafF0NZt2/y0aWnDYYd782hbcnzsG5Gl0fbrr6YL3LVJPK9KCiZ4euzmYi2UUTLyyiy1VcQWBXEJ6laBzvHAOjQoFg4kySUhR3yurbG84/IsUdvzD0roaKF4K02dU3MqYo7iZkWZPtkbfa2fuCChNnl2msr2K7bYfzg1P24LKfHMJPztiXfXZfnQG961nYbDjitwG/e6aNSiUh9TMYbWmsJnhNbZFfn1RLvwZfO/8yhbYc1q0ikfpFPZmlJH/OyIpqZkn0bNScMAS5onb9UaxwoIlvwLprL43n+Rdfp73ZGRaWy02d3sQFl/6d/Y+5ng13vJADj7mdG+99g5mtTSRTESs1wrZDK5y6rs81u6d585Ayfz28xOnrV1i5MYOJJ4C6MihuHccUEe+UH/FRFykvEI1WMvTF30Q6g+07gNTwjUhtvifqnKqTfgl7nULtsG3INg4ht87qGifC+1Fcny/lKBJtMTbt4kSz+y3LNxZF3DfF8qNnDfvcl2Wb69Mc90jI3RM6adVkrM6g97Z+7LLj6px56k7cfv0BvPjED3j4rmM4/ZR1GD2sLzZSJREllBgtDMaz0qMEVhlGoCJ5g/tBXz7GGWNIeD677L4+EybO04JRidu//H4T5982jn1/8hIX3z+Wf7wyjddmtVLM1LLTBiMY2kdXFVhhNIIP/Gqj+jJkQH+NtsA99z1PScuA48AHNT4ac60drLdRb3r1y+EREuUKau/qGSIj+SYTSnhQMQQdnRp3+AmjUbUV6WUcC3MWYoxhQJ+ebL/LKtj4zq17RIYPfor5Euf84CEC32D1NhXKuHrOdoBq8Q11kWgzos0QaW64lBLiryERphjT3Mr3rh3Lq+PbkVZQJTGcd8AGnL5bP259bipX/G0ybdoYOnu5wSpV/O609dhDD/bf2bEPq/TtSUWy6xRf5i1oxxjJjoiuYoWbnp0Ry7mUCNl41SzpRBJrkjqpVGG8JLn8fIr5hYSlnOZhgIhzZH1hsF8Yw2IErj9R2AAAEABJREFUkQulHO5X/wotzZTGTyGcv4AwLLHdqpabf5ThhH18GtMWT7uKpBTBQ0wWuKaO5UQ+MxeF/PTakKYFSQY19uIPv92HG686mPPO3YqTj9mcs7+7LVdfdjA3Xrk/W224koywHrWusjz8dAeBBIbwGYGNqthg5SS/OjFDdTKDbS5TmT1fBrsslmtB4ZvholDUyrLJFmtRlGDLgQTcTZvjaSUlLllDV6HMhEmt3QXL8Z0+s41rbnqDZ1+ZQHPrIhqTERsMDjl3I8Ndu5a5a48SN+5S4vzNInYdVqFnbUhSpwxPCppAfRrXifgkmRpHnJKhDJE0T9xVQj6uotDl2eo6kqNGkdjpcMzex5Pe/QTMrofirbcTiX5rSbQpinq3qcx8D/PEA5hnHxceN8IYwWf8fLSd0yJE4+QOjzsnZDjl8RTfeijFiQ8n+M7fPa572+eV+ZamMEGfvj3YY5s1uOhHe3LHtYcJjue6Kw/h3O/vyC5bj2Rw30aSyTQJP41nU1jjxbS5iRKP1xjk8axRGUudcnGwNONjIocduQ7TZzTR3qKTqIaw2pB6Vh/Wg1adnq585H1Ov+5d5ul9I5UxnLT1YKzrNMZj9HWgQO0GD6pjyOBq6UmSN9+dq12s5MTHO9cqBslx4KBGaqv7i04hKZTQV43iUnALiq5YLZZyVw7jHm9V+mV5iQsHlWIRs6BFGhex5cYjGD26n8YVxTQafZcAETz7T+28x84i9C2mVyNeIo0xjmIjqg3fSGciPNFo/ATuukm7WxylysYTwTYKeW/mAr577RSeH9smvodUpcp8b7f+nLLDmtz23FwuunesHupDtbNsOLIXvz9mPY7aaQDprCXSiePVifOZMr+oUw8Y213vnVlFfMU9nUL61aaJnRhubJJUqoZMuqcWtSRFnUbzuSaKJdkWzU9HW1z3c37s52z3kWaStZS6JHNTojBrFox5n7CzlWqdQs45rMxdv/XZZFRIJhkQmQSRWGO0oDhAcXFR34DQlrn4z0kmzzTUVeV4+M9H6TSyNj3qGkA1TFjRG0lAfaqKbTdegysuO4iROgou0q3Arx4KmbggJHZGGaakHYDPfpumOXjLPKkoD9NmUGpvJ5IRt1Fc8+v/2IBEygdNaBOE2h2KTk1+J1indPgeJuEThLXc/cS/CDTRI5V/GuHDV+rBsGFZEpHPlsMSvH1CB/fvW+bMTQxbD7eMavCpdkpujDgLkaZkqLjegomMlg6B9E+Tm7i8++uTqPiko4L46ZHoM4zUNtuQPPx86o76OaldTyGx5haYgStRqe1DLlUm1yUD8Mo/yd1xEcWrTyf38JU0v/d3wq4O9WP4rM5QJrAVyn6XFijLi3M9zvmnYfQt1Wx4k+Xbj8F97xR4bUbIdJ1gS1qIVxnUm+8evwNP//UQJr7wU+678TjOOH47dt5sDdYc2UDPTJakxv9Zaflo/WWPxRjDyAEDmDh1NlNmzseJcGT/Wh67YGsO22EAYhhtnUi+PidvPoyVeleJomBxFx/CrWg6kaFfv0aVGabP7aR5YV5yipT+ZB+qXULXlqNG9I4rGe1iWfpmp0Kr7PqkCKgQ6n0i/s/flPWleZEbEeAtbNI7cZcW8Dw/OGN7alIpvCiBkX1Y0ncQFmnpbOLKB57A/bKCSYk3vesIZF+c5i6p900LHc8dSJCaxknQux1o4CLUzS0Xi/CVk2ZGUwcnXfUET763kAIl0l4NJ2zfm9P2WJU/PzuH7133Hu16Y5KAsGlf8zqBEb6Zs2fz4+un0l7JE8qWGCGNNGNzRU+nlwhP9jbtJ9WjwXge1hqsp7jyTLoOXw/2oWxMUMqT62wXiQFfxNkv0ti1dYxxA/O78pi3p1CeOQdfBn30oIibzq3h53v1JiPr7QZqYiVxXVoN2UCEQhY7w6Kyz1+eFh4TcPppezFq5d5o7LS3F3j93ekUtRqHUUg+r0FbtEur5zun7qD1yGPClBR/uM9SKhmHVjitwpB0MuTb+yYZMUCGWYYomDwLdB0XakaLAtX7er0RB6yfwGarRK8G5R5EQzFmMVlGCkBKY/EX8dBfJtOl4+3yLCh9etUxdGB/7UI8irreSGu5T0gO2tIQiodIIEZpxy0H6kFZoibu2sS9G014VxYlfLyaekzf/njrbkh579OxJ/+K8IjTSa51AEGfOiJN+qCzg3DhLKLxY+Gv1+P/8Rckr7mY4nN34E+fodNkNVoZMTH6+IP7OtDg4z67P5HmYBiXWSlYKFlp4870dnhpXpI/vplgv3t7sP7VSfa9K8m172aY214ilUzTv3cP1lxtKEcduDE3XHEYY1+4kNefO51f/HhH1hu9BomUeO1bnTAsxti4OyuCYhri1JfzCcOQmrT0cHhv5iyYh7rEqvuaTIZLjtmE67/fk6GDDAPqDT/bf3VCWaLIzReNPxJzdBNMKNmEMiJl8XrjzbUwWI/psxbynnbtn061wSfBCbqHN8Lnlct4JbUSTn3lFalOKqxAqQw6KVtlKeNL8Ub6WNCOuKQFxd1q7LbT5owYXiUaDUZ8+XCnjvI335rHG681y2i2ku3ZA+slUc0PV/vGxY2jKJafwfPSaMiCsuiOJAFiZ6XbLpLUnGztrOE7N4/hsTHtuDnuS0GO3qw3Pzt8OC9MnsvBv3yNG5+fq/eRZl4a18yPbp3Atr8cx6KgjA09tQkdqlhP6muyWOvjqbeC3susTiuYkMjEVIELtZAYLSzJRB3JdA+MNbKtCwnKBeH6fML/N9HxmVzkaCtV4r9Kr4yZSqGjlapshZN38bn/vCx7buhBukRCTPM0YKegRoyTLcOxNFIkirnsEBmef7tCa2ee3j1r2GPntSHwRU/EjGktHHjglTz6xDge+MdYTvvuA7oD7BSzfA7cdU366a65op377U8WuP+FPO5BmJi4CId59SFpfn5YD5Lafoe5Lpi1QHatLHMp9F+3F51uh+BVZcGIWi0YYgvOxdQrEWU87TYSdOTLzFvYrmqq5yosAzwxe7VV+2Ak4aZClkm5OkIrhVIb9w1jvkdY4TdCFwORSkFZ2KpqwpVWJrv+1iR2PIDsXoeTOvhUkjscRPWINUlqAfQL4vXcCYRvvEL5ifvp+uv1lO6+lPChm6iMexPT0aHzREXK6VFKWE2qIlY/ngylwcS9GemG68/wYWe0UyqzoK3Ak9PLXPoKfPuJJIc9nOXAB1L87Cmf52bAvGJETZXHxmsN4vjD1uHyC/bizquO4JE7juOaKw7i4P3XY/iwejJetdZkSyqR+KATTR4cmA+yvsyYlXFIyWBvtcVoXn9jHhI7kX4wIbrhYp911uF+XededeL6BDVdKvEkIUsg+kKlOrvKOvjP5qa7/8XZF/yZ226ehKdFp6OjxNSZc8ExkU92UgN84VpnrYGaNyGhm4/amHUbtFANJXvPYtIJoQq0+OfwI+V/Cl41/FxeUxF/XjO2q0CDHpR/ceFuOqVkwCmsFS0O6HZlLXC33voaTYvy2ESWrn51WOkQMWhQ3dW+cV8TD8OIn0a6b9GHfEHzV5sCQ7eTCHFQ9gKiRIl5kudZN47hnn/OIy/hW5Ni/81W0/vzarTlypx7w5vsc9HLHHDZs9zwwjRKWkw86ZDVfCJWKiPehOy5eg1Evstl2oI2NKEkc/WBtE48jowhEhGunWd9vESKTLZOMshqA9pM6P7TNTQAPpuzn636B7UdMWG+QGncFArTZmErRfrW5Lnu2x6/OraWEX0TRCaQIdRYjCXS0FybJdCNKfogUMG740PKUZbhQ/vSty5LJEY5Fqy6epZ9Dt6Qk097kNN/cD8rDdfikE4R6Qjn69F61ZWTOlKGWmSKfPfKiLd1ZRZGJYRAYGU3PHbYvMABe1WT1J0i8+bj6eERHPZuEr7Ob+SEW1UlRRAVZQgLol206ehFZCNIJaV0PrmugOefm46b56q5TG/0ALfrlgOlIIamrpD35ncRVCxCqHbSJH2ViL9LPkGyiuTq2xEcegRVh55D3c4n4W2+F96q61DpM0oGpoaoaxGld16h5e83ULjpVxQfvhaevp/y+NeIZk8hyOdBJ1RjygTWiG4kBtMN6t5IDxzYyH0jGbeKxh1p0kXk0G1pi+HGtwy7PFDF5vdWc8TfMvzqZY+H308xrrWLfCnJgL59OHCfNbnid0fy9D+/x923H8PFPzmQow/amE3WHUhjz1pCIhBfWeyMcf0tTnxNga+T0ahBPbjvkZfIhfNEYx5pp0Ko+IbB/erZdq3BYhiaB20sbG3jsSfe4Ywf3s2me/2a3Q75HZf84Xk62g2nHr8tK/cfSKUC774/h4LeYTTiZY7MqLRK1yWrj1gdggRqhCyHOBWoJMJKXkbzSQGFBQspeaHyvxzvaSNqpy/Csx7HHLQFQ/pWqSNf4Kh0I3Ege0CZ92a08dAjE7SARqSGDNRcT6lehInnSKT4N99Hmo/JtPQy6JLMStJ3cAvJEnCjcCN3sLA9x3l3vsX1z0zBvTs6ruy6dh9+dfRI+mar6dRVZVm2UUuDBh7GfIhMhFukXfsRPRvYb6ORBLpC10GTJ8d00KkNd2Ss+vWINBcitbKRmsu7NsoClSfTWZ1WqikWOyiXOwllLxdXY3mcegiXp97SOpHrXSts1NRM5fV38FsXkkmU2XDNNI/9oQ8HbFJPWo97iGBMqK8FTRsU+zTCwlKehO64jEaqtQLjmKQd7KTJbbz26hRKwrfD7mty/Ckb4xmDUZkC3K9EBnpfMcbQXMhxxu/a6ehMAkbMg0DtMomIK75tGD04JTwVGcAZpHS/bsQwQ8jX6RxfTDaLrysRIo8wV9Lk6aYo0uxOZDSBPENJp5d3x86IhdxduqxvxFprrkJ9uppm3Ze/t8iTBlvEMmKmfEzTxEHH4O20C7X9N8Rk60EKFsankGlET91G5x2/oem6C6j84zr8Ma9h3RWXyq14HxFJyiZuow7EeYNT8lhfcDn6EOhjVAalMKK1AHM6fO6fEHHC0wk2vdZn61uqOOeZkJdmWRYVk7j78t49+rHdhiO56Aff4vlHT+WdZ7/LzZcezrH7rsGIQX3pXV9DVUo8MgZEs28tjqcO+AY5I/JGjeivk0IvukoW3K/MhwrEi5x0cUFLB2+9P5PL/vgmex96B+tvcwlHff9uJkxo5aR9t+KRO77Dq09/nz/+YRf23nV1TjxxTay3kKf+9TYt7Z0yvZ8+WCvun3zqCDztiCsdWvzFJCNY0jKs00bNcU/Xwm7+xZIT3Wq2pMoKCbt01VXRg3yP+ir22Gs1kvh4rl+HPbLq1gHxNfcvLvwnHfoJJOdSryyh6AlEdKh57ar/d4DB+im8ZJpKMYeVgXenLAfmQ8w1yEkeeS0Gl9w/jmuffV8P5mVt5qrYfLU+/OnbazKgrp7Q4bEJcUy6Ll6oVRxvqPH57j7DGDlYZV7IxEVFXhjvbmRCPGu756jjrxrIzP57zy4XP5nBCne52InVnDsk6FwAABAASURBVDVLJrFKP827G49Pq7O4XCbDRFRkQMKpc2SQp+MFOfo1Jjj3sBQP/yJkZN9QG5+yBF4h1PAiER4zSClpSEy8SwvNYpwfDYYNrBWjS0yXsnUUig4DBe14r/njP1l9xHAu/c2+jHltBuPGzMUTbk/W0dOCMGtqjooYsNKAJNZYxky23Pp4RCGI1HNZRlQQWDLFBL/8doIBPQyh3io6ps7C6DitCqIt+igxX3HKJnyidFJsktHVttMqiGSBHK9CL8KkPcKwzOTp8+jsLH0qdZ4WopTuSNcYNUB1M0xYCNrEij984ljtonkwbwZdU9+h6+W/0/SPW+m87WKi2y6n/PpzsHAaSR3DKzqGY3S6iyqEkoEDwlB4Qwgjyc3EEC/4USxxlUXoBos35ye4dzz8/DnLoY9k2ejWDEc9muTOtwPc34nUZSJWGdmP/XYZzU9P25lbrjiEp/56Cg/dewRnnLo5664xgOpsCptQH56HBwIr/C5mQfI3xsMuzuUb5lZaqZZ+Ays88fhspkxr4h//GsPl7l8pOOtWDj7sek4//S5eeXEOm264Mldfcigv/PXbPHrXCXz7pM1Ya9VBpPwMCXppdLCnDEcU1DJnbpL2llYqyzFWJ5N11h4l8fmg7av2hqC5FBnx00SECY/4VFwJqejt0sT8NBhjlgP7sqtEQhGDFpK0TifWRGy9+VBWXa2RyBESLW6veggiSfHll+fwl8feIDQZTK8asjaBssHR5bjgEPKFXNzYde0gTiz9uBwHSzO+UMRhSiR7aKwlSqVFGG3EHEKxQUMKY3DysZq7oQr0LM0lf57O5Y9NIe/+/S+Nd72R9dz3vbU5fONBrNyYpdZmcZup4Q1pdl1rJa4+cS323kB9aH5WbIHbn5jK2DlawIRPgo55Z1FfUZyKc+OP0q4wMgZjfL1HVqlCQNn9IkBcFtf61I9Fw/i0WpFWqSgoYZtbCMdM1puJDE+lk01GJbnjh9V8f+8EVTrOWxkTGxldYQjrEiJkcBzDcM7lOXDxj4HN1w/IpgxzZnXy3Lt6xA19qpIpzjtnb373q904aOc1+OF3t6ahrpcGbalowXjqjQlMnttMWv2fun+GHdeooqszwcUPlnh9WqAjYxqzmCYjJm820uPIHX3qTBbT2kJp4UIi3SG53fTHkPSVZVlPoqiqBY0JnUQ0OPVtiCRgrYWYKk0kL4H7pxdmL+wSzctgpFrG3sBRx64NJs/zC7O0aiJ7tswnuejJv1F45FbM3+4geuXvJCe/je3QA6EauF1hN49CjBTS6Kvs+BsZ6Z4DZYQahhFpiSBBsmKYpeuZWycm+MHjRfa8P8vhDwec/pjHVW95OoUEdJRKeohuYKet1uT883bnvjvP4J6bTuPaSw7jnO9swx7bjmal/rW4U4dBiNWj0cQy0lsbp1HnAte/QLHYfyga8yrUghcXfIWfSLofaCdarpQIwgLtXZ28P2k+Qa6a8372IAccfT3f/ck/eO65Gaw2fAC/On8XbrruCK678kDOOWMLdtlmJYb17RlTHDmj3zaecsfruH/gVGpBn9oe1DVmKGhT9PZ7ebywK667rE8oY9W7T4rB/RvRdMC0l8QfccuxVg09zaMoo8VGHZT1xqGsFeu1AWRBkzZ7eeqyIScfsQn1Op0HkqfTsQ86C+kstPH7378sbZOkq1J4jfWyLSbWANxXPGEFODf0yNkA6UhYLlMpdeH+59ZyvkmyaqaSa6aYb5Fx7SK2caE6dY0ULL93DSKsTelKqZGKdKJSWQDxoM1H0LiaFQ+0d6OrGHDlI5O56N63aa7k43qjBtRw4cGrcefpG3DP2etz3/c34qbTN+IPRw5j8+GNOs2kqEQprntsPLc+O4NAG1SH081TlsyZGNPHfFQpEm9tIomfylAudRItXvg+pvZ/ZFnjrJUQCE88NhcuqRUpEhIQ6OGnMG8BpbFaTPSo7fuG03dv5KFL61h3VUtGg0+ooSc8jjWRCbERSkGoUJsdHARhdxo5VScysj6KL/FDG302W6NLE6TCD899iOb2dqzuWPvo0T2bSZLVg+Geu63DaqN7xE3ypSK/vexf5MshIweEbLNGmZt/AoN7Gua2lTn1j9q1lSPcbt/R5RpVJwzf28syZKV23I6fmQuhM4/IdMVfCzjaNH9J1deJZwlsRdS444QC5FxgdbcdaiBTZyxiwsQ5hJoAKvpUv8uOa5JMZlmUqzC/s6hrEdfbxzcLNJGi9lYiHcnVQbcMnYjUJJaXmhlxStNbdIJbOJALF4NbC92pcMx8w09egTVv91n7phRn/SXk+ndTvLPQMC/vUdG13tDGOk47cn3+fvexTHj9XB656UTOPGFnNlqvD8MG11Nbm8Hz1Lk6McbgWQ+jOEudiBIt0qilOVGc7k6WtFAtWtTEjOmzWBhvGhwXu8u+1K/rRhBJ8ctS+EW6Frz3r29y5Gl3sMZGF7HV7r9n3KxFzJlT4OLLduKVv32HB246mrNO2omN1xnKkMGNGnsCX2O31mrMFq0B2Pwkwhn/IJr1CGHX5DgvRR077rkmISWu+MNLMiQ61rJs5+RXW5dhm+364uI0dWKM42V3O6M+0VyLy/SGYzUGnPC7i7/Q1+gUkhetpeZWjIzUWqsMY+MNBuAZjdP1K+yRRqOACMMrr83n1XenKFkmU1eHp4fjsmgxAgSh6pgvuKhEwmN00g6CDgqFuRRyM3W1PI9KfgFlLSLFXKvSLQSF+ZRzc+nsnEE+P4+w3K4xdPM7wopGBwo+zcs2eok0iWRfioU8heJcqbA2eaE4LkBjQs5E+jgv0ZSDCtc/M49zb5hAa76CSNbG2zKsT5Z1hlWzztA6RvavoSbr4059uVLIBfe/y4W3TyefC4RRID4tQenQfhpEauX59WiQlMstRNoILM84baG4CCuCTRQBDhTIO6JDpT3ds5YnziQxZR6RFGLNoZYbzhLBx/ikozJeVCRU20gEIIZEaij2MHtRyAMvRBx3eYGtvgebnl5iux+U+M61JR56LWJuS4XADVIMY7FLlur50aH99KhaoWlhC4cdfgNvjZ9Jhxa0suNwBB4WT/1MmDaHn/zqAV54fqYWtIiDtjKM6JWlniwXn56mTyZi3DjDD6/vpCvSzk10obbINWRT3HhWLX2qtS/S7q44ZxGhdpJuCHxocqnqV+Y1NIIeWYwWvFCTuJIvqW+X6wKFur7CGrAF3powSzwPVPDpPq2T2NBhtRJNyMszeuuxt2qZjSRyoihaCk62IVaqYbXAWJwYuhFEtOkKboKu316eFXL1mxGHPZJi3T8l2PrODL99zWdqm0cikaDPkAY9lq/MoXuswxW/OoyXHj+PMW+dx8UXHsY2m61DOpXCJtWLrvZ840vGdIvBjdd4ilu6nQtNHO3+WqTnVLSrLOh+oFUn6NmzZjF54kQmT5jM/NkL6GzvoEXvfVZGK274JX1KlTKz5zfz1nvT+PNf3uDsn/2Znfe+mD12v5YrrnoFL1XHL8/dltefPIe3nzuDjOZNTbI/qZoEQSIgTILnJ9FSgtWYsR4oNAYCbQNKreMk83niTQov0x9lgw/7b7gaRqfOMePmUHZI+DRnSJkaRo1aSV0U8CsRQowxJgZrrGQhxCbAKxW0eJVwi+OnYV2e8kjyTM5v0c1AB2npxc8v3BVPO3Z1jBUCsxiQEnZ1FrjznldpamvGpHzCAQ24esQ1u2u7Ke02r3wRp1NJWYa9XGiGMA8y+IpgRKvxDEabZwcojvQTLT5hkKNQaKKraw6VYpcEVAHNGaONkokcbSzTRZpEiWSCTHawFqaKTkPNROWISPMe0WMINUoHEaqqlEMf8pdXZrPLL57j5ucn8faMJuY3B7RqwWgulJjbFTJmfhf3vtLKYZe9xG2PziawGV1hRggZDlFMmRufYbmcNT6pZB0VnXxD2UfrxojwLaO1NiCd5PMyqCUxxZ1WJCV58SfAzFlI8e3x+Ivm4qcjjtojyZ3n+uy1aQIvXRaPLUY/CAJjCURAMYQHn/c4+KIiR12W47YnAt4ZV2DM1Dyvje/kxr8UOeGiHMdfXOb5CW34ZbXTNBIKsB2sOrLEMdunSOjI9vybkzj8pDv42W8e49FnJvPGm7N45rkJXHbFSxx9+h1ce9tretxsY59t0hy/R5Zkskgg2GENy95beu5vBbn1HzkeeCWtxcsxwiANoeyHrDo05NfHJ8mkZZQWtVKcM0c8D4idqsXhV/kxRizwoaYGEYIpiJGOHAnRiwzymNqMwoinnx4jDfNYHhdJgXbd0d2Ze9w1wcOL1XN5Wn6ojlF3Lqmrs4W5Mn+fnebCF6s5+e81HPFQPQc/WMV5z3j8Y5rPvBxkqyzrjRqm64zNueq3+3Lb1cfz55uP4MbfHcIxB67J6JUbNDd9LVCA6IvHBrHeSxrig1Hqo94Y8UC8cIudu0bK623NLSDz5sxj1sw5TJ8+Q1els2huaiKXy0l/QxIpT+yspm+fPsLJCnEigYo2OBFdutcuMPb92dxx1+ucqQXk8JNv4tjv3M41N/xLSwAcddxm/OGKA7n3lkO59le7c8ghm7Py8N70qK6hV4/e3H7Hi7IfATIl8diNqDTGKN4Nxhgx3icotmDb36XsBdj6lfAT1cTOQv+BDdSke1IIOnlt3PQ4e1kfoz4S6mH0SnX0qK0ilAE0HSWMTvmuXUAFZEQjGdBQ19wV3RK4/BUBVkYpmLFQqCL23WENvYcNVtwTOKoiURYpXqGs0/f7U1t47DGNJ0oSDe4H6YzKPCJZ2MiIZwrllff5vFEzo37K5UXagS8QnzVubVStlNGKP0YQif+Rp3koHXXpGJRHPIc0OXWNWSotoFxZRDctluV16grjpUhlG4StSL40h6DcKdSaAaG3GB8arzCKWMcZIw5Nm9fFube+zxF/eJtjr36FE695g5OveYtTrnyVEy9/k+/d+jLPTW2jS5t9CDDW0S8ckdHHgYLl9RqUl8hgTJJQ122hcEaidlnNbTo9QFRnKOTnUy41YcNiPBjTnqMycz5Oqfqkq7ni5BouOCnNqP7IKIHV1tDTKJewMDSeFCHi3scrnHxFF29OzpPXznGTvoZztmvhN9uHnL5xpFNEiY6i4em3yhzxQ8MTk5tFosE4rBJcOpnm9L1rWGW4L0ElGDdlDldd9wjHHXsLOxz8e/Y+7mp+fPk9vPrOLAIbcOq+tfz+jCw9qkIZKUNCeGoyIWccZhnaRzRpA3HlrR7TF0Ual+sH0W7VX8B2W3jss4WPp52BlaIHTa1E2iFEEV+9c31GHunGRvVttVkK0NYAE1owBq3XRDpZYT3e0Ng7db/LcrhIQtp563XJeBneX1DRbqiwHK0+qGKImNJU4Zr3U+x3VzUb3diDk+6PuPKVCo9NjpjUHNJeNtTVN3Dgrmtz0x8O5NWnvsNf7ziGC3+yG4fsswEbrz2YPj3r0KYUX/QboV8CiqoHN3iN0yWUkkI0xuQyAAAQAElEQVTGMfdxC4jLqhRLdHbkdFU0j8mTJzNVMFebgPaWNgo6nVR0p+p7PlVVVfTv159hKw1j+PBhDBzYn7qGBhwP+YzO6QJOGRx5aiuJkKsUePTFcXz/Z/9gsx0uZ7s9r+acX15PS3uRY4/elPtv+R736vruF+fuy8G7b8kGaw1lQK8GUr4vGSYkPo+E53HQkaswZfYkyrpqicco/B/16lS74Ug6TtvLunbukmYnCfvto2oyfvo6P2RIPauvWUuUbOK669/QYhc6drmiTwSjkjVWHs7QAUPjjZan61ATqD/lR5qDUUqyMFZlhqCzE/OpGNVwOXzXombpdVELYJrvfXsbfCxazz7SMlJeOfC49qZ/0tzZKr5lyPburboJ0LWYqx+ZSDSFqvmRpp8xobFVilRKHSBbZiIjnMg2EIdKdkc0dtdfd0J8wblIdQTGYtS2UmmjVJyvghKIf3yi+7cCU8H6KZLp3niJOr3RdJLLz5HN7RCaSHSZuIFR1MXcIhRZSxhaZrXmeWVyE0+/O5+n31nAKxObmbaoS/I33XyxyKmh6FdEXhnxoBT9DN5YD99WEVRyBKHG51A6gj4BhzVS7kS2ioQWjaCcJ9fVopUyR7hgIaGY3VdXR7dfkuTw7cr0EgNCdaBGiLyY1Mix1lh9S7w9JcG5d+o42F6md73h3p11vbV/njPWSXHkakXO3ajEi98qc/POPgNqk+Q7u9jn/CSTZxeIdOfsJpbR3q5XbYWLv+3Ru8bTGmvJR1nKfiuRn5dR6qJ3NsN2K9fz0NnaKR+ZotZWJASf2R1Z3lpY4ZFXA157HXbbqIa8n+TVmU1c/GAnLZrUEMa0JyoJBiR9vrufYVRfS1ipUNJ7itHxEWdE+OpdKI4m62pxMvFkIDV40WoITSgAk01gjEex5PPG63mWx/lSwL71VTTWg1HbV/SOwce6gILutecL7YyWkEen+5z2eJJNr/dY//Y05/7D8NTsDB3SKS9bTb/+DWyy3nB++N19ePqR45n25o91EvkWh+y7McNkxHv1zFCVSuAZg2Gxk54g/THGYIwB+e6P7Y6CWG+kvCGlUomOjg4WLVrEtClTdYU1lZnTZtK8cJEeSEVkhHBb6W2C2oZ6Bg0ayPARK7PS8BE09u5FpiqLlbyN7xEjN3wmp9tdLRIwbfY83hg/ht/r2uqgw69l7Y1/wumnP8BbY6Zy0P7r8eC9xzP23Qu45fKj+NYeGzOkf4q62pTe+yzqPu4aN1ZrJEuwLi79Oua4fZk5o5N5M0oyYob/dMqTsTJ61yq3voQfpPEbdiFpEqrqSVMChdCjR5KhK1Vrsqd4b9xszV2jsrhomZ+GnpZ+A6rF7wpR0W0yxFB5MQ1NMoyumcCjopNgoJOKK1omwk8p9IplPF2bS/zsstuqDBvaoBahYIm3ihiQ0Zs0fTa33PWaNqgBncMaKLnsKFRRd30rg2pUL6I7rYaf2bvxuDkvBixta5QZG+2lOWAiG4NiEPenSoggrNLOG53uPG3Gc1TKOVypy11eMMJjbJJUsppMdU+s5mihq418rk02KY/RnERY3QO9o8117eiMe7cGNQDplLiDTKirigHBYt6IfsQrltAep1luF2HxEymkpEjJRI/FCJ8B9cF/OJWC0aKSTNdpEvbATcCi7geDtlY1sBy2SwOb6HrIGIeCxU5xESa8Ma1GE0Q5nH9TjrYFZYY1eNyxc8D2K9eSGDCUaNBw7MjReL0GEniG7Ue1cMkOXWQa6il3lfjVvUXtct0kceIQmIiNRkWcdVhAtZ9AV8xstXo9N59Wz21n1nD/rwrcfWGZbTZOYWUw2mV8bnoszzHnd7DtqTn2/2mOwy8uccn9nSSjkniR4O7H4a9PlAlMkYgA4wgmxSqDM/z4GE8CDbAdnZRnzRPrA9zY+KqdaKokfEikCXVqoj0fCy8SsZEWFW0VQLvHSPy58Z6nNBfEq0+h0WLo27uaUasMpGxL/PGNJCUdgz0dq0O1bdHO9M0FcPu4LD95KsuxD/lse1cVR/45wa3jKkzo9Ej64tNKvdl3l9X40Vk7cN0f9+GRe77DI3cez49P24xN1xxOlZcQrRGefoyUEPVrFBqFxM7qa3BJYwzGGJwzGNzEjheQ9k4WzlvIXMlg+rTpzJoxg4Vz59PV2Umo8fsJjxpdCfbq1YuB/QcwZNhQhuoU0n9gX2rrazBJTRvVc3gdGGNc8KmgQykVvYGUdKyfPms+j/3rPX51/eOc9qNb+Nbxd3LqaX/lxdfHse76A7jkoqN47KHv4v4m5Aenbsf6aw4kQ4N0TLKQx2icVmAMRj1rdPrGBQqVL54oQn1DB2063Y0btwjURiKFUjPFjjFQmAvaWMVyn/cCiUqAl0hie4wEjS9iCb4Ia5Os1G84xqRZ0NTJ9HlzVVrm01xCMl1nlZVFjY8pQeQsliPYNfQsUZWYSShaCkQFgcv/HOBQBqK5tGCh7FGRxmqPg/dbi5rqlPo2fMAfIY8MJV2LXXDB47JDSlenSUiuvobrjKkC1Vf+CvBGC1SgdyzcGIXPCJx3/Thw8VgmLvIfsKT24oI4GUmH3HwNFmcufxA3N0ZjTpHJ9iRd1YPIhro1aqFQWKiTi96dnA5IHEZMMEJtXShQ9KNePPxoxhdPGevj+QlKOnAEem93G/9Pwuo0vFtIxmJ0LZJI1ZPI9AAtMhFFTDqUiQgxUoqlSLSYIHVYko4UeU87rafe6VC24cebhqzSM4vpWU/G/bMdex5BzaYHkdz9OPyt98ETNzYeWORgnVqC0OfVsQGT5zqlNcIERguUJ4N31E417L15hKfHxufeMNT0jNh+nSrWHVBFjW9jCrq6Cuz/iwrnXqUd9JiyjE9ED02GEQNq6ZnKkAg8DAmKerT69g1dvD7b6pY41KQTiPnWeOy6ZYUTdvOomAIVPeBmF3USSXIq5qt1EaH47tXUaWwWdI3ieKGVIybD3YdGVT5GFvDBf7xNR75LRWFctqxPfV2WVUf3F+6QtxYFTOyC+ybDdx/LssedcNiDcPaTZa4e6/OMFpcFpRypbMhW663DeefsyKP3/IC/3H48V1+6L2d/eyt23WZtBg+pJatdrMiV3khuIhfxTIwjBnF9WTQFQUC+K8fCBQv0/jGd6VOnMXvWbNyJxD2kl7WjNcKRSiZpaGyg/6D+DBk6iEGDB9C3rxYQ5aV0UjUxAepJfRujEKeNLvwouFwHH851nOukxMvvz+Tiq59h3yOuYdcDr+PUc+/lhSdns/6qvfjNBbtyyzVHcfnFB+maZhd23mE1ncBq9KhssFaGXp16ohMcNmIX6esgJmdxPHJ1ou6EUTxjfLbYYoSuvWbHLUva5JSa3yWc/iDFiY8StL5DuTCTsOs1kkGKUo+1iVI1quv6cRisRmpA/W+37TB6V9fS2lrkhZdnSww+n+as2u239yDSfhXGrT8lR1x3K2OEty6N0zcrA29yJfX7QXl3reX9htq55yktbFKDCuuuOoAtNhgp3El890+DfGiSuejLr0/lXy/OIAx80vV1skVpKp7BlYkqLdysEBfhfpzxd+OKlRfXB64Tgctd7o6ke1hnT8qiO4xRLHfbD1d0/VqDl0jpyagnqXQvPFMrPcjpWnc2xdxC3D+Jok7iPlQ9DvmSnTGGhFcnFQ90RavFLVSHn8Agx0mVgrtyQpWs9fD8ary6BikmXPtQkcnNgcptXC/+GIdR4BaWWArw4DNF7UAsq/b2Wb9vBV8ngUA7yLBGDNHutfnhSwkev4to5KbUj9qMpG84bnREYJPMmldkwoxu/EY4HdjIo0YG69v7JxgwAMr5Aj+81rKgPUlFTA88i27MOOLiFv75qqFLir/ZpsN4+J5TGD/hbN587eeMn3QOd//5O2ywTl/csa3QGvCDP1ToaE2hoeqIGBJpEUnppHLxkT3YfGiKRLFCy5Rp6FKUyP04qcWD/vI/WmeJd+K1VQSaRO4Nxf1mnZVAjRa+yPE65VHRXYrsLZP1+BbpoezTKLM6xa2ySi+SCcvCVssWV2U54m8RN47vYmwzLHK7DuoZPbgXx+vh+M+3nsmM8Rfx+IPH8qNTdmXL9XoydFAdNfXVGD8JosUTYH3FLQYP9EWyw7l/45nb0YRaBAuFIs1NrcyeMYcp70/SO8g0FuhEUuwsUNEp0+1+jPQiXZ2hd9/erDRyBMNXHkn/gQOpq6sjlUnjJRLIkkthXUcfBhMvwu7Lx7iKbEdBC2VLWwuzF8zj/r+8wdGn38bqm/ycnXe7lNvveJxhgwbxm4v25pUnzuahu47iu6fuxibrj2L4Sr1o7JEiIZkkDOrHYIwFo1A64r4uzmLn0ipdnAKXNsi5TwwW36bYc/e1GPNuC+6W1VpLkhqS2h4nypOJJj+EnXQ3paiTINGAX78m1qaFywoMS5wn3q8xejDVWaPdbDPvj+0k1pMlFT4hNBrFsGH9iIKiRqDZUNKqogDnIkU0Vk8bMiOdC7qKaHK7ks8Mbg4lF7WTaM+RlH6cctrWZFMphB4NCIwFjQi5fKGdm+/4F+7/qjF+hlLfRpCeecbgiQ4jsuRZEc7R5QyziMCojwizFK3r54PU0uxlRkwUYqwR+OLnMqt+cmHkiqzaCwxYzfNkqoqq2r6k03onC8sUci3aiLVovnQRuXmreeVaLQGD6FgMS/K+aBhJV5DuJROyS8UOovga7uOxOml+pMQ4xhoIetZDqpoWGYEfXmFobrOUvXjEH6m/JDFpWg2RhD6iLkJXyFg9rieHb0DpmQdITp1Eov+qBDMnknzzaUrrbU+aDIOzeQZkynSFKRYu1ETQZEL9RwLE1kgL1zpDfb53kKWcCnh7SitXPrCALhn9st48rn+syCu6wkl6Aacdtzl3Xn0IW202SJizpCKoMdXsvMVg/nzjUZxw2JZaIA1vvdfJXc904p4oHH6nPOqKVCLkZyem6d+ghppc5YnTkdRwZXyFzillmM4QScmNrGCkE5iR4oi5GGMwqQRaGeLyp556T/SZT6UuktJtuM5IGut6YhIlkikY0q+RTdcbyeH7bcUfzz+ZF/52Cs/9/WSuuHBP9tpyEFWej0HTLkZvpVK+wIVGYTfERaB6yCkl7xKh+qtIPjmdQNpaWpg/Zy5TpkwXTNOj+hyaWpp1tVHB0+kiJeNSq51oT11jDdUGZMSIEQzWSaSxZ6Ou8hNgjXB/jF+cvTiIKxg0EaOIUAofCErlkKbWTr13zOahv73Bzy96koOP+TN7HHIDl930LKl0lgtO3Z+X/nourz7+c36nse+w2So0pNMyYNKDGHnkhiRw2I1CBCHORe6jPuPAfYz7oHI+5NwUW1zwkVyPvj3qefaFqbS0tGFCQ9h7DUrD9pbiDgWNO6p04BVrlR4I2b5xa8MH+AzEqWwywaABFYzu/MZNnUh7R07q0k2dqnyiz6jdZhsOkg6l9VheEg2L2xg1cd3onVMqR6WtHfeOgstX0WfxlSB1FwAAEABJREFUYVShPHeRTv8Bm6w9mK23HIH2N0KxuC/FnA+la+MmLuR5nU58ZVT61UFVRrQp8SV4q8EYB9KXD3cS24PP2F9EIOqtxiV6hZMV4IxwGGOQSRX4WlzqSGX6CnoqntT1Uxf5/AIK+SbKxXbCijYEmndq1u1X9NcEJDRfPC9DsdgsfSgThfY/evnPHFXRMPCrqkj07iclS/DPt/Lc/VxBRCcxxuB+VO0jvq1sNJFDjIyE5gahsYI83vw2Op68HTP+bWxk8DoWUtEuM5IyV3S083xLQlIMo4TwRixxofIigY18Dt7Gsv/mWQrFgBv/4fP6hLQmTYXbnoRWtdth2+Gc9Z2d6FXfGB+jPQ1U1Kg/Dy/06dujJ2d/f1u21OLSXk7xp0dhXmd3X0YdunUy8EI2WMVw9HY+IomwrZVoQRORflTlq/OOrFQam0riuo46i1jdb7tsY42MrE+kk0akifDiy+PRmvOptFljWG2legb1aBSPE2y84XBuu+Jw7vz9SVx18f4ceeg6jB7VR/faae3Ck/gmpXp+jDdS20hMcv3HGfooGdPm6FMy9qEIKWnz0dTUxFwtIDP0BjJz+nTm6BqrpblVil8k1HuNp11XTW2NTiB96TuwPwMGD4pPIO4hvaq6WuNLYK3FGBNDjPxjPm783UR8UBgQUgpzTJiykLseeIPvnvsABxx1LQeddBNXXf+MTrk5jj9qY675/V7c8cfD+MMFe/CtQ9dilK62slUpLXAJEn4CZ6UjazQ8N+oIoy6swIXKVKzbu5KoO/qZvw7X0EENNAyIaOpoE1otCHikqoYSDDmIsN/2eIme+DYg6LUrNn5x/fcREztf391324VIC8rbY6cwbf4igkpJucv2xhjOPH0LKu63d3TkjcoVGQlpvHRLESo1vnCWMV0dBFoYPr73ZfdR0ukk6MzrbaCKi36+JxlbBer3o7gqejEqcfs9bzJzdoFAm5nU4D7ihlVVcSquz5fghBtJ0AQgW8PncmofWc2bBulPLdGXRGvo9FGGySaTJDK1pLM9SCo0yi/r5F3Qu3ex0EpYLoq1kYbjxqaoAmePI4V8IScExiORbpAuFGR3dPWl+daN0iowAtzUicOPfBxvjfUIB/UiWVVNRzHFL+4NmL4ghxF1BvOR+i4xuCEt5be0dobktf13Oxpf9ZOrrEpVSwflqJNi1sessT6JhVNIFgLdx5Vx/yBepMexqhpL/E7jlFkIjTtCLoZ6DeRPp1tG9+tFc5vl8Is6eWF2manTciTCgIsu3oe6+gxY19BNAhcJKYcdTJ8xW4OPqKvNcsUV3yKlCTpmRoGJzQVVBjdWnAtDHcXhzKMTrDGyDXc6iSbPx+iqTUN2Nb4ysH4KslXqzxKJT2hBQUobijcVGVt88KKAmfPLLNSCo4rL9MYYHWoSrDw8idHddCjtGr5SXwYOSOP+IU9j1VxgNYWNMTg+um4sxkX1JQZLXKSvvBGLdM3Yqd3wPD2iT5s8jUkTJ+s0Mp/WRS16y8pRLDsTb3UiStGrdy9WGj6UVVYewZAhg5RupLa2Wkf5JFI13CIirMvlIyIZwTIVh78U0tVR5NUx73PuLx9l022uYP3tLuSMCx9hRksnBx22Oc89fBp/vfvb/PqXB7DfHmuw/uhVGdhbEzLhY4z52D5drsH9fGTUi+t257lSsziHmFNLE8sV6dOrmhHD+/LsM/PUkxYUGwmNZJSswfTZiGDYnrT33V6yky5ICd3vaagGQdgZw7TpTVx38xPsfMjV/OqiB2U9OlnYFGpO6XHYyrB8ChWOjxuv10t9doEWk1CnSqRjcTPxxaQlGxmsUHPDdH36AhW3W/yRimGFLzFhjlQ3YsetRrLmKkM0TlfB8c+FH0BrWxvX3/ICRY2zNKIPJSmgG2vkWjhkH1RdITE39lBzKNJ4ozAS7wSfGbPamJBksgeZ+N3ZxmP9zGiWo4FRnY+A8fG9alIy8OlsPQlt0MOwS6eWZoq5diKdWIxsI87oi0Y1/8Jeo8XYBIlEPZVCF6VKq6RjZEO7wXXwn5J1uQIj8HSSCNYeilHYssBy6h+gLR9qOqvw3/xGm3cvNm8vDJjdiR76ShTee4Zo6OqYg07DbL4f2T2Op1Kdouupe8hrt/rkVEMxSFBXk2HwgDo1Uq8m0tQMRSgfOGNwby6XnFygtke7rsdCTvtlloLarrVGf4b26SuaQlwjI+XQVSPvSpEPPvp2Dj/mHlry7Rhr6N+zF6sMHYBXjpg4No1zTlcduLiQkDaGO7/fh8Z6j7BSwHtvhmRSweHmK3JaP7FVWSLRYspgHTjFF2803/CrEioLtcDPZ+Ik9xtBou9TaDPGsN9+G4DJMWbcFKbPbhJiA0SCEGOMwFPc+dB9loIzKIEWj7LeOQq6xlowdz7Tp85gihaQ6VOn0dTcRFFlwoCnE0haj+W9evbUwjGEkSuvzJCVhtGzZx3pTALrWayMhUNujFoIXHxZoKHjaHDQ3pljxqxm3h03lytvepQDT7iJrfa8giOOu4+xb77LIfutx+P3n8jYf57Jn689mGP22pDG+ipSSYvvWQxgjEL1a4zBmG5geZ35oOKHoh9kfoaYp6PxwN51XP3Hl2THI7U0GMQjfY12DaZqEFW91iJXKjOnuYN3J87nob+P4cQz/8amO1zNzvtewZ/ueIORA/pw2VU7MKTPUMqS08uvvyupesL3KV6GpsrvxaorDwenWJ0l3OnetTLGgOZMlElixK9wQbNkEMR0Gs0xnIoIpJKu+kfAjSTS/M7pZOqVKjRWZTjisLXJJgL1U5EBUkPs0jaBDN8FFzyjt6QSJi2D1dBAuqzyyKCBdMPS2isqItxuomlsnxVjvAjp7TLSBswX/xKpngQxuW7knxXb56/veos0BuOl8BM9SKf6k0r20Aa6SFfXAt3otMYnVe3LP38n/9Yykk5YvwqbrMf96wIV9yvnjpBYnib+8knOKUvSl4Lr+BkkDc+8UeFXD4XkQnEPCeRDDXdcu8yovlUsKCW5/MVAq5f0YPZ0So/dTHH+VL1p+DBhPOE9t2Hby8zIhVz1ahJsmtFDUoweVCCUcCPhjZwWSdk/hD6ObrS6z5Fbp7VChsxu66DkGQYNrCUtemyoKhHkdOS75e4nOfnUW2jskeWyPx6i00lNjDWpidCzt04yvqW1uUsNRKO+aqZyReQjAyP7JbjkiGrqqkLyhTbCWfM1kVwHqrBc3mH8OFiOxuofjT3VIJqNr51GQJgv4q7/jDTDbWKNrmcqGvv8ljzvvjePQG8sTsk/DfsWWw/WUTnFotYC701YIANhiHkdN3QydZGYABcR3oA27RwXLljInFlzmKFrLLeALFy4SKeCHKFOoslUkmy1eNXYQJ/+/fT+MYShK61EnwH9dGqsIZH0sUJtJCDjFEo9xsg/5uM47ODDRW5cs+ct4p/Pvsuvr36ak75/G4cffx1nnHkPr7zQwgbrDOBnP9qa++46ibtv/wFnfGcHNlpvdRpr6kiYFJ4f4PrmU/r+cJ9fVdxIvttsOpqu3BxyJUsoLXRao6cfOttyvP3WAm66/XXO+ukjHH7CLRx/8i1cc8uTNDT4nHbiVtx6/bE8cvvx/P5X+7Lvzhtw0L6rivQyDz40nshT9FO8kUG0ySQH7DQMo7nhLyordA2dDmhuKKi4v30iINHUStC+QFeXCwUtFHJzBfMp6A6/WGihXGojqHRBqEVBRymjDUY4f754X2bT0QPZaO3hhJ6VwYkWjzLCOad/702Zx813vqvyFKZ3vWg3lD1X+mWCuC3jiAzyZ+nF6aOMAVZvCelkHxJpLSaiNRSvHB43P134VYHr1oijGAOya57eJDPVjfiZeskjopSTXEodkmtlhZBkjMF4HqlULX6qp95TmrSJacHE4owkXz7Nyej0qsNrqIsbXfVoC8+8ahVPfaRhDz2An3eIxfdKPDoly0+ejOjSu4qZO5vSy88QPvcwwZinyOW7KLcbLng+w0sLfNUPOGlXQ++aUDgjDBAZ9RlZxbq9Uzp3LsqkLN/dp46VBycwoYevXVBXrjOuZLWNDaXEJ3/nz/z20hc56pjN+c1FB7DWKr1RbTzhtFKgXK4IJknCT7DEGReJiPtGLjQhe21u2XPTKgJpSGXOImjvWlquKkv9EgVzShZnOjzSrv/H3lsA6FUke9+/7nMeG5/MxF1ISHAJ7g6LLQR3d5ZFlwUWh0UXd3d398UdEhISSELcbXweO+d8/35mJiQhCUmA3Xvv+/V0nfaq6urqaptMrMA4CMAI0LWV1gOM+uXoqRptzqC+CzDqpQMXT4lHG8e1iXJCUGjgiYeIUIqDDLXbBX47dCq5zM99acO5aBgJUdIrp1fPbsIR54vPx2PFmONl0bqohjsNuD+qOG3SdObNqqG+rp7mbIa88Ph6Va2oqqBr92707tWDHrrC6tSpAxXSkVQqISNukLhxzoXWWtHyMbgxNSzOue7ltVPNRtN12knz3Y/jufHeD9l53+vYYucbOPaU53nn3e9YbWB/rrpyHx586BhuuWlvTj9xK3baeg1W7tmOVMLDE3Ir8PQp0JbBMMo1S6HNf8k5HtddryulJfDpFxOYMmsOT7z6JSed/Sgb/+kGhhx5pxaQLwjiEX89aQsev+9gHrz5cC48a1f22XNt1l6lI9XuN+80jl6UZJutBxGaPD98P0cyzC1TrzwxscYafYiiPL6aRLreamto0aikNG6SZRSkSeQ9YrFS3M2F76fwNYd8T/qYS2tBqSfTPJumBrfozCbn/iuExgaCpGX//TeiQ7naGSGSLuBA2uDo5IT3xps+JB1pfsVSBNUVGik3iq70jwLXs7z6nAPNb8dP1MrP0ihGoTPKBi9ZpY1ZD7x4Ka5ZwZhG/FedEXVj9DUWY+PE4iW6DpMsfU/XU3NJN2lx1xWfszWqusJeFDDGYKxHIl4mOkVk03PJZGZjZe8sv+KMJqQXS2B7dSZMJkjPjPHPJ+YyoaZuoZbWZtl683nsvXkJQayC+0Yl2eXxLC+PzzG3ZibTGrJMqM3xzIh6NnmuhJdGNTt15YjtSthpizyeGHRjW8iMzEK4W/LA6iRSXh1w+5mGUh2NCeGbz+upyWdUxaiT0KVbTLudwzh4/00pKUpgjPIJ1DbUETDLlPEOdTPd+6hsUSWYnw5JFhuO3yekV3stcLoLtmOm6D2jQbv6NEHQrGNls8Im3K4syNfKqM/Wacbt2KZp0ZyiI6d2ndp5ur9M2pyerrJppBVmMrM02WsJcw0EQZZQpwtptoiIuLxV3y0GvBihdv6etZCR4ucjVdOCI/bd8ZqiOBiPL775kfrmZn7NGWPwpPn7770ann7eee87su6vCuOccZ+FwBhDpF2rAjzPo7iomA4dOtCnX1/6DViJLl07UVJejKe7W09GyYpPqwWbJTqrEgeuqwGRlDvSJiCrxbKuvpkp0+fx0hvfcubfPmCjLW9gpz3v5XwzTUcAABAASURBVLo7nqVLn/baGOzMey+fyOuP/YUzTtyctQd1pVtVmU6QyQJv1vhYMeqwW9cVyVHEUJYLNPoKREuUJXPRlrYo5z/mXT8d+VB9DrUg53Ut1diUZfacBn4cM5lcOsnhx93PFlvfwLlnvczcKXWccvSWvPrYkXz06kncfMEQdtpiIL27dygsIIm4D0GOWR++SPrTj/SWlCHSZO7asYJUshRiNXz5zcxl7l/Pbu3p3L6H9jMhYTatDZAmVlvruIy7wEhn8rpZ8PxiYvFi7U7L8HW9EvPba551kX60QFGiGk8Kmq/VrlU8DuxZya47r4bnBkODExlP0neDBE4WI76fyfufjFV5iGlXTLlfhNUcaKnBH+aCfJpIb7eOgFkKPc061XNfK30qI5boKEPdDuP5RDZQ8zZlU/R/jI/EK3gxX9dgVSRjnTWueZq0qEjomIjf5Exra4lN8ijHj1WQy80s2DfbWrb0QEpgUkWU9O1FTtcIn42Em59CirEAZ9p5VwjxJQcVccg2OUqL8oyYHeOQZxNs+EhnNn8qxoYPpzj2lRJ+rMnqOiTOybsb/nlsjqIwobtbaGOUpbi4lHWdHj4XHWopKoVZ0WxuuvUd0lpsrIzbpefvzfoDe5B0afW4RXhGx7KQK298i1n1E+hclWRlPVC7zjuarheqioM20p4swBpdY1x8QDklNk1jppbmCRNJN84hk55DtlGrcmMtWR31c9qhhc74hsJmYlK2JJ4fx/djAh/j+1gvJqNntRBlyWebhKOeXMNssnXTSTfM0oJTIwPfKDuRI8qD0QnMdq8iQmmdDGw6IyMS4E5PepHFLykCzfUfx87W/bqMhzEs3Rk8a/izrkZSfqg3lBpm6T2CgtR/2dYYQ/sO7enWqxs9+/WgR58euH+hnkgksNZJTi1Vx5hftmUpLlSPZuoa7cuhk3nsmc8457JX2efI29lzvxu45ZYPaWyIc8yxG/C0TiDD/n0Rd15+IH/ebj26dWmHUX+tjYhpAXGLo5vmIS28zCepcXPxUJ9I4MJGGcmRurZ7/ZvpXP/Md7z57QyNgzhxFVTnj/bOcDZo0R85eiavvDuCq255lWP++hi77ncjZ571Bv1XaQ/xPDdeuxvvvXUijz5wFEcdvL50tCcJK73x8pK5p5EyGGMI9UiYG/Y+JV+8Tf77dwgb6wk1ttXtUmw1uCdBppgr//WhFk8noV/vXc8uFaw+sJS0eLC6avOkyxomCvPBszoheU7VyNU1aNLncDKNpAMOpKYEfgCij5Vu+ElM1uixNUdcc+H8v21DMqa0fIg+La0LRrpB4/L0y18xcdI8Man+dW9PU8IQCZcp1FX2Yv2KZxo35trIZdO16os4UloqRSF/IbROdiqUR7wYP0WqpDN+vIQIq6xwPjg5FaqBavI/yhVkmYyTKOlEFPp6tK+V/sjA/F5cSh9jOqnFk11klqyTzNIxR26CCiI1zFWVk+jSkaxEessbeZ77IotuneYjiAz0qM5zxRE+j5xXxA4bxSitNNpBR7q3T9Csx/BUicfem6r8bI9zD/SIxTypWJx5GuT3xjXyyDs+97wc8PxHMHxWMw3WIzIavFYqUWHILAds67HjukVY3ePfcsNXvPXep+Rl2Fsmg+ob1Dmj2hHuzzm88M433H7HB9qtWnbawNCzLEcknA6MQqdQLlS0oFwuLrVh3/UMx+2sSUKe1Kx6irMeyVR7nWA6UlQsSHUimWhPQjuzlMtPaEcQryShY3FceX68irjAPZa5OkWpDqRSHUkWtSdWXE2stAqblJJGofiv07XBTA36FMFUoliewoQNQox28lY9wogrN5mTHsY3hLkE3w2fJhk6zpcORtIoK0rRRQ/mJijlg4/GLaaBk0hYyPc8j6KiIvEfL6SNMVjRNsbwq046E+QDHGR1tz5xykxeeOlLGdIn2P3Aezn42Ce5+e5Pqa2v5+hjt9VicgQP3nUIN1+7I0ceuDHrrt5Fh7Diwhi10IoUhBRIG8mgJUKBExU5PXVXZs2miayppb4xy6cjZ/Gvx4ax1+Wfss/ln3PkDV9w2ZPfctnzY2jWqdMZetdOiH83r2HUhA2Fr5l6ncrf/mQCl137HkMOvpt9j7yDCy57ga++nsFGG/Xl6it34p7b9+HqG3Yhp7nRqXM7OlZVynirf26shUXbdbAehY4aCi5sqiP33ZfYwMcrr8ArThbaFBcnWGOtjkTG8u3InzQ3DZF+Co2W8iktSdKnd6VIWYLmHIEWlDa5uPG2iRiRJneYy2qxSgtj1DpHImF1YJVncJsdo5idNBt3/bHxur3YYdO1cNfRmFA9igS0diVi5uw5PPbkKF2j+mR1+tKkwYh3Y9RReX5vF4HbrGWa5omdgMKcV97iyEQuPzQYkmKrvaAaZ5yR/rv6kcoo9AbViQQIecEr8j/HG8eKsXgx9SNVQRiltXmdRaTr5ciV/R5gPYyXIp4ob5XI0pA6qgIbukqWsFdHbGUZzVn462VFjJ/l8sW2vIuFhJQmQzZfI8Hj53Vm5D3VfHNbOR9cLSW/Nc70Jyu499xiNl0jRVkiSUpG57H3AjY7JGLHEzwOvWYOR986h/0vmckGR2bY68w0I3/K4hTcig9Hwy0wsZI8p+5h6VERMa8uzfEnvcKDz39JpjAZVEsKrC8NoeXuR4dy8ikvMa8BBnX1OXGXOF4qgw47rsp8MMLf2o2CskVG06Moy2n7eazfN0+zyZMeNUk9BCNji6eJL2HSGnf1scIgpXNxByhujKvXBk74Fuv5uFOM56e0qJbIcFdTUtxVVwddifmVGHwZGV11SUYmAHRAsTYmvoTHGIKYVR984Ujz6KOfqAKayoVgiR9xRlkqxnobtcNLzOWqS97U+ceNmJqo7/ou5I0xGGMKeca0hIXEIh83NgtSD8VJRsL8ZOxozrn6HTbb8SZWW/9KDj3lUWZNaeSofdbh1aeP4Y1nj+S2S3fjz5uswjoDu9GpQ7kW5zjWeKILi1J0aQcFVt3H6aQLASei2oYGHn9nMntd8iEDj3+Kbc97n3+88C0ffz+LMVOamNWcodmm2Lx/O1JOmSKHQI1XyEfqZaCWLQw4A+T6Pbeuhlufep3dD76HlVa7hJ32upknXv6Y9dbrx4M3Hcz7z5/No7cfzrEHr8VGaw6kX9dqulf1waZTfPrZUOEzLf02LirckiMtORScssLxX+DNmkhzLEvTZhsTM3Gd8A2+xqh3527EvAR1DRl+HDte86bQaqkfX3q8ysB+JKWLOgxpk6IdrDpUGFfhtKk4WScrXc+GTc1aIGjlSMwgt0CQzzZjGhspi3uccdrmBZ6I1JnWOmBbeFLes899w/gpMwgSPsXdupAqvMQbIfxjvNHMzefnEIZzxL9jSHNJpFxMGYpJi9VvFzGSqR+rIplsj9E1XGQ92hbM+Ry6hgKjNm6Y5uc7BP+DoIWvSDaniFSiK26y5LOzZUvEfFvHfwO/Dr/1PMkprtFdDkRGUrOxGKkunYhZn+nBRE69I8fsdIhbvaUjSP8K4K6MYmEj5cmQ/j0yrDswxYCuxRRFOZ3uZSgDjx+nNrHnRVkO/1cNI+qzJFN5emuBWFmnmk7lHjaM8e6IDJufYbj2lYC5ujYIRMBEluJ8gjX6GP51SiV9u81htq6iTjzpaTbZ9lpO+PuDXHDVG5xw7lNstu1VnHr2A8yWsenXIcNlx1bQv5tHKrASaIhzTqyO99BIoZTRFlcUJ6HKYlu4+upQ4YuniNzYaZi8+lCo8Pt8IgwF+p4hliwmVlJNskJQ1VEloqtF001wE6G0PkTkddoITIy3PprBXF0jhaEzcCzVpRIxBq85kJxJMGxWjdrN4+dTpsPrmlv3WSw4HhYsiAhlvJplvKbzwZffcNPdH7DvkXez7jaXc/xR9/P11yPZfvv1eerxIxn1zdk8+fjhHHzgJvToWkwyVgK6Qov8Fr6NE7wmJ8LpaDhujPpZsECuTIMRSkiZTJYpujb95qcJPPXxaE6470M2Pv1jeh/5Bsfc+g2vfddIYzpOeZmlT6dqthhUzZn79OHZC7Zh5l27cf5eAzW5fIwxjsxSwfHgYNFKaZ2oJ86o5ZNhE3nytS849ZxH2GrXmxi847948sEf6NKhE1ddMYQRn57G1++ezkWnb8Oaq3YnWSRsfl66l1S3EuS14Uh4Teyx+9r8MDYgdP03qqN+hxhJ4uexiJSX1lwLvh2pMfOI9O5R1n49wkSK0BoiGb3B61fTuWOKXCbPm29Pwhbktij3i6RNxA6bdKZK8ooi7RRFw5gWupHKSIlWQjzpVEdjM2K8gMCh1nDgQpdhwizRjxMI/AwbrNWF1fp3xxZ5IN70URUjgLz0dJyuIC+/8hsiGaKwMklzup5m96ahhatQqw1pocXv8bGSbTPZ3Dyi0OLEHGFo47+QbvmACfF1jeOlykEbOscjzinflUHoUv/rwJg8Mtukisq0WW3SxqEZI3kjOfAbnRszN8wtWrMcyIwxBJUV5HTf6eUqeX9oyNM6YWR1rxu6/wxnAVyOiKrjYIFsQhsxdnozJ13XzDPfNFMUM+zdP+Tm7Zt4aJcMj+zq88AuPtdul2Nw+5CmbD2X39bI5c9CJuPUACwGT4h3XDPGk2dUsccmxRSXhIz4fh53PfAFF1/zKnfc+zrDR04jVmTZTddsj/4txTZr58E4hTDC4EBJUHzxYKXYxkSsv7rhhF2KiEce3qxacnPnCk3EH+mM8fHLSkXCEqRzRNlA8QgjxbcCEh6BeHM7px9GzQZ3nleNJflIBZpL9OxRRUlREW5efDd8DOix2JUpohqL907vwlCPv0FAEGSYOmc273z8A1fd/BaH/+VhDjvhWS3cr/PeZ6NZe3A3rj57b5659y88fe8xnHfqZmy+4UpUFrfTuEUC20LKiJbkS0H6UAhcHmjytxjXSOWOdmNDjqETNLb/Hs+p9w3l4Os+Yr8rv+Dom77i3lcnMGr8GIzN0699CTsN7sBlBwzi7hM347EzNuSpMzfjH3uswfYDSkhpt91iK42oGIwxCn/pnTwcBDrxhmFaEzBDrd4qhg4fy70PfcbxZz1X+M/fTjz1Se7QIppIJTj62A15+vbDeOq+w7jxij+z/56r0rNLFX6UEB0PCicvi5XhN8ZggJZJmGTvIf2kq5Ooma1JLisXaXBCctSrjuNDAc5yR+OGk5/2k94nAsxOe2E9g1UFW8Bn6dGjC13ap1Q3zdDvftLC8+sbH2MMnTu3pzJZQpSLQSYk0o8xRl+himm8ElqAlbI6+YS6ghWLSlHoA3KuZjS3TnqaJl6UZN89B9NZ13cGtZWOUnCm8A3CPNdc+wENuUbisRjxqgrpcQOZ3Cy9ITaKYKh6Hhp6hcynwYo60Y8054OcjvlhiDGOD4P7aUNZ2Chpo2p0go0nO2hBqcBTPdcvV8+BVXmhvnFfCd0F/8vAydTYEnyvnTYdTVpYNad/x67YgmxeiCtsAAAQAElEQVSWQyhGHBktc7GOHYhk7PINAZc92MiUWY2ERgwKVyQGlwQ2RI+ISW5+OeS975WwHmet53PTFhE794oY2M7StzJirU4R+64Scu9uTWzaM0Y9lTz+SpaPhoqGJrlTAI031gastnKcW08p5ukryzj5MI9t1oqz0QCf7deu4KS9qnnj6hj3nFTK6v1SeDjmHJMO1HslXdbSwGgRKfI9jtoly5oD8nju6D9hKmE6oz4Lzx/gjfhyECTihHEfJYka0ohjUYs0TUNMXClBpDuxZ5/9RoL1VbZ0H6p40KAqenQuUz9CXnphpIwIUqwWI6JixV3axX4Gt3MeM24utz/wIXsddjubbnsD+x9xF8+9MpTV+/fkykt35oXHD+SeK/bn9MO2Zbut+uH+FXhpcQLfWuIa55hCT4NmjYxqAcDFjeJuPFuouZ62xJoyzTz37QT+cue3bPCPV9n6/Ne58KZveOjdr/n8+5lMrkGGKMW6/Tpy1P5b8/oFW/PeZVtz14krc8T2A9hmzSoGdq4koR221XWhNTGsZzHSeiteHLRQUn8VibSwKpjvHSc19TW88e8RnHzGc2yy3XXssM9tXHHTSxTrhH3WCZvz1AOH8tjtB3LhX3dmvx3WZq3Ve1BdVY7n2QLENFeMsWBMAQxGOtiSdlmKYfXTqUM1w0dMZcrEORprN0oRuTFDib9yixaQkXrBA7Szz//7LiKbJrPWIKoqemixakYNCuDwJXRa6av3kDCXZMKUacytSavh0r0xhlQyzgbr9SDmazHS1aDV26RxAlDTSOUJzfWIkLChSWwERCo0KlOgDQ6EOrFnZs2V7gSs3K2SP+2gtxP1FQdtlUDl8NP4Obz29vcYmyeoKsIrryKZ7IRnysll55DOTFM99atFDGr1232hK1oFDR5G42GMuJeR0le0VBr5xOPtiCc6Yv0K0PhhANDotIBxGZFRJ5SJ2rjgfxm4cUM7kHi8WJu2fOEXgTSs6s3v0x8rTCskEuP5hIN6kC6KM7POcuINMeZlTUG5loYwMPB9uokn30Y73RjH9E9y4rrNpOJZDZfMvQbS027PMyHu2qxjic+N2wR0LW5kVm3IvW9Z6ty//FI5OsI5CH0oTYRs1MNw6V7wwsUlvHNtCc9dlOKqw5pZr1eKouKA0I/UXTEgBiVTfZfdu5bl8RhPnx+nQ2kGNOnS4ybh5bO4QYqWHdVy1QzjcUxpEZEnDuqbMIGjFBGq/0b9jmQsNU9484OxpPPBUnG7nsck5T5dOtKnVyn4TXz/YwPpbL6lnVA7w97cnGbGzDpGjZvMS+9+xSlnPsDG213GFntdz+0PfUpxcXv+ecGefPHvv/Pui3/hvNO3ZeM1u9GxsiOpSg/iDp2QuWAZIKdr0Hl6aJ42dw7DRjdz1XM/sv2F39DrqJfY56p/c/e7o5g4MYOfUYc7hnTv3oO9Nu3JLSeuwYibt+KtS7bhij26smH/dlSXJalMdML3LZ6JZAxCQpwNcL1XZDE+IiKjn9l1jYybMomPvxzL1Te8wU77Xsu6213JSae/zpTpcznsoMG8+swpfPvJxVx37RC233ogPTpVUFlZhb/Q1c5iiPxKVsfKYtZYpZuu8uYS2iya7TBsGLU//EjmqbvIf/YqjUNfh/qcDF6SopW2AuMEnVR9cHZOXxJaevb88ybYpM/I0XUM/346eXdVxdKds6/7HTiYfNQAWky8fOTsjuQnrBJdWJIQjUjXJGkSWfEgY+wwOt1zYa6+HjunDqP5cNyBm2mxSyBVk+xDAmEJlXC61ZDP8NATXzN9xjxiNonp3BmjU4pVX2LJUmKJ9pggRrpxDvlMBqPNI8uuSizJGZ0uIi9GhGxMQVh5WuatBZPES7bDpkog5uHmVijdcX1zUKjO/w2nbhU6YmQA48kkgXQj1InRjc3vIGZs6O4TCiSW/SP9wjMeXkIK0aeLFNrn3c9Dbn3ao8GtGK7CUtC9/1mWmrlQpTvbCzeqx6qXkU4a1uSEsx3Blvtju6yM0Q7GGkufJJy/cZMWGI+PvsswsynbouVYUTGoOcZQAKsso4y2UBUhRLuQkEiqbdCPNCRyIcvu1Ep9jtOuXZ5zDk1SWuoT1wQKJ83EKaYxBtqA388ZL45XVKyeCn8mINRkDzFEyonUSVOUAGtoyuWZOXveMhG2ar/6oK54lDJ1ZoYJ02uYV9/AsO+m8tgzX3HRlS9x0EkP60rnCa69+WMtxAmOOHxrnrnnKF576mjuvXk/huy8Ol2qyjQmFqErgBsrDx+rH5wsWNgV1sIgj7ahZLIBY2Y08fo3k7nx2bGccttQtr/scza56GUuePA7Phg5lkgbj67FxWywcgcO2bEnFx+xOs+euiEfnLcdt520FvtvtBIdK+Ii5UYzAumKMUZp8CQTg3PuKx4VVQ10Y4e7wgp1bdeghXPc1Fm8rN3ytTe9w4mnPc3+RzzKX895nk9GjGPbTdfk3iuP4N3nT+Hphw7npGM3ZlD/TsSEUujxHD3riZ7FWIMRjRX1JSVJXRX25INPxhHKoEZ4MGg1ytpV42VCcp++Qvbd54lCC137EHTohWwkkTEL0DUib1lvnR5k8wGNeu8YM2W68OWUv3Tv1oc1BnXHWMlTOhZpk2GV6WTmWgZx4Y5ZjAx8UNuAaS2LlO0HEUbXwIFOyoP6VbPXHusgxnCMGX0M6Kss2ZopU+fwyus/kFUfM9VlJIplxFXB9cVIlp5fRCJZrQ1Bklx+BkG+CasbAlXhtzhDhB9Lyb6UY7wkkRYw46Ww8QoSRZ2IJ0ow2qFZqz4ao/61UDMtwf+9b0HWSfVTC2jQoMFxPXXw27pqozBkRdC4NtZ4JCsrCCvLCbyQ216q5d3v0pqwBreyL4m1Tz63BDpdbNo9Q4kWFatdldepP3RcgyjTSDDzR+q33kkbhxIQoeZYgiF909hSmFcTY860uLJVIG2OpImRFNWB9IBfOldPuZoAmo0SnPOGSBgiZatUMUWWwXvi2YYp9tqiiO3X9IlpV9s8fRa6V0Ajw+Lp85udlyoCydoGEGrhwPXbtHBukwmQMZtT18A3X0/FdZNlcDtsuyZuBz9xxnROPPdZthlyB/sefg//uvUN6hoDjjpkNe65fm8euv4wrjx/Vw7Zdx0Gr9Gbju3a4VsREE3P8xTXAuIZHA/6YDEShaHA4yLMZHUt8vHYiVz54gj+dOVn7HnpBxxw8yec/8iXPPnlNMZOayAjxenTu4ojtunN3Xr7eO5v23DPietx2UFrcdg2fRncrzPtyg1xEyMmnfNlGHzJwhoLBVAAGCMWcM6IJwouJCSwGb4cOpUr9QbjfpX3T0Nu56wLnmPYF1PYZJ21uPrSXXno9iHcc9VenHL0FmyxaT+6di3C8+P4lBLTOMjUI/QCI9xmfohirKCzkmef3l157dXxwqBFV32JrzQY/8/HEl9tTUKd4oz0PJvyYZ0NSSUtIo4jacAFOOdEXqadfs++3XCLyvfuhJJ1HLvSpUN5sojV1lhJ4weB+zVO6VtLi0ibRoNJxSTBCPc3ukItIk7ZjCZR0FAPc2op1q3F+RduQyphC/UiMaNWBTbdaJgQXnltKD/+NEObFIPfqwuRdXVD8S9EJsIobT2PRKIdvhaXdHYmuVyDaw6qxYo4zReHwGjsEqkyEkUdSKQ6axFpTyxeKpoeSP5GuB1o844LCxBRkAf/x1yExbq5E0tIvrUa8Pzv0k+bz2i3H0o5V0BgTuA6KxLr24OwpIiZNSE33Y/CPOlY5GzKYrHObdB7S6yJAaVxQhkQtAOJqqvJ/WknAuWlvvmYZG0j/mZHgCYSegS0sRL6yKDnTcBPNaJsBG7YNeCLJbLMmR5pipkiaz0vllarULAUL3rliYB/6K2mW3kZfi5HftIUXRtpIdUEWkrLFSzSqaQsBX4Jxo1TUw7EgylMEvB0DWc0Geqam/l46GhyGk43kX+N2JqrtSOmrXa9ri8aZs7gyL3X5ulnD+bfb57KdVfuzV47bsKq/brSsWNKEzsuSUsBRd+ItsPtAgcqcMlW0JiLuWayhJk8zQ3zmKCrs7s/nMRBl71LtyPfZIcLvuAfT4/i0xGjGTdzLqYhSawIth3YjmsOXIux12/E0Ku34uaj1mO3wT1ZrXcx3doVURz38UTMtFIqBMYqMMpVsIjPaVya0xkamuYxQaeQx557n4OPuYtua/yN7fa+mwdf+pY1V+nBTVfsyxdvnsVD9x/B8cetycZrr0zf7l0oL5ah8TTPTAu4vioqWi7miC2oJwvGXdnyQ+hZ1hjYm0ymQbepWax03dOCGS+rxmx3CGU7HCkjWIat8kj02EA6kBIvFNyC1CNZ7Sie4cJjNiJQ6atvj6A5r44ovjRvjCFStdMOXgMbFBPVSZGMj2nVM9d3imJEmie+e0fxInSDjA2zZMdMxMs2s7auHNdfbXVkt0H8i0naXKCj4Zx0I1df9zFBrhnTpQqtPAQaQ6ORRXxb6U6Bjj6hF+CnyvFi5XpTmawH5DoWxKfECnpP/PlYGdICeB6e+qTeM1+ggIlagP/DLjTqu67U3ViFQVp9Vqd/Y39tEM4hyjdgAitUDjSaii2Pj8WTJHv3oDhM8MHoQFcYEbbZF4OLxxJzW1wZ38YcWBlDt9PJ/PgpTJ2Cv/FeWD+B+fAFctpNmtIUliYhytEUxrBSvFRMDZXzW7xRY3HJtCaPuz/32PDq1TjogT7MaEqyoGKxWBfRv6Ph3GOzFMUj0OkgNnk2gU5aEaGmxWIbrVCmMUZrdhKjgQ/R+Ogqoo0/t5PSAY0objV+EePG19HUPE/zLuLXnA2LWWNlnQpDdIPSjX0OWp2VuvQmrhNYTI2dfIzGxliLNQ482ui2YXd9RQbFnXLzeteaqwfgb8bN4YWPJ3Pmoz+w3RWfsO6pr3Di9R/x9LeztOttpqjIY5Uu5Wy9bnfO/PMqPHrWegy9+c88cs4WHL1tXzpVdRL/FJzBYhxt8WCMwf2gL5EBFwIFGagPYRiR0SIyQ1cvXw2dyPOvDufMS15gt4MeYI/97uDue76hfWUlN/7jQD5/9SS+evUvXHbujmyxfj9SCV/YjEAIDVhHz3q4fosstiVb3zbvJGCUcKCg0LIt7tLLD55wDFo5RcdOcV54fZwQWEELTg0DUf+18fc5leRmx5CMmsEx5tgI1XmdXNK5gOnz6vh8+BSeeXkoH339k6ZVwNTJtTRl57EsTt1mpZXaY706SIcEGelyCws4UjahjYXmbiRNj+obNU4BpqaRoEm3ByWWQw7cmPYVRWLN4GRHa1sxQqCN4J33fswM8ZhLFRPrIDo65TjDjVxbqGiBFoXGMeKJDsSSlbr+0ttSrkk2xef3ca5HDhw2U6DWSthl/Ffgv0HU6FRpdAUYBFmRDwS/zdt4rJTm9DTdVerYqklJi2hZdhfi5nesopxcj2qysTy3vejz0mf5JaLo3lMLRlTCR1MtaIFAkyOmY7n/qyNlbQAAEABJREFU/mvki6U8A9YhXTeP6J0HiWnVCT2PEXWGmc0hcd+jV7Uzefxm993cJCe80o2L3q2mRjvqtBbEwGFt0zMXXwK4CbPvZnGO3TklI+wTTJ5Galad3jMDosLPEhouZ7ZRfaOZbopTODkjw0HrRHRsBlYGpTiOk+HwYTOYrhOBy//1U4rl2L+si9sVfvnVOJpq8+jAImMCOKIaGhViZc2sxscqr7B4KQxpcXmdLkdNncF9b43l2Nu/Zu/r3mPfqz7h2Bu/5dbXR/Dtj/PEbp6uuhLdaYO+XLT/AO4WzUdOXo+Hjx/MuXuvzjZrdqR7STElNob1jK6VPBwtkREbBmMsxpgWgoWOubigIAy0e83w3Q/TuPfJ9zjhzCfZ+7A7OeLkO7n57o8pKY5x5KEbcOt1e3HvHYdw2SW7sc+QdejfrxPJpIf1fYxE51AJYwsN9xVNCgCe0rYARl/nXdgGLu1g0bTLWz5wGIoSRXTt1IMr7/k3eT2KF9aKwm+ehWLHEG/XlaJufQltUtsW2XPJY9SoCdz3yEeccuYz7HPoPRxwyN0cf8KTevj+Am1ANa9h+LdjZNNVeRlY6tK+ml49qwr9Dub/afKWhibmYSQzMMQmziaUEWqcPhsnqlX6dmfrrQah9QZrDcZYDBbnHOXJU+Zx/c0fYaVkiepyQr2/Rs7eaGNpBJHqR2rh6jswGhS3WTBaiBJ+B3yvnHR6nvqjxdS1W6Cuq78i4Og6OpH4dLAiOP53t4lwgxfTGhDobTOI3Ebd8FucNfFyTap2urKZSU4PYBrb5ccnvgIpke3WCb+onMZsE6fe1MyPMzJgPYzKFkR6wNblJD2PYTNyfD2xkkgzx7hjZ3o2yQ8eJBfVkXB/vK25iawY8ozPJR9ENEdxVu4VUt2pmVBtIpUtiHeZ4lGC5tDw8HcVbH1XLz4cVUo6F2P7vh6P7zaWLqlmqVe4TKg8Yzhhz4h1B0A+aqT2x8mQzao/WlRWhLclUDXi13So1CQXX7qiNJkcbrI5wNHR3XZgIsbrauenSU1LwLJgdoTEz67brkZJwmPWtBomTdRELcz/CPezYO2WuRtAmKZGD+Vfjqjlb3d8wWonvMAGZ33KX+8byrPvf8/HIxuYNjtPLpalV9cUp+y0Gs9dugVf3rAtD5+0BifuNpAdVulJny7tKEqU0IIXCqGBQsjindZQGZMckamhrqmB1979jr+c8Rxrbnkl6+94DRdd/im5oFnXVhvzxksn8OKTR3Ph33Zlnz8NZt019A7SsUw6p42IdBUHrWRMa7i0YFnqLK39spZ5qrj3Pr2YMH40OY15KEbDwBLoyjfUSTATZZjTHPD6R99z8jkv0HPd81h35xs54dznuPvZj3j/27H8NG2uzslZLZodOe3YP/HOq39ls83Wxphl60VlZQnrr7M6Rtpma5qJdFWFnBXWvMQX6torVJqmDHldS8fnNJIMG9h71zXp0qlM7dqE20LPzdHmKM99Dw2jJlePjRdDh2rwpU6yCwVcDl9bMxdfCCJCKXo8UaGr1wTp5olEec0vNVxik4XaL0uihddlqfl/ro5buE0SGT2CcFlsx9IlYJ2xT8Q6YLwy3b/PICogNSADJe1g2Z3aeDGCnp0wsRiz6+DCeyz1dTqpLDLy/Trm2XBQHmPyHPZamp9q46ILRr3KzZhIfNi3xNwuxFjSgeGJkfD2eL9gBHfZIk4X205TTQZOX5bRhcYQqU8T6+s44/X2HPNGZ9LaBZa0y3DhTk08sP/3lJcZrLrBMjrpNN3K4fSD4lRXWSRAovFT8dRfY5YD0a/SizBlxaDFmdBg9Y4iakhg6pP6ldI2OwaB3i6+/v4HjDGAA5bgVCYEMc1q9y/JrZfmg49/ItRPRLTYNkHO4/qnRrHqic+y5fmvcvPbY5k4u1lmJqSyzKd79+4ctFl/bjhpbYZftSXfXrIj5++/Ohv10K5aV3La3IojI/kaPGsxRjzws3OyLFDWJwogCgMC7Zjq6nNMmDyXL74bwyW3v8ku+z/OhtveyOnnvcq3k7/jiEM25+Pnj+WHj/7Gvdfux17br0VVshPu3w3FjcWKVgGM4ixM82fq/1NiIRts0I9cbYovvx1FbUOaCdNq+HzYFK689V123vchBg7+J7vufy+3P/w602bWSJ4+1e1KWLl3ew7eYyOeuPlIhn90Lp+/eToXn7Uj6w7qris9u8wdTCRgpT5FREbaoFN7Im8xkQbFYbD6aPPi5kg2myE3dSZZXUt3blfNEQcNJmY8VXB+ATmr7aQpc3nlre8ImmJ4yRJMaQmext8Yg7xouTZLA2mlxjEe74C1JWTSMwijJoR6aY3+/7JllIDRMd3TM0OQz1GYe8vYbnHVrHG5Xk5XANoB2zLSmRnkcw1SIk3x5RmxyEg5PBLl5URdq2UMIt78ppnHP80TusWBn1177XJOHhLRviTJWO14j3o5yatjrU4KIYYEgQxnqOpTGhLc/KXh/PcMZA1r942x30ZJvESTJpJVjWXzRlhzoceTP5Vz8HODeHxYJ+3wLZutXMN9e/zE0WtNIJW3+CIaSsMd8CsukmwKgMdmq1iO3a4EvWYSzplLWFNP9Cvtl7tYIxUrKcNIlkFzRjKlYP4LvHoGm4wTmRivvjoORfg1ZyUTX7DDDoMxav/Iox9rhx+iqavcX7Z2fwnhq6l1zKz3qNAV1kYDKjhmu4FcdcxaPHLqWrx2wfrccNyqHLZJD3p36kg85ePFja4oBcZirKi5UKjVFYxRZDFCCpU/ZnINL7wzgstveJljT3mK/Q6/g9NPf4qfRsxi841X4cpL9+bFR4/inYdP54xjN2EtnUCSRWC9OEZg9VpsjBENIyKtvkBLH5floDXbBYskXdYfDpEkrYFagE5IRhO6viZHKp7nn1d8zdGnPsluh1zHTkNu5h9XvMx7nw2jtn4OVe3ibLj2II4/cHP+dcEePH7Hobz51Kncc/V+7LnbGvTq1l5y94j54PsGaxVh2ZynuuutUkVFabyFPS0qrmWEUWAwCR9jQ3I6LUX1DUjUnHnu1hTHSzHGqo4Do7DFh9oYvP7GSL4fM4u8dhW+bIMQSHfB1dIeDwf8qhMH2qkVpdqDbiwCZ6M0X/lf5CLx6lh2IHNZ0ABl/de9sR6+FpQwL87civIbOHKj3zKwQppIVCieIJuZSk5XTijFcjij+sZ42K4dKSqr1A4rxnkPRoybl1gIi/WybLV6MadqZ1/cFOe7mc0c945lt8eSnPZOEf94P8ZRz0ds/USGqz/3md3sUdI+zt2n5ujZQXpujPBZgQsVLMW7GpP1PnP2G504/KUufDXDUqzdzoVbzOOeHSezQcdGYgX1dkgcToEbbZdcRiiKRZw6xNKnS5KkrqRsbbN2T059lhHBMlRzi1dCVwVR5GEaAi2IhtAajBFg8CuKCWMBX4+ayNzaWeiW5NexqtJ6G5Sj1YjvtYucMyOtHUqLqVu0cSLucfkBa/Le39fjg0s245HTNuXyQ1bhqI37sF6/rnQo0kKPJTA/t5QkWxLKc9JwIFZb8pRwupvTTrcpV8eXw37kmpvfZJMh17PTHtdy2tnP8umnM1l3g+7ceN3ePH7/8dx01f6ceswG/GmLnvTqUYw1SeGyAnnJARk0YwzGtIBy5/tID9eRCAakZQybyeVqCOZ9RfOUt7RzHo2ZX/OPj0TStyCX1lVWM+lME198O5NrbnmHnfe8je33ugP3D3ff/HQor7z6MaNH1ZBN5+jVoZyDd92Ah289lg9fOJ2n7juEKy7aqXAyWH+t3lRXptSHUCDBus4sRgbL0jPXdI3Ve9Opuggb5Mg2Nsvgu1yBmxfSA+3NkKjxJNPVe5ayz24bKB3otBotpPfihBrNhzvu+UTybsarrsD9I10jLo2YceUOpaLL5IWdvK6/YolivTFlpasCd/W9TK3/85UibTrRHIuk42G6QXpWQ65hFtmG2QrnETTX6xa5EaO3KOPq4olJJxkFf6xfBLvsiRVtDUYYOtsVrPBi1zobHX4NrwxtMtYJa8ukxDMItaiYaIEqrtqvgMFifZ/swB6YeJzZc7PsfdFUmlstTRu2ZCzByTv7PHFZNb27+prmlmEz4c5hEbd/leWpccVMa45p5fTYdv0Kht2SYqXuSSluXisKcg6TA0UX9RqTSNuevLa7o2fDUQ934bEvOpCsqWAlGd67DxzHCetMoToZiVuDMZYWpEaBiyu5HN5iKE1aupc1kk3kyWlXZoxwOVgOPEuralUYul8ftj42Z4h0XWeMEWUwxhBoorsH01CPDd+OmEzk6f2KpTtjDF2rulBVWkWo4f9mxDgZBOFGiUWaetaqbgnrr9KDnlUJtUmRcr/KK0W0bhMhGVrhM4u0c5iceho3YWSAstk8NfXN/DRnDg+/8jWHnPwUa296Jbvv/wB3P/UFW646kDuu/TNfvHcaTzx0CMceujGrD+hTuJ8vLY7jeSIgIkYjxy+ck5IKle8mswNkvKNQstD7Sq5mBtG0D7ATbsYffh3B+OfwZr4PM4di8llhDNXy9/Ouyy2ilCl0fc/lcddYE2fV8vgbQznyr88zaP0r2GTnSzn/ytf59xdTmTKzjkQqQbuqFJtssAZX/GMXPn33LIZ+eDa3/GtH/rzjyvTu0Y5q6XFC88uIaw0NnolokX9r/5FzwlewvL5dRQWdKztiwiRROoORThVwiIYI4Yk/D0PKj3HaX7ajRKG1BmMMmnKFqu6T1wL+1vs/MmrMdOJRnJT75wXSGVfWxpoLZcdc1jKBo+P5KXxTSiY7U+LNoY/aWsF/3zsRRaEW4tw8mtMzaWqeQXPzTLKZudqkaxMjg+3+KUQ+kK1QXjozi6bGqTQ2TCWTmU2Qb1B/cpjFdMXJKpRSRSrVaKuGaem6Yr/NC6PxsF6ssPCjcVxRfHbBhm5gjY6VqWQ1vlehB7BZBNn0/CrR/NhSIuqwxeIlfJI9pZRi8rvxZVz+WKArLUOLYQmkeBm0xWbbtbK8fUURVx/usdMOEdus5et9pUT5HkfvkOD+vxsePCNHdXFA5BTbbY+EHwKEQPBL7x6op6U9bv2qki0eXImPplcQK06znxaRx/cdxhad55Ao8OkJkyeehClEchR/hhVwholzIibP8GSYhTPma6CXSVrLTMtgCIU3lkyAb8m5naNbBYRBrINniWmRRj26794RuJ0Rv+LcePfoVkL/vu0LJ54HHvtC4xKIkllsS2stnucVwMVdJWMMxhiwxnkMPzsngazGbNrseXzy5U888vQnnHPhi+x54M3svffNPHT/l1RVpDj79C155ZnD+fKVv3Lp+duw5WZrUVFcQspL6C3EELPC6RC72WpcogWMcZkqW8QHegQO0rMIG34gN/sjshMeJTv2Nuzkm7GzPobapoL2BMkSrAynLe1PJFxSiUUwLWvS9XThui7H7aEmafH46MuxPPzc+/z98mfZZb/7WHuTKzj82Ed4+HCGsVIAABAASURBVNnPmTi7Vqf5JH37deBP2/bkb8duzgPXHcbHb57Ey08fyV+O3YbV+ncilUxpfMswnsGJQF/J2oioUYjA6NMKoDS0fFhuF5Oebbphf4yX1VWzNnA5Z+BCzZMIT+PpNi0mhJX6dmbNNfthPQSmMP5eK9FIC+jsmhrOOP0tbNxgOlaQN25eGCLpCnJGoAOH8CqyrD6yiBh+LEVEnny2EU06tBNaVgx/UL1Q9ilDpnluYQHJ5zJa9OLEdRWYLGpPsrQTybIegu7EC/GupCp6kCpVOtmRRKwUkw/JNzeSbpxHNltPXhv6kBC3OVYH0WqDVlGChibydfVkGhvIZTLquurMr7di3TPG4mtuh2EWSRjDijnXdn5LhyTSYEfWlyAqRSClRWAK2XQNbtCckkRE8+svLRIaj1ynKny9qaBj6f2vN/Hv7zPqtlAZR0mtTYDnRXSqinHUDqXceUIlD52Z4MGztZCcFee6o1PsvHaR7mdVPxLM76p4cBpdAOFZwOf9HKPn+pz2fB8uebeSOZly+rVr4sY/TeCq7afTpzQvYVncP6hyzXK6t54+bRrjfvqJdDqtLNGRV+TXvYnIehm+HZvniKvzTNIjtSEphSlpmSQrbqEWSzvSTpCyIo2AZnN9E37QWk10Qo0byZj6FfH6xz/S1LBsnaiqLGH11Tri2YDho8bT2KwrDkmoFfMvAmMMxpiF8p1OhDLi7r480OmsKR0yesIM7n/8U449+R723v8ehU9xxwOfkk6EnHDy9tx1wxHcc8cBXHvxrhy0+0as2qeP2E+ob0Ldit64lIsLNOIqaPkqIt+muiGBHu9D7Yap+w6mv0I04W7BI4QTnsNMfhtb9yNe8zxsGCcf7whlG2B6/plEjwPxu+yPrRiIIaYxa8Mp9Mvh3boeyNDmdcrJ6vpi5LipPPTsRxx+4uMMOfQe9j3mYY45/SWuv/U9Pv1yNI0yGFUlpeyw+Zr888KdeO6eI3nyjkO578ZD+McZO7HbdivRq305cfxWLly/jXhsAcelKZS4rysrJFAFCtOE3+oi/rRHN83VGqxOwqEMHe6qNbKE7s8eNadJmLTea1ame48SkD44TgrjBTJwERki7r3va6bWTcbYBGGHdtJNjZXyI+mrqkne7rtiYGMevl9GXhveKEwLSV7w3/CSv/Qvl5GBT89T77LEY9oMxdsrrMDzJR8/SWhiYs7Kgpn5YAwYa/HiKfWlhESigkRROX48rn41kK2bQ37WDMzUGdLnyeR/HEd+1BiCkSMF3xOO/EEwBn4Yj1dfL7lLBkb8sAJOiuP7CQ1enlCnebG2AkjA6eZCDU0hFamjRouKVs5EO62U00ln5uHJji0Tv5FDIkxeHFbqJn3zmTMnzpUPBsxuklIaT4J3ldzKqj5IwawmT4l23tWllo6VlvJi0deqaaXEpkBU+GgD17YNKDhX4iKv/FDFVneuzBtjE+j6km16NfLIYePZYaVGEjaLHxopsiUyhoyuIH4aO55p02ZSW1dHXW2tBkV45R2uX4XI8NQnITtdaPhgaEjWJPA7dcDqasoK/6+2X84KRpOa0hLcsZdm7R7zgfoSYSUfiY4g5WvSWpq1SE6a3tjSl6XQMMbgeZ52mu2xUQX16VomTmqQlCOW5FqMQbhQsRvFdNTMh5+P5+wLn2ODLa9mtQ0v5IS/PUtj1ucvR2/Eey+dxDsvHMbV5+zCTpsNYtDKnenYLqVdt8ZDk80TRmv0EU8t2N3X8RES4kIIFEYC1Sr4SLuz5nlfE016mNzwf5EZ/xS5mZ8Szpunu+k5kG8G6xOVro3pvjt20NnEex+L12NNTFlfTLITeOVgWg13CxmW5Bx9By0yaKnlmjSZDJ99PYG/XfgOa2x4OWtudAVHnfAITz33OUOHTmfK9HpdfUSs1L0rpx63Oe8893dGfXE2j9y3H8cfsg2brdOblXpWUVaS1HiIJU00YyQR6b6j0tJ/Q8uPyxE4wgo0e/R1slIg77J/TiljhXxIj57V2KYqydAQZgLQccsLLKYuQ0LprlUVHH7wYOKejCV2ISpujObUNKj/o4mLmVRxueRdjHo0fyzNQi1WICE9iSfKIPR1ldTQoutGxFYA1W9pYmS7Mk215NKNWFNEPNEezyvFWMlEnXSnixZYkIqVFhcKlalQ8zenjXAu10gwq4Zo3GwS388gOXwy9vsJNI2ZQPOkqQRz5xLpVEI2h9Ect9lmjVE92TmzaBj5E15NnWyDxkqaIsTL58WG9WSvZXNDdyJ1irR8GAq11etC+IuPbCU63+JptU2kOuPeUxob5hFpF2akFr9osEiGO8o6sdl4gtI+PcjF4KNRhsufCMnoWBVaraY48kbKgCAQuF44pQgxEnKkXWekozMYjGkB5jujRlaGMMLTDuGHxhjHvNmRQ57rR6PuazuW57h4i1qe3ncsgxI54k7ZBK5fQRAwb85cRn0/koZ6KYKN0a6ymnLdHbfQm09koYhTDDCEoWXsrDQn3xBy+MURM+fpMTuZItmzF2GfzuqreMM51z8X/j4QiX+bSIInA6gdcTadlcxkbqJQ890SxmLYEHKZNG+88xmh+hnqdLg06tZatth0AOXlWvTnJvn4o4lEwr24NpGmQU6ynltTz09jZvP+h2O46Z7XGHLw7Wy02VWcePozfDtuFkP2X5tXnj+D2T9cwuN3HsI+QzbSm0ARNqokIaWN6w4rphXQSnkRGBl944miNUTGKLKwj3S1EapPQdMswtpvYNKrRCOuh7F/JzbxRZg7FhvWgC2BZAWUtSPquAWm3z54K59BvM/ueNXrQCxBpDeuyFZhvRRGfacABqxoOh4ULOrbtFLipLZuJj/+NJ33PhvJVbe/y64H3MGqq1zE5rtcyfX3vcrYabO0MzV01ul8lf59OXD31bjvuv357qO/8f3nf+fyc3dho3V6UFZcTLH6nfQMaFE3RgwYx4BCMdOSbuHEunRL9OevcdGWuqgc49IUApfLb3BGWJLJMrbfblWMFtt4QyhdCrHpHLYhQ873GLL3RlSXO+NpRD1Ek1FgBBDmDc+88AmjJ48h68cJu7UD3weNr8XoB22E+I3OqH2MhK4tA10NRToZG81LZf7HvLNP6UwN7leYk8lyYuIl8qTD6mfk2HOcaM5CIP0UBDmiTI5Q19XhvAbyU2cS/DCG9LfDyX48jOzn35P5cTy5GbPI6uRl4gGeAyzlqSRbbNCNEw9cl7v+uQ+vP3wSj99+BMcfvAE9OxQR0xVb06ixMK/OUV1uiNQiNGJatjCfz8uuKGMFvP1FmwUzhB/tKzxbTjzZAW3vaW6sJZ9uxmgAF6y6uLjWBIwk29ShDK+DdjyaNLe/1MyLH2UIIilY5EFhFyaF1PUXDhaHaH6e6uFAGcJriGgyWZ4a3ZlDnurG01+U6zTVxBZ953LPbhM4Zr0pxMihqqBBRsajOZth8uQpTJo0WVeSeZLJJN27ddWOrLuOnL6qCL9x4hWNBb2BUPk57R6f/bSJgy7OcdfrjbhTkKwxsZW6E/XoiKfdNli1NILf35uiOEaLinHya8wV5OuoiGuimCSS8MhpIf7sm1l6YNPFQ6RlQODqLAn69Syiql0xaT2Yj9BuKKOdf6iFSF79y5ML8kzSKe6Nt0dwzbXvcMxJj3PQiQ9zzhXP6iF5Jtts3pdrLj+Qpx88nGdvP4xzjt+KLdbqTSLu5OA4a6FsTItMrEyKizlAcefVESAtIUv2ukOKgiYtjBNh5heY8S/h/fQw/rgHyI9/nszcT8nlJxHlS/HjFZjKVYh13oFYz12J9TiceK9DSXbYAq+4P4F4iAo6JmoF72Gc4S5AIUN05RXVt+DDMCLQwObV7+ZclkmzZvHqOyP55w2vc9SpL7H3kfex16F3c97FT/PGe98yvaaJyvIyNlyzN0ftvwM3XrUvj95xNC88ug+3XjeEA/ZYmUHdK0HjYqRDSA4tk9diFY+sIbK4bIGhxbWFLall/a5Yq0Wwi6cEEccfuxHGy5HXYp4Ije7tm7C5iO5VVZz4l41Bj88G09q4LdSQ6XTy2BMj9AYLUVk5XkmZ6qiD+v6ePrIRJh7DbUjcohJKvtHvSWCJuCL1Ok82U0egDXbM74hni1Xb9TFSqH5Lf9xfGghq6wmnzyQ3bhLpH8aR+/4HssOHkRn+NdmxwwlmagMyr56EFoREUcjK3Sw7rBfjxD0S/POYErZfKynceXp2asdd1x3MVRfvxUH7rctWm/Rhj+0GcsU/dubeGw5gvYFdsNLX/LjpGM3fAhPL+QllKD0/RUGOusJezuaF6k4ChcjSPqKDp11lMlWGjXtk0rP18DQbp1BtS5lTJ02LX6Bx+Z71sN06kKssIpOFi++OMXaSlQ3xVF9g3CCEirtQwVK9w9hSYZbudv/+Tl9OeLGddo0xrOdzyZbTuHeHSazfySgtZdMiFWn4I2Opq6tnzOifmDe3ljA0lJaW6zG0D1VVlVhNalWjAJpMtDrXdweOxcbmOKfeVMdxV0R8MzZOTru3RLcuJAb0RcjUH4t1lsFBAYfrUyui3yNQ100ijkklMKFwpyPQVQQFplVoIUoaIvE1ZdYcanWvqhyW5rTcaNFNssbASowm5A+jp6hdk+QT8r0Wl5vuepOt9r2dDXa8lqNPfYB/fzKKjTfoxw1X7MKT9x7BnVfuzxGHbMsWm/Snb89qSrST8ozk4I5KiL8C8bbQJRSXL8QWXOiUF2WzNNeOxE54hvzI64l+vJ3M1JeJ5o7CpCcI6sRrDC/ZBa/zrtiex5Pte4h2wHvrjn4wVo/raKeobR1I54zk4ONhjATjCBbAFL4tcpEMCXE7TRQ6aMkJGDF6ONfe9RZ7HHIzW+xwDYce+TBXXv8yL7w+TGVzqK0J6FzekX132Yy7bzyY9179K0/cdzSX/WN79ttrTdZdpyudOlRoYx6XQUhR0C/1kYJMCpECHy72Mzjqhez/8scQl6TXWrWL9pAx3FD66YCgPk0sjHHeWVtTWVSKLfw4Vq0+bXKFz4dN5JuhM0kEHl6vbqR9T+UOFPyOPnJj5lnifjGFKyfdfLgsJ8/fkUwBldHXAfoYnTpCLQBuwfATSWzMV2lG70s15KZOJTv6B8IRw8l/O4xo+I/kR08irw1ZMGceoR7U0ZWV21xUl8fZfF3LXw8o5bFL43x+dznvXGN45PRSLjso4JA/hWwxGOlQlnpddTXUawMpWUbWIoXCeHH1PcUG6/XmdL1LtisrItBiktWVb6TFXkwtlzfG4MUSBRWNogy4zrJ8Tpz9egOjKkbKY2yMVHEpidJKGZy8Hn7nqgNpcHcBuLu7xQ+ly7WJBIku7XHC+Gl6nksfbkY3RViDwGDMMrECWNGOGFZTyoGP9ue+DyuQDOneK8Oj+0znpPVqqUhJ8F6z6hpNX0tOVziTJ05l3Jjx5PVu4mlQunXtzEr9+5FKpTBugKSJkQycPGJSbRUYAVa7dMtnY7Ja8Ye/AAAQAElEQVTseFY997xQRI3rrxZYVu4J3TpijcGoPbqaAdFW3AiDAwW/n5cgIxlIr7gEX8Yf9SXSXaojYEyEUT9ikrMsJGN+qmHkmHkYydWYJXNi0I/aHXnoNviq983Xszj8tEdZY8tL+dOQu3jo0aGsu3I7brniQD5/7xyef/oUTj5hK9ZZvRcdq9pRXuJLqRFXIDSSt7hxQ2ks7scIPwVgvgv05uB+k5fsVGgYSn7um+R+uJn8DzfijX+UTM3XWO08/DAvnkqJShNkO25I0PdA7Crn4A84FtthM4Ly9vixCmKeo+QLf9QKCoyg4B0zhcgCn0gj1ALNzSGz5zTy4/iZPPP6pxx9yiP0W+sC1tviLs45/2Xe+vd4ZszNYhNZOlW2Z8t1+3Lp37fk/VdO44evzuT+W/blgD+vxcDeHbQxSVJU7BGzcXz12RgPIzkguWI9sAaM48dgYD605Li0i7UB/3VXUZpk0IAqwsDQOF26pLB37zK23LQ/MZ2QPWsxriNtnMoENDSmOfe8xzQTsuSqNbc0v7R3K9Rwmy0Hxu3QCjm/7eNwWd1yWC+J0aoXroARXRwHbVrk2HTgrEDkNnA6deQ137LpJj2WzyNZm4GxM8h+O4qmj4aR+2okwZiJOpHMJVevzY/maFnS6U2WAR1zbLeGz5n7ejx8fhHj7qxk2sPFvHJ+iosOMoVfPhpUEdFeMi8tyRH3ExRpY7p+3zzFvqG+uYFxk6YUFndPDBbErtBKn2JaWDbdtDcdq0vEaoi7QUIajha+xfVvSXkOpycbb3U9mQvSqiYC+i6Pt8tT2chEhMTwvBJSRdV4viWTm00mPYsg1yw75hgIwbiQ+c4x6jTPVpTrWqgDOWW8+lWG5z6sU7ah8GPmV19qZJbu9+7/Kslej3Xig8mawMmQ/daey8O7zWajPnNxD9TGuG4JobTBvZGMHfMTM2fNJlC6WMa4d+8etO/QDqMqCxFTORpElxeZCDcRausS3P58MwddluObHwNCazAd2xH0qybSwpXOT6c5O5lMZiLZ7CxymRrJooFIR+HCW0QBn2FRmbCiTqL1KivEm/rofgNHpxTrGHWm3IYY9wsBqjNvbgNjZSRDTQS3UC6VnNjbcIOOlOi6bF6+ES8R47STd+LpR4/gjWdP4Mp/7M3O2w6kfUUJceEWZZx8CouY2srT1j8V4wATIiFom2EEechnINNAtm4MTP9Aj+cPk5vwOJlxLxJNek8Pv9MhypJIpPCKBxB13ICo24Fk++0FvQ/GdtocW7YykS/DjNEPWsQMpjDWyHmEWNF23Cm5gHcykBgIhT8MI+bqDeirrydx/+Nfc9YlT7LnUXez2a63sM+Rj3LPk58yeWYNyaIS+g/owu47rMk5J+3AfTcdxlvPH8fzjxzJ6Udtz3qrdcbXm1XL8Do+jGaGxRcPRoBhMc7x1lLQ8m2p4uIOWlL/c74xLRhbbz5A4xLpqgtSSu+155o6eWmh0Dwo9DH6mV/3h0pfeGUoP05o1lVjAtu1A5HamELFUBUXqKzU7+WtF8NqZ51O14vXFjorRsmNj0ek+RTmA8LmDEFtLdmZM8nJmGfGjic7QieOoaMwWjgyE6YTzpyH35DDl5WvLjOs2jNi+zU9jtiuiPMPKeH+Uyp4/eIqPriuHc9dEuPCg0KGDE7SrWtSi66jJ5ZbBWHFtBG4pDEGK+XqVB0nFhbRlAkYP2EerrxFnsx3RnOgSFfha6zWRW0CvXOlMbINYFhuZzw8yTPQew9OlMuJwC5nfbHYwqQbxGSqklSyShLxSadraNJVWKhrqJZOt2F29UXGCcp6pLp0xqsqk21Jcu4DcYbVN2sAnSFw9draLDm8/+tyzvqoJ1NrE/SozHDt7tP45zZzWK2ygaR2EGhRMFJ2Z0Cm6+5y/E8TdJJqEMKIDh2r6dW7J2VlJRg3ejimVLSId5y4PgyblOaQK+q4/O5GxtaAKU4Qrd4N078nXvtOJIs7UZTsQireiUSsA55fosNapMWlgabGGTQ1zySfr5N8MlKEULLjNzvHW5RKkE8mkaWGjPAGIiH1dN9swuIlY6KXZuiIKURSykgyWRphYzwS2pm4f1fglLhf10oOGDKYtQb2olKysp6HtVZm0mBwVBy0xUS/VY66PFJpi49UM6/3rbDhJ7KzXtEd8j1kf7qLaPyzmCnvE589CttcQxSLE8U7Yqo2xO82BNP7ILweexPrurX0ZHUSRT00VpXClpB+OwpRC4HWr0u1gctycRe2gUvnxd9PU2fx6PPDOOaUp/jTXnew79E3cMo5z3PLAx/x8RfjqJ1VR5UpZYf1enP533fnpUdP5Nn7DuHWq/fitJO2ZdutV6Jnj2pSiaT4MRhP8hA4Oo6GC0VGfDrZtEAh73/xxzPohNITT8ukUed6dixnyK5r4tmkUq1jYVo6GClnTnMjl17xGTrSYHQlFpWUyxhG0ptIcgnBbTJUj9/ZRcZocS8ikhEMdfSNItFaGo1I/ESugj5uokuz3IYnqJE+Tp5MMHo0ueEjyI8YQW7kKPJjxhcWlPyMGeiuE/Rgjpemf3WenQd7nHGY4fELS3j+ygQPX1TNXX9Lcs1xpZy2p89OG1otMtCuOMK3Pl5ULHmGgjye8UC8I+fE6MAqbiMosKW5277cp7IkRj4bZ9LEGnLOsLmKyLlQoOp4Mcvmm/XXwp/B00KoihCpUNWWxxu18d2cdLY0zNLCCMvsHP/LXLlQ0XHvVMQJwlisX0SiuJKkFAjdu6Wbp5BprtPziqZxgPgxAlqcmDWeT1HPLmSKEkyvi9j3zDT12SbtHo3q/Do7vklQ0hSxcZd6Xtx3DHsNmENxPCBQUyN+EG85GVn368BTpk6XvQ3wk3H69Oujx/duxGM+TvldPRGUd8rnQFF5sUgDSd7+2LDHOXFeGZlheiyJX9EOb83+JCoq8E0MT/tRo9CB9VPYWDExv4RUUQdSxe2JaYdrbF66V0O6qV6b7yxGVzhWymsEIrVC3qiVZy2xsjIKeJqacMdxE6G0wSiSK7IY8ffuvyeTy/3cN5bgjDFYdfzgQ1aWwvs898R48mam8CKnHY9VIIxIti4wSjpQ0OI1QcNQu6eswTY2Ecz6gOzEpzDDr8WMfoDYpK8J6mZJPaYQCxpIxw2Z9p2h++4kOh9KvP/xxLv+CVu1OqS6gxZEjA8iZjWmbeA5PpXHAq7AmtLqvsYV3QIGzMtOYG56Lp8OHcN5l77NulteziqDL+KwEx/inqc/57PvpzJteol0NE23yq4ctd+OvPzoX5kw7gxefPavWkC2YaP1dSXaqxOVlUlN1kjjbUXZgGQfaSExxojqIr41ywUOFin9X5eMtFPv2KEzCY2HmzNbb9WLlfp1w3q+NMHJw6pPLT0NtKN/9LFPmDTzJ0Lfx+tYgXVzzarcWI2N12rg2kZKTX9H79mEsPkEuhmwIiGqSi/sIyxhJL2SsQiaGsnPnqtNzniiT78i9+lQgu9GaeMzCXTq8PT+6GfSFKdjVAhZ59IsW61SxAX7lfLChRWMe6ojw++v4JkLUly4l8eu64QM7hFjlfZ5Opd6FMeyjhqRW0QLEEl/wkI60vwPNWccn55yXUhEwbnAQSFhAhKJHAMGuQ2pZdxPc2hw/w6oUEihSeji4s/isdaqK+FnDEYLntVNjgyOK11OEEZrxZWsS+DoBmo/nyPFl+7t0ouXUioDFElkCkArrbXl2r11JZ5oTxA105yZqp36dPK5GsIwrb6FyNYVIFtSQrKL3h6kbFNHW655JqAxbyQgw6+5o9eaxtvHTubxQ3+kT7tfdtT948QffviRuroGfM+joryMfn37UF5SjNs5ISo4phdsKrKRmNOVJ2Om5zj3lhnsdVUjs2c1E7Mp8ap+9ekJfpJIfUbidt7himyAg0K2VY4NVewTi1VRJOOYTHXEaGfSnKkh3TxL12FNqqQqwlQQBsvvjPiNd+pAJLmTzmPcbsKhUZ9MqE9FEvd77aPGT2faTF0DqD5SYlCZq7cEWH/1tcR3xNS505g+rYhISh+K2PyRKeBxjaOW7ufThJkJBDXazU3+kPSEf+kt5GrCyS/j1X5HTroYxVKYVAVRVTf8jttjex9AcuWztIAciVe5Gug9LpIetCB0uFFUgtSXVmeMQV5gWnIiCIU71AIdaBfV0JBm7LgZvPfRaG6750OOPvZd1tnkRrbc7SquuuU1Ro7WtYQWsS4dKtlgrR7st+dqXHftlnz6xsl89/FfueGyzdl04w7aKKRopaDhNBjjpqkDR9bx5EI0dU1LRHy4mIOWjJbvoumW3P9931D9f/+zT6W3tZTpOvTkv2yKpx3yz5L4uU+zdI340isjNY9DbFERyXKNuca1MK+cQBz8XP13j7mx8hOlBEEzUlzayDn6miA6DTcSTZlCZrj08psvyH39NcHIH2DKHNkobfaiPKWpHP27w0areOy5aRF/39/j3gtifHx7nBEPpHjpygxn7x+y7dqGDqlANKJf9qMty4UOVEMWQV8K090oT57FOVdv4bIIE3psuFYxxmtmwuQa5tTXkI9+bt3WTyuN7dm1hJKSFEGoTbNOaxLEzxWXI2ak4Z7mbSZoosUtbsRbShb9LnvNRVsumnY98wyeHoWTqSri8Q7qYjHuj/9l0nU0Ns4im5mnXWEznq7FqCohrE7Q6Oe495U8n4+McMJGw8RSXMrz6FOVpjxItNZfuLL7ldd0pplEIkbXrp3o07M7KfFkl4I3EopmL+Clb3IcfEWeu97wSAc+2XbqR79eBN06Enhx0O4mUj8dqAktDLjWbZkuLrVwOxJUXdlul5ZIlZAsqsR6RVpkm3UdVkMkY0hoxJVRzeXzjgrlpeDH0CEImxVNGf8I/bgwYQliMfIq/HDoDyLjWqiOypdESS0pL0lS3alMfc3z9jvDClUjLVqRuCwk5n8iKW2OzNR39QbyAvkJj2HnforXMFM0c4RaRL2SgdBtG7xeuwr2wO+1D1HnLQgqBhDGtFgRFzcxMAIpMAUX6evAycSFIaFqSZLyLfy7XO09mFJTy6sffM+FV7/KwcffzT5HXM+Bh97H2Rc9zXNvfsPEabUkYqUMXqM9xx2+DrdctR8P3HIIj961F/ddvzdH7bUJg/p1prTIx9OdsS/wrHRKHLR4R8nFjHpvXaTASSHS9jFtkf+J4W/jyfV+Rl099z8wgrjRtc5f1qFH++4aB5W4ndcC0nAbj4+/mcjnX0wlMgbbozP5mCe5qW5hLijEAX+YCzVEftzpVZaosMGSRjuDEoUEs+eQGzWO/NhJWPfvNNIZSrQL79+9I1tt2JcBfTtqKvussQo89I8ED55Twt1nevx9v2L22MAysFOCUuGOUYSvHzUF6WykHiqygt60tHM8tsQW/xX/G/S1spsxps1tpKZJG1h31x0xn7rDpO5TVRKnx0rtVBCSSzerT6rE8rtIfXO3LpEW2dDJMvKWGYnjY5kr/1pFuMXF/QAAEABJREFUg1UnPIyJ6ZogQTxRTKKoAl/G3cYMuVwDzU0zaGyarIfsuXjtysjHE0yZa7jw1iYZW19XLz44CbF4Z4zbL7cIykRG9BxNQWuj0rJi+vfvR7+V+lBdXYXni5/WsoUxWiIjsCFhJuKCW3Ps/89mvhmbI+92+d2qSQ7oSVBZKvF6FJTIOLpWNEVXyApJhULkvq1gFDoIFQrEI8JgvCSxeBnxVDERWlSaphDoqi8K4ovlTo2X6kNNcqNFw9NWPdQEcZxFmrzGRsKnPieShfChBz5HtwCiaYXPgYLFeGMMHatTbDW4M0Z4HrzvK0LlRVLeaKH66pPSXjZHNjsFchOxntWutDOx6p1IrXwEyd7HYXruQ7LdRtgSPaSnukkCSU1FTyHSEoEBaxCtFmC+U6bijmYe/UipM/mA5lyacZPmctuD77LjPjexzqZXsNdh93Pljf/mpTdHMmJElnnSrfLSGDtvvR533LA/X318Di/pCuva84dw0JD12XT9XnTTO5ovw2CM9Mx6RBpYFzeKg6HFOeqtEClPUX3nl0qYhWrKLoT/5z7qWE4yv/K6t6itry3MoyMP2Y6ExtkYScJYdVmhvtpZkNUG8ZZb/k1zPi89KCJR1Y5CNYzmSqRvpIXIVf7jQJRweoiMn9NZR9BZimxDPRmd1KOGZso1X/batT+P3XMU33x7Lh+++xeeePhg9tl7VYyUcebcBGt1qqJLRY640m6c3WIZIJ3XRs2IfacORt0pgNKunQNFl8nnPchL1yLNBIfLy0V8Naeccz7pyVM/VtIcWCLZpAKyyGJVt1+nRvETMbcmw5xZIZ54kVAdewUo1NUnEqw9uAOBDcjWNaqexdVjOZ3rp6MrRnQ6bcS6/i8jDlFcxprLWc0YseVZjI3h++VaXNqTTHUhVdQNd3rx/VI9xiahdzcSUZKPJgSc/WgdzWEDbhCXSs5Jrq2Ci7eB8qyxenQvLdz7OgUzRnwof743Ee6KKpTQc4Hh6zEeW/895NoXcmRzCfJF7Yj6DcD27EmoO2DjBlU42rAY0bICFxZwqrwQuo+LF6Cttsv8GZzxsraUomQPfPU/m5+tRXYmkSavNiII7c+VfyUWqp/JynKQ4ufrmjV/rFoY4YiQjcRLxXA57sG5MTtPeuVSqrIUnyqO6xF2JWwsYtSY2TQ2zxMOIwhZ0LnxibQRSHX7E16fg7ADztQ4HoPpugEkekI8Jr5Eb76QjJp7AhciXmh1rsctEGrXG2kBcQUZvYHNnFPHT+Nn8+JrX3HKWa8xeKtbWGWDSzn5jGd4+/2hMnRNpBJxunapZIN1+3Pu2Zvy7rN/5/vPLuDx2/flkF3WpU+7Siq0mfFlSKx1/IDTD2OMI4MxysNijJObg0K2clpCCRVaqrKQU57jeqG8/zUJ6b8W6aWzG+mEN5X77/8YT3099OBNKCsukTikB9I3JK+29pHKvxz2PR9/NkHXrJZUn+5kC+MuCanQaD4YGaQFmrQ1/QNCi+fFiXT373bXQS6LP3YG8eY8PTuW8MB9h3DvjYex+zYD6NauHWXJJMWxBGsPXIWczTFrrqf1sVH9NBhx19YN1JX5ceXrDp95c+aongrkXdayQORkMTNPfvxcwrlZ3dTE+ao2zoGPd+S2t1Kc/Gx7rv+iHTnJrQ1fGPpUl5bRu3uSfJDnu+8mQOi4a6nxcww8CXntVfqr/zloSuv6LyRaoG5Li2X7Wi1kiUQZkTZyQdC0bI1Uywr+I94YA54l8j1sIkW8qJxEaSXJ9lXYrtX4JsZNz8OzHweEkRT3N3JlnEq4wXYA87G5pPtrxHV62L/z+TwHXdzExz82k9DOxnZsj9+/J377dgWjYqRFRrv1+Y1/c0TUhS/yAzydVny/WgtKLe7XriPdeYrcclGwOo3lPfXUXXlpcTRSHiNljDTpg2QMI4OZFclRY+YSuV3Nr2C3Mrp9+1STKi0nbWoZNmwKRjsmIrtQS2MMqK5NdMIvWhWrKyzr+aAxRGWh8WgZwQBpv6DFu7xIJS2hyzP6RJqvGS0Q9Xz97WQefuJrzvjHc+x9xN1stfu17HfIQ9z92Jv8MGEyRnIb0KcrQ7bfgPP+ugv33bAHr7r/aOvpoznvL7uxweDelJcmiSUi8ZQHLxDuECIjAEMk6i6qPFqcSloi+kpU+jrvcqWrakGhhctrAVfHgUu5Wi78nwiORweL8pYPIya6twQZ20XL2tJZXXNcf/37NOvts2unCnbZfiXiXgI0rhRmBgUXSp410ttjT36CLDmMDLTv/vFzQdeM6rSBon+01xgb8WZsXG93adkQjX9NI4Gu7eLxiGsu34NtNuuDp/kSGqOTkwea82iMe3UqxZNdqqnPM765nsjkWJoL9Y40adJkzd3WeosT9CIIjJHuzdEtzPA6olFZmr6bScOcesZMrWRCfYzmuEcjCb6eWEZjzqh1K6hd2mTYoL+ImDyffvw9oXF6rSryrpaCgo80TwcO6EzC9a+5STctTs8XnruFisv48f0UJhbXRruWSDch4uBXW644tV9FvXAF13FjDMZYjDEtha1KEGmX6ZcktLJmuODhHMMmRRrUZWG/Bc3ivsJApIXJASJnjD7WgjWMnpTioEsa+dvDDYyeEeokUkw4qC9+7y544sNzPApppIYRaqP47+cdVrFhfXwZ4lSqU0H5c7m5EIpWYTL+OjVn7iINNo7XQIa7MaNGnuRmBMITj4Fv1IM8Tz3+HaEmQfQruI0xrLpaNZ2qUjrq5nhdV0mRSSMk/OysolZZHta0gFGIk61RkbwLHIDjUvwoz/lA9PM6iYT5HEE+z5QZtTz70nBOOfshttzxFnY//H6OO+8xbn7kLT78ahzTZ2cpqypj8OD+nHX6ED545QxefOJo7rh+P846eQt23mZNVurdnpiTgwgYY3A86avQYlp/FNDijAKXbxUu3rsabSWm0FB1TVsOhRyXdMD/QBeJJwcabiRiMkGaxmwN33w9lX9d/2+22u1Gdh9yC+9/NBpXT9UX8oHmzPARk/SGNo7IJNhyiwEM6t9ZBnihaoVEJCPz3EvfMOqnZox0wOYC8jKAoUoL88/FBcjQsThiqvd7epkTPBuTrou6mDA1DeRFePVVerL15ivhY/EETkes0xURt+KrorKMXl07kcuHvPKNNkZuHqpsST6vG4WcdHjatBmEgWiJcGQsIaYAi2vnynIz6jXHPYxv8XMWZjbRvTyiQzLQO1Uanxj9KvOkvLzkLQ0zwi2MMc2bVQcZotAr/IPliLjKKYC6h3PqBoE607lze9pXVhBpHEmr9+qn2HNVlhNET/2Jx1MEOhm5+Rpp7rYQXTIqsbDkwt+7RCISixTACcIoFskQBakkQe9OEnSSiZN9bnrcp7FJA2RDVXOiYvmdmmkcJFiIQjcwkd4SAl76yLDX3xt5+8uQ5qw4aFdK6aragVVVgxfTG47qm1B0FYq/5Se8bC2McEsH8bwUqVRXTYIcmcxMcI/10gCxv1RERp2zqTh+qhTchK1raq0vRZUSErMECSmvdmFfDh1NYzotGuqX2rVWXGzQvWs1Pbp0UVmMH8c10NT8a22M6jpQ0OoLKdGJ1A+jfjr5p9MBtfVpvhrxI5fe+BKb7XoBA9e/kCFH3c5N9w9nxITZzKxpwngePTp35Kg9d+KFew7n+w//yvtPH8MFJ6zPGit3pmeXCsrcKUQ7SmNiGOOBE6Sh1bn+LwitBa2BK2mtuFDgipdUtlDF/3EJNz5iKpKOC7K5PHWNWWbMrefJF7/gsGOfYp2Nr2Xn/a/gvmc+ZKPV+3DjNUPYZMOeuD6r5UI+r83Ji68OZcL0uaR0bXrUkRtSeE9YqFZLoq6+kUce/oK8J9pCFuVyOKMThkqoSstX6qnIr+mzqv8OXlScPjhMkRaWpkakHWy6RUcSMR8rPbEqt4UQZHpU01JSlmOV/tUqz/LJZ7UYL1D+kn0um1enLHPn1jKnpoZZc2YzceJEJgjybhVfbFNDsqwIT6cMJHkj4qniUgZ1m8FFO0xmre5xDlq3nmO3GEtMVjlqtX1GlsjXLcHAvuApf8KkiWSWRMMYyiqa6dWrVHZffZhXy29xmr5Yvf1abSzCXLNsYyS8ZqkorTRgqRX+6EJrDBaPWFklfufOoPRzn9bz5EdZ3CIeobEz+qyob207Zkaas+9v4oB/NjJqbp58KkV5j96kNFL5Il+ruwZANIwUEXHUOieU88f6wvHVMyQS7QnyTWTT83A7v2WhGsZi5MpKQQ/MXnOE0cKJW0ykhE4RTXGMrBcxsyHb8uvDMjj8iktol7TOKu2IVHfc5NlMm6X3F/MrjRYpDsOQ+sYm7aZm8Na733PTbe9z6PEPsdF2V7DlTvdy8TXv8/k3ulrQROnerUpXVQM4ZP91uPHinXnzsWMZ9e5p3Pyv7dhhuzWorqrCk074mMLPIqT+n0lG6qkDDa1iLd6l3YP4tJl1fPzFeB565lPOvOAZ/rz/Dey0x7U89MD7kp/lnDN3582XzuLDN07nokt3ZqONB0vfSlqQLPB1+CZPr+GxF4eSMwG77dCHQSsVSe6uZIGKiobSjw8+mcjQETNB7w+hjHBEhtzsedjQYlwTgVFdBTjj5EIl/1AfWWmKeDPaZEltMFYzIlOKm8+h1axwDC3Agew6iaJiVu7XUZoPw38s1VVR0QI11F763NjYSE1tDbNnz2bGzNkgO6G1l58mTGCcFpK6xgY6tG9P22l5IQSFRIjpUkSiewK/o4fXr4hQi0iF8Bzar4n39vmef209ih5xX9YnRmDzOCEaCc5qBLqXeHQqD8ilS/l86Hj1J1I5853rlnpOaayCvr06gU4ztrZW5TlQVUWW2xvRtZ4lHncy0duSTiom9JeKx4Y6vjmCRtUcKPiPeyPGDR6JLh3Jdq6iLh/n0geb+H68jLwf4gTLcjujFjHtyjO89m2Ogy7PccuzhuZcSLykjNgq/ch1a0/kx8B4IqH6GjwKLhJHFID/gDMibf0kRalOWlS02OXniJ/oVylHaugXFyMNBHey0SkEN5iOcxNhk57KImbNquf74ZoEhQm1dLyu9M+7bYynRWr8pPGMdn8iwOFr5caVt4HL0twlCELyQZraurm8+9E4LrvmXfY76mH+fPSd7H/i/Zz9z+d56s1vNPkaSWgGrzmomqMO25w7b9mbp+49iifvOICbLt2bow/YjPVW7Um8qAirMXETyTjaaoP1MAaBKQD/j7ifZR1pZN0iHNGczjB87DgeevIbjj39YYYcfi/HnfYU9zw4TGPu89eTtuWRW47kgduP5uqL9+CAIavTv28niuIJXauYguRavoVo4eOwp7UgPPbUV9ppz6UkmeKCc3eUkS2VvH2MLVRr+WjjUl+f4f6HP6WmrgEbj4lugkg6l59Xp/qqtgiBRZKq8Md4I0aNMZgwi4kncQvf9yPGYNQT10cnz0Up+9It9z+XGunZpOnzaMg2YYxwtIuZ7pEAABAASURBVILbXDU1NTF58mQmTZpCbU29yiUQRwtLPJagT89eOtGllL8o9pa0wVCwxX1K8AeW4fdM4vk5tO4hFAKjGsIZmUID0xq6hOO5pDhNp44Q2iwffziafJTXps+VLgyJuE+/fu2UqUXJ/Zn8fJaQAIdDmcvtXTsjG+n5cTLZOkLJNRI2l784ZDbTPJUg1yROl1Rlcc1+/zzjyHuWYie1hM+MOYajrphNQ4MnwUnQy0HSDYmOXmoRcunTMYboveTrMZZQRJKdOmBW7U0qWUokBQpluCINpYl8fdVEwkcCMxG0AcvlVrCyiFkNWqqoUo99TTLS2qE4a71UdAbf/fZNTH3TnWnYlMbObxNhJEdsSK2uJkaM+km9Ut5S8bmeh6yyqoxPIqC+PsdPk9ROOEO1cxNLgfC4euDy5tXWcPuTn/PnAx9klfX+yY573cjF1z/Nax9+wogfZzJX11hxyXjIFqtz++U78+2/T+Hj50/j+vN34887rs4agzrRuUMpyViMAmINtdFEBTeK7utCgcbKOGid5PwfdU7GDhbsXqBEo66y/v3xTE694Ek22OZSNt3yBk498wFyTSGnHLMxLz97KK88fiBXn74Hu2y5BoMGdaG6ukTGLo6VPH2B9hPCBBJxq3QLycIn0rdRuK679n0ZjYBjj9mS7tXVWBPDWlfqRluVnJc+jNWu/PX3RpHzVNauGFPudvUymtrJ6+tqFUBqPX8emULOH/sxBSUST2EaU6xTQJRl+AjZuKge1w3X90U5cHnd9fZQpPfTIErw009FwqJcx7DA1/VqtWQxcOBAunXrrlOILxROHiEmhIQMbjKp/rvOFmaFihf1YslEQiYvoWIKK4lHKAQOVKwW4t6Vu1jkaT5YIpSnb8pP0aVTGXnNga+/GY9vtKC4ug5Uv817nkfP7p1I6Lo7zGYJmuoQibbiFQuNxY9VyCZltajoxkJ9XoQsbc76sWIyTbPIZmuJdLRrK/hPh+5IGmgMo+IkzujnvRQjxxdz43N5Mjkn1mXnqFnIvvgJdj0jzcUPzNYx0cMkUtjVViYc0BNkuJtjGq/5krYtyI2mrstz0JLzH/2G0ngjw+r7JWSaawh1xHTGJVoCF0YFpihOGPOweYMvg2ByrrJGXIro/gQGutoLpYRDf5hBfcbtVtRvV2UJYNQuJQXeaPV+eLaETz7P0ChCad3bTpo9jaGjxvDK219zyrmPsu4WF9N11fP5y2kP8soH3zGlvonS0jh9uvdl07XX4ZwTtufVx09n9KgzePzBwzni0M3p2aML8WRSx2iL78cxxvCzU4fk29J6HRAnban/N0I33nPn1TB63BTe+Ww419/7EnsfeB+bbncFJ575KGMnzGC/fTbjxadP46exV3LPbQey985r0q2igkQ8AamA0LrxX1Bedn6iJebKHczPJggjrr7qFRqiWjpXVrHnzgNVuODYKNnqmwk575LXadSJhpRHolh046prfYxuAMKGGo3bzwOpEv5Tzoi3UPM49ESxtATrxZjXkKa+GYx+3JdFnFG6b692dG5XRl7HiE9G5wiML0wqcd2QjlrNId/zqapqR5FslNFcdcbbGENDQ4NApxYnd9H+7RZcDC3ii1IN9O+YUQ8sw0fPpbkB8RcKkKwXrBzRs2s5HTtUkI+pH/XzxE5e7Rass3xxSQHPi5NKVBLo9ObeypC+sBisNh6vIJ50v74q9UjXFRYVJ0P+K67AOqZTFaaqlECr9N2vBHz6A2TdQC2FJ9cSLA06kt3xWoYDL23izRFO9cuIVXcgPqgvVpPO4EkMBmMEkQCQvaRlWIzCNlD0v+DDyGrwSsFkdVKpE1tuNDT5HVss7CIxbowhVlpOqCphRgqWj6RgAtUPVUZpEk/xL7+dpEdEXZmozwtjWTjlJo6qc+iRgzE2x5vvDePuhz7m9H88yiHHPs1u+z3MPofdz233vsewH+ZJoX1W6tmB3fTecdHZW3H/zYfz/KMH8fLjx3DxmTuz1UY9aZfSeLaSMULuQAOg0TLizVNUmci5wIGizi8Qdcn/c1AYM3K6hs0wedoMXn/jO/551esc/9cnOOTExzj3ktf4+NPZbLNFP669YB9efuR4HrvzCP52wtZstE5XivD0YyUXgXVy9CRT2yJPJzwHFD6qwwIx5H7OR9elY8bN4NHHvy2M5w479mGlfmXClVi4nlJBGPDuh2N4591xmjeWeFmxDJcFt6mJeyhT7yhaUAwsQpDfw/0aDvfruUZHsUgGL9LmzGjHroM7Xw4dh1ZaNDkWi6K6IklFWYpAbUdNTLPQLzS5KUiLcwu+2+h5mlTdu3WhZ89ulJeXMG3qFIJcrrXLrvMt9Zf361ouCG3t41ERPTsmdeI0zKqtYcqMugItV7etjguNcrvpJFOajKPBxDZmCHMZFS3QCaWW2xvwdIXoxWOkszMlH2dwNN6LILJIMLFkglSyHUG+mXyuAROaRar9h5LO2DlroyNmvFdn8toJTNYD+ul315LVEXZJyiAZkvYjxtVk2ePigIvviBg905JLlZBYuR9R326ERSmMw6+uuN4VQGkTRWou4TjkkQqVhwNFF+cjTbNQPAZEGq9IXweLq7kCeY6usRjtquI6UQXpRilDEzjtdrwtBqURB4nqKtQIMpFsg6tocajcguMWFBPC5Bn1TJwyC0gLXB0FS/KSycYbroLvlTO7tolzznuBOx/4kg8+G8uUmbVa6ItZZ61+nPO3zXj7+b/y6hN/5bZr9uHUY7Zjp636018LTHHSx2jH5lnw8EVJTBApbPFGgZHkHSja6k1riEocmELI/wHnDJED1xV3r5/O5/hq5I9ce8u77HDAXWy66y2c+PfHCzLeYL2Vuf6KXXj67sO468r9OOawDdlis3706qHdsbtakdGzAs9arBYSfXBgJK02wBgKgEIWdRoU5Tt+IndVqpXt0ce/ZkZdHeWVJex70LoUx8ql6b9sm85muPraNwl9aV7KJ1cqELpIczZKeMKqcW5oLFwvLUr1P5E24sBK4yLpsNGu2mqRc3PhtTe+R0UsyZWWJGlXWkFoYOKMvGxFM55OIa6+w1UA6W8QBC6LXj17UlVVQfvqSvr17U3PHl3JF377SwgcwUKtFfi4KdIKxoXuI5R5jfeg7iGlxWijGTFq7GSMxq21eAFCEeVlScpKizBi1WiTmctpgYxyqiNE+q6Yl20xHvFEe0nBioc5EGVpcT/jtYEYDY3F+gm8eJEeVxsldylFS83//NcJUSeTwE2clbrhfpNp1CiPf96WIq2HKKkxYrAAkeuHJFordj/4Ms2uf0nz7hchtdqdmIoSinRtYzRBwpiP62dgw5amotGqKyyvc4rl6wquMmaoKrJUFXuUJ1rwOkMh1BL48mL9ub7rktWY+F4Zxi/WVaQ7skaomz9Xao25vEjxULtEdBx39D0pkHG9lHCMAGsINKkCGY7Pvp2ltSnBrzEYyRgV2Qy9V4pRlrSUlHg6hZRw2B6b8uAtBzHth5P55KUzuPAvu7PJOt3o2bWMDmUlFOuqzpEWS/JSQH2dZEKF/6/6fD6gsTFkTs1cRk+azGMvfsYRJ9/Bhptezl77PMwjTw5l3ZW7cusVB/PZe2fywlPHcfLxm7HOqivRUcaqpDRWEJ3Tu0Lkd/i48UjLMNZq696gTcuYyTN57u2vIGxikzWqWH/1/nhSLCNYkJzj4b0Pf2TYmPFk3S5FO3oT8zTkGmttTKNUDCN9s5kmaGz6NTVbEPXvFg+M1VwxeJ5FzBCWFCsMGDp8Bhk7l0hvDyzGefEkqw/shevyhLk+E2riRJFZqKZRT41yOnXurKvdUpWrtvBp6ukarIhEMtmSpzrL6kMJuVkbxtnZiKn1hlGzcrwxvJ6rn6vlo59yZG2ewrwmpFu5paxYm8w8/Dh6jrj5JZVIueWlJfTqVVGQgQlC5WR07a8rueiX9Zc3x9qYDh/VBEFENj+TMMxJZj8jtkZXLMZhNQZnyKIgi3HLNP9lp8FMFJeRbF8NJsY1L2R49POs7jgtkUQUatebV2z8TDj3noB9r8nzU41yY3Fslw4UrdQTjTBYD2tsYYK4RUTjp9asmIti9NCx8/Bt+nLr8Wvx6N8249EzN+OmozfgyG160qOdFgEtetIqcbZiJOa3Up+TqUqhCsjndAE8v2CBSGs0LGh0Cs+ERM1p/LzFSH6yEKCFxC9JFWo+9+wXhIHKNNaFjCV8jDFaRKo46+SdufqiXXj+oZP44NW/cct1u7LXLmtSluoovAs0NopbQZt36YKUTevXVS9sBdpqLFMYqpbWbjJkyUuu2XSGTCaNjm0qiQT/c7zjNRsFZKNa8rp2nTOviS+//olHn/6K0y5/ln2PfY59D7+fex/6jPKKas46dVdeePIYnfBO4srzt2W7zbtTkSrDk8ScKI26Z4zktwAsb2+FQqdJBGkZgCxNkt34SdN5+98jueXBNznlrGd46P5vefWVH/jhx3kkbDXn/n1HfG3oEB9SIlpcy5yrrW/g8ceGUVejra+YjMV9XAlO26V7VicW1zTUho6G5p+btyD5D31NgZ1Iem/FkxdLyRQbJk6uJ9PkFgExvlhOQgavX6FdvaWuqZ5ZOqUsrlpMVz4lWqRkUtDQqIroSQqK4OyMQT8qMKY1tCHGBAIEocbCMLs+ZMTEiLe+stz/esgF9+Q47vIsu5zZxBbHB+x+Zobzb/cFGeqbfGS1BRGV7SLKE0VkcwHjJzhjzi+cUY6VFg1eu7PoGYyuwNGcz+tEHAS/9ZQC7tbD+nFi8WLy0qdcphEna5cv0pIBEU55iQzoLtUYha7kvwyOC2t9/C7tyes4mtPA3HivYcQki8Hq0SzPRyOaOODiDHc+30C9jilBcRnxgXpM7tEJk0jifosL9ccY10IQgcOLnKL6Lpt3ojHGsP0aHXn8jE257Mj+7LhhTzbq354NV2rPrhv04pID1+HhM9dluzW6tNCIlofCYvgQPePFcafGnBQhkrFaTK2WLG0K4lVVhKoTamfoBUhCjn6IRhvczlFcjRg6jfr0PLVxZQqW4qUz7L/LOhx5wKasrz5VlZUSszF8a7DiTehYyBml2kBRVMEK2rJMIW5YkoskLwcswlpGj4Bfj5rBFU+PYteLPuTUe4Yyrzlb6NaScP3R+Y5PB210IkXymjsTJs/hsWeHc8ypj/GnfW5gyHE3c/fD71NsIk46fDPuvekg7r3+QK4+dw/2HbI6q6/ckcqyOJ4txto41iKwGGMWAqsCY4yoLNlHBBJdML+C48lBUybLF99N4do7PmHfI+9l1wPv4ozTnuLDNybSf0A71lq3Gzfc9S6hjM6fh6zMqgN6otssKOy+HDrjPtItw8gfZ2gx+lG8Waxyw4wMlIi4f4SHjLeJW0JdPbv1JNfYvBA/qv6f8Y4f6VILMSUSMfHhMWduAzNn1dLSm5bSBb+e5LvKoJ7EjacTJcycq3eHRSq3jHmEqrZRxOQZAAAQAElEQVQ0VXmkuWcEOIkYSaUAKjZu6kW6GooYMyPk2c89/v6IYc8Lmtj57EaGKDzwX3M46Y5mbnw24mXdrHw3OaAunaW8OMHaA33227qMlBdK1yOHjJKkpUtVCZE1TJhUKz6zIvRLH5mANVbtiQ3FTy7EMzG1N9qMuVNKhNHPL1sta06Es4cx3WYlktXaqDSQyzbg1MVhsCZygUATIpfL48fKCaQcbdkq+a951/GgKI7XpzPufva76Wm2Pq+Ok673OOz8PHv9Pc+34yQrDWagU4k3qDdReSXWKyJvJExxbgTOu0NXqIjrVyGuAhcqa6ne1Ue4NhrUjtuOX501upWR9Eu0i0sQ5T09W2RwxiQZi1inZwW3HLsem67UYak4l61Q3Oo47fvlGGMICv8TXYGbXzQ3kSWqqsTEpDhSoHw+LwOguuojniWX8jTRDbnA5+tRE9XeFShYmlcV+cXWWFL+YisvQ2aou+CseK7TLipqamRSQwMPfTyB/S97i+6HvsY2537MZY99y8djx/HOsBrGzmxqmWTLgPv3riJWNYGcLBupz8zmsy8nct7Fz7HmVlew2ibncNoZTzNvTi3HHrYDX711Nm+8cDLXXLgru+lUu7qMdecOlXh+AG7MpLc4MK1ctoWtyWUNQg11qFOp24Fm9TA8eeYMXnz/Uw447kkGrXsB2+98DQ89+CG9unbgigv/zKdfnseTDx3JWXrcH/r9JMarfmlRlnPO3M6pi8i2MdIWQmjy3PHQh8zOyCgrbogoLCiFSaS5pv4EngcyekJAvjlDUtevLv6fhIhA5ATixxk+9A6Lrrwz+ZDhw6bh5K4Kv/DGGDp0LMF49dQ2tdOVl9cyh35Rc8EMUfPS5AlpxhNkmVKf5+3PIy55IMvOf2umer9GVjkS9r2oiWsfSfP6Vxm+GR/yk96GmxorKA48enWx7LZtnhtPTvDVLZVMfKySD68v5sgdjGyNJdQcbhFzwHZrzsWI4qTp9cyY1SgeZScWZElxqw3IgN7qi3QhZzPEdEpJJoqJcg063GsRkr6o2m/ykWyi1SklHtd6oRNdRtenTlukCRCGAU3Ns7CuknZLkfExRsXyv4nqb2nsaAsMFtuuHL9Xd0y8hPq6iNvfnsoTn9fQnI2RLyoh3ncAya69wU+BjrpGA4yckeDcyik0SkFbSKtbNN2avVAQCkFp0ucfuw6gqjRBIKST5jbyz+e/Yg/tmPe88FOufX4Ek+c2YXSvWF2Z4K979SUVSwrPslBQtaV4TzvXKJLK5jMYTZLFVhVPVpPGS5ZgrU/eDa76jnpsjHjwNZ46qodeI/ff9xn5KIPMAf8N59jKux" id="200" name="Google Shape;200;p8"/>
          <p:cNvSpPr/>
          <p:nvPr/>
        </p:nvSpPr>
        <p:spPr>
          <a:xfrm>
            <a:off x="612775" y="541338"/>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id="201" name="Google Shape;201;p8"/>
          <p:cNvPicPr preferRelativeResize="0"/>
          <p:nvPr/>
        </p:nvPicPr>
        <p:blipFill rotWithShape="1">
          <a:blip r:embed="rId3">
            <a:alphaModFix/>
          </a:blip>
          <a:srcRect b="0" l="0" r="0" t="0"/>
          <a:stretch/>
        </p:blipFill>
        <p:spPr>
          <a:xfrm>
            <a:off x="7935278" y="2232561"/>
            <a:ext cx="4107703" cy="302622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9"/>
          <p:cNvSpPr txBox="1"/>
          <p:nvPr>
            <p:ph type="title"/>
          </p:nvPr>
        </p:nvSpPr>
        <p:spPr>
          <a:xfrm>
            <a:off x="526377" y="268383"/>
            <a:ext cx="9404723" cy="62643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Requirements Specification</a:t>
            </a:r>
            <a:br>
              <a:rPr b="1" lang="en-US"/>
            </a:br>
            <a:endParaRPr/>
          </a:p>
        </p:txBody>
      </p:sp>
      <p:sp>
        <p:nvSpPr>
          <p:cNvPr id="207" name="Google Shape;207;p9"/>
          <p:cNvSpPr txBox="1"/>
          <p:nvPr>
            <p:ph idx="1" type="body"/>
          </p:nvPr>
        </p:nvSpPr>
        <p:spPr>
          <a:xfrm>
            <a:off x="423018" y="1101329"/>
            <a:ext cx="7307818" cy="528869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Several types of requirements are commonly specified in this step, including:</a:t>
            </a:r>
            <a:endParaRPr/>
          </a:p>
          <a:p>
            <a:pPr indent="-342900" lvl="0" marL="342900" rtl="0" algn="l">
              <a:spcBef>
                <a:spcPts val="1000"/>
              </a:spcBef>
              <a:spcAft>
                <a:spcPts val="0"/>
              </a:spcAft>
              <a:buSzPts val="1600"/>
              <a:buFont typeface="Noto Sans Symbols"/>
              <a:buChar char="▪"/>
            </a:pPr>
            <a:r>
              <a:rPr b="1" lang="en-US"/>
              <a:t>Functional Requirements:</a:t>
            </a:r>
            <a:r>
              <a:rPr lang="en-US"/>
              <a:t> These describe what the software system should do.</a:t>
            </a:r>
            <a:endParaRPr/>
          </a:p>
          <a:p>
            <a:pPr indent="-342900" lvl="0" marL="342900" rtl="0" algn="l">
              <a:spcBef>
                <a:spcPts val="1000"/>
              </a:spcBef>
              <a:spcAft>
                <a:spcPts val="0"/>
              </a:spcAft>
              <a:buSzPts val="1600"/>
              <a:buFont typeface="Noto Sans Symbols"/>
              <a:buChar char="▪"/>
            </a:pPr>
            <a:r>
              <a:rPr b="1" lang="en-US"/>
              <a:t>Non Functional Requirements</a:t>
            </a:r>
            <a:r>
              <a:rPr lang="en-US"/>
              <a:t>: These describe how well the software system should do it. </a:t>
            </a:r>
            <a:endParaRPr/>
          </a:p>
          <a:p>
            <a:pPr indent="-342900" lvl="0" marL="342900" rtl="0" algn="l">
              <a:spcBef>
                <a:spcPts val="1000"/>
              </a:spcBef>
              <a:spcAft>
                <a:spcPts val="0"/>
              </a:spcAft>
              <a:buSzPts val="1600"/>
              <a:buFont typeface="Noto Sans Symbols"/>
              <a:buChar char="▪"/>
            </a:pPr>
            <a:r>
              <a:rPr b="1" lang="en-US"/>
              <a:t>Constraints: </a:t>
            </a:r>
            <a:r>
              <a:rPr lang="en-US"/>
              <a:t>These describe any limitations or restrictions that must be considered when developing the software system.</a:t>
            </a:r>
            <a:endParaRPr/>
          </a:p>
          <a:p>
            <a:pPr indent="-342900" lvl="0" marL="342900" rtl="0" algn="l">
              <a:spcBef>
                <a:spcPts val="1000"/>
              </a:spcBef>
              <a:spcAft>
                <a:spcPts val="0"/>
              </a:spcAft>
              <a:buSzPts val="1600"/>
              <a:buFont typeface="Noto Sans Symbols"/>
              <a:buChar char="▪"/>
            </a:pPr>
            <a:r>
              <a:rPr b="1" lang="en-US"/>
              <a:t>Acceptance Criteria</a:t>
            </a:r>
            <a:r>
              <a:rPr lang="en-US"/>
              <a:t>: These describe the conditions that must be met for the software system to be considered complete and ready for release.</a:t>
            </a:r>
            <a:endParaRPr/>
          </a:p>
          <a:p>
            <a:pPr indent="0" lvl="0" marL="0" rtl="0" algn="l">
              <a:spcBef>
                <a:spcPts val="1000"/>
              </a:spcBef>
              <a:spcAft>
                <a:spcPts val="0"/>
              </a:spcAft>
              <a:buSzPts val="1600"/>
              <a:buNone/>
            </a:pPr>
            <a:r>
              <a:rPr lang="en-US"/>
              <a:t> </a:t>
            </a:r>
            <a:endParaRPr/>
          </a:p>
        </p:txBody>
      </p:sp>
      <p:pic>
        <p:nvPicPr>
          <p:cNvPr id="208" name="Google Shape;208;p9"/>
          <p:cNvPicPr preferRelativeResize="0"/>
          <p:nvPr/>
        </p:nvPicPr>
        <p:blipFill rotWithShape="1">
          <a:blip r:embed="rId3">
            <a:alphaModFix/>
          </a:blip>
          <a:srcRect b="0" l="0" r="0" t="0"/>
          <a:stretch/>
        </p:blipFill>
        <p:spPr>
          <a:xfrm>
            <a:off x="7679086" y="1888178"/>
            <a:ext cx="4268894" cy="314498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0"/>
          <p:cNvSpPr txBox="1"/>
          <p:nvPr>
            <p:ph type="title"/>
          </p:nvPr>
        </p:nvSpPr>
        <p:spPr>
          <a:xfrm>
            <a:off x="432356" y="238962"/>
            <a:ext cx="9404723" cy="70057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sz="3600"/>
              <a:t>Requirements Verification and Validation</a:t>
            </a:r>
            <a:br>
              <a:rPr b="1" lang="en-US" sz="3200"/>
            </a:br>
            <a:endParaRPr sz="3200"/>
          </a:p>
        </p:txBody>
      </p:sp>
      <p:sp>
        <p:nvSpPr>
          <p:cNvPr id="214" name="Google Shape;214;p10"/>
          <p:cNvSpPr txBox="1"/>
          <p:nvPr>
            <p:ph idx="1" type="body"/>
          </p:nvPr>
        </p:nvSpPr>
        <p:spPr>
          <a:xfrm>
            <a:off x="328934" y="892040"/>
            <a:ext cx="11059502" cy="503331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b="1" lang="en-US"/>
              <a:t>Verification</a:t>
            </a:r>
            <a:r>
              <a:rPr lang="en-US"/>
              <a:t> is checking that the requirements are </a:t>
            </a:r>
            <a:r>
              <a:rPr b="1" lang="en-US"/>
              <a:t>complete, consistent, and accurate</a:t>
            </a:r>
            <a:r>
              <a:rPr lang="en-US"/>
              <a:t>. It involves reviewing the requirements to ensure that they are clear, testable, and </a:t>
            </a:r>
            <a:r>
              <a:rPr b="1" lang="en-US"/>
              <a:t>free of errors </a:t>
            </a:r>
            <a:r>
              <a:rPr lang="en-US"/>
              <a:t>and inconsistencies. This can include reviewing the requirements document, models, and diagrams, and holding meetings and walkthroughs with stakeholders.</a:t>
            </a:r>
            <a:br>
              <a:rPr lang="en-US"/>
            </a:br>
            <a:endParaRPr/>
          </a:p>
          <a:p>
            <a:pPr indent="-342900" lvl="0" marL="342900" rtl="0" algn="l">
              <a:spcBef>
                <a:spcPts val="1000"/>
              </a:spcBef>
              <a:spcAft>
                <a:spcPts val="0"/>
              </a:spcAft>
              <a:buSzPts val="1600"/>
              <a:buChar char="►"/>
            </a:pPr>
            <a:r>
              <a:rPr b="1" lang="en-US"/>
              <a:t>Validation</a:t>
            </a:r>
            <a:r>
              <a:rPr lang="en-US"/>
              <a:t> is the process of checking that the requirements meet the </a:t>
            </a:r>
            <a:r>
              <a:rPr b="1" lang="en-US"/>
              <a:t>needs and expectations</a:t>
            </a:r>
            <a:r>
              <a:rPr lang="en-US"/>
              <a:t> of the </a:t>
            </a:r>
            <a:r>
              <a:rPr b="1" lang="en-US"/>
              <a:t>stakeholders</a:t>
            </a:r>
            <a:r>
              <a:rPr lang="en-US"/>
              <a:t>. It involves testing the requirements to ensure that they are valid and that the software system being developed will meet the needs of the stakeholders. This can include testing the software system through simulation, testing with prototypes, and testing with the final version of the software.</a:t>
            </a:r>
            <a:endParaRPr/>
          </a:p>
          <a:p>
            <a:pPr indent="-241300" lvl="0" marL="342900" rtl="0" algn="l">
              <a:spcBef>
                <a:spcPts val="1000"/>
              </a:spcBef>
              <a:spcAft>
                <a:spcPts val="0"/>
              </a:spcAft>
              <a:buSzPts val="1600"/>
              <a:buNone/>
            </a:pPr>
            <a:r>
              <a:t/>
            </a:r>
            <a:endParaRPr/>
          </a:p>
        </p:txBody>
      </p:sp>
      <p:pic>
        <p:nvPicPr>
          <p:cNvPr id="215" name="Google Shape;215;p10"/>
          <p:cNvPicPr preferRelativeResize="0"/>
          <p:nvPr/>
        </p:nvPicPr>
        <p:blipFill rotWithShape="1">
          <a:blip r:embed="rId3">
            <a:alphaModFix/>
          </a:blip>
          <a:srcRect b="0" l="0" r="0" t="0"/>
          <a:stretch/>
        </p:blipFill>
        <p:spPr>
          <a:xfrm>
            <a:off x="3691720" y="4652404"/>
            <a:ext cx="4252872" cy="140637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1"/>
          <p:cNvSpPr txBox="1"/>
          <p:nvPr>
            <p:ph type="title"/>
          </p:nvPr>
        </p:nvSpPr>
        <p:spPr>
          <a:xfrm>
            <a:off x="539233" y="250838"/>
            <a:ext cx="9404723" cy="66762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Requirements Management</a:t>
            </a:r>
            <a:br>
              <a:rPr b="1" lang="en-US"/>
            </a:br>
            <a:endParaRPr/>
          </a:p>
        </p:txBody>
      </p:sp>
      <p:sp>
        <p:nvSpPr>
          <p:cNvPr id="221" name="Google Shape;221;p11"/>
          <p:cNvSpPr txBox="1"/>
          <p:nvPr>
            <p:ph idx="1" type="body"/>
          </p:nvPr>
        </p:nvSpPr>
        <p:spPr>
          <a:xfrm>
            <a:off x="321168" y="1201013"/>
            <a:ext cx="8145938" cy="542873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The process of analyzing, documenting, tracking, prioritizing, and agreeing on the requirement and controlling the communication with relevant stakeholders.</a:t>
            </a:r>
            <a:br>
              <a:rPr lang="en-US"/>
            </a:br>
            <a:endParaRPr/>
          </a:p>
          <a:p>
            <a:pPr indent="-342900" lvl="0" marL="342900" rtl="0" algn="l">
              <a:spcBef>
                <a:spcPts val="1000"/>
              </a:spcBef>
              <a:spcAft>
                <a:spcPts val="0"/>
              </a:spcAft>
              <a:buSzPts val="1600"/>
              <a:buChar char="►"/>
            </a:pPr>
            <a:r>
              <a:rPr lang="en-US"/>
              <a:t>This stage takes care of the </a:t>
            </a:r>
            <a:r>
              <a:rPr b="1" lang="en-US"/>
              <a:t>changing</a:t>
            </a:r>
            <a:r>
              <a:rPr lang="en-US"/>
              <a:t> nature of requirements.</a:t>
            </a:r>
            <a:br>
              <a:rPr lang="en-US"/>
            </a:br>
            <a:endParaRPr/>
          </a:p>
          <a:p>
            <a:pPr indent="-342900" lvl="0" marL="342900" rtl="0" algn="l">
              <a:spcBef>
                <a:spcPts val="1000"/>
              </a:spcBef>
              <a:spcAft>
                <a:spcPts val="0"/>
              </a:spcAft>
              <a:buSzPts val="1600"/>
              <a:buChar char="►"/>
            </a:pPr>
            <a:r>
              <a:rPr lang="en-US"/>
              <a:t>The goal of requirements management is to ensure that the software system being developed meets the needs and expectations of the stakeholders and that it is developed on time, within budget, and to the required quality. </a:t>
            </a:r>
            <a:endParaRPr/>
          </a:p>
        </p:txBody>
      </p:sp>
      <p:pic>
        <p:nvPicPr>
          <p:cNvPr id="222" name="Google Shape;222;p11"/>
          <p:cNvPicPr preferRelativeResize="0"/>
          <p:nvPr/>
        </p:nvPicPr>
        <p:blipFill rotWithShape="1">
          <a:blip r:embed="rId3">
            <a:alphaModFix/>
          </a:blip>
          <a:srcRect b="0" l="0" r="0" t="0"/>
          <a:stretch/>
        </p:blipFill>
        <p:spPr>
          <a:xfrm>
            <a:off x="8456819" y="1977015"/>
            <a:ext cx="3410784" cy="296311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2"/>
          <p:cNvSpPr txBox="1"/>
          <p:nvPr>
            <p:ph type="title"/>
          </p:nvPr>
        </p:nvSpPr>
        <p:spPr>
          <a:xfrm>
            <a:off x="539233" y="250838"/>
            <a:ext cx="9404723" cy="66762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Requirements Management</a:t>
            </a:r>
            <a:br>
              <a:rPr b="1" lang="en-US"/>
            </a:br>
            <a:endParaRPr/>
          </a:p>
        </p:txBody>
      </p:sp>
      <p:sp>
        <p:nvSpPr>
          <p:cNvPr id="228" name="Google Shape;228;p12"/>
          <p:cNvSpPr txBox="1"/>
          <p:nvPr>
            <p:ph idx="1" type="body"/>
          </p:nvPr>
        </p:nvSpPr>
        <p:spPr>
          <a:xfrm>
            <a:off x="309293" y="975383"/>
            <a:ext cx="9309720" cy="542873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Several key activities are involved in requirements management:</a:t>
            </a:r>
            <a:endParaRPr/>
          </a:p>
          <a:p>
            <a:pPr indent="-457200" lvl="0" marL="457200" rtl="0" algn="l">
              <a:spcBef>
                <a:spcPts val="1000"/>
              </a:spcBef>
              <a:spcAft>
                <a:spcPts val="0"/>
              </a:spcAft>
              <a:buSzPts val="1600"/>
              <a:buFont typeface="Century Gothic"/>
              <a:buAutoNum type="alphaUcPeriod"/>
            </a:pPr>
            <a:r>
              <a:rPr b="1" lang="en-US"/>
              <a:t>Tracking and controlling changes</a:t>
            </a:r>
            <a:r>
              <a:rPr lang="en-US"/>
              <a:t>: Monitoring and controlling changes to the requirements, including identifying the source of the change, assessing the impact of the change, and approving or rejecting the change.</a:t>
            </a:r>
            <a:endParaRPr/>
          </a:p>
          <a:p>
            <a:pPr indent="-457200" lvl="0" marL="457200" rtl="0" algn="l">
              <a:spcBef>
                <a:spcPts val="1000"/>
              </a:spcBef>
              <a:spcAft>
                <a:spcPts val="0"/>
              </a:spcAft>
              <a:buSzPts val="1600"/>
              <a:buFont typeface="Century Gothic"/>
              <a:buAutoNum type="alphaUcPeriod"/>
            </a:pPr>
            <a:r>
              <a:rPr b="1" lang="en-US"/>
              <a:t>Version control</a:t>
            </a:r>
            <a:r>
              <a:rPr lang="en-US"/>
              <a:t>: This involves keeping track of different versions of the requirements document and other related artifacts.</a:t>
            </a:r>
            <a:endParaRPr b="1"/>
          </a:p>
          <a:p>
            <a:pPr indent="-457200" lvl="0" marL="457200" rtl="0" algn="l">
              <a:spcBef>
                <a:spcPts val="1000"/>
              </a:spcBef>
              <a:spcAft>
                <a:spcPts val="0"/>
              </a:spcAft>
              <a:buSzPts val="1600"/>
              <a:buFont typeface="Century Gothic"/>
              <a:buAutoNum type="alphaUcPeriod"/>
            </a:pPr>
            <a:r>
              <a:rPr b="1" lang="en-US"/>
              <a:t>Traceability</a:t>
            </a:r>
            <a:r>
              <a:rPr lang="en-US"/>
              <a:t>: This involves linking the requirements to other elements of the development process, such as design, testing, and validation.</a:t>
            </a:r>
            <a:endParaRPr/>
          </a:p>
          <a:p>
            <a:pPr indent="-457200" lvl="0" marL="457200" rtl="0" algn="l">
              <a:spcBef>
                <a:spcPts val="1000"/>
              </a:spcBef>
              <a:spcAft>
                <a:spcPts val="0"/>
              </a:spcAft>
              <a:buSzPts val="1600"/>
              <a:buFont typeface="Century Gothic"/>
              <a:buAutoNum type="alphaUcPeriod"/>
            </a:pPr>
            <a:r>
              <a:rPr b="1" lang="en-US"/>
              <a:t>Communication: </a:t>
            </a:r>
            <a:r>
              <a:rPr lang="en-US"/>
              <a:t>This involves ensuring that the requirements are communicated effectively to all stakeholders and that any changes or issues are addressed promptly.</a:t>
            </a:r>
            <a:endParaRPr b="1"/>
          </a:p>
          <a:p>
            <a:pPr indent="-457200" lvl="0" marL="457200" rtl="0" algn="l">
              <a:spcBef>
                <a:spcPts val="1000"/>
              </a:spcBef>
              <a:spcAft>
                <a:spcPts val="0"/>
              </a:spcAft>
              <a:buSzPts val="1600"/>
              <a:buFont typeface="Century Gothic"/>
              <a:buAutoNum type="alphaUcPeriod"/>
            </a:pPr>
            <a:r>
              <a:rPr b="1" lang="en-US"/>
              <a:t>Monitoring and reporting</a:t>
            </a:r>
            <a:r>
              <a:rPr lang="en-US"/>
              <a:t>: This involves monitoring the progress of the development process and reporting on the status of the requirements.</a:t>
            </a:r>
            <a:endParaRPr b="1"/>
          </a:p>
        </p:txBody>
      </p:sp>
      <p:pic>
        <p:nvPicPr>
          <p:cNvPr id="229" name="Google Shape;229;p12"/>
          <p:cNvPicPr preferRelativeResize="0"/>
          <p:nvPr/>
        </p:nvPicPr>
        <p:blipFill rotWithShape="1">
          <a:blip r:embed="rId3">
            <a:alphaModFix/>
          </a:blip>
          <a:srcRect b="0" l="0" r="0" t="0"/>
          <a:stretch/>
        </p:blipFill>
        <p:spPr>
          <a:xfrm>
            <a:off x="9512135" y="2408344"/>
            <a:ext cx="2562699" cy="222634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3"/>
          <p:cNvSpPr txBox="1"/>
          <p:nvPr>
            <p:ph type="title"/>
          </p:nvPr>
        </p:nvSpPr>
        <p:spPr>
          <a:xfrm>
            <a:off x="647348" y="262713"/>
            <a:ext cx="9404723" cy="75000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Advantages</a:t>
            </a:r>
            <a:br>
              <a:rPr lang="en-US" sz="2800"/>
            </a:br>
            <a:endParaRPr sz="2800"/>
          </a:p>
        </p:txBody>
      </p:sp>
      <p:sp>
        <p:nvSpPr>
          <p:cNvPr id="235" name="Google Shape;235;p13"/>
          <p:cNvSpPr txBox="1"/>
          <p:nvPr>
            <p:ph idx="1" type="body"/>
          </p:nvPr>
        </p:nvSpPr>
        <p:spPr>
          <a:xfrm>
            <a:off x="467982" y="1134597"/>
            <a:ext cx="7841014" cy="5045675"/>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600"/>
              <a:buChar char="►"/>
            </a:pPr>
            <a:r>
              <a:rPr lang="en-US"/>
              <a:t>Helps ensure that the software being developed meets the needs and expectations of the stakeholders.</a:t>
            </a:r>
            <a:br>
              <a:rPr lang="en-US"/>
            </a:br>
            <a:endParaRPr/>
          </a:p>
          <a:p>
            <a:pPr indent="-342900" lvl="0" marL="342900" rtl="0" algn="l">
              <a:spcBef>
                <a:spcPts val="1000"/>
              </a:spcBef>
              <a:spcAft>
                <a:spcPts val="0"/>
              </a:spcAft>
              <a:buSzPts val="1600"/>
              <a:buChar char="►"/>
            </a:pPr>
            <a:r>
              <a:rPr lang="en-US"/>
              <a:t>Can help identify potential issues or problems early in the development process, allowing for adjustments to be made before significant.</a:t>
            </a:r>
            <a:br>
              <a:rPr lang="en-US"/>
            </a:br>
            <a:r>
              <a:rPr lang="en-US"/>
              <a:t> </a:t>
            </a:r>
            <a:endParaRPr/>
          </a:p>
          <a:p>
            <a:pPr indent="-342900" lvl="0" marL="342900" rtl="0" algn="l">
              <a:spcBef>
                <a:spcPts val="1000"/>
              </a:spcBef>
              <a:spcAft>
                <a:spcPts val="0"/>
              </a:spcAft>
              <a:buSzPts val="1600"/>
              <a:buChar char="►"/>
            </a:pPr>
            <a:r>
              <a:rPr lang="en-US"/>
              <a:t>Helps ensure that the software is developed in a cost-effective and efficient manner.</a:t>
            </a:r>
            <a:br>
              <a:rPr lang="en-US"/>
            </a:br>
            <a:endParaRPr/>
          </a:p>
          <a:p>
            <a:pPr indent="-342900" lvl="0" marL="342900" rtl="0" algn="l">
              <a:spcBef>
                <a:spcPts val="1000"/>
              </a:spcBef>
              <a:spcAft>
                <a:spcPts val="0"/>
              </a:spcAft>
              <a:buSzPts val="1600"/>
              <a:buChar char="►"/>
            </a:pPr>
            <a:r>
              <a:rPr lang="en-US"/>
              <a:t>Helps to ensure that the software system meets the needs of all stakeholders.</a:t>
            </a:r>
            <a:br>
              <a:rPr lang="en-US"/>
            </a:br>
            <a:endParaRPr/>
          </a:p>
          <a:p>
            <a:pPr indent="-342900" lvl="0" marL="342900" rtl="0" algn="l">
              <a:spcBef>
                <a:spcPts val="1000"/>
              </a:spcBef>
              <a:spcAft>
                <a:spcPts val="0"/>
              </a:spcAft>
              <a:buSzPts val="1600"/>
              <a:buChar char="►"/>
            </a:pPr>
            <a:r>
              <a:rPr lang="en-US"/>
              <a:t>Helps to ensure that the software system is delivered on time, within budget, and to the required quality standards.</a:t>
            </a:r>
            <a:endParaRPr/>
          </a:p>
          <a:p>
            <a:pPr indent="0" lvl="0" marL="0" rtl="0" algn="l">
              <a:spcBef>
                <a:spcPts val="1000"/>
              </a:spcBef>
              <a:spcAft>
                <a:spcPts val="0"/>
              </a:spcAft>
              <a:buSzPts val="1600"/>
              <a:buNone/>
            </a:pPr>
            <a:r>
              <a:t/>
            </a:r>
            <a:endParaRPr/>
          </a:p>
        </p:txBody>
      </p:sp>
      <p:pic>
        <p:nvPicPr>
          <p:cNvPr id="236" name="Google Shape;236;p13"/>
          <p:cNvPicPr preferRelativeResize="0"/>
          <p:nvPr/>
        </p:nvPicPr>
        <p:blipFill rotWithShape="1">
          <a:blip r:embed="rId3">
            <a:alphaModFix/>
          </a:blip>
          <a:srcRect b="0" l="0" r="0" t="0"/>
          <a:stretch/>
        </p:blipFill>
        <p:spPr>
          <a:xfrm>
            <a:off x="8083365" y="1840140"/>
            <a:ext cx="3486150" cy="19716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4"/>
          <p:cNvSpPr txBox="1"/>
          <p:nvPr>
            <p:ph type="title"/>
          </p:nvPr>
        </p:nvSpPr>
        <p:spPr>
          <a:xfrm>
            <a:off x="742350" y="298339"/>
            <a:ext cx="9404723" cy="85709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Disadvantages</a:t>
            </a:r>
            <a:br>
              <a:rPr b="1" lang="en-US" sz="2800"/>
            </a:br>
            <a:endParaRPr sz="2800"/>
          </a:p>
        </p:txBody>
      </p:sp>
      <p:sp>
        <p:nvSpPr>
          <p:cNvPr id="242" name="Google Shape;242;p14"/>
          <p:cNvSpPr txBox="1"/>
          <p:nvPr>
            <p:ph idx="1" type="body"/>
          </p:nvPr>
        </p:nvSpPr>
        <p:spPr>
          <a:xfrm>
            <a:off x="646112" y="1202724"/>
            <a:ext cx="7714118" cy="50456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Can be time-consuming and costly, particularly if the requirements-gathering process is not well-managed.</a:t>
            </a:r>
            <a:br>
              <a:rPr lang="en-US"/>
            </a:br>
            <a:endParaRPr/>
          </a:p>
          <a:p>
            <a:pPr indent="-342900" lvl="0" marL="342900" rtl="0" algn="l">
              <a:spcBef>
                <a:spcPts val="1000"/>
              </a:spcBef>
              <a:spcAft>
                <a:spcPts val="0"/>
              </a:spcAft>
              <a:buSzPts val="1600"/>
              <a:buChar char="►"/>
            </a:pPr>
            <a:r>
              <a:rPr lang="en-US"/>
              <a:t>Can be difficult to ensure that all stakeholders' needs and expectations are taken into account.</a:t>
            </a:r>
            <a:br>
              <a:rPr lang="en-US"/>
            </a:br>
            <a:endParaRPr/>
          </a:p>
          <a:p>
            <a:pPr indent="-342900" lvl="0" marL="342900" rtl="0" algn="l">
              <a:spcBef>
                <a:spcPts val="1000"/>
              </a:spcBef>
              <a:spcAft>
                <a:spcPts val="0"/>
              </a:spcAft>
              <a:buSzPts val="1600"/>
              <a:buChar char="►"/>
            </a:pPr>
            <a:r>
              <a:rPr lang="en-US"/>
              <a:t>Requirements may change over time, which can result in delays and additional costs.</a:t>
            </a:r>
            <a:br>
              <a:rPr lang="en-US"/>
            </a:br>
            <a:endParaRPr/>
          </a:p>
          <a:p>
            <a:pPr indent="-342900" lvl="0" marL="342900" rtl="0" algn="l">
              <a:spcBef>
                <a:spcPts val="1000"/>
              </a:spcBef>
              <a:spcAft>
                <a:spcPts val="0"/>
              </a:spcAft>
              <a:buSzPts val="1600"/>
              <a:buChar char="►"/>
            </a:pPr>
            <a:r>
              <a:rPr lang="en-US"/>
              <a:t>There may be conflicts between stakeholders, which can be difficult to resolve.</a:t>
            </a:r>
            <a:endParaRPr/>
          </a:p>
          <a:p>
            <a:pPr indent="0" lvl="0" marL="0" rtl="0" algn="l">
              <a:spcBef>
                <a:spcPts val="1000"/>
              </a:spcBef>
              <a:spcAft>
                <a:spcPts val="0"/>
              </a:spcAft>
              <a:buSzPts val="1600"/>
              <a:buNone/>
            </a:pPr>
            <a:r>
              <a:t/>
            </a:r>
            <a:endParaRPr/>
          </a:p>
        </p:txBody>
      </p:sp>
      <p:pic>
        <p:nvPicPr>
          <p:cNvPr id="243" name="Google Shape;243;p14"/>
          <p:cNvPicPr preferRelativeResize="0"/>
          <p:nvPr/>
        </p:nvPicPr>
        <p:blipFill rotWithShape="1">
          <a:blip r:embed="rId3">
            <a:alphaModFix/>
          </a:blip>
          <a:srcRect b="0" l="0" r="0" t="0"/>
          <a:stretch/>
        </p:blipFill>
        <p:spPr>
          <a:xfrm>
            <a:off x="8408761" y="1866240"/>
            <a:ext cx="3476625" cy="19907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pic>
        <p:nvPicPr>
          <p:cNvPr id="248" name="Google Shape;248;g3f5c90382ee_0_0"/>
          <p:cNvPicPr preferRelativeResize="0"/>
          <p:nvPr/>
        </p:nvPicPr>
        <p:blipFill>
          <a:blip r:embed="rId3">
            <a:alphaModFix/>
          </a:blip>
          <a:stretch>
            <a:fillRect/>
          </a:stretch>
        </p:blipFill>
        <p:spPr>
          <a:xfrm>
            <a:off x="152400" y="152400"/>
            <a:ext cx="12039600" cy="835310"/>
          </a:xfrm>
          <a:prstGeom prst="rect">
            <a:avLst/>
          </a:prstGeom>
          <a:noFill/>
          <a:ln>
            <a:noFill/>
          </a:ln>
        </p:spPr>
      </p:pic>
      <p:pic>
        <p:nvPicPr>
          <p:cNvPr id="249" name="Google Shape;249;g3f5c90382ee_0_0"/>
          <p:cNvPicPr preferRelativeResize="0"/>
          <p:nvPr/>
        </p:nvPicPr>
        <p:blipFill>
          <a:blip r:embed="rId4">
            <a:alphaModFix/>
          </a:blip>
          <a:stretch>
            <a:fillRect/>
          </a:stretch>
        </p:blipFill>
        <p:spPr>
          <a:xfrm>
            <a:off x="152400" y="1140098"/>
            <a:ext cx="11889075" cy="564575"/>
          </a:xfrm>
          <a:prstGeom prst="rect">
            <a:avLst/>
          </a:prstGeom>
          <a:noFill/>
          <a:ln>
            <a:noFill/>
          </a:ln>
        </p:spPr>
      </p:pic>
      <p:pic>
        <p:nvPicPr>
          <p:cNvPr id="250" name="Google Shape;250;g3f5c90382ee_0_0"/>
          <p:cNvPicPr preferRelativeResize="0"/>
          <p:nvPr/>
        </p:nvPicPr>
        <p:blipFill>
          <a:blip r:embed="rId5">
            <a:alphaModFix/>
          </a:blip>
          <a:stretch>
            <a:fillRect/>
          </a:stretch>
        </p:blipFill>
        <p:spPr>
          <a:xfrm>
            <a:off x="152400" y="1857075"/>
            <a:ext cx="11889076" cy="764535"/>
          </a:xfrm>
          <a:prstGeom prst="rect">
            <a:avLst/>
          </a:prstGeom>
          <a:noFill/>
          <a:ln>
            <a:noFill/>
          </a:ln>
        </p:spPr>
      </p:pic>
      <p:pic>
        <p:nvPicPr>
          <p:cNvPr id="251" name="Google Shape;251;g3f5c90382ee_0_0"/>
          <p:cNvPicPr preferRelativeResize="0"/>
          <p:nvPr/>
        </p:nvPicPr>
        <p:blipFill>
          <a:blip r:embed="rId6">
            <a:alphaModFix/>
          </a:blip>
          <a:stretch>
            <a:fillRect/>
          </a:stretch>
        </p:blipFill>
        <p:spPr>
          <a:xfrm>
            <a:off x="152400" y="2774000"/>
            <a:ext cx="11835351" cy="716300"/>
          </a:xfrm>
          <a:prstGeom prst="rect">
            <a:avLst/>
          </a:prstGeom>
          <a:noFill/>
          <a:ln>
            <a:noFill/>
          </a:ln>
        </p:spPr>
      </p:pic>
      <p:pic>
        <p:nvPicPr>
          <p:cNvPr id="252" name="Google Shape;252;g3f5c90382ee_0_0"/>
          <p:cNvPicPr preferRelativeResize="0"/>
          <p:nvPr/>
        </p:nvPicPr>
        <p:blipFill>
          <a:blip r:embed="rId7">
            <a:alphaModFix/>
          </a:blip>
          <a:stretch>
            <a:fillRect/>
          </a:stretch>
        </p:blipFill>
        <p:spPr>
          <a:xfrm>
            <a:off x="152400" y="3642700"/>
            <a:ext cx="11835351" cy="78314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5"/>
          <p:cNvSpPr txBox="1"/>
          <p:nvPr>
            <p:ph type="title"/>
          </p:nvPr>
        </p:nvSpPr>
        <p:spPr>
          <a:xfrm>
            <a:off x="742350" y="298339"/>
            <a:ext cx="9404723" cy="85709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References</a:t>
            </a:r>
            <a:br>
              <a:rPr b="1" lang="en-US" sz="2800"/>
            </a:br>
            <a:endParaRPr sz="2800"/>
          </a:p>
        </p:txBody>
      </p:sp>
      <p:sp>
        <p:nvSpPr>
          <p:cNvPr id="258" name="Google Shape;258;p15"/>
          <p:cNvSpPr txBox="1"/>
          <p:nvPr>
            <p:ph idx="1" type="body"/>
          </p:nvPr>
        </p:nvSpPr>
        <p:spPr>
          <a:xfrm>
            <a:off x="646112" y="1202724"/>
            <a:ext cx="9970428" cy="50456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Slides adapted from Didarul Islam Didar, Lecturer, Dept. of CSE, UIU</a:t>
            </a:r>
            <a:endParaRPr/>
          </a:p>
          <a:p>
            <a:pPr indent="-342900" lvl="0" marL="342900" rtl="0" algn="l">
              <a:spcBef>
                <a:spcPts val="1000"/>
              </a:spcBef>
              <a:spcAft>
                <a:spcPts val="0"/>
              </a:spcAft>
              <a:buSzPts val="1600"/>
              <a:buChar char="►"/>
            </a:pPr>
            <a:r>
              <a:rPr lang="en-US" u="sng">
                <a:solidFill>
                  <a:schemeClr val="hlink"/>
                </a:solidFill>
                <a:hlinkClick r:id="rId3"/>
              </a:rPr>
              <a:t>Requirements Engineering Process in Software Engineering - GeeksforGeeks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6"/>
          <p:cNvSpPr txBox="1"/>
          <p:nvPr>
            <p:ph type="title"/>
          </p:nvPr>
        </p:nvSpPr>
        <p:spPr>
          <a:xfrm>
            <a:off x="742350" y="298339"/>
            <a:ext cx="9404723" cy="85709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2800"/>
              <a:buFont typeface="Century Gothic"/>
              <a:buNone/>
            </a:pPr>
            <a:br>
              <a:rPr b="1" lang="en-US" sz="2800"/>
            </a:br>
            <a:endParaRPr sz="2800"/>
          </a:p>
        </p:txBody>
      </p:sp>
      <p:sp>
        <p:nvSpPr>
          <p:cNvPr id="264" name="Google Shape;264;p16"/>
          <p:cNvSpPr txBox="1"/>
          <p:nvPr>
            <p:ph idx="1" type="body"/>
          </p:nvPr>
        </p:nvSpPr>
        <p:spPr>
          <a:xfrm>
            <a:off x="646112" y="1202724"/>
            <a:ext cx="9970428" cy="5045675"/>
          </a:xfrm>
          <a:prstGeom prst="rect">
            <a:avLst/>
          </a:prstGeom>
          <a:noFill/>
          <a:ln>
            <a:noFill/>
          </a:ln>
        </p:spPr>
        <p:txBody>
          <a:bodyPr anchorCtr="0" anchor="t" bIns="45700" lIns="91425" spcFirstLastPara="1" rIns="91425" wrap="square" tIns="45700">
            <a:normAutofit/>
          </a:bodyPr>
          <a:lstStyle/>
          <a:p>
            <a:pPr indent="-241300" lvl="0" marL="342900" rtl="0" algn="l">
              <a:spcBef>
                <a:spcPts val="0"/>
              </a:spcBef>
              <a:spcAft>
                <a:spcPts val="0"/>
              </a:spcAft>
              <a:buSzPts val="1600"/>
              <a:buNone/>
            </a:pPr>
            <a:r>
              <a:t/>
            </a:r>
            <a:endParaRPr/>
          </a:p>
        </p:txBody>
      </p:sp>
      <p:sp>
        <p:nvSpPr>
          <p:cNvPr id="265" name="Google Shape;265;p16"/>
          <p:cNvSpPr txBox="1"/>
          <p:nvPr/>
        </p:nvSpPr>
        <p:spPr>
          <a:xfrm>
            <a:off x="3198564" y="2980184"/>
            <a:ext cx="9404723" cy="8570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4200"/>
              <a:buFont typeface="Century Gothic"/>
              <a:buNone/>
            </a:pPr>
            <a:r>
              <a:rPr b="1" i="0" lang="en-US" sz="4200">
                <a:solidFill>
                  <a:schemeClr val="lt2"/>
                </a:solidFill>
                <a:latin typeface="Century Gothic"/>
                <a:ea typeface="Century Gothic"/>
                <a:cs typeface="Century Gothic"/>
                <a:sym typeface="Century Gothic"/>
              </a:rPr>
              <a:t>THANK YOU ^_^ !!!</a:t>
            </a:r>
            <a:br>
              <a:rPr b="1" i="0" lang="en-US" sz="2800">
                <a:solidFill>
                  <a:schemeClr val="lt2"/>
                </a:solidFill>
                <a:latin typeface="Century Gothic"/>
                <a:ea typeface="Century Gothic"/>
                <a:cs typeface="Century Gothic"/>
                <a:sym typeface="Century Gothic"/>
              </a:rPr>
            </a:br>
            <a:endParaRPr b="0" i="0" sz="2800">
              <a:solidFill>
                <a:schemeClr val="lt2"/>
              </a:solidFill>
              <a:latin typeface="Century Gothic"/>
              <a:ea typeface="Century Gothic"/>
              <a:cs typeface="Century Gothic"/>
              <a:sym typeface="Century Gothic"/>
            </a:endParaRPr>
          </a:p>
        </p:txBody>
      </p:sp>
    </p:spTree>
  </p:cSld>
  <p:clrMapOvr>
    <a:masterClrMapping/>
  </p:clrMapOvr>
</p:sld>
</file>

<file path=ppt/theme/theme1.xml><?xml version="1.0" encoding="utf-8"?>
<a:theme xmlns:a="http://schemas.openxmlformats.org/drawingml/2006/main" xmlns:r="http://schemas.openxmlformats.org/officeDocument/2006/relationships"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2025-11-14T16:20:51Z</dcterms:created>
  <dc:creator>Didar</dc:creator>
</cp:coreProperties>
</file>