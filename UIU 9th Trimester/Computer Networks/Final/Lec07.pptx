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8" r:id="rId2"/>
  </p:sldMasterIdLst>
  <p:notesMasterIdLst>
    <p:notesMasterId r:id="rId48"/>
  </p:notesMasterIdLst>
  <p:sldIdLst>
    <p:sldId id="1269" r:id="rId3"/>
    <p:sldId id="1129" r:id="rId4"/>
    <p:sldId id="964" r:id="rId5"/>
    <p:sldId id="1047" r:id="rId6"/>
    <p:sldId id="1130" r:id="rId7"/>
    <p:sldId id="1131" r:id="rId8"/>
    <p:sldId id="1132" r:id="rId9"/>
    <p:sldId id="1133" r:id="rId10"/>
    <p:sldId id="1173" r:id="rId11"/>
    <p:sldId id="1174" r:id="rId12"/>
    <p:sldId id="1176" r:id="rId13"/>
    <p:sldId id="1177" r:id="rId14"/>
    <p:sldId id="1178" r:id="rId15"/>
    <p:sldId id="1179" r:id="rId16"/>
    <p:sldId id="1186" r:id="rId17"/>
    <p:sldId id="1191" r:id="rId18"/>
    <p:sldId id="1192" r:id="rId19"/>
    <p:sldId id="1193" r:id="rId20"/>
    <p:sldId id="1198" r:id="rId21"/>
    <p:sldId id="1199" r:id="rId22"/>
    <p:sldId id="1201" r:id="rId23"/>
    <p:sldId id="1202" r:id="rId24"/>
    <p:sldId id="1203" r:id="rId25"/>
    <p:sldId id="1204" r:id="rId26"/>
    <p:sldId id="1205" r:id="rId27"/>
    <p:sldId id="1208" r:id="rId28"/>
    <p:sldId id="1211" r:id="rId29"/>
    <p:sldId id="1210" r:id="rId30"/>
    <p:sldId id="1212" r:id="rId31"/>
    <p:sldId id="1213" r:id="rId32"/>
    <p:sldId id="1222" r:id="rId33"/>
    <p:sldId id="1223" r:id="rId34"/>
    <p:sldId id="1232" r:id="rId35"/>
    <p:sldId id="1224" r:id="rId36"/>
    <p:sldId id="1225" r:id="rId37"/>
    <p:sldId id="1227" r:id="rId38"/>
    <p:sldId id="1257" r:id="rId39"/>
    <p:sldId id="1261" r:id="rId40"/>
    <p:sldId id="1262" r:id="rId41"/>
    <p:sldId id="1263" r:id="rId42"/>
    <p:sldId id="1264" r:id="rId43"/>
    <p:sldId id="1265" r:id="rId44"/>
    <p:sldId id="1266" r:id="rId45"/>
    <p:sldId id="1268" r:id="rId46"/>
    <p:sldId id="1258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656" userDrawn="1">
          <p15:clr>
            <a:srgbClr val="A4A3A4"/>
          </p15:clr>
        </p15:guide>
        <p15:guide id="3" orient="horz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E0FA"/>
    <a:srgbClr val="0000A8"/>
    <a:srgbClr val="CDBDE8"/>
    <a:srgbClr val="F56F6F"/>
    <a:srgbClr val="2FB050"/>
    <a:srgbClr val="E40000"/>
    <a:srgbClr val="DB0004"/>
    <a:srgbClr val="EC86A6"/>
    <a:srgbClr val="8DDFB0"/>
    <a:srgbClr val="FFF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3979" autoAdjust="0"/>
  </p:normalViewPr>
  <p:slideViewPr>
    <p:cSldViewPr snapToGrid="0" snapToObjects="1">
      <p:cViewPr varScale="1">
        <p:scale>
          <a:sx n="66" d="100"/>
          <a:sy n="66" d="100"/>
        </p:scale>
        <p:origin x="760" y="32"/>
      </p:cViewPr>
      <p:guideLst>
        <p:guide pos="4656"/>
        <p:guide orient="horz" pos="3312"/>
      </p:guideLst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9/10/2022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299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303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407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770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1662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09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827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5192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783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480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885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448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4726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3150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022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9083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4939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2862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24940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043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8843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6632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278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4131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4566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037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7519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4693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2921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1486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0045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26632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17968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6570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0575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8889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7302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8573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428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98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E7E5D2-54C1-46B9-BFF0-F980B991154B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8793C224-7832-4522-BDD2-BB4A5C4CE69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37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9F772-B5F9-4485-8093-1C58D8E09F9F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3EE675D4-557A-44CE-A602-5DD4A6B4AAC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015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5E42D-72D9-4C3E-BBE0-ED03F6001AEF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332CAC79-B11F-4E2C-A58E-9C4C7B36495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094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611313"/>
            <a:ext cx="508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4400" y="1611313"/>
            <a:ext cx="508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4EBAF6-5D4A-49A3-9383-1C1EDE694D37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EC3CD4FA-E732-42C8-9DFD-A89B89B3BA6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380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B54B03-1762-4148-8966-66A24A8F81F7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2A8C2DEC-60F0-4E28-9748-7A413400769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72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C59BF-589F-4B10-AB22-9A66299C79F6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7B5660BF-E205-464C-8309-EE40A8933B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200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BE181-F174-4CE4-8BC3-93372EFC3D2E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374691CE-044E-4E8D-8802-AE8864F9EED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718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88C410-9EED-421F-B4D9-11E36DBFBC79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DF678C10-2276-4138-9BFE-8AF24E452E0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453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42C4D-4715-48A9-8643-6FC467265391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2-</a:t>
            </a:r>
            <a:fld id="{1DF13146-B040-4A60-B34B-9DA9A7846D4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264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1407F-E85A-4C98-9526-A6AE6F7EA480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EE7FE3F1-EB3A-4D51-A34C-6689936700C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083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83600" y="228601"/>
            <a:ext cx="2590800" cy="6030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228601"/>
            <a:ext cx="7569200" cy="6030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F0AF-EA14-4533-ABFB-5374C7D0106C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1-</a:t>
            </a:r>
            <a:fld id="{93394F71-A0EF-4328-9B4C-2FAFD5A0EBE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13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611313"/>
            <a:ext cx="508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994400" y="1611313"/>
            <a:ext cx="50800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994400" y="4011613"/>
            <a:ext cx="50800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A2322-715F-4B46-88A6-3241B6C9EEF3}" type="datetime1">
              <a:rPr lang="en-US">
                <a:solidFill>
                  <a:srgbClr val="000000"/>
                </a:solidFill>
              </a:rPr>
              <a:pPr>
                <a:defRPr/>
              </a:pPr>
              <a:t>9/10/2022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1</a:t>
            </a:r>
            <a:fld id="{95AF20B9-F549-4459-B322-84CE730D69E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42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7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611313"/>
            <a:ext cx="10363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C60132-7770-4B5C-B292-468C3AAC95C1}" type="datetime1">
              <a:rPr lang="en-US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9/10/2022</a:t>
            </a:fld>
            <a:endParaRPr 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955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35851" y="6467475"/>
            <a:ext cx="3860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1955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99801" y="6462714"/>
            <a:ext cx="9017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ahom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2-</a:t>
            </a:r>
            <a:fld id="{6FF1A3BC-2A53-4070-BB21-9EE0FD9ED5DD}" type="slidenum">
              <a:rPr lang="en-US">
                <a:solidFill>
                  <a:srgbClr val="000000"/>
                </a:solidFill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150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26.png"/><Relationship Id="rId5" Type="http://schemas.openxmlformats.org/officeDocument/2006/relationships/image" Target="../media/image9.png"/><Relationship Id="rId10" Type="http://schemas.openxmlformats.org/officeDocument/2006/relationships/image" Target="../media/image25.png"/><Relationship Id="rId4" Type="http://schemas.openxmlformats.org/officeDocument/2006/relationships/image" Target="../media/image1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26.png"/><Relationship Id="rId5" Type="http://schemas.openxmlformats.org/officeDocument/2006/relationships/image" Target="../media/image9.png"/><Relationship Id="rId10" Type="http://schemas.openxmlformats.org/officeDocument/2006/relationships/image" Target="../media/image25.png"/><Relationship Id="rId4" Type="http://schemas.openxmlformats.org/officeDocument/2006/relationships/image" Target="../media/image1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0.gif"/><Relationship Id="rId7" Type="http://schemas.openxmlformats.org/officeDocument/2006/relationships/image" Target="../media/image22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11" Type="http://schemas.openxmlformats.org/officeDocument/2006/relationships/image" Target="../media/image9.png"/><Relationship Id="rId5" Type="http://schemas.openxmlformats.org/officeDocument/2006/relationships/image" Target="../media/image32.png"/><Relationship Id="rId10" Type="http://schemas.openxmlformats.org/officeDocument/2006/relationships/image" Target="../media/image12.png"/><Relationship Id="rId4" Type="http://schemas.openxmlformats.org/officeDocument/2006/relationships/image" Target="../media/image31.jpe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Tahoma" panose="020B0604030504040204" pitchFamily="34" charset="0"/>
              </a:rPr>
              <a:t>1-</a:t>
            </a:r>
            <a:fld id="{4E4CB2DF-46E8-4DFD-BEF7-96FFDAFA7596}" type="slidenum">
              <a:rPr lang="en-US" sz="120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1895476" y="604487"/>
            <a:ext cx="5688013" cy="2221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4400" dirty="0" smtClean="0">
                <a:solidFill>
                  <a:srgbClr val="000099"/>
                </a:solidFill>
              </a:rPr>
              <a:t>Lecture 07</a:t>
            </a:r>
            <a:r>
              <a:rPr lang="en-US" sz="4400" dirty="0">
                <a:solidFill>
                  <a:srgbClr val="000099"/>
                </a:solidFill>
              </a:rPr>
              <a:t/>
            </a:r>
            <a:br>
              <a:rPr lang="en-US" sz="4400" dirty="0">
                <a:solidFill>
                  <a:srgbClr val="000099"/>
                </a:solidFill>
              </a:rPr>
            </a:br>
            <a:r>
              <a:rPr lang="en-US" sz="4400" dirty="0" smtClean="0">
                <a:solidFill>
                  <a:srgbClr val="000099"/>
                </a:solidFill>
              </a:rPr>
              <a:t>Data Link </a:t>
            </a:r>
            <a:r>
              <a:rPr lang="en-US" sz="4400" dirty="0">
                <a:solidFill>
                  <a:srgbClr val="000099"/>
                </a:solidFill>
              </a:rPr>
              <a:t>Layer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4000" dirty="0" smtClean="0">
                <a:solidFill>
                  <a:srgbClr val="000099"/>
                </a:solidFill>
              </a:rPr>
              <a:t>(</a:t>
            </a:r>
            <a:r>
              <a:rPr lang="en-US" sz="4000" dirty="0" smtClean="0">
                <a:solidFill>
                  <a:srgbClr val="7030A0"/>
                </a:solidFill>
              </a:rPr>
              <a:t>Ch06:</a:t>
            </a:r>
            <a:r>
              <a:rPr lang="en-US" sz="4000" dirty="0" smtClean="0">
                <a:solidFill>
                  <a:srgbClr val="000099"/>
                </a:solidFill>
              </a:rPr>
              <a:t> </a:t>
            </a:r>
            <a:r>
              <a:rPr lang="en-US" sz="4000" dirty="0" smtClean="0">
                <a:solidFill>
                  <a:srgbClr val="FF0000"/>
                </a:solidFill>
              </a:rPr>
              <a:t>Sec </a:t>
            </a:r>
            <a:r>
              <a:rPr lang="en-US" sz="4000" dirty="0">
                <a:solidFill>
                  <a:srgbClr val="FF0000"/>
                </a:solidFill>
              </a:rPr>
              <a:t>– </a:t>
            </a:r>
            <a:r>
              <a:rPr lang="en-US" sz="4000" dirty="0" smtClean="0">
                <a:solidFill>
                  <a:srgbClr val="FF0000"/>
                </a:solidFill>
              </a:rPr>
              <a:t>6.1.1, </a:t>
            </a:r>
            <a:r>
              <a:rPr lang="en-US" sz="4000" dirty="0">
                <a:solidFill>
                  <a:srgbClr val="FF0000"/>
                </a:solidFill>
              </a:rPr>
              <a:t>6</a:t>
            </a:r>
            <a:r>
              <a:rPr lang="en-US" sz="4000" dirty="0" smtClean="0">
                <a:solidFill>
                  <a:srgbClr val="FF0000"/>
                </a:solidFill>
              </a:rPr>
              <a:t>.3, 6.4.1 &amp; 6.4.3</a:t>
            </a:r>
            <a:r>
              <a:rPr lang="en-US" sz="4000" dirty="0" smtClean="0">
                <a:solidFill>
                  <a:srgbClr val="000099"/>
                </a:solidFill>
              </a:rPr>
              <a:t>)</a:t>
            </a:r>
            <a:endParaRPr lang="en-US" sz="4000" dirty="0">
              <a:solidFill>
                <a:srgbClr val="000099"/>
              </a:solidFill>
            </a:endParaRPr>
          </a:p>
        </p:txBody>
      </p:sp>
      <p:pic>
        <p:nvPicPr>
          <p:cNvPr id="14342" name="Picture 9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6" y="3205863"/>
            <a:ext cx="54705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826419" y="2647840"/>
            <a:ext cx="5826125" cy="379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2000" dirty="0" smtClean="0">
              <a:solidFill>
                <a:srgbClr val="000000"/>
              </a:solidFill>
              <a:ea typeface="Cambria Math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2000" dirty="0" smtClean="0">
              <a:solidFill>
                <a:srgbClr val="000000"/>
              </a:solidFill>
              <a:ea typeface="Cambria Math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2000" dirty="0">
              <a:solidFill>
                <a:srgbClr val="000000"/>
              </a:solidFill>
              <a:ea typeface="Cambria Math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sz="2000" dirty="0" smtClean="0">
                <a:solidFill>
                  <a:srgbClr val="000000"/>
                </a:solidFill>
                <a:ea typeface="Cambria Math" pitchFamily="18" charset="0"/>
              </a:rPr>
              <a:t>Notes </a:t>
            </a:r>
            <a:r>
              <a:rPr lang="en-US" sz="2000" dirty="0">
                <a:solidFill>
                  <a:srgbClr val="000000"/>
                </a:solidFill>
                <a:ea typeface="Cambria Math" pitchFamily="18" charset="0"/>
              </a:rPr>
              <a:t>derived from “</a:t>
            </a:r>
            <a:r>
              <a:rPr lang="en-US" sz="2000" i="1" dirty="0">
                <a:solidFill>
                  <a:srgbClr val="3333CC"/>
                </a:solidFill>
                <a:ea typeface="Cambria Math" pitchFamily="18" charset="0"/>
              </a:rPr>
              <a:t>Computer Networking: A Top Down Approach</a:t>
            </a:r>
            <a:r>
              <a:rPr lang="en-US" sz="2000" i="1" dirty="0">
                <a:solidFill>
                  <a:srgbClr val="000000"/>
                </a:solidFill>
                <a:ea typeface="Cambria Math" pitchFamily="18" charset="0"/>
              </a:rPr>
              <a:t>”</a:t>
            </a:r>
            <a:r>
              <a:rPr lang="en-US" sz="2000" dirty="0">
                <a:solidFill>
                  <a:srgbClr val="000000"/>
                </a:solidFill>
                <a:ea typeface="Cambria Math" pitchFamily="18" charset="0"/>
              </a:rPr>
              <a:t>, Jim Kurose, Keith Ross, Addison-Wesley.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000" dirty="0">
              <a:solidFill>
                <a:srgbClr val="000000"/>
              </a:solidFill>
              <a:ea typeface="Cambria Math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ea typeface="Cambria Math" pitchFamily="18" charset="0"/>
              </a:rPr>
              <a:t> </a:t>
            </a:r>
            <a:endParaRPr lang="en-US" sz="2000" dirty="0" smtClean="0">
              <a:solidFill>
                <a:srgbClr val="000000"/>
              </a:solidFill>
              <a:ea typeface="Cambria Math" pitchFamily="18" charset="0"/>
            </a:endParaRP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r>
              <a:rPr lang="en-US" sz="2000" dirty="0" smtClean="0">
                <a:solidFill>
                  <a:srgbClr val="C00000"/>
                </a:solidFill>
                <a:ea typeface="Cambria Math" pitchFamily="18" charset="0"/>
              </a:rPr>
              <a:t>Based on the companion website’s </a:t>
            </a:r>
            <a:r>
              <a:rPr lang="en-US" sz="2000" dirty="0" err="1" smtClean="0">
                <a:solidFill>
                  <a:srgbClr val="C00000"/>
                </a:solidFill>
                <a:ea typeface="Cambria Math" pitchFamily="18" charset="0"/>
              </a:rPr>
              <a:t>powerpoint</a:t>
            </a:r>
            <a:r>
              <a:rPr lang="en-US" sz="2000" dirty="0" smtClean="0">
                <a:solidFill>
                  <a:srgbClr val="C00000"/>
                </a:solidFill>
                <a:ea typeface="Cambria Math" pitchFamily="18" charset="0"/>
              </a:rPr>
              <a:t> slides as modified </a:t>
            </a:r>
            <a:r>
              <a:rPr lang="en-US" sz="2000" dirty="0">
                <a:solidFill>
                  <a:srgbClr val="C00000"/>
                </a:solidFill>
                <a:ea typeface="Cambria Math" pitchFamily="18" charset="0"/>
              </a:rPr>
              <a:t>by Mohammad </a:t>
            </a:r>
            <a:r>
              <a:rPr lang="en-US" sz="2000" dirty="0" err="1">
                <a:solidFill>
                  <a:srgbClr val="C00000"/>
                </a:solidFill>
                <a:ea typeface="Cambria Math" pitchFamily="18" charset="0"/>
              </a:rPr>
              <a:t>Mamun</a:t>
            </a:r>
            <a:r>
              <a:rPr lang="en-US" sz="2000" dirty="0">
                <a:solidFill>
                  <a:srgbClr val="C00000"/>
                </a:solidFill>
                <a:ea typeface="Cambria Math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ea typeface="Cambria Math" pitchFamily="18" charset="0"/>
              </a:rPr>
              <a:t>Elahi</a:t>
            </a:r>
            <a:r>
              <a:rPr lang="en-US" sz="2000" dirty="0" smtClean="0">
                <a:solidFill>
                  <a:srgbClr val="C00000"/>
                </a:solidFill>
                <a:ea typeface="Cambria Math" pitchFamily="18" charset="0"/>
              </a:rPr>
              <a:t>. Further modifications were done by Al-</a:t>
            </a:r>
            <a:r>
              <a:rPr lang="en-US" sz="2000" dirty="0" err="1" smtClean="0">
                <a:solidFill>
                  <a:srgbClr val="C00000"/>
                </a:solidFill>
                <a:ea typeface="Cambria Math" pitchFamily="18" charset="0"/>
              </a:rPr>
              <a:t>Sakib</a:t>
            </a:r>
            <a:r>
              <a:rPr lang="en-US" sz="2000" dirty="0" smtClean="0">
                <a:solidFill>
                  <a:srgbClr val="C00000"/>
                </a:solidFill>
                <a:ea typeface="Cambria Math" pitchFamily="18" charset="0"/>
              </a:rPr>
              <a:t> Khan </a:t>
            </a:r>
            <a:r>
              <a:rPr lang="en-US" sz="2000" dirty="0" err="1" smtClean="0">
                <a:solidFill>
                  <a:srgbClr val="C00000"/>
                </a:solidFill>
                <a:ea typeface="Cambria Math" pitchFamily="18" charset="0"/>
              </a:rPr>
              <a:t>Pathan</a:t>
            </a:r>
            <a:r>
              <a:rPr lang="en-US" sz="2000" dirty="0" smtClean="0">
                <a:solidFill>
                  <a:srgbClr val="C00000"/>
                </a:solidFill>
                <a:ea typeface="Cambria Math" pitchFamily="18" charset="0"/>
              </a:rPr>
              <a:t>.</a:t>
            </a:r>
            <a:endParaRPr lang="en-US" sz="2000" dirty="0">
              <a:solidFill>
                <a:srgbClr val="C00000"/>
              </a:solidFill>
              <a:ea typeface="Cambria Math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8050420" y="3485793"/>
            <a:ext cx="2881313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i="1" dirty="0">
                <a:solidFill>
                  <a:srgbClr val="008000"/>
                </a:solidFill>
              </a:rPr>
              <a:t>Computer Networking: A Top Down Approach </a:t>
            </a:r>
            <a:r>
              <a:rPr lang="en-US" dirty="0">
                <a:solidFill>
                  <a:srgbClr val="008000"/>
                </a:solidFill>
              </a:rPr>
              <a:t/>
            </a:r>
            <a:br>
              <a:rPr lang="en-US" dirty="0">
                <a:solidFill>
                  <a:srgbClr val="008000"/>
                </a:solidFill>
              </a:rPr>
            </a:br>
            <a:r>
              <a:rPr lang="en-US" sz="2000" dirty="0" smtClean="0">
                <a:solidFill>
                  <a:srgbClr val="008000"/>
                </a:solidFill>
              </a:rPr>
              <a:t>8</a:t>
            </a:r>
            <a:r>
              <a:rPr lang="en-US" sz="2000" baseline="30000" dirty="0" smtClean="0">
                <a:solidFill>
                  <a:srgbClr val="008000"/>
                </a:solidFill>
              </a:rPr>
              <a:t>th</a:t>
            </a:r>
            <a:r>
              <a:rPr lang="en-US" sz="2000" dirty="0" smtClean="0">
                <a:solidFill>
                  <a:srgbClr val="008000"/>
                </a:solidFill>
              </a:rPr>
              <a:t> </a:t>
            </a:r>
            <a:r>
              <a:rPr lang="en-US" sz="2000" dirty="0">
                <a:solidFill>
                  <a:srgbClr val="008000"/>
                </a:solidFill>
              </a:rPr>
              <a:t>edition </a:t>
            </a:r>
            <a:br>
              <a:rPr lang="en-US" sz="2000" dirty="0">
                <a:solidFill>
                  <a:srgbClr val="008000"/>
                </a:solidFill>
              </a:rPr>
            </a:br>
            <a:r>
              <a:rPr lang="en-US" sz="2000" dirty="0">
                <a:solidFill>
                  <a:srgbClr val="008000"/>
                </a:solidFill>
              </a:rPr>
              <a:t>Jim Kurose, Keith Ross</a:t>
            </a:r>
            <a:br>
              <a:rPr lang="en-US" sz="2000" dirty="0">
                <a:solidFill>
                  <a:srgbClr val="008000"/>
                </a:solidFill>
              </a:rPr>
            </a:br>
            <a:r>
              <a:rPr lang="en-US" sz="2000" dirty="0">
                <a:solidFill>
                  <a:srgbClr val="008000"/>
                </a:solidFill>
              </a:rPr>
              <a:t>Addison-Wesley</a:t>
            </a:r>
            <a:br>
              <a:rPr lang="en-US" sz="2000" dirty="0">
                <a:solidFill>
                  <a:srgbClr val="008000"/>
                </a:solidFill>
              </a:rPr>
            </a:br>
            <a:r>
              <a:rPr lang="en-US" sz="2000" dirty="0" smtClean="0">
                <a:solidFill>
                  <a:srgbClr val="008000"/>
                </a:solidFill>
              </a:rPr>
              <a:t>2021</a:t>
            </a:r>
            <a:endParaRPr lang="en-US" sz="2000" dirty="0">
              <a:solidFill>
                <a:srgbClr val="008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322" y="588605"/>
            <a:ext cx="2520240" cy="31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2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6FC3-7DD0-8D48-A73C-1EC08DB3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Link layer and LANs: our goals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83EDA-C355-9A48-9A7B-13CAE9D04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72572"/>
            <a:ext cx="5181600" cy="4698465"/>
          </a:xfrm>
        </p:spPr>
        <p:txBody>
          <a:bodyPr>
            <a:normAutofit/>
          </a:bodyPr>
          <a:lstStyle/>
          <a:p>
            <a:pPr marL="342900" indent="-212725">
              <a:buFont typeface="Wingdings" charset="2"/>
              <a:buChar char="§"/>
              <a:defRPr/>
            </a:pPr>
            <a:r>
              <a:rPr lang="en-US" sz="3200" dirty="0"/>
              <a:t>understand principles behind link layer services:</a:t>
            </a:r>
          </a:p>
          <a:p>
            <a:pPr marL="688975" lvl="1" indent="-317500">
              <a:lnSpc>
                <a:spcPct val="100000"/>
              </a:lnSpc>
              <a:defRPr/>
            </a:pPr>
            <a:r>
              <a:rPr lang="en-US" sz="2800" dirty="0"/>
              <a:t>error detection, correction</a:t>
            </a:r>
          </a:p>
          <a:p>
            <a:pPr marL="688975" lvl="1" indent="-317500">
              <a:lnSpc>
                <a:spcPct val="100000"/>
              </a:lnSpc>
              <a:defRPr/>
            </a:pPr>
            <a:r>
              <a:rPr lang="en-US" sz="2800" dirty="0"/>
              <a:t>sharing a broadcast channel: multiple access</a:t>
            </a:r>
          </a:p>
          <a:p>
            <a:pPr marL="688975" lvl="1" indent="-317500">
              <a:lnSpc>
                <a:spcPct val="100000"/>
              </a:lnSpc>
              <a:defRPr/>
            </a:pPr>
            <a:r>
              <a:rPr lang="en-US" sz="2800" dirty="0"/>
              <a:t>link layer addressing</a:t>
            </a:r>
          </a:p>
          <a:p>
            <a:pPr marL="688975" lvl="1" indent="-317500">
              <a:lnSpc>
                <a:spcPct val="100000"/>
              </a:lnSpc>
              <a:defRPr/>
            </a:pPr>
            <a:r>
              <a:rPr lang="en-US" sz="2800" dirty="0"/>
              <a:t>local area networks: Ethernet, VLANs</a:t>
            </a:r>
          </a:p>
          <a:p>
            <a:pPr marL="342900" indent="-212725">
              <a:buFont typeface="Wingdings" charset="2"/>
              <a:buChar char="§"/>
              <a:defRPr/>
            </a:pPr>
            <a:r>
              <a:rPr lang="en-US" sz="3200" dirty="0"/>
              <a:t>datacenter networks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A4EEF-90EE-424B-9F5F-D32E647EF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4934" y="1602070"/>
            <a:ext cx="5584371" cy="4351338"/>
          </a:xfrm>
        </p:spPr>
        <p:txBody>
          <a:bodyPr>
            <a:normAutofit/>
          </a:bodyPr>
          <a:lstStyle/>
          <a:p>
            <a:pPr marL="407988" indent="-277813"/>
            <a:r>
              <a:rPr lang="en-US" sz="3200" dirty="0"/>
              <a:t>instantiation, implementation of various link layer technologies</a:t>
            </a:r>
            <a:endParaRPr lang="en-US" sz="2800" dirty="0"/>
          </a:p>
        </p:txBody>
      </p:sp>
      <p:pic>
        <p:nvPicPr>
          <p:cNvPr id="7" name="Picture 6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439BFE83-3A49-904C-8D0A-2D330947D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543" y="3498941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B01662C-0D2B-C547-B59B-BA568A5A2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Link layer, LANs: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434" y="1891814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553857" y="4906563"/>
            <a:ext cx="5066531" cy="981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3375">
              <a:defRPr/>
            </a:pPr>
            <a:r>
              <a:rPr lang="en-US" b="1" dirty="0">
                <a:solidFill>
                  <a:srgbClr val="FF0000"/>
                </a:solidFill>
              </a:rPr>
              <a:t>a day in the life of a web request</a:t>
            </a:r>
          </a:p>
          <a:p>
            <a:pPr lvl="1"/>
            <a:endParaRPr lang="en-US" alt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980265" y="1388119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error detection, correction 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b="1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multiple access protocols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LANs</a:t>
            </a:r>
          </a:p>
          <a:p>
            <a:pPr marL="628650" lvl="1" indent="-274638">
              <a:spcBef>
                <a:spcPts val="600"/>
              </a:spcBef>
            </a:pPr>
            <a:r>
              <a:rPr lang="en-US" altLang="en-US" sz="2800" b="1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addressing, ARP</a:t>
            </a:r>
          </a:p>
          <a:p>
            <a:pPr marL="628650" lvl="1" indent="-274638">
              <a:spcBef>
                <a:spcPts val="600"/>
              </a:spcBef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Ethernet</a:t>
            </a:r>
          </a:p>
          <a:p>
            <a:pPr marL="628650" lvl="1" indent="-274638">
              <a:spcBef>
                <a:spcPts val="600"/>
              </a:spcBef>
            </a:pPr>
            <a:r>
              <a:rPr lang="en-US" altLang="en-US" sz="2800" b="1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switches</a:t>
            </a:r>
          </a:p>
          <a:p>
            <a:pPr marL="628650" lvl="1" indent="-274638">
              <a:spcBef>
                <a:spcPts val="600"/>
              </a:spcBef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VLANs</a:t>
            </a:r>
          </a:p>
          <a:p>
            <a:pPr marL="285750" indent="-274638">
              <a:spcBef>
                <a:spcPts val="600"/>
              </a:spcBef>
            </a:pPr>
            <a:r>
              <a:rPr lang="en-US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link virtualization: MPLS</a:t>
            </a:r>
          </a:p>
          <a:p>
            <a:pPr marL="285750" indent="-274638">
              <a:spcBef>
                <a:spcPts val="600"/>
              </a:spcBef>
            </a:pPr>
            <a:r>
              <a:rPr lang="en-US" altLang="en-US" dirty="0">
                <a:ea typeface="ＭＳ Ｐゴシック" panose="020B0600070205080204" pitchFamily="34" charset="-128"/>
                <a:cs typeface="Arial" panose="020B0604020202020204" pitchFamily="34" charset="0"/>
              </a:rPr>
              <a:t>data center networking</a:t>
            </a:r>
          </a:p>
          <a:p>
            <a:pPr marL="285750" indent="-274638">
              <a:spcBef>
                <a:spcPts val="600"/>
              </a:spcBef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628650" lvl="1" indent="-274638">
              <a:spcBef>
                <a:spcPts val="600"/>
              </a:spcBef>
            </a:pPr>
            <a:endParaRPr lang="en-US" altLang="en-US" sz="28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90A139B-CE82-0E4E-86EB-4685C7EAF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65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Link layer: introduction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1DCC24-3FE7-E745-BC17-3886FB241095}"/>
              </a:ext>
            </a:extLst>
          </p:cNvPr>
          <p:cNvSpPr txBox="1">
            <a:spLocks noChangeArrowheads="1"/>
          </p:cNvSpPr>
          <p:nvPr/>
        </p:nvSpPr>
        <p:spPr>
          <a:xfrm>
            <a:off x="1104900" y="1257300"/>
            <a:ext cx="5622601" cy="41534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lvl="0" indent="0">
              <a:buNone/>
              <a:defRPr/>
            </a:pPr>
            <a:r>
              <a:rPr lang="en-US" altLang="en-US" sz="3000" dirty="0">
                <a:solidFill>
                  <a:prstClr val="black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terminology:</a:t>
            </a:r>
          </a:p>
          <a:p>
            <a:pPr marL="404813" lvl="0" indent="-274638">
              <a:defRPr/>
            </a:pPr>
            <a:r>
              <a:rPr lang="en-US" altLang="en-US" sz="3000" dirty="0">
                <a:solidFill>
                  <a:prstClr val="black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hosts and routers: nodes</a:t>
            </a:r>
          </a:p>
          <a:p>
            <a:pPr marL="404813" lvl="0" indent="-274638">
              <a:defRPr/>
            </a:pPr>
            <a:r>
              <a:rPr lang="en-US" altLang="en-US" sz="3000" dirty="0">
                <a:solidFill>
                  <a:prstClr val="black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communication channels that connect adjacent nodes along communication path: links</a:t>
            </a:r>
          </a:p>
          <a:p>
            <a:pPr marL="747713" lvl="1" indent="-274638">
              <a:defRPr/>
            </a:pPr>
            <a:r>
              <a:rPr lang="en-US" altLang="en-US" sz="2600" dirty="0">
                <a:solidFill>
                  <a:prstClr val="black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wired </a:t>
            </a:r>
          </a:p>
          <a:p>
            <a:pPr marL="747713" lvl="1" indent="-274638">
              <a:defRPr/>
            </a:pPr>
            <a:r>
              <a:rPr lang="en-US" altLang="en-US" sz="2600" dirty="0">
                <a:solidFill>
                  <a:prstClr val="black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wireless </a:t>
            </a:r>
          </a:p>
          <a:p>
            <a:pPr marL="747713" lvl="1" indent="-274638">
              <a:defRPr/>
            </a:pPr>
            <a:r>
              <a:rPr lang="en-US" altLang="en-US" sz="2600" dirty="0">
                <a:solidFill>
                  <a:prstClr val="black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LANs</a:t>
            </a:r>
          </a:p>
          <a:p>
            <a:pPr marL="404813" lvl="0" indent="-274638">
              <a:defRPr/>
            </a:pPr>
            <a:r>
              <a:rPr lang="en-US" altLang="en-US" sz="3000" dirty="0">
                <a:solidFill>
                  <a:prstClr val="black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layer-2 packet: </a:t>
            </a:r>
            <a:r>
              <a:rPr lang="en-US" altLang="en-US" sz="3000" i="1" dirty="0">
                <a:solidFill>
                  <a:srgbClr val="0000A8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frame</a:t>
            </a:r>
            <a:r>
              <a:rPr lang="en-US" altLang="en-US" sz="3000" dirty="0">
                <a:solidFill>
                  <a:prstClr val="black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, encapsulates datagram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FC4FF92-130F-BB41-8C2E-AD6E35A5EFB3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 417">
            <a:extLst>
              <a:ext uri="{FF2B5EF4-FFF2-40B4-BE49-F238E27FC236}">
                <a16:creationId xmlns:a16="http://schemas.microsoft.com/office/drawing/2014/main" id="{86D46BE4-B0DC-6447-9B19-4A15963D6107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418">
            <a:extLst>
              <a:ext uri="{FF2B5EF4-FFF2-40B4-BE49-F238E27FC236}">
                <a16:creationId xmlns:a16="http://schemas.microsoft.com/office/drawing/2014/main" id="{B6EA0447-3C72-2546-A182-B18B3204742F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3" name="Rectangle 419">
              <a:extLst>
                <a:ext uri="{FF2B5EF4-FFF2-40B4-BE49-F238E27FC236}">
                  <a16:creationId xmlns:a16="http://schemas.microsoft.com/office/drawing/2014/main" id="{BE021C30-4F59-6844-AF0D-B5AB853A3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" name="AutoShape 420">
              <a:extLst>
                <a:ext uri="{FF2B5EF4-FFF2-40B4-BE49-F238E27FC236}">
                  <a16:creationId xmlns:a16="http://schemas.microsoft.com/office/drawing/2014/main" id="{27AA7BFA-EEE4-4140-B9E6-23FEE52AC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5" name="Freeform 427">
            <a:extLst>
              <a:ext uri="{FF2B5EF4-FFF2-40B4-BE49-F238E27FC236}">
                <a16:creationId xmlns:a16="http://schemas.microsoft.com/office/drawing/2014/main" id="{50383F63-A1BE-EE40-9A4A-9521B5B39A87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Box 580">
            <a:extLst>
              <a:ext uri="{FF2B5EF4-FFF2-40B4-BE49-F238E27FC236}">
                <a16:creationId xmlns:a16="http://schemas.microsoft.com/office/drawing/2014/main" id="{68F39DC6-82AA-494B-BF8C-3328A3504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9" name="Text Box 580">
            <a:extLst>
              <a:ext uri="{FF2B5EF4-FFF2-40B4-BE49-F238E27FC236}">
                <a16:creationId xmlns:a16="http://schemas.microsoft.com/office/drawing/2014/main" id="{18D63BA9-A80C-3C4E-951E-EC3E6277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1C1BA4F-9694-604C-B41C-E527BFD0B4FC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D929D7-3426-7545-8640-DC8E2ED95FB9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949C6B-70A2-0C41-96B1-4A94F8B7F80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A42A8C1-0A52-8944-BCD0-7C3E1000F6A9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01E422-A8CB-5D4B-8A53-10BB1CC241B4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70776E-060B-774C-AF87-577276BCDEDB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F15741-4E5D-2C40-AA55-B8A92FB5641B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C116124-6B0D-0A48-9748-70E0EE10E0B8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A80C21-FB20-4F42-A016-94A2E068D917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96746B7-2DA8-C14F-A27C-643C5FAB1AF2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066780-DE5E-6740-8BBA-01C995D1619B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49A9BF7-5D60-2C4D-AF1F-F5F5F46EB76B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935E55-D83F-F74C-A0C3-358E8FF3E7CE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FB49DC-1122-2D42-9C83-51C0E0469DF6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B4DFA1B-BDC0-0547-BA3C-F5988DF09577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34898AC-622F-264A-9A7D-E5817715A6A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01C8AF5-125A-4746-96BD-BF09BC7DDE9B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3662089-AD1C-A64B-9B48-0369C502239D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0D9A8F3-9F56-D642-96B2-51A352E9864D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Freeform 38">
            <a:extLst>
              <a:ext uri="{FF2B5EF4-FFF2-40B4-BE49-F238E27FC236}">
                <a16:creationId xmlns:a16="http://schemas.microsoft.com/office/drawing/2014/main" id="{717B1C14-4D36-EF4F-A926-BBBD98456BEE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3F2107-1C9A-0C41-B24A-0671CC60D47A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6D405D-F88D-A643-A8DA-87BCB5348C5C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5F625F-E4CA-A14C-BDB7-680FDFE6EE1F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59284F2-2C3E-6B49-83BE-150EADA93824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AEFAB6-4248-8846-A79A-BF9D6164DE76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0D3269-0EC2-2640-AC07-B881868275F8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3C34A0-4725-C44D-9514-4F74B2157D8C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D0311E5-76D3-2C44-A6A8-22CB01ADCF02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939BF82-EFED-E140-BFC2-23D3688C2CB7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E47AF2-94A8-0243-8795-936020048815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D648A8C-238E-7045-A29E-EDD4DA54C3A4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F8AD327-3BC9-7D46-A7E7-D0F90B60A252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17C26C3-84F1-C149-AC22-6F1EB6629DA9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 w="19050">
            <a:solidFill>
              <a:srgbClr val="E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F05EFE-FD3D-3C4D-8F4F-0AC6B112D1A2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Line 428">
            <a:extLst>
              <a:ext uri="{FF2B5EF4-FFF2-40B4-BE49-F238E27FC236}">
                <a16:creationId xmlns:a16="http://schemas.microsoft.com/office/drawing/2014/main" id="{16F1973E-A8F0-6E4E-9510-49D75998F4A8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9789609" y="5251739"/>
            <a:ext cx="388062" cy="7560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Line 430">
            <a:extLst>
              <a:ext uri="{FF2B5EF4-FFF2-40B4-BE49-F238E27FC236}">
                <a16:creationId xmlns:a16="http://schemas.microsoft.com/office/drawing/2014/main" id="{CAB72423-2D43-1046-869C-9EDAEA5E40C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0209926" y="5405286"/>
            <a:ext cx="0" cy="114300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Line 431">
            <a:extLst>
              <a:ext uri="{FF2B5EF4-FFF2-40B4-BE49-F238E27FC236}">
                <a16:creationId xmlns:a16="http://schemas.microsoft.com/office/drawing/2014/main" id="{99BD1088-D56F-3A42-8E44-483A32BED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9432959" y="4838517"/>
            <a:ext cx="524483" cy="261537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Line 432">
            <a:extLst>
              <a:ext uri="{FF2B5EF4-FFF2-40B4-BE49-F238E27FC236}">
                <a16:creationId xmlns:a16="http://schemas.microsoft.com/office/drawing/2014/main" id="{8A75CF99-7455-B74F-8BAD-3AD43E03F4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50066" y="4838517"/>
            <a:ext cx="569255" cy="246266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Line 433">
            <a:extLst>
              <a:ext uri="{FF2B5EF4-FFF2-40B4-BE49-F238E27FC236}">
                <a16:creationId xmlns:a16="http://schemas.microsoft.com/office/drawing/2014/main" id="{FC542B29-675E-3D46-80C8-75565CBAE2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1744" y="5108876"/>
            <a:ext cx="1030502" cy="0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Line 435">
            <a:extLst>
              <a:ext uri="{FF2B5EF4-FFF2-40B4-BE49-F238E27FC236}">
                <a16:creationId xmlns:a16="http://schemas.microsoft.com/office/drawing/2014/main" id="{2B974C3D-5280-D849-8D04-7FDDEF66C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0207" y="5117334"/>
            <a:ext cx="226800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Line 436">
            <a:extLst>
              <a:ext uri="{FF2B5EF4-FFF2-40B4-BE49-F238E27FC236}">
                <a16:creationId xmlns:a16="http://schemas.microsoft.com/office/drawing/2014/main" id="{05391238-AE6D-D14C-8C1F-CD07E40328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8367" y="5290470"/>
            <a:ext cx="412750" cy="127000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Line 439">
            <a:extLst>
              <a:ext uri="{FF2B5EF4-FFF2-40B4-BE49-F238E27FC236}">
                <a16:creationId xmlns:a16="http://schemas.microsoft.com/office/drawing/2014/main" id="{F0B33890-F38E-9948-851E-64C7E965F0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3817" y="5282252"/>
            <a:ext cx="68080" cy="293968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Line 440">
            <a:extLst>
              <a:ext uri="{FF2B5EF4-FFF2-40B4-BE49-F238E27FC236}">
                <a16:creationId xmlns:a16="http://schemas.microsoft.com/office/drawing/2014/main" id="{A6F6A7F9-E45C-124D-AC6C-F4101DAE4B5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88731" y="5307931"/>
            <a:ext cx="280374" cy="269876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Line 441">
            <a:extLst>
              <a:ext uri="{FF2B5EF4-FFF2-40B4-BE49-F238E27FC236}">
                <a16:creationId xmlns:a16="http://schemas.microsoft.com/office/drawing/2014/main" id="{AD8346D7-6C40-1348-A196-CC99EDB76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8731" y="5258048"/>
            <a:ext cx="914184" cy="468622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Line 443">
            <a:extLst>
              <a:ext uri="{FF2B5EF4-FFF2-40B4-BE49-F238E27FC236}">
                <a16:creationId xmlns:a16="http://schemas.microsoft.com/office/drawing/2014/main" id="{E2DA8AD7-F617-354E-B5AE-47F97541A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7778" y="3829970"/>
            <a:ext cx="0" cy="131762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Line 449">
            <a:extLst>
              <a:ext uri="{FF2B5EF4-FFF2-40B4-BE49-F238E27FC236}">
                <a16:creationId xmlns:a16="http://schemas.microsoft.com/office/drawing/2014/main" id="{E873DD89-2DB7-304C-ADED-170F1F4E1A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96666" y="4041107"/>
            <a:ext cx="168275" cy="3175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Line 428">
            <a:extLst>
              <a:ext uri="{FF2B5EF4-FFF2-40B4-BE49-F238E27FC236}">
                <a16:creationId xmlns:a16="http://schemas.microsoft.com/office/drawing/2014/main" id="{56AC483A-3972-5540-9E9F-AE1FE256604E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9885545" y="5583471"/>
            <a:ext cx="366793" cy="1482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Line 440">
            <a:extLst>
              <a:ext uri="{FF2B5EF4-FFF2-40B4-BE49-F238E27FC236}">
                <a16:creationId xmlns:a16="http://schemas.microsoft.com/office/drawing/2014/main" id="{B0224379-0B0C-1343-B0E2-E62DFA482C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9425" y="5036562"/>
            <a:ext cx="404236" cy="207771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DFBDA95-16CE-D146-A4C5-C45EDEC8D34E}"/>
              </a:ext>
            </a:extLst>
          </p:cNvPr>
          <p:cNvCxnSpPr/>
          <p:nvPr/>
        </p:nvCxnSpPr>
        <p:spPr>
          <a:xfrm flipH="1">
            <a:off x="10100635" y="2169432"/>
            <a:ext cx="761467" cy="577355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282E722-916E-234E-AC0B-E2B36A0049E1}"/>
              </a:ext>
            </a:extLst>
          </p:cNvPr>
          <p:cNvCxnSpPr/>
          <p:nvPr/>
        </p:nvCxnSpPr>
        <p:spPr>
          <a:xfrm flipH="1">
            <a:off x="10100635" y="2268313"/>
            <a:ext cx="3970" cy="51846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691F242-AF67-1B42-8D8E-F09C1EB27D39}"/>
              </a:ext>
            </a:extLst>
          </p:cNvPr>
          <p:cNvCxnSpPr/>
          <p:nvPr/>
        </p:nvCxnSpPr>
        <p:spPr>
          <a:xfrm flipH="1">
            <a:off x="10672135" y="2200506"/>
            <a:ext cx="149360" cy="51846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E49F46-6C78-A640-A53B-1F2DCAE49B5E}"/>
              </a:ext>
            </a:extLst>
          </p:cNvPr>
          <p:cNvCxnSpPr/>
          <p:nvPr/>
        </p:nvCxnSpPr>
        <p:spPr>
          <a:xfrm flipH="1">
            <a:off x="10142166" y="2718967"/>
            <a:ext cx="574283" cy="27820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1454C82-BE7E-874F-AA28-09F795395B3E}"/>
              </a:ext>
            </a:extLst>
          </p:cNvPr>
          <p:cNvCxnSpPr/>
          <p:nvPr/>
        </p:nvCxnSpPr>
        <p:spPr>
          <a:xfrm flipH="1">
            <a:off x="10069542" y="2169432"/>
            <a:ext cx="788589" cy="98881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F00AE0-2163-514F-B52E-CFE0592CCF07}"/>
              </a:ext>
            </a:extLst>
          </p:cNvPr>
          <p:cNvCxnSpPr/>
          <p:nvPr/>
        </p:nvCxnSpPr>
        <p:spPr>
          <a:xfrm flipH="1">
            <a:off x="10862103" y="2127325"/>
            <a:ext cx="279002" cy="42107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E38317B-7455-F04C-9FB3-A47169171585}"/>
              </a:ext>
            </a:extLst>
          </p:cNvPr>
          <p:cNvCxnSpPr/>
          <p:nvPr/>
        </p:nvCxnSpPr>
        <p:spPr>
          <a:xfrm flipH="1" flipV="1">
            <a:off x="10681994" y="2718967"/>
            <a:ext cx="353541" cy="67807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8CD097C-75DA-B84B-B03E-371F3044C3BB}"/>
              </a:ext>
            </a:extLst>
          </p:cNvPr>
          <p:cNvCxnSpPr/>
          <p:nvPr/>
        </p:nvCxnSpPr>
        <p:spPr>
          <a:xfrm flipH="1">
            <a:off x="8769223" y="2268313"/>
            <a:ext cx="1300319" cy="606622"/>
          </a:xfrm>
          <a:prstGeom prst="line">
            <a:avLst/>
          </a:prstGeom>
          <a:ln w="19050">
            <a:solidFill>
              <a:srgbClr val="E4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Line 541">
            <a:extLst>
              <a:ext uri="{FF2B5EF4-FFF2-40B4-BE49-F238E27FC236}">
                <a16:creationId xmlns:a16="http://schemas.microsoft.com/office/drawing/2014/main" id="{3EE4D6D5-1F58-604E-926E-B12AF198F9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78705" y="4113379"/>
            <a:ext cx="429324" cy="705603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Line 424">
            <a:extLst>
              <a:ext uri="{FF2B5EF4-FFF2-40B4-BE49-F238E27FC236}">
                <a16:creationId xmlns:a16="http://schemas.microsoft.com/office/drawing/2014/main" id="{69D11C97-9A2A-6F4A-BEC2-192440539B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44554" y="4047456"/>
            <a:ext cx="969051" cy="3175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Picture 778" descr="antenna_radiation_stylized">
            <a:extLst>
              <a:ext uri="{FF2B5EF4-FFF2-40B4-BE49-F238E27FC236}">
                <a16:creationId xmlns:a16="http://schemas.microsoft.com/office/drawing/2014/main" id="{AE641E33-5C90-9C48-B6C0-B2DA38E6B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238" y="3813930"/>
            <a:ext cx="506412" cy="106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781" descr="antenna_radiation_stylized">
            <a:extLst>
              <a:ext uri="{FF2B5EF4-FFF2-40B4-BE49-F238E27FC236}">
                <a16:creationId xmlns:a16="http://schemas.microsoft.com/office/drawing/2014/main" id="{58D0D77F-41BF-B141-99CC-744477020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2073" y="5480938"/>
            <a:ext cx="452014" cy="9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799" descr="cell_tower_radiation copy">
            <a:extLst>
              <a:ext uri="{FF2B5EF4-FFF2-40B4-BE49-F238E27FC236}">
                <a16:creationId xmlns:a16="http://schemas.microsoft.com/office/drawing/2014/main" id="{B93FCB1A-5588-5743-82CC-8E52ADEAD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866" y="2158167"/>
            <a:ext cx="457200" cy="33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Oval 800">
            <a:extLst>
              <a:ext uri="{FF2B5EF4-FFF2-40B4-BE49-F238E27FC236}">
                <a16:creationId xmlns:a16="http://schemas.microsoft.com/office/drawing/2014/main" id="{029C7FDD-ABE9-EB40-A1C5-64FF9B2F9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541" y="2292995"/>
            <a:ext cx="52388" cy="4948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6" name="Line 426">
            <a:extLst>
              <a:ext uri="{FF2B5EF4-FFF2-40B4-BE49-F238E27FC236}">
                <a16:creationId xmlns:a16="http://schemas.microsoft.com/office/drawing/2014/main" id="{390C81B6-E64F-6D4C-8D06-8F1804B7F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3" name="Picture 777" descr="access_point_stylized_small">
            <a:extLst>
              <a:ext uri="{FF2B5EF4-FFF2-40B4-BE49-F238E27FC236}">
                <a16:creationId xmlns:a16="http://schemas.microsoft.com/office/drawing/2014/main" id="{B5B19229-5990-4C46-B116-F6E2FC93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Picture 780" descr="access_point_stylized_small">
            <a:extLst>
              <a:ext uri="{FF2B5EF4-FFF2-40B4-BE49-F238E27FC236}">
                <a16:creationId xmlns:a16="http://schemas.microsoft.com/office/drawing/2014/main" id="{615B9139-7B73-FE46-A7A9-D06CDC31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932E1A1-9866-4149-B71C-D56584CCE488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A60DF978-36B3-2D47-A16A-0D97C01CAFE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8656B286-5B4C-0D4F-9AF0-6A6CFC0099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CE4349E7-CC12-8D4C-8CFA-829CDA0820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AD86C2F1-D4F0-7948-9E05-62E1C42CC8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6224715B-0FC5-9E49-B361-2A29A286F3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7CA2DA9C-2B13-214E-ACD2-0EA76BA8301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8C4A6B5C-46E6-5E4D-96C8-1C3F87F038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E1D7EA0-6DA2-8D43-8279-78C750CFC172}"/>
              </a:ext>
            </a:extLst>
          </p:cNvPr>
          <p:cNvGrpSpPr/>
          <p:nvPr/>
        </p:nvGrpSpPr>
        <p:grpSpPr>
          <a:xfrm>
            <a:off x="8311829" y="5180504"/>
            <a:ext cx="309187" cy="167750"/>
            <a:chOff x="3668110" y="2448910"/>
            <a:chExt cx="3794234" cy="2165130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632348E-CBF0-8F4E-B1C0-FA5E7B140362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9E6F91D8-1A83-2A42-AC0B-AD8F10B7EF3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41E3EF0-51B2-C349-B41E-2A6C5F46D90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C7403B7C-7FA1-3F40-B91E-B9311B3831C3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2456F695-074E-CC4D-8221-531E7EA3A74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224A04C3-C296-1C4B-BBD4-CDE7083CB1D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5BBAC641-21BF-8B45-BB54-F143F77A155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3BC347E-C394-3042-B2F7-B3F23FAEAB95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E2A87F28-E662-7843-88D6-0813EE7C9C7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F5A88D5-7F33-C641-91D0-89A14D032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27C385B-C23A-9D47-A881-792955281F4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AAAA0E5-7CFA-D644-ADAB-E7BF68F3D3B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51DAA20-67FB-F046-A058-83AEFE0E26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C03FD79-9BD7-DD42-AC59-6C4F96612AC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A4610651-9548-304A-8A63-B930DF6222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19BFD2C-DE5F-0C45-B636-6597FE43775F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58D0A013-957C-4B4E-8B83-D6592094AC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7DC0323-148A-714F-A6FC-9ADB6FB128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2B6897F2-F6E6-A049-A1D9-17378B713B3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0F6ACC7A-4B31-AF42-A472-F972FEE8139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0CE6B10E-CA3E-D444-AB50-17DAB7CAD2C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E3B2228D-5BAA-EC47-BEFB-CB31458923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B7729E0C-173F-C14A-AEF0-A4EC382A52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F65CB9E-D1E1-5348-9E59-69DA1CEF2123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21DBEC0A-03A5-5849-AD80-43903CE8F98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93155A2-B6DA-E04B-931F-EAE90D03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931AF15-7062-194D-9D41-4344D0DE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FDC26AF1-24F2-5D45-AB87-61683E4E252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EC90C20-8D53-0646-9F93-F00306B71CA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49493643-4525-FD45-A56C-AE765396C5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0824CC9D-76C8-2749-A791-F65C4F3ACA4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FBE87F9-CE91-5943-9D77-D8B9227384AC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4F167397-FDB8-4A4D-A599-63F4111F18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8DCFDBA-4FB5-AE49-968D-A9F0C84D1CA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185146B5-C4CC-CF42-8938-46F3C689B49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A7227274-32EF-074A-9791-2B53B212E4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201B35B0-4270-0A43-B1CB-1EA6DEBA0A3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F7956E94-C156-C749-894C-3962EFA64DC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30545111-AB10-544C-A7FB-8905D7E84A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D2B1BF7-15E3-B642-B1ED-14A585EC5A4E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FC3BC896-EAF3-B44C-A223-0B61ADD448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A1FDE8F7-458E-F043-99FF-74BB3A94040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FF87486C-C62D-A04E-BD6D-5E7B286D09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DEDB6C40-CF6A-E547-8BC1-635D2DC438F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B7776C1D-06CD-5245-AF82-92665409A00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D893366-435F-C043-8ADD-35A96EC80B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5246B375-EFFF-874C-BA50-6516A502F0C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0711763-C567-4040-ABFB-F5C34597A154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7F38627D-7A2B-A841-8C69-850F7253A2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8FB71122-C2F0-3B40-A94F-7E95B02A39D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3A5D9C3E-2D7E-A54F-9A93-7708DD147DB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2B3C3A91-863F-E54F-BCBF-83530898F0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E03CE2E4-33A0-7443-968B-028BF2FEAFC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92376DD9-E3A6-0B4A-97CB-7FDA6023E44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18E42DD9-0888-4A41-A186-22087D773F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6C05161-17CC-4047-8DD1-B9901ECF6386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947827F3-EDEA-7A42-9B1D-083327F8DEC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34CC4598-569C-8B40-92BA-1D2FBE3E50F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FC8B6594-03D2-024C-9EA4-C0C60D628F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1FDE0324-11E3-5145-88E9-DE61B49F2A3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C131568C-F5A3-DB44-94E2-7B887CDB264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A7EDAE1E-6998-2048-ADF9-12AD17B25B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8FC26428-BCB7-1047-B128-BD12A87F81F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98EE3F8-E7C6-7742-BDAE-10EEB3BA9601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7A2B8EB1-241A-C04E-9EA1-495DCDBCB1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0B3245D7-5441-9648-A36A-661C2ACB57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86F28103-141B-154E-A362-409B3111D18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2F7A2BEC-77A9-6D41-8098-B64A792EA0B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7DED57CD-47F8-9D45-9600-A0BEEC97682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10D30D1-E5F0-E44B-A795-D0F4E795F9A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AC7488D5-7B56-8944-802F-C2691C362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F5D0807-95F5-B242-9940-2134E3CE864D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5E7C622-0E2D-F247-B71E-DB43805F13C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E1DDDBA8-9328-FF4B-A036-4A8C314BC34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FE4053D3-C37C-B247-AABC-ACB5431A33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9B8C5BFF-F366-864D-9DDD-AD0F594855F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E52E2636-7B29-8B4F-A9E7-0A019FB1233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81B96CBC-D09D-8A44-A7F4-460A6FE268A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AB72586A-2BC3-AD40-8068-98E191DFFE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3665DDF-4A56-E24C-9D9B-557EA2031298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31441261-7107-C940-87CC-EC4FA053449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5F5B546A-49AB-9042-B43E-5F11C688F25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E8DF2468-3557-AD4F-8E6A-2FD993E8CF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9E3ADAA4-12C2-404E-917C-5A2F54CCD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7A728ED3-C05E-B44A-9C86-A753D22F76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3D4F443-59AA-0D4F-BA7D-32F6068E799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205AEAD2-2A18-2D4A-91B3-368B52FA7C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31C36A9-E761-0148-9032-D81ACCB48A29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250" name="Picture 1017" descr="antenna_stylized">
              <a:extLst>
                <a:ext uri="{FF2B5EF4-FFF2-40B4-BE49-F238E27FC236}">
                  <a16:creationId xmlns:a16="http://schemas.microsoft.com/office/drawing/2014/main" id="{A1B3AFF0-514E-1142-A2F6-8BE3FF217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1" name="Picture 1018" descr="laptop_keyboard">
              <a:extLst>
                <a:ext uri="{FF2B5EF4-FFF2-40B4-BE49-F238E27FC236}">
                  <a16:creationId xmlns:a16="http://schemas.microsoft.com/office/drawing/2014/main" id="{F72A8B16-D68A-BE43-A9DC-2099F1288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2" name="Freeform 1019">
              <a:extLst>
                <a:ext uri="{FF2B5EF4-FFF2-40B4-BE49-F238E27FC236}">
                  <a16:creationId xmlns:a16="http://schemas.microsoft.com/office/drawing/2014/main" id="{8BD550C1-DB66-1D43-B0FF-2194D6CE5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53" name="Picture 1020" descr="screen">
              <a:extLst>
                <a:ext uri="{FF2B5EF4-FFF2-40B4-BE49-F238E27FC236}">
                  <a16:creationId xmlns:a16="http://schemas.microsoft.com/office/drawing/2014/main" id="{5B7A4293-9090-2C47-A5F9-1484B3E8E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1021">
              <a:extLst>
                <a:ext uri="{FF2B5EF4-FFF2-40B4-BE49-F238E27FC236}">
                  <a16:creationId xmlns:a16="http://schemas.microsoft.com/office/drawing/2014/main" id="{66A9E8A3-089D-144F-8C74-780D02523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Freeform 1022">
              <a:extLst>
                <a:ext uri="{FF2B5EF4-FFF2-40B4-BE49-F238E27FC236}">
                  <a16:creationId xmlns:a16="http://schemas.microsoft.com/office/drawing/2014/main" id="{2DEB5F56-4F04-4A4C-B2A9-7F75D7610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Freeform 1023">
              <a:extLst>
                <a:ext uri="{FF2B5EF4-FFF2-40B4-BE49-F238E27FC236}">
                  <a16:creationId xmlns:a16="http://schemas.microsoft.com/office/drawing/2014/main" id="{264AB736-6181-DD49-9CF8-34CDC3C98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Freeform 1024">
              <a:extLst>
                <a:ext uri="{FF2B5EF4-FFF2-40B4-BE49-F238E27FC236}">
                  <a16:creationId xmlns:a16="http://schemas.microsoft.com/office/drawing/2014/main" id="{B30F467B-7CAE-E14D-A3A5-8BE8EC571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Freeform 1025">
              <a:extLst>
                <a:ext uri="{FF2B5EF4-FFF2-40B4-BE49-F238E27FC236}">
                  <a16:creationId xmlns:a16="http://schemas.microsoft.com/office/drawing/2014/main" id="{714DEECF-C2B9-3646-8D8C-520B14AFF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Freeform 1026">
              <a:extLst>
                <a:ext uri="{FF2B5EF4-FFF2-40B4-BE49-F238E27FC236}">
                  <a16:creationId xmlns:a16="http://schemas.microsoft.com/office/drawing/2014/main" id="{434760BE-7A82-7348-8C26-8BB88B73F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60" name="Group 1027">
              <a:extLst>
                <a:ext uri="{FF2B5EF4-FFF2-40B4-BE49-F238E27FC236}">
                  <a16:creationId xmlns:a16="http://schemas.microsoft.com/office/drawing/2014/main" id="{A3D737A2-33B2-B843-993D-3954163D2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7" name="Freeform 1028">
                <a:extLst>
                  <a:ext uri="{FF2B5EF4-FFF2-40B4-BE49-F238E27FC236}">
                    <a16:creationId xmlns:a16="http://schemas.microsoft.com/office/drawing/2014/main" id="{2B8D95DD-AA07-CA46-8938-5982463E0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1029">
                <a:extLst>
                  <a:ext uri="{FF2B5EF4-FFF2-40B4-BE49-F238E27FC236}">
                    <a16:creationId xmlns:a16="http://schemas.microsoft.com/office/drawing/2014/main" id="{F36872DC-490B-E041-B789-63AE7E7AC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Freeform 1030">
                <a:extLst>
                  <a:ext uri="{FF2B5EF4-FFF2-40B4-BE49-F238E27FC236}">
                    <a16:creationId xmlns:a16="http://schemas.microsoft.com/office/drawing/2014/main" id="{97C01B49-8BEB-1A42-A62D-556A20AE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Freeform 1031">
                <a:extLst>
                  <a:ext uri="{FF2B5EF4-FFF2-40B4-BE49-F238E27FC236}">
                    <a16:creationId xmlns:a16="http://schemas.microsoft.com/office/drawing/2014/main" id="{FDC4BA15-39D3-CD4E-97DA-6107F8C4D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1" name="Freeform 1032">
                <a:extLst>
                  <a:ext uri="{FF2B5EF4-FFF2-40B4-BE49-F238E27FC236}">
                    <a16:creationId xmlns:a16="http://schemas.microsoft.com/office/drawing/2014/main" id="{B4ED9D93-7953-574C-B8DB-E31647E53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2" name="Freeform 1033">
                <a:extLst>
                  <a:ext uri="{FF2B5EF4-FFF2-40B4-BE49-F238E27FC236}">
                    <a16:creationId xmlns:a16="http://schemas.microsoft.com/office/drawing/2014/main" id="{9040F4DE-59D9-0446-9953-D7CF4E605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61" name="Freeform 1034">
              <a:extLst>
                <a:ext uri="{FF2B5EF4-FFF2-40B4-BE49-F238E27FC236}">
                  <a16:creationId xmlns:a16="http://schemas.microsoft.com/office/drawing/2014/main" id="{2C7F706E-3A83-E04B-96B6-0DFA0DD1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2" name="Freeform 1035">
              <a:extLst>
                <a:ext uri="{FF2B5EF4-FFF2-40B4-BE49-F238E27FC236}">
                  <a16:creationId xmlns:a16="http://schemas.microsoft.com/office/drawing/2014/main" id="{60E14294-2508-FB4A-AE0F-000AF5BCF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3" name="Freeform 1036">
              <a:extLst>
                <a:ext uri="{FF2B5EF4-FFF2-40B4-BE49-F238E27FC236}">
                  <a16:creationId xmlns:a16="http://schemas.microsoft.com/office/drawing/2014/main" id="{6816A6AE-0883-4D48-8DF3-05A4914E7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4" name="Freeform 1037">
              <a:extLst>
                <a:ext uri="{FF2B5EF4-FFF2-40B4-BE49-F238E27FC236}">
                  <a16:creationId xmlns:a16="http://schemas.microsoft.com/office/drawing/2014/main" id="{0C4F2B5B-D9EF-F242-A282-CB6CB4D90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5" name="Freeform 1038">
              <a:extLst>
                <a:ext uri="{FF2B5EF4-FFF2-40B4-BE49-F238E27FC236}">
                  <a16:creationId xmlns:a16="http://schemas.microsoft.com/office/drawing/2014/main" id="{CA94116C-A643-F041-BE08-F16F1FF3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6" name="Freeform 1039">
              <a:extLst>
                <a:ext uri="{FF2B5EF4-FFF2-40B4-BE49-F238E27FC236}">
                  <a16:creationId xmlns:a16="http://schemas.microsoft.com/office/drawing/2014/main" id="{EBBEB869-CEFF-3B4D-8790-DF10B6E9ED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BE84195-0460-B24A-9BFA-64009B70F0D4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274" name="Picture 568" descr="light2.png">
              <a:extLst>
                <a:ext uri="{FF2B5EF4-FFF2-40B4-BE49-F238E27FC236}">
                  <a16:creationId xmlns:a16="http://schemas.microsoft.com/office/drawing/2014/main" id="{9C2ABCA4-2AB6-604A-BAF1-3DCCB40F3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5" name="Picture 1017" descr="antenna_stylized">
              <a:extLst>
                <a:ext uri="{FF2B5EF4-FFF2-40B4-BE49-F238E27FC236}">
                  <a16:creationId xmlns:a16="http://schemas.microsoft.com/office/drawing/2014/main" id="{650AA1D1-0ECD-3E4A-81DB-CC97A96B5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FF79B51-BA03-584F-A0CE-2E5C3CDBD9C8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277" name="Picture 603" descr="car_icon_small">
              <a:extLst>
                <a:ext uri="{FF2B5EF4-FFF2-40B4-BE49-F238E27FC236}">
                  <a16:creationId xmlns:a16="http://schemas.microsoft.com/office/drawing/2014/main" id="{A16178BF-CE10-DF42-8C1F-E2AAFB94B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8" name="Picture 1017" descr="antenna_stylized">
              <a:extLst>
                <a:ext uri="{FF2B5EF4-FFF2-40B4-BE49-F238E27FC236}">
                  <a16:creationId xmlns:a16="http://schemas.microsoft.com/office/drawing/2014/main" id="{BF73CD36-5E1A-D143-A3EA-8721982417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53CF7AA-EEE7-E849-8975-45A554C35F5B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0508AE9-865D-844C-B2E1-CAED9E70CF88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87" name="Picture 1115" descr="antenna_stylized">
                <a:extLst>
                  <a:ext uri="{FF2B5EF4-FFF2-40B4-BE49-F238E27FC236}">
                    <a16:creationId xmlns:a16="http://schemas.microsoft.com/office/drawing/2014/main" id="{AD910864-C9F4-C94B-9B97-60E50CF30A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8" name="Picture 1116" descr="laptop_keyboard">
                <a:extLst>
                  <a:ext uri="{FF2B5EF4-FFF2-40B4-BE49-F238E27FC236}">
                    <a16:creationId xmlns:a16="http://schemas.microsoft.com/office/drawing/2014/main" id="{89C482D5-7199-3040-A39E-C983C7E76C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9" name="Freeform 1117">
                <a:extLst>
                  <a:ext uri="{FF2B5EF4-FFF2-40B4-BE49-F238E27FC236}">
                    <a16:creationId xmlns:a16="http://schemas.microsoft.com/office/drawing/2014/main" id="{0D17FA05-6DB9-CE4E-8353-3DB3EF64C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90" name="Picture 1118" descr="screen">
                <a:extLst>
                  <a:ext uri="{FF2B5EF4-FFF2-40B4-BE49-F238E27FC236}">
                    <a16:creationId xmlns:a16="http://schemas.microsoft.com/office/drawing/2014/main" id="{4A4B2A13-447B-ED4B-A13F-5489BEAC9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1" name="Freeform 1119">
                <a:extLst>
                  <a:ext uri="{FF2B5EF4-FFF2-40B4-BE49-F238E27FC236}">
                    <a16:creationId xmlns:a16="http://schemas.microsoft.com/office/drawing/2014/main" id="{02BC84AC-7149-BD45-BC93-E0DD4ADF9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1120">
                <a:extLst>
                  <a:ext uri="{FF2B5EF4-FFF2-40B4-BE49-F238E27FC236}">
                    <a16:creationId xmlns:a16="http://schemas.microsoft.com/office/drawing/2014/main" id="{43377E2E-A43C-E048-A432-F337E7B5E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1121">
                <a:extLst>
                  <a:ext uri="{FF2B5EF4-FFF2-40B4-BE49-F238E27FC236}">
                    <a16:creationId xmlns:a16="http://schemas.microsoft.com/office/drawing/2014/main" id="{268349DA-55F4-ED45-92D9-0389907B3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1122">
                <a:extLst>
                  <a:ext uri="{FF2B5EF4-FFF2-40B4-BE49-F238E27FC236}">
                    <a16:creationId xmlns:a16="http://schemas.microsoft.com/office/drawing/2014/main" id="{EB4B31C8-34A6-6D47-B6E1-260958CFB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Freeform 1123">
                <a:extLst>
                  <a:ext uri="{FF2B5EF4-FFF2-40B4-BE49-F238E27FC236}">
                    <a16:creationId xmlns:a16="http://schemas.microsoft.com/office/drawing/2014/main" id="{91DE791A-C87B-7849-8B6A-CB3B398F1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6" name="Freeform 1124">
                <a:extLst>
                  <a:ext uri="{FF2B5EF4-FFF2-40B4-BE49-F238E27FC236}">
                    <a16:creationId xmlns:a16="http://schemas.microsoft.com/office/drawing/2014/main" id="{A02AA6E2-5FD6-D14F-9923-83771333B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97" name="Group 1125">
                <a:extLst>
                  <a:ext uri="{FF2B5EF4-FFF2-40B4-BE49-F238E27FC236}">
                    <a16:creationId xmlns:a16="http://schemas.microsoft.com/office/drawing/2014/main" id="{7117A071-F66A-A547-B2A3-FDEC234746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04" name="Freeform 1126">
                  <a:extLst>
                    <a:ext uri="{FF2B5EF4-FFF2-40B4-BE49-F238E27FC236}">
                      <a16:creationId xmlns:a16="http://schemas.microsoft.com/office/drawing/2014/main" id="{C6A05ABF-09D5-204F-A863-798CDA488A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 1127">
                  <a:extLst>
                    <a:ext uri="{FF2B5EF4-FFF2-40B4-BE49-F238E27FC236}">
                      <a16:creationId xmlns:a16="http://schemas.microsoft.com/office/drawing/2014/main" id="{5CAC6B94-A95D-C842-8436-C6DF87219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Freeform 1128">
                  <a:extLst>
                    <a:ext uri="{FF2B5EF4-FFF2-40B4-BE49-F238E27FC236}">
                      <a16:creationId xmlns:a16="http://schemas.microsoft.com/office/drawing/2014/main" id="{A944E62C-7CE5-5840-927D-ABB2F8B5C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Freeform 1129">
                  <a:extLst>
                    <a:ext uri="{FF2B5EF4-FFF2-40B4-BE49-F238E27FC236}">
                      <a16:creationId xmlns:a16="http://schemas.microsoft.com/office/drawing/2014/main" id="{5E333F33-6B42-F449-BD09-5F8DBBA551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1130">
                  <a:extLst>
                    <a:ext uri="{FF2B5EF4-FFF2-40B4-BE49-F238E27FC236}">
                      <a16:creationId xmlns:a16="http://schemas.microsoft.com/office/drawing/2014/main" id="{A3DB0786-C2BD-4E43-9012-01938AED5F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Freeform 1131">
                  <a:extLst>
                    <a:ext uri="{FF2B5EF4-FFF2-40B4-BE49-F238E27FC236}">
                      <a16:creationId xmlns:a16="http://schemas.microsoft.com/office/drawing/2014/main" id="{36DD7204-13F9-8C4B-ADCB-9CEF387EE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8" name="Freeform 1132">
                <a:extLst>
                  <a:ext uri="{FF2B5EF4-FFF2-40B4-BE49-F238E27FC236}">
                    <a16:creationId xmlns:a16="http://schemas.microsoft.com/office/drawing/2014/main" id="{8DD637FC-2617-F14C-8226-2FC83A2DC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133">
                <a:extLst>
                  <a:ext uri="{FF2B5EF4-FFF2-40B4-BE49-F238E27FC236}">
                    <a16:creationId xmlns:a16="http://schemas.microsoft.com/office/drawing/2014/main" id="{DD3D6FA8-3859-DC44-8888-8CB70CFB1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134">
                <a:extLst>
                  <a:ext uri="{FF2B5EF4-FFF2-40B4-BE49-F238E27FC236}">
                    <a16:creationId xmlns:a16="http://schemas.microsoft.com/office/drawing/2014/main" id="{C236FB39-37F7-B848-9AD5-F22CFFE062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135">
                <a:extLst>
                  <a:ext uri="{FF2B5EF4-FFF2-40B4-BE49-F238E27FC236}">
                    <a16:creationId xmlns:a16="http://schemas.microsoft.com/office/drawing/2014/main" id="{0FC27225-99A5-B741-A309-ECBEFBCA7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136">
                <a:extLst>
                  <a:ext uri="{FF2B5EF4-FFF2-40B4-BE49-F238E27FC236}">
                    <a16:creationId xmlns:a16="http://schemas.microsoft.com/office/drawing/2014/main" id="{E2FC0D41-6288-E741-A785-A83E6CED2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137">
                <a:extLst>
                  <a:ext uri="{FF2B5EF4-FFF2-40B4-BE49-F238E27FC236}">
                    <a16:creationId xmlns:a16="http://schemas.microsoft.com/office/drawing/2014/main" id="{CA6DB5BC-B521-B849-B156-91FAF531CEC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1" name="Group 1139">
              <a:extLst>
                <a:ext uri="{FF2B5EF4-FFF2-40B4-BE49-F238E27FC236}">
                  <a16:creationId xmlns:a16="http://schemas.microsoft.com/office/drawing/2014/main" id="{88F41A8A-CF3F-494E-9A2F-B26D7CA1643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85" name="Picture 1140" descr="desktop_computer_stylized_medium">
                <a:extLst>
                  <a:ext uri="{FF2B5EF4-FFF2-40B4-BE49-F238E27FC236}">
                    <a16:creationId xmlns:a16="http://schemas.microsoft.com/office/drawing/2014/main" id="{DF6CF23B-627F-354F-9A8F-4AC37674F0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" name="Freeform 1141">
                <a:extLst>
                  <a:ext uri="{FF2B5EF4-FFF2-40B4-BE49-F238E27FC236}">
                    <a16:creationId xmlns:a16="http://schemas.microsoft.com/office/drawing/2014/main" id="{5B53917A-96FB-2B49-82B9-6BB3BB16C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685FF657-B3CE-E945-BB86-D18EC9B7226A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83" name="Picture 571" descr="fridge2.png">
                <a:extLst>
                  <a:ext uri="{FF2B5EF4-FFF2-40B4-BE49-F238E27FC236}">
                    <a16:creationId xmlns:a16="http://schemas.microsoft.com/office/drawing/2014/main" id="{52D49911-07F8-3343-8A41-1B2AC79DBF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4" name="Picture 1115" descr="antenna_stylized">
                <a:extLst>
                  <a:ext uri="{FF2B5EF4-FFF2-40B4-BE49-F238E27FC236}">
                    <a16:creationId xmlns:a16="http://schemas.microsoft.com/office/drawing/2014/main" id="{E5CB4C1D-6CCE-AD42-A805-75067034C0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09017FE0-34A3-FC43-92EF-C44FBDE65EF6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1D2297AB-8C1D-774F-89FF-8EBF734EB162}"/>
                </a:ext>
              </a:extLst>
            </p:cNvPr>
            <p:cNvGrpSpPr/>
            <p:nvPr/>
          </p:nvGrpSpPr>
          <p:grpSpPr>
            <a:xfrm>
              <a:off x="11150622" y="4159591"/>
              <a:ext cx="426399" cy="451816"/>
              <a:chOff x="5182936" y="2693365"/>
              <a:chExt cx="532434" cy="414788"/>
            </a:xfrm>
          </p:grpSpPr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8983DA81-C479-F849-AB06-EDCD924EF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2936" y="2914214"/>
                <a:ext cx="153344" cy="0"/>
              </a:xfrm>
              <a:prstGeom prst="line">
                <a:avLst/>
              </a:prstGeom>
              <a:ln w="12700">
                <a:solidFill>
                  <a:srgbClr val="E4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B934C059-B2C0-5D4F-95BD-4B77D403B522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20" name="Picture 319" descr="server_rack.png">
                  <a:extLst>
                    <a:ext uri="{FF2B5EF4-FFF2-40B4-BE49-F238E27FC236}">
                      <a16:creationId xmlns:a16="http://schemas.microsoft.com/office/drawing/2014/main" id="{764A46D5-D344-3246-B4CA-E1BF2CFDE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1" name="Picture 320" descr="server_rack.png">
                  <a:extLst>
                    <a:ext uri="{FF2B5EF4-FFF2-40B4-BE49-F238E27FC236}">
                      <a16:creationId xmlns:a16="http://schemas.microsoft.com/office/drawing/2014/main" id="{90C1BE08-C428-E74E-B929-C6D1271BFE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22" name="Picture 321" descr="server_rack.png">
                  <a:extLst>
                    <a:ext uri="{FF2B5EF4-FFF2-40B4-BE49-F238E27FC236}">
                      <a16:creationId xmlns:a16="http://schemas.microsoft.com/office/drawing/2014/main" id="{35FFED4D-9863-0F4E-8222-4355646934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57017C35-5A73-C341-95B3-2D62C8998FD7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0B18831A-9F50-FF4A-B278-F70615A9BC2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rgbClr val="E4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DFC7A0EC-A9C9-974E-928E-28DD6455D09A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5" name="Picture 314" descr="server_rack.png">
                  <a:extLst>
                    <a:ext uri="{FF2B5EF4-FFF2-40B4-BE49-F238E27FC236}">
                      <a16:creationId xmlns:a16="http://schemas.microsoft.com/office/drawing/2014/main" id="{E480D9A5-8FB7-3647-AB54-42D9700E64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6" name="Picture 315" descr="server_rack.png">
                  <a:extLst>
                    <a:ext uri="{FF2B5EF4-FFF2-40B4-BE49-F238E27FC236}">
                      <a16:creationId xmlns:a16="http://schemas.microsoft.com/office/drawing/2014/main" id="{C17EE074-02D0-4143-8ED9-E4D220568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7" name="Picture 316" descr="server_rack.png">
                  <a:extLst>
                    <a:ext uri="{FF2B5EF4-FFF2-40B4-BE49-F238E27FC236}">
                      <a16:creationId xmlns:a16="http://schemas.microsoft.com/office/drawing/2014/main" id="{589F8E4F-69B9-FA46-8D10-90FC7573C7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56" name="Group 590">
            <a:extLst>
              <a:ext uri="{FF2B5EF4-FFF2-40B4-BE49-F238E27FC236}">
                <a16:creationId xmlns:a16="http://schemas.microsoft.com/office/drawing/2014/main" id="{002C44D5-1F60-7447-A1D2-6EE5F802021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57" name="Picture 591" descr="desktop_computer_stylized_medium">
              <a:extLst>
                <a:ext uri="{FF2B5EF4-FFF2-40B4-BE49-F238E27FC236}">
                  <a16:creationId xmlns:a16="http://schemas.microsoft.com/office/drawing/2014/main" id="{7F433925-7699-B34E-88C0-C818C4963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Freeform 592">
              <a:extLst>
                <a:ext uri="{FF2B5EF4-FFF2-40B4-BE49-F238E27FC236}">
                  <a16:creationId xmlns:a16="http://schemas.microsoft.com/office/drawing/2014/main" id="{0D0F51BD-6356-DE48-89F6-A645151C0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9" name="Group 1064">
            <a:extLst>
              <a:ext uri="{FF2B5EF4-FFF2-40B4-BE49-F238E27FC236}">
                <a16:creationId xmlns:a16="http://schemas.microsoft.com/office/drawing/2014/main" id="{CF2DB679-9CD3-5148-94F7-225CE8489122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360" name="Picture 1065" descr="antenna_stylized">
              <a:extLst>
                <a:ext uri="{FF2B5EF4-FFF2-40B4-BE49-F238E27FC236}">
                  <a16:creationId xmlns:a16="http://schemas.microsoft.com/office/drawing/2014/main" id="{9C0613C0-FBB7-284C-AA40-5548C7D21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1" name="Picture 1066" descr="laptop_keyboard">
              <a:extLst>
                <a:ext uri="{FF2B5EF4-FFF2-40B4-BE49-F238E27FC236}">
                  <a16:creationId xmlns:a16="http://schemas.microsoft.com/office/drawing/2014/main" id="{4AC7E45E-9572-044A-9C56-FC7ECFA55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2" name="Freeform 1067">
              <a:extLst>
                <a:ext uri="{FF2B5EF4-FFF2-40B4-BE49-F238E27FC236}">
                  <a16:creationId xmlns:a16="http://schemas.microsoft.com/office/drawing/2014/main" id="{F03C1D3B-84C4-D14D-85A1-78A65057D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63" name="Picture 1068" descr="screen">
              <a:extLst>
                <a:ext uri="{FF2B5EF4-FFF2-40B4-BE49-F238E27FC236}">
                  <a16:creationId xmlns:a16="http://schemas.microsoft.com/office/drawing/2014/main" id="{F1045CBD-A537-1447-9CC0-AA3BBA3EF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4" name="Freeform 1069">
              <a:extLst>
                <a:ext uri="{FF2B5EF4-FFF2-40B4-BE49-F238E27FC236}">
                  <a16:creationId xmlns:a16="http://schemas.microsoft.com/office/drawing/2014/main" id="{76BB7C6D-EEEF-2649-B828-0A9E5351A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Freeform 1070">
              <a:extLst>
                <a:ext uri="{FF2B5EF4-FFF2-40B4-BE49-F238E27FC236}">
                  <a16:creationId xmlns:a16="http://schemas.microsoft.com/office/drawing/2014/main" id="{3EACCABC-F6A7-9342-BDAE-E9A2DF204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Freeform 1071">
              <a:extLst>
                <a:ext uri="{FF2B5EF4-FFF2-40B4-BE49-F238E27FC236}">
                  <a16:creationId xmlns:a16="http://schemas.microsoft.com/office/drawing/2014/main" id="{D720BF6A-08AA-AD41-9F98-FEEAF38FA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Freeform 1072">
              <a:extLst>
                <a:ext uri="{FF2B5EF4-FFF2-40B4-BE49-F238E27FC236}">
                  <a16:creationId xmlns:a16="http://schemas.microsoft.com/office/drawing/2014/main" id="{EBF545D7-85F7-654E-89B4-82A30829C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1073">
              <a:extLst>
                <a:ext uri="{FF2B5EF4-FFF2-40B4-BE49-F238E27FC236}">
                  <a16:creationId xmlns:a16="http://schemas.microsoft.com/office/drawing/2014/main" id="{6EF35D5A-3DBA-4D49-BA09-E93CEA361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Freeform 1074">
              <a:extLst>
                <a:ext uri="{FF2B5EF4-FFF2-40B4-BE49-F238E27FC236}">
                  <a16:creationId xmlns:a16="http://schemas.microsoft.com/office/drawing/2014/main" id="{B6F9A7A1-3455-6E4B-9C84-C9854E64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70" name="Group 1075">
              <a:extLst>
                <a:ext uri="{FF2B5EF4-FFF2-40B4-BE49-F238E27FC236}">
                  <a16:creationId xmlns:a16="http://schemas.microsoft.com/office/drawing/2014/main" id="{EE846B91-FBCE-4D4F-98BC-92FA6506F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7" name="Freeform 1076">
                <a:extLst>
                  <a:ext uri="{FF2B5EF4-FFF2-40B4-BE49-F238E27FC236}">
                    <a16:creationId xmlns:a16="http://schemas.microsoft.com/office/drawing/2014/main" id="{446AF9FA-9A2B-6646-8305-E78C2A20B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8" name="Freeform 1077">
                <a:extLst>
                  <a:ext uri="{FF2B5EF4-FFF2-40B4-BE49-F238E27FC236}">
                    <a16:creationId xmlns:a16="http://schemas.microsoft.com/office/drawing/2014/main" id="{032C23DF-A006-EC41-8986-D3A29EAAE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9" name="Freeform 1078">
                <a:extLst>
                  <a:ext uri="{FF2B5EF4-FFF2-40B4-BE49-F238E27FC236}">
                    <a16:creationId xmlns:a16="http://schemas.microsoft.com/office/drawing/2014/main" id="{12058F0B-8516-DB42-97C6-166A9AB8D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0" name="Freeform 1079">
                <a:extLst>
                  <a:ext uri="{FF2B5EF4-FFF2-40B4-BE49-F238E27FC236}">
                    <a16:creationId xmlns:a16="http://schemas.microsoft.com/office/drawing/2014/main" id="{E56484E4-7DE8-5D40-A604-ADBF9CAC6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1" name="Freeform 1080">
                <a:extLst>
                  <a:ext uri="{FF2B5EF4-FFF2-40B4-BE49-F238E27FC236}">
                    <a16:creationId xmlns:a16="http://schemas.microsoft.com/office/drawing/2014/main" id="{F26D0989-3D25-C44A-99EB-C0C43C9CA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2" name="Freeform 1081">
                <a:extLst>
                  <a:ext uri="{FF2B5EF4-FFF2-40B4-BE49-F238E27FC236}">
                    <a16:creationId xmlns:a16="http://schemas.microsoft.com/office/drawing/2014/main" id="{F72E0F31-1D88-144B-BBDB-07D0278D1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1" name="Freeform 1082">
              <a:extLst>
                <a:ext uri="{FF2B5EF4-FFF2-40B4-BE49-F238E27FC236}">
                  <a16:creationId xmlns:a16="http://schemas.microsoft.com/office/drawing/2014/main" id="{ACBC1450-C521-8449-9515-C8DD92D56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Freeform 1083">
              <a:extLst>
                <a:ext uri="{FF2B5EF4-FFF2-40B4-BE49-F238E27FC236}">
                  <a16:creationId xmlns:a16="http://schemas.microsoft.com/office/drawing/2014/main" id="{FF494D13-5944-0E4F-BD7D-0B76A1DAD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Freeform 1084">
              <a:extLst>
                <a:ext uri="{FF2B5EF4-FFF2-40B4-BE49-F238E27FC236}">
                  <a16:creationId xmlns:a16="http://schemas.microsoft.com/office/drawing/2014/main" id="{9558A80C-37DE-F248-8BD6-AB3D92B29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4" name="Freeform 1085">
              <a:extLst>
                <a:ext uri="{FF2B5EF4-FFF2-40B4-BE49-F238E27FC236}">
                  <a16:creationId xmlns:a16="http://schemas.microsoft.com/office/drawing/2014/main" id="{B4C7A048-5EFA-F841-8C13-E26E13A6A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1086">
              <a:extLst>
                <a:ext uri="{FF2B5EF4-FFF2-40B4-BE49-F238E27FC236}">
                  <a16:creationId xmlns:a16="http://schemas.microsoft.com/office/drawing/2014/main" id="{AEB574AA-8683-A443-B9F7-0D254045C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Freeform 1087">
              <a:extLst>
                <a:ext uri="{FF2B5EF4-FFF2-40B4-BE49-F238E27FC236}">
                  <a16:creationId xmlns:a16="http://schemas.microsoft.com/office/drawing/2014/main" id="{F9C1D164-EACB-FA4C-A7B6-9E26AB4B77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3" name="Group 590">
            <a:extLst>
              <a:ext uri="{FF2B5EF4-FFF2-40B4-BE49-F238E27FC236}">
                <a16:creationId xmlns:a16="http://schemas.microsoft.com/office/drawing/2014/main" id="{0E70B6A3-FE5E-A44E-9290-B5AD07E8CD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384" name="Picture 591" descr="desktop_computer_stylized_medium">
              <a:extLst>
                <a:ext uri="{FF2B5EF4-FFF2-40B4-BE49-F238E27FC236}">
                  <a16:creationId xmlns:a16="http://schemas.microsoft.com/office/drawing/2014/main" id="{F2BC7D5E-BF7D-1249-AFC8-B8B0E8165A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" name="Freeform 592">
              <a:extLst>
                <a:ext uri="{FF2B5EF4-FFF2-40B4-BE49-F238E27FC236}">
                  <a16:creationId xmlns:a16="http://schemas.microsoft.com/office/drawing/2014/main" id="{5BDC8880-AD2D-4C4E-B14E-AAED9CDF1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6" name="Group 590">
            <a:extLst>
              <a:ext uri="{FF2B5EF4-FFF2-40B4-BE49-F238E27FC236}">
                <a16:creationId xmlns:a16="http://schemas.microsoft.com/office/drawing/2014/main" id="{F4D03415-B38F-5B44-9B13-ABF6FE4BB1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387" name="Picture 591" descr="desktop_computer_stylized_medium">
              <a:extLst>
                <a:ext uri="{FF2B5EF4-FFF2-40B4-BE49-F238E27FC236}">
                  <a16:creationId xmlns:a16="http://schemas.microsoft.com/office/drawing/2014/main" id="{32EA6117-AAC5-C94D-B49B-C43DF16E6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8" name="Freeform 592">
              <a:extLst>
                <a:ext uri="{FF2B5EF4-FFF2-40B4-BE49-F238E27FC236}">
                  <a16:creationId xmlns:a16="http://schemas.microsoft.com/office/drawing/2014/main" id="{3508017E-8AA9-D647-891A-276887DA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9" name="Group 1064">
            <a:extLst>
              <a:ext uri="{FF2B5EF4-FFF2-40B4-BE49-F238E27FC236}">
                <a16:creationId xmlns:a16="http://schemas.microsoft.com/office/drawing/2014/main" id="{8D491387-EBC3-2D40-9285-1F06C1D72E08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390" name="Picture 1065" descr="antenna_stylized">
              <a:extLst>
                <a:ext uri="{FF2B5EF4-FFF2-40B4-BE49-F238E27FC236}">
                  <a16:creationId xmlns:a16="http://schemas.microsoft.com/office/drawing/2014/main" id="{E1605A46-E7E7-DA4D-A7B1-3F2BF5D0E0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1" name="Picture 1066" descr="laptop_keyboard">
              <a:extLst>
                <a:ext uri="{FF2B5EF4-FFF2-40B4-BE49-F238E27FC236}">
                  <a16:creationId xmlns:a16="http://schemas.microsoft.com/office/drawing/2014/main" id="{E538A48B-7DCF-524B-8A59-631429692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2" name="Freeform 1067">
              <a:extLst>
                <a:ext uri="{FF2B5EF4-FFF2-40B4-BE49-F238E27FC236}">
                  <a16:creationId xmlns:a16="http://schemas.microsoft.com/office/drawing/2014/main" id="{0DF72841-010E-EF4C-BF8A-91211757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93" name="Picture 1068" descr="screen">
              <a:extLst>
                <a:ext uri="{FF2B5EF4-FFF2-40B4-BE49-F238E27FC236}">
                  <a16:creationId xmlns:a16="http://schemas.microsoft.com/office/drawing/2014/main" id="{05FB75E6-02C0-C749-B8C1-6EE94751E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4" name="Freeform 1069">
              <a:extLst>
                <a:ext uri="{FF2B5EF4-FFF2-40B4-BE49-F238E27FC236}">
                  <a16:creationId xmlns:a16="http://schemas.microsoft.com/office/drawing/2014/main" id="{2C42E210-EA7A-7243-97B1-C77EE2476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5" name="Freeform 1070">
              <a:extLst>
                <a:ext uri="{FF2B5EF4-FFF2-40B4-BE49-F238E27FC236}">
                  <a16:creationId xmlns:a16="http://schemas.microsoft.com/office/drawing/2014/main" id="{020C16FB-B47C-5A40-8613-E3DA0F013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6" name="Freeform 1071">
              <a:extLst>
                <a:ext uri="{FF2B5EF4-FFF2-40B4-BE49-F238E27FC236}">
                  <a16:creationId xmlns:a16="http://schemas.microsoft.com/office/drawing/2014/main" id="{B6AF1532-CB13-784D-8AF3-B5F865952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7" name="Freeform 1072">
              <a:extLst>
                <a:ext uri="{FF2B5EF4-FFF2-40B4-BE49-F238E27FC236}">
                  <a16:creationId xmlns:a16="http://schemas.microsoft.com/office/drawing/2014/main" id="{A71AE470-9F14-D044-93DB-3DCB5DBEB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8" name="Freeform 1073">
              <a:extLst>
                <a:ext uri="{FF2B5EF4-FFF2-40B4-BE49-F238E27FC236}">
                  <a16:creationId xmlns:a16="http://schemas.microsoft.com/office/drawing/2014/main" id="{7753045D-9842-CC41-9B0D-EB58149EA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9" name="Freeform 1074">
              <a:extLst>
                <a:ext uri="{FF2B5EF4-FFF2-40B4-BE49-F238E27FC236}">
                  <a16:creationId xmlns:a16="http://schemas.microsoft.com/office/drawing/2014/main" id="{FB62560B-8A1D-1D4A-9C7F-3D1ED4E8C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0" name="Group 1075">
              <a:extLst>
                <a:ext uri="{FF2B5EF4-FFF2-40B4-BE49-F238E27FC236}">
                  <a16:creationId xmlns:a16="http://schemas.microsoft.com/office/drawing/2014/main" id="{954A64CB-1C45-324C-8CBE-16624C1A0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7" name="Freeform 1076">
                <a:extLst>
                  <a:ext uri="{FF2B5EF4-FFF2-40B4-BE49-F238E27FC236}">
                    <a16:creationId xmlns:a16="http://schemas.microsoft.com/office/drawing/2014/main" id="{69DEB18E-BA65-9043-A426-C13F7671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8" name="Freeform 1077">
                <a:extLst>
                  <a:ext uri="{FF2B5EF4-FFF2-40B4-BE49-F238E27FC236}">
                    <a16:creationId xmlns:a16="http://schemas.microsoft.com/office/drawing/2014/main" id="{4DE24D51-7581-B14D-B3B6-84A687083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9" name="Freeform 1078">
                <a:extLst>
                  <a:ext uri="{FF2B5EF4-FFF2-40B4-BE49-F238E27FC236}">
                    <a16:creationId xmlns:a16="http://schemas.microsoft.com/office/drawing/2014/main" id="{EFD736A0-861B-7C41-B7C6-101FA0376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0" name="Freeform 1079">
                <a:extLst>
                  <a:ext uri="{FF2B5EF4-FFF2-40B4-BE49-F238E27FC236}">
                    <a16:creationId xmlns:a16="http://schemas.microsoft.com/office/drawing/2014/main" id="{8BD7163E-D90B-7647-AEF5-5CECAFA59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1" name="Freeform 1080">
                <a:extLst>
                  <a:ext uri="{FF2B5EF4-FFF2-40B4-BE49-F238E27FC236}">
                    <a16:creationId xmlns:a16="http://schemas.microsoft.com/office/drawing/2014/main" id="{FC877D4D-D065-104D-8CA3-E0607A9B3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1081">
                <a:extLst>
                  <a:ext uri="{FF2B5EF4-FFF2-40B4-BE49-F238E27FC236}">
                    <a16:creationId xmlns:a16="http://schemas.microsoft.com/office/drawing/2014/main" id="{BA9728F5-6BD1-104C-9953-C37CCA79F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01" name="Freeform 1082">
              <a:extLst>
                <a:ext uri="{FF2B5EF4-FFF2-40B4-BE49-F238E27FC236}">
                  <a16:creationId xmlns:a16="http://schemas.microsoft.com/office/drawing/2014/main" id="{D3A627E4-20E1-094F-91E7-9E62C1D73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2" name="Freeform 1083">
              <a:extLst>
                <a:ext uri="{FF2B5EF4-FFF2-40B4-BE49-F238E27FC236}">
                  <a16:creationId xmlns:a16="http://schemas.microsoft.com/office/drawing/2014/main" id="{DE5062C9-C70B-B74E-90B7-8B999FB49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3" name="Freeform 1084">
              <a:extLst>
                <a:ext uri="{FF2B5EF4-FFF2-40B4-BE49-F238E27FC236}">
                  <a16:creationId xmlns:a16="http://schemas.microsoft.com/office/drawing/2014/main" id="{60A19E6B-9711-D44A-9A86-785318845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4" name="Freeform 1085">
              <a:extLst>
                <a:ext uri="{FF2B5EF4-FFF2-40B4-BE49-F238E27FC236}">
                  <a16:creationId xmlns:a16="http://schemas.microsoft.com/office/drawing/2014/main" id="{DABF2084-7101-4A42-808E-031698218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5" name="Freeform 1086">
              <a:extLst>
                <a:ext uri="{FF2B5EF4-FFF2-40B4-BE49-F238E27FC236}">
                  <a16:creationId xmlns:a16="http://schemas.microsoft.com/office/drawing/2014/main" id="{3BECAB59-402D-C44C-8F0A-AC630F6F2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6" name="Freeform 1087">
              <a:extLst>
                <a:ext uri="{FF2B5EF4-FFF2-40B4-BE49-F238E27FC236}">
                  <a16:creationId xmlns:a16="http://schemas.microsoft.com/office/drawing/2014/main" id="{C431D1EA-39CA-5549-B407-D7CBF12DC37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13" name="Freeform 984">
            <a:extLst>
              <a:ext uri="{FF2B5EF4-FFF2-40B4-BE49-F238E27FC236}">
                <a16:creationId xmlns:a16="http://schemas.microsoft.com/office/drawing/2014/main" id="{EF28E360-D52F-294F-97A4-5B43A7D60CE3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4" name="Freeform 986">
            <a:extLst>
              <a:ext uri="{FF2B5EF4-FFF2-40B4-BE49-F238E27FC236}">
                <a16:creationId xmlns:a16="http://schemas.microsoft.com/office/drawing/2014/main" id="{9D5E80B1-F637-9E4D-BFD5-5F5ADB827A42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Freeform 987">
            <a:extLst>
              <a:ext uri="{FF2B5EF4-FFF2-40B4-BE49-F238E27FC236}">
                <a16:creationId xmlns:a16="http://schemas.microsoft.com/office/drawing/2014/main" id="{F21D56DB-F5E9-8D44-92D9-C4770361B950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6" name="Rectangle 988">
            <a:extLst>
              <a:ext uri="{FF2B5EF4-FFF2-40B4-BE49-F238E27FC236}">
                <a16:creationId xmlns:a16="http://schemas.microsoft.com/office/drawing/2014/main" id="{0447DE90-707A-1F42-8981-9A87D22C1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17" name="Group 989">
            <a:extLst>
              <a:ext uri="{FF2B5EF4-FFF2-40B4-BE49-F238E27FC236}">
                <a16:creationId xmlns:a16="http://schemas.microsoft.com/office/drawing/2014/main" id="{A6C8AE16-7445-9845-8F83-A3F851D4F042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418" name="AutoShape 990">
              <a:extLst>
                <a:ext uri="{FF2B5EF4-FFF2-40B4-BE49-F238E27FC236}">
                  <a16:creationId xmlns:a16="http://schemas.microsoft.com/office/drawing/2014/main" id="{5E1B1032-2F46-EF4A-B472-E7BC9E83C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9" name="AutoShape 991">
              <a:extLst>
                <a:ext uri="{FF2B5EF4-FFF2-40B4-BE49-F238E27FC236}">
                  <a16:creationId xmlns:a16="http://schemas.microsoft.com/office/drawing/2014/main" id="{F24B042A-2483-8545-A723-0074F55A1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0" name="Rectangle 992">
            <a:extLst>
              <a:ext uri="{FF2B5EF4-FFF2-40B4-BE49-F238E27FC236}">
                <a16:creationId xmlns:a16="http://schemas.microsoft.com/office/drawing/2014/main" id="{E881C066-69A3-D649-893B-A3C4CB9FA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1" name="Group 993">
            <a:extLst>
              <a:ext uri="{FF2B5EF4-FFF2-40B4-BE49-F238E27FC236}">
                <a16:creationId xmlns:a16="http://schemas.microsoft.com/office/drawing/2014/main" id="{2B8081F4-DBFC-C442-BDEE-DF67BF3817BC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422" name="AutoShape 994">
              <a:extLst>
                <a:ext uri="{FF2B5EF4-FFF2-40B4-BE49-F238E27FC236}">
                  <a16:creationId xmlns:a16="http://schemas.microsoft.com/office/drawing/2014/main" id="{B9A9624E-B9DF-9A46-B31E-DD7EFD0F2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3" name="AutoShape 995">
              <a:extLst>
                <a:ext uri="{FF2B5EF4-FFF2-40B4-BE49-F238E27FC236}">
                  <a16:creationId xmlns:a16="http://schemas.microsoft.com/office/drawing/2014/main" id="{642F554B-5A88-A44B-AAB6-61F7D5A17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4" name="Rectangle 996">
            <a:extLst>
              <a:ext uri="{FF2B5EF4-FFF2-40B4-BE49-F238E27FC236}">
                <a16:creationId xmlns:a16="http://schemas.microsoft.com/office/drawing/2014/main" id="{2F7E8752-11E5-3642-90E6-5285D40EA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25" name="Rectangle 997">
            <a:extLst>
              <a:ext uri="{FF2B5EF4-FFF2-40B4-BE49-F238E27FC236}">
                <a16:creationId xmlns:a16="http://schemas.microsoft.com/office/drawing/2014/main" id="{C884D5C3-FF18-F04A-B4E2-7E02117C0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26" name="Group 998">
            <a:extLst>
              <a:ext uri="{FF2B5EF4-FFF2-40B4-BE49-F238E27FC236}">
                <a16:creationId xmlns:a16="http://schemas.microsoft.com/office/drawing/2014/main" id="{D321F228-396F-C44B-AA64-15D0F1B6CEFB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427" name="AutoShape 999">
              <a:extLst>
                <a:ext uri="{FF2B5EF4-FFF2-40B4-BE49-F238E27FC236}">
                  <a16:creationId xmlns:a16="http://schemas.microsoft.com/office/drawing/2014/main" id="{849EBD72-C779-B442-B144-4C92B9E7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8" name="AutoShape 1000">
              <a:extLst>
                <a:ext uri="{FF2B5EF4-FFF2-40B4-BE49-F238E27FC236}">
                  <a16:creationId xmlns:a16="http://schemas.microsoft.com/office/drawing/2014/main" id="{D93FB61F-FF29-F24D-8788-4165F5083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29" name="Freeform 1001">
            <a:extLst>
              <a:ext uri="{FF2B5EF4-FFF2-40B4-BE49-F238E27FC236}">
                <a16:creationId xmlns:a16="http://schemas.microsoft.com/office/drawing/2014/main" id="{A40EEA2E-A801-414B-8FBC-BBC009ECE19B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0" name="Group 1002">
            <a:extLst>
              <a:ext uri="{FF2B5EF4-FFF2-40B4-BE49-F238E27FC236}">
                <a16:creationId xmlns:a16="http://schemas.microsoft.com/office/drawing/2014/main" id="{F068EC4B-78B0-B24C-99A7-F96D6C86A2B9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431" name="AutoShape 1003">
              <a:extLst>
                <a:ext uri="{FF2B5EF4-FFF2-40B4-BE49-F238E27FC236}">
                  <a16:creationId xmlns:a16="http://schemas.microsoft.com/office/drawing/2014/main" id="{76307DFD-7DBD-DD4D-8615-A8A8D15D8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2" name="AutoShape 1004">
              <a:extLst>
                <a:ext uri="{FF2B5EF4-FFF2-40B4-BE49-F238E27FC236}">
                  <a16:creationId xmlns:a16="http://schemas.microsoft.com/office/drawing/2014/main" id="{B5EA7410-FCB5-3C42-A74F-F566ABFAD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433" name="Rectangle 1005">
            <a:extLst>
              <a:ext uri="{FF2B5EF4-FFF2-40B4-BE49-F238E27FC236}">
                <a16:creationId xmlns:a16="http://schemas.microsoft.com/office/drawing/2014/main" id="{10238275-C02A-F74A-A765-B593C055F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4" name="Freeform 1006">
            <a:extLst>
              <a:ext uri="{FF2B5EF4-FFF2-40B4-BE49-F238E27FC236}">
                <a16:creationId xmlns:a16="http://schemas.microsoft.com/office/drawing/2014/main" id="{81D6D301-6C77-C64B-B2D0-382D840AA7FC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5" name="Freeform 1007">
            <a:extLst>
              <a:ext uri="{FF2B5EF4-FFF2-40B4-BE49-F238E27FC236}">
                <a16:creationId xmlns:a16="http://schemas.microsoft.com/office/drawing/2014/main" id="{6966CA35-6F7B-6C4F-AEE3-078FED56DF20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6" name="Oval 1008">
            <a:extLst>
              <a:ext uri="{FF2B5EF4-FFF2-40B4-BE49-F238E27FC236}">
                <a16:creationId xmlns:a16="http://schemas.microsoft.com/office/drawing/2014/main" id="{2CFA9381-C4F6-8A4A-BCBB-31238865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7" name="Freeform 1009">
            <a:extLst>
              <a:ext uri="{FF2B5EF4-FFF2-40B4-BE49-F238E27FC236}">
                <a16:creationId xmlns:a16="http://schemas.microsoft.com/office/drawing/2014/main" id="{B30AEBEB-78E1-754E-BA64-FEE706BFF392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8" name="AutoShape 1010">
            <a:extLst>
              <a:ext uri="{FF2B5EF4-FFF2-40B4-BE49-F238E27FC236}">
                <a16:creationId xmlns:a16="http://schemas.microsoft.com/office/drawing/2014/main" id="{F2779901-7D8F-784A-8E8D-397036700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9" name="AutoShape 1011">
            <a:extLst>
              <a:ext uri="{FF2B5EF4-FFF2-40B4-BE49-F238E27FC236}">
                <a16:creationId xmlns:a16="http://schemas.microsoft.com/office/drawing/2014/main" id="{87A8BD55-4166-4643-A7DA-52B9D36F3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0" name="Oval 1012">
            <a:extLst>
              <a:ext uri="{FF2B5EF4-FFF2-40B4-BE49-F238E27FC236}">
                <a16:creationId xmlns:a16="http://schemas.microsoft.com/office/drawing/2014/main" id="{0F991E83-25F4-2549-B34F-7A9847201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1" name="Oval 1013">
            <a:extLst>
              <a:ext uri="{FF2B5EF4-FFF2-40B4-BE49-F238E27FC236}">
                <a16:creationId xmlns:a16="http://schemas.microsoft.com/office/drawing/2014/main" id="{01F6513A-F015-D94A-929C-75D48673F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2" name="Oval 1014">
            <a:extLst>
              <a:ext uri="{FF2B5EF4-FFF2-40B4-BE49-F238E27FC236}">
                <a16:creationId xmlns:a16="http://schemas.microsoft.com/office/drawing/2014/main" id="{DF2F1710-E7DF-7E48-A534-44E42CD0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3" name="Rectangle 1015">
            <a:extLst>
              <a:ext uri="{FF2B5EF4-FFF2-40B4-BE49-F238E27FC236}">
                <a16:creationId xmlns:a16="http://schemas.microsoft.com/office/drawing/2014/main" id="{328DCBC9-32E9-FD44-B2CF-3BC801D59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47" name="Group 590">
            <a:extLst>
              <a:ext uri="{FF2B5EF4-FFF2-40B4-BE49-F238E27FC236}">
                <a16:creationId xmlns:a16="http://schemas.microsoft.com/office/drawing/2014/main" id="{CCAB7625-FEE3-BB4A-97C1-EF1CC267990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51" name="Picture 591" descr="desktop_computer_stylized_medium">
              <a:extLst>
                <a:ext uri="{FF2B5EF4-FFF2-40B4-BE49-F238E27FC236}">
                  <a16:creationId xmlns:a16="http://schemas.microsoft.com/office/drawing/2014/main" id="{FC71EB74-5BE7-7A48-B637-5058D8494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2" name="Freeform 592">
              <a:extLst>
                <a:ext uri="{FF2B5EF4-FFF2-40B4-BE49-F238E27FC236}">
                  <a16:creationId xmlns:a16="http://schemas.microsoft.com/office/drawing/2014/main" id="{B9007CC0-7362-AE4E-9B5B-742E3046F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46" name="Group 652">
            <a:extLst>
              <a:ext uri="{FF2B5EF4-FFF2-40B4-BE49-F238E27FC236}">
                <a16:creationId xmlns:a16="http://schemas.microsoft.com/office/drawing/2014/main" id="{84B474B2-2AC4-EC40-9EA0-B5E48CE68CBD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453" name="Picture 653" descr="iphone_stylized_small">
              <a:extLst>
                <a:ext uri="{FF2B5EF4-FFF2-40B4-BE49-F238E27FC236}">
                  <a16:creationId xmlns:a16="http://schemas.microsoft.com/office/drawing/2014/main" id="{34A94CEC-DE5F-E64D-A5B4-F04DB32319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4" name="Picture 654" descr="antenna_radiation_stylized">
              <a:extLst>
                <a:ext uri="{FF2B5EF4-FFF2-40B4-BE49-F238E27FC236}">
                  <a16:creationId xmlns:a16="http://schemas.microsoft.com/office/drawing/2014/main" id="{67C4AABE-F80E-F846-A0E8-D555DE64E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3" name="Group 950">
            <a:extLst>
              <a:ext uri="{FF2B5EF4-FFF2-40B4-BE49-F238E27FC236}">
                <a16:creationId xmlns:a16="http://schemas.microsoft.com/office/drawing/2014/main" id="{BF16D25A-05F2-BD48-8851-FCCC3771B7E8}"/>
              </a:ext>
            </a:extLst>
          </p:cNvPr>
          <p:cNvGrpSpPr>
            <a:grpSpLocks/>
          </p:cNvGrpSpPr>
          <p:nvPr/>
        </p:nvGrpSpPr>
        <p:grpSpPr bwMode="auto">
          <a:xfrm>
            <a:off x="10253990" y="5273951"/>
            <a:ext cx="177192" cy="330833"/>
            <a:chOff x="4140" y="429"/>
            <a:chExt cx="1425" cy="2396"/>
          </a:xfrm>
        </p:grpSpPr>
        <p:sp>
          <p:nvSpPr>
            <p:cNvPr id="324" name="Freeform 951">
              <a:extLst>
                <a:ext uri="{FF2B5EF4-FFF2-40B4-BE49-F238E27FC236}">
                  <a16:creationId xmlns:a16="http://schemas.microsoft.com/office/drawing/2014/main" id="{72C50429-8235-E440-B0F8-ADCFAC748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Rectangle 952">
              <a:extLst>
                <a:ext uri="{FF2B5EF4-FFF2-40B4-BE49-F238E27FC236}">
                  <a16:creationId xmlns:a16="http://schemas.microsoft.com/office/drawing/2014/main" id="{C8289D20-20EF-CE4A-B82D-CC6F98B22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6" name="Freeform 953">
              <a:extLst>
                <a:ext uri="{FF2B5EF4-FFF2-40B4-BE49-F238E27FC236}">
                  <a16:creationId xmlns:a16="http://schemas.microsoft.com/office/drawing/2014/main" id="{512EE24C-2BC1-5A45-B541-28FAD5522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" name="Freeform 954">
              <a:extLst>
                <a:ext uri="{FF2B5EF4-FFF2-40B4-BE49-F238E27FC236}">
                  <a16:creationId xmlns:a16="http://schemas.microsoft.com/office/drawing/2014/main" id="{CC26DF50-FD02-994D-80F7-4CD21CC31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8" name="Rectangle 955">
              <a:extLst>
                <a:ext uri="{FF2B5EF4-FFF2-40B4-BE49-F238E27FC236}">
                  <a16:creationId xmlns:a16="http://schemas.microsoft.com/office/drawing/2014/main" id="{12D5F885-EEB6-EA49-8F16-8E65F7B56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29" name="Group 956">
              <a:extLst>
                <a:ext uri="{FF2B5EF4-FFF2-40B4-BE49-F238E27FC236}">
                  <a16:creationId xmlns:a16="http://schemas.microsoft.com/office/drawing/2014/main" id="{4819CF1A-CAA2-2445-BACA-6333C67700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4" name="AutoShape 957">
                <a:extLst>
                  <a:ext uri="{FF2B5EF4-FFF2-40B4-BE49-F238E27FC236}">
                    <a16:creationId xmlns:a16="http://schemas.microsoft.com/office/drawing/2014/main" id="{F403CAA7-7575-5B45-9B26-74060E67E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55" name="AutoShape 958">
                <a:extLst>
                  <a:ext uri="{FF2B5EF4-FFF2-40B4-BE49-F238E27FC236}">
                    <a16:creationId xmlns:a16="http://schemas.microsoft.com/office/drawing/2014/main" id="{E7C03107-B3D4-E74B-8026-51FC5FB4C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0" name="Rectangle 959">
              <a:extLst>
                <a:ext uri="{FF2B5EF4-FFF2-40B4-BE49-F238E27FC236}">
                  <a16:creationId xmlns:a16="http://schemas.microsoft.com/office/drawing/2014/main" id="{8C82FD14-8B3E-4C45-BA2F-1D536922B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31" name="Group 960">
              <a:extLst>
                <a:ext uri="{FF2B5EF4-FFF2-40B4-BE49-F238E27FC236}">
                  <a16:creationId xmlns:a16="http://schemas.microsoft.com/office/drawing/2014/main" id="{848EC42A-6B0F-D74E-99AF-9287D4319D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2" name="AutoShape 961">
                <a:extLst>
                  <a:ext uri="{FF2B5EF4-FFF2-40B4-BE49-F238E27FC236}">
                    <a16:creationId xmlns:a16="http://schemas.microsoft.com/office/drawing/2014/main" id="{5837F05C-C8FD-5D48-B46A-FAF46F8F6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53" name="AutoShape 962">
                <a:extLst>
                  <a:ext uri="{FF2B5EF4-FFF2-40B4-BE49-F238E27FC236}">
                    <a16:creationId xmlns:a16="http://schemas.microsoft.com/office/drawing/2014/main" id="{85884ACD-1556-C049-9208-BBD38D4BC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2" name="Rectangle 963">
              <a:extLst>
                <a:ext uri="{FF2B5EF4-FFF2-40B4-BE49-F238E27FC236}">
                  <a16:creationId xmlns:a16="http://schemas.microsoft.com/office/drawing/2014/main" id="{BB3BDCEC-6ABC-7E44-B9C4-70680B656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3" name="Rectangle 964">
              <a:extLst>
                <a:ext uri="{FF2B5EF4-FFF2-40B4-BE49-F238E27FC236}">
                  <a16:creationId xmlns:a16="http://schemas.microsoft.com/office/drawing/2014/main" id="{BF659529-BF75-D64D-A398-3F5F02E8D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34" name="Group 965">
              <a:extLst>
                <a:ext uri="{FF2B5EF4-FFF2-40B4-BE49-F238E27FC236}">
                  <a16:creationId xmlns:a16="http://schemas.microsoft.com/office/drawing/2014/main" id="{08EED94E-296E-6944-AB01-4E0F74CF60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0" name="AutoShape 966">
                <a:extLst>
                  <a:ext uri="{FF2B5EF4-FFF2-40B4-BE49-F238E27FC236}">
                    <a16:creationId xmlns:a16="http://schemas.microsoft.com/office/drawing/2014/main" id="{E45BC691-EDAB-5043-B974-6931BF4A1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51" name="AutoShape 967">
                <a:extLst>
                  <a:ext uri="{FF2B5EF4-FFF2-40B4-BE49-F238E27FC236}">
                    <a16:creationId xmlns:a16="http://schemas.microsoft.com/office/drawing/2014/main" id="{BC4BCC73-0226-7344-A90F-A319311EB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5" name="Freeform 968">
              <a:extLst>
                <a:ext uri="{FF2B5EF4-FFF2-40B4-BE49-F238E27FC236}">
                  <a16:creationId xmlns:a16="http://schemas.microsoft.com/office/drawing/2014/main" id="{4D3CB3E6-04E9-DD42-A1E2-B9CFDE5F4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6" name="Group 969">
              <a:extLst>
                <a:ext uri="{FF2B5EF4-FFF2-40B4-BE49-F238E27FC236}">
                  <a16:creationId xmlns:a16="http://schemas.microsoft.com/office/drawing/2014/main" id="{D3A85C8F-5C9D-004C-BED1-826FD6B753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8" name="AutoShape 970">
                <a:extLst>
                  <a:ext uri="{FF2B5EF4-FFF2-40B4-BE49-F238E27FC236}">
                    <a16:creationId xmlns:a16="http://schemas.microsoft.com/office/drawing/2014/main" id="{61DC189F-D857-CE49-9706-A99AFD074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49" name="AutoShape 971">
                <a:extLst>
                  <a:ext uri="{FF2B5EF4-FFF2-40B4-BE49-F238E27FC236}">
                    <a16:creationId xmlns:a16="http://schemas.microsoft.com/office/drawing/2014/main" id="{8FED6611-7057-CD45-9474-CA215533CF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7" name="Rectangle 972">
              <a:extLst>
                <a:ext uri="{FF2B5EF4-FFF2-40B4-BE49-F238E27FC236}">
                  <a16:creationId xmlns:a16="http://schemas.microsoft.com/office/drawing/2014/main" id="{043E3E2C-723D-CA49-8604-B8FA4FD29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8" name="Freeform 973">
              <a:extLst>
                <a:ext uri="{FF2B5EF4-FFF2-40B4-BE49-F238E27FC236}">
                  <a16:creationId xmlns:a16="http://schemas.microsoft.com/office/drawing/2014/main" id="{A7D59DBF-B240-2743-8F05-CD6652179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9" name="Freeform 974">
              <a:extLst>
                <a:ext uri="{FF2B5EF4-FFF2-40B4-BE49-F238E27FC236}">
                  <a16:creationId xmlns:a16="http://schemas.microsoft.com/office/drawing/2014/main" id="{782758E0-5FA1-2541-8957-4820DA264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0" name="Oval 975">
              <a:extLst>
                <a:ext uri="{FF2B5EF4-FFF2-40B4-BE49-F238E27FC236}">
                  <a16:creationId xmlns:a16="http://schemas.microsoft.com/office/drawing/2014/main" id="{E43434A9-1771-1841-B10D-00C68B13F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1" name="Freeform 976">
              <a:extLst>
                <a:ext uri="{FF2B5EF4-FFF2-40B4-BE49-F238E27FC236}">
                  <a16:creationId xmlns:a16="http://schemas.microsoft.com/office/drawing/2014/main" id="{7F3BC29B-77D4-0345-BC99-5EBDE5178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2" name="AutoShape 977">
              <a:extLst>
                <a:ext uri="{FF2B5EF4-FFF2-40B4-BE49-F238E27FC236}">
                  <a16:creationId xmlns:a16="http://schemas.microsoft.com/office/drawing/2014/main" id="{AB8C4D5D-D558-0E48-B735-10A1700F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3" name="AutoShape 978">
              <a:extLst>
                <a:ext uri="{FF2B5EF4-FFF2-40B4-BE49-F238E27FC236}">
                  <a16:creationId xmlns:a16="http://schemas.microsoft.com/office/drawing/2014/main" id="{A52E34C3-2A4E-6E43-AEAD-80E9029E9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4" name="Oval 979">
              <a:extLst>
                <a:ext uri="{FF2B5EF4-FFF2-40B4-BE49-F238E27FC236}">
                  <a16:creationId xmlns:a16="http://schemas.microsoft.com/office/drawing/2014/main" id="{CF996EB8-B8AF-1645-81FB-5C4480FC1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5" name="Oval 980">
              <a:extLst>
                <a:ext uri="{FF2B5EF4-FFF2-40B4-BE49-F238E27FC236}">
                  <a16:creationId xmlns:a16="http://schemas.microsoft.com/office/drawing/2014/main" id="{6ABBF416-3D25-A54A-B9CB-9BC7B8D8B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6" name="Oval 981">
              <a:extLst>
                <a:ext uri="{FF2B5EF4-FFF2-40B4-BE49-F238E27FC236}">
                  <a16:creationId xmlns:a16="http://schemas.microsoft.com/office/drawing/2014/main" id="{BEBFB614-43B9-5A4B-8E5D-794244BE1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7" name="Rectangle 982">
              <a:extLst>
                <a:ext uri="{FF2B5EF4-FFF2-40B4-BE49-F238E27FC236}">
                  <a16:creationId xmlns:a16="http://schemas.microsoft.com/office/drawing/2014/main" id="{C5CE1C8E-4047-8540-B7FB-EBAB3DBC6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84" name="Group 950">
            <a:extLst>
              <a:ext uri="{FF2B5EF4-FFF2-40B4-BE49-F238E27FC236}">
                <a16:creationId xmlns:a16="http://schemas.microsoft.com/office/drawing/2014/main" id="{7CEBBAF6-579E-3943-B1EB-BB883618D6D9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85" name="Freeform 951">
              <a:extLst>
                <a:ext uri="{FF2B5EF4-FFF2-40B4-BE49-F238E27FC236}">
                  <a16:creationId xmlns:a16="http://schemas.microsoft.com/office/drawing/2014/main" id="{984581C6-7CED-A042-809F-11066F04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6" name="Rectangle 952">
              <a:extLst>
                <a:ext uri="{FF2B5EF4-FFF2-40B4-BE49-F238E27FC236}">
                  <a16:creationId xmlns:a16="http://schemas.microsoft.com/office/drawing/2014/main" id="{0E0A78D4-7C3B-2143-AE69-FA504AD75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7" name="Freeform 953">
              <a:extLst>
                <a:ext uri="{FF2B5EF4-FFF2-40B4-BE49-F238E27FC236}">
                  <a16:creationId xmlns:a16="http://schemas.microsoft.com/office/drawing/2014/main" id="{B0C7F238-A8B7-7443-8BA5-8939FF6B5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8" name="Freeform 954">
              <a:extLst>
                <a:ext uri="{FF2B5EF4-FFF2-40B4-BE49-F238E27FC236}">
                  <a16:creationId xmlns:a16="http://schemas.microsoft.com/office/drawing/2014/main" id="{6F90FD17-11E4-EE4F-AF2F-7122C053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9" name="Rectangle 955">
              <a:extLst>
                <a:ext uri="{FF2B5EF4-FFF2-40B4-BE49-F238E27FC236}">
                  <a16:creationId xmlns:a16="http://schemas.microsoft.com/office/drawing/2014/main" id="{53A75298-B138-094F-9787-1B231F480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0" name="Group 956">
              <a:extLst>
                <a:ext uri="{FF2B5EF4-FFF2-40B4-BE49-F238E27FC236}">
                  <a16:creationId xmlns:a16="http://schemas.microsoft.com/office/drawing/2014/main" id="{AD456B50-CD82-6F4C-9CF1-09ABBC571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5" name="AutoShape 957">
                <a:extLst>
                  <a:ext uri="{FF2B5EF4-FFF2-40B4-BE49-F238E27FC236}">
                    <a16:creationId xmlns:a16="http://schemas.microsoft.com/office/drawing/2014/main" id="{4C074F81-A723-5F4E-9479-CE1CDCFBC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6" name="AutoShape 958">
                <a:extLst>
                  <a:ext uri="{FF2B5EF4-FFF2-40B4-BE49-F238E27FC236}">
                    <a16:creationId xmlns:a16="http://schemas.microsoft.com/office/drawing/2014/main" id="{4DE71513-1E1D-B644-992C-AE6AB0DB1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1" name="Rectangle 959">
              <a:extLst>
                <a:ext uri="{FF2B5EF4-FFF2-40B4-BE49-F238E27FC236}">
                  <a16:creationId xmlns:a16="http://schemas.microsoft.com/office/drawing/2014/main" id="{05D448DB-B3CB-C64D-8C4B-72D790DFF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2" name="Group 960">
              <a:extLst>
                <a:ext uri="{FF2B5EF4-FFF2-40B4-BE49-F238E27FC236}">
                  <a16:creationId xmlns:a16="http://schemas.microsoft.com/office/drawing/2014/main" id="{9CDEBDA5-A066-D749-B9E9-47DB05253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3" name="AutoShape 961">
                <a:extLst>
                  <a:ext uri="{FF2B5EF4-FFF2-40B4-BE49-F238E27FC236}">
                    <a16:creationId xmlns:a16="http://schemas.microsoft.com/office/drawing/2014/main" id="{8E73CA32-EF58-EA45-A4FE-37E560EBE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4" name="AutoShape 962">
                <a:extLst>
                  <a:ext uri="{FF2B5EF4-FFF2-40B4-BE49-F238E27FC236}">
                    <a16:creationId xmlns:a16="http://schemas.microsoft.com/office/drawing/2014/main" id="{2E2C05F9-1F42-CF46-83F8-339E874CF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3" name="Rectangle 963">
              <a:extLst>
                <a:ext uri="{FF2B5EF4-FFF2-40B4-BE49-F238E27FC236}">
                  <a16:creationId xmlns:a16="http://schemas.microsoft.com/office/drawing/2014/main" id="{D2B5715C-9E55-D04D-BD32-A700B9DCC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4" name="Rectangle 964">
              <a:extLst>
                <a:ext uri="{FF2B5EF4-FFF2-40B4-BE49-F238E27FC236}">
                  <a16:creationId xmlns:a16="http://schemas.microsoft.com/office/drawing/2014/main" id="{3A8FF8A7-C248-1B42-80FA-051974D95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95" name="Group 965">
              <a:extLst>
                <a:ext uri="{FF2B5EF4-FFF2-40B4-BE49-F238E27FC236}">
                  <a16:creationId xmlns:a16="http://schemas.microsoft.com/office/drawing/2014/main" id="{8E71E5B0-A3F5-D344-B255-99112EB19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1" name="AutoShape 966">
                <a:extLst>
                  <a:ext uri="{FF2B5EF4-FFF2-40B4-BE49-F238E27FC236}">
                    <a16:creationId xmlns:a16="http://schemas.microsoft.com/office/drawing/2014/main" id="{A2F22898-EA39-FB4D-B255-ABCB1B7C1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2" name="AutoShape 967">
                <a:extLst>
                  <a:ext uri="{FF2B5EF4-FFF2-40B4-BE49-F238E27FC236}">
                    <a16:creationId xmlns:a16="http://schemas.microsoft.com/office/drawing/2014/main" id="{FBF034BA-270B-6F40-B57B-8A19ABF28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6" name="Freeform 968">
              <a:extLst>
                <a:ext uri="{FF2B5EF4-FFF2-40B4-BE49-F238E27FC236}">
                  <a16:creationId xmlns:a16="http://schemas.microsoft.com/office/drawing/2014/main" id="{C6616798-D999-124B-8365-0FF6B1AC6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7" name="Group 969">
              <a:extLst>
                <a:ext uri="{FF2B5EF4-FFF2-40B4-BE49-F238E27FC236}">
                  <a16:creationId xmlns:a16="http://schemas.microsoft.com/office/drawing/2014/main" id="{0D2B7299-399C-9748-80B1-8B82EA570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9" name="AutoShape 970">
                <a:extLst>
                  <a:ext uri="{FF2B5EF4-FFF2-40B4-BE49-F238E27FC236}">
                    <a16:creationId xmlns:a16="http://schemas.microsoft.com/office/drawing/2014/main" id="{791F8FFE-36CE-5D47-899C-7B6F5471D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10" name="AutoShape 971">
                <a:extLst>
                  <a:ext uri="{FF2B5EF4-FFF2-40B4-BE49-F238E27FC236}">
                    <a16:creationId xmlns:a16="http://schemas.microsoft.com/office/drawing/2014/main" id="{96614370-C84C-644E-AF93-94853FD47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8" name="Rectangle 972">
              <a:extLst>
                <a:ext uri="{FF2B5EF4-FFF2-40B4-BE49-F238E27FC236}">
                  <a16:creationId xmlns:a16="http://schemas.microsoft.com/office/drawing/2014/main" id="{3024E21F-4580-974D-A923-DBF7106EF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9" name="Freeform 973">
              <a:extLst>
                <a:ext uri="{FF2B5EF4-FFF2-40B4-BE49-F238E27FC236}">
                  <a16:creationId xmlns:a16="http://schemas.microsoft.com/office/drawing/2014/main" id="{355CC750-A436-114A-B13D-15B18BE00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0" name="Freeform 974">
              <a:extLst>
                <a:ext uri="{FF2B5EF4-FFF2-40B4-BE49-F238E27FC236}">
                  <a16:creationId xmlns:a16="http://schemas.microsoft.com/office/drawing/2014/main" id="{D88AEB08-419C-994D-B9AF-2D260494D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1" name="Oval 975">
              <a:extLst>
                <a:ext uri="{FF2B5EF4-FFF2-40B4-BE49-F238E27FC236}">
                  <a16:creationId xmlns:a16="http://schemas.microsoft.com/office/drawing/2014/main" id="{A70DC3D0-7F41-FB4E-BF25-4A8051E0D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2" name="Freeform 976">
              <a:extLst>
                <a:ext uri="{FF2B5EF4-FFF2-40B4-BE49-F238E27FC236}">
                  <a16:creationId xmlns:a16="http://schemas.microsoft.com/office/drawing/2014/main" id="{00011472-61BE-7D4E-BF36-C4C4F0A5D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AutoShape 977">
              <a:extLst>
                <a:ext uri="{FF2B5EF4-FFF2-40B4-BE49-F238E27FC236}">
                  <a16:creationId xmlns:a16="http://schemas.microsoft.com/office/drawing/2014/main" id="{369D2889-1BFC-A340-B67F-54F258D6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4" name="AutoShape 978">
              <a:extLst>
                <a:ext uri="{FF2B5EF4-FFF2-40B4-BE49-F238E27FC236}">
                  <a16:creationId xmlns:a16="http://schemas.microsoft.com/office/drawing/2014/main" id="{CEFA09E5-3186-4445-AD94-60C0E1519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5" name="Oval 979">
              <a:extLst>
                <a:ext uri="{FF2B5EF4-FFF2-40B4-BE49-F238E27FC236}">
                  <a16:creationId xmlns:a16="http://schemas.microsoft.com/office/drawing/2014/main" id="{9AFADA62-C3CB-594F-8048-887106427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6" name="Oval 980">
              <a:extLst>
                <a:ext uri="{FF2B5EF4-FFF2-40B4-BE49-F238E27FC236}">
                  <a16:creationId xmlns:a16="http://schemas.microsoft.com/office/drawing/2014/main" id="{C82FFABC-4C4C-6243-9D2D-3C99FBC51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7" name="Oval 981">
              <a:extLst>
                <a:ext uri="{FF2B5EF4-FFF2-40B4-BE49-F238E27FC236}">
                  <a16:creationId xmlns:a16="http://schemas.microsoft.com/office/drawing/2014/main" id="{C0EFDD4D-FB5A-6D4E-97DD-CFA89D4A9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08" name="Rectangle 982">
              <a:extLst>
                <a:ext uri="{FF2B5EF4-FFF2-40B4-BE49-F238E27FC236}">
                  <a16:creationId xmlns:a16="http://schemas.microsoft.com/office/drawing/2014/main" id="{99A1B872-581F-BE49-AADF-3A6775C16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38FF4C3-D0A2-D548-89C0-C35D3E53032F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027716F5-6A2D-404B-ADB2-50CDACB020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C3297389-072E-FE41-B64F-4D54440AB36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36323224-311B-EE47-BE36-F2BE4EA6BC7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BD802D6F-DAFD-DC41-83D1-DF0F4A2A79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2CE211BA-1FF8-2548-A6C8-5CD1E12C3E1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D363DDD6-C621-F146-B8DA-4A9DDE186B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BB3402A2-EE9C-A240-899D-8BDF14CF43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123C752-3FFB-E84D-9E48-DBC9A9F48F37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D524F684-301C-7542-A0A4-3757318273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BF20040-D9C8-B74E-BC0D-F15797752E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9553B03-2EF0-1445-BD4E-875D98E5849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DAB927EA-DECF-FE4A-BE5D-802F016FB19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2414339B-8AC7-2444-AC70-285A203D116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AEF6DCDC-2F65-B349-B551-DC3FACF6D5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8F1EA0F6-ACA7-C443-A514-F770A383688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ECEC947-F5C8-414B-A56E-EBE5DFFEDB1C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86294923-1C02-5240-95DE-EA2186392E2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AB3674D-1CCE-274D-BF8E-CEFECF766B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86166535-C584-C14C-9137-7498CC96E8F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17514CA1-86B8-BA44-B4A0-0CEB1F62C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D28E726-BB5D-5644-9E9D-DEEB2E0B1FF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BDE8E149-5BA9-CB4C-9AC6-1EED7308D8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BAF1B228-D777-8846-8B1B-6476F6C2AA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8973B1E-A991-8E45-9FF7-7AF7F179E328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5A098E30-A66F-FA4D-9EE8-C0C83DE6D50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051367D4-C1D9-AF45-9A24-031126A629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8C4167F2-26A6-0A41-9F23-581BB1D6E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8AABD328-91C1-C94D-8CB5-66F9CC0DC0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23CBCA43-9398-E043-A20B-00567B73DB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06C3D6EF-A0CB-F34C-9C57-9FA0403502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66D08B47-1DCF-994C-84EE-6C7E588A1D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EFE641A-589B-7942-BC31-34CA4265ECA8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36DE3EE-811C-674F-9142-302E5E9C559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800B155-CF25-D24C-9B92-B08AAAB831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0AEF1A2-025A-BC41-A84F-2DC3E058332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8D3F6F1A-FE14-8948-A78A-73AA88A44A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B90EE21A-C2A8-0D42-B6A5-6C7D12BEBF0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A5097ED-FFBF-4544-860B-3817BA811B2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6DF62723-77FE-9247-98F5-987E793C56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7" name="Group 850">
            <a:extLst>
              <a:ext uri="{FF2B5EF4-FFF2-40B4-BE49-F238E27FC236}">
                <a16:creationId xmlns:a16="http://schemas.microsoft.com/office/drawing/2014/main" id="{4F552D9E-30F7-A14F-B4D6-B51A5A66BDB8}"/>
              </a:ext>
            </a:extLst>
          </p:cNvPr>
          <p:cNvGrpSpPr>
            <a:grpSpLocks/>
          </p:cNvGrpSpPr>
          <p:nvPr/>
        </p:nvGrpSpPr>
        <p:grpSpPr bwMode="auto">
          <a:xfrm>
            <a:off x="7566349" y="3812814"/>
            <a:ext cx="496588" cy="96676"/>
            <a:chOff x="2199" y="955"/>
            <a:chExt cx="2547" cy="506"/>
          </a:xfrm>
        </p:grpSpPr>
        <p:sp>
          <p:nvSpPr>
            <p:cNvPr id="548" name="Freeform 851">
              <a:extLst>
                <a:ext uri="{FF2B5EF4-FFF2-40B4-BE49-F238E27FC236}">
                  <a16:creationId xmlns:a16="http://schemas.microsoft.com/office/drawing/2014/main" id="{47E21BF6-929B-3A47-8266-F43071DB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9" name="Freeform 852">
              <a:extLst>
                <a:ext uri="{FF2B5EF4-FFF2-40B4-BE49-F238E27FC236}">
                  <a16:creationId xmlns:a16="http://schemas.microsoft.com/office/drawing/2014/main" id="{977E0CCA-A1C1-F142-8BCA-8B6415F00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0" name="Freeform 853">
              <a:extLst>
                <a:ext uri="{FF2B5EF4-FFF2-40B4-BE49-F238E27FC236}">
                  <a16:creationId xmlns:a16="http://schemas.microsoft.com/office/drawing/2014/main" id="{AFEC8E43-9448-CC47-A12E-E3D3988EA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1" name="Freeform 854">
              <a:extLst>
                <a:ext uri="{FF2B5EF4-FFF2-40B4-BE49-F238E27FC236}">
                  <a16:creationId xmlns:a16="http://schemas.microsoft.com/office/drawing/2014/main" id="{9974E21E-DE2A-F14B-9EEA-8E995ACB2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2" name="Freeform 855">
              <a:extLst>
                <a:ext uri="{FF2B5EF4-FFF2-40B4-BE49-F238E27FC236}">
                  <a16:creationId xmlns:a16="http://schemas.microsoft.com/office/drawing/2014/main" id="{526B7E0C-0C34-C149-980C-9D4078DFB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3" name="Freeform 856">
              <a:extLst>
                <a:ext uri="{FF2B5EF4-FFF2-40B4-BE49-F238E27FC236}">
                  <a16:creationId xmlns:a16="http://schemas.microsoft.com/office/drawing/2014/main" id="{8F99464E-957F-4E48-BA20-3C5D8011E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88" name="Group 850">
            <a:extLst>
              <a:ext uri="{FF2B5EF4-FFF2-40B4-BE49-F238E27FC236}">
                <a16:creationId xmlns:a16="http://schemas.microsoft.com/office/drawing/2014/main" id="{29210D43-18C8-0641-B681-3446080C3F9A}"/>
              </a:ext>
            </a:extLst>
          </p:cNvPr>
          <p:cNvGrpSpPr>
            <a:grpSpLocks/>
          </p:cNvGrpSpPr>
          <p:nvPr/>
        </p:nvGrpSpPr>
        <p:grpSpPr bwMode="auto">
          <a:xfrm>
            <a:off x="7801777" y="3327400"/>
            <a:ext cx="269073" cy="46492"/>
            <a:chOff x="2199" y="955"/>
            <a:chExt cx="2547" cy="506"/>
          </a:xfrm>
        </p:grpSpPr>
        <p:sp>
          <p:nvSpPr>
            <p:cNvPr id="597" name="Freeform 851">
              <a:extLst>
                <a:ext uri="{FF2B5EF4-FFF2-40B4-BE49-F238E27FC236}">
                  <a16:creationId xmlns:a16="http://schemas.microsoft.com/office/drawing/2014/main" id="{36DCC3D2-0891-2541-A191-1251BBEF9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8" name="Freeform 852">
              <a:extLst>
                <a:ext uri="{FF2B5EF4-FFF2-40B4-BE49-F238E27FC236}">
                  <a16:creationId xmlns:a16="http://schemas.microsoft.com/office/drawing/2014/main" id="{D5277460-B4E3-524F-9433-384917AEC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9" name="Freeform 853">
              <a:extLst>
                <a:ext uri="{FF2B5EF4-FFF2-40B4-BE49-F238E27FC236}">
                  <a16:creationId xmlns:a16="http://schemas.microsoft.com/office/drawing/2014/main" id="{B805595D-4D0C-7944-A9AD-4D3ADF561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0" name="Freeform 854">
              <a:extLst>
                <a:ext uri="{FF2B5EF4-FFF2-40B4-BE49-F238E27FC236}">
                  <a16:creationId xmlns:a16="http://schemas.microsoft.com/office/drawing/2014/main" id="{E00F00F5-C22C-9E4F-AD64-60E1AB2F4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1" name="Freeform 855">
              <a:extLst>
                <a:ext uri="{FF2B5EF4-FFF2-40B4-BE49-F238E27FC236}">
                  <a16:creationId xmlns:a16="http://schemas.microsoft.com/office/drawing/2014/main" id="{91BD7366-39AE-8B41-B7C8-842550369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2" name="Freeform 856">
              <a:extLst>
                <a:ext uri="{FF2B5EF4-FFF2-40B4-BE49-F238E27FC236}">
                  <a16:creationId xmlns:a16="http://schemas.microsoft.com/office/drawing/2014/main" id="{7FC3F21F-3A7A-BD48-A40A-00C122D9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03" name="Group 850">
            <a:extLst>
              <a:ext uri="{FF2B5EF4-FFF2-40B4-BE49-F238E27FC236}">
                <a16:creationId xmlns:a16="http://schemas.microsoft.com/office/drawing/2014/main" id="{BE7F245F-72C2-A043-82DE-6C0AE3E66523}"/>
              </a:ext>
            </a:extLst>
          </p:cNvPr>
          <p:cNvGrpSpPr>
            <a:grpSpLocks/>
          </p:cNvGrpSpPr>
          <p:nvPr/>
        </p:nvGrpSpPr>
        <p:grpSpPr bwMode="auto">
          <a:xfrm>
            <a:off x="7493802" y="3422650"/>
            <a:ext cx="269073" cy="46492"/>
            <a:chOff x="2199" y="955"/>
            <a:chExt cx="2547" cy="506"/>
          </a:xfrm>
        </p:grpSpPr>
        <p:sp>
          <p:nvSpPr>
            <p:cNvPr id="604" name="Freeform 851">
              <a:extLst>
                <a:ext uri="{FF2B5EF4-FFF2-40B4-BE49-F238E27FC236}">
                  <a16:creationId xmlns:a16="http://schemas.microsoft.com/office/drawing/2014/main" id="{B712963A-1E2A-3643-B5C3-4E552B192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5" name="Freeform 852">
              <a:extLst>
                <a:ext uri="{FF2B5EF4-FFF2-40B4-BE49-F238E27FC236}">
                  <a16:creationId xmlns:a16="http://schemas.microsoft.com/office/drawing/2014/main" id="{470DE5CF-9167-9246-A722-9E8442274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6" name="Freeform 853">
              <a:extLst>
                <a:ext uri="{FF2B5EF4-FFF2-40B4-BE49-F238E27FC236}">
                  <a16:creationId xmlns:a16="http://schemas.microsoft.com/office/drawing/2014/main" id="{BD37A15B-27DE-5640-BDCC-45492602C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7" name="Freeform 854">
              <a:extLst>
                <a:ext uri="{FF2B5EF4-FFF2-40B4-BE49-F238E27FC236}">
                  <a16:creationId xmlns:a16="http://schemas.microsoft.com/office/drawing/2014/main" id="{8F353A5D-F3B9-A24E-A816-361069C5B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8" name="Freeform 855">
              <a:extLst>
                <a:ext uri="{FF2B5EF4-FFF2-40B4-BE49-F238E27FC236}">
                  <a16:creationId xmlns:a16="http://schemas.microsoft.com/office/drawing/2014/main" id="{2A37387A-9AD7-7347-9B59-5E3423DC0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9" name="Freeform 856">
              <a:extLst>
                <a:ext uri="{FF2B5EF4-FFF2-40B4-BE49-F238E27FC236}">
                  <a16:creationId xmlns:a16="http://schemas.microsoft.com/office/drawing/2014/main" id="{EE58E058-DE5E-E74A-88A3-CEE247A6F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10" name="Group 850">
            <a:extLst>
              <a:ext uri="{FF2B5EF4-FFF2-40B4-BE49-F238E27FC236}">
                <a16:creationId xmlns:a16="http://schemas.microsoft.com/office/drawing/2014/main" id="{E3F84402-6524-194E-A94B-4A0A73FB3611}"/>
              </a:ext>
            </a:extLst>
          </p:cNvPr>
          <p:cNvGrpSpPr>
            <a:grpSpLocks/>
          </p:cNvGrpSpPr>
          <p:nvPr/>
        </p:nvGrpSpPr>
        <p:grpSpPr bwMode="auto">
          <a:xfrm>
            <a:off x="7439349" y="2355850"/>
            <a:ext cx="399726" cy="74090"/>
            <a:chOff x="2199" y="955"/>
            <a:chExt cx="2547" cy="506"/>
          </a:xfrm>
        </p:grpSpPr>
        <p:sp>
          <p:nvSpPr>
            <p:cNvPr id="611" name="Freeform 851">
              <a:extLst>
                <a:ext uri="{FF2B5EF4-FFF2-40B4-BE49-F238E27FC236}">
                  <a16:creationId xmlns:a16="http://schemas.microsoft.com/office/drawing/2014/main" id="{1E84A0F2-859D-ED43-B462-FB6DCAD4E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2" name="Freeform 852">
              <a:extLst>
                <a:ext uri="{FF2B5EF4-FFF2-40B4-BE49-F238E27FC236}">
                  <a16:creationId xmlns:a16="http://schemas.microsoft.com/office/drawing/2014/main" id="{F5ACD2B7-2AE4-D246-A087-5ECDBCFE3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3" name="Freeform 853">
              <a:extLst>
                <a:ext uri="{FF2B5EF4-FFF2-40B4-BE49-F238E27FC236}">
                  <a16:creationId xmlns:a16="http://schemas.microsoft.com/office/drawing/2014/main" id="{759F9135-879C-BF4F-AFC5-818266E32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4" name="Freeform 854">
              <a:extLst>
                <a:ext uri="{FF2B5EF4-FFF2-40B4-BE49-F238E27FC236}">
                  <a16:creationId xmlns:a16="http://schemas.microsoft.com/office/drawing/2014/main" id="{6CCBF41C-B507-F94D-948A-DE3FCE8B0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5" name="Freeform 855">
              <a:extLst>
                <a:ext uri="{FF2B5EF4-FFF2-40B4-BE49-F238E27FC236}">
                  <a16:creationId xmlns:a16="http://schemas.microsoft.com/office/drawing/2014/main" id="{F49FB24E-6FA4-654E-852C-85E4BB855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6" name="Freeform 856">
              <a:extLst>
                <a:ext uri="{FF2B5EF4-FFF2-40B4-BE49-F238E27FC236}">
                  <a16:creationId xmlns:a16="http://schemas.microsoft.com/office/drawing/2014/main" id="{BC5E9B76-5823-534D-A665-5761962C2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24" name="Group 850">
            <a:extLst>
              <a:ext uri="{FF2B5EF4-FFF2-40B4-BE49-F238E27FC236}">
                <a16:creationId xmlns:a16="http://schemas.microsoft.com/office/drawing/2014/main" id="{D967DD69-1C1F-4942-88FF-DBC278423524}"/>
              </a:ext>
            </a:extLst>
          </p:cNvPr>
          <p:cNvGrpSpPr>
            <a:grpSpLocks/>
          </p:cNvGrpSpPr>
          <p:nvPr/>
        </p:nvGrpSpPr>
        <p:grpSpPr bwMode="auto">
          <a:xfrm>
            <a:off x="7756849" y="1863725"/>
            <a:ext cx="399726" cy="74090"/>
            <a:chOff x="2199" y="955"/>
            <a:chExt cx="2547" cy="506"/>
          </a:xfrm>
        </p:grpSpPr>
        <p:sp>
          <p:nvSpPr>
            <p:cNvPr id="625" name="Freeform 851">
              <a:extLst>
                <a:ext uri="{FF2B5EF4-FFF2-40B4-BE49-F238E27FC236}">
                  <a16:creationId xmlns:a16="http://schemas.microsoft.com/office/drawing/2014/main" id="{C0A1A462-018A-7347-8CBD-7006888DF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6" name="Freeform 852">
              <a:extLst>
                <a:ext uri="{FF2B5EF4-FFF2-40B4-BE49-F238E27FC236}">
                  <a16:creationId xmlns:a16="http://schemas.microsoft.com/office/drawing/2014/main" id="{22F09480-8DE6-5D4E-A19F-5BA801D7A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7" name="Freeform 853">
              <a:extLst>
                <a:ext uri="{FF2B5EF4-FFF2-40B4-BE49-F238E27FC236}">
                  <a16:creationId xmlns:a16="http://schemas.microsoft.com/office/drawing/2014/main" id="{53F1DF53-28BC-264A-BBA0-4D802EB02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8" name="Freeform 854">
              <a:extLst>
                <a:ext uri="{FF2B5EF4-FFF2-40B4-BE49-F238E27FC236}">
                  <a16:creationId xmlns:a16="http://schemas.microsoft.com/office/drawing/2014/main" id="{61608420-02E2-254C-ACD1-27ABB5ED1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9" name="Freeform 855">
              <a:extLst>
                <a:ext uri="{FF2B5EF4-FFF2-40B4-BE49-F238E27FC236}">
                  <a16:creationId xmlns:a16="http://schemas.microsoft.com/office/drawing/2014/main" id="{0670B0D6-0581-E44E-ADBE-91BB69BB5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0" name="Freeform 856">
              <a:extLst>
                <a:ext uri="{FF2B5EF4-FFF2-40B4-BE49-F238E27FC236}">
                  <a16:creationId xmlns:a16="http://schemas.microsoft.com/office/drawing/2014/main" id="{AD6F69E6-2C1F-CC46-A5B9-D1AC96F68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31" name="Group 850">
            <a:extLst>
              <a:ext uri="{FF2B5EF4-FFF2-40B4-BE49-F238E27FC236}">
                <a16:creationId xmlns:a16="http://schemas.microsoft.com/office/drawing/2014/main" id="{62F6DC99-EDA6-6948-A435-6A965BBBDC7F}"/>
              </a:ext>
            </a:extLst>
          </p:cNvPr>
          <p:cNvGrpSpPr>
            <a:grpSpLocks/>
          </p:cNvGrpSpPr>
          <p:nvPr/>
        </p:nvGrpSpPr>
        <p:grpSpPr bwMode="auto">
          <a:xfrm>
            <a:off x="8709349" y="2057400"/>
            <a:ext cx="399726" cy="74090"/>
            <a:chOff x="2199" y="955"/>
            <a:chExt cx="2547" cy="506"/>
          </a:xfrm>
        </p:grpSpPr>
        <p:sp>
          <p:nvSpPr>
            <p:cNvPr id="632" name="Freeform 851">
              <a:extLst>
                <a:ext uri="{FF2B5EF4-FFF2-40B4-BE49-F238E27FC236}">
                  <a16:creationId xmlns:a16="http://schemas.microsoft.com/office/drawing/2014/main" id="{9E06E7BD-A2EF-5A4E-A34B-606CF6385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3" name="Freeform 852">
              <a:extLst>
                <a:ext uri="{FF2B5EF4-FFF2-40B4-BE49-F238E27FC236}">
                  <a16:creationId xmlns:a16="http://schemas.microsoft.com/office/drawing/2014/main" id="{A8B52BE3-CB73-904C-84C5-EB4ED3470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4" name="Freeform 853">
              <a:extLst>
                <a:ext uri="{FF2B5EF4-FFF2-40B4-BE49-F238E27FC236}">
                  <a16:creationId xmlns:a16="http://schemas.microsoft.com/office/drawing/2014/main" id="{13C0497F-B26E-6347-8A3D-7B1091C04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5" name="Freeform 854">
              <a:extLst>
                <a:ext uri="{FF2B5EF4-FFF2-40B4-BE49-F238E27FC236}">
                  <a16:creationId xmlns:a16="http://schemas.microsoft.com/office/drawing/2014/main" id="{D5A7D90C-8586-EC4C-B8AE-53ADC2C0E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6" name="Freeform 855">
              <a:extLst>
                <a:ext uri="{FF2B5EF4-FFF2-40B4-BE49-F238E27FC236}">
                  <a16:creationId xmlns:a16="http://schemas.microsoft.com/office/drawing/2014/main" id="{C7871F0A-571C-A942-9C96-20D90FBDB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7" name="Freeform 856">
              <a:extLst>
                <a:ext uri="{FF2B5EF4-FFF2-40B4-BE49-F238E27FC236}">
                  <a16:creationId xmlns:a16="http://schemas.microsoft.com/office/drawing/2014/main" id="{A1A01D86-638D-3644-B20B-066BDFC41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38" name="Group 850">
            <a:extLst>
              <a:ext uri="{FF2B5EF4-FFF2-40B4-BE49-F238E27FC236}">
                <a16:creationId xmlns:a16="http://schemas.microsoft.com/office/drawing/2014/main" id="{C59EF036-7544-CD4B-98C5-190F592891A5}"/>
              </a:ext>
            </a:extLst>
          </p:cNvPr>
          <p:cNvGrpSpPr>
            <a:grpSpLocks/>
          </p:cNvGrpSpPr>
          <p:nvPr/>
        </p:nvGrpSpPr>
        <p:grpSpPr bwMode="auto">
          <a:xfrm>
            <a:off x="8639499" y="2320925"/>
            <a:ext cx="399726" cy="74090"/>
            <a:chOff x="2199" y="955"/>
            <a:chExt cx="2547" cy="506"/>
          </a:xfrm>
        </p:grpSpPr>
        <p:sp>
          <p:nvSpPr>
            <p:cNvPr id="639" name="Freeform 851">
              <a:extLst>
                <a:ext uri="{FF2B5EF4-FFF2-40B4-BE49-F238E27FC236}">
                  <a16:creationId xmlns:a16="http://schemas.microsoft.com/office/drawing/2014/main" id="{F5A6E6AF-D117-5E41-8785-04B0EC2CA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852">
              <a:extLst>
                <a:ext uri="{FF2B5EF4-FFF2-40B4-BE49-F238E27FC236}">
                  <a16:creationId xmlns:a16="http://schemas.microsoft.com/office/drawing/2014/main" id="{8595B388-6685-8E4F-BDEB-FA923F291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853">
              <a:extLst>
                <a:ext uri="{FF2B5EF4-FFF2-40B4-BE49-F238E27FC236}">
                  <a16:creationId xmlns:a16="http://schemas.microsoft.com/office/drawing/2014/main" id="{C4382DCB-82DC-E84A-BABC-A28B22D1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854">
              <a:extLst>
                <a:ext uri="{FF2B5EF4-FFF2-40B4-BE49-F238E27FC236}">
                  <a16:creationId xmlns:a16="http://schemas.microsoft.com/office/drawing/2014/main" id="{8582F608-341E-2B44-81DA-A22C72A0D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855">
              <a:extLst>
                <a:ext uri="{FF2B5EF4-FFF2-40B4-BE49-F238E27FC236}">
                  <a16:creationId xmlns:a16="http://schemas.microsoft.com/office/drawing/2014/main" id="{E9219FD5-AC73-0E49-9022-036371064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856">
              <a:extLst>
                <a:ext uri="{FF2B5EF4-FFF2-40B4-BE49-F238E27FC236}">
                  <a16:creationId xmlns:a16="http://schemas.microsoft.com/office/drawing/2014/main" id="{FF2B6185-8996-9D4A-95D8-B325E76BC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952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45" name="Group 850">
            <a:extLst>
              <a:ext uri="{FF2B5EF4-FFF2-40B4-BE49-F238E27FC236}">
                <a16:creationId xmlns:a16="http://schemas.microsoft.com/office/drawing/2014/main" id="{C8198E09-7653-3F45-A431-F592CB853548}"/>
              </a:ext>
            </a:extLst>
          </p:cNvPr>
          <p:cNvGrpSpPr>
            <a:grpSpLocks/>
          </p:cNvGrpSpPr>
          <p:nvPr/>
        </p:nvGrpSpPr>
        <p:grpSpPr bwMode="auto">
          <a:xfrm>
            <a:off x="9245924" y="5476874"/>
            <a:ext cx="450526" cy="96315"/>
            <a:chOff x="2199" y="955"/>
            <a:chExt cx="2547" cy="506"/>
          </a:xfrm>
        </p:grpSpPr>
        <p:sp>
          <p:nvSpPr>
            <p:cNvPr id="646" name="Freeform 851">
              <a:extLst>
                <a:ext uri="{FF2B5EF4-FFF2-40B4-BE49-F238E27FC236}">
                  <a16:creationId xmlns:a16="http://schemas.microsoft.com/office/drawing/2014/main" id="{6E92E888-DA5C-8D45-96AD-D6A2E1164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852">
              <a:extLst>
                <a:ext uri="{FF2B5EF4-FFF2-40B4-BE49-F238E27FC236}">
                  <a16:creationId xmlns:a16="http://schemas.microsoft.com/office/drawing/2014/main" id="{2754A16A-D74F-2C40-93DA-A9EAC7806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853">
              <a:extLst>
                <a:ext uri="{FF2B5EF4-FFF2-40B4-BE49-F238E27FC236}">
                  <a16:creationId xmlns:a16="http://schemas.microsoft.com/office/drawing/2014/main" id="{B78947A0-D91C-E742-8A54-40B58A0EA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854">
              <a:extLst>
                <a:ext uri="{FF2B5EF4-FFF2-40B4-BE49-F238E27FC236}">
                  <a16:creationId xmlns:a16="http://schemas.microsoft.com/office/drawing/2014/main" id="{A3BC268E-C50E-F64F-A6DD-882908504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855">
              <a:extLst>
                <a:ext uri="{FF2B5EF4-FFF2-40B4-BE49-F238E27FC236}">
                  <a16:creationId xmlns:a16="http://schemas.microsoft.com/office/drawing/2014/main" id="{C609CF41-4A74-014E-A94A-F5C707D31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856">
              <a:extLst>
                <a:ext uri="{FF2B5EF4-FFF2-40B4-BE49-F238E27FC236}">
                  <a16:creationId xmlns:a16="http://schemas.microsoft.com/office/drawing/2014/main" id="{6E8FDB88-4766-E44A-8E83-FA0CEA828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52" name="Group 850">
            <a:extLst>
              <a:ext uri="{FF2B5EF4-FFF2-40B4-BE49-F238E27FC236}">
                <a16:creationId xmlns:a16="http://schemas.microsoft.com/office/drawing/2014/main" id="{D8195E5E-B336-324B-8B0B-ACC4CA2C6E80}"/>
              </a:ext>
            </a:extLst>
          </p:cNvPr>
          <p:cNvGrpSpPr>
            <a:grpSpLocks/>
          </p:cNvGrpSpPr>
          <p:nvPr/>
        </p:nvGrpSpPr>
        <p:grpSpPr bwMode="auto">
          <a:xfrm>
            <a:off x="9195602" y="5857875"/>
            <a:ext cx="230973" cy="45719"/>
            <a:chOff x="2199" y="955"/>
            <a:chExt cx="2547" cy="506"/>
          </a:xfrm>
        </p:grpSpPr>
        <p:sp>
          <p:nvSpPr>
            <p:cNvPr id="653" name="Freeform 851">
              <a:extLst>
                <a:ext uri="{FF2B5EF4-FFF2-40B4-BE49-F238E27FC236}">
                  <a16:creationId xmlns:a16="http://schemas.microsoft.com/office/drawing/2014/main" id="{D70C4FD5-7449-EB41-AE91-674A29E48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4" name="Freeform 852">
              <a:extLst>
                <a:ext uri="{FF2B5EF4-FFF2-40B4-BE49-F238E27FC236}">
                  <a16:creationId xmlns:a16="http://schemas.microsoft.com/office/drawing/2014/main" id="{A43D749A-E763-1A49-ABFC-3F8866DC1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5" name="Freeform 853">
              <a:extLst>
                <a:ext uri="{FF2B5EF4-FFF2-40B4-BE49-F238E27FC236}">
                  <a16:creationId xmlns:a16="http://schemas.microsoft.com/office/drawing/2014/main" id="{1984E37F-68A6-AE44-9F93-DD410B4FB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6" name="Freeform 854">
              <a:extLst>
                <a:ext uri="{FF2B5EF4-FFF2-40B4-BE49-F238E27FC236}">
                  <a16:creationId xmlns:a16="http://schemas.microsoft.com/office/drawing/2014/main" id="{F1E5C680-79A8-FE44-84E3-2153EA200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7" name="Freeform 855">
              <a:extLst>
                <a:ext uri="{FF2B5EF4-FFF2-40B4-BE49-F238E27FC236}">
                  <a16:creationId xmlns:a16="http://schemas.microsoft.com/office/drawing/2014/main" id="{10AB1C0F-439F-734D-9512-EB095894F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8" name="Freeform 856">
              <a:extLst>
                <a:ext uri="{FF2B5EF4-FFF2-40B4-BE49-F238E27FC236}">
                  <a16:creationId xmlns:a16="http://schemas.microsoft.com/office/drawing/2014/main" id="{E674261C-9C74-1045-A006-34903B78C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59" name="Group 850">
            <a:extLst>
              <a:ext uri="{FF2B5EF4-FFF2-40B4-BE49-F238E27FC236}">
                <a16:creationId xmlns:a16="http://schemas.microsoft.com/office/drawing/2014/main" id="{085C02C9-1A7F-0642-B79C-6EDB2FE9C908}"/>
              </a:ext>
            </a:extLst>
          </p:cNvPr>
          <p:cNvGrpSpPr>
            <a:grpSpLocks/>
          </p:cNvGrpSpPr>
          <p:nvPr/>
        </p:nvGrpSpPr>
        <p:grpSpPr bwMode="auto">
          <a:xfrm>
            <a:off x="9538502" y="5794375"/>
            <a:ext cx="230973" cy="45719"/>
            <a:chOff x="2199" y="955"/>
            <a:chExt cx="2547" cy="506"/>
          </a:xfrm>
        </p:grpSpPr>
        <p:sp>
          <p:nvSpPr>
            <p:cNvPr id="660" name="Freeform 851">
              <a:extLst>
                <a:ext uri="{FF2B5EF4-FFF2-40B4-BE49-F238E27FC236}">
                  <a16:creationId xmlns:a16="http://schemas.microsoft.com/office/drawing/2014/main" id="{9C005DC5-E020-664D-90A8-D62468BEA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852">
              <a:extLst>
                <a:ext uri="{FF2B5EF4-FFF2-40B4-BE49-F238E27FC236}">
                  <a16:creationId xmlns:a16="http://schemas.microsoft.com/office/drawing/2014/main" id="{51687CFF-3135-3B4D-B333-BB62A87BF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853">
              <a:extLst>
                <a:ext uri="{FF2B5EF4-FFF2-40B4-BE49-F238E27FC236}">
                  <a16:creationId xmlns:a16="http://schemas.microsoft.com/office/drawing/2014/main" id="{C7F3B199-2EBF-AE46-B38B-543EED8CF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854">
              <a:extLst>
                <a:ext uri="{FF2B5EF4-FFF2-40B4-BE49-F238E27FC236}">
                  <a16:creationId xmlns:a16="http://schemas.microsoft.com/office/drawing/2014/main" id="{1A13A5D2-6717-724F-9FA9-7AE0BB5F6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855">
              <a:extLst>
                <a:ext uri="{FF2B5EF4-FFF2-40B4-BE49-F238E27FC236}">
                  <a16:creationId xmlns:a16="http://schemas.microsoft.com/office/drawing/2014/main" id="{4E9B1CE6-94BA-CB4A-BAA3-20583CDAE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856">
              <a:extLst>
                <a:ext uri="{FF2B5EF4-FFF2-40B4-BE49-F238E27FC236}">
                  <a16:creationId xmlns:a16="http://schemas.microsoft.com/office/drawing/2014/main" id="{F15D2A24-844D-7345-AF84-FEA40BD35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63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66" name="Group 817">
            <a:extLst>
              <a:ext uri="{FF2B5EF4-FFF2-40B4-BE49-F238E27FC236}">
                <a16:creationId xmlns:a16="http://schemas.microsoft.com/office/drawing/2014/main" id="{5B996586-264C-3643-9E41-3632345BFB87}"/>
              </a:ext>
            </a:extLst>
          </p:cNvPr>
          <p:cNvGrpSpPr>
            <a:grpSpLocks/>
          </p:cNvGrpSpPr>
          <p:nvPr/>
        </p:nvGrpSpPr>
        <p:grpSpPr bwMode="auto">
          <a:xfrm>
            <a:off x="7975063" y="2094561"/>
            <a:ext cx="466245" cy="434369"/>
            <a:chOff x="2920" y="1424"/>
            <a:chExt cx="326" cy="320"/>
          </a:xfrm>
        </p:grpSpPr>
        <p:sp>
          <p:nvSpPr>
            <p:cNvPr id="667" name="Oval 818">
              <a:extLst>
                <a:ext uri="{FF2B5EF4-FFF2-40B4-BE49-F238E27FC236}">
                  <a16:creationId xmlns:a16="http://schemas.microsoft.com/office/drawing/2014/main" id="{AA4661F1-54B8-A146-BC66-9B5A3CD27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668" name="Group 819">
              <a:extLst>
                <a:ext uri="{FF2B5EF4-FFF2-40B4-BE49-F238E27FC236}">
                  <a16:creationId xmlns:a16="http://schemas.microsoft.com/office/drawing/2014/main" id="{1686DBB0-11C0-D34B-972B-2CCF69324C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670" name="Oval 820">
                <a:extLst>
                  <a:ext uri="{FF2B5EF4-FFF2-40B4-BE49-F238E27FC236}">
                    <a16:creationId xmlns:a16="http://schemas.microsoft.com/office/drawing/2014/main" id="{65562299-A7B0-E748-8DA9-F125E00B9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71" name="Oval 821">
                <a:extLst>
                  <a:ext uri="{FF2B5EF4-FFF2-40B4-BE49-F238E27FC236}">
                    <a16:creationId xmlns:a16="http://schemas.microsoft.com/office/drawing/2014/main" id="{4C2D7ED2-03EA-DD40-B7CA-8CF81250D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72" name="Oval 822">
                <a:extLst>
                  <a:ext uri="{FF2B5EF4-FFF2-40B4-BE49-F238E27FC236}">
                    <a16:creationId xmlns:a16="http://schemas.microsoft.com/office/drawing/2014/main" id="{52DEB089-EF3D-7E47-9DFD-BCE7FFF4F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73" name="Oval 823">
                <a:extLst>
                  <a:ext uri="{FF2B5EF4-FFF2-40B4-BE49-F238E27FC236}">
                    <a16:creationId xmlns:a16="http://schemas.microsoft.com/office/drawing/2014/main" id="{27812B4C-C2A3-A34E-8C48-C8022BA5C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74" name="Freeform 824">
                <a:extLst>
                  <a:ext uri="{FF2B5EF4-FFF2-40B4-BE49-F238E27FC236}">
                    <a16:creationId xmlns:a16="http://schemas.microsoft.com/office/drawing/2014/main" id="{A83A4BD2-C0FC-0243-9444-4BE1DEF5443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69" name="Freeform 825">
              <a:extLst>
                <a:ext uri="{FF2B5EF4-FFF2-40B4-BE49-F238E27FC236}">
                  <a16:creationId xmlns:a16="http://schemas.microsoft.com/office/drawing/2014/main" id="{88940FE6-2121-E047-B5D1-709EEEA5D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7" name="Group 783">
            <a:extLst>
              <a:ext uri="{FF2B5EF4-FFF2-40B4-BE49-F238E27FC236}">
                <a16:creationId xmlns:a16="http://schemas.microsoft.com/office/drawing/2014/main" id="{D14ED3CD-0929-5445-B9CD-FC1AEB08F0F0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88" name="Line 270">
              <a:extLst>
                <a:ext uri="{FF2B5EF4-FFF2-40B4-BE49-F238E27FC236}">
                  <a16:creationId xmlns:a16="http://schemas.microsoft.com/office/drawing/2014/main" id="{7ABD4004-114C-724F-BAC3-6F9DA6DE1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1">
              <a:extLst>
                <a:ext uri="{FF2B5EF4-FFF2-40B4-BE49-F238E27FC236}">
                  <a16:creationId xmlns:a16="http://schemas.microsoft.com/office/drawing/2014/main" id="{1A244344-E514-B64F-9963-6369BD9BE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2">
              <a:extLst>
                <a:ext uri="{FF2B5EF4-FFF2-40B4-BE49-F238E27FC236}">
                  <a16:creationId xmlns:a16="http://schemas.microsoft.com/office/drawing/2014/main" id="{EB3A4111-A6F1-154E-9274-6BFFCDBAB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3">
              <a:extLst>
                <a:ext uri="{FF2B5EF4-FFF2-40B4-BE49-F238E27FC236}">
                  <a16:creationId xmlns:a16="http://schemas.microsoft.com/office/drawing/2014/main" id="{714583CC-4366-B448-8BCD-BEB3688EC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74">
              <a:extLst>
                <a:ext uri="{FF2B5EF4-FFF2-40B4-BE49-F238E27FC236}">
                  <a16:creationId xmlns:a16="http://schemas.microsoft.com/office/drawing/2014/main" id="{06696B02-1354-964A-892D-7D1A072DD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75">
              <a:extLst>
                <a:ext uri="{FF2B5EF4-FFF2-40B4-BE49-F238E27FC236}">
                  <a16:creationId xmlns:a16="http://schemas.microsoft.com/office/drawing/2014/main" id="{C744D6E3-66B2-4349-A4C7-A96CCC7272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76">
              <a:extLst>
                <a:ext uri="{FF2B5EF4-FFF2-40B4-BE49-F238E27FC236}">
                  <a16:creationId xmlns:a16="http://schemas.microsoft.com/office/drawing/2014/main" id="{9AD49573-21B8-594C-A124-75FF6787F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77">
              <a:extLst>
                <a:ext uri="{FF2B5EF4-FFF2-40B4-BE49-F238E27FC236}">
                  <a16:creationId xmlns:a16="http://schemas.microsoft.com/office/drawing/2014/main" id="{F5B9977B-7FCA-934E-8672-B6E02820B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78">
              <a:extLst>
                <a:ext uri="{FF2B5EF4-FFF2-40B4-BE49-F238E27FC236}">
                  <a16:creationId xmlns:a16="http://schemas.microsoft.com/office/drawing/2014/main" id="{90BBE456-8113-E140-9697-13DE1099C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Line 279">
              <a:extLst>
                <a:ext uri="{FF2B5EF4-FFF2-40B4-BE49-F238E27FC236}">
                  <a16:creationId xmlns:a16="http://schemas.microsoft.com/office/drawing/2014/main" id="{8B179862-B59B-0340-81D5-D6460EDA6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Line 280">
              <a:extLst>
                <a:ext uri="{FF2B5EF4-FFF2-40B4-BE49-F238E27FC236}">
                  <a16:creationId xmlns:a16="http://schemas.microsoft.com/office/drawing/2014/main" id="{5E3E4AF0-3A1E-634F-B106-0E1BAE932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Line 281">
              <a:extLst>
                <a:ext uri="{FF2B5EF4-FFF2-40B4-BE49-F238E27FC236}">
                  <a16:creationId xmlns:a16="http://schemas.microsoft.com/office/drawing/2014/main" id="{51EBD3A2-D943-F443-A868-FD6059B0D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Line 282">
              <a:extLst>
                <a:ext uri="{FF2B5EF4-FFF2-40B4-BE49-F238E27FC236}">
                  <a16:creationId xmlns:a16="http://schemas.microsoft.com/office/drawing/2014/main" id="{CE35DACD-3834-3A4F-BF5D-05FD16494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Line 283">
              <a:extLst>
                <a:ext uri="{FF2B5EF4-FFF2-40B4-BE49-F238E27FC236}">
                  <a16:creationId xmlns:a16="http://schemas.microsoft.com/office/drawing/2014/main" id="{F225C514-F00F-374D-A3A6-0E00BBF2A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Line 284">
              <a:extLst>
                <a:ext uri="{FF2B5EF4-FFF2-40B4-BE49-F238E27FC236}">
                  <a16:creationId xmlns:a16="http://schemas.microsoft.com/office/drawing/2014/main" id="{5AB5EE34-E853-4349-982D-7BA8A0223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75" name="Group 674">
            <a:extLst>
              <a:ext uri="{FF2B5EF4-FFF2-40B4-BE49-F238E27FC236}">
                <a16:creationId xmlns:a16="http://schemas.microsoft.com/office/drawing/2014/main" id="{CAA0DAAC-D388-5E4E-8B1F-AA359B358F91}"/>
              </a:ext>
            </a:extLst>
          </p:cNvPr>
          <p:cNvGrpSpPr/>
          <p:nvPr/>
        </p:nvGrpSpPr>
        <p:grpSpPr>
          <a:xfrm>
            <a:off x="9885167" y="5352639"/>
            <a:ext cx="309187" cy="167750"/>
            <a:chOff x="3668110" y="2448910"/>
            <a:chExt cx="3794234" cy="2165130"/>
          </a:xfrm>
        </p:grpSpPr>
        <p:sp>
          <p:nvSpPr>
            <p:cNvPr id="676" name="Rectangle 675">
              <a:extLst>
                <a:ext uri="{FF2B5EF4-FFF2-40B4-BE49-F238E27FC236}">
                  <a16:creationId xmlns:a16="http://schemas.microsoft.com/office/drawing/2014/main" id="{46F75940-BD62-504A-8C73-FDDA0A3399A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676">
              <a:extLst>
                <a:ext uri="{FF2B5EF4-FFF2-40B4-BE49-F238E27FC236}">
                  <a16:creationId xmlns:a16="http://schemas.microsoft.com/office/drawing/2014/main" id="{B68551CE-211F-A242-AF0E-8E6622E334DD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8" name="Group 677">
              <a:extLst>
                <a:ext uri="{FF2B5EF4-FFF2-40B4-BE49-F238E27FC236}">
                  <a16:creationId xmlns:a16="http://schemas.microsoft.com/office/drawing/2014/main" id="{074BFC43-A3A5-964D-8135-081414E76B2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79" name="Freeform 678">
                <a:extLst>
                  <a:ext uri="{FF2B5EF4-FFF2-40B4-BE49-F238E27FC236}">
                    <a16:creationId xmlns:a16="http://schemas.microsoft.com/office/drawing/2014/main" id="{1EEBCE37-5065-464B-A991-2B6D4416248C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0" name="Freeform 679">
                <a:extLst>
                  <a:ext uri="{FF2B5EF4-FFF2-40B4-BE49-F238E27FC236}">
                    <a16:creationId xmlns:a16="http://schemas.microsoft.com/office/drawing/2014/main" id="{1119C91B-532D-914D-A174-D49B02868A2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1" name="Freeform 680">
                <a:extLst>
                  <a:ext uri="{FF2B5EF4-FFF2-40B4-BE49-F238E27FC236}">
                    <a16:creationId xmlns:a16="http://schemas.microsoft.com/office/drawing/2014/main" id="{201345D5-2C2E-D144-AAB9-B54FD240A64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2" name="Freeform 681">
                <a:extLst>
                  <a:ext uri="{FF2B5EF4-FFF2-40B4-BE49-F238E27FC236}">
                    <a16:creationId xmlns:a16="http://schemas.microsoft.com/office/drawing/2014/main" id="{6040CCAF-188D-9140-80B6-CA6A424D689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83" name="Text Box 467">
            <a:extLst>
              <a:ext uri="{FF2B5EF4-FFF2-40B4-BE49-F238E27FC236}">
                <a16:creationId xmlns:a16="http://schemas.microsoft.com/office/drawing/2014/main" id="{1E3B9681-8FF1-EC4D-B168-3EC992789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030" y="5368348"/>
            <a:ext cx="4933787" cy="103688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2400" dirty="0">
                <a:solidFill>
                  <a:srgbClr val="C00000"/>
                </a:solidFill>
                <a:latin typeface="+mn-lt"/>
                <a:cs typeface="+mn-cs"/>
              </a:rPr>
              <a:t>link layer </a:t>
            </a:r>
            <a:r>
              <a:rPr lang="en-US" sz="2400" dirty="0">
                <a:latin typeface="+mn-lt"/>
                <a:cs typeface="+mn-cs"/>
              </a:rPr>
              <a:t>has responsibility of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2400" dirty="0">
                <a:latin typeface="+mn-lt"/>
                <a:cs typeface="+mn-cs"/>
              </a:rPr>
              <a:t>transferring datagram from one node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2400" dirty="0">
                <a:latin typeface="+mn-lt"/>
                <a:cs typeface="+mn-cs"/>
              </a:rPr>
              <a:t>to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+mn-cs"/>
              </a:rPr>
              <a:t>physically adjacent </a:t>
            </a:r>
            <a:r>
              <a:rPr lang="en-US" sz="2400" dirty="0">
                <a:latin typeface="+mn-lt"/>
                <a:cs typeface="+mn-cs"/>
              </a:rPr>
              <a:t>node over a li</a:t>
            </a:r>
            <a:r>
              <a:rPr lang="en-US" sz="2400" i="0" dirty="0">
                <a:latin typeface="+mn-lt"/>
                <a:cs typeface="+mn-cs"/>
              </a:rPr>
              <a:t>nk</a:t>
            </a:r>
            <a:endParaRPr lang="en-US" i="0" dirty="0">
              <a:latin typeface="+mn-lt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D408BE-7166-1A47-AA93-D02ED37AA439}"/>
              </a:ext>
            </a:extLst>
          </p:cNvPr>
          <p:cNvSpPr/>
          <p:nvPr/>
        </p:nvSpPr>
        <p:spPr>
          <a:xfrm>
            <a:off x="1104900" y="5320145"/>
            <a:ext cx="5226627" cy="123305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" name="Slide Number Placeholder 4">
            <a:extLst>
              <a:ext uri="{FF2B5EF4-FFF2-40B4-BE49-F238E27FC236}">
                <a16:creationId xmlns:a16="http://schemas.microsoft.com/office/drawing/2014/main" id="{B8D7466E-52C9-2747-A341-DA3B16D5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1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Link layer: context</a:t>
            </a:r>
            <a:endParaRPr lang="en-US" sz="4400" dirty="0"/>
          </a:p>
        </p:txBody>
      </p:sp>
      <p:sp>
        <p:nvSpPr>
          <p:cNvPr id="554" name="Rectangle 3">
            <a:extLst>
              <a:ext uri="{FF2B5EF4-FFF2-40B4-BE49-F238E27FC236}">
                <a16:creationId xmlns:a16="http://schemas.microsoft.com/office/drawing/2014/main" id="{25FAF4B3-8F28-4941-BA8B-94D99D525D15}"/>
              </a:ext>
            </a:extLst>
          </p:cNvPr>
          <p:cNvSpPr txBox="1">
            <a:spLocks noChangeArrowheads="1"/>
          </p:cNvSpPr>
          <p:nvPr/>
        </p:nvSpPr>
        <p:spPr>
          <a:xfrm>
            <a:off x="959573" y="1533959"/>
            <a:ext cx="4873192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datagram transferred by different link protocols over different links:</a:t>
            </a:r>
          </a:p>
          <a:p>
            <a:pPr lvl="1">
              <a:defRPr/>
            </a:pPr>
            <a:r>
              <a:rPr lang="en-US" dirty="0"/>
              <a:t>e.g., </a:t>
            </a:r>
            <a:r>
              <a:rPr lang="en-US" dirty="0" err="1"/>
              <a:t>WiFi</a:t>
            </a:r>
            <a:r>
              <a:rPr lang="en-US" dirty="0"/>
              <a:t> on first link, Ethernet on next link</a:t>
            </a:r>
          </a:p>
          <a:p>
            <a:pPr>
              <a:defRPr/>
            </a:pPr>
            <a:r>
              <a:rPr lang="en-US" dirty="0"/>
              <a:t>each  link protocol provides different services</a:t>
            </a:r>
          </a:p>
          <a:p>
            <a:pPr lvl="1">
              <a:defRPr/>
            </a:pPr>
            <a:r>
              <a:rPr lang="en-US" dirty="0"/>
              <a:t>e.g., may or may not provide reliable data transfer over link</a:t>
            </a:r>
          </a:p>
        </p:txBody>
      </p:sp>
      <p:sp>
        <p:nvSpPr>
          <p:cNvPr id="555" name="Rectangle 4">
            <a:extLst>
              <a:ext uri="{FF2B5EF4-FFF2-40B4-BE49-F238E27FC236}">
                <a16:creationId xmlns:a16="http://schemas.microsoft.com/office/drawing/2014/main" id="{83117513-5A75-3E45-AEE9-E64565E223AB}"/>
              </a:ext>
            </a:extLst>
          </p:cNvPr>
          <p:cNvSpPr txBox="1">
            <a:spLocks noChangeArrowheads="1"/>
          </p:cNvSpPr>
          <p:nvPr/>
        </p:nvSpPr>
        <p:spPr>
          <a:xfrm>
            <a:off x="6904038" y="1493405"/>
            <a:ext cx="4664507" cy="46482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transportation analogy:</a:t>
            </a:r>
          </a:p>
          <a:p>
            <a:pPr>
              <a:defRPr/>
            </a:pPr>
            <a:r>
              <a:rPr lang="en-US" sz="2400" dirty="0"/>
              <a:t>trip from Princeton to Lausanne</a:t>
            </a:r>
          </a:p>
          <a:p>
            <a:pPr lvl="1">
              <a:defRPr/>
            </a:pPr>
            <a:r>
              <a:rPr lang="en-US" sz="2000" dirty="0"/>
              <a:t>limo: Princeton to JFK</a:t>
            </a:r>
          </a:p>
          <a:p>
            <a:pPr lvl="1">
              <a:defRPr/>
            </a:pPr>
            <a:r>
              <a:rPr lang="en-US" sz="2000" dirty="0"/>
              <a:t>plane: JFK to Geneva</a:t>
            </a:r>
          </a:p>
          <a:p>
            <a:pPr lvl="1">
              <a:defRPr/>
            </a:pPr>
            <a:r>
              <a:rPr lang="en-US" sz="2000" dirty="0"/>
              <a:t>train: Geneva to Lausanne</a:t>
            </a:r>
          </a:p>
          <a:p>
            <a:pPr>
              <a:defRPr/>
            </a:pPr>
            <a:r>
              <a:rPr lang="en-US" sz="2400" dirty="0"/>
              <a:t>tourist = </a:t>
            </a:r>
            <a:r>
              <a:rPr lang="en-US" sz="2400" dirty="0">
                <a:solidFill>
                  <a:srgbClr val="C00000"/>
                </a:solidFill>
              </a:rPr>
              <a:t>datagram</a:t>
            </a:r>
          </a:p>
          <a:p>
            <a:pPr>
              <a:defRPr/>
            </a:pPr>
            <a:r>
              <a:rPr lang="en-US" sz="2400" dirty="0"/>
              <a:t>transport segment = </a:t>
            </a:r>
            <a:r>
              <a:rPr lang="en-US" sz="2400" dirty="0">
                <a:solidFill>
                  <a:srgbClr val="C00000"/>
                </a:solidFill>
              </a:rPr>
              <a:t>communication link</a:t>
            </a:r>
          </a:p>
          <a:p>
            <a:pPr>
              <a:defRPr/>
            </a:pPr>
            <a:r>
              <a:rPr lang="en-US" sz="2400" dirty="0"/>
              <a:t>transportation mode = </a:t>
            </a:r>
            <a:r>
              <a:rPr lang="en-US" sz="2400" dirty="0">
                <a:solidFill>
                  <a:srgbClr val="C00000"/>
                </a:solidFill>
              </a:rPr>
              <a:t>link-layer</a:t>
            </a:r>
            <a:r>
              <a:rPr lang="en-US" sz="2400" dirty="0">
                <a:solidFill>
                  <a:srgbClr val="CC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protocol</a:t>
            </a:r>
          </a:p>
          <a:p>
            <a:pPr>
              <a:defRPr/>
            </a:pPr>
            <a:r>
              <a:rPr lang="en-US" sz="2400" dirty="0"/>
              <a:t>travel agent = </a:t>
            </a:r>
            <a:r>
              <a:rPr lang="en-US" sz="2400" dirty="0">
                <a:solidFill>
                  <a:srgbClr val="C00000"/>
                </a:solidFill>
              </a:rPr>
              <a:t>routing algorithm</a:t>
            </a:r>
          </a:p>
          <a:p>
            <a:pPr lvl="1">
              <a:defRPr/>
            </a:pPr>
            <a:endParaRPr lang="en-US" sz="2000" dirty="0">
              <a:solidFill>
                <a:srgbClr val="CC0000"/>
              </a:solidFill>
              <a:latin typeface="Gill Sans MT" charset="0"/>
            </a:endParaRPr>
          </a:p>
        </p:txBody>
      </p:sp>
      <p:sp>
        <p:nvSpPr>
          <p:cNvPr id="557" name="Slide Number Placeholder 4">
            <a:extLst>
              <a:ext uri="{FF2B5EF4-FFF2-40B4-BE49-F238E27FC236}">
                <a16:creationId xmlns:a16="http://schemas.microsoft.com/office/drawing/2014/main" id="{9D0184B3-8346-1F48-87BF-B85F067F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89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Link layer: services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ECB38E-687E-C946-9EB7-A4D36B2DC890}"/>
              </a:ext>
            </a:extLst>
          </p:cNvPr>
          <p:cNvSpPr txBox="1">
            <a:spLocks noChangeArrowheads="1"/>
          </p:cNvSpPr>
          <p:nvPr/>
        </p:nvSpPr>
        <p:spPr>
          <a:xfrm>
            <a:off x="1201882" y="1425142"/>
            <a:ext cx="6529676" cy="5155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lnSpc>
                <a:spcPct val="75000"/>
              </a:lnSpc>
              <a:defRPr/>
            </a:pPr>
            <a:r>
              <a:rPr lang="en-US" dirty="0">
                <a:solidFill>
                  <a:srgbClr val="C00000"/>
                </a:solidFill>
              </a:rPr>
              <a:t>framing, link access: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</a:p>
          <a:p>
            <a:pPr lvl="1">
              <a:defRPr/>
            </a:pPr>
            <a:r>
              <a:rPr lang="en-US" dirty="0"/>
              <a:t>encapsulate datagram into frame, adding header, trailer</a:t>
            </a:r>
          </a:p>
          <a:p>
            <a:pPr lvl="1">
              <a:defRPr/>
            </a:pPr>
            <a:r>
              <a:rPr lang="en-US" dirty="0"/>
              <a:t>channel access if shared medium</a:t>
            </a:r>
          </a:p>
          <a:p>
            <a:pPr lvl="1">
              <a:defRPr/>
            </a:pPr>
            <a:r>
              <a:rPr lang="en-US" dirty="0"/>
              <a:t>“MAC” addresses in frame headers identify source, destination (</a:t>
            </a:r>
            <a:r>
              <a:rPr lang="en-US" sz="2400" dirty="0"/>
              <a:t>different from IP address!)</a:t>
            </a:r>
          </a:p>
          <a:p>
            <a:pPr indent="-284163">
              <a:lnSpc>
                <a:spcPct val="75000"/>
              </a:lnSpc>
              <a:defRPr/>
            </a:pPr>
            <a:r>
              <a:rPr lang="en-US" dirty="0">
                <a:solidFill>
                  <a:srgbClr val="C00000"/>
                </a:solidFill>
              </a:rPr>
              <a:t>reliable delivery between adjacent nodes</a:t>
            </a:r>
          </a:p>
          <a:p>
            <a:pPr lvl="1">
              <a:defRPr/>
            </a:pPr>
            <a:r>
              <a:rPr lang="en-US" dirty="0"/>
              <a:t>we already know how to do this!</a:t>
            </a:r>
          </a:p>
          <a:p>
            <a:pPr lvl="1">
              <a:defRPr/>
            </a:pPr>
            <a:r>
              <a:rPr lang="en-US" dirty="0"/>
              <a:t>seldom used on low bit-error links</a:t>
            </a:r>
          </a:p>
          <a:p>
            <a:pPr lvl="1">
              <a:defRPr/>
            </a:pPr>
            <a:r>
              <a:rPr lang="en-US" dirty="0"/>
              <a:t>wireless links: high error rates</a:t>
            </a:r>
          </a:p>
          <a:p>
            <a:pPr lvl="2">
              <a:defRPr/>
            </a:pPr>
            <a:r>
              <a:rPr lang="en-US" sz="2400" i="1" u="sng" dirty="0">
                <a:solidFill>
                  <a:srgbClr val="0000A8"/>
                </a:solidFill>
              </a:rPr>
              <a:t>Q:</a:t>
            </a:r>
            <a:r>
              <a:rPr lang="en-US" sz="2400" u="sng" dirty="0">
                <a:solidFill>
                  <a:srgbClr val="0000A8"/>
                </a:solidFill>
              </a:rPr>
              <a:t> </a:t>
            </a:r>
            <a:r>
              <a:rPr lang="en-US" sz="2400" dirty="0"/>
              <a:t>why both link-level and end-end reliability?</a:t>
            </a:r>
            <a:endParaRPr lang="en-US" sz="2800" dirty="0"/>
          </a:p>
        </p:txBody>
      </p:sp>
      <p:sp>
        <p:nvSpPr>
          <p:cNvPr id="99" name="Oval 800">
            <a:extLst>
              <a:ext uri="{FF2B5EF4-FFF2-40B4-BE49-F238E27FC236}">
                <a16:creationId xmlns:a16="http://schemas.microsoft.com/office/drawing/2014/main" id="{F837CB36-493B-5745-B9FD-E82937992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5510" y="3593195"/>
            <a:ext cx="69106" cy="791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01" name="Group 817">
            <a:extLst>
              <a:ext uri="{FF2B5EF4-FFF2-40B4-BE49-F238E27FC236}">
                <a16:creationId xmlns:a16="http://schemas.microsoft.com/office/drawing/2014/main" id="{CA1E1C7E-A9E4-CF45-9133-2CC43B860D8B}"/>
              </a:ext>
            </a:extLst>
          </p:cNvPr>
          <p:cNvGrpSpPr>
            <a:grpSpLocks/>
          </p:cNvGrpSpPr>
          <p:nvPr/>
        </p:nvGrpSpPr>
        <p:grpSpPr bwMode="auto">
          <a:xfrm>
            <a:off x="9022376" y="3275911"/>
            <a:ext cx="615031" cy="694531"/>
            <a:chOff x="2920" y="1424"/>
            <a:chExt cx="326" cy="320"/>
          </a:xfrm>
        </p:grpSpPr>
        <p:sp>
          <p:nvSpPr>
            <p:cNvPr id="102" name="Oval 818">
              <a:extLst>
                <a:ext uri="{FF2B5EF4-FFF2-40B4-BE49-F238E27FC236}">
                  <a16:creationId xmlns:a16="http://schemas.microsoft.com/office/drawing/2014/main" id="{CF63D940-213E-E04E-B278-9D3A7C64D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03" name="Group 819">
              <a:extLst>
                <a:ext uri="{FF2B5EF4-FFF2-40B4-BE49-F238E27FC236}">
                  <a16:creationId xmlns:a16="http://schemas.microsoft.com/office/drawing/2014/main" id="{41FFEB08-147C-7842-AF61-E4B607AED1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105" name="Oval 820">
                <a:extLst>
                  <a:ext uri="{FF2B5EF4-FFF2-40B4-BE49-F238E27FC236}">
                    <a16:creationId xmlns:a16="http://schemas.microsoft.com/office/drawing/2014/main" id="{35CFE63C-F843-B949-AE7D-6F9539B56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06" name="Oval 821">
                <a:extLst>
                  <a:ext uri="{FF2B5EF4-FFF2-40B4-BE49-F238E27FC236}">
                    <a16:creationId xmlns:a16="http://schemas.microsoft.com/office/drawing/2014/main" id="{B892C53C-F2F4-CE4E-8F26-179F537FF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07" name="Oval 822">
                <a:extLst>
                  <a:ext uri="{FF2B5EF4-FFF2-40B4-BE49-F238E27FC236}">
                    <a16:creationId xmlns:a16="http://schemas.microsoft.com/office/drawing/2014/main" id="{93D8ED6E-5A62-7746-B2FE-26FB2D124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08" name="Oval 823">
                <a:extLst>
                  <a:ext uri="{FF2B5EF4-FFF2-40B4-BE49-F238E27FC236}">
                    <a16:creationId xmlns:a16="http://schemas.microsoft.com/office/drawing/2014/main" id="{8B0BD3C8-F5CA-2F4E-ACAC-306F926E76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09" name="Freeform 824">
                <a:extLst>
                  <a:ext uri="{FF2B5EF4-FFF2-40B4-BE49-F238E27FC236}">
                    <a16:creationId xmlns:a16="http://schemas.microsoft.com/office/drawing/2014/main" id="{FB8F1236-6E4E-714D-83A5-42A9D509C74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104" name="Freeform 825">
              <a:extLst>
                <a:ext uri="{FF2B5EF4-FFF2-40B4-BE49-F238E27FC236}">
                  <a16:creationId xmlns:a16="http://schemas.microsoft.com/office/drawing/2014/main" id="{C06E7111-B442-654D-93DE-DCB036DF8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bg1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10" name="Group 783">
            <a:extLst>
              <a:ext uri="{FF2B5EF4-FFF2-40B4-BE49-F238E27FC236}">
                <a16:creationId xmlns:a16="http://schemas.microsoft.com/office/drawing/2014/main" id="{4E159764-D53A-B343-8E61-238FD6ACF010}"/>
              </a:ext>
            </a:extLst>
          </p:cNvPr>
          <p:cNvGrpSpPr>
            <a:grpSpLocks/>
          </p:cNvGrpSpPr>
          <p:nvPr/>
        </p:nvGrpSpPr>
        <p:grpSpPr bwMode="auto">
          <a:xfrm>
            <a:off x="9122147" y="3619386"/>
            <a:ext cx="393690" cy="1049595"/>
            <a:chOff x="3130" y="3288"/>
            <a:chExt cx="410" cy="742"/>
          </a:xfrm>
        </p:grpSpPr>
        <p:sp>
          <p:nvSpPr>
            <p:cNvPr id="111" name="Line 270">
              <a:extLst>
                <a:ext uri="{FF2B5EF4-FFF2-40B4-BE49-F238E27FC236}">
                  <a16:creationId xmlns:a16="http://schemas.microsoft.com/office/drawing/2014/main" id="{EF393024-E96E-BC4A-AFC7-770CCF687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Line 271">
              <a:extLst>
                <a:ext uri="{FF2B5EF4-FFF2-40B4-BE49-F238E27FC236}">
                  <a16:creationId xmlns:a16="http://schemas.microsoft.com/office/drawing/2014/main" id="{97A332F8-64CC-E54E-89A8-3A66296F2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Line 272">
              <a:extLst>
                <a:ext uri="{FF2B5EF4-FFF2-40B4-BE49-F238E27FC236}">
                  <a16:creationId xmlns:a16="http://schemas.microsoft.com/office/drawing/2014/main" id="{B89CE5D8-6AD0-234A-A17D-F831C51891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Line 273">
              <a:extLst>
                <a:ext uri="{FF2B5EF4-FFF2-40B4-BE49-F238E27FC236}">
                  <a16:creationId xmlns:a16="http://schemas.microsoft.com/office/drawing/2014/main" id="{9B5C3397-523D-9644-BC85-607D66CD1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Line 274">
              <a:extLst>
                <a:ext uri="{FF2B5EF4-FFF2-40B4-BE49-F238E27FC236}">
                  <a16:creationId xmlns:a16="http://schemas.microsoft.com/office/drawing/2014/main" id="{12645991-B70B-2B48-998E-16E93B522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Line 275">
              <a:extLst>
                <a:ext uri="{FF2B5EF4-FFF2-40B4-BE49-F238E27FC236}">
                  <a16:creationId xmlns:a16="http://schemas.microsoft.com/office/drawing/2014/main" id="{7A8C4036-0BF2-9840-B003-74195473F3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Line 276">
              <a:extLst>
                <a:ext uri="{FF2B5EF4-FFF2-40B4-BE49-F238E27FC236}">
                  <a16:creationId xmlns:a16="http://schemas.microsoft.com/office/drawing/2014/main" id="{7CDA1E43-304C-074F-9E06-E93B37E49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Line 277">
              <a:extLst>
                <a:ext uri="{FF2B5EF4-FFF2-40B4-BE49-F238E27FC236}">
                  <a16:creationId xmlns:a16="http://schemas.microsoft.com/office/drawing/2014/main" id="{C7C89A76-158C-7E4B-9295-D1DFF6E09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Line 278">
              <a:extLst>
                <a:ext uri="{FF2B5EF4-FFF2-40B4-BE49-F238E27FC236}">
                  <a16:creationId xmlns:a16="http://schemas.microsoft.com/office/drawing/2014/main" id="{2A9734CD-5DDC-B344-9909-F9F2B88967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Line 279">
              <a:extLst>
                <a:ext uri="{FF2B5EF4-FFF2-40B4-BE49-F238E27FC236}">
                  <a16:creationId xmlns:a16="http://schemas.microsoft.com/office/drawing/2014/main" id="{7977226D-E060-384A-8FB2-4D4BA87F4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Line 280">
              <a:extLst>
                <a:ext uri="{FF2B5EF4-FFF2-40B4-BE49-F238E27FC236}">
                  <a16:creationId xmlns:a16="http://schemas.microsoft.com/office/drawing/2014/main" id="{7BC5632D-E9C7-C34C-B3D8-2D5EDB4FD1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Line 281">
              <a:extLst>
                <a:ext uri="{FF2B5EF4-FFF2-40B4-BE49-F238E27FC236}">
                  <a16:creationId xmlns:a16="http://schemas.microsoft.com/office/drawing/2014/main" id="{784FC5BE-6C9B-1641-8647-96A953320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Line 282">
              <a:extLst>
                <a:ext uri="{FF2B5EF4-FFF2-40B4-BE49-F238E27FC236}">
                  <a16:creationId xmlns:a16="http://schemas.microsoft.com/office/drawing/2014/main" id="{112A8FA7-D02F-1C4E-928A-458AE095C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Line 283">
              <a:extLst>
                <a:ext uri="{FF2B5EF4-FFF2-40B4-BE49-F238E27FC236}">
                  <a16:creationId xmlns:a16="http://schemas.microsoft.com/office/drawing/2014/main" id="{62B98988-D94E-9445-99A1-BDC64235B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Line 284">
              <a:extLst>
                <a:ext uri="{FF2B5EF4-FFF2-40B4-BE49-F238E27FC236}">
                  <a16:creationId xmlns:a16="http://schemas.microsoft.com/office/drawing/2014/main" id="{A9D2D73A-3D78-1145-AB93-BA57A4EAE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D6838F16-4A3C-DD46-9087-E9BB27216267}"/>
              </a:ext>
            </a:extLst>
          </p:cNvPr>
          <p:cNvGrpSpPr/>
          <p:nvPr/>
        </p:nvGrpSpPr>
        <p:grpSpPr>
          <a:xfrm>
            <a:off x="8405402" y="3099042"/>
            <a:ext cx="527285" cy="593983"/>
            <a:chOff x="8328836" y="2202873"/>
            <a:chExt cx="527285" cy="593983"/>
          </a:xfrm>
        </p:grpSpPr>
        <p:pic>
          <p:nvPicPr>
            <p:cNvPr id="154" name="Picture 653" descr="iphone_stylized_small">
              <a:extLst>
                <a:ext uri="{FF2B5EF4-FFF2-40B4-BE49-F238E27FC236}">
                  <a16:creationId xmlns:a16="http://schemas.microsoft.com/office/drawing/2014/main" id="{FA77DB9E-F75E-434C-9D9B-6786CCA70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3" name="Group 850">
              <a:extLst>
                <a:ext uri="{FF2B5EF4-FFF2-40B4-BE49-F238E27FC236}">
                  <a16:creationId xmlns:a16="http://schemas.microsoft.com/office/drawing/2014/main" id="{0DD913BC-2375-CA41-B393-8196AC67CF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164" name="Freeform 851">
                <a:extLst>
                  <a:ext uri="{FF2B5EF4-FFF2-40B4-BE49-F238E27FC236}">
                    <a16:creationId xmlns:a16="http://schemas.microsoft.com/office/drawing/2014/main" id="{0A3B2890-63C0-1440-A3F8-44AC4E0DB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5" name="Freeform 852">
                <a:extLst>
                  <a:ext uri="{FF2B5EF4-FFF2-40B4-BE49-F238E27FC236}">
                    <a16:creationId xmlns:a16="http://schemas.microsoft.com/office/drawing/2014/main" id="{A936340B-6216-054B-ABBB-931445925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6" name="Freeform 853">
                <a:extLst>
                  <a:ext uri="{FF2B5EF4-FFF2-40B4-BE49-F238E27FC236}">
                    <a16:creationId xmlns:a16="http://schemas.microsoft.com/office/drawing/2014/main" id="{BC6D110B-6A56-E645-8A6E-0EAE48C6FB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7" name="Freeform 854">
                <a:extLst>
                  <a:ext uri="{FF2B5EF4-FFF2-40B4-BE49-F238E27FC236}">
                    <a16:creationId xmlns:a16="http://schemas.microsoft.com/office/drawing/2014/main" id="{87BB582F-47C4-C14A-97F4-E44CFD9AD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8" name="Freeform 855">
                <a:extLst>
                  <a:ext uri="{FF2B5EF4-FFF2-40B4-BE49-F238E27FC236}">
                    <a16:creationId xmlns:a16="http://schemas.microsoft.com/office/drawing/2014/main" id="{9C57A89C-CE02-E746-A809-CF43F9221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9" name="Freeform 856">
                <a:extLst>
                  <a:ext uri="{FF2B5EF4-FFF2-40B4-BE49-F238E27FC236}">
                    <a16:creationId xmlns:a16="http://schemas.microsoft.com/office/drawing/2014/main" id="{FDBAE25A-BB84-9244-B180-D26AB9237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9AA7F5F4-C3F0-DE47-B448-A0D5329BF8F8}"/>
              </a:ext>
            </a:extLst>
          </p:cNvPr>
          <p:cNvGrpSpPr/>
          <p:nvPr/>
        </p:nvGrpSpPr>
        <p:grpSpPr>
          <a:xfrm>
            <a:off x="7891681" y="4024818"/>
            <a:ext cx="1120341" cy="347863"/>
            <a:chOff x="9561515" y="2748013"/>
            <a:chExt cx="1120341" cy="347863"/>
          </a:xfrm>
        </p:grpSpPr>
        <p:pic>
          <p:nvPicPr>
            <p:cNvPr id="151" name="Picture 603" descr="car_icon_small">
              <a:extLst>
                <a:ext uri="{FF2B5EF4-FFF2-40B4-BE49-F238E27FC236}">
                  <a16:creationId xmlns:a16="http://schemas.microsoft.com/office/drawing/2014/main" id="{33C39A1D-A80E-064C-8859-82219AD6D5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0" name="Group 850">
              <a:extLst>
                <a:ext uri="{FF2B5EF4-FFF2-40B4-BE49-F238E27FC236}">
                  <a16:creationId xmlns:a16="http://schemas.microsoft.com/office/drawing/2014/main" id="{A59911D2-E46E-9348-A949-1DF1D38ED5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171" name="Freeform 851">
                <a:extLst>
                  <a:ext uri="{FF2B5EF4-FFF2-40B4-BE49-F238E27FC236}">
                    <a16:creationId xmlns:a16="http://schemas.microsoft.com/office/drawing/2014/main" id="{0C14BB78-0294-D54F-9DD1-C6F2EDA49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2" name="Freeform 852">
                <a:extLst>
                  <a:ext uri="{FF2B5EF4-FFF2-40B4-BE49-F238E27FC236}">
                    <a16:creationId xmlns:a16="http://schemas.microsoft.com/office/drawing/2014/main" id="{55BB298B-A15C-B24A-B157-0358B8660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3" name="Freeform 853">
                <a:extLst>
                  <a:ext uri="{FF2B5EF4-FFF2-40B4-BE49-F238E27FC236}">
                    <a16:creationId xmlns:a16="http://schemas.microsoft.com/office/drawing/2014/main" id="{141EB67B-0F7A-374E-96B4-A369EE448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4" name="Freeform 854">
                <a:extLst>
                  <a:ext uri="{FF2B5EF4-FFF2-40B4-BE49-F238E27FC236}">
                    <a16:creationId xmlns:a16="http://schemas.microsoft.com/office/drawing/2014/main" id="{ACA4D0C6-74D9-FD45-A60A-768D9689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5" name="Freeform 855">
                <a:extLst>
                  <a:ext uri="{FF2B5EF4-FFF2-40B4-BE49-F238E27FC236}">
                    <a16:creationId xmlns:a16="http://schemas.microsoft.com/office/drawing/2014/main" id="{2C29AE09-F70C-834E-81F1-8458E86CF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6" name="Freeform 856">
                <a:extLst>
                  <a:ext uri="{FF2B5EF4-FFF2-40B4-BE49-F238E27FC236}">
                    <a16:creationId xmlns:a16="http://schemas.microsoft.com/office/drawing/2014/main" id="{7DF8543E-A029-FF4D-8570-1F1561369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D836A7FE-71EF-AE45-913D-6B411C646596}"/>
                </a:ext>
              </a:extLst>
            </p:cNvPr>
            <p:cNvCxnSpPr/>
            <p:nvPr/>
          </p:nvCxnSpPr>
          <p:spPr>
            <a:xfrm>
              <a:off x="10032156" y="2798664"/>
              <a:ext cx="31623" cy="13689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AEC62089-4CCC-E141-AC3C-36C166B8E09C}"/>
              </a:ext>
            </a:extLst>
          </p:cNvPr>
          <p:cNvGrpSpPr/>
          <p:nvPr/>
        </p:nvGrpSpPr>
        <p:grpSpPr>
          <a:xfrm>
            <a:off x="9731765" y="3463179"/>
            <a:ext cx="502369" cy="512348"/>
            <a:chOff x="7341491" y="2307905"/>
            <a:chExt cx="509280" cy="439573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D901445-2578-E74A-AB6E-D336861DE9B9}"/>
                </a:ext>
              </a:extLst>
            </p:cNvPr>
            <p:cNvGrpSpPr/>
            <p:nvPr/>
          </p:nvGrpSpPr>
          <p:grpSpPr>
            <a:xfrm>
              <a:off x="7341491" y="2426725"/>
              <a:ext cx="509280" cy="320753"/>
              <a:chOff x="7458407" y="2414528"/>
              <a:chExt cx="509280" cy="320753"/>
            </a:xfrm>
          </p:grpSpPr>
          <p:pic>
            <p:nvPicPr>
              <p:cNvPr id="128" name="Picture 1018" descr="laptop_keyboard">
                <a:extLst>
                  <a:ext uri="{FF2B5EF4-FFF2-40B4-BE49-F238E27FC236}">
                    <a16:creationId xmlns:a16="http://schemas.microsoft.com/office/drawing/2014/main" id="{27AA9BC0-B9AF-FC45-AEDF-D414C68DEB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9" name="Freeform 1019">
                <a:extLst>
                  <a:ext uri="{FF2B5EF4-FFF2-40B4-BE49-F238E27FC236}">
                    <a16:creationId xmlns:a16="http://schemas.microsoft.com/office/drawing/2014/main" id="{7176C226-BF44-6649-950B-948E66759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30" name="Picture 1020" descr="screen">
                <a:extLst>
                  <a:ext uri="{FF2B5EF4-FFF2-40B4-BE49-F238E27FC236}">
                    <a16:creationId xmlns:a16="http://schemas.microsoft.com/office/drawing/2014/main" id="{A1384515-5D36-E044-BC1F-52436C5BCA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1" name="Freeform 1021">
                <a:extLst>
                  <a:ext uri="{FF2B5EF4-FFF2-40B4-BE49-F238E27FC236}">
                    <a16:creationId xmlns:a16="http://schemas.microsoft.com/office/drawing/2014/main" id="{3598EC29-E280-F746-B36D-588439E6D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022">
                <a:extLst>
                  <a:ext uri="{FF2B5EF4-FFF2-40B4-BE49-F238E27FC236}">
                    <a16:creationId xmlns:a16="http://schemas.microsoft.com/office/drawing/2014/main" id="{F9DCA515-22F0-1E48-9019-A84C0C1F8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023">
                <a:extLst>
                  <a:ext uri="{FF2B5EF4-FFF2-40B4-BE49-F238E27FC236}">
                    <a16:creationId xmlns:a16="http://schemas.microsoft.com/office/drawing/2014/main" id="{8E442298-4994-1142-A6C6-3903018E7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024">
                <a:extLst>
                  <a:ext uri="{FF2B5EF4-FFF2-40B4-BE49-F238E27FC236}">
                    <a16:creationId xmlns:a16="http://schemas.microsoft.com/office/drawing/2014/main" id="{8CC776D6-5663-BF46-A106-69B421106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025">
                <a:extLst>
                  <a:ext uri="{FF2B5EF4-FFF2-40B4-BE49-F238E27FC236}">
                    <a16:creationId xmlns:a16="http://schemas.microsoft.com/office/drawing/2014/main" id="{D55E08AE-23F1-214A-8BD5-F87052809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026">
                <a:extLst>
                  <a:ext uri="{FF2B5EF4-FFF2-40B4-BE49-F238E27FC236}">
                    <a16:creationId xmlns:a16="http://schemas.microsoft.com/office/drawing/2014/main" id="{8CB649A3-8BDF-E747-A414-CDEA46401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7" name="Group 1027">
                <a:extLst>
                  <a:ext uri="{FF2B5EF4-FFF2-40B4-BE49-F238E27FC236}">
                    <a16:creationId xmlns:a16="http://schemas.microsoft.com/office/drawing/2014/main" id="{8424DCB7-60B5-7949-BF2B-46C1177C8D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44" name="Freeform 1028">
                  <a:extLst>
                    <a:ext uri="{FF2B5EF4-FFF2-40B4-BE49-F238E27FC236}">
                      <a16:creationId xmlns:a16="http://schemas.microsoft.com/office/drawing/2014/main" id="{2FE98928-41C9-8D41-A287-45BCF42D0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029">
                  <a:extLst>
                    <a:ext uri="{FF2B5EF4-FFF2-40B4-BE49-F238E27FC236}">
                      <a16:creationId xmlns:a16="http://schemas.microsoft.com/office/drawing/2014/main" id="{838D3DA7-E057-3346-864B-5082E4403A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Freeform 1030">
                  <a:extLst>
                    <a:ext uri="{FF2B5EF4-FFF2-40B4-BE49-F238E27FC236}">
                      <a16:creationId xmlns:a16="http://schemas.microsoft.com/office/drawing/2014/main" id="{61E88B83-952F-C24F-8123-5FF21D78D0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Freeform 1031">
                  <a:extLst>
                    <a:ext uri="{FF2B5EF4-FFF2-40B4-BE49-F238E27FC236}">
                      <a16:creationId xmlns:a16="http://schemas.microsoft.com/office/drawing/2014/main" id="{12CA5741-2D5F-B242-8E25-CA7F3C179B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Freeform 1032">
                  <a:extLst>
                    <a:ext uri="{FF2B5EF4-FFF2-40B4-BE49-F238E27FC236}">
                      <a16:creationId xmlns:a16="http://schemas.microsoft.com/office/drawing/2014/main" id="{6D94FDC2-2CEC-124C-9643-9FBD7AD07B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Freeform 1033">
                  <a:extLst>
                    <a:ext uri="{FF2B5EF4-FFF2-40B4-BE49-F238E27FC236}">
                      <a16:creationId xmlns:a16="http://schemas.microsoft.com/office/drawing/2014/main" id="{D7942E49-B3B0-2945-94EE-E8F1B6FCB0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8" name="Freeform 1034">
                <a:extLst>
                  <a:ext uri="{FF2B5EF4-FFF2-40B4-BE49-F238E27FC236}">
                    <a16:creationId xmlns:a16="http://schemas.microsoft.com/office/drawing/2014/main" id="{FD3D4085-DD0A-D547-ABF1-A7510D1A4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9" name="Freeform 1035">
                <a:extLst>
                  <a:ext uri="{FF2B5EF4-FFF2-40B4-BE49-F238E27FC236}">
                    <a16:creationId xmlns:a16="http://schemas.microsoft.com/office/drawing/2014/main" id="{0BFDF49B-A9BF-934A-910F-F26A5134B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036">
                <a:extLst>
                  <a:ext uri="{FF2B5EF4-FFF2-40B4-BE49-F238E27FC236}">
                    <a16:creationId xmlns:a16="http://schemas.microsoft.com/office/drawing/2014/main" id="{21F4B59D-5D85-964E-BDDE-E5E86FF69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037">
                <a:extLst>
                  <a:ext uri="{FF2B5EF4-FFF2-40B4-BE49-F238E27FC236}">
                    <a16:creationId xmlns:a16="http://schemas.microsoft.com/office/drawing/2014/main" id="{298DF50A-C343-D34F-9CBE-3627C25C7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038">
                <a:extLst>
                  <a:ext uri="{FF2B5EF4-FFF2-40B4-BE49-F238E27FC236}">
                    <a16:creationId xmlns:a16="http://schemas.microsoft.com/office/drawing/2014/main" id="{CB753F3D-F63E-E249-8C26-0B99126FF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039">
                <a:extLst>
                  <a:ext uri="{FF2B5EF4-FFF2-40B4-BE49-F238E27FC236}">
                    <a16:creationId xmlns:a16="http://schemas.microsoft.com/office/drawing/2014/main" id="{6E91FD67-A892-364A-97CA-C6EE03DEF08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6" name="Group 850">
              <a:extLst>
                <a:ext uri="{FF2B5EF4-FFF2-40B4-BE49-F238E27FC236}">
                  <a16:creationId xmlns:a16="http://schemas.microsoft.com/office/drawing/2014/main" id="{02A8867F-D007-AE4F-B03F-660C78A12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157" name="Freeform 851">
                <a:extLst>
                  <a:ext uri="{FF2B5EF4-FFF2-40B4-BE49-F238E27FC236}">
                    <a16:creationId xmlns:a16="http://schemas.microsoft.com/office/drawing/2014/main" id="{4460B147-19FD-ED40-A3B7-0F7EE0A57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8" name="Freeform 852">
                <a:extLst>
                  <a:ext uri="{FF2B5EF4-FFF2-40B4-BE49-F238E27FC236}">
                    <a16:creationId xmlns:a16="http://schemas.microsoft.com/office/drawing/2014/main" id="{13E6A2E8-520D-9749-9BFE-80F719C48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9" name="Freeform 853">
                <a:extLst>
                  <a:ext uri="{FF2B5EF4-FFF2-40B4-BE49-F238E27FC236}">
                    <a16:creationId xmlns:a16="http://schemas.microsoft.com/office/drawing/2014/main" id="{EE3C2BDD-616C-AB4F-B41E-A0418E3456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0" name="Freeform 854">
                <a:extLst>
                  <a:ext uri="{FF2B5EF4-FFF2-40B4-BE49-F238E27FC236}">
                    <a16:creationId xmlns:a16="http://schemas.microsoft.com/office/drawing/2014/main" id="{F4D786B4-49B0-364F-BC7F-0D534B21E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1" name="Freeform 855">
                <a:extLst>
                  <a:ext uri="{FF2B5EF4-FFF2-40B4-BE49-F238E27FC236}">
                    <a16:creationId xmlns:a16="http://schemas.microsoft.com/office/drawing/2014/main" id="{DA18CE26-E66F-7A43-901C-8DB0512D7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2" name="Freeform 856">
                <a:extLst>
                  <a:ext uri="{FF2B5EF4-FFF2-40B4-BE49-F238E27FC236}">
                    <a16:creationId xmlns:a16="http://schemas.microsoft.com/office/drawing/2014/main" id="{258D91CA-3C65-0945-B397-447D80E3D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40D64F1E-CB1A-A646-B422-FB171B402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4314" y="2366481"/>
              <a:ext cx="39385" cy="7020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Line 435">
            <a:extLst>
              <a:ext uri="{FF2B5EF4-FFF2-40B4-BE49-F238E27FC236}">
                <a16:creationId xmlns:a16="http://schemas.microsoft.com/office/drawing/2014/main" id="{BDE1E373-F1A0-C247-A16F-51FD5086AC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19748" y="3822551"/>
            <a:ext cx="4467" cy="583015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ine 436">
            <a:extLst>
              <a:ext uri="{FF2B5EF4-FFF2-40B4-BE49-F238E27FC236}">
                <a16:creationId xmlns:a16="http://schemas.microsoft.com/office/drawing/2014/main" id="{016BF512-7EEE-8E45-A51E-2C57B59762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58519" y="4487840"/>
            <a:ext cx="518620" cy="173119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ne 439">
            <a:extLst>
              <a:ext uri="{FF2B5EF4-FFF2-40B4-BE49-F238E27FC236}">
                <a16:creationId xmlns:a16="http://schemas.microsoft.com/office/drawing/2014/main" id="{3EB85E7D-B15D-694B-9BA3-E67818C25B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201006" y="4473187"/>
            <a:ext cx="127931" cy="524238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292F10-EFDE-C646-BCE0-43E3D3F0B73B}"/>
              </a:ext>
            </a:extLst>
          </p:cNvPr>
          <p:cNvGrpSpPr/>
          <p:nvPr/>
        </p:nvGrpSpPr>
        <p:grpSpPr>
          <a:xfrm>
            <a:off x="11084522" y="4291738"/>
            <a:ext cx="581004" cy="299152"/>
            <a:chOff x="3668110" y="2448910"/>
            <a:chExt cx="3794234" cy="216513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72EAAC-2851-D649-B728-FC09C1749859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3513B34-6DF2-0042-82EF-D16C2B12A3A9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C14FCDE-EE37-724B-91B1-B35B8FBFB9D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D758CB1-341F-F142-A3E4-0C5D7F4A1330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96245B3-01A7-014E-9BA1-7FF47814682F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61DDD58F-B6AD-AD4C-B3E4-BAFA003044B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0F6942C-3B5A-C543-85D8-24BF9990A9C5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590">
            <a:extLst>
              <a:ext uri="{FF2B5EF4-FFF2-40B4-BE49-F238E27FC236}">
                <a16:creationId xmlns:a16="http://schemas.microsoft.com/office/drawing/2014/main" id="{303C6DB6-B1E2-884C-BBB8-EC1A99AC627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917985" y="3322047"/>
            <a:ext cx="649485" cy="571200"/>
            <a:chOff x="2839" y="3501"/>
            <a:chExt cx="755" cy="803"/>
          </a:xfrm>
        </p:grpSpPr>
        <p:pic>
          <p:nvPicPr>
            <p:cNvPr id="20" name="Picture 591" descr="desktop_computer_stylized_medium">
              <a:extLst>
                <a:ext uri="{FF2B5EF4-FFF2-40B4-BE49-F238E27FC236}">
                  <a16:creationId xmlns:a16="http://schemas.microsoft.com/office/drawing/2014/main" id="{63D2D7F9-5192-C24A-82A4-B0EA6FAD6C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Freeform 592">
              <a:extLst>
                <a:ext uri="{FF2B5EF4-FFF2-40B4-BE49-F238E27FC236}">
                  <a16:creationId xmlns:a16="http://schemas.microsoft.com/office/drawing/2014/main" id="{CE876DBC-21CF-AE4B-919D-7AE28D5D0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590">
            <a:extLst>
              <a:ext uri="{FF2B5EF4-FFF2-40B4-BE49-F238E27FC236}">
                <a16:creationId xmlns:a16="http://schemas.microsoft.com/office/drawing/2014/main" id="{91392431-0A58-5644-AA3F-947CE467E6F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249542" y="4410101"/>
            <a:ext cx="649485" cy="571200"/>
            <a:chOff x="2839" y="3501"/>
            <a:chExt cx="755" cy="803"/>
          </a:xfrm>
        </p:grpSpPr>
        <p:pic>
          <p:nvPicPr>
            <p:cNvPr id="23" name="Picture 591" descr="desktop_computer_stylized_medium">
              <a:extLst>
                <a:ext uri="{FF2B5EF4-FFF2-40B4-BE49-F238E27FC236}">
                  <a16:creationId xmlns:a16="http://schemas.microsoft.com/office/drawing/2014/main" id="{46FA0F11-EBA2-284F-8B1D-14AF391458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Freeform 592">
              <a:extLst>
                <a:ext uri="{FF2B5EF4-FFF2-40B4-BE49-F238E27FC236}">
                  <a16:creationId xmlns:a16="http://schemas.microsoft.com/office/drawing/2014/main" id="{52EF559D-DFC5-8447-AEA4-BC6B16E3F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6" name="Group 590">
            <a:extLst>
              <a:ext uri="{FF2B5EF4-FFF2-40B4-BE49-F238E27FC236}">
                <a16:creationId xmlns:a16="http://schemas.microsoft.com/office/drawing/2014/main" id="{F7641AD9-87D9-A44B-A42D-CB95A3432A4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7829" y="4748945"/>
            <a:ext cx="649485" cy="571200"/>
            <a:chOff x="2839" y="3501"/>
            <a:chExt cx="755" cy="803"/>
          </a:xfrm>
        </p:grpSpPr>
        <p:pic>
          <p:nvPicPr>
            <p:cNvPr id="187" name="Picture 591" descr="desktop_computer_stylized_medium">
              <a:extLst>
                <a:ext uri="{FF2B5EF4-FFF2-40B4-BE49-F238E27FC236}">
                  <a16:creationId xmlns:a16="http://schemas.microsoft.com/office/drawing/2014/main" id="{30678A54-3E22-8B42-A81E-5CF5B995FA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" name="Freeform 592">
              <a:extLst>
                <a:ext uri="{FF2B5EF4-FFF2-40B4-BE49-F238E27FC236}">
                  <a16:creationId xmlns:a16="http://schemas.microsoft.com/office/drawing/2014/main" id="{6D9A530E-D982-6948-B078-2A03FF1F3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BCEAC609-53A3-DC4E-B9E6-B5176894A3B7}"/>
              </a:ext>
            </a:extLst>
          </p:cNvPr>
          <p:cNvGrpSpPr/>
          <p:nvPr/>
        </p:nvGrpSpPr>
        <p:grpSpPr>
          <a:xfrm>
            <a:off x="8229600" y="5199782"/>
            <a:ext cx="1923291" cy="1159453"/>
            <a:chOff x="9874069" y="4049856"/>
            <a:chExt cx="1165513" cy="683960"/>
          </a:xfrm>
        </p:grpSpPr>
        <p:pic>
          <p:nvPicPr>
            <p:cNvPr id="26" name="Picture 781" descr="antenna_radiation_stylized">
              <a:extLst>
                <a:ext uri="{FF2B5EF4-FFF2-40B4-BE49-F238E27FC236}">
                  <a16:creationId xmlns:a16="http://schemas.microsoft.com/office/drawing/2014/main" id="{DB627E11-E099-EC41-BC25-0FB10F3B69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780" descr="access_point_stylized_small">
              <a:extLst>
                <a:ext uri="{FF2B5EF4-FFF2-40B4-BE49-F238E27FC236}">
                  <a16:creationId xmlns:a16="http://schemas.microsoft.com/office/drawing/2014/main" id="{A02A91D2-3E70-F042-A5F5-5B2635BF0B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6" name="Group 850">
              <a:extLst>
                <a:ext uri="{FF2B5EF4-FFF2-40B4-BE49-F238E27FC236}">
                  <a16:creationId xmlns:a16="http://schemas.microsoft.com/office/drawing/2014/main" id="{57E97886-C05F-6048-B731-37159BF97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77" name="Freeform 851">
                <a:extLst>
                  <a:ext uri="{FF2B5EF4-FFF2-40B4-BE49-F238E27FC236}">
                    <a16:creationId xmlns:a16="http://schemas.microsoft.com/office/drawing/2014/main" id="{B3924299-6BE1-3843-A764-2F95D9F82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" name="Freeform 852">
                <a:extLst>
                  <a:ext uri="{FF2B5EF4-FFF2-40B4-BE49-F238E27FC236}">
                    <a16:creationId xmlns:a16="http://schemas.microsoft.com/office/drawing/2014/main" id="{603A533B-82A1-6445-B323-DBB29F6A3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" name="Freeform 853">
                <a:extLst>
                  <a:ext uri="{FF2B5EF4-FFF2-40B4-BE49-F238E27FC236}">
                    <a16:creationId xmlns:a16="http://schemas.microsoft.com/office/drawing/2014/main" id="{51E5D983-ADB0-114C-9834-F8276FDAF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" name="Freeform 854">
                <a:extLst>
                  <a:ext uri="{FF2B5EF4-FFF2-40B4-BE49-F238E27FC236}">
                    <a16:creationId xmlns:a16="http://schemas.microsoft.com/office/drawing/2014/main" id="{AD9CC5C5-8A1B-F443-B43A-D696211E81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" name="Freeform 855">
                <a:extLst>
                  <a:ext uri="{FF2B5EF4-FFF2-40B4-BE49-F238E27FC236}">
                    <a16:creationId xmlns:a16="http://schemas.microsoft.com/office/drawing/2014/main" id="{82118053-8C1C-C841-A495-DCB0EF345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2" name="Freeform 856">
                <a:extLst>
                  <a:ext uri="{FF2B5EF4-FFF2-40B4-BE49-F238E27FC236}">
                    <a16:creationId xmlns:a16="http://schemas.microsoft.com/office/drawing/2014/main" id="{DFA74633-0451-F848-A038-52B85B120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04A1B945-82CF-B24C-927F-7FD13A0C24C4}"/>
                </a:ext>
              </a:extLst>
            </p:cNvPr>
            <p:cNvGrpSpPr/>
            <p:nvPr/>
          </p:nvGrpSpPr>
          <p:grpSpPr>
            <a:xfrm>
              <a:off x="9874069" y="4284324"/>
              <a:ext cx="406937" cy="372436"/>
              <a:chOff x="7341491" y="2307905"/>
              <a:chExt cx="509280" cy="439573"/>
            </a:xfrm>
          </p:grpSpPr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14BD4F1A-F69B-CC4E-9ADB-754A3C888DDB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200" name="Picture 1018" descr="laptop_keyboard">
                  <a:extLst>
                    <a:ext uri="{FF2B5EF4-FFF2-40B4-BE49-F238E27FC236}">
                      <a16:creationId xmlns:a16="http://schemas.microsoft.com/office/drawing/2014/main" id="{43A4C956-16BA-2749-B63E-A0735579E8E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1" name="Freeform 1019">
                  <a:extLst>
                    <a:ext uri="{FF2B5EF4-FFF2-40B4-BE49-F238E27FC236}">
                      <a16:creationId xmlns:a16="http://schemas.microsoft.com/office/drawing/2014/main" id="{FB9CB46A-3962-FA48-A49E-FC5678B710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02" name="Picture 1020" descr="screen">
                  <a:extLst>
                    <a:ext uri="{FF2B5EF4-FFF2-40B4-BE49-F238E27FC236}">
                      <a16:creationId xmlns:a16="http://schemas.microsoft.com/office/drawing/2014/main" id="{546620B1-B43D-D44B-BDBF-CB7163856C9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3" name="Freeform 1021">
                  <a:extLst>
                    <a:ext uri="{FF2B5EF4-FFF2-40B4-BE49-F238E27FC236}">
                      <a16:creationId xmlns:a16="http://schemas.microsoft.com/office/drawing/2014/main" id="{3609018E-54F0-C545-8881-2F666AE77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Freeform 1022">
                  <a:extLst>
                    <a:ext uri="{FF2B5EF4-FFF2-40B4-BE49-F238E27FC236}">
                      <a16:creationId xmlns:a16="http://schemas.microsoft.com/office/drawing/2014/main" id="{25B49A33-C4F2-BD48-B970-1F34E2623C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 1023">
                  <a:extLst>
                    <a:ext uri="{FF2B5EF4-FFF2-40B4-BE49-F238E27FC236}">
                      <a16:creationId xmlns:a16="http://schemas.microsoft.com/office/drawing/2014/main" id="{7A3CD4B0-7D22-AA45-8A15-E073D61953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Freeform 1024">
                  <a:extLst>
                    <a:ext uri="{FF2B5EF4-FFF2-40B4-BE49-F238E27FC236}">
                      <a16:creationId xmlns:a16="http://schemas.microsoft.com/office/drawing/2014/main" id="{6A3B0A44-ABEE-F642-9AA1-40BC4C0AD4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1025">
                  <a:extLst>
                    <a:ext uri="{FF2B5EF4-FFF2-40B4-BE49-F238E27FC236}">
                      <a16:creationId xmlns:a16="http://schemas.microsoft.com/office/drawing/2014/main" id="{8E276300-85ED-F14E-BCE2-C7D4D59B3B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1026">
                  <a:extLst>
                    <a:ext uri="{FF2B5EF4-FFF2-40B4-BE49-F238E27FC236}">
                      <a16:creationId xmlns:a16="http://schemas.microsoft.com/office/drawing/2014/main" id="{C5ADDBAC-F8C7-5846-8484-7E2ACCC042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09" name="Group 1027">
                  <a:extLst>
                    <a:ext uri="{FF2B5EF4-FFF2-40B4-BE49-F238E27FC236}">
                      <a16:creationId xmlns:a16="http://schemas.microsoft.com/office/drawing/2014/main" id="{6244016C-85DB-4D44-A0FC-F42A9A7D3A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16" name="Freeform 1028">
                    <a:extLst>
                      <a:ext uri="{FF2B5EF4-FFF2-40B4-BE49-F238E27FC236}">
                        <a16:creationId xmlns:a16="http://schemas.microsoft.com/office/drawing/2014/main" id="{5AA16397-7098-9946-8BE9-C4651BB16E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7" name="Freeform 1029">
                    <a:extLst>
                      <a:ext uri="{FF2B5EF4-FFF2-40B4-BE49-F238E27FC236}">
                        <a16:creationId xmlns:a16="http://schemas.microsoft.com/office/drawing/2014/main" id="{384C7126-22CD-204D-ADC8-D47C758957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8" name="Freeform 1030">
                    <a:extLst>
                      <a:ext uri="{FF2B5EF4-FFF2-40B4-BE49-F238E27FC236}">
                        <a16:creationId xmlns:a16="http://schemas.microsoft.com/office/drawing/2014/main" id="{988ADBF6-5CE8-D54F-9B1A-0CDD671EFC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9" name="Freeform 1031">
                    <a:extLst>
                      <a:ext uri="{FF2B5EF4-FFF2-40B4-BE49-F238E27FC236}">
                        <a16:creationId xmlns:a16="http://schemas.microsoft.com/office/drawing/2014/main" id="{143CE67A-75D1-0648-A3F8-C441C79AD8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0" name="Freeform 1032">
                    <a:extLst>
                      <a:ext uri="{FF2B5EF4-FFF2-40B4-BE49-F238E27FC236}">
                        <a16:creationId xmlns:a16="http://schemas.microsoft.com/office/drawing/2014/main" id="{D7D5A372-4E31-6F4C-AAB1-9DE01C704B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1" name="Freeform 1033">
                    <a:extLst>
                      <a:ext uri="{FF2B5EF4-FFF2-40B4-BE49-F238E27FC236}">
                        <a16:creationId xmlns:a16="http://schemas.microsoft.com/office/drawing/2014/main" id="{0AF2083D-846C-A943-9458-9EF7685D4DE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0" name="Freeform 1034">
                  <a:extLst>
                    <a:ext uri="{FF2B5EF4-FFF2-40B4-BE49-F238E27FC236}">
                      <a16:creationId xmlns:a16="http://schemas.microsoft.com/office/drawing/2014/main" id="{3B1CD3A9-2A99-D943-AB31-0016D9DD74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 1035">
                  <a:extLst>
                    <a:ext uri="{FF2B5EF4-FFF2-40B4-BE49-F238E27FC236}">
                      <a16:creationId xmlns:a16="http://schemas.microsoft.com/office/drawing/2014/main" id="{9DA1D7A0-F967-E74D-960A-4B56F22DD2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 1036">
                  <a:extLst>
                    <a:ext uri="{FF2B5EF4-FFF2-40B4-BE49-F238E27FC236}">
                      <a16:creationId xmlns:a16="http://schemas.microsoft.com/office/drawing/2014/main" id="{950CCC8A-F414-9A41-9782-93A28378FB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1037">
                  <a:extLst>
                    <a:ext uri="{FF2B5EF4-FFF2-40B4-BE49-F238E27FC236}">
                      <a16:creationId xmlns:a16="http://schemas.microsoft.com/office/drawing/2014/main" id="{096C7422-F2A4-C441-8ACD-BCE2E662DB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1038">
                  <a:extLst>
                    <a:ext uri="{FF2B5EF4-FFF2-40B4-BE49-F238E27FC236}">
                      <a16:creationId xmlns:a16="http://schemas.microsoft.com/office/drawing/2014/main" id="{62886C74-4755-1F49-916C-0FB17C421A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1039">
                  <a:extLst>
                    <a:ext uri="{FF2B5EF4-FFF2-40B4-BE49-F238E27FC236}">
                      <a16:creationId xmlns:a16="http://schemas.microsoft.com/office/drawing/2014/main" id="{83286882-3B59-2E4B-8F6B-0A559AFADE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roup 850">
                <a:extLst>
                  <a:ext uri="{FF2B5EF4-FFF2-40B4-BE49-F238E27FC236}">
                    <a16:creationId xmlns:a16="http://schemas.microsoft.com/office/drawing/2014/main" id="{19F8753D-AAD8-4949-A49B-6EC93DC270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94" name="Freeform 851">
                  <a:extLst>
                    <a:ext uri="{FF2B5EF4-FFF2-40B4-BE49-F238E27FC236}">
                      <a16:creationId xmlns:a16="http://schemas.microsoft.com/office/drawing/2014/main" id="{40AEBF74-7D40-DE48-B7FB-0E8992CB58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5" name="Freeform 852">
                  <a:extLst>
                    <a:ext uri="{FF2B5EF4-FFF2-40B4-BE49-F238E27FC236}">
                      <a16:creationId xmlns:a16="http://schemas.microsoft.com/office/drawing/2014/main" id="{CD6F1594-3FE4-F94F-ACC7-0D901861F3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6" name="Freeform 853">
                  <a:extLst>
                    <a:ext uri="{FF2B5EF4-FFF2-40B4-BE49-F238E27FC236}">
                      <a16:creationId xmlns:a16="http://schemas.microsoft.com/office/drawing/2014/main" id="{D17F9977-9E37-8741-B482-D64778F671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7" name="Freeform 854">
                  <a:extLst>
                    <a:ext uri="{FF2B5EF4-FFF2-40B4-BE49-F238E27FC236}">
                      <a16:creationId xmlns:a16="http://schemas.microsoft.com/office/drawing/2014/main" id="{9CA9F277-24FA-3940-B16C-D12B7BB4F3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8" name="Freeform 855">
                  <a:extLst>
                    <a:ext uri="{FF2B5EF4-FFF2-40B4-BE49-F238E27FC236}">
                      <a16:creationId xmlns:a16="http://schemas.microsoft.com/office/drawing/2014/main" id="{42D0BD36-F52A-EA4F-8E56-673822F593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9" name="Freeform 856">
                  <a:extLst>
                    <a:ext uri="{FF2B5EF4-FFF2-40B4-BE49-F238E27FC236}">
                      <a16:creationId xmlns:a16="http://schemas.microsoft.com/office/drawing/2014/main" id="{DE032556-7636-804E-906F-97BBD0B9C9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E327019D-1905-154A-8E85-6EC04E7752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25857B5F-442D-6547-97DC-F5378BA1C438}"/>
                </a:ext>
              </a:extLst>
            </p:cNvPr>
            <p:cNvGrpSpPr/>
            <p:nvPr/>
          </p:nvGrpSpPr>
          <p:grpSpPr>
            <a:xfrm>
              <a:off x="10632645" y="4361380"/>
              <a:ext cx="406937" cy="372436"/>
              <a:chOff x="7341491" y="2307905"/>
              <a:chExt cx="509280" cy="439573"/>
            </a:xfrm>
          </p:grpSpPr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76DB35A4-9E1B-4E44-8D0F-D270CF67063A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232" name="Picture 1018" descr="laptop_keyboard">
                  <a:extLst>
                    <a:ext uri="{FF2B5EF4-FFF2-40B4-BE49-F238E27FC236}">
                      <a16:creationId xmlns:a16="http://schemas.microsoft.com/office/drawing/2014/main" id="{4F4F48BB-0250-D44A-9BC4-81D3641D24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3" name="Freeform 1019">
                  <a:extLst>
                    <a:ext uri="{FF2B5EF4-FFF2-40B4-BE49-F238E27FC236}">
                      <a16:creationId xmlns:a16="http://schemas.microsoft.com/office/drawing/2014/main" id="{2AF3E33D-CD8C-2F48-81D3-778B4B41A7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34" name="Picture 1020" descr="screen">
                  <a:extLst>
                    <a:ext uri="{FF2B5EF4-FFF2-40B4-BE49-F238E27FC236}">
                      <a16:creationId xmlns:a16="http://schemas.microsoft.com/office/drawing/2014/main" id="{8DF7014D-CFBA-C245-B0BD-DE0B172F72E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5" name="Freeform 1021">
                  <a:extLst>
                    <a:ext uri="{FF2B5EF4-FFF2-40B4-BE49-F238E27FC236}">
                      <a16:creationId xmlns:a16="http://schemas.microsoft.com/office/drawing/2014/main" id="{511E93A6-2D52-5346-8CB6-B5B1DF37F7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 1022">
                  <a:extLst>
                    <a:ext uri="{FF2B5EF4-FFF2-40B4-BE49-F238E27FC236}">
                      <a16:creationId xmlns:a16="http://schemas.microsoft.com/office/drawing/2014/main" id="{1D625A85-B0E0-4145-AF39-6DB0D9E0CB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 1023">
                  <a:extLst>
                    <a:ext uri="{FF2B5EF4-FFF2-40B4-BE49-F238E27FC236}">
                      <a16:creationId xmlns:a16="http://schemas.microsoft.com/office/drawing/2014/main" id="{ABD8107C-127C-8B4C-956D-D2038C947A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Freeform 1024">
                  <a:extLst>
                    <a:ext uri="{FF2B5EF4-FFF2-40B4-BE49-F238E27FC236}">
                      <a16:creationId xmlns:a16="http://schemas.microsoft.com/office/drawing/2014/main" id="{523BA87F-7AE2-F34A-B701-BE0CF79FE0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Freeform 1025">
                  <a:extLst>
                    <a:ext uri="{FF2B5EF4-FFF2-40B4-BE49-F238E27FC236}">
                      <a16:creationId xmlns:a16="http://schemas.microsoft.com/office/drawing/2014/main" id="{F6F11968-F7C7-7148-A094-57D4B6F7A6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Freeform 1026">
                  <a:extLst>
                    <a:ext uri="{FF2B5EF4-FFF2-40B4-BE49-F238E27FC236}">
                      <a16:creationId xmlns:a16="http://schemas.microsoft.com/office/drawing/2014/main" id="{9CE419CC-6653-D64F-826C-2A3B663DD5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41" name="Group 1027">
                  <a:extLst>
                    <a:ext uri="{FF2B5EF4-FFF2-40B4-BE49-F238E27FC236}">
                      <a16:creationId xmlns:a16="http://schemas.microsoft.com/office/drawing/2014/main" id="{B79A86C8-03B9-3742-B3E1-C3C4870A9B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48" name="Freeform 1028">
                    <a:extLst>
                      <a:ext uri="{FF2B5EF4-FFF2-40B4-BE49-F238E27FC236}">
                        <a16:creationId xmlns:a16="http://schemas.microsoft.com/office/drawing/2014/main" id="{294DD880-2083-8645-945D-9844B4060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9" name="Freeform 1029">
                    <a:extLst>
                      <a:ext uri="{FF2B5EF4-FFF2-40B4-BE49-F238E27FC236}">
                        <a16:creationId xmlns:a16="http://schemas.microsoft.com/office/drawing/2014/main" id="{AE3490FA-748F-B64C-A3DB-5C327A8281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0" name="Freeform 1030">
                    <a:extLst>
                      <a:ext uri="{FF2B5EF4-FFF2-40B4-BE49-F238E27FC236}">
                        <a16:creationId xmlns:a16="http://schemas.microsoft.com/office/drawing/2014/main" id="{2A46627B-BBEF-1943-8288-EC0F71CA7D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1" name="Freeform 1031">
                    <a:extLst>
                      <a:ext uri="{FF2B5EF4-FFF2-40B4-BE49-F238E27FC236}">
                        <a16:creationId xmlns:a16="http://schemas.microsoft.com/office/drawing/2014/main" id="{6DF5FBDA-FAE1-B241-90C6-B93B7090DB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2" name="Freeform 1032">
                    <a:extLst>
                      <a:ext uri="{FF2B5EF4-FFF2-40B4-BE49-F238E27FC236}">
                        <a16:creationId xmlns:a16="http://schemas.microsoft.com/office/drawing/2014/main" id="{7FA684E5-78AC-0C46-8D3D-012C1F7450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3" name="Freeform 1033">
                    <a:extLst>
                      <a:ext uri="{FF2B5EF4-FFF2-40B4-BE49-F238E27FC236}">
                        <a16:creationId xmlns:a16="http://schemas.microsoft.com/office/drawing/2014/main" id="{B3FCEF67-D6F1-984D-8779-21AC52CA9C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42" name="Freeform 1034">
                  <a:extLst>
                    <a:ext uri="{FF2B5EF4-FFF2-40B4-BE49-F238E27FC236}">
                      <a16:creationId xmlns:a16="http://schemas.microsoft.com/office/drawing/2014/main" id="{236DF0FE-8B0C-254C-9AE3-B73153B830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Freeform 1035">
                  <a:extLst>
                    <a:ext uri="{FF2B5EF4-FFF2-40B4-BE49-F238E27FC236}">
                      <a16:creationId xmlns:a16="http://schemas.microsoft.com/office/drawing/2014/main" id="{CD69B965-4D92-7C44-AB07-D51C40C356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Freeform 1036">
                  <a:extLst>
                    <a:ext uri="{FF2B5EF4-FFF2-40B4-BE49-F238E27FC236}">
                      <a16:creationId xmlns:a16="http://schemas.microsoft.com/office/drawing/2014/main" id="{7F88CD3B-8D3F-944F-93A0-3272A6EC0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Freeform 1037">
                  <a:extLst>
                    <a:ext uri="{FF2B5EF4-FFF2-40B4-BE49-F238E27FC236}">
                      <a16:creationId xmlns:a16="http://schemas.microsoft.com/office/drawing/2014/main" id="{96F1BC2D-3CA4-2C4F-9D40-5E252F8EF9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Freeform 1038">
                  <a:extLst>
                    <a:ext uri="{FF2B5EF4-FFF2-40B4-BE49-F238E27FC236}">
                      <a16:creationId xmlns:a16="http://schemas.microsoft.com/office/drawing/2014/main" id="{0907C174-E6C0-5642-A505-58A08DD18A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Freeform 1039">
                  <a:extLst>
                    <a:ext uri="{FF2B5EF4-FFF2-40B4-BE49-F238E27FC236}">
                      <a16:creationId xmlns:a16="http://schemas.microsoft.com/office/drawing/2014/main" id="{1CDC6E2D-A772-3B49-8439-D3D8915183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4" name="Group 850">
                <a:extLst>
                  <a:ext uri="{FF2B5EF4-FFF2-40B4-BE49-F238E27FC236}">
                    <a16:creationId xmlns:a16="http://schemas.microsoft.com/office/drawing/2014/main" id="{C7FC9F56-C4B9-CB4F-871F-27598301F4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226" name="Freeform 851">
                  <a:extLst>
                    <a:ext uri="{FF2B5EF4-FFF2-40B4-BE49-F238E27FC236}">
                      <a16:creationId xmlns:a16="http://schemas.microsoft.com/office/drawing/2014/main" id="{C78362AD-12BA-544F-9449-4E99CFE45F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7" name="Freeform 852">
                  <a:extLst>
                    <a:ext uri="{FF2B5EF4-FFF2-40B4-BE49-F238E27FC236}">
                      <a16:creationId xmlns:a16="http://schemas.microsoft.com/office/drawing/2014/main" id="{D7D5F371-6CB2-754F-B423-4A735A9DB5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8" name="Freeform 853">
                  <a:extLst>
                    <a:ext uri="{FF2B5EF4-FFF2-40B4-BE49-F238E27FC236}">
                      <a16:creationId xmlns:a16="http://schemas.microsoft.com/office/drawing/2014/main" id="{8BA4DE9D-2F75-6549-9A25-7FB763FE55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9" name="Freeform 854">
                  <a:extLst>
                    <a:ext uri="{FF2B5EF4-FFF2-40B4-BE49-F238E27FC236}">
                      <a16:creationId xmlns:a16="http://schemas.microsoft.com/office/drawing/2014/main" id="{9C6E88C6-1471-3640-9C83-836DB2672C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0" name="Freeform 855">
                  <a:extLst>
                    <a:ext uri="{FF2B5EF4-FFF2-40B4-BE49-F238E27FC236}">
                      <a16:creationId xmlns:a16="http://schemas.microsoft.com/office/drawing/2014/main" id="{CDF7241E-AB35-CB4E-AC37-D40F82656D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1" name="Freeform 856">
                  <a:extLst>
                    <a:ext uri="{FF2B5EF4-FFF2-40B4-BE49-F238E27FC236}">
                      <a16:creationId xmlns:a16="http://schemas.microsoft.com/office/drawing/2014/main" id="{1F147BC7-3E05-0248-B4B8-53FE858D23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3BA573AA-F2AE-334C-B328-9F37A8FF45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B503E439-945A-A344-AB60-2A65A7023FC4}"/>
              </a:ext>
            </a:extLst>
          </p:cNvPr>
          <p:cNvGrpSpPr/>
          <p:nvPr/>
        </p:nvGrpSpPr>
        <p:grpSpPr>
          <a:xfrm>
            <a:off x="7840518" y="1242873"/>
            <a:ext cx="4037013" cy="1377421"/>
            <a:chOff x="7785100" y="730250"/>
            <a:chExt cx="4037013" cy="1377421"/>
          </a:xfrm>
        </p:grpSpPr>
        <p:grpSp>
          <p:nvGrpSpPr>
            <p:cNvPr id="273" name="Group 117">
              <a:extLst>
                <a:ext uri="{FF2B5EF4-FFF2-40B4-BE49-F238E27FC236}">
                  <a16:creationId xmlns:a16="http://schemas.microsoft.com/office/drawing/2014/main" id="{D45AA40C-B22D-9946-9473-ECEF602BD9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274" name="AutoShape 111">
                <a:extLst>
                  <a:ext uri="{FF2B5EF4-FFF2-40B4-BE49-F238E27FC236}">
                    <a16:creationId xmlns:a16="http://schemas.microsoft.com/office/drawing/2014/main" id="{19FECEC5-DE0E-784A-9583-2B6FFC9B7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4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75" name="Group 116">
                <a:extLst>
                  <a:ext uri="{FF2B5EF4-FFF2-40B4-BE49-F238E27FC236}">
                    <a16:creationId xmlns:a16="http://schemas.microsoft.com/office/drawing/2014/main" id="{CB83F8A1-1FC2-3B4D-8C09-DF5C801835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276" name="Rectangle 99">
                  <a:extLst>
                    <a:ext uri="{FF2B5EF4-FFF2-40B4-BE49-F238E27FC236}">
                      <a16:creationId xmlns:a16="http://schemas.microsoft.com/office/drawing/2014/main" id="{A2734C67-F9AC-2F44-B35F-38E877473C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7" name="Line 7">
                  <a:extLst>
                    <a:ext uri="{FF2B5EF4-FFF2-40B4-BE49-F238E27FC236}">
                      <a16:creationId xmlns:a16="http://schemas.microsoft.com/office/drawing/2014/main" id="{C66E4941-F9C5-1E4F-8B84-AFF95C6698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50" y="2271"/>
                  <a:ext cx="673" cy="7"/>
                </a:xfrm>
                <a:prstGeom prst="line">
                  <a:avLst/>
                </a:pr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78" name="Group 103">
                  <a:extLst>
                    <a:ext uri="{FF2B5EF4-FFF2-40B4-BE49-F238E27FC236}">
                      <a16:creationId xmlns:a16="http://schemas.microsoft.com/office/drawing/2014/main" id="{7CB4606E-327A-1A44-A907-2660A56372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284" name="Rectangle 104">
                    <a:extLst>
                      <a:ext uri="{FF2B5EF4-FFF2-40B4-BE49-F238E27FC236}">
                        <a16:creationId xmlns:a16="http://schemas.microsoft.com/office/drawing/2014/main" id="{A99A3752-5DF1-1C4E-BD45-602755ADFA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5" name="Rectangle 105">
                    <a:extLst>
                      <a:ext uri="{FF2B5EF4-FFF2-40B4-BE49-F238E27FC236}">
                        <a16:creationId xmlns:a16="http://schemas.microsoft.com/office/drawing/2014/main" id="{AC49E6EB-2EDA-8B47-AE75-BB9901D4F9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6" name="Rectangle 106">
                    <a:extLst>
                      <a:ext uri="{FF2B5EF4-FFF2-40B4-BE49-F238E27FC236}">
                        <a16:creationId xmlns:a16="http://schemas.microsoft.com/office/drawing/2014/main" id="{651CC5C2-CB72-6C43-B103-BE4D703728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7" name="Rectangle 107">
                    <a:extLst>
                      <a:ext uri="{FF2B5EF4-FFF2-40B4-BE49-F238E27FC236}">
                        <a16:creationId xmlns:a16="http://schemas.microsoft.com/office/drawing/2014/main" id="{1DE97946-179C-8D42-A61A-D83CE59461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8" name="Rectangle 108">
                    <a:extLst>
                      <a:ext uri="{FF2B5EF4-FFF2-40B4-BE49-F238E27FC236}">
                        <a16:creationId xmlns:a16="http://schemas.microsoft.com/office/drawing/2014/main" id="{04A1C1EF-E526-1F41-A47F-D1260D32ED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9" name="AutoShape 109">
                    <a:extLst>
                      <a:ext uri="{FF2B5EF4-FFF2-40B4-BE49-F238E27FC236}">
                        <a16:creationId xmlns:a16="http://schemas.microsoft.com/office/drawing/2014/main" id="{DAE4B7E4-EF46-4D47-BE30-6BDF7FC9D9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279" name="Picture 110" descr="desktop_computer_stylized_small">
                  <a:extLst>
                    <a:ext uri="{FF2B5EF4-FFF2-40B4-BE49-F238E27FC236}">
                      <a16:creationId xmlns:a16="http://schemas.microsoft.com/office/drawing/2014/main" id="{DDDBC1EE-FFD8-AA47-90A3-58C691D12C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0" name="Rectangle 112">
                  <a:extLst>
                    <a:ext uri="{FF2B5EF4-FFF2-40B4-BE49-F238E27FC236}">
                      <a16:creationId xmlns:a16="http://schemas.microsoft.com/office/drawing/2014/main" id="{1ABA220B-E12D-014F-A57E-FF99A7E823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1" name="Freeform 113">
                  <a:extLst>
                    <a:ext uri="{FF2B5EF4-FFF2-40B4-BE49-F238E27FC236}">
                      <a16:creationId xmlns:a16="http://schemas.microsoft.com/office/drawing/2014/main" id="{D421ED9C-7EE2-4245-A767-1000693F38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14 w 381"/>
                    <a:gd name="T1" fmla="*/ 274 h 274"/>
                    <a:gd name="T2" fmla="*/ 14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  <a:gd name="T9" fmla="*/ 0 w 381"/>
                    <a:gd name="T10" fmla="*/ 0 h 274"/>
                    <a:gd name="T11" fmla="*/ 381 w 381"/>
                    <a:gd name="T12" fmla="*/ 274 h 2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83" name="Picture 115" descr="tv">
                  <a:extLst>
                    <a:ext uri="{FF2B5EF4-FFF2-40B4-BE49-F238E27FC236}">
                      <a16:creationId xmlns:a16="http://schemas.microsoft.com/office/drawing/2014/main" id="{DA3CD424-6F2B-A64F-BB99-BFCEFC77DBA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341" name="Line 169">
              <a:extLst>
                <a:ext uri="{FF2B5EF4-FFF2-40B4-BE49-F238E27FC236}">
                  <a16:creationId xmlns:a16="http://schemas.microsoft.com/office/drawing/2014/main" id="{0ED8CDDF-16E6-9949-AE23-AEA42EA9F9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3564" y="1479550"/>
              <a:ext cx="2593686" cy="0"/>
            </a:xfrm>
            <a:prstGeom prst="line">
              <a:avLst/>
            </a:prstGeom>
            <a:noFill/>
            <a:ln w="19050">
              <a:solidFill>
                <a:srgbClr val="E4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9" name="Text Box 204">
              <a:extLst>
                <a:ext uri="{FF2B5EF4-FFF2-40B4-BE49-F238E27FC236}">
                  <a16:creationId xmlns:a16="http://schemas.microsoft.com/office/drawing/2014/main" id="{9EB94DD9-4B0C-9F40-A9C8-055FEE1AE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94702E13-DA68-4543-AB4F-AD4BC76B53EB}"/>
                </a:ext>
              </a:extLst>
            </p:cNvPr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307" name="Group 135">
                <a:extLst>
                  <a:ext uri="{FF2B5EF4-FFF2-40B4-BE49-F238E27FC236}">
                    <a16:creationId xmlns:a16="http://schemas.microsoft.com/office/drawing/2014/main" id="{18C2718F-6489-3842-866B-C6083D9124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308" name="AutoShape 136">
                  <a:extLst>
                    <a:ext uri="{FF2B5EF4-FFF2-40B4-BE49-F238E27FC236}">
                      <a16:creationId xmlns:a16="http://schemas.microsoft.com/office/drawing/2014/main" id="{06A4920B-716F-6440-A4A4-D28120C16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09" name="Group 137">
                  <a:extLst>
                    <a:ext uri="{FF2B5EF4-FFF2-40B4-BE49-F238E27FC236}">
                      <a16:creationId xmlns:a16="http://schemas.microsoft.com/office/drawing/2014/main" id="{D5BBEB23-7774-4344-9031-57B565E628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310" name="Rectangle 138">
                    <a:extLst>
                      <a:ext uri="{FF2B5EF4-FFF2-40B4-BE49-F238E27FC236}">
                        <a16:creationId xmlns:a16="http://schemas.microsoft.com/office/drawing/2014/main" id="{8FC71A6F-1303-3A46-848F-ED88E09D46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1" name="Line 7">
                    <a:extLst>
                      <a:ext uri="{FF2B5EF4-FFF2-40B4-BE49-F238E27FC236}">
                        <a16:creationId xmlns:a16="http://schemas.microsoft.com/office/drawing/2014/main" id="{74A21E63-C3A9-BE46-B55D-249D7B73AC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12" name="Group 140">
                    <a:extLst>
                      <a:ext uri="{FF2B5EF4-FFF2-40B4-BE49-F238E27FC236}">
                        <a16:creationId xmlns:a16="http://schemas.microsoft.com/office/drawing/2014/main" id="{F6600432-E3DE-234E-9D32-F2444455478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318" name="Rectangle 141">
                      <a:extLst>
                        <a:ext uri="{FF2B5EF4-FFF2-40B4-BE49-F238E27FC236}">
                          <a16:creationId xmlns:a16="http://schemas.microsoft.com/office/drawing/2014/main" id="{0AC9502F-C0FF-034A-B159-81DCA48F814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19" name="Rectangle 142">
                      <a:extLst>
                        <a:ext uri="{FF2B5EF4-FFF2-40B4-BE49-F238E27FC236}">
                          <a16:creationId xmlns:a16="http://schemas.microsoft.com/office/drawing/2014/main" id="{1836D0E5-A637-3645-ADFC-9E3F1C7344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0" name="Rectangle 143">
                      <a:extLst>
                        <a:ext uri="{FF2B5EF4-FFF2-40B4-BE49-F238E27FC236}">
                          <a16:creationId xmlns:a16="http://schemas.microsoft.com/office/drawing/2014/main" id="{033C6F2A-0F65-6040-8A3C-BAD90C628B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1" name="Rectangle 144">
                      <a:extLst>
                        <a:ext uri="{FF2B5EF4-FFF2-40B4-BE49-F238E27FC236}">
                          <a16:creationId xmlns:a16="http://schemas.microsoft.com/office/drawing/2014/main" id="{513E5FB6-D7F9-9343-82C8-9BB80CB7FF9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2" name="Rectangle 145">
                      <a:extLst>
                        <a:ext uri="{FF2B5EF4-FFF2-40B4-BE49-F238E27FC236}">
                          <a16:creationId xmlns:a16="http://schemas.microsoft.com/office/drawing/2014/main" id="{700456BA-BDB8-784C-999D-644E2C79FCD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3" name="AutoShape 146">
                      <a:extLst>
                        <a:ext uri="{FF2B5EF4-FFF2-40B4-BE49-F238E27FC236}">
                          <a16:creationId xmlns:a16="http://schemas.microsoft.com/office/drawing/2014/main" id="{902212FC-7256-754F-AFD4-8BD64D83D2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313" name="Picture 147" descr="desktop_computer_stylized_small">
                    <a:extLst>
                      <a:ext uri="{FF2B5EF4-FFF2-40B4-BE49-F238E27FC236}">
                        <a16:creationId xmlns:a16="http://schemas.microsoft.com/office/drawing/2014/main" id="{6749D4B2-638E-3247-895E-C38F81C6A16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14" name="Rectangle 148">
                    <a:extLst>
                      <a:ext uri="{FF2B5EF4-FFF2-40B4-BE49-F238E27FC236}">
                        <a16:creationId xmlns:a16="http://schemas.microsoft.com/office/drawing/2014/main" id="{11D92BD6-CE36-634D-9F1B-6CBED16DB8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5" name="Freeform 149">
                    <a:extLst>
                      <a:ext uri="{FF2B5EF4-FFF2-40B4-BE49-F238E27FC236}">
                        <a16:creationId xmlns:a16="http://schemas.microsoft.com/office/drawing/2014/main" id="{FA61DEAA-1D6D-3A4B-9DD2-2633E3EF32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317" name="Picture 151" descr="tv">
                    <a:extLst>
                      <a:ext uri="{FF2B5EF4-FFF2-40B4-BE49-F238E27FC236}">
                        <a16:creationId xmlns:a16="http://schemas.microsoft.com/office/drawing/2014/main" id="{94763A90-FA83-6D43-A436-F13917DEDD5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364" name="Freeform 209">
                <a:extLst>
                  <a:ext uri="{FF2B5EF4-FFF2-40B4-BE49-F238E27FC236}">
                    <a16:creationId xmlns:a16="http://schemas.microsoft.com/office/drawing/2014/main" id="{EFB2345E-45BF-0345-9876-16ED4A0CBD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65" name="Rectangle 44">
              <a:extLst>
                <a:ext uri="{FF2B5EF4-FFF2-40B4-BE49-F238E27FC236}">
                  <a16:creationId xmlns:a16="http://schemas.microsoft.com/office/drawing/2014/main" id="{7ABEC7AC-0CF9-7740-88E7-0E43CF017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3" y="1054100"/>
              <a:ext cx="955675" cy="7000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216">
              <a:extLst>
                <a:ext uri="{FF2B5EF4-FFF2-40B4-BE49-F238E27FC236}">
                  <a16:creationId xmlns:a16="http://schemas.microsoft.com/office/drawing/2014/main" id="{D74A0656-120C-2348-A152-8E46A643D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2488" y="1236663"/>
              <a:ext cx="330200" cy="454025"/>
            </a:xfrm>
            <a:custGeom>
              <a:avLst/>
              <a:gdLst>
                <a:gd name="T0" fmla="*/ 0 w 318"/>
                <a:gd name="T1" fmla="*/ 2147483647 h 412"/>
                <a:gd name="T2" fmla="*/ 2147483647 w 318"/>
                <a:gd name="T3" fmla="*/ 2147483647 h 412"/>
                <a:gd name="T4" fmla="*/ 2147483647 w 318"/>
                <a:gd name="T5" fmla="*/ 0 h 412"/>
                <a:gd name="T6" fmla="*/ 2147483647 w 318"/>
                <a:gd name="T7" fmla="*/ 2147483647 h 412"/>
                <a:gd name="T8" fmla="*/ 2147483647 w 318"/>
                <a:gd name="T9" fmla="*/ 2147483647 h 412"/>
                <a:gd name="T10" fmla="*/ 2147483647 w 318"/>
                <a:gd name="T11" fmla="*/ 2147483647 h 412"/>
                <a:gd name="T12" fmla="*/ 2147483647 w 318"/>
                <a:gd name="T13" fmla="*/ 2147483647 h 412"/>
                <a:gd name="T14" fmla="*/ 2147483647 w 318"/>
                <a:gd name="T15" fmla="*/ 2147483647 h 412"/>
                <a:gd name="T16" fmla="*/ 0 w 318"/>
                <a:gd name="T17" fmla="*/ 2147483647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rgbClr val="E4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217">
              <a:extLst>
                <a:ext uri="{FF2B5EF4-FFF2-40B4-BE49-F238E27FC236}">
                  <a16:creationId xmlns:a16="http://schemas.microsoft.com/office/drawing/2014/main" id="{B21EE085-803A-FB4A-83BD-700B68E7F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842" y="1167342"/>
              <a:ext cx="366713" cy="406400"/>
            </a:xfrm>
            <a:custGeom>
              <a:avLst/>
              <a:gdLst>
                <a:gd name="T0" fmla="*/ 0 w 353"/>
                <a:gd name="T1" fmla="*/ 2147483647 h 369"/>
                <a:gd name="T2" fmla="*/ 2147483647 w 353"/>
                <a:gd name="T3" fmla="*/ 0 h 369"/>
                <a:gd name="T4" fmla="*/ 2147483647 w 353"/>
                <a:gd name="T5" fmla="*/ 0 h 369"/>
                <a:gd name="T6" fmla="*/ 2147483647 w 353"/>
                <a:gd name="T7" fmla="*/ 2147483647 h 369"/>
                <a:gd name="T8" fmla="*/ 2147483647 w 353"/>
                <a:gd name="T9" fmla="*/ 2147483647 h 369"/>
                <a:gd name="T10" fmla="*/ 2147483647 w 353"/>
                <a:gd name="T11" fmla="*/ 2147483647 h 369"/>
                <a:gd name="T12" fmla="*/ 2147483647 w 353"/>
                <a:gd name="T13" fmla="*/ 2147483647 h 369"/>
                <a:gd name="T14" fmla="*/ 2147483647 w 353"/>
                <a:gd name="T15" fmla="*/ 2147483647 h 369"/>
                <a:gd name="T16" fmla="*/ 2147483647 w 353"/>
                <a:gd name="T17" fmla="*/ 2147483647 h 369"/>
                <a:gd name="T18" fmla="*/ 2147483647 w 353"/>
                <a:gd name="T19" fmla="*/ 2147483647 h 369"/>
                <a:gd name="T20" fmla="*/ 0 w 353"/>
                <a:gd name="T21" fmla="*/ 2147483647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Line 218">
              <a:extLst>
                <a:ext uri="{FF2B5EF4-FFF2-40B4-BE49-F238E27FC236}">
                  <a16:creationId xmlns:a16="http://schemas.microsoft.com/office/drawing/2014/main" id="{662CF9DC-48CB-3C4D-B5DD-565FE580B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39513" y="1295400"/>
              <a:ext cx="34925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0" name="Line 219">
              <a:extLst>
                <a:ext uri="{FF2B5EF4-FFF2-40B4-BE49-F238E27FC236}">
                  <a16:creationId xmlns:a16="http://schemas.microsoft.com/office/drawing/2014/main" id="{7C5780A1-D001-8344-837A-3397C4576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1063" y="1466850"/>
              <a:ext cx="268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1" name="Freeform 220">
              <a:extLst>
                <a:ext uri="{FF2B5EF4-FFF2-40B4-BE49-F238E27FC236}">
                  <a16:creationId xmlns:a16="http://schemas.microsoft.com/office/drawing/2014/main" id="{6C59CA65-50C3-0443-8B37-EE986EE2D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4713" y="1290638"/>
              <a:ext cx="274637" cy="115887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Freeform 221">
              <a:extLst>
                <a:ext uri="{FF2B5EF4-FFF2-40B4-BE49-F238E27FC236}">
                  <a16:creationId xmlns:a16="http://schemas.microsoft.com/office/drawing/2014/main" id="{7556E69F-3BCD-2B4F-A17A-81BBDE0EEFC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034713" y="1527175"/>
              <a:ext cx="274637" cy="114300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AutoShape 225">
              <a:extLst>
                <a:ext uri="{FF2B5EF4-FFF2-40B4-BE49-F238E27FC236}">
                  <a16:creationId xmlns:a16="http://schemas.microsoft.com/office/drawing/2014/main" id="{9DD28501-C345-2745-849B-87EB75970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5613" y="790575"/>
              <a:ext cx="1206500" cy="26193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983BDABC-49F0-F642-9544-FC51657A2E15}"/>
                </a:ext>
              </a:extLst>
            </p:cNvPr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393" name="Group 117">
                <a:extLst>
                  <a:ext uri="{FF2B5EF4-FFF2-40B4-BE49-F238E27FC236}">
                    <a16:creationId xmlns:a16="http://schemas.microsoft.com/office/drawing/2014/main" id="{D54CFC43-9C44-9741-8C04-D80CE47569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394" name="AutoShape 111">
                  <a:extLst>
                    <a:ext uri="{FF2B5EF4-FFF2-40B4-BE49-F238E27FC236}">
                      <a16:creationId xmlns:a16="http://schemas.microsoft.com/office/drawing/2014/main" id="{97DF7804-CC88-1F42-B8F9-051351FE80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95" name="Group 116">
                  <a:extLst>
                    <a:ext uri="{FF2B5EF4-FFF2-40B4-BE49-F238E27FC236}">
                      <a16:creationId xmlns:a16="http://schemas.microsoft.com/office/drawing/2014/main" id="{62D463CD-C41B-EB42-B714-BE7DEB8C5A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396" name="Rectangle 99">
                    <a:extLst>
                      <a:ext uri="{FF2B5EF4-FFF2-40B4-BE49-F238E27FC236}">
                        <a16:creationId xmlns:a16="http://schemas.microsoft.com/office/drawing/2014/main" id="{C882ED75-ED21-974A-90AC-D2ADE1E07E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97" name="Line 7">
                    <a:extLst>
                      <a:ext uri="{FF2B5EF4-FFF2-40B4-BE49-F238E27FC236}">
                        <a16:creationId xmlns:a16="http://schemas.microsoft.com/office/drawing/2014/main" id="{1BB2D968-610B-184F-A2CF-14B33B3A957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3" cy="7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98" name="Group 103">
                    <a:extLst>
                      <a:ext uri="{FF2B5EF4-FFF2-40B4-BE49-F238E27FC236}">
                        <a16:creationId xmlns:a16="http://schemas.microsoft.com/office/drawing/2014/main" id="{4D4CE61C-8983-B647-864F-F470C03A070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403" name="Rectangle 104">
                      <a:extLst>
                        <a:ext uri="{FF2B5EF4-FFF2-40B4-BE49-F238E27FC236}">
                          <a16:creationId xmlns:a16="http://schemas.microsoft.com/office/drawing/2014/main" id="{F0C7BF96-DC9B-8F46-A1CD-DF23ED3B11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4" name="Rectangle 105">
                      <a:extLst>
                        <a:ext uri="{FF2B5EF4-FFF2-40B4-BE49-F238E27FC236}">
                          <a16:creationId xmlns:a16="http://schemas.microsoft.com/office/drawing/2014/main" id="{31A36EA8-D658-AB47-BE82-801AA588F5B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5" name="Rectangle 106">
                      <a:extLst>
                        <a:ext uri="{FF2B5EF4-FFF2-40B4-BE49-F238E27FC236}">
                          <a16:creationId xmlns:a16="http://schemas.microsoft.com/office/drawing/2014/main" id="{5DDEAC47-056C-384C-B89F-5A42C8379A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6" name="Rectangle 107">
                      <a:extLst>
                        <a:ext uri="{FF2B5EF4-FFF2-40B4-BE49-F238E27FC236}">
                          <a16:creationId xmlns:a16="http://schemas.microsoft.com/office/drawing/2014/main" id="{5FAEA790-B08D-2741-A24E-F6C8966DFA2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7" name="Rectangle 108">
                      <a:extLst>
                        <a:ext uri="{FF2B5EF4-FFF2-40B4-BE49-F238E27FC236}">
                          <a16:creationId xmlns:a16="http://schemas.microsoft.com/office/drawing/2014/main" id="{C8681A97-C9D1-FE48-BB82-818A99CB0B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8" name="AutoShape 109">
                      <a:extLst>
                        <a:ext uri="{FF2B5EF4-FFF2-40B4-BE49-F238E27FC236}">
                          <a16:creationId xmlns:a16="http://schemas.microsoft.com/office/drawing/2014/main" id="{CFB36D93-5244-FD4C-BD34-FB641007F59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399" name="Picture 110" descr="desktop_computer_stylized_small">
                    <a:extLst>
                      <a:ext uri="{FF2B5EF4-FFF2-40B4-BE49-F238E27FC236}">
                        <a16:creationId xmlns:a16="http://schemas.microsoft.com/office/drawing/2014/main" id="{9B404C1F-048E-7044-BE69-14D8C09F81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00" name="Rectangle 112">
                    <a:extLst>
                      <a:ext uri="{FF2B5EF4-FFF2-40B4-BE49-F238E27FC236}">
                        <a16:creationId xmlns:a16="http://schemas.microsoft.com/office/drawing/2014/main" id="{93620211-30D2-A74F-85D8-3CCB3BB54C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01" name="Freeform 113">
                    <a:extLst>
                      <a:ext uri="{FF2B5EF4-FFF2-40B4-BE49-F238E27FC236}">
                        <a16:creationId xmlns:a16="http://schemas.microsoft.com/office/drawing/2014/main" id="{EAB132C2-BF16-0F4B-B306-8B5A4C1C07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402" name="Picture 115" descr="tv">
                    <a:extLst>
                      <a:ext uri="{FF2B5EF4-FFF2-40B4-BE49-F238E27FC236}">
                        <a16:creationId xmlns:a16="http://schemas.microsoft.com/office/drawing/2014/main" id="{E56F1C09-456F-6945-AACA-76354A8314E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522" name="Straight Connector 521">
                <a:extLst>
                  <a:ext uri="{FF2B5EF4-FFF2-40B4-BE49-F238E27FC236}">
                    <a16:creationId xmlns:a16="http://schemas.microsoft.com/office/drawing/2014/main" id="{CEADDDE2-F07E-2048-90F3-56476774EC97}"/>
                  </a:ext>
                </a:extLst>
              </p:cNvPr>
              <p:cNvCxnSpPr/>
              <p:nvPr/>
            </p:nvCxnSpPr>
            <p:spPr>
              <a:xfrm>
                <a:off x="9334500" y="1147233"/>
                <a:ext cx="0" cy="338667"/>
              </a:xfrm>
              <a:prstGeom prst="line">
                <a:avLst/>
              </a:prstGeom>
              <a:ln w="9525">
                <a:solidFill>
                  <a:srgbClr val="E4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2E6A914D-56E6-6144-8A5D-B26042233D49}"/>
                </a:ext>
              </a:extLst>
            </p:cNvPr>
            <p:cNvCxnSpPr/>
            <p:nvPr/>
          </p:nvCxnSpPr>
          <p:spPr>
            <a:xfrm>
              <a:off x="8428567" y="1151466"/>
              <a:ext cx="0" cy="338667"/>
            </a:xfrm>
            <a:prstGeom prst="line">
              <a:avLst/>
            </a:prstGeom>
            <a:ln w="9525">
              <a:solidFill>
                <a:srgbClr val="E4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EA667DB5-3322-4A46-B5FA-A070FD5DC154}"/>
                </a:ext>
              </a:extLst>
            </p:cNvPr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416" name="Group 135">
                <a:extLst>
                  <a:ext uri="{FF2B5EF4-FFF2-40B4-BE49-F238E27FC236}">
                    <a16:creationId xmlns:a16="http://schemas.microsoft.com/office/drawing/2014/main" id="{85DFD946-B194-774B-88CB-2C0D2F0CAA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418" name="AutoShape 136">
                  <a:extLst>
                    <a:ext uri="{FF2B5EF4-FFF2-40B4-BE49-F238E27FC236}">
                      <a16:creationId xmlns:a16="http://schemas.microsoft.com/office/drawing/2014/main" id="{F297B945-74B3-CB4B-878C-7C02A4889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19" name="Group 137">
                  <a:extLst>
                    <a:ext uri="{FF2B5EF4-FFF2-40B4-BE49-F238E27FC236}">
                      <a16:creationId xmlns:a16="http://schemas.microsoft.com/office/drawing/2014/main" id="{E4CF7180-96A2-CD40-B8A0-45AE98BA1F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420" name="Rectangle 138">
                    <a:extLst>
                      <a:ext uri="{FF2B5EF4-FFF2-40B4-BE49-F238E27FC236}">
                        <a16:creationId xmlns:a16="http://schemas.microsoft.com/office/drawing/2014/main" id="{E728FEDA-C496-A141-8FEA-14AAB825DF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21" name="Line 7">
                    <a:extLst>
                      <a:ext uri="{FF2B5EF4-FFF2-40B4-BE49-F238E27FC236}">
                        <a16:creationId xmlns:a16="http://schemas.microsoft.com/office/drawing/2014/main" id="{94947D33-1E0B-FE40-8CAB-CBBDC0D6E2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422" name="Group 140">
                    <a:extLst>
                      <a:ext uri="{FF2B5EF4-FFF2-40B4-BE49-F238E27FC236}">
                        <a16:creationId xmlns:a16="http://schemas.microsoft.com/office/drawing/2014/main" id="{394E883E-EC3D-5D4A-AEA2-4725F7F2DB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427" name="Rectangle 141">
                      <a:extLst>
                        <a:ext uri="{FF2B5EF4-FFF2-40B4-BE49-F238E27FC236}">
                          <a16:creationId xmlns:a16="http://schemas.microsoft.com/office/drawing/2014/main" id="{448655B1-0992-6F4B-815F-913E06606CB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28" name="Rectangle 142">
                      <a:extLst>
                        <a:ext uri="{FF2B5EF4-FFF2-40B4-BE49-F238E27FC236}">
                          <a16:creationId xmlns:a16="http://schemas.microsoft.com/office/drawing/2014/main" id="{968409F2-F7DA-2446-B315-0CF4D05EAD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29" name="Rectangle 143">
                      <a:extLst>
                        <a:ext uri="{FF2B5EF4-FFF2-40B4-BE49-F238E27FC236}">
                          <a16:creationId xmlns:a16="http://schemas.microsoft.com/office/drawing/2014/main" id="{0362FF3B-ADD9-5744-8ACA-3EFADB8322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0" name="Rectangle 144">
                      <a:extLst>
                        <a:ext uri="{FF2B5EF4-FFF2-40B4-BE49-F238E27FC236}">
                          <a16:creationId xmlns:a16="http://schemas.microsoft.com/office/drawing/2014/main" id="{C40AA11A-DFD4-8F42-897F-82FED599B2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1" name="Rectangle 145">
                      <a:extLst>
                        <a:ext uri="{FF2B5EF4-FFF2-40B4-BE49-F238E27FC236}">
                          <a16:creationId xmlns:a16="http://schemas.microsoft.com/office/drawing/2014/main" id="{8A810F1B-6E62-5742-8139-F7E89D3E1C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2" name="AutoShape 146">
                      <a:extLst>
                        <a:ext uri="{FF2B5EF4-FFF2-40B4-BE49-F238E27FC236}">
                          <a16:creationId xmlns:a16="http://schemas.microsoft.com/office/drawing/2014/main" id="{F9E0BEC6-A98D-274B-80FC-89A04433923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423" name="Picture 147" descr="desktop_computer_stylized_small">
                    <a:extLst>
                      <a:ext uri="{FF2B5EF4-FFF2-40B4-BE49-F238E27FC236}">
                        <a16:creationId xmlns:a16="http://schemas.microsoft.com/office/drawing/2014/main" id="{0A91A55F-2043-9E4B-99F9-AFA78F5A814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24" name="Rectangle 148">
                    <a:extLst>
                      <a:ext uri="{FF2B5EF4-FFF2-40B4-BE49-F238E27FC236}">
                        <a16:creationId xmlns:a16="http://schemas.microsoft.com/office/drawing/2014/main" id="{F8AF0B05-119A-0146-852E-B3BD3225EC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25" name="Freeform 149">
                    <a:extLst>
                      <a:ext uri="{FF2B5EF4-FFF2-40B4-BE49-F238E27FC236}">
                        <a16:creationId xmlns:a16="http://schemas.microsoft.com/office/drawing/2014/main" id="{AB1B2319-3B1A-4844-AE46-5CB41DCFDC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426" name="Picture 151" descr="tv">
                    <a:extLst>
                      <a:ext uri="{FF2B5EF4-FFF2-40B4-BE49-F238E27FC236}">
                        <a16:creationId xmlns:a16="http://schemas.microsoft.com/office/drawing/2014/main" id="{FBF03B14-5AED-7E49-8E18-C9D52DD0666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417" name="Freeform 209">
                <a:extLst>
                  <a:ext uri="{FF2B5EF4-FFF2-40B4-BE49-F238E27FC236}">
                    <a16:creationId xmlns:a16="http://schemas.microsoft.com/office/drawing/2014/main" id="{0B7484A0-57B4-9D4F-88D9-C1C31B000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33" name="Text Box 204">
              <a:extLst>
                <a:ext uri="{FF2B5EF4-FFF2-40B4-BE49-F238E27FC236}">
                  <a16:creationId xmlns:a16="http://schemas.microsoft.com/office/drawing/2014/main" id="{3C38ADF6-8694-1144-9C3F-327CA8736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04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Link layer: services (more)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ECB38E-687E-C946-9EB7-A4D36B2DC890}"/>
              </a:ext>
            </a:extLst>
          </p:cNvPr>
          <p:cNvSpPr txBox="1">
            <a:spLocks noChangeArrowheads="1"/>
          </p:cNvSpPr>
          <p:nvPr/>
        </p:nvSpPr>
        <p:spPr>
          <a:xfrm>
            <a:off x="1215015" y="1383579"/>
            <a:ext cx="6141748" cy="51557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defRPr/>
            </a:pPr>
            <a:r>
              <a:rPr lang="en-US" dirty="0">
                <a:solidFill>
                  <a:srgbClr val="C00000"/>
                </a:solidFill>
              </a:rPr>
              <a:t>flow control: </a:t>
            </a:r>
          </a:p>
          <a:p>
            <a:pPr lvl="1">
              <a:defRPr/>
            </a:pPr>
            <a:r>
              <a:rPr lang="en-US" dirty="0"/>
              <a:t>pacing between adjacent sending and receiving nodes</a:t>
            </a:r>
          </a:p>
          <a:p>
            <a:pPr marL="344488" indent="-276225">
              <a:defRPr/>
            </a:pPr>
            <a:r>
              <a:rPr lang="en-US" dirty="0">
                <a:solidFill>
                  <a:srgbClr val="C00000"/>
                </a:solidFill>
              </a:rPr>
              <a:t>error detection: </a:t>
            </a:r>
          </a:p>
          <a:p>
            <a:pPr lvl="1">
              <a:defRPr/>
            </a:pPr>
            <a:r>
              <a:rPr lang="en-US" dirty="0"/>
              <a:t>errors caused by signal attenuation, noise. </a:t>
            </a:r>
          </a:p>
          <a:p>
            <a:pPr lvl="1">
              <a:defRPr/>
            </a:pPr>
            <a:r>
              <a:rPr lang="en-US" dirty="0"/>
              <a:t>receiver detects errors, s</a:t>
            </a:r>
            <a:r>
              <a:rPr lang="en-US" sz="2400" dirty="0"/>
              <a:t>ignals retransmission, or drops frame </a:t>
            </a:r>
          </a:p>
          <a:p>
            <a:pPr indent="-339725">
              <a:defRPr/>
            </a:pPr>
            <a:r>
              <a:rPr lang="en-US" dirty="0">
                <a:solidFill>
                  <a:srgbClr val="C00000"/>
                </a:solidFill>
              </a:rPr>
              <a:t>error correction: </a:t>
            </a:r>
          </a:p>
          <a:p>
            <a:pPr lvl="1">
              <a:defRPr/>
            </a:pPr>
            <a:r>
              <a:rPr lang="en-US" dirty="0"/>
              <a:t>receiver identifies </a:t>
            </a:r>
            <a:r>
              <a:rPr lang="en-US" i="1" dirty="0">
                <a:solidFill>
                  <a:srgbClr val="0000A8"/>
                </a:solidFill>
              </a:rPr>
              <a:t>and corrects</a:t>
            </a:r>
            <a:r>
              <a:rPr lang="en-US" dirty="0">
                <a:solidFill>
                  <a:srgbClr val="0000A8"/>
                </a:solidFill>
              </a:rPr>
              <a:t> </a:t>
            </a:r>
            <a:r>
              <a:rPr lang="en-US" dirty="0"/>
              <a:t>bit error(s) without retransmission</a:t>
            </a:r>
          </a:p>
          <a:p>
            <a:pPr marL="344488" indent="-331788">
              <a:defRPr/>
            </a:pPr>
            <a:r>
              <a:rPr lang="en-US" dirty="0">
                <a:solidFill>
                  <a:srgbClr val="C00000"/>
                </a:solidFill>
              </a:rPr>
              <a:t>half-duplex and full-duplex:</a:t>
            </a:r>
          </a:p>
          <a:p>
            <a:pPr lvl="1">
              <a:defRPr/>
            </a:pPr>
            <a:r>
              <a:rPr lang="en-US" dirty="0"/>
              <a:t>with half duplex, nodes at both ends of link can transmit, but not at same time</a:t>
            </a:r>
            <a:endParaRPr lang="en-US" sz="2800" dirty="0"/>
          </a:p>
        </p:txBody>
      </p:sp>
      <p:sp>
        <p:nvSpPr>
          <p:cNvPr id="99" name="Oval 800">
            <a:extLst>
              <a:ext uri="{FF2B5EF4-FFF2-40B4-BE49-F238E27FC236}">
                <a16:creationId xmlns:a16="http://schemas.microsoft.com/office/drawing/2014/main" id="{F837CB36-493B-5745-B9FD-E82937992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3945" y="3593195"/>
            <a:ext cx="69106" cy="7912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01" name="Group 817">
            <a:extLst>
              <a:ext uri="{FF2B5EF4-FFF2-40B4-BE49-F238E27FC236}">
                <a16:creationId xmlns:a16="http://schemas.microsoft.com/office/drawing/2014/main" id="{CA1E1C7E-A9E4-CF45-9133-2CC43B860D8B}"/>
              </a:ext>
            </a:extLst>
          </p:cNvPr>
          <p:cNvGrpSpPr>
            <a:grpSpLocks/>
          </p:cNvGrpSpPr>
          <p:nvPr/>
        </p:nvGrpSpPr>
        <p:grpSpPr bwMode="auto">
          <a:xfrm>
            <a:off x="8980811" y="3275911"/>
            <a:ext cx="615031" cy="694531"/>
            <a:chOff x="2920" y="1424"/>
            <a:chExt cx="326" cy="320"/>
          </a:xfrm>
        </p:grpSpPr>
        <p:sp>
          <p:nvSpPr>
            <p:cNvPr id="102" name="Oval 818">
              <a:extLst>
                <a:ext uri="{FF2B5EF4-FFF2-40B4-BE49-F238E27FC236}">
                  <a16:creationId xmlns:a16="http://schemas.microsoft.com/office/drawing/2014/main" id="{CF63D940-213E-E04E-B278-9D3A7C64D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03" name="Group 819">
              <a:extLst>
                <a:ext uri="{FF2B5EF4-FFF2-40B4-BE49-F238E27FC236}">
                  <a16:creationId xmlns:a16="http://schemas.microsoft.com/office/drawing/2014/main" id="{41FFEB08-147C-7842-AF61-E4B607AED1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105" name="Oval 820">
                <a:extLst>
                  <a:ext uri="{FF2B5EF4-FFF2-40B4-BE49-F238E27FC236}">
                    <a16:creationId xmlns:a16="http://schemas.microsoft.com/office/drawing/2014/main" id="{35CFE63C-F843-B949-AE7D-6F9539B56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06" name="Oval 821">
                <a:extLst>
                  <a:ext uri="{FF2B5EF4-FFF2-40B4-BE49-F238E27FC236}">
                    <a16:creationId xmlns:a16="http://schemas.microsoft.com/office/drawing/2014/main" id="{B892C53C-F2F4-CE4E-8F26-179F537FF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07" name="Oval 822">
                <a:extLst>
                  <a:ext uri="{FF2B5EF4-FFF2-40B4-BE49-F238E27FC236}">
                    <a16:creationId xmlns:a16="http://schemas.microsoft.com/office/drawing/2014/main" id="{93D8ED6E-5A62-7746-B2FE-26FB2D124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08" name="Oval 823">
                <a:extLst>
                  <a:ext uri="{FF2B5EF4-FFF2-40B4-BE49-F238E27FC236}">
                    <a16:creationId xmlns:a16="http://schemas.microsoft.com/office/drawing/2014/main" id="{8B0BD3C8-F5CA-2F4E-ACAC-306F926E76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109" name="Freeform 824">
                <a:extLst>
                  <a:ext uri="{FF2B5EF4-FFF2-40B4-BE49-F238E27FC236}">
                    <a16:creationId xmlns:a16="http://schemas.microsoft.com/office/drawing/2014/main" id="{FB8F1236-6E4E-714D-83A5-42A9D509C74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104" name="Freeform 825">
              <a:extLst>
                <a:ext uri="{FF2B5EF4-FFF2-40B4-BE49-F238E27FC236}">
                  <a16:creationId xmlns:a16="http://schemas.microsoft.com/office/drawing/2014/main" id="{C06E7111-B442-654D-93DE-DCB036DF8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bg1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10" name="Group 783">
            <a:extLst>
              <a:ext uri="{FF2B5EF4-FFF2-40B4-BE49-F238E27FC236}">
                <a16:creationId xmlns:a16="http://schemas.microsoft.com/office/drawing/2014/main" id="{4E159764-D53A-B343-8E61-238FD6ACF010}"/>
              </a:ext>
            </a:extLst>
          </p:cNvPr>
          <p:cNvGrpSpPr>
            <a:grpSpLocks/>
          </p:cNvGrpSpPr>
          <p:nvPr/>
        </p:nvGrpSpPr>
        <p:grpSpPr bwMode="auto">
          <a:xfrm>
            <a:off x="9080582" y="3619386"/>
            <a:ext cx="393690" cy="1049595"/>
            <a:chOff x="3130" y="3288"/>
            <a:chExt cx="410" cy="742"/>
          </a:xfrm>
        </p:grpSpPr>
        <p:sp>
          <p:nvSpPr>
            <p:cNvPr id="111" name="Line 270">
              <a:extLst>
                <a:ext uri="{FF2B5EF4-FFF2-40B4-BE49-F238E27FC236}">
                  <a16:creationId xmlns:a16="http://schemas.microsoft.com/office/drawing/2014/main" id="{EF393024-E96E-BC4A-AFC7-770CCF687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Line 271">
              <a:extLst>
                <a:ext uri="{FF2B5EF4-FFF2-40B4-BE49-F238E27FC236}">
                  <a16:creationId xmlns:a16="http://schemas.microsoft.com/office/drawing/2014/main" id="{97A332F8-64CC-E54E-89A8-3A66296F2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Line 272">
              <a:extLst>
                <a:ext uri="{FF2B5EF4-FFF2-40B4-BE49-F238E27FC236}">
                  <a16:creationId xmlns:a16="http://schemas.microsoft.com/office/drawing/2014/main" id="{B89CE5D8-6AD0-234A-A17D-F831C51891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Line 273">
              <a:extLst>
                <a:ext uri="{FF2B5EF4-FFF2-40B4-BE49-F238E27FC236}">
                  <a16:creationId xmlns:a16="http://schemas.microsoft.com/office/drawing/2014/main" id="{9B5C3397-523D-9644-BC85-607D66CD1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Line 274">
              <a:extLst>
                <a:ext uri="{FF2B5EF4-FFF2-40B4-BE49-F238E27FC236}">
                  <a16:creationId xmlns:a16="http://schemas.microsoft.com/office/drawing/2014/main" id="{12645991-B70B-2B48-998E-16E93B522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Line 275">
              <a:extLst>
                <a:ext uri="{FF2B5EF4-FFF2-40B4-BE49-F238E27FC236}">
                  <a16:creationId xmlns:a16="http://schemas.microsoft.com/office/drawing/2014/main" id="{7A8C4036-0BF2-9840-B003-74195473F3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Line 276">
              <a:extLst>
                <a:ext uri="{FF2B5EF4-FFF2-40B4-BE49-F238E27FC236}">
                  <a16:creationId xmlns:a16="http://schemas.microsoft.com/office/drawing/2014/main" id="{7CDA1E43-304C-074F-9E06-E93B37E49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Line 277">
              <a:extLst>
                <a:ext uri="{FF2B5EF4-FFF2-40B4-BE49-F238E27FC236}">
                  <a16:creationId xmlns:a16="http://schemas.microsoft.com/office/drawing/2014/main" id="{C7C89A76-158C-7E4B-9295-D1DFF6E09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Line 278">
              <a:extLst>
                <a:ext uri="{FF2B5EF4-FFF2-40B4-BE49-F238E27FC236}">
                  <a16:creationId xmlns:a16="http://schemas.microsoft.com/office/drawing/2014/main" id="{2A9734CD-5DDC-B344-9909-F9F2B88967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Line 279">
              <a:extLst>
                <a:ext uri="{FF2B5EF4-FFF2-40B4-BE49-F238E27FC236}">
                  <a16:creationId xmlns:a16="http://schemas.microsoft.com/office/drawing/2014/main" id="{7977226D-E060-384A-8FB2-4D4BA87F4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Line 280">
              <a:extLst>
                <a:ext uri="{FF2B5EF4-FFF2-40B4-BE49-F238E27FC236}">
                  <a16:creationId xmlns:a16="http://schemas.microsoft.com/office/drawing/2014/main" id="{7BC5632D-E9C7-C34C-B3D8-2D5EDB4FD1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Line 281">
              <a:extLst>
                <a:ext uri="{FF2B5EF4-FFF2-40B4-BE49-F238E27FC236}">
                  <a16:creationId xmlns:a16="http://schemas.microsoft.com/office/drawing/2014/main" id="{784FC5BE-6C9B-1641-8647-96A953320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Line 282">
              <a:extLst>
                <a:ext uri="{FF2B5EF4-FFF2-40B4-BE49-F238E27FC236}">
                  <a16:creationId xmlns:a16="http://schemas.microsoft.com/office/drawing/2014/main" id="{112A8FA7-D02F-1C4E-928A-458AE095C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Line 283">
              <a:extLst>
                <a:ext uri="{FF2B5EF4-FFF2-40B4-BE49-F238E27FC236}">
                  <a16:creationId xmlns:a16="http://schemas.microsoft.com/office/drawing/2014/main" id="{62B98988-D94E-9445-99A1-BDC64235B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Line 284">
              <a:extLst>
                <a:ext uri="{FF2B5EF4-FFF2-40B4-BE49-F238E27FC236}">
                  <a16:creationId xmlns:a16="http://schemas.microsoft.com/office/drawing/2014/main" id="{A9D2D73A-3D78-1145-AB93-BA57A4EAE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D6838F16-4A3C-DD46-9087-E9BB27216267}"/>
              </a:ext>
            </a:extLst>
          </p:cNvPr>
          <p:cNvGrpSpPr/>
          <p:nvPr/>
        </p:nvGrpSpPr>
        <p:grpSpPr>
          <a:xfrm>
            <a:off x="8405402" y="3099042"/>
            <a:ext cx="527285" cy="593983"/>
            <a:chOff x="8328836" y="2202873"/>
            <a:chExt cx="527285" cy="593983"/>
          </a:xfrm>
        </p:grpSpPr>
        <p:pic>
          <p:nvPicPr>
            <p:cNvPr id="154" name="Picture 653" descr="iphone_stylized_small">
              <a:extLst>
                <a:ext uri="{FF2B5EF4-FFF2-40B4-BE49-F238E27FC236}">
                  <a16:creationId xmlns:a16="http://schemas.microsoft.com/office/drawing/2014/main" id="{FA77DB9E-F75E-434C-9D9B-6786CCA70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3" name="Group 850">
              <a:extLst>
                <a:ext uri="{FF2B5EF4-FFF2-40B4-BE49-F238E27FC236}">
                  <a16:creationId xmlns:a16="http://schemas.microsoft.com/office/drawing/2014/main" id="{0DD913BC-2375-CA41-B393-8196AC67CF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164" name="Freeform 851">
                <a:extLst>
                  <a:ext uri="{FF2B5EF4-FFF2-40B4-BE49-F238E27FC236}">
                    <a16:creationId xmlns:a16="http://schemas.microsoft.com/office/drawing/2014/main" id="{0A3B2890-63C0-1440-A3F8-44AC4E0DB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5" name="Freeform 852">
                <a:extLst>
                  <a:ext uri="{FF2B5EF4-FFF2-40B4-BE49-F238E27FC236}">
                    <a16:creationId xmlns:a16="http://schemas.microsoft.com/office/drawing/2014/main" id="{A936340B-6216-054B-ABBB-931445925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6" name="Freeform 853">
                <a:extLst>
                  <a:ext uri="{FF2B5EF4-FFF2-40B4-BE49-F238E27FC236}">
                    <a16:creationId xmlns:a16="http://schemas.microsoft.com/office/drawing/2014/main" id="{BC6D110B-6A56-E645-8A6E-0EAE48C6FB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7" name="Freeform 854">
                <a:extLst>
                  <a:ext uri="{FF2B5EF4-FFF2-40B4-BE49-F238E27FC236}">
                    <a16:creationId xmlns:a16="http://schemas.microsoft.com/office/drawing/2014/main" id="{87BB582F-47C4-C14A-97F4-E44CFD9AD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8" name="Freeform 855">
                <a:extLst>
                  <a:ext uri="{FF2B5EF4-FFF2-40B4-BE49-F238E27FC236}">
                    <a16:creationId xmlns:a16="http://schemas.microsoft.com/office/drawing/2014/main" id="{9C57A89C-CE02-E746-A809-CF43F9221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9" name="Freeform 856">
                <a:extLst>
                  <a:ext uri="{FF2B5EF4-FFF2-40B4-BE49-F238E27FC236}">
                    <a16:creationId xmlns:a16="http://schemas.microsoft.com/office/drawing/2014/main" id="{FDBAE25A-BB84-9244-B180-D26AB9237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9AA7F5F4-C3F0-DE47-B448-A0D5329BF8F8}"/>
              </a:ext>
            </a:extLst>
          </p:cNvPr>
          <p:cNvGrpSpPr/>
          <p:nvPr/>
        </p:nvGrpSpPr>
        <p:grpSpPr>
          <a:xfrm>
            <a:off x="7822406" y="4024818"/>
            <a:ext cx="1120341" cy="347863"/>
            <a:chOff x="9561515" y="2748013"/>
            <a:chExt cx="1120341" cy="347863"/>
          </a:xfrm>
        </p:grpSpPr>
        <p:pic>
          <p:nvPicPr>
            <p:cNvPr id="151" name="Picture 603" descr="car_icon_small">
              <a:extLst>
                <a:ext uri="{FF2B5EF4-FFF2-40B4-BE49-F238E27FC236}">
                  <a16:creationId xmlns:a16="http://schemas.microsoft.com/office/drawing/2014/main" id="{33C39A1D-A80E-064C-8859-82219AD6D5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0" name="Group 850">
              <a:extLst>
                <a:ext uri="{FF2B5EF4-FFF2-40B4-BE49-F238E27FC236}">
                  <a16:creationId xmlns:a16="http://schemas.microsoft.com/office/drawing/2014/main" id="{A59911D2-E46E-9348-A949-1DF1D38ED5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171" name="Freeform 851">
                <a:extLst>
                  <a:ext uri="{FF2B5EF4-FFF2-40B4-BE49-F238E27FC236}">
                    <a16:creationId xmlns:a16="http://schemas.microsoft.com/office/drawing/2014/main" id="{0C14BB78-0294-D54F-9DD1-C6F2EDA49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2" name="Freeform 852">
                <a:extLst>
                  <a:ext uri="{FF2B5EF4-FFF2-40B4-BE49-F238E27FC236}">
                    <a16:creationId xmlns:a16="http://schemas.microsoft.com/office/drawing/2014/main" id="{55BB298B-A15C-B24A-B157-0358B8660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3" name="Freeform 853">
                <a:extLst>
                  <a:ext uri="{FF2B5EF4-FFF2-40B4-BE49-F238E27FC236}">
                    <a16:creationId xmlns:a16="http://schemas.microsoft.com/office/drawing/2014/main" id="{141EB67B-0F7A-374E-96B4-A369EE448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4" name="Freeform 854">
                <a:extLst>
                  <a:ext uri="{FF2B5EF4-FFF2-40B4-BE49-F238E27FC236}">
                    <a16:creationId xmlns:a16="http://schemas.microsoft.com/office/drawing/2014/main" id="{ACA4D0C6-74D9-FD45-A60A-768D9689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5" name="Freeform 855">
                <a:extLst>
                  <a:ext uri="{FF2B5EF4-FFF2-40B4-BE49-F238E27FC236}">
                    <a16:creationId xmlns:a16="http://schemas.microsoft.com/office/drawing/2014/main" id="{2C29AE09-F70C-834E-81F1-8458E86CF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6" name="Freeform 856">
                <a:extLst>
                  <a:ext uri="{FF2B5EF4-FFF2-40B4-BE49-F238E27FC236}">
                    <a16:creationId xmlns:a16="http://schemas.microsoft.com/office/drawing/2014/main" id="{7DF8543E-A029-FF4D-8570-1F1561369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D836A7FE-71EF-AE45-913D-6B411C646596}"/>
                </a:ext>
              </a:extLst>
            </p:cNvPr>
            <p:cNvCxnSpPr/>
            <p:nvPr/>
          </p:nvCxnSpPr>
          <p:spPr>
            <a:xfrm>
              <a:off x="10032156" y="2798664"/>
              <a:ext cx="31623" cy="13689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AEC62089-4CCC-E141-AC3C-36C166B8E09C}"/>
              </a:ext>
            </a:extLst>
          </p:cNvPr>
          <p:cNvGrpSpPr/>
          <p:nvPr/>
        </p:nvGrpSpPr>
        <p:grpSpPr>
          <a:xfrm>
            <a:off x="9731765" y="3463179"/>
            <a:ext cx="502369" cy="512348"/>
            <a:chOff x="7341491" y="2307905"/>
            <a:chExt cx="509280" cy="439573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D901445-2578-E74A-AB6E-D336861DE9B9}"/>
                </a:ext>
              </a:extLst>
            </p:cNvPr>
            <p:cNvGrpSpPr/>
            <p:nvPr/>
          </p:nvGrpSpPr>
          <p:grpSpPr>
            <a:xfrm>
              <a:off x="7341491" y="2426725"/>
              <a:ext cx="509280" cy="320753"/>
              <a:chOff x="7458407" y="2414528"/>
              <a:chExt cx="509280" cy="320753"/>
            </a:xfrm>
          </p:grpSpPr>
          <p:pic>
            <p:nvPicPr>
              <p:cNvPr id="128" name="Picture 1018" descr="laptop_keyboard">
                <a:extLst>
                  <a:ext uri="{FF2B5EF4-FFF2-40B4-BE49-F238E27FC236}">
                    <a16:creationId xmlns:a16="http://schemas.microsoft.com/office/drawing/2014/main" id="{27AA9BC0-B9AF-FC45-AEDF-D414C68DEB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9" name="Freeform 1019">
                <a:extLst>
                  <a:ext uri="{FF2B5EF4-FFF2-40B4-BE49-F238E27FC236}">
                    <a16:creationId xmlns:a16="http://schemas.microsoft.com/office/drawing/2014/main" id="{7176C226-BF44-6649-950B-948E66759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30" name="Picture 1020" descr="screen">
                <a:extLst>
                  <a:ext uri="{FF2B5EF4-FFF2-40B4-BE49-F238E27FC236}">
                    <a16:creationId xmlns:a16="http://schemas.microsoft.com/office/drawing/2014/main" id="{A1384515-5D36-E044-BC1F-52436C5BCA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1" name="Freeform 1021">
                <a:extLst>
                  <a:ext uri="{FF2B5EF4-FFF2-40B4-BE49-F238E27FC236}">
                    <a16:creationId xmlns:a16="http://schemas.microsoft.com/office/drawing/2014/main" id="{3598EC29-E280-F746-B36D-588439E6D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022">
                <a:extLst>
                  <a:ext uri="{FF2B5EF4-FFF2-40B4-BE49-F238E27FC236}">
                    <a16:creationId xmlns:a16="http://schemas.microsoft.com/office/drawing/2014/main" id="{F9DCA515-22F0-1E48-9019-A84C0C1F8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023">
                <a:extLst>
                  <a:ext uri="{FF2B5EF4-FFF2-40B4-BE49-F238E27FC236}">
                    <a16:creationId xmlns:a16="http://schemas.microsoft.com/office/drawing/2014/main" id="{8E442298-4994-1142-A6C6-3903018E7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024">
                <a:extLst>
                  <a:ext uri="{FF2B5EF4-FFF2-40B4-BE49-F238E27FC236}">
                    <a16:creationId xmlns:a16="http://schemas.microsoft.com/office/drawing/2014/main" id="{8CC776D6-5663-BF46-A106-69B421106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025">
                <a:extLst>
                  <a:ext uri="{FF2B5EF4-FFF2-40B4-BE49-F238E27FC236}">
                    <a16:creationId xmlns:a16="http://schemas.microsoft.com/office/drawing/2014/main" id="{D55E08AE-23F1-214A-8BD5-F87052809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026">
                <a:extLst>
                  <a:ext uri="{FF2B5EF4-FFF2-40B4-BE49-F238E27FC236}">
                    <a16:creationId xmlns:a16="http://schemas.microsoft.com/office/drawing/2014/main" id="{8CB649A3-8BDF-E747-A414-CDEA46401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7" name="Group 1027">
                <a:extLst>
                  <a:ext uri="{FF2B5EF4-FFF2-40B4-BE49-F238E27FC236}">
                    <a16:creationId xmlns:a16="http://schemas.microsoft.com/office/drawing/2014/main" id="{8424DCB7-60B5-7949-BF2B-46C1177C8D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44" name="Freeform 1028">
                  <a:extLst>
                    <a:ext uri="{FF2B5EF4-FFF2-40B4-BE49-F238E27FC236}">
                      <a16:creationId xmlns:a16="http://schemas.microsoft.com/office/drawing/2014/main" id="{2FE98928-41C9-8D41-A287-45BCF42D0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029">
                  <a:extLst>
                    <a:ext uri="{FF2B5EF4-FFF2-40B4-BE49-F238E27FC236}">
                      <a16:creationId xmlns:a16="http://schemas.microsoft.com/office/drawing/2014/main" id="{838D3DA7-E057-3346-864B-5082E4403A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Freeform 1030">
                  <a:extLst>
                    <a:ext uri="{FF2B5EF4-FFF2-40B4-BE49-F238E27FC236}">
                      <a16:creationId xmlns:a16="http://schemas.microsoft.com/office/drawing/2014/main" id="{61E88B83-952F-C24F-8123-5FF21D78D0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Freeform 1031">
                  <a:extLst>
                    <a:ext uri="{FF2B5EF4-FFF2-40B4-BE49-F238E27FC236}">
                      <a16:creationId xmlns:a16="http://schemas.microsoft.com/office/drawing/2014/main" id="{12CA5741-2D5F-B242-8E25-CA7F3C179B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Freeform 1032">
                  <a:extLst>
                    <a:ext uri="{FF2B5EF4-FFF2-40B4-BE49-F238E27FC236}">
                      <a16:creationId xmlns:a16="http://schemas.microsoft.com/office/drawing/2014/main" id="{6D94FDC2-2CEC-124C-9643-9FBD7AD07B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Freeform 1033">
                  <a:extLst>
                    <a:ext uri="{FF2B5EF4-FFF2-40B4-BE49-F238E27FC236}">
                      <a16:creationId xmlns:a16="http://schemas.microsoft.com/office/drawing/2014/main" id="{D7942E49-B3B0-2945-94EE-E8F1B6FCB0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8" name="Freeform 1034">
                <a:extLst>
                  <a:ext uri="{FF2B5EF4-FFF2-40B4-BE49-F238E27FC236}">
                    <a16:creationId xmlns:a16="http://schemas.microsoft.com/office/drawing/2014/main" id="{FD3D4085-DD0A-D547-ABF1-A7510D1A4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9" name="Freeform 1035">
                <a:extLst>
                  <a:ext uri="{FF2B5EF4-FFF2-40B4-BE49-F238E27FC236}">
                    <a16:creationId xmlns:a16="http://schemas.microsoft.com/office/drawing/2014/main" id="{0BFDF49B-A9BF-934A-910F-F26A5134B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036">
                <a:extLst>
                  <a:ext uri="{FF2B5EF4-FFF2-40B4-BE49-F238E27FC236}">
                    <a16:creationId xmlns:a16="http://schemas.microsoft.com/office/drawing/2014/main" id="{21F4B59D-5D85-964E-BDDE-E5E86FF69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037">
                <a:extLst>
                  <a:ext uri="{FF2B5EF4-FFF2-40B4-BE49-F238E27FC236}">
                    <a16:creationId xmlns:a16="http://schemas.microsoft.com/office/drawing/2014/main" id="{298DF50A-C343-D34F-9CBE-3627C25C7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038">
                <a:extLst>
                  <a:ext uri="{FF2B5EF4-FFF2-40B4-BE49-F238E27FC236}">
                    <a16:creationId xmlns:a16="http://schemas.microsoft.com/office/drawing/2014/main" id="{CB753F3D-F63E-E249-8C26-0B99126FF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039">
                <a:extLst>
                  <a:ext uri="{FF2B5EF4-FFF2-40B4-BE49-F238E27FC236}">
                    <a16:creationId xmlns:a16="http://schemas.microsoft.com/office/drawing/2014/main" id="{6E91FD67-A892-364A-97CA-C6EE03DEF08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6" name="Group 850">
              <a:extLst>
                <a:ext uri="{FF2B5EF4-FFF2-40B4-BE49-F238E27FC236}">
                  <a16:creationId xmlns:a16="http://schemas.microsoft.com/office/drawing/2014/main" id="{02A8867F-D007-AE4F-B03F-660C78A12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157" name="Freeform 851">
                <a:extLst>
                  <a:ext uri="{FF2B5EF4-FFF2-40B4-BE49-F238E27FC236}">
                    <a16:creationId xmlns:a16="http://schemas.microsoft.com/office/drawing/2014/main" id="{4460B147-19FD-ED40-A3B7-0F7EE0A57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8" name="Freeform 852">
                <a:extLst>
                  <a:ext uri="{FF2B5EF4-FFF2-40B4-BE49-F238E27FC236}">
                    <a16:creationId xmlns:a16="http://schemas.microsoft.com/office/drawing/2014/main" id="{13E6A2E8-520D-9749-9BFE-80F719C48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9" name="Freeform 853">
                <a:extLst>
                  <a:ext uri="{FF2B5EF4-FFF2-40B4-BE49-F238E27FC236}">
                    <a16:creationId xmlns:a16="http://schemas.microsoft.com/office/drawing/2014/main" id="{EE3C2BDD-616C-AB4F-B41E-A0418E3456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0" name="Freeform 854">
                <a:extLst>
                  <a:ext uri="{FF2B5EF4-FFF2-40B4-BE49-F238E27FC236}">
                    <a16:creationId xmlns:a16="http://schemas.microsoft.com/office/drawing/2014/main" id="{F4D786B4-49B0-364F-BC7F-0D534B21E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1" name="Freeform 855">
                <a:extLst>
                  <a:ext uri="{FF2B5EF4-FFF2-40B4-BE49-F238E27FC236}">
                    <a16:creationId xmlns:a16="http://schemas.microsoft.com/office/drawing/2014/main" id="{DA18CE26-E66F-7A43-901C-8DB0512D7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2" name="Freeform 856">
                <a:extLst>
                  <a:ext uri="{FF2B5EF4-FFF2-40B4-BE49-F238E27FC236}">
                    <a16:creationId xmlns:a16="http://schemas.microsoft.com/office/drawing/2014/main" id="{258D91CA-3C65-0945-B397-447D80E3D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40D64F1E-CB1A-A646-B422-FB171B402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4314" y="2366481"/>
              <a:ext cx="39385" cy="7020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Line 435">
            <a:extLst>
              <a:ext uri="{FF2B5EF4-FFF2-40B4-BE49-F238E27FC236}">
                <a16:creationId xmlns:a16="http://schemas.microsoft.com/office/drawing/2014/main" id="{BDE1E373-F1A0-C247-A16F-51FD5086AC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19748" y="3822551"/>
            <a:ext cx="4467" cy="583015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ine 436">
            <a:extLst>
              <a:ext uri="{FF2B5EF4-FFF2-40B4-BE49-F238E27FC236}">
                <a16:creationId xmlns:a16="http://schemas.microsoft.com/office/drawing/2014/main" id="{016BF512-7EEE-8E45-A51E-2C57B59762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58519" y="4487840"/>
            <a:ext cx="518620" cy="173119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ne 439">
            <a:extLst>
              <a:ext uri="{FF2B5EF4-FFF2-40B4-BE49-F238E27FC236}">
                <a16:creationId xmlns:a16="http://schemas.microsoft.com/office/drawing/2014/main" id="{3EB85E7D-B15D-694B-9BA3-E67818C25B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201006" y="4473187"/>
            <a:ext cx="127931" cy="524238"/>
          </a:xfrm>
          <a:prstGeom prst="line">
            <a:avLst/>
          </a:prstGeom>
          <a:noFill/>
          <a:ln w="19050">
            <a:solidFill>
              <a:srgbClr val="E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292F10-EFDE-C646-BCE0-43E3D3F0B73B}"/>
              </a:ext>
            </a:extLst>
          </p:cNvPr>
          <p:cNvGrpSpPr/>
          <p:nvPr/>
        </p:nvGrpSpPr>
        <p:grpSpPr>
          <a:xfrm>
            <a:off x="11084522" y="4291738"/>
            <a:ext cx="581004" cy="299152"/>
            <a:chOff x="3668110" y="2448910"/>
            <a:chExt cx="3794234" cy="216513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72EAAC-2851-D649-B728-FC09C1749859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3513B34-6DF2-0042-82EF-D16C2B12A3A9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C14FCDE-EE37-724B-91B1-B35B8FBFB9D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D758CB1-341F-F142-A3E4-0C5D7F4A1330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96245B3-01A7-014E-9BA1-7FF47814682F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61DDD58F-B6AD-AD4C-B3E4-BAFA003044B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0F6942C-3B5A-C543-85D8-24BF9990A9C5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590">
            <a:extLst>
              <a:ext uri="{FF2B5EF4-FFF2-40B4-BE49-F238E27FC236}">
                <a16:creationId xmlns:a16="http://schemas.microsoft.com/office/drawing/2014/main" id="{303C6DB6-B1E2-884C-BBB8-EC1A99AC627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917985" y="3322047"/>
            <a:ext cx="649485" cy="571200"/>
            <a:chOff x="2839" y="3501"/>
            <a:chExt cx="755" cy="803"/>
          </a:xfrm>
        </p:grpSpPr>
        <p:pic>
          <p:nvPicPr>
            <p:cNvPr id="20" name="Picture 591" descr="desktop_computer_stylized_medium">
              <a:extLst>
                <a:ext uri="{FF2B5EF4-FFF2-40B4-BE49-F238E27FC236}">
                  <a16:creationId xmlns:a16="http://schemas.microsoft.com/office/drawing/2014/main" id="{63D2D7F9-5192-C24A-82A4-B0EA6FAD6C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Freeform 592">
              <a:extLst>
                <a:ext uri="{FF2B5EF4-FFF2-40B4-BE49-F238E27FC236}">
                  <a16:creationId xmlns:a16="http://schemas.microsoft.com/office/drawing/2014/main" id="{CE876DBC-21CF-AE4B-919D-7AE28D5D0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590">
            <a:extLst>
              <a:ext uri="{FF2B5EF4-FFF2-40B4-BE49-F238E27FC236}">
                <a16:creationId xmlns:a16="http://schemas.microsoft.com/office/drawing/2014/main" id="{91392431-0A58-5644-AA3F-947CE467E6F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249542" y="4410101"/>
            <a:ext cx="649485" cy="571200"/>
            <a:chOff x="2839" y="3501"/>
            <a:chExt cx="755" cy="803"/>
          </a:xfrm>
        </p:grpSpPr>
        <p:pic>
          <p:nvPicPr>
            <p:cNvPr id="23" name="Picture 591" descr="desktop_computer_stylized_medium">
              <a:extLst>
                <a:ext uri="{FF2B5EF4-FFF2-40B4-BE49-F238E27FC236}">
                  <a16:creationId xmlns:a16="http://schemas.microsoft.com/office/drawing/2014/main" id="{46FA0F11-EBA2-284F-8B1D-14AF391458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Freeform 592">
              <a:extLst>
                <a:ext uri="{FF2B5EF4-FFF2-40B4-BE49-F238E27FC236}">
                  <a16:creationId xmlns:a16="http://schemas.microsoft.com/office/drawing/2014/main" id="{52EF559D-DFC5-8447-AEA4-BC6B16E3F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6" name="Group 590">
            <a:extLst>
              <a:ext uri="{FF2B5EF4-FFF2-40B4-BE49-F238E27FC236}">
                <a16:creationId xmlns:a16="http://schemas.microsoft.com/office/drawing/2014/main" id="{F7641AD9-87D9-A44B-A42D-CB95A3432A4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7829" y="4748945"/>
            <a:ext cx="649485" cy="571200"/>
            <a:chOff x="2839" y="3501"/>
            <a:chExt cx="755" cy="803"/>
          </a:xfrm>
        </p:grpSpPr>
        <p:pic>
          <p:nvPicPr>
            <p:cNvPr id="187" name="Picture 591" descr="desktop_computer_stylized_medium">
              <a:extLst>
                <a:ext uri="{FF2B5EF4-FFF2-40B4-BE49-F238E27FC236}">
                  <a16:creationId xmlns:a16="http://schemas.microsoft.com/office/drawing/2014/main" id="{30678A54-3E22-8B42-A81E-5CF5B995FA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" name="Freeform 592">
              <a:extLst>
                <a:ext uri="{FF2B5EF4-FFF2-40B4-BE49-F238E27FC236}">
                  <a16:creationId xmlns:a16="http://schemas.microsoft.com/office/drawing/2014/main" id="{6D9A530E-D982-6948-B078-2A03FF1F3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BCEAC609-53A3-DC4E-B9E6-B5176894A3B7}"/>
              </a:ext>
            </a:extLst>
          </p:cNvPr>
          <p:cNvGrpSpPr/>
          <p:nvPr/>
        </p:nvGrpSpPr>
        <p:grpSpPr>
          <a:xfrm>
            <a:off x="8229600" y="5199782"/>
            <a:ext cx="1923291" cy="1159453"/>
            <a:chOff x="9874069" y="4049856"/>
            <a:chExt cx="1165513" cy="683960"/>
          </a:xfrm>
        </p:grpSpPr>
        <p:pic>
          <p:nvPicPr>
            <p:cNvPr id="26" name="Picture 781" descr="antenna_radiation_stylized">
              <a:extLst>
                <a:ext uri="{FF2B5EF4-FFF2-40B4-BE49-F238E27FC236}">
                  <a16:creationId xmlns:a16="http://schemas.microsoft.com/office/drawing/2014/main" id="{DB627E11-E099-EC41-BC25-0FB10F3B69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780" descr="access_point_stylized_small">
              <a:extLst>
                <a:ext uri="{FF2B5EF4-FFF2-40B4-BE49-F238E27FC236}">
                  <a16:creationId xmlns:a16="http://schemas.microsoft.com/office/drawing/2014/main" id="{A02A91D2-3E70-F042-A5F5-5B2635BF0B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6" name="Group 850">
              <a:extLst>
                <a:ext uri="{FF2B5EF4-FFF2-40B4-BE49-F238E27FC236}">
                  <a16:creationId xmlns:a16="http://schemas.microsoft.com/office/drawing/2014/main" id="{57E97886-C05F-6048-B731-37159BF97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77" name="Freeform 851">
                <a:extLst>
                  <a:ext uri="{FF2B5EF4-FFF2-40B4-BE49-F238E27FC236}">
                    <a16:creationId xmlns:a16="http://schemas.microsoft.com/office/drawing/2014/main" id="{B3924299-6BE1-3843-A764-2F95D9F82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" name="Freeform 852">
                <a:extLst>
                  <a:ext uri="{FF2B5EF4-FFF2-40B4-BE49-F238E27FC236}">
                    <a16:creationId xmlns:a16="http://schemas.microsoft.com/office/drawing/2014/main" id="{603A533B-82A1-6445-B323-DBB29F6A3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" name="Freeform 853">
                <a:extLst>
                  <a:ext uri="{FF2B5EF4-FFF2-40B4-BE49-F238E27FC236}">
                    <a16:creationId xmlns:a16="http://schemas.microsoft.com/office/drawing/2014/main" id="{51E5D983-ADB0-114C-9834-F8276FDAF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" name="Freeform 854">
                <a:extLst>
                  <a:ext uri="{FF2B5EF4-FFF2-40B4-BE49-F238E27FC236}">
                    <a16:creationId xmlns:a16="http://schemas.microsoft.com/office/drawing/2014/main" id="{AD9CC5C5-8A1B-F443-B43A-D696211E81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" name="Freeform 855">
                <a:extLst>
                  <a:ext uri="{FF2B5EF4-FFF2-40B4-BE49-F238E27FC236}">
                    <a16:creationId xmlns:a16="http://schemas.microsoft.com/office/drawing/2014/main" id="{82118053-8C1C-C841-A495-DCB0EF345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2" name="Freeform 856">
                <a:extLst>
                  <a:ext uri="{FF2B5EF4-FFF2-40B4-BE49-F238E27FC236}">
                    <a16:creationId xmlns:a16="http://schemas.microsoft.com/office/drawing/2014/main" id="{DFA74633-0451-F848-A038-52B85B120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04A1B945-82CF-B24C-927F-7FD13A0C24C4}"/>
                </a:ext>
              </a:extLst>
            </p:cNvPr>
            <p:cNvGrpSpPr/>
            <p:nvPr/>
          </p:nvGrpSpPr>
          <p:grpSpPr>
            <a:xfrm>
              <a:off x="9874069" y="4284324"/>
              <a:ext cx="406937" cy="372436"/>
              <a:chOff x="7341491" y="2307905"/>
              <a:chExt cx="509280" cy="439573"/>
            </a:xfrm>
          </p:grpSpPr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14BD4F1A-F69B-CC4E-9ADB-754A3C888DDB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200" name="Picture 1018" descr="laptop_keyboard">
                  <a:extLst>
                    <a:ext uri="{FF2B5EF4-FFF2-40B4-BE49-F238E27FC236}">
                      <a16:creationId xmlns:a16="http://schemas.microsoft.com/office/drawing/2014/main" id="{43A4C956-16BA-2749-B63E-A0735579E8E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1" name="Freeform 1019">
                  <a:extLst>
                    <a:ext uri="{FF2B5EF4-FFF2-40B4-BE49-F238E27FC236}">
                      <a16:creationId xmlns:a16="http://schemas.microsoft.com/office/drawing/2014/main" id="{FB9CB46A-3962-FA48-A49E-FC5678B710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02" name="Picture 1020" descr="screen">
                  <a:extLst>
                    <a:ext uri="{FF2B5EF4-FFF2-40B4-BE49-F238E27FC236}">
                      <a16:creationId xmlns:a16="http://schemas.microsoft.com/office/drawing/2014/main" id="{546620B1-B43D-D44B-BDBF-CB7163856C9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3" name="Freeform 1021">
                  <a:extLst>
                    <a:ext uri="{FF2B5EF4-FFF2-40B4-BE49-F238E27FC236}">
                      <a16:creationId xmlns:a16="http://schemas.microsoft.com/office/drawing/2014/main" id="{3609018E-54F0-C545-8881-2F666AE77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Freeform 1022">
                  <a:extLst>
                    <a:ext uri="{FF2B5EF4-FFF2-40B4-BE49-F238E27FC236}">
                      <a16:creationId xmlns:a16="http://schemas.microsoft.com/office/drawing/2014/main" id="{25B49A33-C4F2-BD48-B970-1F34E2623C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 1023">
                  <a:extLst>
                    <a:ext uri="{FF2B5EF4-FFF2-40B4-BE49-F238E27FC236}">
                      <a16:creationId xmlns:a16="http://schemas.microsoft.com/office/drawing/2014/main" id="{7A3CD4B0-7D22-AA45-8A15-E073D61953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Freeform 1024">
                  <a:extLst>
                    <a:ext uri="{FF2B5EF4-FFF2-40B4-BE49-F238E27FC236}">
                      <a16:creationId xmlns:a16="http://schemas.microsoft.com/office/drawing/2014/main" id="{6A3B0A44-ABEE-F642-9AA1-40BC4C0AD4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1025">
                  <a:extLst>
                    <a:ext uri="{FF2B5EF4-FFF2-40B4-BE49-F238E27FC236}">
                      <a16:creationId xmlns:a16="http://schemas.microsoft.com/office/drawing/2014/main" id="{8E276300-85ED-F14E-BCE2-C7D4D59B3B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1026">
                  <a:extLst>
                    <a:ext uri="{FF2B5EF4-FFF2-40B4-BE49-F238E27FC236}">
                      <a16:creationId xmlns:a16="http://schemas.microsoft.com/office/drawing/2014/main" id="{C5ADDBAC-F8C7-5846-8484-7E2ACCC042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09" name="Group 1027">
                  <a:extLst>
                    <a:ext uri="{FF2B5EF4-FFF2-40B4-BE49-F238E27FC236}">
                      <a16:creationId xmlns:a16="http://schemas.microsoft.com/office/drawing/2014/main" id="{6244016C-85DB-4D44-A0FC-F42A9A7D3A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16" name="Freeform 1028">
                    <a:extLst>
                      <a:ext uri="{FF2B5EF4-FFF2-40B4-BE49-F238E27FC236}">
                        <a16:creationId xmlns:a16="http://schemas.microsoft.com/office/drawing/2014/main" id="{5AA16397-7098-9946-8BE9-C4651BB16E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7" name="Freeform 1029">
                    <a:extLst>
                      <a:ext uri="{FF2B5EF4-FFF2-40B4-BE49-F238E27FC236}">
                        <a16:creationId xmlns:a16="http://schemas.microsoft.com/office/drawing/2014/main" id="{384C7126-22CD-204D-ADC8-D47C758957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8" name="Freeform 1030">
                    <a:extLst>
                      <a:ext uri="{FF2B5EF4-FFF2-40B4-BE49-F238E27FC236}">
                        <a16:creationId xmlns:a16="http://schemas.microsoft.com/office/drawing/2014/main" id="{988ADBF6-5CE8-D54F-9B1A-0CDD671EFC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9" name="Freeform 1031">
                    <a:extLst>
                      <a:ext uri="{FF2B5EF4-FFF2-40B4-BE49-F238E27FC236}">
                        <a16:creationId xmlns:a16="http://schemas.microsoft.com/office/drawing/2014/main" id="{143CE67A-75D1-0648-A3F8-C441C79AD8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0" name="Freeform 1032">
                    <a:extLst>
                      <a:ext uri="{FF2B5EF4-FFF2-40B4-BE49-F238E27FC236}">
                        <a16:creationId xmlns:a16="http://schemas.microsoft.com/office/drawing/2014/main" id="{D7D5A372-4E31-6F4C-AAB1-9DE01C704B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1" name="Freeform 1033">
                    <a:extLst>
                      <a:ext uri="{FF2B5EF4-FFF2-40B4-BE49-F238E27FC236}">
                        <a16:creationId xmlns:a16="http://schemas.microsoft.com/office/drawing/2014/main" id="{0AF2083D-846C-A943-9458-9EF7685D4DE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0" name="Freeform 1034">
                  <a:extLst>
                    <a:ext uri="{FF2B5EF4-FFF2-40B4-BE49-F238E27FC236}">
                      <a16:creationId xmlns:a16="http://schemas.microsoft.com/office/drawing/2014/main" id="{3B1CD3A9-2A99-D943-AB31-0016D9DD74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 1035">
                  <a:extLst>
                    <a:ext uri="{FF2B5EF4-FFF2-40B4-BE49-F238E27FC236}">
                      <a16:creationId xmlns:a16="http://schemas.microsoft.com/office/drawing/2014/main" id="{9DA1D7A0-F967-E74D-960A-4B56F22DD2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 1036">
                  <a:extLst>
                    <a:ext uri="{FF2B5EF4-FFF2-40B4-BE49-F238E27FC236}">
                      <a16:creationId xmlns:a16="http://schemas.microsoft.com/office/drawing/2014/main" id="{950CCC8A-F414-9A41-9782-93A28378FB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1037">
                  <a:extLst>
                    <a:ext uri="{FF2B5EF4-FFF2-40B4-BE49-F238E27FC236}">
                      <a16:creationId xmlns:a16="http://schemas.microsoft.com/office/drawing/2014/main" id="{096C7422-F2A4-C441-8ACD-BCE2E662DB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1038">
                  <a:extLst>
                    <a:ext uri="{FF2B5EF4-FFF2-40B4-BE49-F238E27FC236}">
                      <a16:creationId xmlns:a16="http://schemas.microsoft.com/office/drawing/2014/main" id="{62886C74-4755-1F49-916C-0FB17C421A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1039">
                  <a:extLst>
                    <a:ext uri="{FF2B5EF4-FFF2-40B4-BE49-F238E27FC236}">
                      <a16:creationId xmlns:a16="http://schemas.microsoft.com/office/drawing/2014/main" id="{83286882-3B59-2E4B-8F6B-0A559AFADE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roup 850">
                <a:extLst>
                  <a:ext uri="{FF2B5EF4-FFF2-40B4-BE49-F238E27FC236}">
                    <a16:creationId xmlns:a16="http://schemas.microsoft.com/office/drawing/2014/main" id="{19F8753D-AAD8-4949-A49B-6EC93DC270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94" name="Freeform 851">
                  <a:extLst>
                    <a:ext uri="{FF2B5EF4-FFF2-40B4-BE49-F238E27FC236}">
                      <a16:creationId xmlns:a16="http://schemas.microsoft.com/office/drawing/2014/main" id="{40AEBF74-7D40-DE48-B7FB-0E8992CB58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5" name="Freeform 852">
                  <a:extLst>
                    <a:ext uri="{FF2B5EF4-FFF2-40B4-BE49-F238E27FC236}">
                      <a16:creationId xmlns:a16="http://schemas.microsoft.com/office/drawing/2014/main" id="{CD6F1594-3FE4-F94F-ACC7-0D901861F3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6" name="Freeform 853">
                  <a:extLst>
                    <a:ext uri="{FF2B5EF4-FFF2-40B4-BE49-F238E27FC236}">
                      <a16:creationId xmlns:a16="http://schemas.microsoft.com/office/drawing/2014/main" id="{D17F9977-9E37-8741-B482-D64778F671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7" name="Freeform 854">
                  <a:extLst>
                    <a:ext uri="{FF2B5EF4-FFF2-40B4-BE49-F238E27FC236}">
                      <a16:creationId xmlns:a16="http://schemas.microsoft.com/office/drawing/2014/main" id="{9CA9F277-24FA-3940-B16C-D12B7BB4F3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8" name="Freeform 855">
                  <a:extLst>
                    <a:ext uri="{FF2B5EF4-FFF2-40B4-BE49-F238E27FC236}">
                      <a16:creationId xmlns:a16="http://schemas.microsoft.com/office/drawing/2014/main" id="{42D0BD36-F52A-EA4F-8E56-673822F593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9" name="Freeform 856">
                  <a:extLst>
                    <a:ext uri="{FF2B5EF4-FFF2-40B4-BE49-F238E27FC236}">
                      <a16:creationId xmlns:a16="http://schemas.microsoft.com/office/drawing/2014/main" id="{DE032556-7636-804E-906F-97BBD0B9C9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E327019D-1905-154A-8E85-6EC04E7752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25857B5F-442D-6547-97DC-F5378BA1C438}"/>
                </a:ext>
              </a:extLst>
            </p:cNvPr>
            <p:cNvGrpSpPr/>
            <p:nvPr/>
          </p:nvGrpSpPr>
          <p:grpSpPr>
            <a:xfrm>
              <a:off x="10632645" y="4361380"/>
              <a:ext cx="406937" cy="372436"/>
              <a:chOff x="7341491" y="2307905"/>
              <a:chExt cx="509280" cy="439573"/>
            </a:xfrm>
          </p:grpSpPr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76DB35A4-9E1B-4E44-8D0F-D270CF67063A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232" name="Picture 1018" descr="laptop_keyboard">
                  <a:extLst>
                    <a:ext uri="{FF2B5EF4-FFF2-40B4-BE49-F238E27FC236}">
                      <a16:creationId xmlns:a16="http://schemas.microsoft.com/office/drawing/2014/main" id="{4F4F48BB-0250-D44A-9BC4-81D3641D24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3" name="Freeform 1019">
                  <a:extLst>
                    <a:ext uri="{FF2B5EF4-FFF2-40B4-BE49-F238E27FC236}">
                      <a16:creationId xmlns:a16="http://schemas.microsoft.com/office/drawing/2014/main" id="{2AF3E33D-CD8C-2F48-81D3-778B4B41A7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34" name="Picture 1020" descr="screen">
                  <a:extLst>
                    <a:ext uri="{FF2B5EF4-FFF2-40B4-BE49-F238E27FC236}">
                      <a16:creationId xmlns:a16="http://schemas.microsoft.com/office/drawing/2014/main" id="{8DF7014D-CFBA-C245-B0BD-DE0B172F72E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35" name="Freeform 1021">
                  <a:extLst>
                    <a:ext uri="{FF2B5EF4-FFF2-40B4-BE49-F238E27FC236}">
                      <a16:creationId xmlns:a16="http://schemas.microsoft.com/office/drawing/2014/main" id="{511E93A6-2D52-5346-8CB6-B5B1DF37F7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 1022">
                  <a:extLst>
                    <a:ext uri="{FF2B5EF4-FFF2-40B4-BE49-F238E27FC236}">
                      <a16:creationId xmlns:a16="http://schemas.microsoft.com/office/drawing/2014/main" id="{1D625A85-B0E0-4145-AF39-6DB0D9E0CB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 1023">
                  <a:extLst>
                    <a:ext uri="{FF2B5EF4-FFF2-40B4-BE49-F238E27FC236}">
                      <a16:creationId xmlns:a16="http://schemas.microsoft.com/office/drawing/2014/main" id="{ABD8107C-127C-8B4C-956D-D2038C947A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Freeform 1024">
                  <a:extLst>
                    <a:ext uri="{FF2B5EF4-FFF2-40B4-BE49-F238E27FC236}">
                      <a16:creationId xmlns:a16="http://schemas.microsoft.com/office/drawing/2014/main" id="{523BA87F-7AE2-F34A-B701-BE0CF79FE0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Freeform 1025">
                  <a:extLst>
                    <a:ext uri="{FF2B5EF4-FFF2-40B4-BE49-F238E27FC236}">
                      <a16:creationId xmlns:a16="http://schemas.microsoft.com/office/drawing/2014/main" id="{F6F11968-F7C7-7148-A094-57D4B6F7A6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Freeform 1026">
                  <a:extLst>
                    <a:ext uri="{FF2B5EF4-FFF2-40B4-BE49-F238E27FC236}">
                      <a16:creationId xmlns:a16="http://schemas.microsoft.com/office/drawing/2014/main" id="{9CE419CC-6653-D64F-826C-2A3B663DD5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41" name="Group 1027">
                  <a:extLst>
                    <a:ext uri="{FF2B5EF4-FFF2-40B4-BE49-F238E27FC236}">
                      <a16:creationId xmlns:a16="http://schemas.microsoft.com/office/drawing/2014/main" id="{B79A86C8-03B9-3742-B3E1-C3C4870A9B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48" name="Freeform 1028">
                    <a:extLst>
                      <a:ext uri="{FF2B5EF4-FFF2-40B4-BE49-F238E27FC236}">
                        <a16:creationId xmlns:a16="http://schemas.microsoft.com/office/drawing/2014/main" id="{294DD880-2083-8645-945D-9844B4060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9" name="Freeform 1029">
                    <a:extLst>
                      <a:ext uri="{FF2B5EF4-FFF2-40B4-BE49-F238E27FC236}">
                        <a16:creationId xmlns:a16="http://schemas.microsoft.com/office/drawing/2014/main" id="{AE3490FA-748F-B64C-A3DB-5C327A8281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0" name="Freeform 1030">
                    <a:extLst>
                      <a:ext uri="{FF2B5EF4-FFF2-40B4-BE49-F238E27FC236}">
                        <a16:creationId xmlns:a16="http://schemas.microsoft.com/office/drawing/2014/main" id="{2A46627B-BBEF-1943-8288-EC0F71CA7D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1" name="Freeform 1031">
                    <a:extLst>
                      <a:ext uri="{FF2B5EF4-FFF2-40B4-BE49-F238E27FC236}">
                        <a16:creationId xmlns:a16="http://schemas.microsoft.com/office/drawing/2014/main" id="{6DF5FBDA-FAE1-B241-90C6-B93B7090DB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2" name="Freeform 1032">
                    <a:extLst>
                      <a:ext uri="{FF2B5EF4-FFF2-40B4-BE49-F238E27FC236}">
                        <a16:creationId xmlns:a16="http://schemas.microsoft.com/office/drawing/2014/main" id="{7FA684E5-78AC-0C46-8D3D-012C1F7450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3" name="Freeform 1033">
                    <a:extLst>
                      <a:ext uri="{FF2B5EF4-FFF2-40B4-BE49-F238E27FC236}">
                        <a16:creationId xmlns:a16="http://schemas.microsoft.com/office/drawing/2014/main" id="{B3FCEF67-D6F1-984D-8779-21AC52CA9C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42" name="Freeform 1034">
                  <a:extLst>
                    <a:ext uri="{FF2B5EF4-FFF2-40B4-BE49-F238E27FC236}">
                      <a16:creationId xmlns:a16="http://schemas.microsoft.com/office/drawing/2014/main" id="{236DF0FE-8B0C-254C-9AE3-B73153B830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Freeform 1035">
                  <a:extLst>
                    <a:ext uri="{FF2B5EF4-FFF2-40B4-BE49-F238E27FC236}">
                      <a16:creationId xmlns:a16="http://schemas.microsoft.com/office/drawing/2014/main" id="{CD69B965-4D92-7C44-AB07-D51C40C356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Freeform 1036">
                  <a:extLst>
                    <a:ext uri="{FF2B5EF4-FFF2-40B4-BE49-F238E27FC236}">
                      <a16:creationId xmlns:a16="http://schemas.microsoft.com/office/drawing/2014/main" id="{7F88CD3B-8D3F-944F-93A0-3272A6EC0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Freeform 1037">
                  <a:extLst>
                    <a:ext uri="{FF2B5EF4-FFF2-40B4-BE49-F238E27FC236}">
                      <a16:creationId xmlns:a16="http://schemas.microsoft.com/office/drawing/2014/main" id="{96F1BC2D-3CA4-2C4F-9D40-5E252F8EF9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Freeform 1038">
                  <a:extLst>
                    <a:ext uri="{FF2B5EF4-FFF2-40B4-BE49-F238E27FC236}">
                      <a16:creationId xmlns:a16="http://schemas.microsoft.com/office/drawing/2014/main" id="{0907C174-E6C0-5642-A505-58A08DD18A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Freeform 1039">
                  <a:extLst>
                    <a:ext uri="{FF2B5EF4-FFF2-40B4-BE49-F238E27FC236}">
                      <a16:creationId xmlns:a16="http://schemas.microsoft.com/office/drawing/2014/main" id="{1CDC6E2D-A772-3B49-8439-D3D8915183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4" name="Group 850">
                <a:extLst>
                  <a:ext uri="{FF2B5EF4-FFF2-40B4-BE49-F238E27FC236}">
                    <a16:creationId xmlns:a16="http://schemas.microsoft.com/office/drawing/2014/main" id="{C7FC9F56-C4B9-CB4F-871F-27598301F4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226" name="Freeform 851">
                  <a:extLst>
                    <a:ext uri="{FF2B5EF4-FFF2-40B4-BE49-F238E27FC236}">
                      <a16:creationId xmlns:a16="http://schemas.microsoft.com/office/drawing/2014/main" id="{C78362AD-12BA-544F-9449-4E99CFE45F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7" name="Freeform 852">
                  <a:extLst>
                    <a:ext uri="{FF2B5EF4-FFF2-40B4-BE49-F238E27FC236}">
                      <a16:creationId xmlns:a16="http://schemas.microsoft.com/office/drawing/2014/main" id="{D7D5F371-6CB2-754F-B423-4A735A9DB5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8" name="Freeform 853">
                  <a:extLst>
                    <a:ext uri="{FF2B5EF4-FFF2-40B4-BE49-F238E27FC236}">
                      <a16:creationId xmlns:a16="http://schemas.microsoft.com/office/drawing/2014/main" id="{8BA4DE9D-2F75-6549-9A25-7FB763FE55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9" name="Freeform 854">
                  <a:extLst>
                    <a:ext uri="{FF2B5EF4-FFF2-40B4-BE49-F238E27FC236}">
                      <a16:creationId xmlns:a16="http://schemas.microsoft.com/office/drawing/2014/main" id="{9C6E88C6-1471-3640-9C83-836DB2672C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0" name="Freeform 855">
                  <a:extLst>
                    <a:ext uri="{FF2B5EF4-FFF2-40B4-BE49-F238E27FC236}">
                      <a16:creationId xmlns:a16="http://schemas.microsoft.com/office/drawing/2014/main" id="{CDF7241E-AB35-CB4E-AC37-D40F82656D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1" name="Freeform 856">
                  <a:extLst>
                    <a:ext uri="{FF2B5EF4-FFF2-40B4-BE49-F238E27FC236}">
                      <a16:creationId xmlns:a16="http://schemas.microsoft.com/office/drawing/2014/main" id="{1F147BC7-3E05-0248-B4B8-53FE858D23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3BA573AA-F2AE-334C-B328-9F37A8FF45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B503E439-945A-A344-AB60-2A65A7023FC4}"/>
              </a:ext>
            </a:extLst>
          </p:cNvPr>
          <p:cNvGrpSpPr/>
          <p:nvPr/>
        </p:nvGrpSpPr>
        <p:grpSpPr>
          <a:xfrm>
            <a:off x="7840518" y="1242873"/>
            <a:ext cx="4037013" cy="1377421"/>
            <a:chOff x="7785100" y="730250"/>
            <a:chExt cx="4037013" cy="1377421"/>
          </a:xfrm>
        </p:grpSpPr>
        <p:grpSp>
          <p:nvGrpSpPr>
            <p:cNvPr id="273" name="Group 117">
              <a:extLst>
                <a:ext uri="{FF2B5EF4-FFF2-40B4-BE49-F238E27FC236}">
                  <a16:creationId xmlns:a16="http://schemas.microsoft.com/office/drawing/2014/main" id="{D45AA40C-B22D-9946-9473-ECEF602BD9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274" name="AutoShape 111">
                <a:extLst>
                  <a:ext uri="{FF2B5EF4-FFF2-40B4-BE49-F238E27FC236}">
                    <a16:creationId xmlns:a16="http://schemas.microsoft.com/office/drawing/2014/main" id="{19FECEC5-DE0E-784A-9583-2B6FFC9B7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4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75" name="Group 116">
                <a:extLst>
                  <a:ext uri="{FF2B5EF4-FFF2-40B4-BE49-F238E27FC236}">
                    <a16:creationId xmlns:a16="http://schemas.microsoft.com/office/drawing/2014/main" id="{CB83F8A1-1FC2-3B4D-8C09-DF5C801835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276" name="Rectangle 99">
                  <a:extLst>
                    <a:ext uri="{FF2B5EF4-FFF2-40B4-BE49-F238E27FC236}">
                      <a16:creationId xmlns:a16="http://schemas.microsoft.com/office/drawing/2014/main" id="{A2734C67-F9AC-2F44-B35F-38E877473C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7" name="Line 7">
                  <a:extLst>
                    <a:ext uri="{FF2B5EF4-FFF2-40B4-BE49-F238E27FC236}">
                      <a16:creationId xmlns:a16="http://schemas.microsoft.com/office/drawing/2014/main" id="{C66E4941-F9C5-1E4F-8B84-AFF95C6698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50" y="2271"/>
                  <a:ext cx="673" cy="7"/>
                </a:xfrm>
                <a:prstGeom prst="line">
                  <a:avLst/>
                </a:pr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78" name="Group 103">
                  <a:extLst>
                    <a:ext uri="{FF2B5EF4-FFF2-40B4-BE49-F238E27FC236}">
                      <a16:creationId xmlns:a16="http://schemas.microsoft.com/office/drawing/2014/main" id="{7CB4606E-327A-1A44-A907-2660A56372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284" name="Rectangle 104">
                    <a:extLst>
                      <a:ext uri="{FF2B5EF4-FFF2-40B4-BE49-F238E27FC236}">
                        <a16:creationId xmlns:a16="http://schemas.microsoft.com/office/drawing/2014/main" id="{A99A3752-5DF1-1C4E-BD45-602755ADFA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5" name="Rectangle 105">
                    <a:extLst>
                      <a:ext uri="{FF2B5EF4-FFF2-40B4-BE49-F238E27FC236}">
                        <a16:creationId xmlns:a16="http://schemas.microsoft.com/office/drawing/2014/main" id="{AC49E6EB-2EDA-8B47-AE75-BB9901D4F9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6" name="Rectangle 106">
                    <a:extLst>
                      <a:ext uri="{FF2B5EF4-FFF2-40B4-BE49-F238E27FC236}">
                        <a16:creationId xmlns:a16="http://schemas.microsoft.com/office/drawing/2014/main" id="{651CC5C2-CB72-6C43-B103-BE4D703728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7" name="Rectangle 107">
                    <a:extLst>
                      <a:ext uri="{FF2B5EF4-FFF2-40B4-BE49-F238E27FC236}">
                        <a16:creationId xmlns:a16="http://schemas.microsoft.com/office/drawing/2014/main" id="{1DE97946-179C-8D42-A61A-D83CE59461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8" name="Rectangle 108">
                    <a:extLst>
                      <a:ext uri="{FF2B5EF4-FFF2-40B4-BE49-F238E27FC236}">
                        <a16:creationId xmlns:a16="http://schemas.microsoft.com/office/drawing/2014/main" id="{04A1C1EF-E526-1F41-A47F-D1260D32ED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89" name="AutoShape 109">
                    <a:extLst>
                      <a:ext uri="{FF2B5EF4-FFF2-40B4-BE49-F238E27FC236}">
                        <a16:creationId xmlns:a16="http://schemas.microsoft.com/office/drawing/2014/main" id="{DAE4B7E4-EF46-4D47-BE30-6BDF7FC9D9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279" name="Picture 110" descr="desktop_computer_stylized_small">
                  <a:extLst>
                    <a:ext uri="{FF2B5EF4-FFF2-40B4-BE49-F238E27FC236}">
                      <a16:creationId xmlns:a16="http://schemas.microsoft.com/office/drawing/2014/main" id="{DDDBC1EE-FFD8-AA47-90A3-58C691D12C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0" name="Rectangle 112">
                  <a:extLst>
                    <a:ext uri="{FF2B5EF4-FFF2-40B4-BE49-F238E27FC236}">
                      <a16:creationId xmlns:a16="http://schemas.microsoft.com/office/drawing/2014/main" id="{1ABA220B-E12D-014F-A57E-FF99A7E823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1" name="Freeform 113">
                  <a:extLst>
                    <a:ext uri="{FF2B5EF4-FFF2-40B4-BE49-F238E27FC236}">
                      <a16:creationId xmlns:a16="http://schemas.microsoft.com/office/drawing/2014/main" id="{D421ED9C-7EE2-4245-A767-1000693F38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14 w 381"/>
                    <a:gd name="T1" fmla="*/ 274 h 274"/>
                    <a:gd name="T2" fmla="*/ 14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  <a:gd name="T9" fmla="*/ 0 w 381"/>
                    <a:gd name="T10" fmla="*/ 0 h 274"/>
                    <a:gd name="T11" fmla="*/ 381 w 381"/>
                    <a:gd name="T12" fmla="*/ 274 h 2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E4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283" name="Picture 115" descr="tv">
                  <a:extLst>
                    <a:ext uri="{FF2B5EF4-FFF2-40B4-BE49-F238E27FC236}">
                      <a16:creationId xmlns:a16="http://schemas.microsoft.com/office/drawing/2014/main" id="{DA3CD424-6F2B-A64F-BB99-BFCEFC77DBA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341" name="Line 169">
              <a:extLst>
                <a:ext uri="{FF2B5EF4-FFF2-40B4-BE49-F238E27FC236}">
                  <a16:creationId xmlns:a16="http://schemas.microsoft.com/office/drawing/2014/main" id="{0ED8CDDF-16E6-9949-AE23-AEA42EA9F9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3564" y="1479550"/>
              <a:ext cx="2593686" cy="0"/>
            </a:xfrm>
            <a:prstGeom prst="line">
              <a:avLst/>
            </a:prstGeom>
            <a:noFill/>
            <a:ln w="19050">
              <a:solidFill>
                <a:srgbClr val="E4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9" name="Text Box 204">
              <a:extLst>
                <a:ext uri="{FF2B5EF4-FFF2-40B4-BE49-F238E27FC236}">
                  <a16:creationId xmlns:a16="http://schemas.microsoft.com/office/drawing/2014/main" id="{9EB94DD9-4B0C-9F40-A9C8-055FEE1AE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94702E13-DA68-4543-AB4F-AD4BC76B53EB}"/>
                </a:ext>
              </a:extLst>
            </p:cNvPr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307" name="Group 135">
                <a:extLst>
                  <a:ext uri="{FF2B5EF4-FFF2-40B4-BE49-F238E27FC236}">
                    <a16:creationId xmlns:a16="http://schemas.microsoft.com/office/drawing/2014/main" id="{18C2718F-6489-3842-866B-C6083D9124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308" name="AutoShape 136">
                  <a:extLst>
                    <a:ext uri="{FF2B5EF4-FFF2-40B4-BE49-F238E27FC236}">
                      <a16:creationId xmlns:a16="http://schemas.microsoft.com/office/drawing/2014/main" id="{06A4920B-716F-6440-A4A4-D28120C16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09" name="Group 137">
                  <a:extLst>
                    <a:ext uri="{FF2B5EF4-FFF2-40B4-BE49-F238E27FC236}">
                      <a16:creationId xmlns:a16="http://schemas.microsoft.com/office/drawing/2014/main" id="{D5BBEB23-7774-4344-9031-57B565E628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310" name="Rectangle 138">
                    <a:extLst>
                      <a:ext uri="{FF2B5EF4-FFF2-40B4-BE49-F238E27FC236}">
                        <a16:creationId xmlns:a16="http://schemas.microsoft.com/office/drawing/2014/main" id="{8FC71A6F-1303-3A46-848F-ED88E09D46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1" name="Line 7">
                    <a:extLst>
                      <a:ext uri="{FF2B5EF4-FFF2-40B4-BE49-F238E27FC236}">
                        <a16:creationId xmlns:a16="http://schemas.microsoft.com/office/drawing/2014/main" id="{74A21E63-C3A9-BE46-B55D-249D7B73AC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12" name="Group 140">
                    <a:extLst>
                      <a:ext uri="{FF2B5EF4-FFF2-40B4-BE49-F238E27FC236}">
                        <a16:creationId xmlns:a16="http://schemas.microsoft.com/office/drawing/2014/main" id="{F6600432-E3DE-234E-9D32-F2444455478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318" name="Rectangle 141">
                      <a:extLst>
                        <a:ext uri="{FF2B5EF4-FFF2-40B4-BE49-F238E27FC236}">
                          <a16:creationId xmlns:a16="http://schemas.microsoft.com/office/drawing/2014/main" id="{0AC9502F-C0FF-034A-B159-81DCA48F814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19" name="Rectangle 142">
                      <a:extLst>
                        <a:ext uri="{FF2B5EF4-FFF2-40B4-BE49-F238E27FC236}">
                          <a16:creationId xmlns:a16="http://schemas.microsoft.com/office/drawing/2014/main" id="{1836D0E5-A637-3645-ADFC-9E3F1C7344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0" name="Rectangle 143">
                      <a:extLst>
                        <a:ext uri="{FF2B5EF4-FFF2-40B4-BE49-F238E27FC236}">
                          <a16:creationId xmlns:a16="http://schemas.microsoft.com/office/drawing/2014/main" id="{033C6F2A-0F65-6040-8A3C-BAD90C628B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1" name="Rectangle 144">
                      <a:extLst>
                        <a:ext uri="{FF2B5EF4-FFF2-40B4-BE49-F238E27FC236}">
                          <a16:creationId xmlns:a16="http://schemas.microsoft.com/office/drawing/2014/main" id="{513E5FB6-D7F9-9343-82C8-9BB80CB7FF9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2" name="Rectangle 145">
                      <a:extLst>
                        <a:ext uri="{FF2B5EF4-FFF2-40B4-BE49-F238E27FC236}">
                          <a16:creationId xmlns:a16="http://schemas.microsoft.com/office/drawing/2014/main" id="{700456BA-BDB8-784C-999D-644E2C79FCD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323" name="AutoShape 146">
                      <a:extLst>
                        <a:ext uri="{FF2B5EF4-FFF2-40B4-BE49-F238E27FC236}">
                          <a16:creationId xmlns:a16="http://schemas.microsoft.com/office/drawing/2014/main" id="{902212FC-7256-754F-AFD4-8BD64D83D2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313" name="Picture 147" descr="desktop_computer_stylized_small">
                    <a:extLst>
                      <a:ext uri="{FF2B5EF4-FFF2-40B4-BE49-F238E27FC236}">
                        <a16:creationId xmlns:a16="http://schemas.microsoft.com/office/drawing/2014/main" id="{6749D4B2-638E-3247-895E-C38F81C6A16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14" name="Rectangle 148">
                    <a:extLst>
                      <a:ext uri="{FF2B5EF4-FFF2-40B4-BE49-F238E27FC236}">
                        <a16:creationId xmlns:a16="http://schemas.microsoft.com/office/drawing/2014/main" id="{11D92BD6-CE36-634D-9F1B-6CBED16DB8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5" name="Freeform 149">
                    <a:extLst>
                      <a:ext uri="{FF2B5EF4-FFF2-40B4-BE49-F238E27FC236}">
                        <a16:creationId xmlns:a16="http://schemas.microsoft.com/office/drawing/2014/main" id="{FA61DEAA-1D6D-3A4B-9DD2-2633E3EF32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317" name="Picture 151" descr="tv">
                    <a:extLst>
                      <a:ext uri="{FF2B5EF4-FFF2-40B4-BE49-F238E27FC236}">
                        <a16:creationId xmlns:a16="http://schemas.microsoft.com/office/drawing/2014/main" id="{94763A90-FA83-6D43-A436-F13917DEDD5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364" name="Freeform 209">
                <a:extLst>
                  <a:ext uri="{FF2B5EF4-FFF2-40B4-BE49-F238E27FC236}">
                    <a16:creationId xmlns:a16="http://schemas.microsoft.com/office/drawing/2014/main" id="{EFB2345E-45BF-0345-9876-16ED4A0CBD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65" name="Rectangle 44">
              <a:extLst>
                <a:ext uri="{FF2B5EF4-FFF2-40B4-BE49-F238E27FC236}">
                  <a16:creationId xmlns:a16="http://schemas.microsoft.com/office/drawing/2014/main" id="{7ABEC7AC-0CF9-7740-88E7-0E43CF017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3" y="1054100"/>
              <a:ext cx="955675" cy="7000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216">
              <a:extLst>
                <a:ext uri="{FF2B5EF4-FFF2-40B4-BE49-F238E27FC236}">
                  <a16:creationId xmlns:a16="http://schemas.microsoft.com/office/drawing/2014/main" id="{D74A0656-120C-2348-A152-8E46A643D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2488" y="1236663"/>
              <a:ext cx="330200" cy="454025"/>
            </a:xfrm>
            <a:custGeom>
              <a:avLst/>
              <a:gdLst>
                <a:gd name="T0" fmla="*/ 0 w 318"/>
                <a:gd name="T1" fmla="*/ 2147483647 h 412"/>
                <a:gd name="T2" fmla="*/ 2147483647 w 318"/>
                <a:gd name="T3" fmla="*/ 2147483647 h 412"/>
                <a:gd name="T4" fmla="*/ 2147483647 w 318"/>
                <a:gd name="T5" fmla="*/ 0 h 412"/>
                <a:gd name="T6" fmla="*/ 2147483647 w 318"/>
                <a:gd name="T7" fmla="*/ 2147483647 h 412"/>
                <a:gd name="T8" fmla="*/ 2147483647 w 318"/>
                <a:gd name="T9" fmla="*/ 2147483647 h 412"/>
                <a:gd name="T10" fmla="*/ 2147483647 w 318"/>
                <a:gd name="T11" fmla="*/ 2147483647 h 412"/>
                <a:gd name="T12" fmla="*/ 2147483647 w 318"/>
                <a:gd name="T13" fmla="*/ 2147483647 h 412"/>
                <a:gd name="T14" fmla="*/ 2147483647 w 318"/>
                <a:gd name="T15" fmla="*/ 2147483647 h 412"/>
                <a:gd name="T16" fmla="*/ 0 w 318"/>
                <a:gd name="T17" fmla="*/ 2147483647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rgbClr val="E4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 217">
              <a:extLst>
                <a:ext uri="{FF2B5EF4-FFF2-40B4-BE49-F238E27FC236}">
                  <a16:creationId xmlns:a16="http://schemas.microsoft.com/office/drawing/2014/main" id="{B21EE085-803A-FB4A-83BD-700B68E7F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842" y="1167342"/>
              <a:ext cx="366713" cy="406400"/>
            </a:xfrm>
            <a:custGeom>
              <a:avLst/>
              <a:gdLst>
                <a:gd name="T0" fmla="*/ 0 w 353"/>
                <a:gd name="T1" fmla="*/ 2147483647 h 369"/>
                <a:gd name="T2" fmla="*/ 2147483647 w 353"/>
                <a:gd name="T3" fmla="*/ 0 h 369"/>
                <a:gd name="T4" fmla="*/ 2147483647 w 353"/>
                <a:gd name="T5" fmla="*/ 0 h 369"/>
                <a:gd name="T6" fmla="*/ 2147483647 w 353"/>
                <a:gd name="T7" fmla="*/ 2147483647 h 369"/>
                <a:gd name="T8" fmla="*/ 2147483647 w 353"/>
                <a:gd name="T9" fmla="*/ 2147483647 h 369"/>
                <a:gd name="T10" fmla="*/ 2147483647 w 353"/>
                <a:gd name="T11" fmla="*/ 2147483647 h 369"/>
                <a:gd name="T12" fmla="*/ 2147483647 w 353"/>
                <a:gd name="T13" fmla="*/ 2147483647 h 369"/>
                <a:gd name="T14" fmla="*/ 2147483647 w 353"/>
                <a:gd name="T15" fmla="*/ 2147483647 h 369"/>
                <a:gd name="T16" fmla="*/ 2147483647 w 353"/>
                <a:gd name="T17" fmla="*/ 2147483647 h 369"/>
                <a:gd name="T18" fmla="*/ 2147483647 w 353"/>
                <a:gd name="T19" fmla="*/ 2147483647 h 369"/>
                <a:gd name="T20" fmla="*/ 0 w 353"/>
                <a:gd name="T21" fmla="*/ 2147483647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Line 218">
              <a:extLst>
                <a:ext uri="{FF2B5EF4-FFF2-40B4-BE49-F238E27FC236}">
                  <a16:creationId xmlns:a16="http://schemas.microsoft.com/office/drawing/2014/main" id="{662CF9DC-48CB-3C4D-B5DD-565FE580B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39513" y="1295400"/>
              <a:ext cx="34925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0" name="Line 219">
              <a:extLst>
                <a:ext uri="{FF2B5EF4-FFF2-40B4-BE49-F238E27FC236}">
                  <a16:creationId xmlns:a16="http://schemas.microsoft.com/office/drawing/2014/main" id="{7C5780A1-D001-8344-837A-3397C4576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1063" y="1466850"/>
              <a:ext cx="268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1" name="Freeform 220">
              <a:extLst>
                <a:ext uri="{FF2B5EF4-FFF2-40B4-BE49-F238E27FC236}">
                  <a16:creationId xmlns:a16="http://schemas.microsoft.com/office/drawing/2014/main" id="{6C59CA65-50C3-0443-8B37-EE986EE2D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4713" y="1290638"/>
              <a:ext cx="274637" cy="115887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Freeform 221">
              <a:extLst>
                <a:ext uri="{FF2B5EF4-FFF2-40B4-BE49-F238E27FC236}">
                  <a16:creationId xmlns:a16="http://schemas.microsoft.com/office/drawing/2014/main" id="{7556E69F-3BCD-2B4F-A17A-81BBDE0EEFC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034713" y="1527175"/>
              <a:ext cx="274637" cy="114300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AutoShape 225">
              <a:extLst>
                <a:ext uri="{FF2B5EF4-FFF2-40B4-BE49-F238E27FC236}">
                  <a16:creationId xmlns:a16="http://schemas.microsoft.com/office/drawing/2014/main" id="{9DD28501-C345-2745-849B-87EB75970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5613" y="790575"/>
              <a:ext cx="1206500" cy="26193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983BDABC-49F0-F642-9544-FC51657A2E15}"/>
                </a:ext>
              </a:extLst>
            </p:cNvPr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393" name="Group 117">
                <a:extLst>
                  <a:ext uri="{FF2B5EF4-FFF2-40B4-BE49-F238E27FC236}">
                    <a16:creationId xmlns:a16="http://schemas.microsoft.com/office/drawing/2014/main" id="{D54CFC43-9C44-9741-8C04-D80CE47569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394" name="AutoShape 111">
                  <a:extLst>
                    <a:ext uri="{FF2B5EF4-FFF2-40B4-BE49-F238E27FC236}">
                      <a16:creationId xmlns:a16="http://schemas.microsoft.com/office/drawing/2014/main" id="{97DF7804-CC88-1F42-B8F9-051351FE80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95" name="Group 116">
                  <a:extLst>
                    <a:ext uri="{FF2B5EF4-FFF2-40B4-BE49-F238E27FC236}">
                      <a16:creationId xmlns:a16="http://schemas.microsoft.com/office/drawing/2014/main" id="{62D463CD-C41B-EB42-B714-BE7DEB8C5A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396" name="Rectangle 99">
                    <a:extLst>
                      <a:ext uri="{FF2B5EF4-FFF2-40B4-BE49-F238E27FC236}">
                        <a16:creationId xmlns:a16="http://schemas.microsoft.com/office/drawing/2014/main" id="{C882ED75-ED21-974A-90AC-D2ADE1E07E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97" name="Line 7">
                    <a:extLst>
                      <a:ext uri="{FF2B5EF4-FFF2-40B4-BE49-F238E27FC236}">
                        <a16:creationId xmlns:a16="http://schemas.microsoft.com/office/drawing/2014/main" id="{1BB2D968-610B-184F-A2CF-14B33B3A957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3" cy="7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98" name="Group 103">
                    <a:extLst>
                      <a:ext uri="{FF2B5EF4-FFF2-40B4-BE49-F238E27FC236}">
                        <a16:creationId xmlns:a16="http://schemas.microsoft.com/office/drawing/2014/main" id="{4D4CE61C-8983-B647-864F-F470C03A070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403" name="Rectangle 104">
                      <a:extLst>
                        <a:ext uri="{FF2B5EF4-FFF2-40B4-BE49-F238E27FC236}">
                          <a16:creationId xmlns:a16="http://schemas.microsoft.com/office/drawing/2014/main" id="{F0C7BF96-DC9B-8F46-A1CD-DF23ED3B11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4" name="Rectangle 105">
                      <a:extLst>
                        <a:ext uri="{FF2B5EF4-FFF2-40B4-BE49-F238E27FC236}">
                          <a16:creationId xmlns:a16="http://schemas.microsoft.com/office/drawing/2014/main" id="{31A36EA8-D658-AB47-BE82-801AA588F5B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5" name="Rectangle 106">
                      <a:extLst>
                        <a:ext uri="{FF2B5EF4-FFF2-40B4-BE49-F238E27FC236}">
                          <a16:creationId xmlns:a16="http://schemas.microsoft.com/office/drawing/2014/main" id="{5DDEAC47-056C-384C-B89F-5A42C8379A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6" name="Rectangle 107">
                      <a:extLst>
                        <a:ext uri="{FF2B5EF4-FFF2-40B4-BE49-F238E27FC236}">
                          <a16:creationId xmlns:a16="http://schemas.microsoft.com/office/drawing/2014/main" id="{5FAEA790-B08D-2741-A24E-F6C8966DFA2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7" name="Rectangle 108">
                      <a:extLst>
                        <a:ext uri="{FF2B5EF4-FFF2-40B4-BE49-F238E27FC236}">
                          <a16:creationId xmlns:a16="http://schemas.microsoft.com/office/drawing/2014/main" id="{C8681A97-C9D1-FE48-BB82-818A99CB0B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08" name="AutoShape 109">
                      <a:extLst>
                        <a:ext uri="{FF2B5EF4-FFF2-40B4-BE49-F238E27FC236}">
                          <a16:creationId xmlns:a16="http://schemas.microsoft.com/office/drawing/2014/main" id="{CFB36D93-5244-FD4C-BD34-FB641007F59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399" name="Picture 110" descr="desktop_computer_stylized_small">
                    <a:extLst>
                      <a:ext uri="{FF2B5EF4-FFF2-40B4-BE49-F238E27FC236}">
                        <a16:creationId xmlns:a16="http://schemas.microsoft.com/office/drawing/2014/main" id="{9B404C1F-048E-7044-BE69-14D8C09F81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00" name="Rectangle 112">
                    <a:extLst>
                      <a:ext uri="{FF2B5EF4-FFF2-40B4-BE49-F238E27FC236}">
                        <a16:creationId xmlns:a16="http://schemas.microsoft.com/office/drawing/2014/main" id="{93620211-30D2-A74F-85D8-3CCB3BB54C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01" name="Freeform 113">
                    <a:extLst>
                      <a:ext uri="{FF2B5EF4-FFF2-40B4-BE49-F238E27FC236}">
                        <a16:creationId xmlns:a16="http://schemas.microsoft.com/office/drawing/2014/main" id="{EAB132C2-BF16-0F4B-B306-8B5A4C1C07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402" name="Picture 115" descr="tv">
                    <a:extLst>
                      <a:ext uri="{FF2B5EF4-FFF2-40B4-BE49-F238E27FC236}">
                        <a16:creationId xmlns:a16="http://schemas.microsoft.com/office/drawing/2014/main" id="{E56F1C09-456F-6945-AACA-76354A8314E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cxnSp>
            <p:nvCxnSpPr>
              <p:cNvPr id="522" name="Straight Connector 521">
                <a:extLst>
                  <a:ext uri="{FF2B5EF4-FFF2-40B4-BE49-F238E27FC236}">
                    <a16:creationId xmlns:a16="http://schemas.microsoft.com/office/drawing/2014/main" id="{CEADDDE2-F07E-2048-90F3-56476774EC97}"/>
                  </a:ext>
                </a:extLst>
              </p:cNvPr>
              <p:cNvCxnSpPr/>
              <p:nvPr/>
            </p:nvCxnSpPr>
            <p:spPr>
              <a:xfrm>
                <a:off x="9334500" y="1147233"/>
                <a:ext cx="0" cy="338667"/>
              </a:xfrm>
              <a:prstGeom prst="line">
                <a:avLst/>
              </a:prstGeom>
              <a:ln w="9525">
                <a:solidFill>
                  <a:srgbClr val="E4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2E6A914D-56E6-6144-8A5D-B26042233D49}"/>
                </a:ext>
              </a:extLst>
            </p:cNvPr>
            <p:cNvCxnSpPr/>
            <p:nvPr/>
          </p:nvCxnSpPr>
          <p:spPr>
            <a:xfrm>
              <a:off x="8428567" y="1151466"/>
              <a:ext cx="0" cy="338667"/>
            </a:xfrm>
            <a:prstGeom prst="line">
              <a:avLst/>
            </a:prstGeom>
            <a:ln w="9525">
              <a:solidFill>
                <a:srgbClr val="E4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EA667DB5-3322-4A46-B5FA-A070FD5DC154}"/>
                </a:ext>
              </a:extLst>
            </p:cNvPr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416" name="Group 135">
                <a:extLst>
                  <a:ext uri="{FF2B5EF4-FFF2-40B4-BE49-F238E27FC236}">
                    <a16:creationId xmlns:a16="http://schemas.microsoft.com/office/drawing/2014/main" id="{85DFD946-B194-774B-88CB-2C0D2F0CAA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418" name="AutoShape 136">
                  <a:extLst>
                    <a:ext uri="{FF2B5EF4-FFF2-40B4-BE49-F238E27FC236}">
                      <a16:creationId xmlns:a16="http://schemas.microsoft.com/office/drawing/2014/main" id="{F297B945-74B3-CB4B-878C-7C02A4889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490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19" name="Group 137">
                  <a:extLst>
                    <a:ext uri="{FF2B5EF4-FFF2-40B4-BE49-F238E27FC236}">
                      <a16:creationId xmlns:a16="http://schemas.microsoft.com/office/drawing/2014/main" id="{E4CF7180-96A2-CD40-B8A0-45AE98BA1F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420" name="Rectangle 138">
                    <a:extLst>
                      <a:ext uri="{FF2B5EF4-FFF2-40B4-BE49-F238E27FC236}">
                        <a16:creationId xmlns:a16="http://schemas.microsoft.com/office/drawing/2014/main" id="{E728FEDA-C496-A141-8FEA-14AAB825DF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21" name="Line 7">
                    <a:extLst>
                      <a:ext uri="{FF2B5EF4-FFF2-40B4-BE49-F238E27FC236}">
                        <a16:creationId xmlns:a16="http://schemas.microsoft.com/office/drawing/2014/main" id="{94947D33-1E0B-FE40-8CAB-CBBDC0D6E2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-150" y="2271"/>
                    <a:ext cx="676" cy="4"/>
                  </a:xfrm>
                  <a:prstGeom prst="line">
                    <a:avLst/>
                  </a:pr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422" name="Group 140">
                    <a:extLst>
                      <a:ext uri="{FF2B5EF4-FFF2-40B4-BE49-F238E27FC236}">
                        <a16:creationId xmlns:a16="http://schemas.microsoft.com/office/drawing/2014/main" id="{394E883E-EC3D-5D4A-AEA2-4725F7F2DB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427" name="Rectangle 141">
                      <a:extLst>
                        <a:ext uri="{FF2B5EF4-FFF2-40B4-BE49-F238E27FC236}">
                          <a16:creationId xmlns:a16="http://schemas.microsoft.com/office/drawing/2014/main" id="{448655B1-0992-6F4B-815F-913E06606CB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28" name="Rectangle 142">
                      <a:extLst>
                        <a:ext uri="{FF2B5EF4-FFF2-40B4-BE49-F238E27FC236}">
                          <a16:creationId xmlns:a16="http://schemas.microsoft.com/office/drawing/2014/main" id="{968409F2-F7DA-2446-B315-0CF4D05EAD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29" name="Rectangle 143">
                      <a:extLst>
                        <a:ext uri="{FF2B5EF4-FFF2-40B4-BE49-F238E27FC236}">
                          <a16:creationId xmlns:a16="http://schemas.microsoft.com/office/drawing/2014/main" id="{0362FF3B-ADD9-5744-8ACA-3EFADB8322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0" name="Rectangle 144">
                      <a:extLst>
                        <a:ext uri="{FF2B5EF4-FFF2-40B4-BE49-F238E27FC236}">
                          <a16:creationId xmlns:a16="http://schemas.microsoft.com/office/drawing/2014/main" id="{C40AA11A-DFD4-8F42-897F-82FED599B2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1" name="Rectangle 145">
                      <a:extLst>
                        <a:ext uri="{FF2B5EF4-FFF2-40B4-BE49-F238E27FC236}">
                          <a16:creationId xmlns:a16="http://schemas.microsoft.com/office/drawing/2014/main" id="{8A810F1B-6E62-5742-8139-F7E89D3E1C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432" name="AutoShape 146">
                      <a:extLst>
                        <a:ext uri="{FF2B5EF4-FFF2-40B4-BE49-F238E27FC236}">
                          <a16:creationId xmlns:a16="http://schemas.microsoft.com/office/drawing/2014/main" id="{F9E0BEC6-A98D-274B-80FC-89A04433923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75000"/>
                      </a:schemeClr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423" name="Picture 147" descr="desktop_computer_stylized_small">
                    <a:extLst>
                      <a:ext uri="{FF2B5EF4-FFF2-40B4-BE49-F238E27FC236}">
                        <a16:creationId xmlns:a16="http://schemas.microsoft.com/office/drawing/2014/main" id="{0A91A55F-2043-9E4B-99F9-AFA78F5A814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24" name="Rectangle 148">
                    <a:extLst>
                      <a:ext uri="{FF2B5EF4-FFF2-40B4-BE49-F238E27FC236}">
                        <a16:creationId xmlns:a16="http://schemas.microsoft.com/office/drawing/2014/main" id="{F8AF0B05-119A-0146-852E-B3BD3225EC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25" name="Freeform 149">
                    <a:extLst>
                      <a:ext uri="{FF2B5EF4-FFF2-40B4-BE49-F238E27FC236}">
                        <a16:creationId xmlns:a16="http://schemas.microsoft.com/office/drawing/2014/main" id="{AB1B2319-3B1A-4844-AE46-5CB41DCFDC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14 w 381"/>
                      <a:gd name="T1" fmla="*/ 274 h 274"/>
                      <a:gd name="T2" fmla="*/ 14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  <a:gd name="T9" fmla="*/ 0 w 381"/>
                      <a:gd name="T10" fmla="*/ 0 h 274"/>
                      <a:gd name="T11" fmla="*/ 381 w 381"/>
                      <a:gd name="T12" fmla="*/ 274 h 2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E4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426" name="Picture 151" descr="tv">
                    <a:extLst>
                      <a:ext uri="{FF2B5EF4-FFF2-40B4-BE49-F238E27FC236}">
                        <a16:creationId xmlns:a16="http://schemas.microsoft.com/office/drawing/2014/main" id="{FBF03B14-5AED-7E49-8E18-C9D52DD0666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417" name="Freeform 209">
                <a:extLst>
                  <a:ext uri="{FF2B5EF4-FFF2-40B4-BE49-F238E27FC236}">
                    <a16:creationId xmlns:a16="http://schemas.microsoft.com/office/drawing/2014/main" id="{0B7484A0-57B4-9D4F-88D9-C1C31B000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3925" y="1479550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300"/>
                  <a:gd name="T11" fmla="*/ 80 w 80"/>
                  <a:gd name="T12" fmla="*/ 300 h 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rgbClr val="E4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33" name="Text Box 204">
              <a:extLst>
                <a:ext uri="{FF2B5EF4-FFF2-40B4-BE49-F238E27FC236}">
                  <a16:creationId xmlns:a16="http://schemas.microsoft.com/office/drawing/2014/main" id="{3C38ADF6-8694-1144-9C3F-327CA8736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6969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259" name="Slide Number Placeholder 4">
            <a:extLst>
              <a:ext uri="{FF2B5EF4-FFF2-40B4-BE49-F238E27FC236}">
                <a16:creationId xmlns:a16="http://schemas.microsoft.com/office/drawing/2014/main" id="{3B06334E-8708-6947-A6AF-0C8FD0718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42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36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Where is the link layer implemented?</a:t>
            </a:r>
            <a:endParaRPr lang="en-US" sz="4400" dirty="0"/>
          </a:p>
        </p:txBody>
      </p:sp>
      <p:sp>
        <p:nvSpPr>
          <p:cNvPr id="259" name="Rectangle 3">
            <a:extLst>
              <a:ext uri="{FF2B5EF4-FFF2-40B4-BE49-F238E27FC236}">
                <a16:creationId xmlns:a16="http://schemas.microsoft.com/office/drawing/2014/main" id="{A48F2D8E-D82E-0A4C-8783-B2F84E2BA4F6}"/>
              </a:ext>
            </a:extLst>
          </p:cNvPr>
          <p:cNvSpPr txBox="1">
            <a:spLocks noChangeArrowheads="1"/>
          </p:cNvSpPr>
          <p:nvPr/>
        </p:nvSpPr>
        <p:spPr>
          <a:xfrm>
            <a:off x="980353" y="1561667"/>
            <a:ext cx="5808373" cy="46593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4163">
              <a:defRPr/>
            </a:pPr>
            <a:r>
              <a:rPr lang="en-US" sz="3200" dirty="0"/>
              <a:t>in each-and-every host</a:t>
            </a:r>
          </a:p>
          <a:p>
            <a:pPr indent="-284163">
              <a:defRPr/>
            </a:pPr>
            <a:r>
              <a:rPr lang="en-US" sz="3200" dirty="0"/>
              <a:t>link layer implemented in </a:t>
            </a:r>
            <a:r>
              <a:rPr lang="en-US" sz="3200" i="1" dirty="0">
                <a:solidFill>
                  <a:srgbClr val="0000A8"/>
                </a:solidFill>
              </a:rPr>
              <a:t>network interface card</a:t>
            </a:r>
            <a:r>
              <a:rPr lang="en-US" sz="3200" dirty="0"/>
              <a:t> (NIC) or on a chip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/>
              <a:t>Ethernet, </a:t>
            </a:r>
            <a:r>
              <a:rPr lang="en-US" sz="2800" dirty="0" err="1"/>
              <a:t>WiFi</a:t>
            </a:r>
            <a:r>
              <a:rPr lang="en-US" sz="2800" dirty="0"/>
              <a:t> card or chip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/>
              <a:t>implements link, physical layer</a:t>
            </a:r>
          </a:p>
          <a:p>
            <a:pPr indent="-284163">
              <a:defRPr/>
            </a:pPr>
            <a:r>
              <a:rPr lang="en-US" sz="3200" dirty="0"/>
              <a:t>attaches into host’s system buses</a:t>
            </a:r>
          </a:p>
          <a:p>
            <a:pPr indent="-284163">
              <a:defRPr/>
            </a:pPr>
            <a:r>
              <a:rPr lang="en-US" sz="3200" dirty="0"/>
              <a:t>combination of hardware, software, firmware</a:t>
            </a:r>
          </a:p>
          <a:p>
            <a:pPr lvl="1"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339" name="Freeform 92">
            <a:extLst>
              <a:ext uri="{FF2B5EF4-FFF2-40B4-BE49-F238E27FC236}">
                <a16:creationId xmlns:a16="http://schemas.microsoft.com/office/drawing/2014/main" id="{E4A9915D-6AEE-C449-9BB3-5A3FF82FE7DA}"/>
              </a:ext>
            </a:extLst>
          </p:cNvPr>
          <p:cNvSpPr>
            <a:spLocks/>
          </p:cNvSpPr>
          <p:nvPr/>
        </p:nvSpPr>
        <p:spPr bwMode="auto">
          <a:xfrm>
            <a:off x="8482590" y="5121168"/>
            <a:ext cx="2308225" cy="797490"/>
          </a:xfrm>
          <a:custGeom>
            <a:avLst/>
            <a:gdLst>
              <a:gd name="T0" fmla="*/ 0 w 1454"/>
              <a:gd name="T1" fmla="*/ 2743200 h 1908"/>
              <a:gd name="T2" fmla="*/ 31750 w 1454"/>
              <a:gd name="T3" fmla="*/ 2668588 h 1908"/>
              <a:gd name="T4" fmla="*/ 446088 w 1454"/>
              <a:gd name="T5" fmla="*/ 0 h 1908"/>
              <a:gd name="T6" fmla="*/ 1978025 w 1454"/>
              <a:gd name="T7" fmla="*/ 477838 h 1908"/>
              <a:gd name="T8" fmla="*/ 2308225 w 1454"/>
              <a:gd name="T9" fmla="*/ 2370138 h 1908"/>
              <a:gd name="T10" fmla="*/ 393700 w 1454"/>
              <a:gd name="T11" fmla="*/ 3028950 h 1908"/>
              <a:gd name="T12" fmla="*/ 0 w 1454"/>
              <a:gd name="T13" fmla="*/ 2743200 h 19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connsiteX0" fmla="*/ 0 w 10000"/>
              <a:gd name="connsiteY0" fmla="*/ 7479 h 8422"/>
              <a:gd name="connsiteX1" fmla="*/ 138 w 10000"/>
              <a:gd name="connsiteY1" fmla="*/ 7232 h 8422"/>
              <a:gd name="connsiteX2" fmla="*/ 1933 w 10000"/>
              <a:gd name="connsiteY2" fmla="*/ 6289 h 8422"/>
              <a:gd name="connsiteX3" fmla="*/ 8569 w 10000"/>
              <a:gd name="connsiteY3" fmla="*/ 0 h 8422"/>
              <a:gd name="connsiteX4" fmla="*/ 10000 w 10000"/>
              <a:gd name="connsiteY4" fmla="*/ 6247 h 8422"/>
              <a:gd name="connsiteX5" fmla="*/ 1706 w 10000"/>
              <a:gd name="connsiteY5" fmla="*/ 8422 h 8422"/>
              <a:gd name="connsiteX6" fmla="*/ 0 w 10000"/>
              <a:gd name="connsiteY6" fmla="*/ 7479 h 8422"/>
              <a:gd name="connsiteX0" fmla="*/ 0 w 10000"/>
              <a:gd name="connsiteY0" fmla="*/ 1463 h 2583"/>
              <a:gd name="connsiteX1" fmla="*/ 138 w 10000"/>
              <a:gd name="connsiteY1" fmla="*/ 1170 h 2583"/>
              <a:gd name="connsiteX2" fmla="*/ 1933 w 10000"/>
              <a:gd name="connsiteY2" fmla="*/ 50 h 2583"/>
              <a:gd name="connsiteX3" fmla="*/ 6408 w 10000"/>
              <a:gd name="connsiteY3" fmla="*/ 241 h 2583"/>
              <a:gd name="connsiteX4" fmla="*/ 10000 w 10000"/>
              <a:gd name="connsiteY4" fmla="*/ 0 h 2583"/>
              <a:gd name="connsiteX5" fmla="*/ 1706 w 10000"/>
              <a:gd name="connsiteY5" fmla="*/ 2583 h 2583"/>
              <a:gd name="connsiteX6" fmla="*/ 0 w 10000"/>
              <a:gd name="connsiteY6" fmla="*/ 1463 h 2583"/>
              <a:gd name="connsiteX0" fmla="*/ 0 w 10000"/>
              <a:gd name="connsiteY0" fmla="*/ 5664 h 14626"/>
              <a:gd name="connsiteX1" fmla="*/ 138 w 10000"/>
              <a:gd name="connsiteY1" fmla="*/ 4530 h 14626"/>
              <a:gd name="connsiteX2" fmla="*/ 1933 w 10000"/>
              <a:gd name="connsiteY2" fmla="*/ 194 h 14626"/>
              <a:gd name="connsiteX3" fmla="*/ 6408 w 10000"/>
              <a:gd name="connsiteY3" fmla="*/ 933 h 14626"/>
              <a:gd name="connsiteX4" fmla="*/ 10000 w 10000"/>
              <a:gd name="connsiteY4" fmla="*/ 0 h 14626"/>
              <a:gd name="connsiteX5" fmla="*/ 1526 w 10000"/>
              <a:gd name="connsiteY5" fmla="*/ 14626 h 14626"/>
              <a:gd name="connsiteX6" fmla="*/ 0 w 10000"/>
              <a:gd name="connsiteY6" fmla="*/ 5664 h 14626"/>
              <a:gd name="connsiteX0" fmla="*/ 0 w 10000"/>
              <a:gd name="connsiteY0" fmla="*/ 5664 h 12103"/>
              <a:gd name="connsiteX1" fmla="*/ 138 w 10000"/>
              <a:gd name="connsiteY1" fmla="*/ 4530 h 12103"/>
              <a:gd name="connsiteX2" fmla="*/ 1933 w 10000"/>
              <a:gd name="connsiteY2" fmla="*/ 194 h 12103"/>
              <a:gd name="connsiteX3" fmla="*/ 6408 w 10000"/>
              <a:gd name="connsiteY3" fmla="*/ 933 h 12103"/>
              <a:gd name="connsiteX4" fmla="*/ 10000 w 10000"/>
              <a:gd name="connsiteY4" fmla="*/ 0 h 12103"/>
              <a:gd name="connsiteX5" fmla="*/ 1286 w 10000"/>
              <a:gd name="connsiteY5" fmla="*/ 12103 h 12103"/>
              <a:gd name="connsiteX6" fmla="*/ 0 w 10000"/>
              <a:gd name="connsiteY6" fmla="*/ 5664 h 12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2103">
                <a:moveTo>
                  <a:pt x="0" y="5664"/>
                </a:moveTo>
                <a:cubicBezTo>
                  <a:pt x="103" y="4603"/>
                  <a:pt x="28" y="4917"/>
                  <a:pt x="138" y="4530"/>
                </a:cubicBezTo>
                <a:lnTo>
                  <a:pt x="1933" y="194"/>
                </a:lnTo>
                <a:lnTo>
                  <a:pt x="6408" y="933"/>
                </a:lnTo>
                <a:lnTo>
                  <a:pt x="10000" y="0"/>
                </a:lnTo>
                <a:lnTo>
                  <a:pt x="1286" y="12103"/>
                </a:lnTo>
                <a:lnTo>
                  <a:pt x="0" y="566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0" name="Rectangle 42">
            <a:extLst>
              <a:ext uri="{FF2B5EF4-FFF2-40B4-BE49-F238E27FC236}">
                <a16:creationId xmlns:a16="http://schemas.microsoft.com/office/drawing/2014/main" id="{08D16DCA-2F81-3142-8787-DCBB82571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665" y="2749550"/>
            <a:ext cx="1836737" cy="24018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2" name="Rectangle 44">
            <a:extLst>
              <a:ext uri="{FF2B5EF4-FFF2-40B4-BE49-F238E27FC236}">
                <a16:creationId xmlns:a16="http://schemas.microsoft.com/office/drawing/2014/main" id="{4292A8DC-1EBA-E346-AA85-38C6822CA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4927" y="4687887"/>
            <a:ext cx="666750" cy="2825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3" name="Rectangle 45">
            <a:extLst>
              <a:ext uri="{FF2B5EF4-FFF2-40B4-BE49-F238E27FC236}">
                <a16:creationId xmlns:a16="http://schemas.microsoft.com/office/drawing/2014/main" id="{9AD0BC31-6A50-984F-86A3-3CA27EA7C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4927" y="4100512"/>
            <a:ext cx="657225" cy="519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controller</a:t>
            </a:r>
          </a:p>
        </p:txBody>
      </p:sp>
      <p:sp>
        <p:nvSpPr>
          <p:cNvPr id="344" name="Text Box 46">
            <a:extLst>
              <a:ext uri="{FF2B5EF4-FFF2-40B4-BE49-F238E27FC236}">
                <a16:creationId xmlns:a16="http://schemas.microsoft.com/office/drawing/2014/main" id="{0B7C150F-CB12-034D-8895-A7245A5D6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0720" y="4697412"/>
            <a:ext cx="737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physical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45" name="Freeform 47">
            <a:extLst>
              <a:ext uri="{FF2B5EF4-FFF2-40B4-BE49-F238E27FC236}">
                <a16:creationId xmlns:a16="http://schemas.microsoft.com/office/drawing/2014/main" id="{793E17F7-22E2-FF4D-8509-E82EDBE2D5AA}"/>
              </a:ext>
            </a:extLst>
          </p:cNvPr>
          <p:cNvSpPr>
            <a:spLocks/>
          </p:cNvSpPr>
          <p:nvPr/>
        </p:nvSpPr>
        <p:spPr bwMode="auto">
          <a:xfrm>
            <a:off x="9457315" y="3619500"/>
            <a:ext cx="200025" cy="460375"/>
          </a:xfrm>
          <a:custGeom>
            <a:avLst/>
            <a:gdLst>
              <a:gd name="T0" fmla="*/ 0 w 361"/>
              <a:gd name="T1" fmla="*/ 0 h 478"/>
              <a:gd name="T2" fmla="*/ 0 w 361"/>
              <a:gd name="T3" fmla="*/ 2147483647 h 478"/>
              <a:gd name="T4" fmla="*/ 2147483647 w 361"/>
              <a:gd name="T5" fmla="*/ 2147483647 h 478"/>
              <a:gd name="T6" fmla="*/ 2147483647 w 361"/>
              <a:gd name="T7" fmla="*/ 2147483647 h 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1" h="478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w="38100" cmpd="sng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6" name="Line 48">
            <a:extLst>
              <a:ext uri="{FF2B5EF4-FFF2-40B4-BE49-F238E27FC236}">
                <a16:creationId xmlns:a16="http://schemas.microsoft.com/office/drawing/2014/main" id="{07601B60-F87E-2F49-8A8E-1FF14E515D33}"/>
              </a:ext>
            </a:extLst>
          </p:cNvPr>
          <p:cNvSpPr>
            <a:spLocks noChangeShapeType="1"/>
          </p:cNvSpPr>
          <p:nvPr/>
        </p:nvSpPr>
        <p:spPr bwMode="auto">
          <a:xfrm>
            <a:off x="9322377" y="3792537"/>
            <a:ext cx="1358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7" name="Line 49">
            <a:extLst>
              <a:ext uri="{FF2B5EF4-FFF2-40B4-BE49-F238E27FC236}">
                <a16:creationId xmlns:a16="http://schemas.microsoft.com/office/drawing/2014/main" id="{A28FA316-5FFA-F44A-BA99-AC0415DFF7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17665" y="3800475"/>
            <a:ext cx="0" cy="3000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8" name="Rectangle 50">
            <a:extLst>
              <a:ext uri="{FF2B5EF4-FFF2-40B4-BE49-F238E27FC236}">
                <a16:creationId xmlns:a16="http://schemas.microsoft.com/office/drawing/2014/main" id="{A634403E-4499-294B-99AD-E3A86D96C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1252" y="3101975"/>
            <a:ext cx="657225" cy="519112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cpu</a:t>
            </a:r>
          </a:p>
        </p:txBody>
      </p:sp>
      <p:sp>
        <p:nvSpPr>
          <p:cNvPr id="349" name="Rectangle 51">
            <a:extLst>
              <a:ext uri="{FF2B5EF4-FFF2-40B4-BE49-F238E27FC236}">
                <a16:creationId xmlns:a16="http://schemas.microsoft.com/office/drawing/2014/main" id="{82C997D8-021F-0245-9B73-2C5E048B6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0402" y="3103562"/>
            <a:ext cx="657225" cy="5191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memory</a:t>
            </a:r>
          </a:p>
        </p:txBody>
      </p:sp>
      <p:sp>
        <p:nvSpPr>
          <p:cNvPr id="350" name="Line 52">
            <a:extLst>
              <a:ext uri="{FF2B5EF4-FFF2-40B4-BE49-F238E27FC236}">
                <a16:creationId xmlns:a16="http://schemas.microsoft.com/office/drawing/2014/main" id="{D74D41F5-3112-6646-9892-D00D36377E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514465" y="3622675"/>
            <a:ext cx="1587" cy="169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1" name="Line 53">
            <a:extLst>
              <a:ext uri="{FF2B5EF4-FFF2-40B4-BE49-F238E27FC236}">
                <a16:creationId xmlns:a16="http://schemas.microsoft.com/office/drawing/2014/main" id="{AA1745EF-4026-E54D-9775-040F79E5D15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387590" y="3624262"/>
            <a:ext cx="1587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2" name="Text Box 54">
            <a:extLst>
              <a:ext uri="{FF2B5EF4-FFF2-40B4-BE49-F238E27FC236}">
                <a16:creationId xmlns:a16="http://schemas.microsoft.com/office/drawing/2014/main" id="{2B134A77-7C20-734B-9A65-D56BD3B34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5265" y="3921125"/>
            <a:ext cx="10383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host bus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(e.g., Peripheral Component </a:t>
            </a:r>
            <a:r>
              <a:rPr lang="en-US" sz="1200" dirty="0" smtClean="0">
                <a:solidFill>
                  <a:srgbClr val="000000"/>
                </a:solidFill>
                <a:latin typeface="Arial" charset="0"/>
              </a:rPr>
              <a:t>Interconnect- PCI</a:t>
            </a:r>
            <a:r>
              <a:rPr lang="en-US" sz="1200" dirty="0">
                <a:solidFill>
                  <a:srgbClr val="000000"/>
                </a:solidFill>
                <a:latin typeface="Arial" charset="0"/>
              </a:rPr>
              <a:t>)</a:t>
            </a:r>
          </a:p>
        </p:txBody>
      </p:sp>
      <p:sp>
        <p:nvSpPr>
          <p:cNvPr id="353" name="Line 55">
            <a:extLst>
              <a:ext uri="{FF2B5EF4-FFF2-40B4-BE49-F238E27FC236}">
                <a16:creationId xmlns:a16="http://schemas.microsoft.com/office/drawing/2014/main" id="{159E9A7C-2C1B-CC40-B1B4-760AFE091B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17665" y="4408487"/>
            <a:ext cx="12700" cy="339725"/>
          </a:xfrm>
          <a:prstGeom prst="line">
            <a:avLst/>
          </a:prstGeom>
          <a:noFill/>
          <a:ln w="38100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4" name="Line 56">
            <a:extLst>
              <a:ext uri="{FF2B5EF4-FFF2-40B4-BE49-F238E27FC236}">
                <a16:creationId xmlns:a16="http://schemas.microsoft.com/office/drawing/2014/main" id="{52214380-92AB-E048-BEDD-B0110B2E8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9463" y="4992686"/>
            <a:ext cx="0" cy="366713"/>
          </a:xfrm>
          <a:prstGeom prst="line">
            <a:avLst/>
          </a:prstGeom>
          <a:noFill/>
          <a:ln w="38100">
            <a:solidFill>
              <a:srgbClr val="0000A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5" name="Line 57">
            <a:extLst>
              <a:ext uri="{FF2B5EF4-FFF2-40B4-BE49-F238E27FC236}">
                <a16:creationId xmlns:a16="http://schemas.microsoft.com/office/drawing/2014/main" id="{DF140DC0-F2C1-704D-A310-3786A5A5C8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513002" y="3797300"/>
            <a:ext cx="382588" cy="2682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6" name="Text Box 58">
            <a:extLst>
              <a:ext uri="{FF2B5EF4-FFF2-40B4-BE49-F238E27FC236}">
                <a16:creationId xmlns:a16="http://schemas.microsoft.com/office/drawing/2014/main" id="{8134E125-6FFA-2245-A695-F469578E2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2477" y="5491162"/>
            <a:ext cx="135325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network interface</a:t>
            </a:r>
          </a:p>
        </p:txBody>
      </p:sp>
      <p:sp>
        <p:nvSpPr>
          <p:cNvPr id="357" name="Line 59">
            <a:extLst>
              <a:ext uri="{FF2B5EF4-FFF2-40B4-BE49-F238E27FC236}">
                <a16:creationId xmlns:a16="http://schemas.microsoft.com/office/drawing/2014/main" id="{23B10271-25ED-6947-A1F2-08B5CDCE896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330440" y="4814887"/>
            <a:ext cx="271462" cy="750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58" name="Rectangle 43">
            <a:extLst>
              <a:ext uri="{FF2B5EF4-FFF2-40B4-BE49-F238E27FC236}">
                <a16:creationId xmlns:a16="http://schemas.microsoft.com/office/drawing/2014/main" id="{D2E8D72A-74A0-8047-B32B-E6CC292FC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7915" y="3989387"/>
            <a:ext cx="1122362" cy="10826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60" name="Group 84">
            <a:extLst>
              <a:ext uri="{FF2B5EF4-FFF2-40B4-BE49-F238E27FC236}">
                <a16:creationId xmlns:a16="http://schemas.microsoft.com/office/drawing/2014/main" id="{F87BAAC8-00DB-C64F-B18B-456E80F15B7F}"/>
              </a:ext>
            </a:extLst>
          </p:cNvPr>
          <p:cNvGrpSpPr>
            <a:grpSpLocks/>
          </p:cNvGrpSpPr>
          <p:nvPr/>
        </p:nvGrpSpPr>
        <p:grpSpPr bwMode="auto">
          <a:xfrm>
            <a:off x="7926967" y="2941636"/>
            <a:ext cx="1470026" cy="2035175"/>
            <a:chOff x="2695" y="1742"/>
            <a:chExt cx="926" cy="1282"/>
          </a:xfrm>
        </p:grpSpPr>
        <p:sp>
          <p:nvSpPr>
            <p:cNvPr id="361" name="Freeform 62">
              <a:extLst>
                <a:ext uri="{FF2B5EF4-FFF2-40B4-BE49-F238E27FC236}">
                  <a16:creationId xmlns:a16="http://schemas.microsoft.com/office/drawing/2014/main" id="{9DAAFB2F-E3C8-FB46-A22A-E065E7053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488"/>
              <a:ext cx="393" cy="536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9933 w 9933"/>
                <a:gd name="connsiteY0" fmla="*/ 0 h 10000"/>
                <a:gd name="connsiteX1" fmla="*/ 0 w 9933"/>
                <a:gd name="connsiteY1" fmla="*/ 1944 h 10000"/>
                <a:gd name="connsiteX2" fmla="*/ 10 w 9933"/>
                <a:gd name="connsiteY2" fmla="*/ 8327 h 10000"/>
                <a:gd name="connsiteX3" fmla="*/ 9882 w 9933"/>
                <a:gd name="connsiteY3" fmla="*/ 10000 h 10000"/>
                <a:gd name="connsiteX4" fmla="*/ 9933 w 9933"/>
                <a:gd name="connsiteY4" fmla="*/ 0 h 10000"/>
                <a:gd name="connsiteX0" fmla="*/ 10067 w 10067"/>
                <a:gd name="connsiteY0" fmla="*/ 2667 h 8056"/>
                <a:gd name="connsiteX1" fmla="*/ 0 w 10067"/>
                <a:gd name="connsiteY1" fmla="*/ 0 h 8056"/>
                <a:gd name="connsiteX2" fmla="*/ 10 w 10067"/>
                <a:gd name="connsiteY2" fmla="*/ 6383 h 8056"/>
                <a:gd name="connsiteX3" fmla="*/ 9949 w 10067"/>
                <a:gd name="connsiteY3" fmla="*/ 8056 h 8056"/>
                <a:gd name="connsiteX4" fmla="*/ 10067 w 10067"/>
                <a:gd name="connsiteY4" fmla="*/ 2667 h 8056"/>
                <a:gd name="connsiteX0" fmla="*/ 10134 w 10134"/>
                <a:gd name="connsiteY0" fmla="*/ 2191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2191 h 10000"/>
                <a:gd name="connsiteX0" fmla="*/ 10134 w 10134"/>
                <a:gd name="connsiteY0" fmla="*/ 1569 h 10000"/>
                <a:gd name="connsiteX1" fmla="*/ 0 w 10134"/>
                <a:gd name="connsiteY1" fmla="*/ 0 h 10000"/>
                <a:gd name="connsiteX2" fmla="*/ 10 w 10134"/>
                <a:gd name="connsiteY2" fmla="*/ 7923 h 10000"/>
                <a:gd name="connsiteX3" fmla="*/ 9883 w 10134"/>
                <a:gd name="connsiteY3" fmla="*/ 10000 h 10000"/>
                <a:gd name="connsiteX4" fmla="*/ 10134 w 10134"/>
                <a:gd name="connsiteY4" fmla="*/ 1569 h 10000"/>
                <a:gd name="connsiteX0" fmla="*/ 10134 w 10134"/>
                <a:gd name="connsiteY0" fmla="*/ 1569 h 9876"/>
                <a:gd name="connsiteX1" fmla="*/ 0 w 10134"/>
                <a:gd name="connsiteY1" fmla="*/ 0 h 9876"/>
                <a:gd name="connsiteX2" fmla="*/ 10 w 10134"/>
                <a:gd name="connsiteY2" fmla="*/ 7923 h 9876"/>
                <a:gd name="connsiteX3" fmla="*/ 10084 w 10134"/>
                <a:gd name="connsiteY3" fmla="*/ 9876 h 9876"/>
                <a:gd name="connsiteX4" fmla="*/ 10134 w 10134"/>
                <a:gd name="connsiteY4" fmla="*/ 1569 h 9876"/>
                <a:gd name="connsiteX0" fmla="*/ 9934 w 9954"/>
                <a:gd name="connsiteY0" fmla="*/ 0 h 12944"/>
                <a:gd name="connsiteX1" fmla="*/ 0 w 9954"/>
                <a:gd name="connsiteY1" fmla="*/ 2944 h 12944"/>
                <a:gd name="connsiteX2" fmla="*/ 10 w 9954"/>
                <a:gd name="connsiteY2" fmla="*/ 10966 h 12944"/>
                <a:gd name="connsiteX3" fmla="*/ 9951 w 9954"/>
                <a:gd name="connsiteY3" fmla="*/ 12944 h 12944"/>
                <a:gd name="connsiteX4" fmla="*/ 9934 w 9954"/>
                <a:gd name="connsiteY4" fmla="*/ 0 h 12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54" h="1294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1" name="Rectangle 73">
              <a:extLst>
                <a:ext uri="{FF2B5EF4-FFF2-40B4-BE49-F238E27FC236}">
                  <a16:creationId xmlns:a16="http://schemas.microsoft.com/office/drawing/2014/main" id="{D34E92F6-E00A-9E48-8EEE-3793F53B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40000"/>
              </a:solidFill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Freeform 63">
              <a:extLst>
                <a:ext uri="{FF2B5EF4-FFF2-40B4-BE49-F238E27FC236}">
                  <a16:creationId xmlns:a16="http://schemas.microsoft.com/office/drawing/2014/main" id="{BB2C5787-9CAC-D84A-B4B9-64FEECE12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767"/>
              <a:ext cx="275" cy="44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65000"/>
                  </a:schemeClr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90" name="Rectangle 82">
              <a:extLst>
                <a:ext uri="{FF2B5EF4-FFF2-40B4-BE49-F238E27FC236}">
                  <a16:creationId xmlns:a16="http://schemas.microsoft.com/office/drawing/2014/main" id="{059501C9-A68B-2743-A02C-0C5FBC61B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Text Box 65">
              <a:extLst>
                <a:ext uri="{FF2B5EF4-FFF2-40B4-BE49-F238E27FC236}">
                  <a16:creationId xmlns:a16="http://schemas.microsoft.com/office/drawing/2014/main" id="{6AAE7E3E-6438-C244-82B8-2B86F8F44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1742"/>
              <a:ext cx="55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application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transport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network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link</a:t>
              </a:r>
            </a:p>
          </p:txBody>
        </p:sp>
        <p:sp>
          <p:nvSpPr>
            <p:cNvPr id="374" name="Line 66">
              <a:extLst>
                <a:ext uri="{FF2B5EF4-FFF2-40B4-BE49-F238E27FC236}">
                  <a16:creationId xmlns:a16="http://schemas.microsoft.com/office/drawing/2014/main" id="{9A080B16-B360-474F-B6FE-AF8100600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1898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5" name="Line 67">
              <a:extLst>
                <a:ext uri="{FF2B5EF4-FFF2-40B4-BE49-F238E27FC236}">
                  <a16:creationId xmlns:a16="http://schemas.microsoft.com/office/drawing/2014/main" id="{6F15818C-975A-E24C-A5EF-48346108B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001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6" name="Line 68">
              <a:extLst>
                <a:ext uri="{FF2B5EF4-FFF2-40B4-BE49-F238E27FC236}">
                  <a16:creationId xmlns:a16="http://schemas.microsoft.com/office/drawing/2014/main" id="{FD65879D-0360-2B41-B483-1A5D93371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2110"/>
              <a:ext cx="48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8" name="Rectangle 70">
              <a:extLst>
                <a:ext uri="{FF2B5EF4-FFF2-40B4-BE49-F238E27FC236}">
                  <a16:creationId xmlns:a16="http://schemas.microsoft.com/office/drawing/2014/main" id="{38B2F785-6155-1E4B-8594-95B2271DA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5" y="2212"/>
              <a:ext cx="552" cy="1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9" name="Line 71">
              <a:extLst>
                <a:ext uri="{FF2B5EF4-FFF2-40B4-BE49-F238E27FC236}">
                  <a16:creationId xmlns:a16="http://schemas.microsoft.com/office/drawing/2014/main" id="{C451312B-40CC-7A40-B679-7AE554491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4" y="2224"/>
              <a:ext cx="0" cy="65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0" name="Line 72">
              <a:extLst>
                <a:ext uri="{FF2B5EF4-FFF2-40B4-BE49-F238E27FC236}">
                  <a16:creationId xmlns:a16="http://schemas.microsoft.com/office/drawing/2014/main" id="{E2DC1FE8-5DB9-EA46-8800-4241D6DEF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2218"/>
              <a:ext cx="0" cy="64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2" name="Text Box 74">
              <a:extLst>
                <a:ext uri="{FF2B5EF4-FFF2-40B4-BE49-F238E27FC236}">
                  <a16:creationId xmlns:a16="http://schemas.microsoft.com/office/drawing/2014/main" id="{C6254BFE-8FC8-864C-911D-A03B8EB5C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" y="2653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link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physical</a:t>
              </a:r>
            </a:p>
          </p:txBody>
        </p:sp>
        <p:sp>
          <p:nvSpPr>
            <p:cNvPr id="386" name="Line 78">
              <a:extLst>
                <a:ext uri="{FF2B5EF4-FFF2-40B4-BE49-F238E27FC236}">
                  <a16:creationId xmlns:a16="http://schemas.microsoft.com/office/drawing/2014/main" id="{B46866E9-0690-6D43-9964-01804A72D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803"/>
              <a:ext cx="489" cy="0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8" name="Line 80">
              <a:extLst>
                <a:ext uri="{FF2B5EF4-FFF2-40B4-BE49-F238E27FC236}">
                  <a16:creationId xmlns:a16="http://schemas.microsoft.com/office/drawing/2014/main" id="{431126D1-7D41-174B-9A00-15B64D7CF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614"/>
              <a:ext cx="0" cy="65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9" name="Line 81">
              <a:extLst>
                <a:ext uri="{FF2B5EF4-FFF2-40B4-BE49-F238E27FC236}">
                  <a16:creationId xmlns:a16="http://schemas.microsoft.com/office/drawing/2014/main" id="{E451146C-AD0C-394A-B9D7-786E8388A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6" y="2614"/>
              <a:ext cx="0" cy="64"/>
            </a:xfrm>
            <a:prstGeom prst="line">
              <a:avLst/>
            </a:prstGeom>
            <a:noFill/>
            <a:ln w="9525">
              <a:solidFill>
                <a:srgbClr val="E4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392" name="Picture 86">
            <a:extLst>
              <a:ext uri="{FF2B5EF4-FFF2-40B4-BE49-F238E27FC236}">
                <a16:creationId xmlns:a16="http://schemas.microsoft.com/office/drawing/2014/main" id="{0409F287-178A-D34A-9140-43A7C1282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9409" y="1312716"/>
            <a:ext cx="1350963" cy="135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409" name="Picture 87">
            <a:extLst>
              <a:ext uri="{FF2B5EF4-FFF2-40B4-BE49-F238E27FC236}">
                <a16:creationId xmlns:a16="http://schemas.microsoft.com/office/drawing/2014/main" id="{6B897852-0519-9143-BDE1-7222839FA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1327" y="1452562"/>
            <a:ext cx="11430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410" name="Group 89">
            <a:extLst>
              <a:ext uri="{FF2B5EF4-FFF2-40B4-BE49-F238E27FC236}">
                <a16:creationId xmlns:a16="http://schemas.microsoft.com/office/drawing/2014/main" id="{9321D1B2-41ED-6A42-B25B-B7F04C3C1339}"/>
              </a:ext>
            </a:extLst>
          </p:cNvPr>
          <p:cNvGrpSpPr>
            <a:grpSpLocks/>
          </p:cNvGrpSpPr>
          <p:nvPr/>
        </p:nvGrpSpPr>
        <p:grpSpPr bwMode="auto">
          <a:xfrm>
            <a:off x="7888865" y="5386387"/>
            <a:ext cx="1109662" cy="820449"/>
            <a:chOff x="-44" y="1473"/>
            <a:chExt cx="981" cy="1105"/>
          </a:xfrm>
        </p:grpSpPr>
        <p:pic>
          <p:nvPicPr>
            <p:cNvPr id="411" name="Picture 90" descr="desktop_computer_stylized_medium">
              <a:extLst>
                <a:ext uri="{FF2B5EF4-FFF2-40B4-BE49-F238E27FC236}">
                  <a16:creationId xmlns:a16="http://schemas.microsoft.com/office/drawing/2014/main" id="{E89A12BD-E0D6-A949-9CB5-05BA66E33D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3" name="Freeform 91">
              <a:extLst>
                <a:ext uri="{FF2B5EF4-FFF2-40B4-BE49-F238E27FC236}">
                  <a16:creationId xmlns:a16="http://schemas.microsoft.com/office/drawing/2014/main" id="{C0A77030-4BC2-C44C-AD1F-5FB48849AB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14" name="Slide Number Placeholder 4">
            <a:extLst>
              <a:ext uri="{FF2B5EF4-FFF2-40B4-BE49-F238E27FC236}">
                <a16:creationId xmlns:a16="http://schemas.microsoft.com/office/drawing/2014/main" id="{BF70CCDB-E94F-5544-94C2-5D8940324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49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Multiple access links, protocols</a:t>
            </a:r>
            <a:endParaRPr lang="en-US" sz="4400" dirty="0"/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70" name="Rectangle 3">
            <a:extLst>
              <a:ext uri="{FF2B5EF4-FFF2-40B4-BE49-F238E27FC236}">
                <a16:creationId xmlns:a16="http://schemas.microsoft.com/office/drawing/2014/main" id="{A4DB250C-FCF5-CC4D-B049-42D6C0DD3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694" y="1096411"/>
            <a:ext cx="9001704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kern="0" dirty="0">
                <a:cs typeface="+mn-cs"/>
              </a:rPr>
              <a:t>two types of “links</a:t>
            </a:r>
            <a:r>
              <a:rPr lang="en-US" altLang="ja-JP" kern="0" dirty="0">
                <a:cs typeface="+mn-cs"/>
              </a:rPr>
              <a:t>”</a:t>
            </a:r>
            <a:r>
              <a:rPr lang="en-US" kern="0" dirty="0">
                <a:cs typeface="+mn-cs"/>
              </a:rPr>
              <a:t>:</a:t>
            </a:r>
          </a:p>
          <a:p>
            <a:pPr>
              <a:defRPr/>
            </a:pPr>
            <a:r>
              <a:rPr lang="en-US" kern="0" dirty="0">
                <a:cs typeface="+mn-cs"/>
              </a:rPr>
              <a:t>point-to-point</a:t>
            </a:r>
          </a:p>
          <a:p>
            <a:pPr lvl="1">
              <a:defRPr/>
            </a:pPr>
            <a:r>
              <a:rPr lang="en-US" sz="2000" kern="0" dirty="0"/>
              <a:t>point-to-point link between Ethernet switch, host</a:t>
            </a:r>
          </a:p>
          <a:p>
            <a:pPr lvl="1">
              <a:defRPr/>
            </a:pPr>
            <a:r>
              <a:rPr lang="en-US" sz="2000" kern="0" dirty="0"/>
              <a:t>PPP (Point-to-Point Protocol) for dial-up access</a:t>
            </a:r>
          </a:p>
          <a:p>
            <a:pPr>
              <a:defRPr/>
            </a:pPr>
            <a:r>
              <a:rPr lang="en-US" kern="0" dirty="0">
                <a:solidFill>
                  <a:srgbClr val="C00000"/>
                </a:solidFill>
                <a:cs typeface="+mn-cs"/>
              </a:rPr>
              <a:t>broadcast (shared wire or medium)</a:t>
            </a:r>
          </a:p>
          <a:p>
            <a:pPr lvl="1">
              <a:defRPr/>
            </a:pPr>
            <a:r>
              <a:rPr lang="en-US" sz="2000" kern="0" dirty="0"/>
              <a:t>old-fashioned Ethernet</a:t>
            </a:r>
          </a:p>
          <a:p>
            <a:pPr lvl="1">
              <a:defRPr/>
            </a:pPr>
            <a:r>
              <a:rPr lang="en-US" sz="2000" kern="0" dirty="0"/>
              <a:t>upstream HFC (Hybrid </a:t>
            </a:r>
            <a:r>
              <a:rPr lang="en-US" sz="2000" kern="0" dirty="0" smtClean="0"/>
              <a:t>fiber-coaxial) </a:t>
            </a:r>
            <a:r>
              <a:rPr lang="en-US" sz="2000" kern="0" dirty="0"/>
              <a:t>in cable-based access network</a:t>
            </a:r>
          </a:p>
          <a:p>
            <a:pPr lvl="1">
              <a:defRPr/>
            </a:pPr>
            <a:r>
              <a:rPr lang="en-US" sz="2000" kern="0" dirty="0"/>
              <a:t>802.11 wireless LAN</a:t>
            </a:r>
            <a:r>
              <a:rPr lang="en-US" sz="2000" kern="0"/>
              <a:t>, </a:t>
            </a:r>
            <a:r>
              <a:rPr lang="en-US" sz="2000" kern="0" smtClean="0"/>
              <a:t>4G/5G</a:t>
            </a:r>
            <a:r>
              <a:rPr lang="en-US" sz="2000" kern="0" dirty="0" smtClean="0"/>
              <a:t>, </a:t>
            </a:r>
            <a:r>
              <a:rPr lang="en-US" sz="2000" kern="0" dirty="0"/>
              <a:t>satellite</a:t>
            </a:r>
            <a:endParaRPr lang="en-US" kern="0" dirty="0"/>
          </a:p>
          <a:p>
            <a:pPr>
              <a:defRPr/>
            </a:pPr>
            <a:endParaRPr lang="en-US" kern="0" dirty="0">
              <a:latin typeface="Gill Sans MT" charset="0"/>
              <a:cs typeface="+mn-cs"/>
            </a:endParaRPr>
          </a:p>
        </p:txBody>
      </p:sp>
      <p:sp>
        <p:nvSpPr>
          <p:cNvPr id="471" name="Text Box 5">
            <a:extLst>
              <a:ext uri="{FF2B5EF4-FFF2-40B4-BE49-F238E27FC236}">
                <a16:creationId xmlns:a16="http://schemas.microsoft.com/office/drawing/2014/main" id="{2134EC04-C5E3-F242-90E6-F19A88A1D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750" y="5747371"/>
            <a:ext cx="16017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shared wire (e.g., 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cabled Ethernet)</a:t>
            </a:r>
          </a:p>
        </p:txBody>
      </p:sp>
      <p:sp>
        <p:nvSpPr>
          <p:cNvPr id="472" name="Text Box 6">
            <a:extLst>
              <a:ext uri="{FF2B5EF4-FFF2-40B4-BE49-F238E27FC236}">
                <a16:creationId xmlns:a16="http://schemas.microsoft.com/office/drawing/2014/main" id="{CEE26344-B09B-5B4B-A47E-E50827431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7386" y="5842275"/>
            <a:ext cx="1696298" cy="27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shared radio: </a:t>
            </a:r>
            <a:r>
              <a:rPr lang="en-US" sz="1400" i="0" dirty="0" err="1">
                <a:solidFill>
                  <a:srgbClr val="000000"/>
                </a:solidFill>
                <a:latin typeface="Arial" charset="0"/>
              </a:rPr>
              <a:t>WiFi</a:t>
            </a:r>
            <a:endParaRPr lang="en-US" sz="1400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73" name="Text Box 7">
            <a:extLst>
              <a:ext uri="{FF2B5EF4-FFF2-40B4-BE49-F238E27FC236}">
                <a16:creationId xmlns:a16="http://schemas.microsoft.com/office/drawing/2014/main" id="{06CF1C6B-422C-1444-877E-6282ED974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7657" y="5847044"/>
            <a:ext cx="1935146" cy="27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shared radio: satellite </a:t>
            </a:r>
          </a:p>
        </p:txBody>
      </p:sp>
      <p:sp>
        <p:nvSpPr>
          <p:cNvPr id="474" name="Text Box 8">
            <a:extLst>
              <a:ext uri="{FF2B5EF4-FFF2-40B4-BE49-F238E27FC236}">
                <a16:creationId xmlns:a16="http://schemas.microsoft.com/office/drawing/2014/main" id="{3F461FAF-2D2F-B54F-9957-BE72E13B7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2810" y="5780226"/>
            <a:ext cx="2666586" cy="45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humans at a cocktail party 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(shared air, acoustical)</a:t>
            </a:r>
          </a:p>
        </p:txBody>
      </p:sp>
      <p:sp>
        <p:nvSpPr>
          <p:cNvPr id="475" name="Line 173">
            <a:extLst>
              <a:ext uri="{FF2B5EF4-FFF2-40B4-BE49-F238E27FC236}">
                <a16:creationId xmlns:a16="http://schemas.microsoft.com/office/drawing/2014/main" id="{3F306567-9F2F-4149-9D30-2173B4370A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2938" y="4575796"/>
            <a:ext cx="466725" cy="890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6" name="Line 174">
            <a:extLst>
              <a:ext uri="{FF2B5EF4-FFF2-40B4-BE49-F238E27FC236}">
                <a16:creationId xmlns:a16="http://schemas.microsoft.com/office/drawing/2014/main" id="{7FB886E9-9D2D-B64D-87A8-FC07C88CC0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5475" y="5047283"/>
            <a:ext cx="242888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7" name="Line 175">
            <a:extLst>
              <a:ext uri="{FF2B5EF4-FFF2-40B4-BE49-F238E27FC236}">
                <a16:creationId xmlns:a16="http://schemas.microsoft.com/office/drawing/2014/main" id="{197F6785-17A4-034A-979B-B8B5BA4F8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0538" y="5383833"/>
            <a:ext cx="1905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8" name="Line 176">
            <a:extLst>
              <a:ext uri="{FF2B5EF4-FFF2-40B4-BE49-F238E27FC236}">
                <a16:creationId xmlns:a16="http://schemas.microsoft.com/office/drawing/2014/main" id="{70DDD911-DBF3-7F4F-BF66-8853AA4181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5038" y="4907583"/>
            <a:ext cx="177800" cy="7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79" name="Group 382">
            <a:extLst>
              <a:ext uri="{FF2B5EF4-FFF2-40B4-BE49-F238E27FC236}">
                <a16:creationId xmlns:a16="http://schemas.microsoft.com/office/drawing/2014/main" id="{444C4E2A-E876-FA42-B00E-F2550AD7EDC3}"/>
              </a:ext>
            </a:extLst>
          </p:cNvPr>
          <p:cNvGrpSpPr>
            <a:grpSpLocks/>
          </p:cNvGrpSpPr>
          <p:nvPr/>
        </p:nvGrpSpPr>
        <p:grpSpPr bwMode="auto">
          <a:xfrm>
            <a:off x="7127673" y="5455340"/>
            <a:ext cx="288925" cy="220663"/>
            <a:chOff x="2274" y="2821"/>
            <a:chExt cx="215" cy="238"/>
          </a:xfrm>
        </p:grpSpPr>
        <p:sp>
          <p:nvSpPr>
            <p:cNvPr id="480" name="Freeform 383">
              <a:extLst>
                <a:ext uri="{FF2B5EF4-FFF2-40B4-BE49-F238E27FC236}">
                  <a16:creationId xmlns:a16="http://schemas.microsoft.com/office/drawing/2014/main" id="{BDDB8C29-61C8-B44A-A0C9-80B160DD04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1" name="Line 384">
              <a:extLst>
                <a:ext uri="{FF2B5EF4-FFF2-40B4-BE49-F238E27FC236}">
                  <a16:creationId xmlns:a16="http://schemas.microsoft.com/office/drawing/2014/main" id="{8F4AE323-F3F4-E14E-B478-2730ECFD5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2" name="Freeform 385">
              <a:extLst>
                <a:ext uri="{FF2B5EF4-FFF2-40B4-BE49-F238E27FC236}">
                  <a16:creationId xmlns:a16="http://schemas.microsoft.com/office/drawing/2014/main" id="{41C8AF46-22BA-2346-AD20-B0D2DA936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3" name="Line 386">
              <a:extLst>
                <a:ext uri="{FF2B5EF4-FFF2-40B4-BE49-F238E27FC236}">
                  <a16:creationId xmlns:a16="http://schemas.microsoft.com/office/drawing/2014/main" id="{FF499369-05D1-BD40-A15C-F1F4775FF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4" name="Freeform 387">
              <a:extLst>
                <a:ext uri="{FF2B5EF4-FFF2-40B4-BE49-F238E27FC236}">
                  <a16:creationId xmlns:a16="http://schemas.microsoft.com/office/drawing/2014/main" id="{FF57B98D-A160-3344-BA6D-DBC150EED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5" name="Line 388">
              <a:extLst>
                <a:ext uri="{FF2B5EF4-FFF2-40B4-BE49-F238E27FC236}">
                  <a16:creationId xmlns:a16="http://schemas.microsoft.com/office/drawing/2014/main" id="{0700E589-A21D-F84B-8C68-40D1B51EED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6" name="Freeform 389">
              <a:extLst>
                <a:ext uri="{FF2B5EF4-FFF2-40B4-BE49-F238E27FC236}">
                  <a16:creationId xmlns:a16="http://schemas.microsoft.com/office/drawing/2014/main" id="{75397DE6-7C44-4F44-9365-9A1D35474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7" name="Freeform 390">
              <a:extLst>
                <a:ext uri="{FF2B5EF4-FFF2-40B4-BE49-F238E27FC236}">
                  <a16:creationId xmlns:a16="http://schemas.microsoft.com/office/drawing/2014/main" id="{368EB1B3-47F7-2447-B958-2BCE0F178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8" name="Rectangle 391">
              <a:extLst>
                <a:ext uri="{FF2B5EF4-FFF2-40B4-BE49-F238E27FC236}">
                  <a16:creationId xmlns:a16="http://schemas.microsoft.com/office/drawing/2014/main" id="{C14D26ED-4841-3E46-BF7A-83D8D95E9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9" name="Freeform 392">
              <a:extLst>
                <a:ext uri="{FF2B5EF4-FFF2-40B4-BE49-F238E27FC236}">
                  <a16:creationId xmlns:a16="http://schemas.microsoft.com/office/drawing/2014/main" id="{F7380919-6949-F94F-8330-C7FD85D06A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0" name="Line 393">
              <a:extLst>
                <a:ext uri="{FF2B5EF4-FFF2-40B4-BE49-F238E27FC236}">
                  <a16:creationId xmlns:a16="http://schemas.microsoft.com/office/drawing/2014/main" id="{572E4DD5-2700-084B-A313-B26B6D4CDA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1" name="Line 394">
              <a:extLst>
                <a:ext uri="{FF2B5EF4-FFF2-40B4-BE49-F238E27FC236}">
                  <a16:creationId xmlns:a16="http://schemas.microsoft.com/office/drawing/2014/main" id="{AA53B8C5-637F-3A4F-90EA-F02C41B173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Line 395">
              <a:extLst>
                <a:ext uri="{FF2B5EF4-FFF2-40B4-BE49-F238E27FC236}">
                  <a16:creationId xmlns:a16="http://schemas.microsoft.com/office/drawing/2014/main" id="{9441D979-2998-2648-980D-EA524FE9B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Freeform 396">
              <a:extLst>
                <a:ext uri="{FF2B5EF4-FFF2-40B4-BE49-F238E27FC236}">
                  <a16:creationId xmlns:a16="http://schemas.microsoft.com/office/drawing/2014/main" id="{7F4AFBF0-B087-2B49-B22A-242928895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94" name="Group 398">
            <a:extLst>
              <a:ext uri="{FF2B5EF4-FFF2-40B4-BE49-F238E27FC236}">
                <a16:creationId xmlns:a16="http://schemas.microsoft.com/office/drawing/2014/main" id="{BBD74A9D-6F6D-8246-9DE8-B4C2AB33096F}"/>
              </a:ext>
            </a:extLst>
          </p:cNvPr>
          <p:cNvGrpSpPr>
            <a:grpSpLocks/>
          </p:cNvGrpSpPr>
          <p:nvPr/>
        </p:nvGrpSpPr>
        <p:grpSpPr bwMode="auto">
          <a:xfrm>
            <a:off x="7634085" y="5436290"/>
            <a:ext cx="223838" cy="254000"/>
            <a:chOff x="2274" y="2821"/>
            <a:chExt cx="215" cy="238"/>
          </a:xfrm>
        </p:grpSpPr>
        <p:sp>
          <p:nvSpPr>
            <p:cNvPr id="495" name="Freeform 399">
              <a:extLst>
                <a:ext uri="{FF2B5EF4-FFF2-40B4-BE49-F238E27FC236}">
                  <a16:creationId xmlns:a16="http://schemas.microsoft.com/office/drawing/2014/main" id="{12E023A5-7FBF-5C48-B02C-B779949091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6" name="Line 400">
              <a:extLst>
                <a:ext uri="{FF2B5EF4-FFF2-40B4-BE49-F238E27FC236}">
                  <a16:creationId xmlns:a16="http://schemas.microsoft.com/office/drawing/2014/main" id="{22601291-2593-D546-BEC9-0877AF59F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7" name="Freeform 401">
              <a:extLst>
                <a:ext uri="{FF2B5EF4-FFF2-40B4-BE49-F238E27FC236}">
                  <a16:creationId xmlns:a16="http://schemas.microsoft.com/office/drawing/2014/main" id="{71ACC171-BB81-7641-9ACA-D8DDAF220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8" name="Line 402">
              <a:extLst>
                <a:ext uri="{FF2B5EF4-FFF2-40B4-BE49-F238E27FC236}">
                  <a16:creationId xmlns:a16="http://schemas.microsoft.com/office/drawing/2014/main" id="{AF45D7DA-B67F-DC46-BF98-1EF5C1B0E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9" name="Freeform 403">
              <a:extLst>
                <a:ext uri="{FF2B5EF4-FFF2-40B4-BE49-F238E27FC236}">
                  <a16:creationId xmlns:a16="http://schemas.microsoft.com/office/drawing/2014/main" id="{ABE18084-E411-0446-A052-86BB1FD39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0" name="Line 404">
              <a:extLst>
                <a:ext uri="{FF2B5EF4-FFF2-40B4-BE49-F238E27FC236}">
                  <a16:creationId xmlns:a16="http://schemas.microsoft.com/office/drawing/2014/main" id="{AAFB5D72-E469-954F-B6D8-5737C3999A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1" name="Freeform 405">
              <a:extLst>
                <a:ext uri="{FF2B5EF4-FFF2-40B4-BE49-F238E27FC236}">
                  <a16:creationId xmlns:a16="http://schemas.microsoft.com/office/drawing/2014/main" id="{6FA32C76-7534-3A4B-837A-FC8A46B91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2" name="Freeform 406">
              <a:extLst>
                <a:ext uri="{FF2B5EF4-FFF2-40B4-BE49-F238E27FC236}">
                  <a16:creationId xmlns:a16="http://schemas.microsoft.com/office/drawing/2014/main" id="{C264D84A-28A9-B04F-867C-C194EF3C5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3" name="Rectangle 407">
              <a:extLst>
                <a:ext uri="{FF2B5EF4-FFF2-40B4-BE49-F238E27FC236}">
                  <a16:creationId xmlns:a16="http://schemas.microsoft.com/office/drawing/2014/main" id="{E212E0B0-8257-BE48-B090-B257D29E6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4" name="Freeform 408">
              <a:extLst>
                <a:ext uri="{FF2B5EF4-FFF2-40B4-BE49-F238E27FC236}">
                  <a16:creationId xmlns:a16="http://schemas.microsoft.com/office/drawing/2014/main" id="{F4CB953E-50B8-1940-AF9A-28E1B0DB1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5" name="Line 409">
              <a:extLst>
                <a:ext uri="{FF2B5EF4-FFF2-40B4-BE49-F238E27FC236}">
                  <a16:creationId xmlns:a16="http://schemas.microsoft.com/office/drawing/2014/main" id="{18E09DFC-F4BB-424E-BFFD-3B30685805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6" name="Line 410">
              <a:extLst>
                <a:ext uri="{FF2B5EF4-FFF2-40B4-BE49-F238E27FC236}">
                  <a16:creationId xmlns:a16="http://schemas.microsoft.com/office/drawing/2014/main" id="{17E6715E-7466-E44B-8DAE-05A382E0F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7" name="Line 411">
              <a:extLst>
                <a:ext uri="{FF2B5EF4-FFF2-40B4-BE49-F238E27FC236}">
                  <a16:creationId xmlns:a16="http://schemas.microsoft.com/office/drawing/2014/main" id="{6EF7AAC8-C8C7-2B48-B5DD-DB69FB889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08" name="Freeform 412">
              <a:extLst>
                <a:ext uri="{FF2B5EF4-FFF2-40B4-BE49-F238E27FC236}">
                  <a16:creationId xmlns:a16="http://schemas.microsoft.com/office/drawing/2014/main" id="{30D8703F-1419-2B46-8305-471C2403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09" name="Group 413">
            <a:extLst>
              <a:ext uri="{FF2B5EF4-FFF2-40B4-BE49-F238E27FC236}">
                <a16:creationId xmlns:a16="http://schemas.microsoft.com/office/drawing/2014/main" id="{975F8A05-A054-D847-8C71-D0CD3F80A61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13498" y="5464865"/>
            <a:ext cx="298450" cy="211138"/>
            <a:chOff x="2274" y="2821"/>
            <a:chExt cx="215" cy="238"/>
          </a:xfrm>
        </p:grpSpPr>
        <p:sp>
          <p:nvSpPr>
            <p:cNvPr id="510" name="Freeform 414">
              <a:extLst>
                <a:ext uri="{FF2B5EF4-FFF2-40B4-BE49-F238E27FC236}">
                  <a16:creationId xmlns:a16="http://schemas.microsoft.com/office/drawing/2014/main" id="{BF3BC4D9-EEFB-504A-8010-E2B584D84D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1" name="Line 415">
              <a:extLst>
                <a:ext uri="{FF2B5EF4-FFF2-40B4-BE49-F238E27FC236}">
                  <a16:creationId xmlns:a16="http://schemas.microsoft.com/office/drawing/2014/main" id="{60D51E27-CB41-8943-9955-66D7BCB05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2" name="Freeform 416">
              <a:extLst>
                <a:ext uri="{FF2B5EF4-FFF2-40B4-BE49-F238E27FC236}">
                  <a16:creationId xmlns:a16="http://schemas.microsoft.com/office/drawing/2014/main" id="{97A26554-12E7-C14C-B87F-877AFF035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3" name="Line 417">
              <a:extLst>
                <a:ext uri="{FF2B5EF4-FFF2-40B4-BE49-F238E27FC236}">
                  <a16:creationId xmlns:a16="http://schemas.microsoft.com/office/drawing/2014/main" id="{E1D2F44C-498F-F040-AF8C-AD2CCEE3E5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4" name="Freeform 418">
              <a:extLst>
                <a:ext uri="{FF2B5EF4-FFF2-40B4-BE49-F238E27FC236}">
                  <a16:creationId xmlns:a16="http://schemas.microsoft.com/office/drawing/2014/main" id="{CFE3E224-390C-6D42-8B5E-795EC52B8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5" name="Line 419">
              <a:extLst>
                <a:ext uri="{FF2B5EF4-FFF2-40B4-BE49-F238E27FC236}">
                  <a16:creationId xmlns:a16="http://schemas.microsoft.com/office/drawing/2014/main" id="{36DADBEA-F35F-7B42-A84F-DBF4EB1566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6" name="Freeform 420">
              <a:extLst>
                <a:ext uri="{FF2B5EF4-FFF2-40B4-BE49-F238E27FC236}">
                  <a16:creationId xmlns:a16="http://schemas.microsoft.com/office/drawing/2014/main" id="{2F7A56FF-DAA4-B548-A596-0AEEDA92B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7" name="Freeform 421">
              <a:extLst>
                <a:ext uri="{FF2B5EF4-FFF2-40B4-BE49-F238E27FC236}">
                  <a16:creationId xmlns:a16="http://schemas.microsoft.com/office/drawing/2014/main" id="{F0E25BB6-8958-A14D-B0E2-4CBFDD9A0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8" name="Rectangle 422">
              <a:extLst>
                <a:ext uri="{FF2B5EF4-FFF2-40B4-BE49-F238E27FC236}">
                  <a16:creationId xmlns:a16="http://schemas.microsoft.com/office/drawing/2014/main" id="{6E5F60CA-37B8-7744-8FA8-264FA6D81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9" name="Freeform 423">
              <a:extLst>
                <a:ext uri="{FF2B5EF4-FFF2-40B4-BE49-F238E27FC236}">
                  <a16:creationId xmlns:a16="http://schemas.microsoft.com/office/drawing/2014/main" id="{014C1E9E-E6BE-7E45-964D-7DD435B6C8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0" name="Line 424">
              <a:extLst>
                <a:ext uri="{FF2B5EF4-FFF2-40B4-BE49-F238E27FC236}">
                  <a16:creationId xmlns:a16="http://schemas.microsoft.com/office/drawing/2014/main" id="{A474D7E3-FF03-1B44-8646-2B1564195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1" name="Line 425">
              <a:extLst>
                <a:ext uri="{FF2B5EF4-FFF2-40B4-BE49-F238E27FC236}">
                  <a16:creationId xmlns:a16="http://schemas.microsoft.com/office/drawing/2014/main" id="{E4858A5A-F8A5-7B46-9A2C-26E5DD4AD4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2" name="Line 426">
              <a:extLst>
                <a:ext uri="{FF2B5EF4-FFF2-40B4-BE49-F238E27FC236}">
                  <a16:creationId xmlns:a16="http://schemas.microsoft.com/office/drawing/2014/main" id="{DFEE627D-046D-EC42-B1CB-52F73CDED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3" name="Freeform 427">
              <a:extLst>
                <a:ext uri="{FF2B5EF4-FFF2-40B4-BE49-F238E27FC236}">
                  <a16:creationId xmlns:a16="http://schemas.microsoft.com/office/drawing/2014/main" id="{047A6D46-B266-B844-A8B4-8AAAA1678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524" name="Picture 429" descr="MMj03957750000[1]">
            <a:extLst>
              <a:ext uri="{FF2B5EF4-FFF2-40B4-BE49-F238E27FC236}">
                <a16:creationId xmlns:a16="http://schemas.microsoft.com/office/drawing/2014/main" id="{B804968F-3592-094F-A8BF-179E7849E67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723" y="4742553"/>
            <a:ext cx="561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5" name="Picture 432" descr="cocktail">
            <a:extLst>
              <a:ext uri="{FF2B5EF4-FFF2-40B4-BE49-F238E27FC236}">
                <a16:creationId xmlns:a16="http://schemas.microsoft.com/office/drawing/2014/main" id="{099A3239-42CC-704F-8979-71CDF0E27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005" y="4661590"/>
            <a:ext cx="203041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6" name="Line 434">
            <a:extLst>
              <a:ext uri="{FF2B5EF4-FFF2-40B4-BE49-F238E27FC236}">
                <a16:creationId xmlns:a16="http://schemas.microsoft.com/office/drawing/2014/main" id="{13E4667A-1C98-C742-9515-44695E1E26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6450" y="4680571"/>
            <a:ext cx="24288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27" name="Line 435">
            <a:extLst>
              <a:ext uri="{FF2B5EF4-FFF2-40B4-BE49-F238E27FC236}">
                <a16:creationId xmlns:a16="http://schemas.microsoft.com/office/drawing/2014/main" id="{3AE8AA7B-1112-3E4B-9C21-6CE3F67CF7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6450" y="4680571"/>
            <a:ext cx="24288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28" name="Line 436">
            <a:extLst>
              <a:ext uri="{FF2B5EF4-FFF2-40B4-BE49-F238E27FC236}">
                <a16:creationId xmlns:a16="http://schemas.microsoft.com/office/drawing/2014/main" id="{84E2754A-286E-2643-AF6C-06B6ED570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8188" y="5317158"/>
            <a:ext cx="1905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529" name="Group 506">
            <a:extLst>
              <a:ext uri="{FF2B5EF4-FFF2-40B4-BE49-F238E27FC236}">
                <a16:creationId xmlns:a16="http://schemas.microsoft.com/office/drawing/2014/main" id="{B79DFA91-6DD1-6946-BCA6-B60B73F4E7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256200" y="5193333"/>
            <a:ext cx="501650" cy="512763"/>
            <a:chOff x="2839" y="3501"/>
            <a:chExt cx="755" cy="803"/>
          </a:xfrm>
        </p:grpSpPr>
        <p:pic>
          <p:nvPicPr>
            <p:cNvPr id="530" name="Picture 507" descr="desktop_computer_stylized_medium">
              <a:extLst>
                <a:ext uri="{FF2B5EF4-FFF2-40B4-BE49-F238E27FC236}">
                  <a16:creationId xmlns:a16="http://schemas.microsoft.com/office/drawing/2014/main" id="{B7D871EE-D530-A84C-85C8-4DC1EB0A9C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1" name="Freeform 508">
              <a:extLst>
                <a:ext uri="{FF2B5EF4-FFF2-40B4-BE49-F238E27FC236}">
                  <a16:creationId xmlns:a16="http://schemas.microsoft.com/office/drawing/2014/main" id="{9D5575BC-5BD2-FE4A-9414-7BAB3B8D4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32" name="Group 621">
            <a:extLst>
              <a:ext uri="{FF2B5EF4-FFF2-40B4-BE49-F238E27FC236}">
                <a16:creationId xmlns:a16="http://schemas.microsoft.com/office/drawing/2014/main" id="{40F3795B-808E-A042-9598-E30744C17871}"/>
              </a:ext>
            </a:extLst>
          </p:cNvPr>
          <p:cNvGrpSpPr>
            <a:grpSpLocks/>
          </p:cNvGrpSpPr>
          <p:nvPr/>
        </p:nvGrpSpPr>
        <p:grpSpPr bwMode="auto">
          <a:xfrm>
            <a:off x="5370862" y="4385019"/>
            <a:ext cx="635000" cy="485775"/>
            <a:chOff x="3061" y="2530"/>
            <a:chExt cx="400" cy="306"/>
          </a:xfrm>
        </p:grpSpPr>
        <p:grpSp>
          <p:nvGrpSpPr>
            <p:cNvPr id="533" name="Group 494">
              <a:extLst>
                <a:ext uri="{FF2B5EF4-FFF2-40B4-BE49-F238E27FC236}">
                  <a16:creationId xmlns:a16="http://schemas.microsoft.com/office/drawing/2014/main" id="{4DBCED0D-3AD5-4447-93E7-56A4D18F3B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558" name="Freeform 495">
                <a:extLst>
                  <a:ext uri="{FF2B5EF4-FFF2-40B4-BE49-F238E27FC236}">
                    <a16:creationId xmlns:a16="http://schemas.microsoft.com/office/drawing/2014/main" id="{DC6AB476-6859-8242-AD10-2D931ACF8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9" name="Freeform 496">
                <a:extLst>
                  <a:ext uri="{FF2B5EF4-FFF2-40B4-BE49-F238E27FC236}">
                    <a16:creationId xmlns:a16="http://schemas.microsoft.com/office/drawing/2014/main" id="{60FE620B-47DD-7D4F-89C4-3D44ABB5F1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0" name="Freeform 497">
                <a:extLst>
                  <a:ext uri="{FF2B5EF4-FFF2-40B4-BE49-F238E27FC236}">
                    <a16:creationId xmlns:a16="http://schemas.microsoft.com/office/drawing/2014/main" id="{5734D561-5507-1D47-B8C1-5456D7854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1" name="Freeform 498">
                <a:extLst>
                  <a:ext uri="{FF2B5EF4-FFF2-40B4-BE49-F238E27FC236}">
                    <a16:creationId xmlns:a16="http://schemas.microsoft.com/office/drawing/2014/main" id="{54405CE7-B078-794F-8A95-7442C55719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2" name="Freeform 499">
                <a:extLst>
                  <a:ext uri="{FF2B5EF4-FFF2-40B4-BE49-F238E27FC236}">
                    <a16:creationId xmlns:a16="http://schemas.microsoft.com/office/drawing/2014/main" id="{2427F607-DB1A-4743-823B-DBB1AB440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3" name="Freeform 500">
                <a:extLst>
                  <a:ext uri="{FF2B5EF4-FFF2-40B4-BE49-F238E27FC236}">
                    <a16:creationId xmlns:a16="http://schemas.microsoft.com/office/drawing/2014/main" id="{78EB41F6-2BEF-4D4A-AE0A-005E71427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534" name="Picture 549" descr="laptop_keyboard">
              <a:extLst>
                <a:ext uri="{FF2B5EF4-FFF2-40B4-BE49-F238E27FC236}">
                  <a16:creationId xmlns:a16="http://schemas.microsoft.com/office/drawing/2014/main" id="{B26671F0-4EE5-D744-8784-A585B9B6F2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5" name="Freeform 550">
              <a:extLst>
                <a:ext uri="{FF2B5EF4-FFF2-40B4-BE49-F238E27FC236}">
                  <a16:creationId xmlns:a16="http://schemas.microsoft.com/office/drawing/2014/main" id="{12281B29-C1B2-B749-9F5E-F3A43584B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536" name="Picture 551" descr="screen">
              <a:extLst>
                <a:ext uri="{FF2B5EF4-FFF2-40B4-BE49-F238E27FC236}">
                  <a16:creationId xmlns:a16="http://schemas.microsoft.com/office/drawing/2014/main" id="{98E4CFA7-B1FE-FE4C-AF66-F70E195051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7" name="Freeform 552">
              <a:extLst>
                <a:ext uri="{FF2B5EF4-FFF2-40B4-BE49-F238E27FC236}">
                  <a16:creationId xmlns:a16="http://schemas.microsoft.com/office/drawing/2014/main" id="{25707FCB-7465-F447-BF5C-CA5CEB8F8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8" name="Freeform 553">
              <a:extLst>
                <a:ext uri="{FF2B5EF4-FFF2-40B4-BE49-F238E27FC236}">
                  <a16:creationId xmlns:a16="http://schemas.microsoft.com/office/drawing/2014/main" id="{2893182F-C176-ED45-A949-17AAF914D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9" name="Freeform 554">
              <a:extLst>
                <a:ext uri="{FF2B5EF4-FFF2-40B4-BE49-F238E27FC236}">
                  <a16:creationId xmlns:a16="http://schemas.microsoft.com/office/drawing/2014/main" id="{31F51520-3F4C-0544-BCC2-43E892A00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0" name="Freeform 555">
              <a:extLst>
                <a:ext uri="{FF2B5EF4-FFF2-40B4-BE49-F238E27FC236}">
                  <a16:creationId xmlns:a16="http://schemas.microsoft.com/office/drawing/2014/main" id="{BC9CBE39-5CC7-5049-AC5A-13C386EB0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1" name="Freeform 556">
              <a:extLst>
                <a:ext uri="{FF2B5EF4-FFF2-40B4-BE49-F238E27FC236}">
                  <a16:creationId xmlns:a16="http://schemas.microsoft.com/office/drawing/2014/main" id="{D4C9F6C2-E722-B74B-AAE4-4ABF84680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2" name="Freeform 557">
              <a:extLst>
                <a:ext uri="{FF2B5EF4-FFF2-40B4-BE49-F238E27FC236}">
                  <a16:creationId xmlns:a16="http://schemas.microsoft.com/office/drawing/2014/main" id="{3F0EB019-3CF3-834A-A61E-AC065980E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43" name="Group 558">
              <a:extLst>
                <a:ext uri="{FF2B5EF4-FFF2-40B4-BE49-F238E27FC236}">
                  <a16:creationId xmlns:a16="http://schemas.microsoft.com/office/drawing/2014/main" id="{A6A93FB9-FC7D-4742-8DD5-CBB9CA8D7E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552" name="Freeform 559">
                <a:extLst>
                  <a:ext uri="{FF2B5EF4-FFF2-40B4-BE49-F238E27FC236}">
                    <a16:creationId xmlns:a16="http://schemas.microsoft.com/office/drawing/2014/main" id="{C568827B-2EA3-554D-A8B6-5587A8CED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3" name="Freeform 560">
                <a:extLst>
                  <a:ext uri="{FF2B5EF4-FFF2-40B4-BE49-F238E27FC236}">
                    <a16:creationId xmlns:a16="http://schemas.microsoft.com/office/drawing/2014/main" id="{27581F6D-D83F-D646-A755-30E5B167F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4" name="Freeform 561">
                <a:extLst>
                  <a:ext uri="{FF2B5EF4-FFF2-40B4-BE49-F238E27FC236}">
                    <a16:creationId xmlns:a16="http://schemas.microsoft.com/office/drawing/2014/main" id="{E341B34D-9952-7340-9E0A-28EDF520F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5" name="Freeform 562">
                <a:extLst>
                  <a:ext uri="{FF2B5EF4-FFF2-40B4-BE49-F238E27FC236}">
                    <a16:creationId xmlns:a16="http://schemas.microsoft.com/office/drawing/2014/main" id="{11B81FDA-FEF8-B742-847A-1939FCACF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6" name="Freeform 563">
                <a:extLst>
                  <a:ext uri="{FF2B5EF4-FFF2-40B4-BE49-F238E27FC236}">
                    <a16:creationId xmlns:a16="http://schemas.microsoft.com/office/drawing/2014/main" id="{6D1D8EB1-A82C-C547-AB3D-3E7648A5D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7" name="Freeform 564">
                <a:extLst>
                  <a:ext uri="{FF2B5EF4-FFF2-40B4-BE49-F238E27FC236}">
                    <a16:creationId xmlns:a16="http://schemas.microsoft.com/office/drawing/2014/main" id="{90C3B870-FD67-3346-98FA-A234D34B8A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44" name="Freeform 565">
              <a:extLst>
                <a:ext uri="{FF2B5EF4-FFF2-40B4-BE49-F238E27FC236}">
                  <a16:creationId xmlns:a16="http://schemas.microsoft.com/office/drawing/2014/main" id="{F0911C61-849A-9C4E-AD10-6D1FC3C2D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5" name="Freeform 566">
              <a:extLst>
                <a:ext uri="{FF2B5EF4-FFF2-40B4-BE49-F238E27FC236}">
                  <a16:creationId xmlns:a16="http://schemas.microsoft.com/office/drawing/2014/main" id="{5CEB6F8B-5086-5C42-9CAB-731CEAB62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6" name="Freeform 567">
              <a:extLst>
                <a:ext uri="{FF2B5EF4-FFF2-40B4-BE49-F238E27FC236}">
                  <a16:creationId xmlns:a16="http://schemas.microsoft.com/office/drawing/2014/main" id="{8A0FD81A-21AB-A641-84A8-6DECC751F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7" name="Freeform 568">
              <a:extLst>
                <a:ext uri="{FF2B5EF4-FFF2-40B4-BE49-F238E27FC236}">
                  <a16:creationId xmlns:a16="http://schemas.microsoft.com/office/drawing/2014/main" id="{3212B524-DBA7-764B-ADFB-15B1F9EE3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8" name="Freeform 569">
              <a:extLst>
                <a:ext uri="{FF2B5EF4-FFF2-40B4-BE49-F238E27FC236}">
                  <a16:creationId xmlns:a16="http://schemas.microsoft.com/office/drawing/2014/main" id="{29D84F9E-266B-FF4A-91FA-4C757BB86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9" name="Freeform 570">
              <a:extLst>
                <a:ext uri="{FF2B5EF4-FFF2-40B4-BE49-F238E27FC236}">
                  <a16:creationId xmlns:a16="http://schemas.microsoft.com/office/drawing/2014/main" id="{FE55278D-3FA5-5444-8EDF-6DEC32E2B48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0" name="Freeform 589">
              <a:extLst>
                <a:ext uri="{FF2B5EF4-FFF2-40B4-BE49-F238E27FC236}">
                  <a16:creationId xmlns:a16="http://schemas.microsoft.com/office/drawing/2014/main" id="{0406CADF-6A82-2844-9517-DAB36149B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1" name="Freeform 590">
              <a:extLst>
                <a:ext uri="{FF2B5EF4-FFF2-40B4-BE49-F238E27FC236}">
                  <a16:creationId xmlns:a16="http://schemas.microsoft.com/office/drawing/2014/main" id="{92F09FE3-36AB-A646-8709-F68948F09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64" name="Group 632">
            <a:extLst>
              <a:ext uri="{FF2B5EF4-FFF2-40B4-BE49-F238E27FC236}">
                <a16:creationId xmlns:a16="http://schemas.microsoft.com/office/drawing/2014/main" id="{4B98C44A-F9F4-BB49-A2B0-C2E0B8C568E9}"/>
              </a:ext>
            </a:extLst>
          </p:cNvPr>
          <p:cNvGrpSpPr>
            <a:grpSpLocks/>
          </p:cNvGrpSpPr>
          <p:nvPr/>
        </p:nvGrpSpPr>
        <p:grpSpPr bwMode="auto">
          <a:xfrm>
            <a:off x="6258275" y="4553294"/>
            <a:ext cx="536575" cy="401637"/>
            <a:chOff x="3328" y="2543"/>
            <a:chExt cx="338" cy="253"/>
          </a:xfrm>
        </p:grpSpPr>
        <p:grpSp>
          <p:nvGrpSpPr>
            <p:cNvPr id="565" name="Group 487">
              <a:extLst>
                <a:ext uri="{FF2B5EF4-FFF2-40B4-BE49-F238E27FC236}">
                  <a16:creationId xmlns:a16="http://schemas.microsoft.com/office/drawing/2014/main" id="{3D6F5046-EE7D-8246-9181-C8008B8852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8" y="2543"/>
              <a:ext cx="327" cy="81"/>
              <a:chOff x="2199" y="955"/>
              <a:chExt cx="2547" cy="506"/>
            </a:xfrm>
          </p:grpSpPr>
          <p:sp>
            <p:nvSpPr>
              <p:cNvPr id="586" name="Freeform 488">
                <a:extLst>
                  <a:ext uri="{FF2B5EF4-FFF2-40B4-BE49-F238E27FC236}">
                    <a16:creationId xmlns:a16="http://schemas.microsoft.com/office/drawing/2014/main" id="{2BC70CC0-4321-024B-AF9D-8A5A6410F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7" name="Freeform 489">
                <a:extLst>
                  <a:ext uri="{FF2B5EF4-FFF2-40B4-BE49-F238E27FC236}">
                    <a16:creationId xmlns:a16="http://schemas.microsoft.com/office/drawing/2014/main" id="{20F44005-5166-134B-8AB3-6A9E51FBF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8" name="Freeform 490">
                <a:extLst>
                  <a:ext uri="{FF2B5EF4-FFF2-40B4-BE49-F238E27FC236}">
                    <a16:creationId xmlns:a16="http://schemas.microsoft.com/office/drawing/2014/main" id="{0BA88FD7-3F5B-6746-84E1-33C1516E7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9" name="Freeform 491">
                <a:extLst>
                  <a:ext uri="{FF2B5EF4-FFF2-40B4-BE49-F238E27FC236}">
                    <a16:creationId xmlns:a16="http://schemas.microsoft.com/office/drawing/2014/main" id="{D962DE3F-2E0D-664E-B102-B0D3AAF2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0" name="Freeform 492">
                <a:extLst>
                  <a:ext uri="{FF2B5EF4-FFF2-40B4-BE49-F238E27FC236}">
                    <a16:creationId xmlns:a16="http://schemas.microsoft.com/office/drawing/2014/main" id="{9B1AAA88-66EF-7349-AAE1-0A273535C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1" name="Freeform 493">
                <a:extLst>
                  <a:ext uri="{FF2B5EF4-FFF2-40B4-BE49-F238E27FC236}">
                    <a16:creationId xmlns:a16="http://schemas.microsoft.com/office/drawing/2014/main" id="{44A5772F-C240-384F-A9C2-D08BBC7D8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566" name="Picture 571" descr="laptop_keyboard">
              <a:extLst>
                <a:ext uri="{FF2B5EF4-FFF2-40B4-BE49-F238E27FC236}">
                  <a16:creationId xmlns:a16="http://schemas.microsoft.com/office/drawing/2014/main" id="{606166F4-1E70-3D40-A0B7-C5436E0418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381" y="269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7" name="Freeform 572">
              <a:extLst>
                <a:ext uri="{FF2B5EF4-FFF2-40B4-BE49-F238E27FC236}">
                  <a16:creationId xmlns:a16="http://schemas.microsoft.com/office/drawing/2014/main" id="{146EDD7E-3F6E-C74F-8830-8E04CAABB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59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568" name="Picture 573" descr="screen">
              <a:extLst>
                <a:ext uri="{FF2B5EF4-FFF2-40B4-BE49-F238E27FC236}">
                  <a16:creationId xmlns:a16="http://schemas.microsoft.com/office/drawing/2014/main" id="{97542897-6E1A-F144-9A1C-CF8E1179E6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2" y="260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9" name="Freeform 574">
              <a:extLst>
                <a:ext uri="{FF2B5EF4-FFF2-40B4-BE49-F238E27FC236}">
                  <a16:creationId xmlns:a16="http://schemas.microsoft.com/office/drawing/2014/main" id="{5091F00D-4B7B-3741-AE22-29DDE7CD4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259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0" name="Freeform 575">
              <a:extLst>
                <a:ext uri="{FF2B5EF4-FFF2-40B4-BE49-F238E27FC236}">
                  <a16:creationId xmlns:a16="http://schemas.microsoft.com/office/drawing/2014/main" id="{B263C037-DBFD-6142-8C36-FF26BAC11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259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1" name="Freeform 576">
              <a:extLst>
                <a:ext uri="{FF2B5EF4-FFF2-40B4-BE49-F238E27FC236}">
                  <a16:creationId xmlns:a16="http://schemas.microsoft.com/office/drawing/2014/main" id="{06604E44-8318-4249-AAA9-C5D53E967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261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2" name="Freeform 577">
              <a:extLst>
                <a:ext uri="{FF2B5EF4-FFF2-40B4-BE49-F238E27FC236}">
                  <a16:creationId xmlns:a16="http://schemas.microsoft.com/office/drawing/2014/main" id="{C9838980-94AA-B548-9555-79034EBAE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69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3" name="Freeform 578">
              <a:extLst>
                <a:ext uri="{FF2B5EF4-FFF2-40B4-BE49-F238E27FC236}">
                  <a16:creationId xmlns:a16="http://schemas.microsoft.com/office/drawing/2014/main" id="{E2F028EC-39B6-BB48-8F1C-9E5EE6E54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" y="261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4" name="Freeform 579">
              <a:extLst>
                <a:ext uri="{FF2B5EF4-FFF2-40B4-BE49-F238E27FC236}">
                  <a16:creationId xmlns:a16="http://schemas.microsoft.com/office/drawing/2014/main" id="{9590576D-E3A5-AE4D-A5BA-062112490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69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75" name="Group 580">
              <a:extLst>
                <a:ext uri="{FF2B5EF4-FFF2-40B4-BE49-F238E27FC236}">
                  <a16:creationId xmlns:a16="http://schemas.microsoft.com/office/drawing/2014/main" id="{658981DA-8A1D-0341-B1BA-9392978BB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8" y="2737"/>
              <a:ext cx="55" cy="24"/>
              <a:chOff x="1740" y="2642"/>
              <a:chExt cx="752" cy="327"/>
            </a:xfrm>
          </p:grpSpPr>
          <p:sp>
            <p:nvSpPr>
              <p:cNvPr id="580" name="Freeform 581">
                <a:extLst>
                  <a:ext uri="{FF2B5EF4-FFF2-40B4-BE49-F238E27FC236}">
                    <a16:creationId xmlns:a16="http://schemas.microsoft.com/office/drawing/2014/main" id="{437F93D8-B619-2840-A7D2-524A4A561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1" name="Freeform 582">
                <a:extLst>
                  <a:ext uri="{FF2B5EF4-FFF2-40B4-BE49-F238E27FC236}">
                    <a16:creationId xmlns:a16="http://schemas.microsoft.com/office/drawing/2014/main" id="{516EFADC-09F5-5B47-8934-26F395659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2" name="Freeform 583">
                <a:extLst>
                  <a:ext uri="{FF2B5EF4-FFF2-40B4-BE49-F238E27FC236}">
                    <a16:creationId xmlns:a16="http://schemas.microsoft.com/office/drawing/2014/main" id="{158E5B08-E7FE-6C42-99AB-FC383B9A3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3" name="Freeform 584">
                <a:extLst>
                  <a:ext uri="{FF2B5EF4-FFF2-40B4-BE49-F238E27FC236}">
                    <a16:creationId xmlns:a16="http://schemas.microsoft.com/office/drawing/2014/main" id="{CE902AC6-F30F-464F-9B44-53AD006A3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4" name="Freeform 585">
                <a:extLst>
                  <a:ext uri="{FF2B5EF4-FFF2-40B4-BE49-F238E27FC236}">
                    <a16:creationId xmlns:a16="http://schemas.microsoft.com/office/drawing/2014/main" id="{B4AB2E9D-0250-BF4B-A996-829DB6B96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5" name="Freeform 586">
                <a:extLst>
                  <a:ext uri="{FF2B5EF4-FFF2-40B4-BE49-F238E27FC236}">
                    <a16:creationId xmlns:a16="http://schemas.microsoft.com/office/drawing/2014/main" id="{29274E78-9827-A745-B434-5B40145E2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76" name="Freeform 587">
              <a:extLst>
                <a:ext uri="{FF2B5EF4-FFF2-40B4-BE49-F238E27FC236}">
                  <a16:creationId xmlns:a16="http://schemas.microsoft.com/office/drawing/2014/main" id="{261536B8-45B6-F445-94D4-E0995DB32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74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7" name="Freeform 588">
              <a:extLst>
                <a:ext uri="{FF2B5EF4-FFF2-40B4-BE49-F238E27FC236}">
                  <a16:creationId xmlns:a16="http://schemas.microsoft.com/office/drawing/2014/main" id="{D9289D99-04BF-6349-AB04-51F97449B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274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8" name="Freeform 591">
              <a:extLst>
                <a:ext uri="{FF2B5EF4-FFF2-40B4-BE49-F238E27FC236}">
                  <a16:creationId xmlns:a16="http://schemas.microsoft.com/office/drawing/2014/main" id="{4A5B5464-3906-6F40-9142-2A5FD7EE1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273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9" name="Freeform 592">
              <a:extLst>
                <a:ext uri="{FF2B5EF4-FFF2-40B4-BE49-F238E27FC236}">
                  <a16:creationId xmlns:a16="http://schemas.microsoft.com/office/drawing/2014/main" id="{CA04EE6B-FFEC-5D41-9B1B-1C217E56607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49" y="273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92" name="Group 631">
            <a:extLst>
              <a:ext uri="{FF2B5EF4-FFF2-40B4-BE49-F238E27FC236}">
                <a16:creationId xmlns:a16="http://schemas.microsoft.com/office/drawing/2014/main" id="{41271A23-CA38-6E44-918E-38C7011E51F3}"/>
              </a:ext>
            </a:extLst>
          </p:cNvPr>
          <p:cNvGrpSpPr>
            <a:grpSpLocks/>
          </p:cNvGrpSpPr>
          <p:nvPr/>
        </p:nvGrpSpPr>
        <p:grpSpPr bwMode="auto">
          <a:xfrm>
            <a:off x="5640737" y="4813644"/>
            <a:ext cx="585788" cy="419100"/>
            <a:chOff x="5096" y="2218"/>
            <a:chExt cx="369" cy="264"/>
          </a:xfrm>
        </p:grpSpPr>
        <p:grpSp>
          <p:nvGrpSpPr>
            <p:cNvPr id="593" name="Group 622">
              <a:extLst>
                <a:ext uri="{FF2B5EF4-FFF2-40B4-BE49-F238E27FC236}">
                  <a16:creationId xmlns:a16="http://schemas.microsoft.com/office/drawing/2014/main" id="{46B7FDFD-6263-0049-8898-6BC742EE0C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6" y="2218"/>
              <a:ext cx="327" cy="81"/>
              <a:chOff x="2199" y="955"/>
              <a:chExt cx="2547" cy="506"/>
            </a:xfrm>
          </p:grpSpPr>
          <p:sp>
            <p:nvSpPr>
              <p:cNvPr id="596" name="Freeform 623">
                <a:extLst>
                  <a:ext uri="{FF2B5EF4-FFF2-40B4-BE49-F238E27FC236}">
                    <a16:creationId xmlns:a16="http://schemas.microsoft.com/office/drawing/2014/main" id="{8D20DA22-5088-9649-BCD7-C73CFCD69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7" name="Freeform 624">
                <a:extLst>
                  <a:ext uri="{FF2B5EF4-FFF2-40B4-BE49-F238E27FC236}">
                    <a16:creationId xmlns:a16="http://schemas.microsoft.com/office/drawing/2014/main" id="{0860904A-2644-D146-9E9D-528E083D22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8" name="Freeform 625">
                <a:extLst>
                  <a:ext uri="{FF2B5EF4-FFF2-40B4-BE49-F238E27FC236}">
                    <a16:creationId xmlns:a16="http://schemas.microsoft.com/office/drawing/2014/main" id="{FDDA26A1-410C-A64F-B478-B9971D107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9" name="Freeform 626">
                <a:extLst>
                  <a:ext uri="{FF2B5EF4-FFF2-40B4-BE49-F238E27FC236}">
                    <a16:creationId xmlns:a16="http://schemas.microsoft.com/office/drawing/2014/main" id="{746C664C-122A-5E4F-9DC6-D2F925E1D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0" name="Freeform 627">
                <a:extLst>
                  <a:ext uri="{FF2B5EF4-FFF2-40B4-BE49-F238E27FC236}">
                    <a16:creationId xmlns:a16="http://schemas.microsoft.com/office/drawing/2014/main" id="{E72F1D12-443A-5F43-BDF0-414DCEB49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1" name="Freeform 628">
                <a:extLst>
                  <a:ext uri="{FF2B5EF4-FFF2-40B4-BE49-F238E27FC236}">
                    <a16:creationId xmlns:a16="http://schemas.microsoft.com/office/drawing/2014/main" id="{5D2A1B05-1226-0440-BF7D-2BFEDA6C0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594" name="Picture 629" descr="access_point_stylized_small">
              <a:extLst>
                <a:ext uri="{FF2B5EF4-FFF2-40B4-BE49-F238E27FC236}">
                  <a16:creationId xmlns:a16="http://schemas.microsoft.com/office/drawing/2014/main" id="{82574BA4-AF17-7944-AB41-D17C94BDAE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2" y="2250"/>
              <a:ext cx="27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" name="Picture 630" descr="access_point_stylized_small">
              <a:extLst>
                <a:ext uri="{FF2B5EF4-FFF2-40B4-BE49-F238E27FC236}">
                  <a16:creationId xmlns:a16="http://schemas.microsoft.com/office/drawing/2014/main" id="{DC390735-CE93-0C4A-B766-A12F556341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5" y="2251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02" name="Group 633">
            <a:extLst>
              <a:ext uri="{FF2B5EF4-FFF2-40B4-BE49-F238E27FC236}">
                <a16:creationId xmlns:a16="http://schemas.microsoft.com/office/drawing/2014/main" id="{4350FD48-C690-8545-9BF4-698AA261550D}"/>
              </a:ext>
            </a:extLst>
          </p:cNvPr>
          <p:cNvGrpSpPr>
            <a:grpSpLocks/>
          </p:cNvGrpSpPr>
          <p:nvPr/>
        </p:nvGrpSpPr>
        <p:grpSpPr bwMode="auto">
          <a:xfrm>
            <a:off x="5342287" y="5239094"/>
            <a:ext cx="635000" cy="485775"/>
            <a:chOff x="3061" y="2530"/>
            <a:chExt cx="400" cy="306"/>
          </a:xfrm>
        </p:grpSpPr>
        <p:grpSp>
          <p:nvGrpSpPr>
            <p:cNvPr id="603" name="Group 634">
              <a:extLst>
                <a:ext uri="{FF2B5EF4-FFF2-40B4-BE49-F238E27FC236}">
                  <a16:creationId xmlns:a16="http://schemas.microsoft.com/office/drawing/2014/main" id="{552A577F-109E-9D44-8B58-7E385E9A6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628" name="Freeform 635">
                <a:extLst>
                  <a:ext uri="{FF2B5EF4-FFF2-40B4-BE49-F238E27FC236}">
                    <a16:creationId xmlns:a16="http://schemas.microsoft.com/office/drawing/2014/main" id="{07E6363F-B58C-0246-8270-E48953ECB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9" name="Freeform 636">
                <a:extLst>
                  <a:ext uri="{FF2B5EF4-FFF2-40B4-BE49-F238E27FC236}">
                    <a16:creationId xmlns:a16="http://schemas.microsoft.com/office/drawing/2014/main" id="{68B5ACAA-D666-9541-A8D8-AA65ABE37D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0" name="Freeform 637">
                <a:extLst>
                  <a:ext uri="{FF2B5EF4-FFF2-40B4-BE49-F238E27FC236}">
                    <a16:creationId xmlns:a16="http://schemas.microsoft.com/office/drawing/2014/main" id="{BEA43C39-BF36-D746-B30D-D48DF15C11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1" name="Freeform 638">
                <a:extLst>
                  <a:ext uri="{FF2B5EF4-FFF2-40B4-BE49-F238E27FC236}">
                    <a16:creationId xmlns:a16="http://schemas.microsoft.com/office/drawing/2014/main" id="{F0D1093C-5C80-6D41-8E09-0CDD15E8C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2" name="Freeform 639">
                <a:extLst>
                  <a:ext uri="{FF2B5EF4-FFF2-40B4-BE49-F238E27FC236}">
                    <a16:creationId xmlns:a16="http://schemas.microsoft.com/office/drawing/2014/main" id="{9E9A0C6D-F304-DD4B-B151-9DD732DD11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3" name="Freeform 640">
                <a:extLst>
                  <a:ext uri="{FF2B5EF4-FFF2-40B4-BE49-F238E27FC236}">
                    <a16:creationId xmlns:a16="http://schemas.microsoft.com/office/drawing/2014/main" id="{6F86ABC6-22F5-9848-BF21-BF80B41A2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604" name="Picture 641" descr="laptop_keyboard">
              <a:extLst>
                <a:ext uri="{FF2B5EF4-FFF2-40B4-BE49-F238E27FC236}">
                  <a16:creationId xmlns:a16="http://schemas.microsoft.com/office/drawing/2014/main" id="{2F75FAA6-B24C-3142-9A42-C22B7212E5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" name="Freeform 642">
              <a:extLst>
                <a:ext uri="{FF2B5EF4-FFF2-40B4-BE49-F238E27FC236}">
                  <a16:creationId xmlns:a16="http://schemas.microsoft.com/office/drawing/2014/main" id="{DE2C3AD1-FF37-3F41-93C1-631725A3A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606" name="Picture 643" descr="screen">
              <a:extLst>
                <a:ext uri="{FF2B5EF4-FFF2-40B4-BE49-F238E27FC236}">
                  <a16:creationId xmlns:a16="http://schemas.microsoft.com/office/drawing/2014/main" id="{A2EF1EA1-101A-AF4E-8DB1-ED79D93A66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7" name="Freeform 644">
              <a:extLst>
                <a:ext uri="{FF2B5EF4-FFF2-40B4-BE49-F238E27FC236}">
                  <a16:creationId xmlns:a16="http://schemas.microsoft.com/office/drawing/2014/main" id="{6049AAF7-B71A-C44E-AD7A-E4A8F2A89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8" name="Freeform 645">
              <a:extLst>
                <a:ext uri="{FF2B5EF4-FFF2-40B4-BE49-F238E27FC236}">
                  <a16:creationId xmlns:a16="http://schemas.microsoft.com/office/drawing/2014/main" id="{8A2E61CC-8A3C-AB43-8FEE-3D55851B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9" name="Freeform 646">
              <a:extLst>
                <a:ext uri="{FF2B5EF4-FFF2-40B4-BE49-F238E27FC236}">
                  <a16:creationId xmlns:a16="http://schemas.microsoft.com/office/drawing/2014/main" id="{C7D45B9A-04AF-A94D-9B24-D8FED5751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0" name="Freeform 647">
              <a:extLst>
                <a:ext uri="{FF2B5EF4-FFF2-40B4-BE49-F238E27FC236}">
                  <a16:creationId xmlns:a16="http://schemas.microsoft.com/office/drawing/2014/main" id="{44DDA0A8-6E2C-664F-B104-AF8BD6E14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1" name="Freeform 648">
              <a:extLst>
                <a:ext uri="{FF2B5EF4-FFF2-40B4-BE49-F238E27FC236}">
                  <a16:creationId xmlns:a16="http://schemas.microsoft.com/office/drawing/2014/main" id="{9F887D29-FEA1-6A4F-ABC1-A2D2111BE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2" name="Freeform 649">
              <a:extLst>
                <a:ext uri="{FF2B5EF4-FFF2-40B4-BE49-F238E27FC236}">
                  <a16:creationId xmlns:a16="http://schemas.microsoft.com/office/drawing/2014/main" id="{352D9BC2-81F2-3A4C-86DC-00157C1FA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13" name="Group 650">
              <a:extLst>
                <a:ext uri="{FF2B5EF4-FFF2-40B4-BE49-F238E27FC236}">
                  <a16:creationId xmlns:a16="http://schemas.microsoft.com/office/drawing/2014/main" id="{AA9D5569-9B23-AC4A-B599-A6CA1CC91A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622" name="Freeform 651">
                <a:extLst>
                  <a:ext uri="{FF2B5EF4-FFF2-40B4-BE49-F238E27FC236}">
                    <a16:creationId xmlns:a16="http://schemas.microsoft.com/office/drawing/2014/main" id="{35D8DF33-69DC-7E45-87B0-8973C6A65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3" name="Freeform 652">
                <a:extLst>
                  <a:ext uri="{FF2B5EF4-FFF2-40B4-BE49-F238E27FC236}">
                    <a16:creationId xmlns:a16="http://schemas.microsoft.com/office/drawing/2014/main" id="{64D650D2-9E0C-9B49-BE8B-5A6C0C771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4" name="Freeform 653">
                <a:extLst>
                  <a:ext uri="{FF2B5EF4-FFF2-40B4-BE49-F238E27FC236}">
                    <a16:creationId xmlns:a16="http://schemas.microsoft.com/office/drawing/2014/main" id="{2820DDF6-8985-4B42-B6D6-83B1751EC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5" name="Freeform 654">
                <a:extLst>
                  <a:ext uri="{FF2B5EF4-FFF2-40B4-BE49-F238E27FC236}">
                    <a16:creationId xmlns:a16="http://schemas.microsoft.com/office/drawing/2014/main" id="{63B056C7-AFAC-214A-8E24-48B954AAA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6" name="Freeform 655">
                <a:extLst>
                  <a:ext uri="{FF2B5EF4-FFF2-40B4-BE49-F238E27FC236}">
                    <a16:creationId xmlns:a16="http://schemas.microsoft.com/office/drawing/2014/main" id="{47B78910-4311-804C-9AB1-27331D8E35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7" name="Freeform 656">
                <a:extLst>
                  <a:ext uri="{FF2B5EF4-FFF2-40B4-BE49-F238E27FC236}">
                    <a16:creationId xmlns:a16="http://schemas.microsoft.com/office/drawing/2014/main" id="{BCE3F1EB-7537-3548-B2D0-25DE814A9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14" name="Freeform 657">
              <a:extLst>
                <a:ext uri="{FF2B5EF4-FFF2-40B4-BE49-F238E27FC236}">
                  <a16:creationId xmlns:a16="http://schemas.microsoft.com/office/drawing/2014/main" id="{AEA7FE7B-4E23-5145-AF46-EAD1A968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Freeform 658">
              <a:extLst>
                <a:ext uri="{FF2B5EF4-FFF2-40B4-BE49-F238E27FC236}">
                  <a16:creationId xmlns:a16="http://schemas.microsoft.com/office/drawing/2014/main" id="{71870B35-FF8E-A648-9461-BE67BD42B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Freeform 659">
              <a:extLst>
                <a:ext uri="{FF2B5EF4-FFF2-40B4-BE49-F238E27FC236}">
                  <a16:creationId xmlns:a16="http://schemas.microsoft.com/office/drawing/2014/main" id="{14DF7B21-9989-CE4A-8CD2-77167155A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7" name="Freeform 660">
              <a:extLst>
                <a:ext uri="{FF2B5EF4-FFF2-40B4-BE49-F238E27FC236}">
                  <a16:creationId xmlns:a16="http://schemas.microsoft.com/office/drawing/2014/main" id="{01249498-5D68-DC4A-8598-DBC5E0FAA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8" name="Freeform 661">
              <a:extLst>
                <a:ext uri="{FF2B5EF4-FFF2-40B4-BE49-F238E27FC236}">
                  <a16:creationId xmlns:a16="http://schemas.microsoft.com/office/drawing/2014/main" id="{39AB67DD-19DB-5B4A-9ECB-0D8434372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9" name="Freeform 662">
              <a:extLst>
                <a:ext uri="{FF2B5EF4-FFF2-40B4-BE49-F238E27FC236}">
                  <a16:creationId xmlns:a16="http://schemas.microsoft.com/office/drawing/2014/main" id="{50095490-4E5B-2C4F-A578-E6823DF0D7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0" name="Freeform 663">
              <a:extLst>
                <a:ext uri="{FF2B5EF4-FFF2-40B4-BE49-F238E27FC236}">
                  <a16:creationId xmlns:a16="http://schemas.microsoft.com/office/drawing/2014/main" id="{5F7C8605-C574-AF40-A25A-18D07E945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1" name="Freeform 664">
              <a:extLst>
                <a:ext uri="{FF2B5EF4-FFF2-40B4-BE49-F238E27FC236}">
                  <a16:creationId xmlns:a16="http://schemas.microsoft.com/office/drawing/2014/main" id="{5B56B3ED-95B3-FC4B-AEC8-78598F390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34" name="Group 665">
            <a:extLst>
              <a:ext uri="{FF2B5EF4-FFF2-40B4-BE49-F238E27FC236}">
                <a16:creationId xmlns:a16="http://schemas.microsoft.com/office/drawing/2014/main" id="{2A813063-25A9-2348-B34A-4FB30E3C361C}"/>
              </a:ext>
            </a:extLst>
          </p:cNvPr>
          <p:cNvGrpSpPr>
            <a:grpSpLocks/>
          </p:cNvGrpSpPr>
          <p:nvPr/>
        </p:nvGrpSpPr>
        <p:grpSpPr bwMode="auto">
          <a:xfrm>
            <a:off x="5824887" y="5294656"/>
            <a:ext cx="635000" cy="485775"/>
            <a:chOff x="3061" y="2530"/>
            <a:chExt cx="400" cy="306"/>
          </a:xfrm>
        </p:grpSpPr>
        <p:grpSp>
          <p:nvGrpSpPr>
            <p:cNvPr id="635" name="Group 666">
              <a:extLst>
                <a:ext uri="{FF2B5EF4-FFF2-40B4-BE49-F238E27FC236}">
                  <a16:creationId xmlns:a16="http://schemas.microsoft.com/office/drawing/2014/main" id="{E488256B-5F4C-7240-9A3D-138A9D926A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660" name="Freeform 667">
                <a:extLst>
                  <a:ext uri="{FF2B5EF4-FFF2-40B4-BE49-F238E27FC236}">
                    <a16:creationId xmlns:a16="http://schemas.microsoft.com/office/drawing/2014/main" id="{30264AAC-A818-2C48-908B-3E20162B4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61" name="Freeform 668">
                <a:extLst>
                  <a:ext uri="{FF2B5EF4-FFF2-40B4-BE49-F238E27FC236}">
                    <a16:creationId xmlns:a16="http://schemas.microsoft.com/office/drawing/2014/main" id="{507FFE91-D066-EC44-8EE2-F5D3981A3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62" name="Freeform 669">
                <a:extLst>
                  <a:ext uri="{FF2B5EF4-FFF2-40B4-BE49-F238E27FC236}">
                    <a16:creationId xmlns:a16="http://schemas.microsoft.com/office/drawing/2014/main" id="{57E92C77-54EE-0845-97FB-2FE89243B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63" name="Freeform 670">
                <a:extLst>
                  <a:ext uri="{FF2B5EF4-FFF2-40B4-BE49-F238E27FC236}">
                    <a16:creationId xmlns:a16="http://schemas.microsoft.com/office/drawing/2014/main" id="{889E7C82-E5D9-8043-8A50-F87E4DA42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64" name="Freeform 671">
                <a:extLst>
                  <a:ext uri="{FF2B5EF4-FFF2-40B4-BE49-F238E27FC236}">
                    <a16:creationId xmlns:a16="http://schemas.microsoft.com/office/drawing/2014/main" id="{6EEB3AC9-B797-2E4E-B758-615021875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65" name="Freeform 672">
                <a:extLst>
                  <a:ext uri="{FF2B5EF4-FFF2-40B4-BE49-F238E27FC236}">
                    <a16:creationId xmlns:a16="http://schemas.microsoft.com/office/drawing/2014/main" id="{BF0B78D6-7D03-B248-8646-B7A4D8DB8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636" name="Picture 673" descr="laptop_keyboard">
              <a:extLst>
                <a:ext uri="{FF2B5EF4-FFF2-40B4-BE49-F238E27FC236}">
                  <a16:creationId xmlns:a16="http://schemas.microsoft.com/office/drawing/2014/main" id="{818E4316-ADEB-AE4B-A699-D416E1C58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7" name="Freeform 674">
              <a:extLst>
                <a:ext uri="{FF2B5EF4-FFF2-40B4-BE49-F238E27FC236}">
                  <a16:creationId xmlns:a16="http://schemas.microsoft.com/office/drawing/2014/main" id="{A1178674-C6C6-D942-80CB-75C6BFD08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638" name="Picture 675" descr="screen">
              <a:extLst>
                <a:ext uri="{FF2B5EF4-FFF2-40B4-BE49-F238E27FC236}">
                  <a16:creationId xmlns:a16="http://schemas.microsoft.com/office/drawing/2014/main" id="{A7347B7E-CCF5-FF42-83C4-25E95D6DDD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9" name="Freeform 676">
              <a:extLst>
                <a:ext uri="{FF2B5EF4-FFF2-40B4-BE49-F238E27FC236}">
                  <a16:creationId xmlns:a16="http://schemas.microsoft.com/office/drawing/2014/main" id="{00ECEF64-E8C8-4048-95B9-291C901D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0" name="Freeform 677">
              <a:extLst>
                <a:ext uri="{FF2B5EF4-FFF2-40B4-BE49-F238E27FC236}">
                  <a16:creationId xmlns:a16="http://schemas.microsoft.com/office/drawing/2014/main" id="{0014A409-D9B4-A949-98B0-56F9722D9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1" name="Freeform 678">
              <a:extLst>
                <a:ext uri="{FF2B5EF4-FFF2-40B4-BE49-F238E27FC236}">
                  <a16:creationId xmlns:a16="http://schemas.microsoft.com/office/drawing/2014/main" id="{B32C60B6-03BE-AE4B-A8B2-253AD5DB6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2" name="Freeform 679">
              <a:extLst>
                <a:ext uri="{FF2B5EF4-FFF2-40B4-BE49-F238E27FC236}">
                  <a16:creationId xmlns:a16="http://schemas.microsoft.com/office/drawing/2014/main" id="{B023ADC3-7539-F145-B52F-5ADE8AAA9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3" name="Freeform 680">
              <a:extLst>
                <a:ext uri="{FF2B5EF4-FFF2-40B4-BE49-F238E27FC236}">
                  <a16:creationId xmlns:a16="http://schemas.microsoft.com/office/drawing/2014/main" id="{8DC2FD41-54FB-1B4E-AE8D-D4E49D45C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Freeform 681">
              <a:extLst>
                <a:ext uri="{FF2B5EF4-FFF2-40B4-BE49-F238E27FC236}">
                  <a16:creationId xmlns:a16="http://schemas.microsoft.com/office/drawing/2014/main" id="{135825F9-10E4-2C4A-A3EB-E3C7A1860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45" name="Group 682">
              <a:extLst>
                <a:ext uri="{FF2B5EF4-FFF2-40B4-BE49-F238E27FC236}">
                  <a16:creationId xmlns:a16="http://schemas.microsoft.com/office/drawing/2014/main" id="{18B7D007-F2F8-2041-A3B3-4AAC42AC9D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654" name="Freeform 683">
                <a:extLst>
                  <a:ext uri="{FF2B5EF4-FFF2-40B4-BE49-F238E27FC236}">
                    <a16:creationId xmlns:a16="http://schemas.microsoft.com/office/drawing/2014/main" id="{C9CDCED6-729A-B548-A704-978153940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5" name="Freeform 684">
                <a:extLst>
                  <a:ext uri="{FF2B5EF4-FFF2-40B4-BE49-F238E27FC236}">
                    <a16:creationId xmlns:a16="http://schemas.microsoft.com/office/drawing/2014/main" id="{24052544-85C6-0C47-B814-CD736AF3FD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6" name="Freeform 685">
                <a:extLst>
                  <a:ext uri="{FF2B5EF4-FFF2-40B4-BE49-F238E27FC236}">
                    <a16:creationId xmlns:a16="http://schemas.microsoft.com/office/drawing/2014/main" id="{6294FE3C-811A-494B-A379-68E78C7B7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7" name="Freeform 686">
                <a:extLst>
                  <a:ext uri="{FF2B5EF4-FFF2-40B4-BE49-F238E27FC236}">
                    <a16:creationId xmlns:a16="http://schemas.microsoft.com/office/drawing/2014/main" id="{14E79AE5-BBCC-114C-AF2F-57A092C70B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8" name="Freeform 687">
                <a:extLst>
                  <a:ext uri="{FF2B5EF4-FFF2-40B4-BE49-F238E27FC236}">
                    <a16:creationId xmlns:a16="http://schemas.microsoft.com/office/drawing/2014/main" id="{87C488F6-CAF2-4349-8DCB-F47AF6FC0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59" name="Freeform 688">
                <a:extLst>
                  <a:ext uri="{FF2B5EF4-FFF2-40B4-BE49-F238E27FC236}">
                    <a16:creationId xmlns:a16="http://schemas.microsoft.com/office/drawing/2014/main" id="{F96E81D8-978B-5E49-94AC-C77AF2614B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46" name="Freeform 689">
              <a:extLst>
                <a:ext uri="{FF2B5EF4-FFF2-40B4-BE49-F238E27FC236}">
                  <a16:creationId xmlns:a16="http://schemas.microsoft.com/office/drawing/2014/main" id="{986E1BA8-56FE-2F4F-B3AB-0EA671F5E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7" name="Freeform 690">
              <a:extLst>
                <a:ext uri="{FF2B5EF4-FFF2-40B4-BE49-F238E27FC236}">
                  <a16:creationId xmlns:a16="http://schemas.microsoft.com/office/drawing/2014/main" id="{032047D0-42E0-4B46-895E-03472FB4D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8" name="Freeform 691">
              <a:extLst>
                <a:ext uri="{FF2B5EF4-FFF2-40B4-BE49-F238E27FC236}">
                  <a16:creationId xmlns:a16="http://schemas.microsoft.com/office/drawing/2014/main" id="{FA89F6A3-14E8-1E4F-88E9-66EE672BE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9" name="Freeform 692">
              <a:extLst>
                <a:ext uri="{FF2B5EF4-FFF2-40B4-BE49-F238E27FC236}">
                  <a16:creationId xmlns:a16="http://schemas.microsoft.com/office/drawing/2014/main" id="{D515CEFC-F72A-2B4C-8178-A7F2D78AC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0" name="Freeform 693">
              <a:extLst>
                <a:ext uri="{FF2B5EF4-FFF2-40B4-BE49-F238E27FC236}">
                  <a16:creationId xmlns:a16="http://schemas.microsoft.com/office/drawing/2014/main" id="{179531AD-F08A-C641-A873-F2E8AEE5E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1" name="Freeform 694">
              <a:extLst>
                <a:ext uri="{FF2B5EF4-FFF2-40B4-BE49-F238E27FC236}">
                  <a16:creationId xmlns:a16="http://schemas.microsoft.com/office/drawing/2014/main" id="{73AACF3A-FA16-9C4F-8B6F-B0A8B43B758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2" name="Freeform 695">
              <a:extLst>
                <a:ext uri="{FF2B5EF4-FFF2-40B4-BE49-F238E27FC236}">
                  <a16:creationId xmlns:a16="http://schemas.microsoft.com/office/drawing/2014/main" id="{15FD6D01-4885-FE49-9A11-07A76235F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3" name="Freeform 696">
              <a:extLst>
                <a:ext uri="{FF2B5EF4-FFF2-40B4-BE49-F238E27FC236}">
                  <a16:creationId xmlns:a16="http://schemas.microsoft.com/office/drawing/2014/main" id="{84BBF509-8F69-EB4E-9420-AC4976319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66" name="Group 699">
            <a:extLst>
              <a:ext uri="{FF2B5EF4-FFF2-40B4-BE49-F238E27FC236}">
                <a16:creationId xmlns:a16="http://schemas.microsoft.com/office/drawing/2014/main" id="{02B4AC8E-378E-3547-A03F-EB9A037CC5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410188" y="4748833"/>
            <a:ext cx="501650" cy="512763"/>
            <a:chOff x="2839" y="3501"/>
            <a:chExt cx="755" cy="803"/>
          </a:xfrm>
        </p:grpSpPr>
        <p:pic>
          <p:nvPicPr>
            <p:cNvPr id="667" name="Picture 700" descr="desktop_computer_stylized_medium">
              <a:extLst>
                <a:ext uri="{FF2B5EF4-FFF2-40B4-BE49-F238E27FC236}">
                  <a16:creationId xmlns:a16="http://schemas.microsoft.com/office/drawing/2014/main" id="{71724573-60B3-124B-B985-CADFBB1B2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8" name="Freeform 701">
              <a:extLst>
                <a:ext uri="{FF2B5EF4-FFF2-40B4-BE49-F238E27FC236}">
                  <a16:creationId xmlns:a16="http://schemas.microsoft.com/office/drawing/2014/main" id="{E65649AC-8FC0-F443-9BCF-46161D993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69" name="Group 702">
            <a:extLst>
              <a:ext uri="{FF2B5EF4-FFF2-40B4-BE49-F238E27FC236}">
                <a16:creationId xmlns:a16="http://schemas.microsoft.com/office/drawing/2014/main" id="{193A9924-4D79-4547-A4DE-2DF0DB24940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561000" y="4321796"/>
            <a:ext cx="501650" cy="512762"/>
            <a:chOff x="2839" y="3501"/>
            <a:chExt cx="755" cy="803"/>
          </a:xfrm>
        </p:grpSpPr>
        <p:pic>
          <p:nvPicPr>
            <p:cNvPr id="670" name="Picture 703" descr="desktop_computer_stylized_medium">
              <a:extLst>
                <a:ext uri="{FF2B5EF4-FFF2-40B4-BE49-F238E27FC236}">
                  <a16:creationId xmlns:a16="http://schemas.microsoft.com/office/drawing/2014/main" id="{C8CA1A81-D304-424F-87F7-FEE71560CB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1" name="Freeform 704">
              <a:extLst>
                <a:ext uri="{FF2B5EF4-FFF2-40B4-BE49-F238E27FC236}">
                  <a16:creationId xmlns:a16="http://schemas.microsoft.com/office/drawing/2014/main" id="{A593126A-F019-4948-B6F9-9F0BBDC12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72" name="Group 705">
            <a:extLst>
              <a:ext uri="{FF2B5EF4-FFF2-40B4-BE49-F238E27FC236}">
                <a16:creationId xmlns:a16="http://schemas.microsoft.com/office/drawing/2014/main" id="{782ACF55-310A-7742-B762-459ADBC589A6}"/>
              </a:ext>
            </a:extLst>
          </p:cNvPr>
          <p:cNvGrpSpPr>
            <a:grpSpLocks/>
          </p:cNvGrpSpPr>
          <p:nvPr/>
        </p:nvGrpSpPr>
        <p:grpSpPr bwMode="auto">
          <a:xfrm>
            <a:off x="2234100" y="4709146"/>
            <a:ext cx="501650" cy="512762"/>
            <a:chOff x="2839" y="3501"/>
            <a:chExt cx="755" cy="803"/>
          </a:xfrm>
        </p:grpSpPr>
        <p:pic>
          <p:nvPicPr>
            <p:cNvPr id="673" name="Picture 706" descr="desktop_computer_stylized_medium">
              <a:extLst>
                <a:ext uri="{FF2B5EF4-FFF2-40B4-BE49-F238E27FC236}">
                  <a16:creationId xmlns:a16="http://schemas.microsoft.com/office/drawing/2014/main" id="{B4D37DEA-5391-6A48-B22B-C5003F10CD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4" name="Freeform 707">
              <a:extLst>
                <a:ext uri="{FF2B5EF4-FFF2-40B4-BE49-F238E27FC236}">
                  <a16:creationId xmlns:a16="http://schemas.microsoft.com/office/drawing/2014/main" id="{3BF185DB-3612-4349-821B-4CFDFD538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75" name="Group 708">
            <a:extLst>
              <a:ext uri="{FF2B5EF4-FFF2-40B4-BE49-F238E27FC236}">
                <a16:creationId xmlns:a16="http://schemas.microsoft.com/office/drawing/2014/main" id="{97B144E7-A54B-CA4C-B04F-A2F25E986C27}"/>
              </a:ext>
            </a:extLst>
          </p:cNvPr>
          <p:cNvGrpSpPr>
            <a:grpSpLocks/>
          </p:cNvGrpSpPr>
          <p:nvPr/>
        </p:nvGrpSpPr>
        <p:grpSpPr bwMode="auto">
          <a:xfrm>
            <a:off x="2035663" y="5148883"/>
            <a:ext cx="501650" cy="512763"/>
            <a:chOff x="2839" y="3501"/>
            <a:chExt cx="755" cy="803"/>
          </a:xfrm>
        </p:grpSpPr>
        <p:pic>
          <p:nvPicPr>
            <p:cNvPr id="676" name="Picture 709" descr="desktop_computer_stylized_medium">
              <a:extLst>
                <a:ext uri="{FF2B5EF4-FFF2-40B4-BE49-F238E27FC236}">
                  <a16:creationId xmlns:a16="http://schemas.microsoft.com/office/drawing/2014/main" id="{BC4923DF-E580-E043-87E0-54FA60E4EC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7" name="Freeform 710">
              <a:extLst>
                <a:ext uri="{FF2B5EF4-FFF2-40B4-BE49-F238E27FC236}">
                  <a16:creationId xmlns:a16="http://schemas.microsoft.com/office/drawing/2014/main" id="{42EC1204-645A-4842-92FE-2F13DBC97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337CC03-6B75-DD4E-AEF4-E8B1E9874303}"/>
              </a:ext>
            </a:extLst>
          </p:cNvPr>
          <p:cNvGrpSpPr/>
          <p:nvPr/>
        </p:nvGrpSpPr>
        <p:grpSpPr>
          <a:xfrm>
            <a:off x="3021501" y="4492486"/>
            <a:ext cx="1951525" cy="1263172"/>
            <a:chOff x="7891681" y="3099042"/>
            <a:chExt cx="2342453" cy="1569939"/>
          </a:xfrm>
        </p:grpSpPr>
        <p:sp>
          <p:nvSpPr>
            <p:cNvPr id="678" name="Oval 800">
              <a:extLst>
                <a:ext uri="{FF2B5EF4-FFF2-40B4-BE49-F238E27FC236}">
                  <a16:creationId xmlns:a16="http://schemas.microsoft.com/office/drawing/2014/main" id="{10688176-2675-9F46-B6CD-4D634B244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5510" y="3593195"/>
              <a:ext cx="69106" cy="7912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9" name="Group 817">
              <a:extLst>
                <a:ext uri="{FF2B5EF4-FFF2-40B4-BE49-F238E27FC236}">
                  <a16:creationId xmlns:a16="http://schemas.microsoft.com/office/drawing/2014/main" id="{3894D620-6D9E-8346-8516-F7389ED02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22376" y="3275911"/>
              <a:ext cx="615031" cy="694531"/>
              <a:chOff x="2920" y="1424"/>
              <a:chExt cx="326" cy="320"/>
            </a:xfrm>
          </p:grpSpPr>
          <p:sp>
            <p:nvSpPr>
              <p:cNvPr id="680" name="Oval 818">
                <a:extLst>
                  <a:ext uri="{FF2B5EF4-FFF2-40B4-BE49-F238E27FC236}">
                    <a16:creationId xmlns:a16="http://schemas.microsoft.com/office/drawing/2014/main" id="{11052586-B35E-DD4B-8AEC-F4861D0C9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0" y="1445"/>
                <a:ext cx="326" cy="28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681" name="Group 819">
                <a:extLst>
                  <a:ext uri="{FF2B5EF4-FFF2-40B4-BE49-F238E27FC236}">
                    <a16:creationId xmlns:a16="http://schemas.microsoft.com/office/drawing/2014/main" id="{ECD32DC1-931D-D54F-8659-4C948098C6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683" name="Oval 820">
                  <a:extLst>
                    <a:ext uri="{FF2B5EF4-FFF2-40B4-BE49-F238E27FC236}">
                      <a16:creationId xmlns:a16="http://schemas.microsoft.com/office/drawing/2014/main" id="{3304D76E-6F1B-7745-A3CB-304D98B356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84" name="Oval 821">
                  <a:extLst>
                    <a:ext uri="{FF2B5EF4-FFF2-40B4-BE49-F238E27FC236}">
                      <a16:creationId xmlns:a16="http://schemas.microsoft.com/office/drawing/2014/main" id="{74755B4A-1CD5-5744-9D5B-A2B52FF8D4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85" name="Oval 822">
                  <a:extLst>
                    <a:ext uri="{FF2B5EF4-FFF2-40B4-BE49-F238E27FC236}">
                      <a16:creationId xmlns:a16="http://schemas.microsoft.com/office/drawing/2014/main" id="{4C9ED777-1C5F-D14C-85A1-B0DD4AB517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86" name="Oval 823">
                  <a:extLst>
                    <a:ext uri="{FF2B5EF4-FFF2-40B4-BE49-F238E27FC236}">
                      <a16:creationId xmlns:a16="http://schemas.microsoft.com/office/drawing/2014/main" id="{31AB0A7A-58BA-3043-BD5D-31AC5EB274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687" name="Freeform 824">
                  <a:extLst>
                    <a:ext uri="{FF2B5EF4-FFF2-40B4-BE49-F238E27FC236}">
                      <a16:creationId xmlns:a16="http://schemas.microsoft.com/office/drawing/2014/main" id="{259CA958-5773-B14D-898D-D3612E11BD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19050" cmpd="sng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682" name="Freeform 825">
                <a:extLst>
                  <a:ext uri="{FF2B5EF4-FFF2-40B4-BE49-F238E27FC236}">
                    <a16:creationId xmlns:a16="http://schemas.microsoft.com/office/drawing/2014/main" id="{07C15FD6-3BA5-3648-9F8B-5D0B7E898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bg1"/>
              </a:solidFill>
              <a:ln w="19050" cmpd="sng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688" name="Group 783">
              <a:extLst>
                <a:ext uri="{FF2B5EF4-FFF2-40B4-BE49-F238E27FC236}">
                  <a16:creationId xmlns:a16="http://schemas.microsoft.com/office/drawing/2014/main" id="{0710E690-D315-AD40-8470-BF130355A7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2147" y="3619386"/>
              <a:ext cx="393690" cy="1049595"/>
              <a:chOff x="3130" y="3288"/>
              <a:chExt cx="410" cy="742"/>
            </a:xfrm>
          </p:grpSpPr>
          <p:sp>
            <p:nvSpPr>
              <p:cNvPr id="689" name="Line 270">
                <a:extLst>
                  <a:ext uri="{FF2B5EF4-FFF2-40B4-BE49-F238E27FC236}">
                    <a16:creationId xmlns:a16="http://schemas.microsoft.com/office/drawing/2014/main" id="{04149AE5-43DA-3047-BFDC-5CFB584626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0" name="Line 271">
                <a:extLst>
                  <a:ext uri="{FF2B5EF4-FFF2-40B4-BE49-F238E27FC236}">
                    <a16:creationId xmlns:a16="http://schemas.microsoft.com/office/drawing/2014/main" id="{6338FFA1-2B24-C444-8D8F-3277B2D87F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1" name="Line 272">
                <a:extLst>
                  <a:ext uri="{FF2B5EF4-FFF2-40B4-BE49-F238E27FC236}">
                    <a16:creationId xmlns:a16="http://schemas.microsoft.com/office/drawing/2014/main" id="{C56657E2-C2C8-D445-8165-8F85452492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2" name="Line 273">
                <a:extLst>
                  <a:ext uri="{FF2B5EF4-FFF2-40B4-BE49-F238E27FC236}">
                    <a16:creationId xmlns:a16="http://schemas.microsoft.com/office/drawing/2014/main" id="{B7B82588-44BD-2D40-AFBE-88A049E7C2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3" name="Line 274">
                <a:extLst>
                  <a:ext uri="{FF2B5EF4-FFF2-40B4-BE49-F238E27FC236}">
                    <a16:creationId xmlns:a16="http://schemas.microsoft.com/office/drawing/2014/main" id="{B49C6B4C-26A6-464B-A658-C25BD053B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4" name="Line 275">
                <a:extLst>
                  <a:ext uri="{FF2B5EF4-FFF2-40B4-BE49-F238E27FC236}">
                    <a16:creationId xmlns:a16="http://schemas.microsoft.com/office/drawing/2014/main" id="{9DEE2C80-A67F-BC44-917A-FAEB31A8F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5" name="Line 276">
                <a:extLst>
                  <a:ext uri="{FF2B5EF4-FFF2-40B4-BE49-F238E27FC236}">
                    <a16:creationId xmlns:a16="http://schemas.microsoft.com/office/drawing/2014/main" id="{5A46DA7F-F265-CB4C-A51D-41A95E0B2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6" name="Line 277">
                <a:extLst>
                  <a:ext uri="{FF2B5EF4-FFF2-40B4-BE49-F238E27FC236}">
                    <a16:creationId xmlns:a16="http://schemas.microsoft.com/office/drawing/2014/main" id="{593E4D81-9E83-E74D-8F06-058D326BB9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7" name="Line 278">
                <a:extLst>
                  <a:ext uri="{FF2B5EF4-FFF2-40B4-BE49-F238E27FC236}">
                    <a16:creationId xmlns:a16="http://schemas.microsoft.com/office/drawing/2014/main" id="{19A8EFE0-C98F-E44D-993F-B51434E6A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8" name="Line 279">
                <a:extLst>
                  <a:ext uri="{FF2B5EF4-FFF2-40B4-BE49-F238E27FC236}">
                    <a16:creationId xmlns:a16="http://schemas.microsoft.com/office/drawing/2014/main" id="{B0DE46EE-854B-7449-A982-B3A715EBF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9" name="Line 280">
                <a:extLst>
                  <a:ext uri="{FF2B5EF4-FFF2-40B4-BE49-F238E27FC236}">
                    <a16:creationId xmlns:a16="http://schemas.microsoft.com/office/drawing/2014/main" id="{13490F49-1356-1849-AFBC-6C97EFE1E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0" name="Line 281">
                <a:extLst>
                  <a:ext uri="{FF2B5EF4-FFF2-40B4-BE49-F238E27FC236}">
                    <a16:creationId xmlns:a16="http://schemas.microsoft.com/office/drawing/2014/main" id="{03009224-D46D-E74D-B16C-6D0BBBCFB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1" name="Line 282">
                <a:extLst>
                  <a:ext uri="{FF2B5EF4-FFF2-40B4-BE49-F238E27FC236}">
                    <a16:creationId xmlns:a16="http://schemas.microsoft.com/office/drawing/2014/main" id="{195799B9-BB33-BC4E-BA89-837E62925C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2" name="Line 283">
                <a:extLst>
                  <a:ext uri="{FF2B5EF4-FFF2-40B4-BE49-F238E27FC236}">
                    <a16:creationId xmlns:a16="http://schemas.microsoft.com/office/drawing/2014/main" id="{5617F8DF-F9E1-5043-8A1C-F0FA02039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3" name="Line 284">
                <a:extLst>
                  <a:ext uri="{FF2B5EF4-FFF2-40B4-BE49-F238E27FC236}">
                    <a16:creationId xmlns:a16="http://schemas.microsoft.com/office/drawing/2014/main" id="{A0BBBAC8-FD74-EF44-A13C-105333752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04" name="Group 703">
              <a:extLst>
                <a:ext uri="{FF2B5EF4-FFF2-40B4-BE49-F238E27FC236}">
                  <a16:creationId xmlns:a16="http://schemas.microsoft.com/office/drawing/2014/main" id="{42EB9871-56EA-2341-96EB-5728B4E754D6}"/>
                </a:ext>
              </a:extLst>
            </p:cNvPr>
            <p:cNvGrpSpPr/>
            <p:nvPr/>
          </p:nvGrpSpPr>
          <p:grpSpPr>
            <a:xfrm>
              <a:off x="8405402" y="3099042"/>
              <a:ext cx="527285" cy="593983"/>
              <a:chOff x="8328836" y="2202873"/>
              <a:chExt cx="527285" cy="593983"/>
            </a:xfrm>
          </p:grpSpPr>
          <p:pic>
            <p:nvPicPr>
              <p:cNvPr id="705" name="Picture 653" descr="iphone_stylized_small">
                <a:extLst>
                  <a:ext uri="{FF2B5EF4-FFF2-40B4-BE49-F238E27FC236}">
                    <a16:creationId xmlns:a16="http://schemas.microsoft.com/office/drawing/2014/main" id="{3B41EE83-D29B-9B4A-9E7E-CDC2C57381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66432" y="2271663"/>
                <a:ext cx="180509" cy="525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706" name="Group 850">
                <a:extLst>
                  <a:ext uri="{FF2B5EF4-FFF2-40B4-BE49-F238E27FC236}">
                    <a16:creationId xmlns:a16="http://schemas.microsoft.com/office/drawing/2014/main" id="{A2B15487-5874-8E4F-A2D2-3B4F8B949D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8836" y="2202873"/>
                <a:ext cx="527285" cy="118466"/>
                <a:chOff x="2199" y="955"/>
                <a:chExt cx="2547" cy="506"/>
              </a:xfrm>
            </p:grpSpPr>
            <p:sp>
              <p:nvSpPr>
                <p:cNvPr id="707" name="Freeform 851">
                  <a:extLst>
                    <a:ext uri="{FF2B5EF4-FFF2-40B4-BE49-F238E27FC236}">
                      <a16:creationId xmlns:a16="http://schemas.microsoft.com/office/drawing/2014/main" id="{F198C428-7BD3-9547-B5FE-EC2B2E4B3F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08" name="Freeform 852">
                  <a:extLst>
                    <a:ext uri="{FF2B5EF4-FFF2-40B4-BE49-F238E27FC236}">
                      <a16:creationId xmlns:a16="http://schemas.microsoft.com/office/drawing/2014/main" id="{2BF34BB6-4817-E041-B51A-FF030BD85D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09" name="Freeform 853">
                  <a:extLst>
                    <a:ext uri="{FF2B5EF4-FFF2-40B4-BE49-F238E27FC236}">
                      <a16:creationId xmlns:a16="http://schemas.microsoft.com/office/drawing/2014/main" id="{1F12D98B-9D91-2C4A-9A60-79ED30FF4B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0" name="Freeform 854">
                  <a:extLst>
                    <a:ext uri="{FF2B5EF4-FFF2-40B4-BE49-F238E27FC236}">
                      <a16:creationId xmlns:a16="http://schemas.microsoft.com/office/drawing/2014/main" id="{9DF11EBC-0004-A948-BFDC-FDE61D97F7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1" name="Freeform 855">
                  <a:extLst>
                    <a:ext uri="{FF2B5EF4-FFF2-40B4-BE49-F238E27FC236}">
                      <a16:creationId xmlns:a16="http://schemas.microsoft.com/office/drawing/2014/main" id="{E7293A64-2C3C-9646-B157-AA28AC5BA8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2" name="Freeform 856">
                  <a:extLst>
                    <a:ext uri="{FF2B5EF4-FFF2-40B4-BE49-F238E27FC236}">
                      <a16:creationId xmlns:a16="http://schemas.microsoft.com/office/drawing/2014/main" id="{3F0646E8-B992-F84E-AF32-0F3C879615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713" name="Group 712">
              <a:extLst>
                <a:ext uri="{FF2B5EF4-FFF2-40B4-BE49-F238E27FC236}">
                  <a16:creationId xmlns:a16="http://schemas.microsoft.com/office/drawing/2014/main" id="{A5689340-E6EB-1E4C-B299-F2EC3B1CDBCC}"/>
                </a:ext>
              </a:extLst>
            </p:cNvPr>
            <p:cNvGrpSpPr/>
            <p:nvPr/>
          </p:nvGrpSpPr>
          <p:grpSpPr>
            <a:xfrm>
              <a:off x="7891681" y="4024818"/>
              <a:ext cx="1120341" cy="347863"/>
              <a:chOff x="9561515" y="2748013"/>
              <a:chExt cx="1120341" cy="347863"/>
            </a:xfrm>
          </p:grpSpPr>
          <p:pic>
            <p:nvPicPr>
              <p:cNvPr id="714" name="Picture 603" descr="car_icon_small">
                <a:extLst>
                  <a:ext uri="{FF2B5EF4-FFF2-40B4-BE49-F238E27FC236}">
                    <a16:creationId xmlns:a16="http://schemas.microsoft.com/office/drawing/2014/main" id="{64B67A9E-AD4C-A44D-8D74-4BA4FA5BC4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61515" y="2826814"/>
                <a:ext cx="1120341" cy="269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715" name="Group 850">
                <a:extLst>
                  <a:ext uri="{FF2B5EF4-FFF2-40B4-BE49-F238E27FC236}">
                    <a16:creationId xmlns:a16="http://schemas.microsoft.com/office/drawing/2014/main" id="{84052C40-E105-A342-89B4-BDF61A2D5A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88587" y="2748013"/>
                <a:ext cx="527285" cy="118466"/>
                <a:chOff x="2199" y="955"/>
                <a:chExt cx="2547" cy="506"/>
              </a:xfrm>
            </p:grpSpPr>
            <p:sp>
              <p:nvSpPr>
                <p:cNvPr id="717" name="Freeform 851">
                  <a:extLst>
                    <a:ext uri="{FF2B5EF4-FFF2-40B4-BE49-F238E27FC236}">
                      <a16:creationId xmlns:a16="http://schemas.microsoft.com/office/drawing/2014/main" id="{0BA44966-8A4E-BB43-959B-A59F35AB55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8" name="Freeform 852">
                  <a:extLst>
                    <a:ext uri="{FF2B5EF4-FFF2-40B4-BE49-F238E27FC236}">
                      <a16:creationId xmlns:a16="http://schemas.microsoft.com/office/drawing/2014/main" id="{5DC04172-F777-E646-93C2-4CDF96DA88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9" name="Freeform 853">
                  <a:extLst>
                    <a:ext uri="{FF2B5EF4-FFF2-40B4-BE49-F238E27FC236}">
                      <a16:creationId xmlns:a16="http://schemas.microsoft.com/office/drawing/2014/main" id="{A55970CF-BAEF-CD49-9BCE-C69AB8A5C4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0" name="Freeform 854">
                  <a:extLst>
                    <a:ext uri="{FF2B5EF4-FFF2-40B4-BE49-F238E27FC236}">
                      <a16:creationId xmlns:a16="http://schemas.microsoft.com/office/drawing/2014/main" id="{2986E248-F171-5D48-8739-D2298CCA87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1" name="Freeform 855">
                  <a:extLst>
                    <a:ext uri="{FF2B5EF4-FFF2-40B4-BE49-F238E27FC236}">
                      <a16:creationId xmlns:a16="http://schemas.microsoft.com/office/drawing/2014/main" id="{49F0B7F7-B410-9C43-9C2A-1B8B752592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2" name="Freeform 856">
                  <a:extLst>
                    <a:ext uri="{FF2B5EF4-FFF2-40B4-BE49-F238E27FC236}">
                      <a16:creationId xmlns:a16="http://schemas.microsoft.com/office/drawing/2014/main" id="{287FBEA2-91A4-594C-9875-9EB64B3104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716" name="Straight Connector 715">
                <a:extLst>
                  <a:ext uri="{FF2B5EF4-FFF2-40B4-BE49-F238E27FC236}">
                    <a16:creationId xmlns:a16="http://schemas.microsoft.com/office/drawing/2014/main" id="{00CD8070-E312-CE4E-9330-AF9220DB94C1}"/>
                  </a:ext>
                </a:extLst>
              </p:cNvPr>
              <p:cNvCxnSpPr/>
              <p:nvPr/>
            </p:nvCxnSpPr>
            <p:spPr>
              <a:xfrm>
                <a:off x="10032156" y="2798664"/>
                <a:ext cx="31623" cy="13689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3" name="Group 722">
              <a:extLst>
                <a:ext uri="{FF2B5EF4-FFF2-40B4-BE49-F238E27FC236}">
                  <a16:creationId xmlns:a16="http://schemas.microsoft.com/office/drawing/2014/main" id="{7270D670-9717-4947-8A8A-E81A05A4A5CB}"/>
                </a:ext>
              </a:extLst>
            </p:cNvPr>
            <p:cNvGrpSpPr/>
            <p:nvPr/>
          </p:nvGrpSpPr>
          <p:grpSpPr>
            <a:xfrm>
              <a:off x="9731765" y="3463179"/>
              <a:ext cx="502369" cy="512348"/>
              <a:chOff x="7341491" y="2307905"/>
              <a:chExt cx="509280" cy="439573"/>
            </a:xfrm>
          </p:grpSpPr>
          <p:grpSp>
            <p:nvGrpSpPr>
              <p:cNvPr id="724" name="Group 723">
                <a:extLst>
                  <a:ext uri="{FF2B5EF4-FFF2-40B4-BE49-F238E27FC236}">
                    <a16:creationId xmlns:a16="http://schemas.microsoft.com/office/drawing/2014/main" id="{46A2D8F1-7677-BA43-8C79-F92B915BC035}"/>
                  </a:ext>
                </a:extLst>
              </p:cNvPr>
              <p:cNvGrpSpPr/>
              <p:nvPr/>
            </p:nvGrpSpPr>
            <p:grpSpPr>
              <a:xfrm>
                <a:off x="7341491" y="2426725"/>
                <a:ext cx="509280" cy="320753"/>
                <a:chOff x="7458407" y="2414528"/>
                <a:chExt cx="509280" cy="320753"/>
              </a:xfrm>
            </p:grpSpPr>
            <p:pic>
              <p:nvPicPr>
                <p:cNvPr id="733" name="Picture 1018" descr="laptop_keyboard">
                  <a:extLst>
                    <a:ext uri="{FF2B5EF4-FFF2-40B4-BE49-F238E27FC236}">
                      <a16:creationId xmlns:a16="http://schemas.microsoft.com/office/drawing/2014/main" id="{0213EE88-DBCD-E942-AE09-77E4A5369EA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34" name="Freeform 1019">
                  <a:extLst>
                    <a:ext uri="{FF2B5EF4-FFF2-40B4-BE49-F238E27FC236}">
                      <a16:creationId xmlns:a16="http://schemas.microsoft.com/office/drawing/2014/main" id="{1AB1E013-5334-2443-B3EA-0ADF9CDA97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735" name="Picture 1020" descr="screen">
                  <a:extLst>
                    <a:ext uri="{FF2B5EF4-FFF2-40B4-BE49-F238E27FC236}">
                      <a16:creationId xmlns:a16="http://schemas.microsoft.com/office/drawing/2014/main" id="{8E8FB868-F15A-354D-8A94-F6162964A2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36" name="Freeform 1021">
                  <a:extLst>
                    <a:ext uri="{FF2B5EF4-FFF2-40B4-BE49-F238E27FC236}">
                      <a16:creationId xmlns:a16="http://schemas.microsoft.com/office/drawing/2014/main" id="{808AD4A9-7969-A440-AF65-3F01AEA7E2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7" name="Freeform 1022">
                  <a:extLst>
                    <a:ext uri="{FF2B5EF4-FFF2-40B4-BE49-F238E27FC236}">
                      <a16:creationId xmlns:a16="http://schemas.microsoft.com/office/drawing/2014/main" id="{BE959CDF-8CEC-5D49-B9B5-695C75E54A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8" name="Freeform 1023">
                  <a:extLst>
                    <a:ext uri="{FF2B5EF4-FFF2-40B4-BE49-F238E27FC236}">
                      <a16:creationId xmlns:a16="http://schemas.microsoft.com/office/drawing/2014/main" id="{C47539D5-AB19-6248-B8AC-D7C1EB7D89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9" name="Freeform 1024">
                  <a:extLst>
                    <a:ext uri="{FF2B5EF4-FFF2-40B4-BE49-F238E27FC236}">
                      <a16:creationId xmlns:a16="http://schemas.microsoft.com/office/drawing/2014/main" id="{5AEB62B0-7DA6-D743-86A5-DFFF45D54B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0" name="Freeform 1025">
                  <a:extLst>
                    <a:ext uri="{FF2B5EF4-FFF2-40B4-BE49-F238E27FC236}">
                      <a16:creationId xmlns:a16="http://schemas.microsoft.com/office/drawing/2014/main" id="{B47C284C-2338-754B-99BA-EA63C8A915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1" name="Freeform 1026">
                  <a:extLst>
                    <a:ext uri="{FF2B5EF4-FFF2-40B4-BE49-F238E27FC236}">
                      <a16:creationId xmlns:a16="http://schemas.microsoft.com/office/drawing/2014/main" id="{9B886F94-1E66-9F4A-AE5A-8E0F922D01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742" name="Group 1027">
                  <a:extLst>
                    <a:ext uri="{FF2B5EF4-FFF2-40B4-BE49-F238E27FC236}">
                      <a16:creationId xmlns:a16="http://schemas.microsoft.com/office/drawing/2014/main" id="{715EA677-D4AB-B447-B08B-D7ED313243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49" name="Freeform 1028">
                    <a:extLst>
                      <a:ext uri="{FF2B5EF4-FFF2-40B4-BE49-F238E27FC236}">
                        <a16:creationId xmlns:a16="http://schemas.microsoft.com/office/drawing/2014/main" id="{E1124562-ECF8-4F4C-90C1-EF6396A68E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0" name="Freeform 1029">
                    <a:extLst>
                      <a:ext uri="{FF2B5EF4-FFF2-40B4-BE49-F238E27FC236}">
                        <a16:creationId xmlns:a16="http://schemas.microsoft.com/office/drawing/2014/main" id="{3389E998-0F08-914D-9479-D8E12E2549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1" name="Freeform 1030">
                    <a:extLst>
                      <a:ext uri="{FF2B5EF4-FFF2-40B4-BE49-F238E27FC236}">
                        <a16:creationId xmlns:a16="http://schemas.microsoft.com/office/drawing/2014/main" id="{8A11850E-DFFA-ED48-BEB3-85180AD217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2" name="Freeform 1031">
                    <a:extLst>
                      <a:ext uri="{FF2B5EF4-FFF2-40B4-BE49-F238E27FC236}">
                        <a16:creationId xmlns:a16="http://schemas.microsoft.com/office/drawing/2014/main" id="{348FFCFE-31F3-D044-A19B-3EA98E2A2B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3" name="Freeform 1032">
                    <a:extLst>
                      <a:ext uri="{FF2B5EF4-FFF2-40B4-BE49-F238E27FC236}">
                        <a16:creationId xmlns:a16="http://schemas.microsoft.com/office/drawing/2014/main" id="{E0BFA97F-7FDE-4B49-BE02-A5B711E535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4" name="Freeform 1033">
                    <a:extLst>
                      <a:ext uri="{FF2B5EF4-FFF2-40B4-BE49-F238E27FC236}">
                        <a16:creationId xmlns:a16="http://schemas.microsoft.com/office/drawing/2014/main" id="{5566BB9E-C2DB-904B-8DAE-F1FAE62B3F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743" name="Freeform 1034">
                  <a:extLst>
                    <a:ext uri="{FF2B5EF4-FFF2-40B4-BE49-F238E27FC236}">
                      <a16:creationId xmlns:a16="http://schemas.microsoft.com/office/drawing/2014/main" id="{8531613B-92A9-464D-BE9E-A372151861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4" name="Freeform 1035">
                  <a:extLst>
                    <a:ext uri="{FF2B5EF4-FFF2-40B4-BE49-F238E27FC236}">
                      <a16:creationId xmlns:a16="http://schemas.microsoft.com/office/drawing/2014/main" id="{EE5A0F89-BDF3-4F47-BA87-66EF728D00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5" name="Freeform 1036">
                  <a:extLst>
                    <a:ext uri="{FF2B5EF4-FFF2-40B4-BE49-F238E27FC236}">
                      <a16:creationId xmlns:a16="http://schemas.microsoft.com/office/drawing/2014/main" id="{1FD78267-7B3E-D540-902C-47129B46C0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6" name="Freeform 1037">
                  <a:extLst>
                    <a:ext uri="{FF2B5EF4-FFF2-40B4-BE49-F238E27FC236}">
                      <a16:creationId xmlns:a16="http://schemas.microsoft.com/office/drawing/2014/main" id="{16865503-BACA-1447-B755-0CA9ED8EDC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7" name="Freeform 1038">
                  <a:extLst>
                    <a:ext uri="{FF2B5EF4-FFF2-40B4-BE49-F238E27FC236}">
                      <a16:creationId xmlns:a16="http://schemas.microsoft.com/office/drawing/2014/main" id="{3B1B22E2-5D91-E74A-9754-AC618ED267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8" name="Freeform 1039">
                  <a:extLst>
                    <a:ext uri="{FF2B5EF4-FFF2-40B4-BE49-F238E27FC236}">
                      <a16:creationId xmlns:a16="http://schemas.microsoft.com/office/drawing/2014/main" id="{7E7C97D1-0F33-3444-927F-6DA622B206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25" name="Group 850">
                <a:extLst>
                  <a:ext uri="{FF2B5EF4-FFF2-40B4-BE49-F238E27FC236}">
                    <a16:creationId xmlns:a16="http://schemas.microsoft.com/office/drawing/2014/main" id="{62525AE2-4973-8D42-8457-3FD43C9E4D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727" name="Freeform 851">
                  <a:extLst>
                    <a:ext uri="{FF2B5EF4-FFF2-40B4-BE49-F238E27FC236}">
                      <a16:creationId xmlns:a16="http://schemas.microsoft.com/office/drawing/2014/main" id="{98DC9C84-53E3-014A-967F-FA84DB11D7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99" y="1166"/>
                  <a:ext cx="260" cy="281"/>
                </a:xfrm>
                <a:custGeom>
                  <a:avLst/>
                  <a:gdLst>
                    <a:gd name="T0" fmla="*/ 260 w 260"/>
                    <a:gd name="T1" fmla="*/ 0 h 281"/>
                    <a:gd name="T2" fmla="*/ 42 w 260"/>
                    <a:gd name="T3" fmla="*/ 112 h 281"/>
                    <a:gd name="T4" fmla="*/ 35 w 260"/>
                    <a:gd name="T5" fmla="*/ 211 h 281"/>
                    <a:gd name="T6" fmla="*/ 253 w 260"/>
                    <a:gd name="T7" fmla="*/ 281 h 28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0" h="281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8" name="Freeform 852">
                  <a:extLst>
                    <a:ext uri="{FF2B5EF4-FFF2-40B4-BE49-F238E27FC236}">
                      <a16:creationId xmlns:a16="http://schemas.microsoft.com/office/drawing/2014/main" id="{29B322F2-C071-D44B-B545-1D6315264F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040"/>
                  <a:ext cx="900" cy="421"/>
                </a:xfrm>
                <a:custGeom>
                  <a:avLst/>
                  <a:gdLst>
                    <a:gd name="T0" fmla="*/ 531 w 900"/>
                    <a:gd name="T1" fmla="*/ 0 h 421"/>
                    <a:gd name="T2" fmla="*/ 279 w 900"/>
                    <a:gd name="T3" fmla="*/ 77 h 421"/>
                    <a:gd name="T4" fmla="*/ 68 w 900"/>
                    <a:gd name="T5" fmla="*/ 182 h 421"/>
                    <a:gd name="T6" fmla="*/ 33 w 900"/>
                    <a:gd name="T7" fmla="*/ 323 h 421"/>
                    <a:gd name="T8" fmla="*/ 328 w 900"/>
                    <a:gd name="T9" fmla="*/ 400 h 421"/>
                    <a:gd name="T10" fmla="*/ 812 w 900"/>
                    <a:gd name="T11" fmla="*/ 421 h 421"/>
                    <a:gd name="T12" fmla="*/ 855 w 900"/>
                    <a:gd name="T13" fmla="*/ 400 h 4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0" h="421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29" name="Freeform 853">
                  <a:extLst>
                    <a:ext uri="{FF2B5EF4-FFF2-40B4-BE49-F238E27FC236}">
                      <a16:creationId xmlns:a16="http://schemas.microsoft.com/office/drawing/2014/main" id="{0B4F0F6E-B830-CD43-97A0-CCF435339F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1068"/>
                  <a:ext cx="428" cy="269"/>
                </a:xfrm>
                <a:custGeom>
                  <a:avLst/>
                  <a:gdLst>
                    <a:gd name="T0" fmla="*/ 428 w 428"/>
                    <a:gd name="T1" fmla="*/ 0 h 269"/>
                    <a:gd name="T2" fmla="*/ 217 w 428"/>
                    <a:gd name="T3" fmla="*/ 35 h 269"/>
                    <a:gd name="T4" fmla="*/ 21 w 428"/>
                    <a:gd name="T5" fmla="*/ 140 h 269"/>
                    <a:gd name="T6" fmla="*/ 91 w 428"/>
                    <a:gd name="T7" fmla="*/ 246 h 269"/>
                    <a:gd name="T8" fmla="*/ 231 w 428"/>
                    <a:gd name="T9" fmla="*/ 267 h 269"/>
                    <a:gd name="T10" fmla="*/ 414 w 428"/>
                    <a:gd name="T11" fmla="*/ 260 h 2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8" h="269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30" name="Freeform 854">
                  <a:extLst>
                    <a:ext uri="{FF2B5EF4-FFF2-40B4-BE49-F238E27FC236}">
                      <a16:creationId xmlns:a16="http://schemas.microsoft.com/office/drawing/2014/main" id="{1F7BE4F9-0536-514B-946A-CAC9944248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4" y="1075"/>
                  <a:ext cx="377" cy="239"/>
                </a:xfrm>
                <a:custGeom>
                  <a:avLst/>
                  <a:gdLst>
                    <a:gd name="T0" fmla="*/ 42 w 377"/>
                    <a:gd name="T1" fmla="*/ 239 h 239"/>
                    <a:gd name="T2" fmla="*/ 335 w 377"/>
                    <a:gd name="T3" fmla="*/ 146 h 239"/>
                    <a:gd name="T4" fmla="*/ 342 w 377"/>
                    <a:gd name="T5" fmla="*/ 47 h 239"/>
                    <a:gd name="T6" fmla="*/ 0 w 377"/>
                    <a:gd name="T7" fmla="*/ 0 h 23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7" h="239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31" name="Freeform 855">
                  <a:extLst>
                    <a:ext uri="{FF2B5EF4-FFF2-40B4-BE49-F238E27FC236}">
                      <a16:creationId xmlns:a16="http://schemas.microsoft.com/office/drawing/2014/main" id="{F512D928-7DBD-174E-9B2D-4DC324036D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46" y="997"/>
                  <a:ext cx="660" cy="336"/>
                </a:xfrm>
                <a:custGeom>
                  <a:avLst/>
                  <a:gdLst>
                    <a:gd name="T0" fmla="*/ 390 w 646"/>
                    <a:gd name="T1" fmla="*/ 592 h 300"/>
                    <a:gd name="T2" fmla="*/ 555 w 646"/>
                    <a:gd name="T3" fmla="*/ 501 h 300"/>
                    <a:gd name="T4" fmla="*/ 690 w 646"/>
                    <a:gd name="T5" fmla="*/ 377 h 300"/>
                    <a:gd name="T6" fmla="*/ 713 w 646"/>
                    <a:gd name="T7" fmla="*/ 211 h 300"/>
                    <a:gd name="T8" fmla="*/ 522 w 646"/>
                    <a:gd name="T9" fmla="*/ 119 h 300"/>
                    <a:gd name="T10" fmla="*/ 0 w 646"/>
                    <a:gd name="T11" fmla="*/ 0 h 3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6" h="300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32" name="Freeform 856">
                  <a:extLst>
                    <a:ext uri="{FF2B5EF4-FFF2-40B4-BE49-F238E27FC236}">
                      <a16:creationId xmlns:a16="http://schemas.microsoft.com/office/drawing/2014/main" id="{C88DD8DC-6D2B-A545-8A4F-C001C71AC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6" y="955"/>
                  <a:ext cx="630" cy="397"/>
                </a:xfrm>
                <a:custGeom>
                  <a:avLst/>
                  <a:gdLst>
                    <a:gd name="T0" fmla="*/ 320 w 630"/>
                    <a:gd name="T1" fmla="*/ 397 h 397"/>
                    <a:gd name="T2" fmla="*/ 468 w 630"/>
                    <a:gd name="T3" fmla="*/ 345 h 397"/>
                    <a:gd name="T4" fmla="*/ 590 w 630"/>
                    <a:gd name="T5" fmla="*/ 275 h 397"/>
                    <a:gd name="T6" fmla="*/ 611 w 630"/>
                    <a:gd name="T7" fmla="*/ 181 h 397"/>
                    <a:gd name="T8" fmla="*/ 439 w 630"/>
                    <a:gd name="T9" fmla="*/ 129 h 397"/>
                    <a:gd name="T10" fmla="*/ 0 w 630"/>
                    <a:gd name="T11" fmla="*/ 0 h 3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30" h="397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w="9525" cmpd="sng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cxnSp>
            <p:nvCxnSpPr>
              <p:cNvPr id="726" name="Straight Connector 725">
                <a:extLst>
                  <a:ext uri="{FF2B5EF4-FFF2-40B4-BE49-F238E27FC236}">
                    <a16:creationId xmlns:a16="http://schemas.microsoft.com/office/drawing/2014/main" id="{5DFBB0AF-BFC3-414D-A6B2-5B5E573B87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4314" y="2366481"/>
                <a:ext cx="39385" cy="702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55" name="Text Box 5">
            <a:extLst>
              <a:ext uri="{FF2B5EF4-FFF2-40B4-BE49-F238E27FC236}">
                <a16:creationId xmlns:a16="http://schemas.microsoft.com/office/drawing/2014/main" id="{59DCFB19-2C53-724E-875B-11F6B0110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702" y="5846761"/>
            <a:ext cx="1805302" cy="27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shared radio: 4G/5G</a:t>
            </a:r>
          </a:p>
        </p:txBody>
      </p:sp>
    </p:spTree>
    <p:extLst>
      <p:ext uri="{BB962C8B-B14F-4D97-AF65-F5344CB8AC3E}">
        <p14:creationId xmlns:p14="http://schemas.microsoft.com/office/powerpoint/2010/main" val="420766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Multiple access protocols</a:t>
            </a:r>
            <a:endParaRPr lang="en-US" sz="4400" dirty="0"/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91" name="Rectangle 3">
            <a:extLst>
              <a:ext uri="{FF2B5EF4-FFF2-40B4-BE49-F238E27FC236}">
                <a16:creationId xmlns:a16="http://schemas.microsoft.com/office/drawing/2014/main" id="{E6233901-684E-DA4D-9AAB-1573F126922B}"/>
              </a:ext>
            </a:extLst>
          </p:cNvPr>
          <p:cNvSpPr txBox="1">
            <a:spLocks noChangeArrowheads="1"/>
          </p:cNvSpPr>
          <p:nvPr/>
        </p:nvSpPr>
        <p:spPr>
          <a:xfrm>
            <a:off x="765106" y="1363316"/>
            <a:ext cx="11148598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4813" indent="-274638">
              <a:defRPr/>
            </a:pPr>
            <a:r>
              <a:rPr lang="en-US" sz="3200" dirty="0"/>
              <a:t>single shared broadcast channel </a:t>
            </a:r>
          </a:p>
          <a:p>
            <a:pPr marL="404813" indent="-274638">
              <a:defRPr/>
            </a:pPr>
            <a:r>
              <a:rPr lang="en-US" sz="3200" dirty="0"/>
              <a:t>two or more simultaneous transmissions by nodes: interference </a:t>
            </a:r>
          </a:p>
          <a:p>
            <a:pPr lvl="1">
              <a:defRPr/>
            </a:pPr>
            <a:r>
              <a:rPr lang="en-US" sz="2800" i="1" dirty="0">
                <a:solidFill>
                  <a:srgbClr val="C00000"/>
                </a:solidFill>
              </a:rPr>
              <a:t>collision</a:t>
            </a:r>
            <a:r>
              <a:rPr lang="en-US" sz="2800" dirty="0"/>
              <a:t> if node receives two or more signals at the same time</a:t>
            </a:r>
            <a:endParaRPr lang="en-US" i="1" u="sng" dirty="0">
              <a:solidFill>
                <a:srgbClr val="FF0000"/>
              </a:solidFill>
            </a:endParaRPr>
          </a:p>
        </p:txBody>
      </p:sp>
      <p:sp>
        <p:nvSpPr>
          <p:cNvPr id="292" name="Rectangle 3">
            <a:extLst>
              <a:ext uri="{FF2B5EF4-FFF2-40B4-BE49-F238E27FC236}">
                <a16:creationId xmlns:a16="http://schemas.microsoft.com/office/drawing/2014/main" id="{4AA5F7D4-7DBD-9E45-B534-F9CDF4D8505D}"/>
              </a:ext>
            </a:extLst>
          </p:cNvPr>
          <p:cNvSpPr txBox="1">
            <a:spLocks noChangeArrowheads="1"/>
          </p:cNvSpPr>
          <p:nvPr/>
        </p:nvSpPr>
        <p:spPr>
          <a:xfrm>
            <a:off x="1156044" y="3848099"/>
            <a:ext cx="9962530" cy="2406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274638">
              <a:defRPr/>
            </a:pPr>
            <a:r>
              <a:rPr lang="en-US" dirty="0"/>
              <a:t>distributed algorithm that determines how nodes share channel, i.e., determine when node can transmit</a:t>
            </a:r>
          </a:p>
          <a:p>
            <a:pPr marL="457200" indent="-274638">
              <a:defRPr/>
            </a:pPr>
            <a:r>
              <a:rPr lang="en-US" dirty="0"/>
              <a:t>communication about channel sharing must use channel itself! </a:t>
            </a:r>
          </a:p>
          <a:p>
            <a:pPr marL="746125" lvl="1" indent="-223838">
              <a:defRPr/>
            </a:pPr>
            <a:r>
              <a:rPr lang="en-US" sz="2800" dirty="0"/>
              <a:t>no out-of-band channel for coordination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AA9627-8FEC-3848-AA80-2DDEF1AE2F67}"/>
              </a:ext>
            </a:extLst>
          </p:cNvPr>
          <p:cNvSpPr/>
          <p:nvPr/>
        </p:nvSpPr>
        <p:spPr>
          <a:xfrm>
            <a:off x="901148" y="3472071"/>
            <a:ext cx="10442713" cy="23588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20334-D903-464A-8C54-83F2552D4599}"/>
              </a:ext>
            </a:extLst>
          </p:cNvPr>
          <p:cNvSpPr txBox="1"/>
          <p:nvPr/>
        </p:nvSpPr>
        <p:spPr>
          <a:xfrm>
            <a:off x="1258956" y="3154018"/>
            <a:ext cx="422461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multiple access protocol</a:t>
            </a:r>
          </a:p>
        </p:txBody>
      </p:sp>
    </p:spTree>
    <p:extLst>
      <p:ext uri="{BB962C8B-B14F-4D97-AF65-F5344CB8AC3E}">
        <p14:creationId xmlns:p14="http://schemas.microsoft.com/office/powerpoint/2010/main" val="220697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MAC protocols: taxonomy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480CDD-CB17-934B-BC0E-C5D3C5E0F75F}"/>
              </a:ext>
            </a:extLst>
          </p:cNvPr>
          <p:cNvSpPr txBox="1">
            <a:spLocks noChangeArrowheads="1"/>
          </p:cNvSpPr>
          <p:nvPr/>
        </p:nvSpPr>
        <p:spPr>
          <a:xfrm>
            <a:off x="811696" y="1356210"/>
            <a:ext cx="11141765" cy="4938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3200" smtClean="0"/>
              <a:t>Three </a:t>
            </a:r>
            <a:r>
              <a:rPr lang="en-US" sz="3200" dirty="0"/>
              <a:t>broad classes:</a:t>
            </a:r>
          </a:p>
          <a:p>
            <a:pPr marL="404813" indent="-274638">
              <a:defRPr/>
            </a:pPr>
            <a:r>
              <a:rPr lang="en-US" sz="3200" dirty="0">
                <a:solidFill>
                  <a:srgbClr val="C00000"/>
                </a:solidFill>
              </a:rPr>
              <a:t>channel partitioning</a:t>
            </a:r>
          </a:p>
          <a:p>
            <a:pPr lvl="1">
              <a:defRPr/>
            </a:pPr>
            <a:r>
              <a:rPr lang="en-US" sz="2800" dirty="0"/>
              <a:t>divide channel into smaller </a:t>
            </a:r>
            <a:r>
              <a:rPr lang="en-US" altLang="ja-JP" sz="2800" dirty="0"/>
              <a:t>“</a:t>
            </a:r>
            <a:r>
              <a:rPr lang="en-US" sz="2800" dirty="0"/>
              <a:t>pieces</a:t>
            </a:r>
            <a:r>
              <a:rPr lang="en-US" altLang="ja-JP" sz="2800" dirty="0"/>
              <a:t>”</a:t>
            </a:r>
            <a:r>
              <a:rPr lang="en-US" sz="2800" dirty="0"/>
              <a:t> (time slots, frequency, code)</a:t>
            </a:r>
          </a:p>
          <a:p>
            <a:pPr lvl="1">
              <a:defRPr/>
            </a:pPr>
            <a:r>
              <a:rPr lang="en-US" sz="2800" dirty="0"/>
              <a:t>allocate piece to node for exclusive use</a:t>
            </a:r>
            <a:endParaRPr lang="en-US" sz="3200" dirty="0"/>
          </a:p>
          <a:p>
            <a:pPr marL="404813" indent="-274638">
              <a:defRPr/>
            </a:pPr>
            <a:r>
              <a:rPr lang="en-US" sz="3200" i="1" dirty="0">
                <a:solidFill>
                  <a:srgbClr val="C00000"/>
                </a:solidFill>
              </a:rPr>
              <a:t>random access</a:t>
            </a:r>
          </a:p>
          <a:p>
            <a:pPr lvl="1">
              <a:defRPr/>
            </a:pPr>
            <a:r>
              <a:rPr lang="en-US" sz="2800" dirty="0"/>
              <a:t>channel not divided, allow collisions</a:t>
            </a:r>
          </a:p>
          <a:p>
            <a:pPr lvl="1">
              <a:defRPr/>
            </a:pPr>
            <a:r>
              <a:rPr lang="en-US" altLang="ja-JP" sz="2800" dirty="0"/>
              <a:t>“</a:t>
            </a:r>
            <a:r>
              <a:rPr lang="en-US" sz="2800" dirty="0"/>
              <a:t>recover</a:t>
            </a:r>
            <a:r>
              <a:rPr lang="en-US" altLang="ja-JP" sz="2800" dirty="0"/>
              <a:t>”</a:t>
            </a:r>
            <a:r>
              <a:rPr lang="en-US" sz="2800" dirty="0"/>
              <a:t> from collisions</a:t>
            </a:r>
            <a:endParaRPr lang="en-US" dirty="0"/>
          </a:p>
          <a:p>
            <a:pPr marL="404813" indent="-274638">
              <a:defRPr/>
            </a:pPr>
            <a:r>
              <a:rPr lang="en-US" sz="3200" dirty="0">
                <a:solidFill>
                  <a:srgbClr val="C00000"/>
                </a:solidFill>
              </a:rPr>
              <a:t>“taking turns</a:t>
            </a:r>
            <a:r>
              <a:rPr lang="en-US" altLang="ja-JP" sz="3200" dirty="0">
                <a:solidFill>
                  <a:srgbClr val="C00000"/>
                </a:solidFill>
              </a:rPr>
              <a:t>”</a:t>
            </a:r>
            <a:endParaRPr lang="en-US" sz="3200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sz="2800" dirty="0"/>
              <a:t>nodes take turns, but nodes with more to send can take longer turns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9986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Channel partitioning MAC protocols: TDMA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0A448D7E-58D9-064C-A6F1-E4409D3F3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904" y="1459051"/>
            <a:ext cx="10230470" cy="293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3200" kern="0" dirty="0">
                <a:solidFill>
                  <a:srgbClr val="C00000"/>
                </a:solidFill>
                <a:cs typeface="+mn-cs"/>
              </a:rPr>
              <a:t>TDMA: time division multiple access </a:t>
            </a:r>
          </a:p>
          <a:p>
            <a:pPr indent="-277813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kern="0" dirty="0">
                <a:cs typeface="+mn-cs"/>
              </a:rPr>
              <a:t>access to channel in “rounds” </a:t>
            </a:r>
          </a:p>
          <a:p>
            <a:pPr indent="-277813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kern="0" dirty="0">
                <a:cs typeface="+mn-cs"/>
              </a:rPr>
              <a:t>each station gets fixed length slot (length = packet transmission time) in each round </a:t>
            </a:r>
          </a:p>
          <a:p>
            <a:pPr indent="-277813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kern="0" dirty="0">
                <a:cs typeface="+mn-cs"/>
              </a:rPr>
              <a:t>unused slots go idle </a:t>
            </a:r>
          </a:p>
          <a:p>
            <a:pPr indent="-277813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kern="0" dirty="0">
                <a:cs typeface="+mn-cs"/>
              </a:rPr>
              <a:t>example: 6-station LAN, 1,3,4 have packets to send, slots 2,5,6 idle </a:t>
            </a:r>
            <a:endParaRPr lang="en-US" sz="3200" kern="0" dirty="0">
              <a:cs typeface="+mn-cs"/>
            </a:endParaRPr>
          </a:p>
        </p:txBody>
      </p:sp>
      <p:sp>
        <p:nvSpPr>
          <p:cNvPr id="44" name="Line 7">
            <a:extLst>
              <a:ext uri="{FF2B5EF4-FFF2-40B4-BE49-F238E27FC236}">
                <a16:creationId xmlns:a16="http://schemas.microsoft.com/office/drawing/2014/main" id="{A162B864-328B-BB4E-A401-8C10A01CA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7001" y="5652397"/>
            <a:ext cx="60848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5BF0ACED-1DF3-A344-A69A-823B25CE0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9251" y="5425384"/>
            <a:ext cx="479425" cy="230188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" name="Rectangle 10">
            <a:extLst>
              <a:ext uri="{FF2B5EF4-FFF2-40B4-BE49-F238E27FC236}">
                <a16:creationId xmlns:a16="http://schemas.microsoft.com/office/drawing/2014/main" id="{B5DDDA64-5C9C-D148-8420-B59356552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8101" y="5425384"/>
            <a:ext cx="479425" cy="2301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" name="Rectangle 11">
            <a:extLst>
              <a:ext uri="{FF2B5EF4-FFF2-40B4-BE49-F238E27FC236}">
                <a16:creationId xmlns:a16="http://schemas.microsoft.com/office/drawing/2014/main" id="{D9985277-7968-C842-9231-012104EC2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763" y="5425384"/>
            <a:ext cx="479425" cy="230188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8" name="Line 13">
            <a:extLst>
              <a:ext uri="{FF2B5EF4-FFF2-40B4-BE49-F238E27FC236}">
                <a16:creationId xmlns:a16="http://schemas.microsoft.com/office/drawing/2014/main" id="{F7E6C5C0-28CB-2C46-906A-E86EFCC6E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0838" y="5312672"/>
            <a:ext cx="0" cy="3381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9" name="Line 16">
            <a:extLst>
              <a:ext uri="{FF2B5EF4-FFF2-40B4-BE49-F238E27FC236}">
                <a16:creationId xmlns:a16="http://schemas.microsoft.com/office/drawing/2014/main" id="{51E737FE-2977-8B4C-B4D9-80C37910A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6276" y="5315847"/>
            <a:ext cx="0" cy="338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0" name="Text Box 23">
            <a:extLst>
              <a:ext uri="{FF2B5EF4-FFF2-40B4-BE49-F238E27FC236}">
                <a16:creationId xmlns:a16="http://schemas.microsoft.com/office/drawing/2014/main" id="{48F8A2A9-DBD4-9443-B624-51C1A0D8A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263" y="5392047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1</a:t>
            </a:r>
          </a:p>
        </p:txBody>
      </p:sp>
      <p:sp>
        <p:nvSpPr>
          <p:cNvPr id="51" name="Text Box 24">
            <a:extLst>
              <a:ext uri="{FF2B5EF4-FFF2-40B4-BE49-F238E27FC236}">
                <a16:creationId xmlns:a16="http://schemas.microsoft.com/office/drawing/2014/main" id="{4D91ED1E-2495-0E4F-9B3E-3AFE785C5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413" y="5377759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3</a:t>
            </a:r>
          </a:p>
        </p:txBody>
      </p:sp>
      <p:sp>
        <p:nvSpPr>
          <p:cNvPr id="52" name="Text Box 25">
            <a:extLst>
              <a:ext uri="{FF2B5EF4-FFF2-40B4-BE49-F238E27FC236}">
                <a16:creationId xmlns:a16="http://schemas.microsoft.com/office/drawing/2014/main" id="{AAF51084-5D55-9047-9D10-B125F32EE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0551" y="5384109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4</a:t>
            </a: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id="{EA2F25EA-1C55-8B45-8EA1-3A00A92F0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6751" y="5420622"/>
            <a:ext cx="479425" cy="230187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" name="Rectangle 27">
            <a:extLst>
              <a:ext uri="{FF2B5EF4-FFF2-40B4-BE49-F238E27FC236}">
                <a16:creationId xmlns:a16="http://schemas.microsoft.com/office/drawing/2014/main" id="{39F06F1D-D0F6-4C49-99E0-AE58E606A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601" y="5420622"/>
            <a:ext cx="479425" cy="230187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" name="Rectangle 28">
            <a:extLst>
              <a:ext uri="{FF2B5EF4-FFF2-40B4-BE49-F238E27FC236}">
                <a16:creationId xmlns:a16="http://schemas.microsoft.com/office/drawing/2014/main" id="{80AEA40D-BFBF-704C-9415-CB79BC9BD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263" y="5420622"/>
            <a:ext cx="479425" cy="230187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" name="Line 29">
            <a:extLst>
              <a:ext uri="{FF2B5EF4-FFF2-40B4-BE49-F238E27FC236}">
                <a16:creationId xmlns:a16="http://schemas.microsoft.com/office/drawing/2014/main" id="{5025264D-4923-CA41-AB44-0965E9585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338" y="5307909"/>
            <a:ext cx="0" cy="3381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7" name="Text Box 30">
            <a:extLst>
              <a:ext uri="{FF2B5EF4-FFF2-40B4-BE49-F238E27FC236}">
                <a16:creationId xmlns:a16="http://schemas.microsoft.com/office/drawing/2014/main" id="{9684285E-DFBE-DA4D-9AE4-55B5626A2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763" y="5387284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1</a:t>
            </a:r>
          </a:p>
        </p:txBody>
      </p:sp>
      <p:sp>
        <p:nvSpPr>
          <p:cNvPr id="58" name="Text Box 31">
            <a:extLst>
              <a:ext uri="{FF2B5EF4-FFF2-40B4-BE49-F238E27FC236}">
                <a16:creationId xmlns:a16="http://schemas.microsoft.com/office/drawing/2014/main" id="{6E82E5EA-026E-7045-B1A4-9CC9C86E8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913" y="5372997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3</a:t>
            </a:r>
          </a:p>
        </p:txBody>
      </p:sp>
      <p:sp>
        <p:nvSpPr>
          <p:cNvPr id="59" name="Text Box 32">
            <a:extLst>
              <a:ext uri="{FF2B5EF4-FFF2-40B4-BE49-F238E27FC236}">
                <a16:creationId xmlns:a16="http://schemas.microsoft.com/office/drawing/2014/main" id="{5B3E3799-80A5-7142-9795-9DF13D5FF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8051" y="5379347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dirty="0">
                <a:solidFill>
                  <a:srgbClr val="FFFFFF"/>
                </a:solidFill>
                <a:latin typeface="Arial" charset="0"/>
              </a:rPr>
              <a:t>4</a:t>
            </a:r>
          </a:p>
        </p:txBody>
      </p:sp>
      <p:sp>
        <p:nvSpPr>
          <p:cNvPr id="60" name="Line 34">
            <a:extLst>
              <a:ext uri="{FF2B5EF4-FFF2-40B4-BE49-F238E27FC236}">
                <a16:creationId xmlns:a16="http://schemas.microsoft.com/office/drawing/2014/main" id="{14EBD35E-98E3-AF4C-839F-9C6CB952A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1851" y="5417447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1" name="Line 35">
            <a:extLst>
              <a:ext uri="{FF2B5EF4-FFF2-40B4-BE49-F238E27FC236}">
                <a16:creationId xmlns:a16="http://schemas.microsoft.com/office/drawing/2014/main" id="{F002AB0E-BA6B-6448-B7B9-3028A445D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8101" y="5422209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" name="Line 36">
            <a:extLst>
              <a:ext uri="{FF2B5EF4-FFF2-40B4-BE49-F238E27FC236}">
                <a16:creationId xmlns:a16="http://schemas.microsoft.com/office/drawing/2014/main" id="{F10DFCB1-F5CE-2944-B5BD-75F801E54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351" y="5422209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3" name="Line 37">
            <a:extLst>
              <a:ext uri="{FF2B5EF4-FFF2-40B4-BE49-F238E27FC236}">
                <a16:creationId xmlns:a16="http://schemas.microsoft.com/office/drawing/2014/main" id="{5C202F74-B0E9-054A-BA6A-ED679E08B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0601" y="5422209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4" name="Line 38">
            <a:extLst>
              <a:ext uri="{FF2B5EF4-FFF2-40B4-BE49-F238E27FC236}">
                <a16:creationId xmlns:a16="http://schemas.microsoft.com/office/drawing/2014/main" id="{17258870-A929-E743-9ABE-DE23B79DBE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1613" y="5412684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5" name="Line 39">
            <a:extLst>
              <a:ext uri="{FF2B5EF4-FFF2-40B4-BE49-F238E27FC236}">
                <a16:creationId xmlns:a16="http://schemas.microsoft.com/office/drawing/2014/main" id="{8AD32332-0DC8-9E49-947E-1BAEF13A51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9351" y="5417447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6" name="Line 40">
            <a:extLst>
              <a:ext uri="{FF2B5EF4-FFF2-40B4-BE49-F238E27FC236}">
                <a16:creationId xmlns:a16="http://schemas.microsoft.com/office/drawing/2014/main" id="{5AD88233-F39A-B84C-B2C9-4019C2559D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7088" y="5412684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7" name="Line 41">
            <a:extLst>
              <a:ext uri="{FF2B5EF4-FFF2-40B4-BE49-F238E27FC236}">
                <a16:creationId xmlns:a16="http://schemas.microsoft.com/office/drawing/2014/main" id="{78671AB0-ED5E-5C4D-AC35-7C14A7C841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4826" y="5407922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8" name="Line 42">
            <a:extLst>
              <a:ext uri="{FF2B5EF4-FFF2-40B4-BE49-F238E27FC236}">
                <a16:creationId xmlns:a16="http://schemas.microsoft.com/office/drawing/2014/main" id="{392BE166-36F8-ED44-B8F4-C49488BC9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8101" y="5417447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9" name="Line 43">
            <a:extLst>
              <a:ext uri="{FF2B5EF4-FFF2-40B4-BE49-F238E27FC236}">
                <a16:creationId xmlns:a16="http://schemas.microsoft.com/office/drawing/2014/main" id="{C6ED8042-7995-2346-BE45-DBFCD6A273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5838" y="5322197"/>
            <a:ext cx="0" cy="3381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0" name="Line 44">
            <a:extLst>
              <a:ext uri="{FF2B5EF4-FFF2-40B4-BE49-F238E27FC236}">
                <a16:creationId xmlns:a16="http://schemas.microsoft.com/office/drawing/2014/main" id="{DD22EBBA-AEC8-5E4C-AABA-D5D9CC143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5601" y="5417447"/>
            <a:ext cx="0" cy="2381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1" name="Text Box 45">
            <a:extLst>
              <a:ext uri="{FF2B5EF4-FFF2-40B4-BE49-F238E27FC236}">
                <a16:creationId xmlns:a16="http://schemas.microsoft.com/office/drawing/2014/main" id="{F54AF62A-48FF-814D-8354-2867F36F7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413" y="4793559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6-slot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frame</a:t>
            </a:r>
          </a:p>
        </p:txBody>
      </p:sp>
      <p:sp>
        <p:nvSpPr>
          <p:cNvPr id="72" name="Line 46">
            <a:extLst>
              <a:ext uri="{FF2B5EF4-FFF2-40B4-BE49-F238E27FC236}">
                <a16:creationId xmlns:a16="http://schemas.microsoft.com/office/drawing/2014/main" id="{7D7E0352-F8F2-5743-A848-9F53111F6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6626" y="5130109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3" name="Line 47">
            <a:extLst>
              <a:ext uri="{FF2B5EF4-FFF2-40B4-BE49-F238E27FC236}">
                <a16:creationId xmlns:a16="http://schemas.microsoft.com/office/drawing/2014/main" id="{EBD725BA-5097-D14C-982A-992BE18BDB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1951" y="5125347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4" name="Line 48">
            <a:extLst>
              <a:ext uri="{FF2B5EF4-FFF2-40B4-BE49-F238E27FC236}">
                <a16:creationId xmlns:a16="http://schemas.microsoft.com/office/drawing/2014/main" id="{E29434D8-2134-AC4C-88EE-1DEC7494A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1313" y="5038034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5" name="Line 49">
            <a:extLst>
              <a:ext uri="{FF2B5EF4-FFF2-40B4-BE49-F238E27FC236}">
                <a16:creationId xmlns:a16="http://schemas.microsoft.com/office/drawing/2014/main" id="{DD6295BF-D109-B14A-8DA1-AE6AAF54D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0401" y="5028509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6" name="Text Box 51">
            <a:extLst>
              <a:ext uri="{FF2B5EF4-FFF2-40B4-BE49-F238E27FC236}">
                <a16:creationId xmlns:a16="http://schemas.microsoft.com/office/drawing/2014/main" id="{699B3453-7E1D-004F-906D-AF9515116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263" y="4766572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6-slot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frame</a:t>
            </a:r>
          </a:p>
        </p:txBody>
      </p:sp>
      <p:sp>
        <p:nvSpPr>
          <p:cNvPr id="77" name="Line 52">
            <a:extLst>
              <a:ext uri="{FF2B5EF4-FFF2-40B4-BE49-F238E27FC236}">
                <a16:creationId xmlns:a16="http://schemas.microsoft.com/office/drawing/2014/main" id="{93CF78E3-E304-1F47-A737-21BE287F4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0476" y="5136459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8" name="Line 53">
            <a:extLst>
              <a:ext uri="{FF2B5EF4-FFF2-40B4-BE49-F238E27FC236}">
                <a16:creationId xmlns:a16="http://schemas.microsoft.com/office/drawing/2014/main" id="{AB3A3849-AE7D-284D-84DC-79BD81FCD6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5801" y="5131697"/>
            <a:ext cx="989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9" name="Line 55">
            <a:extLst>
              <a:ext uri="{FF2B5EF4-FFF2-40B4-BE49-F238E27FC236}">
                <a16:creationId xmlns:a16="http://schemas.microsoft.com/office/drawing/2014/main" id="{AE222EAA-A862-9447-9545-E85FC863E78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4251" y="5001522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70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Channel partitioning MAC protocols: FDMA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6" name="Rectangle 3">
            <a:extLst>
              <a:ext uri="{FF2B5EF4-FFF2-40B4-BE49-F238E27FC236}">
                <a16:creationId xmlns:a16="http://schemas.microsoft.com/office/drawing/2014/main" id="{A94113D7-D843-6943-B334-D7CB4D1F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997" y="1404730"/>
            <a:ext cx="10457898" cy="2398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3200" kern="0" dirty="0">
                <a:solidFill>
                  <a:srgbClr val="C00000"/>
                </a:solidFill>
                <a:cs typeface="+mn-cs"/>
              </a:rPr>
              <a:t>FDMA: frequency division multiple access </a:t>
            </a:r>
          </a:p>
          <a:p>
            <a:pPr indent="-277813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kern="0" dirty="0">
                <a:cs typeface="+mn-cs"/>
              </a:rPr>
              <a:t>channel spectrum divided into frequency bands</a:t>
            </a:r>
          </a:p>
          <a:p>
            <a:pPr indent="-277813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kern="0" dirty="0">
                <a:cs typeface="+mn-cs"/>
              </a:rPr>
              <a:t>each station assigned fixed frequency band</a:t>
            </a:r>
          </a:p>
          <a:p>
            <a:pPr indent="-277813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kern="0" dirty="0">
                <a:cs typeface="+mn-cs"/>
              </a:rPr>
              <a:t>unused transmission time in frequency bands go idle </a:t>
            </a:r>
          </a:p>
          <a:p>
            <a:pPr indent="-277813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kern="0" dirty="0">
                <a:cs typeface="+mn-cs"/>
              </a:rPr>
              <a:t>example: 6-station LAN, 1,3,4 have packet to send, frequency bands 2,5,6 idle </a:t>
            </a:r>
            <a:endParaRPr lang="en-US" kern="0" dirty="0">
              <a:cs typeface="+mn-cs"/>
            </a:endParaRPr>
          </a:p>
        </p:txBody>
      </p:sp>
      <p:sp>
        <p:nvSpPr>
          <p:cNvPr id="107" name="Rectangle 4">
            <a:extLst>
              <a:ext uri="{FF2B5EF4-FFF2-40B4-BE49-F238E27FC236}">
                <a16:creationId xmlns:a16="http://schemas.microsoft.com/office/drawing/2014/main" id="{FB019CDD-E472-AF4E-8949-C4737F99E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4416" y="4019343"/>
            <a:ext cx="627062" cy="225107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8" name="Line 5">
            <a:extLst>
              <a:ext uri="{FF2B5EF4-FFF2-40B4-BE49-F238E27FC236}">
                <a16:creationId xmlns:a16="http://schemas.microsoft.com/office/drawing/2014/main" id="{7AC0087E-78DE-BF46-9489-779BB31FF6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2828" y="5124243"/>
            <a:ext cx="6223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9" name="Line 6">
            <a:extLst>
              <a:ext uri="{FF2B5EF4-FFF2-40B4-BE49-F238E27FC236}">
                <a16:creationId xmlns:a16="http://schemas.microsoft.com/office/drawing/2014/main" id="{9FC23187-FBDC-FA4B-B4E6-6E7E43341D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8066" y="5516355"/>
            <a:ext cx="631825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0" name="Line 7">
            <a:extLst>
              <a:ext uri="{FF2B5EF4-FFF2-40B4-BE49-F238E27FC236}">
                <a16:creationId xmlns:a16="http://schemas.microsoft.com/office/drawing/2014/main" id="{E641A772-5023-C846-9FAC-463AEB27F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2828" y="5902118"/>
            <a:ext cx="6270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1" name="Line 8">
            <a:extLst>
              <a:ext uri="{FF2B5EF4-FFF2-40B4-BE49-F238E27FC236}">
                <a16:creationId xmlns:a16="http://schemas.microsoft.com/office/drawing/2014/main" id="{3C34D97D-BA0E-E54B-8121-E6DAAC9C5F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8066" y="4738480"/>
            <a:ext cx="631825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2" name="Line 9">
            <a:extLst>
              <a:ext uri="{FF2B5EF4-FFF2-40B4-BE49-F238E27FC236}">
                <a16:creationId xmlns:a16="http://schemas.microsoft.com/office/drawing/2014/main" id="{EADC3381-A525-5746-A4EC-3AFDB46D7C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2828" y="4352718"/>
            <a:ext cx="631825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3" name="Line 11">
            <a:extLst>
              <a:ext uri="{FF2B5EF4-FFF2-40B4-BE49-F238E27FC236}">
                <a16:creationId xmlns:a16="http://schemas.microsoft.com/office/drawing/2014/main" id="{CAEC1A74-CC07-704F-8130-3B0A0ED24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553" y="4292393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4" name="Freeform 12">
            <a:extLst>
              <a:ext uri="{FF2B5EF4-FFF2-40B4-BE49-F238E27FC236}">
                <a16:creationId xmlns:a16="http://schemas.microsoft.com/office/drawing/2014/main" id="{4415498F-BA55-314D-A0E8-A4F7108E385D}"/>
              </a:ext>
            </a:extLst>
          </p:cNvPr>
          <p:cNvSpPr>
            <a:spLocks/>
          </p:cNvSpPr>
          <p:nvPr/>
        </p:nvSpPr>
        <p:spPr bwMode="auto">
          <a:xfrm>
            <a:off x="7641191" y="4173330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3333CC"/>
          </a:solidFill>
          <a:ln w="19050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5" name="Line 13">
            <a:extLst>
              <a:ext uri="{FF2B5EF4-FFF2-40B4-BE49-F238E27FC236}">
                <a16:creationId xmlns:a16="http://schemas.microsoft.com/office/drawing/2014/main" id="{F566D06F-DA9B-924F-A309-E705E2641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1178" y="4695618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6" name="Line 15">
            <a:extLst>
              <a:ext uri="{FF2B5EF4-FFF2-40B4-BE49-F238E27FC236}">
                <a16:creationId xmlns:a16="http://schemas.microsoft.com/office/drawing/2014/main" id="{4AF0EC43-8F11-1A47-8304-4922215B1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1178" y="5094080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7" name="Freeform 16">
            <a:extLst>
              <a:ext uri="{FF2B5EF4-FFF2-40B4-BE49-F238E27FC236}">
                <a16:creationId xmlns:a16="http://schemas.microsoft.com/office/drawing/2014/main" id="{AB06C57E-A006-8040-A27E-949550E4FE8F}"/>
              </a:ext>
            </a:extLst>
          </p:cNvPr>
          <p:cNvSpPr>
            <a:spLocks/>
          </p:cNvSpPr>
          <p:nvPr/>
        </p:nvSpPr>
        <p:spPr bwMode="auto">
          <a:xfrm>
            <a:off x="7688816" y="4975018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 w="19050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18" name="Group 17">
            <a:extLst>
              <a:ext uri="{FF2B5EF4-FFF2-40B4-BE49-F238E27FC236}">
                <a16:creationId xmlns:a16="http://schemas.microsoft.com/office/drawing/2014/main" id="{0C46EA38-B2CC-E242-A036-92D6D5CB1BD1}"/>
              </a:ext>
            </a:extLst>
          </p:cNvPr>
          <p:cNvGrpSpPr>
            <a:grpSpLocks/>
          </p:cNvGrpSpPr>
          <p:nvPr/>
        </p:nvGrpSpPr>
        <p:grpSpPr bwMode="auto">
          <a:xfrm>
            <a:off x="7558641" y="5379830"/>
            <a:ext cx="2228850" cy="119063"/>
            <a:chOff x="1884" y="2826"/>
            <a:chExt cx="1404" cy="75"/>
          </a:xfrm>
        </p:grpSpPr>
        <p:sp>
          <p:nvSpPr>
            <p:cNvPr id="119" name="Line 18">
              <a:extLst>
                <a:ext uri="{FF2B5EF4-FFF2-40B4-BE49-F238E27FC236}">
                  <a16:creationId xmlns:a16="http://schemas.microsoft.com/office/drawing/2014/main" id="{4C5A6A23-131D-3D4A-A858-616AD50DE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4" y="2901"/>
              <a:ext cx="1404" cy="0"/>
            </a:xfrm>
            <a:prstGeom prst="line">
              <a:avLst/>
            </a:prstGeom>
            <a:noFill/>
            <a:ln w="19050">
              <a:noFill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0" name="Freeform 19">
              <a:extLst>
                <a:ext uri="{FF2B5EF4-FFF2-40B4-BE49-F238E27FC236}">
                  <a16:creationId xmlns:a16="http://schemas.microsoft.com/office/drawing/2014/main" id="{AD858F7D-3B6B-6C4E-9D01-B6641A9BF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2826"/>
              <a:ext cx="1089" cy="72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 w="19050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21" name="Line 20">
            <a:extLst>
              <a:ext uri="{FF2B5EF4-FFF2-40B4-BE49-F238E27FC236}">
                <a16:creationId xmlns:a16="http://schemas.microsoft.com/office/drawing/2014/main" id="{C3DEAD67-CC99-8145-991E-0D18A9400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8803" y="5905293"/>
            <a:ext cx="2228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2" name="Text Box 22">
            <a:extLst>
              <a:ext uri="{FF2B5EF4-FFF2-40B4-BE49-F238E27FC236}">
                <a16:creationId xmlns:a16="http://schemas.microsoft.com/office/drawing/2014/main" id="{76166768-A0A0-D047-AF51-584B5A200775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570297" y="4899612"/>
            <a:ext cx="1873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</a:rPr>
              <a:t>frequency bands</a:t>
            </a:r>
          </a:p>
        </p:txBody>
      </p:sp>
      <p:sp>
        <p:nvSpPr>
          <p:cNvPr id="123" name="Text Box 23">
            <a:extLst>
              <a:ext uri="{FF2B5EF4-FFF2-40B4-BE49-F238E27FC236}">
                <a16:creationId xmlns:a16="http://schemas.microsoft.com/office/drawing/2014/main" id="{17DE17BD-A94E-DA4D-AAF6-A402FC36902D}"/>
              </a:ext>
            </a:extLst>
          </p:cNvPr>
          <p:cNvSpPr txBox="1">
            <a:spLocks noChangeArrowheads="1"/>
          </p:cNvSpPr>
          <p:nvPr/>
        </p:nvSpPr>
        <p:spPr bwMode="auto">
          <a:xfrm rot="67766">
            <a:off x="9479516" y="3841543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</a:rPr>
              <a:t>time</a:t>
            </a:r>
          </a:p>
        </p:txBody>
      </p:sp>
      <p:sp>
        <p:nvSpPr>
          <p:cNvPr id="124" name="Freeform 54">
            <a:extLst>
              <a:ext uri="{FF2B5EF4-FFF2-40B4-BE49-F238E27FC236}">
                <a16:creationId xmlns:a16="http://schemas.microsoft.com/office/drawing/2014/main" id="{7AD42071-4F64-B843-A1C6-7FCBFED04E99}"/>
              </a:ext>
            </a:extLst>
          </p:cNvPr>
          <p:cNvSpPr>
            <a:spLocks/>
          </p:cNvSpPr>
          <p:nvPr/>
        </p:nvSpPr>
        <p:spPr bwMode="auto">
          <a:xfrm>
            <a:off x="4178853" y="4228893"/>
            <a:ext cx="595313" cy="1538287"/>
          </a:xfrm>
          <a:custGeom>
            <a:avLst/>
            <a:gdLst>
              <a:gd name="T0" fmla="*/ 2147483647 w 375"/>
              <a:gd name="T1" fmla="*/ 0 h 969"/>
              <a:gd name="T2" fmla="*/ 0 w 375"/>
              <a:gd name="T3" fmla="*/ 2147483647 h 969"/>
              <a:gd name="T4" fmla="*/ 2147483647 w 375"/>
              <a:gd name="T5" fmla="*/ 2147483647 h 969"/>
              <a:gd name="T6" fmla="*/ 2147483647 w 375"/>
              <a:gd name="T7" fmla="*/ 0 h 9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5" h="969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175" cmpd="sng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25" name="Group 56">
            <a:extLst>
              <a:ext uri="{FF2B5EF4-FFF2-40B4-BE49-F238E27FC236}">
                <a16:creationId xmlns:a16="http://schemas.microsoft.com/office/drawing/2014/main" id="{34B5CE52-E522-7047-BA9D-9BB20B9F9ADA}"/>
              </a:ext>
            </a:extLst>
          </p:cNvPr>
          <p:cNvGrpSpPr>
            <a:grpSpLocks/>
          </p:cNvGrpSpPr>
          <p:nvPr/>
        </p:nvGrpSpPr>
        <p:grpSpPr bwMode="auto">
          <a:xfrm>
            <a:off x="2440541" y="4867068"/>
            <a:ext cx="1666875" cy="314325"/>
            <a:chOff x="1614" y="1494"/>
            <a:chExt cx="1050" cy="198"/>
          </a:xfrm>
        </p:grpSpPr>
        <p:sp>
          <p:nvSpPr>
            <p:cNvPr id="126" name="Rectangle 57">
              <a:extLst>
                <a:ext uri="{FF2B5EF4-FFF2-40B4-BE49-F238E27FC236}">
                  <a16:creationId xmlns:a16="http://schemas.microsoft.com/office/drawing/2014/main" id="{35185768-7475-464D-9B46-EAE338591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1500"/>
              <a:ext cx="168" cy="1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Freeform 58">
              <a:extLst>
                <a:ext uri="{FF2B5EF4-FFF2-40B4-BE49-F238E27FC236}">
                  <a16:creationId xmlns:a16="http://schemas.microsoft.com/office/drawing/2014/main" id="{DE23B659-5071-9E47-B3AE-975CCCF9C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1494"/>
              <a:ext cx="896" cy="198"/>
            </a:xfrm>
            <a:custGeom>
              <a:avLst/>
              <a:gdLst>
                <a:gd name="T0" fmla="*/ 18 w 896"/>
                <a:gd name="T1" fmla="*/ 0 h 198"/>
                <a:gd name="T2" fmla="*/ 0 w 896"/>
                <a:gd name="T3" fmla="*/ 96 h 198"/>
                <a:gd name="T4" fmla="*/ 18 w 896"/>
                <a:gd name="T5" fmla="*/ 198 h 198"/>
                <a:gd name="T6" fmla="*/ 774 w 896"/>
                <a:gd name="T7" fmla="*/ 198 h 198"/>
                <a:gd name="T8" fmla="*/ 750 w 896"/>
                <a:gd name="T9" fmla="*/ 90 h 198"/>
                <a:gd name="T10" fmla="*/ 774 w 896"/>
                <a:gd name="T11" fmla="*/ 0 h 198"/>
                <a:gd name="T12" fmla="*/ 18 w 896"/>
                <a:gd name="T13" fmla="*/ 0 h 1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6" h="198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00"/>
                </a:gs>
                <a:gs pos="50000">
                  <a:srgbClr val="FFFFFF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59">
              <a:extLst>
                <a:ext uri="{FF2B5EF4-FFF2-40B4-BE49-F238E27FC236}">
                  <a16:creationId xmlns:a16="http://schemas.microsoft.com/office/drawing/2014/main" id="{4CF64D39-F6A5-B043-AE9F-C0E095A89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" y="1506"/>
              <a:ext cx="62" cy="1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60">
              <a:extLst>
                <a:ext uri="{FF2B5EF4-FFF2-40B4-BE49-F238E27FC236}">
                  <a16:creationId xmlns:a16="http://schemas.microsoft.com/office/drawing/2014/main" id="{1E0950E2-1737-0848-B4CE-20AE13DCB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6" y="1584"/>
              <a:ext cx="1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33" name="Text Box 69">
            <a:extLst>
              <a:ext uri="{FF2B5EF4-FFF2-40B4-BE49-F238E27FC236}">
                <a16:creationId xmlns:a16="http://schemas.microsoft.com/office/drawing/2014/main" id="{D3E65D95-5225-584A-9047-05868BCE9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766" y="5579855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</a:rPr>
              <a:t>FDM cable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A0270D6-4A2D-1440-9DDD-3F93BFED8457}"/>
              </a:ext>
            </a:extLst>
          </p:cNvPr>
          <p:cNvSpPr/>
          <p:nvPr/>
        </p:nvSpPr>
        <p:spPr>
          <a:xfrm>
            <a:off x="5002905" y="5527821"/>
            <a:ext cx="1003515" cy="275129"/>
          </a:xfrm>
          <a:custGeom>
            <a:avLst/>
            <a:gdLst>
              <a:gd name="connsiteX0" fmla="*/ 0 w 1937289"/>
              <a:gd name="connsiteY0" fmla="*/ 228600 h 437827"/>
              <a:gd name="connsiteX1" fmla="*/ 100739 w 1937289"/>
              <a:gd name="connsiteY1" fmla="*/ 0 h 437827"/>
              <a:gd name="connsiteX2" fmla="*/ 286719 w 1937289"/>
              <a:gd name="connsiteY2" fmla="*/ 430078 h 437827"/>
              <a:gd name="connsiteX3" fmla="*/ 480448 w 1937289"/>
              <a:gd name="connsiteY3" fmla="*/ 7749 h 437827"/>
              <a:gd name="connsiteX4" fmla="*/ 681926 w 1937289"/>
              <a:gd name="connsiteY4" fmla="*/ 433953 h 437827"/>
              <a:gd name="connsiteX5" fmla="*/ 867905 w 1937289"/>
              <a:gd name="connsiteY5" fmla="*/ 7749 h 437827"/>
              <a:gd name="connsiteX6" fmla="*/ 1061634 w 1937289"/>
              <a:gd name="connsiteY6" fmla="*/ 430078 h 437827"/>
              <a:gd name="connsiteX7" fmla="*/ 1255363 w 1937289"/>
              <a:gd name="connsiteY7" fmla="*/ 3875 h 437827"/>
              <a:gd name="connsiteX8" fmla="*/ 1452966 w 1937289"/>
              <a:gd name="connsiteY8" fmla="*/ 430078 h 437827"/>
              <a:gd name="connsiteX9" fmla="*/ 1638946 w 1937289"/>
              <a:gd name="connsiteY9" fmla="*/ 3875 h 437827"/>
              <a:gd name="connsiteX10" fmla="*/ 1836550 w 1937289"/>
              <a:gd name="connsiteY10" fmla="*/ 437827 h 437827"/>
              <a:gd name="connsiteX11" fmla="*/ 1937289 w 1937289"/>
              <a:gd name="connsiteY11" fmla="*/ 224726 h 437827"/>
              <a:gd name="connsiteX0" fmla="*/ 0 w 1937289"/>
              <a:gd name="connsiteY0" fmla="*/ 228600 h 437827"/>
              <a:gd name="connsiteX1" fmla="*/ 100739 w 1937289"/>
              <a:gd name="connsiteY1" fmla="*/ 0 h 437827"/>
              <a:gd name="connsiteX2" fmla="*/ 286719 w 1937289"/>
              <a:gd name="connsiteY2" fmla="*/ 430078 h 437827"/>
              <a:gd name="connsiteX3" fmla="*/ 480448 w 1937289"/>
              <a:gd name="connsiteY3" fmla="*/ 7749 h 437827"/>
              <a:gd name="connsiteX4" fmla="*/ 681926 w 1937289"/>
              <a:gd name="connsiteY4" fmla="*/ 433953 h 437827"/>
              <a:gd name="connsiteX5" fmla="*/ 867905 w 1937289"/>
              <a:gd name="connsiteY5" fmla="*/ 7749 h 437827"/>
              <a:gd name="connsiteX6" fmla="*/ 1061634 w 1937289"/>
              <a:gd name="connsiteY6" fmla="*/ 430078 h 437827"/>
              <a:gd name="connsiteX7" fmla="*/ 1255363 w 1937289"/>
              <a:gd name="connsiteY7" fmla="*/ 3875 h 437827"/>
              <a:gd name="connsiteX8" fmla="*/ 1452966 w 1937289"/>
              <a:gd name="connsiteY8" fmla="*/ 430078 h 437827"/>
              <a:gd name="connsiteX9" fmla="*/ 1638946 w 1937289"/>
              <a:gd name="connsiteY9" fmla="*/ 3875 h 437827"/>
              <a:gd name="connsiteX10" fmla="*/ 1836550 w 1937289"/>
              <a:gd name="connsiteY10" fmla="*/ 437827 h 437827"/>
              <a:gd name="connsiteX11" fmla="*/ 1937289 w 1937289"/>
              <a:gd name="connsiteY11" fmla="*/ 224726 h 437827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28600 h 444690"/>
              <a:gd name="connsiteX1" fmla="*/ 100739 w 1937289"/>
              <a:gd name="connsiteY1" fmla="*/ 0 h 444690"/>
              <a:gd name="connsiteX2" fmla="*/ 286719 w 1937289"/>
              <a:gd name="connsiteY2" fmla="*/ 430078 h 444690"/>
              <a:gd name="connsiteX3" fmla="*/ 480448 w 1937289"/>
              <a:gd name="connsiteY3" fmla="*/ 7749 h 444690"/>
              <a:gd name="connsiteX4" fmla="*/ 681926 w 1937289"/>
              <a:gd name="connsiteY4" fmla="*/ 433953 h 444690"/>
              <a:gd name="connsiteX5" fmla="*/ 867905 w 1937289"/>
              <a:gd name="connsiteY5" fmla="*/ 7749 h 444690"/>
              <a:gd name="connsiteX6" fmla="*/ 1061634 w 1937289"/>
              <a:gd name="connsiteY6" fmla="*/ 430078 h 444690"/>
              <a:gd name="connsiteX7" fmla="*/ 1255363 w 1937289"/>
              <a:gd name="connsiteY7" fmla="*/ 3875 h 444690"/>
              <a:gd name="connsiteX8" fmla="*/ 1452966 w 1937289"/>
              <a:gd name="connsiteY8" fmla="*/ 430078 h 444690"/>
              <a:gd name="connsiteX9" fmla="*/ 1638946 w 1937289"/>
              <a:gd name="connsiteY9" fmla="*/ 3875 h 444690"/>
              <a:gd name="connsiteX10" fmla="*/ 1836550 w 1937289"/>
              <a:gd name="connsiteY10" fmla="*/ 437827 h 444690"/>
              <a:gd name="connsiteX11" fmla="*/ 1937289 w 1937289"/>
              <a:gd name="connsiteY11" fmla="*/ 224726 h 444690"/>
              <a:gd name="connsiteX0" fmla="*/ 0 w 1937289"/>
              <a:gd name="connsiteY0" fmla="*/ 232613 h 448703"/>
              <a:gd name="connsiteX1" fmla="*/ 100739 w 1937289"/>
              <a:gd name="connsiteY1" fmla="*/ 4013 h 448703"/>
              <a:gd name="connsiteX2" fmla="*/ 286719 w 1937289"/>
              <a:gd name="connsiteY2" fmla="*/ 434091 h 448703"/>
              <a:gd name="connsiteX3" fmla="*/ 480448 w 1937289"/>
              <a:gd name="connsiteY3" fmla="*/ 11762 h 448703"/>
              <a:gd name="connsiteX4" fmla="*/ 681926 w 1937289"/>
              <a:gd name="connsiteY4" fmla="*/ 437966 h 448703"/>
              <a:gd name="connsiteX5" fmla="*/ 867905 w 1937289"/>
              <a:gd name="connsiteY5" fmla="*/ 11762 h 448703"/>
              <a:gd name="connsiteX6" fmla="*/ 1061634 w 1937289"/>
              <a:gd name="connsiteY6" fmla="*/ 434091 h 448703"/>
              <a:gd name="connsiteX7" fmla="*/ 1255363 w 1937289"/>
              <a:gd name="connsiteY7" fmla="*/ 7888 h 448703"/>
              <a:gd name="connsiteX8" fmla="*/ 1452966 w 1937289"/>
              <a:gd name="connsiteY8" fmla="*/ 434091 h 448703"/>
              <a:gd name="connsiteX9" fmla="*/ 1638946 w 1937289"/>
              <a:gd name="connsiteY9" fmla="*/ 7888 h 448703"/>
              <a:gd name="connsiteX10" fmla="*/ 1836550 w 1937289"/>
              <a:gd name="connsiteY10" fmla="*/ 441840 h 448703"/>
              <a:gd name="connsiteX11" fmla="*/ 1937289 w 1937289"/>
              <a:gd name="connsiteY11" fmla="*/ 228739 h 448703"/>
              <a:gd name="connsiteX0" fmla="*/ 0 w 1937289"/>
              <a:gd name="connsiteY0" fmla="*/ 228603 h 444693"/>
              <a:gd name="connsiteX1" fmla="*/ 100739 w 1937289"/>
              <a:gd name="connsiteY1" fmla="*/ 3 h 444693"/>
              <a:gd name="connsiteX2" fmla="*/ 286719 w 1937289"/>
              <a:gd name="connsiteY2" fmla="*/ 430081 h 444693"/>
              <a:gd name="connsiteX3" fmla="*/ 480448 w 1937289"/>
              <a:gd name="connsiteY3" fmla="*/ 7752 h 444693"/>
              <a:gd name="connsiteX4" fmla="*/ 681926 w 1937289"/>
              <a:gd name="connsiteY4" fmla="*/ 433956 h 444693"/>
              <a:gd name="connsiteX5" fmla="*/ 867905 w 1937289"/>
              <a:gd name="connsiteY5" fmla="*/ 7752 h 444693"/>
              <a:gd name="connsiteX6" fmla="*/ 1061634 w 1937289"/>
              <a:gd name="connsiteY6" fmla="*/ 430081 h 444693"/>
              <a:gd name="connsiteX7" fmla="*/ 1255363 w 1937289"/>
              <a:gd name="connsiteY7" fmla="*/ 3878 h 444693"/>
              <a:gd name="connsiteX8" fmla="*/ 1452966 w 1937289"/>
              <a:gd name="connsiteY8" fmla="*/ 430081 h 444693"/>
              <a:gd name="connsiteX9" fmla="*/ 1638946 w 1937289"/>
              <a:gd name="connsiteY9" fmla="*/ 3878 h 444693"/>
              <a:gd name="connsiteX10" fmla="*/ 1836550 w 1937289"/>
              <a:gd name="connsiteY10" fmla="*/ 437830 h 444693"/>
              <a:gd name="connsiteX11" fmla="*/ 1937289 w 1937289"/>
              <a:gd name="connsiteY11" fmla="*/ 224729 h 444693"/>
              <a:gd name="connsiteX0" fmla="*/ 0 w 1937289"/>
              <a:gd name="connsiteY0" fmla="*/ 228603 h 437864"/>
              <a:gd name="connsiteX1" fmla="*/ 100739 w 1937289"/>
              <a:gd name="connsiteY1" fmla="*/ 3 h 437864"/>
              <a:gd name="connsiteX2" fmla="*/ 286719 w 1937289"/>
              <a:gd name="connsiteY2" fmla="*/ 430081 h 437864"/>
              <a:gd name="connsiteX3" fmla="*/ 480448 w 1937289"/>
              <a:gd name="connsiteY3" fmla="*/ 7752 h 437864"/>
              <a:gd name="connsiteX4" fmla="*/ 681926 w 1937289"/>
              <a:gd name="connsiteY4" fmla="*/ 433956 h 437864"/>
              <a:gd name="connsiteX5" fmla="*/ 867905 w 1937289"/>
              <a:gd name="connsiteY5" fmla="*/ 7752 h 437864"/>
              <a:gd name="connsiteX6" fmla="*/ 1061634 w 1937289"/>
              <a:gd name="connsiteY6" fmla="*/ 430081 h 437864"/>
              <a:gd name="connsiteX7" fmla="*/ 1255363 w 1937289"/>
              <a:gd name="connsiteY7" fmla="*/ 3878 h 437864"/>
              <a:gd name="connsiteX8" fmla="*/ 1452966 w 1937289"/>
              <a:gd name="connsiteY8" fmla="*/ 430081 h 437864"/>
              <a:gd name="connsiteX9" fmla="*/ 1638946 w 1937289"/>
              <a:gd name="connsiteY9" fmla="*/ 3878 h 437864"/>
              <a:gd name="connsiteX10" fmla="*/ 1836550 w 1937289"/>
              <a:gd name="connsiteY10" fmla="*/ 437830 h 437864"/>
              <a:gd name="connsiteX11" fmla="*/ 1937289 w 1937289"/>
              <a:gd name="connsiteY11" fmla="*/ 224729 h 437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289" h="437864">
                <a:moveTo>
                  <a:pt x="0" y="228603"/>
                </a:moveTo>
                <a:cubicBezTo>
                  <a:pt x="33580" y="152403"/>
                  <a:pt x="49079" y="1294"/>
                  <a:pt x="100739" y="3"/>
                </a:cubicBezTo>
                <a:cubicBezTo>
                  <a:pt x="152399" y="-1288"/>
                  <a:pt x="223434" y="428790"/>
                  <a:pt x="286719" y="430081"/>
                </a:cubicBezTo>
                <a:cubicBezTo>
                  <a:pt x="350004" y="431372"/>
                  <a:pt x="414580" y="7106"/>
                  <a:pt x="480448" y="7752"/>
                </a:cubicBezTo>
                <a:cubicBezTo>
                  <a:pt x="546316" y="8398"/>
                  <a:pt x="617350" y="433956"/>
                  <a:pt x="681926" y="433956"/>
                </a:cubicBezTo>
                <a:cubicBezTo>
                  <a:pt x="746502" y="433956"/>
                  <a:pt x="804620" y="8398"/>
                  <a:pt x="867905" y="7752"/>
                </a:cubicBezTo>
                <a:cubicBezTo>
                  <a:pt x="931190" y="7106"/>
                  <a:pt x="997058" y="430727"/>
                  <a:pt x="1061634" y="430081"/>
                </a:cubicBezTo>
                <a:cubicBezTo>
                  <a:pt x="1126210" y="429435"/>
                  <a:pt x="1190141" y="3878"/>
                  <a:pt x="1255363" y="3878"/>
                </a:cubicBezTo>
                <a:cubicBezTo>
                  <a:pt x="1320585" y="3878"/>
                  <a:pt x="1389036" y="430081"/>
                  <a:pt x="1452966" y="430081"/>
                </a:cubicBezTo>
                <a:cubicBezTo>
                  <a:pt x="1516896" y="430081"/>
                  <a:pt x="1575015" y="2587"/>
                  <a:pt x="1638946" y="3878"/>
                </a:cubicBezTo>
                <a:cubicBezTo>
                  <a:pt x="1702877" y="5170"/>
                  <a:pt x="1764224" y="435247"/>
                  <a:pt x="1836550" y="437830"/>
                </a:cubicBezTo>
                <a:cubicBezTo>
                  <a:pt x="1908876" y="440413"/>
                  <a:pt x="1903709" y="295763"/>
                  <a:pt x="1937289" y="2247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5148A4D-594A-A94D-A5E8-FC72A487E4BC}"/>
              </a:ext>
            </a:extLst>
          </p:cNvPr>
          <p:cNvGrpSpPr/>
          <p:nvPr/>
        </p:nvGrpSpPr>
        <p:grpSpPr>
          <a:xfrm>
            <a:off x="5000976" y="4204816"/>
            <a:ext cx="907351" cy="280296"/>
            <a:chOff x="4298196" y="6444710"/>
            <a:chExt cx="907351" cy="280296"/>
          </a:xfrm>
        </p:grpSpPr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C419FC4E-49FE-3642-80AD-AAE6918A7757}"/>
                </a:ext>
              </a:extLst>
            </p:cNvPr>
            <p:cNvSpPr/>
            <p:nvPr/>
          </p:nvSpPr>
          <p:spPr>
            <a:xfrm>
              <a:off x="4298196" y="6444710"/>
              <a:ext cx="455909" cy="275129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7289" h="437864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473D5352-C1A7-7E4B-9326-FE6B9BF0A5AA}"/>
                </a:ext>
              </a:extLst>
            </p:cNvPr>
            <p:cNvSpPr/>
            <p:nvPr/>
          </p:nvSpPr>
          <p:spPr>
            <a:xfrm>
              <a:off x="4749638" y="6449877"/>
              <a:ext cx="455909" cy="275129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7289" h="437864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F59B8CB-4346-D742-A279-4850646C075E}"/>
              </a:ext>
            </a:extLst>
          </p:cNvPr>
          <p:cNvGrpSpPr/>
          <p:nvPr/>
        </p:nvGrpSpPr>
        <p:grpSpPr>
          <a:xfrm>
            <a:off x="4979505" y="4883429"/>
            <a:ext cx="993354" cy="277839"/>
            <a:chOff x="4343400" y="5348498"/>
            <a:chExt cx="993354" cy="277839"/>
          </a:xfrm>
        </p:grpSpPr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256BD977-F2A8-9E41-ADA8-C51B7FED488E}"/>
                </a:ext>
              </a:extLst>
            </p:cNvPr>
            <p:cNvSpPr/>
            <p:nvPr/>
          </p:nvSpPr>
          <p:spPr>
            <a:xfrm>
              <a:off x="4343400" y="5348498"/>
              <a:ext cx="614122" cy="275129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7289" h="437864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3FA4DA1D-7930-274D-A8BC-73EA2CC3EB94}"/>
                </a:ext>
              </a:extLst>
            </p:cNvPr>
            <p:cNvSpPr/>
            <p:nvPr/>
          </p:nvSpPr>
          <p:spPr>
            <a:xfrm>
              <a:off x="4951503" y="5353664"/>
              <a:ext cx="385251" cy="272673"/>
            </a:xfrm>
            <a:custGeom>
              <a:avLst/>
              <a:gdLst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37827"/>
                <a:gd name="connsiteX1" fmla="*/ 100739 w 1937289"/>
                <a:gd name="connsiteY1" fmla="*/ 0 h 437827"/>
                <a:gd name="connsiteX2" fmla="*/ 286719 w 1937289"/>
                <a:gd name="connsiteY2" fmla="*/ 430078 h 437827"/>
                <a:gd name="connsiteX3" fmla="*/ 480448 w 1937289"/>
                <a:gd name="connsiteY3" fmla="*/ 7749 h 437827"/>
                <a:gd name="connsiteX4" fmla="*/ 681926 w 1937289"/>
                <a:gd name="connsiteY4" fmla="*/ 433953 h 437827"/>
                <a:gd name="connsiteX5" fmla="*/ 867905 w 1937289"/>
                <a:gd name="connsiteY5" fmla="*/ 7749 h 437827"/>
                <a:gd name="connsiteX6" fmla="*/ 1061634 w 1937289"/>
                <a:gd name="connsiteY6" fmla="*/ 430078 h 437827"/>
                <a:gd name="connsiteX7" fmla="*/ 1255363 w 1937289"/>
                <a:gd name="connsiteY7" fmla="*/ 3875 h 437827"/>
                <a:gd name="connsiteX8" fmla="*/ 1452966 w 1937289"/>
                <a:gd name="connsiteY8" fmla="*/ 430078 h 437827"/>
                <a:gd name="connsiteX9" fmla="*/ 1638946 w 1937289"/>
                <a:gd name="connsiteY9" fmla="*/ 3875 h 437827"/>
                <a:gd name="connsiteX10" fmla="*/ 1836550 w 1937289"/>
                <a:gd name="connsiteY10" fmla="*/ 437827 h 437827"/>
                <a:gd name="connsiteX11" fmla="*/ 1937289 w 1937289"/>
                <a:gd name="connsiteY11" fmla="*/ 224726 h 437827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28600 h 444690"/>
                <a:gd name="connsiteX1" fmla="*/ 100739 w 1937289"/>
                <a:gd name="connsiteY1" fmla="*/ 0 h 444690"/>
                <a:gd name="connsiteX2" fmla="*/ 286719 w 1937289"/>
                <a:gd name="connsiteY2" fmla="*/ 430078 h 444690"/>
                <a:gd name="connsiteX3" fmla="*/ 480448 w 1937289"/>
                <a:gd name="connsiteY3" fmla="*/ 7749 h 444690"/>
                <a:gd name="connsiteX4" fmla="*/ 681926 w 1937289"/>
                <a:gd name="connsiteY4" fmla="*/ 433953 h 444690"/>
                <a:gd name="connsiteX5" fmla="*/ 867905 w 1937289"/>
                <a:gd name="connsiteY5" fmla="*/ 7749 h 444690"/>
                <a:gd name="connsiteX6" fmla="*/ 1061634 w 1937289"/>
                <a:gd name="connsiteY6" fmla="*/ 430078 h 444690"/>
                <a:gd name="connsiteX7" fmla="*/ 1255363 w 1937289"/>
                <a:gd name="connsiteY7" fmla="*/ 3875 h 444690"/>
                <a:gd name="connsiteX8" fmla="*/ 1452966 w 1937289"/>
                <a:gd name="connsiteY8" fmla="*/ 430078 h 444690"/>
                <a:gd name="connsiteX9" fmla="*/ 1638946 w 1937289"/>
                <a:gd name="connsiteY9" fmla="*/ 3875 h 444690"/>
                <a:gd name="connsiteX10" fmla="*/ 1836550 w 1937289"/>
                <a:gd name="connsiteY10" fmla="*/ 437827 h 444690"/>
                <a:gd name="connsiteX11" fmla="*/ 1937289 w 1937289"/>
                <a:gd name="connsiteY11" fmla="*/ 224726 h 444690"/>
                <a:gd name="connsiteX0" fmla="*/ 0 w 1937289"/>
                <a:gd name="connsiteY0" fmla="*/ 232613 h 448703"/>
                <a:gd name="connsiteX1" fmla="*/ 100739 w 1937289"/>
                <a:gd name="connsiteY1" fmla="*/ 4013 h 448703"/>
                <a:gd name="connsiteX2" fmla="*/ 286719 w 1937289"/>
                <a:gd name="connsiteY2" fmla="*/ 434091 h 448703"/>
                <a:gd name="connsiteX3" fmla="*/ 480448 w 1937289"/>
                <a:gd name="connsiteY3" fmla="*/ 11762 h 448703"/>
                <a:gd name="connsiteX4" fmla="*/ 681926 w 1937289"/>
                <a:gd name="connsiteY4" fmla="*/ 437966 h 448703"/>
                <a:gd name="connsiteX5" fmla="*/ 867905 w 1937289"/>
                <a:gd name="connsiteY5" fmla="*/ 11762 h 448703"/>
                <a:gd name="connsiteX6" fmla="*/ 1061634 w 1937289"/>
                <a:gd name="connsiteY6" fmla="*/ 434091 h 448703"/>
                <a:gd name="connsiteX7" fmla="*/ 1255363 w 1937289"/>
                <a:gd name="connsiteY7" fmla="*/ 7888 h 448703"/>
                <a:gd name="connsiteX8" fmla="*/ 1452966 w 1937289"/>
                <a:gd name="connsiteY8" fmla="*/ 434091 h 448703"/>
                <a:gd name="connsiteX9" fmla="*/ 1638946 w 1937289"/>
                <a:gd name="connsiteY9" fmla="*/ 7888 h 448703"/>
                <a:gd name="connsiteX10" fmla="*/ 1836550 w 1937289"/>
                <a:gd name="connsiteY10" fmla="*/ 441840 h 448703"/>
                <a:gd name="connsiteX11" fmla="*/ 1937289 w 1937289"/>
                <a:gd name="connsiteY11" fmla="*/ 228739 h 448703"/>
                <a:gd name="connsiteX0" fmla="*/ 0 w 1937289"/>
                <a:gd name="connsiteY0" fmla="*/ 228603 h 444693"/>
                <a:gd name="connsiteX1" fmla="*/ 100739 w 1937289"/>
                <a:gd name="connsiteY1" fmla="*/ 3 h 444693"/>
                <a:gd name="connsiteX2" fmla="*/ 286719 w 1937289"/>
                <a:gd name="connsiteY2" fmla="*/ 430081 h 444693"/>
                <a:gd name="connsiteX3" fmla="*/ 480448 w 1937289"/>
                <a:gd name="connsiteY3" fmla="*/ 7752 h 444693"/>
                <a:gd name="connsiteX4" fmla="*/ 681926 w 1937289"/>
                <a:gd name="connsiteY4" fmla="*/ 433956 h 444693"/>
                <a:gd name="connsiteX5" fmla="*/ 867905 w 1937289"/>
                <a:gd name="connsiteY5" fmla="*/ 7752 h 444693"/>
                <a:gd name="connsiteX6" fmla="*/ 1061634 w 1937289"/>
                <a:gd name="connsiteY6" fmla="*/ 430081 h 444693"/>
                <a:gd name="connsiteX7" fmla="*/ 1255363 w 1937289"/>
                <a:gd name="connsiteY7" fmla="*/ 3878 h 444693"/>
                <a:gd name="connsiteX8" fmla="*/ 1452966 w 1937289"/>
                <a:gd name="connsiteY8" fmla="*/ 430081 h 444693"/>
                <a:gd name="connsiteX9" fmla="*/ 1638946 w 1937289"/>
                <a:gd name="connsiteY9" fmla="*/ 3878 h 444693"/>
                <a:gd name="connsiteX10" fmla="*/ 1836550 w 1937289"/>
                <a:gd name="connsiteY10" fmla="*/ 437830 h 444693"/>
                <a:gd name="connsiteX11" fmla="*/ 1937289 w 1937289"/>
                <a:gd name="connsiteY11" fmla="*/ 224729 h 444693"/>
                <a:gd name="connsiteX0" fmla="*/ 0 w 1937289"/>
                <a:gd name="connsiteY0" fmla="*/ 228603 h 437864"/>
                <a:gd name="connsiteX1" fmla="*/ 100739 w 1937289"/>
                <a:gd name="connsiteY1" fmla="*/ 3 h 437864"/>
                <a:gd name="connsiteX2" fmla="*/ 286719 w 1937289"/>
                <a:gd name="connsiteY2" fmla="*/ 430081 h 437864"/>
                <a:gd name="connsiteX3" fmla="*/ 480448 w 1937289"/>
                <a:gd name="connsiteY3" fmla="*/ 7752 h 437864"/>
                <a:gd name="connsiteX4" fmla="*/ 681926 w 1937289"/>
                <a:gd name="connsiteY4" fmla="*/ 433956 h 437864"/>
                <a:gd name="connsiteX5" fmla="*/ 867905 w 1937289"/>
                <a:gd name="connsiteY5" fmla="*/ 7752 h 437864"/>
                <a:gd name="connsiteX6" fmla="*/ 1061634 w 1937289"/>
                <a:gd name="connsiteY6" fmla="*/ 430081 h 437864"/>
                <a:gd name="connsiteX7" fmla="*/ 1255363 w 1937289"/>
                <a:gd name="connsiteY7" fmla="*/ 3878 h 437864"/>
                <a:gd name="connsiteX8" fmla="*/ 1452966 w 1937289"/>
                <a:gd name="connsiteY8" fmla="*/ 430081 h 437864"/>
                <a:gd name="connsiteX9" fmla="*/ 1638946 w 1937289"/>
                <a:gd name="connsiteY9" fmla="*/ 3878 h 437864"/>
                <a:gd name="connsiteX10" fmla="*/ 1836550 w 1937289"/>
                <a:gd name="connsiteY10" fmla="*/ 437830 h 437864"/>
                <a:gd name="connsiteX11" fmla="*/ 1937289 w 1937289"/>
                <a:gd name="connsiteY11" fmla="*/ 224729 h 437864"/>
                <a:gd name="connsiteX0" fmla="*/ 0 w 1836551"/>
                <a:gd name="connsiteY0" fmla="*/ 228603 h 437831"/>
                <a:gd name="connsiteX1" fmla="*/ 100739 w 1836551"/>
                <a:gd name="connsiteY1" fmla="*/ 3 h 437831"/>
                <a:gd name="connsiteX2" fmla="*/ 286719 w 1836551"/>
                <a:gd name="connsiteY2" fmla="*/ 430081 h 437831"/>
                <a:gd name="connsiteX3" fmla="*/ 480448 w 1836551"/>
                <a:gd name="connsiteY3" fmla="*/ 7752 h 437831"/>
                <a:gd name="connsiteX4" fmla="*/ 681926 w 1836551"/>
                <a:gd name="connsiteY4" fmla="*/ 433956 h 437831"/>
                <a:gd name="connsiteX5" fmla="*/ 867905 w 1836551"/>
                <a:gd name="connsiteY5" fmla="*/ 7752 h 437831"/>
                <a:gd name="connsiteX6" fmla="*/ 1061634 w 1836551"/>
                <a:gd name="connsiteY6" fmla="*/ 430081 h 437831"/>
                <a:gd name="connsiteX7" fmla="*/ 1255363 w 1836551"/>
                <a:gd name="connsiteY7" fmla="*/ 3878 h 437831"/>
                <a:gd name="connsiteX8" fmla="*/ 1452966 w 1836551"/>
                <a:gd name="connsiteY8" fmla="*/ 430081 h 437831"/>
                <a:gd name="connsiteX9" fmla="*/ 1638946 w 1836551"/>
                <a:gd name="connsiteY9" fmla="*/ 3878 h 437831"/>
                <a:gd name="connsiteX10" fmla="*/ 1836550 w 1836551"/>
                <a:gd name="connsiteY10" fmla="*/ 437830 h 437831"/>
                <a:gd name="connsiteX0" fmla="*/ 0 w 1638946"/>
                <a:gd name="connsiteY0" fmla="*/ 228603 h 433956"/>
                <a:gd name="connsiteX1" fmla="*/ 100739 w 1638946"/>
                <a:gd name="connsiteY1" fmla="*/ 3 h 433956"/>
                <a:gd name="connsiteX2" fmla="*/ 286719 w 1638946"/>
                <a:gd name="connsiteY2" fmla="*/ 430081 h 433956"/>
                <a:gd name="connsiteX3" fmla="*/ 480448 w 1638946"/>
                <a:gd name="connsiteY3" fmla="*/ 7752 h 433956"/>
                <a:gd name="connsiteX4" fmla="*/ 681926 w 1638946"/>
                <a:gd name="connsiteY4" fmla="*/ 433956 h 433956"/>
                <a:gd name="connsiteX5" fmla="*/ 867905 w 1638946"/>
                <a:gd name="connsiteY5" fmla="*/ 7752 h 433956"/>
                <a:gd name="connsiteX6" fmla="*/ 1061634 w 1638946"/>
                <a:gd name="connsiteY6" fmla="*/ 430081 h 433956"/>
                <a:gd name="connsiteX7" fmla="*/ 1255363 w 1638946"/>
                <a:gd name="connsiteY7" fmla="*/ 3878 h 433956"/>
                <a:gd name="connsiteX8" fmla="*/ 1452966 w 1638946"/>
                <a:gd name="connsiteY8" fmla="*/ 430081 h 433956"/>
                <a:gd name="connsiteX9" fmla="*/ 1638946 w 1638946"/>
                <a:gd name="connsiteY9" fmla="*/ 3878 h 433956"/>
                <a:gd name="connsiteX0" fmla="*/ 0 w 1452965"/>
                <a:gd name="connsiteY0" fmla="*/ 228603 h 433956"/>
                <a:gd name="connsiteX1" fmla="*/ 100739 w 1452965"/>
                <a:gd name="connsiteY1" fmla="*/ 3 h 433956"/>
                <a:gd name="connsiteX2" fmla="*/ 286719 w 1452965"/>
                <a:gd name="connsiteY2" fmla="*/ 430081 h 433956"/>
                <a:gd name="connsiteX3" fmla="*/ 480448 w 1452965"/>
                <a:gd name="connsiteY3" fmla="*/ 7752 h 433956"/>
                <a:gd name="connsiteX4" fmla="*/ 681926 w 1452965"/>
                <a:gd name="connsiteY4" fmla="*/ 433956 h 433956"/>
                <a:gd name="connsiteX5" fmla="*/ 867905 w 1452965"/>
                <a:gd name="connsiteY5" fmla="*/ 7752 h 433956"/>
                <a:gd name="connsiteX6" fmla="*/ 1061634 w 1452965"/>
                <a:gd name="connsiteY6" fmla="*/ 430081 h 433956"/>
                <a:gd name="connsiteX7" fmla="*/ 1255363 w 1452965"/>
                <a:gd name="connsiteY7" fmla="*/ 3878 h 433956"/>
                <a:gd name="connsiteX8" fmla="*/ 1452966 w 1452965"/>
                <a:gd name="connsiteY8" fmla="*/ 430081 h 433956"/>
                <a:gd name="connsiteX0" fmla="*/ 0 w 1255363"/>
                <a:gd name="connsiteY0" fmla="*/ 228603 h 433956"/>
                <a:gd name="connsiteX1" fmla="*/ 100739 w 1255363"/>
                <a:gd name="connsiteY1" fmla="*/ 3 h 433956"/>
                <a:gd name="connsiteX2" fmla="*/ 286719 w 1255363"/>
                <a:gd name="connsiteY2" fmla="*/ 430081 h 433956"/>
                <a:gd name="connsiteX3" fmla="*/ 480448 w 1255363"/>
                <a:gd name="connsiteY3" fmla="*/ 7752 h 433956"/>
                <a:gd name="connsiteX4" fmla="*/ 681926 w 1255363"/>
                <a:gd name="connsiteY4" fmla="*/ 433956 h 433956"/>
                <a:gd name="connsiteX5" fmla="*/ 867905 w 1255363"/>
                <a:gd name="connsiteY5" fmla="*/ 7752 h 433956"/>
                <a:gd name="connsiteX6" fmla="*/ 1061634 w 1255363"/>
                <a:gd name="connsiteY6" fmla="*/ 430081 h 433956"/>
                <a:gd name="connsiteX7" fmla="*/ 1255363 w 1255363"/>
                <a:gd name="connsiteY7" fmla="*/ 3878 h 433956"/>
                <a:gd name="connsiteX0" fmla="*/ 0 w 1255363"/>
                <a:gd name="connsiteY0" fmla="*/ 228603 h 433956"/>
                <a:gd name="connsiteX1" fmla="*/ 100739 w 1255363"/>
                <a:gd name="connsiteY1" fmla="*/ 3 h 433956"/>
                <a:gd name="connsiteX2" fmla="*/ 286719 w 1255363"/>
                <a:gd name="connsiteY2" fmla="*/ 430081 h 433956"/>
                <a:gd name="connsiteX3" fmla="*/ 480448 w 1255363"/>
                <a:gd name="connsiteY3" fmla="*/ 7752 h 433956"/>
                <a:gd name="connsiteX4" fmla="*/ 681926 w 1255363"/>
                <a:gd name="connsiteY4" fmla="*/ 433956 h 433956"/>
                <a:gd name="connsiteX5" fmla="*/ 867905 w 1255363"/>
                <a:gd name="connsiteY5" fmla="*/ 7752 h 433956"/>
                <a:gd name="connsiteX6" fmla="*/ 1061634 w 1255363"/>
                <a:gd name="connsiteY6" fmla="*/ 430081 h 433956"/>
                <a:gd name="connsiteX7" fmla="*/ 1255363 w 1255363"/>
                <a:gd name="connsiteY7" fmla="*/ 3878 h 433956"/>
                <a:gd name="connsiteX0" fmla="*/ 0 w 1215300"/>
                <a:gd name="connsiteY0" fmla="*/ 228603 h 433956"/>
                <a:gd name="connsiteX1" fmla="*/ 100739 w 1215300"/>
                <a:gd name="connsiteY1" fmla="*/ 3 h 433956"/>
                <a:gd name="connsiteX2" fmla="*/ 286719 w 1215300"/>
                <a:gd name="connsiteY2" fmla="*/ 430081 h 433956"/>
                <a:gd name="connsiteX3" fmla="*/ 480448 w 1215300"/>
                <a:gd name="connsiteY3" fmla="*/ 7752 h 433956"/>
                <a:gd name="connsiteX4" fmla="*/ 681926 w 1215300"/>
                <a:gd name="connsiteY4" fmla="*/ 433956 h 433956"/>
                <a:gd name="connsiteX5" fmla="*/ 867905 w 1215300"/>
                <a:gd name="connsiteY5" fmla="*/ 7752 h 433956"/>
                <a:gd name="connsiteX6" fmla="*/ 1061634 w 1215300"/>
                <a:gd name="connsiteY6" fmla="*/ 430081 h 433956"/>
                <a:gd name="connsiteX7" fmla="*/ 1215300 w 1215300"/>
                <a:gd name="connsiteY7" fmla="*/ 200945 h 43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5300" h="433956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1003735" y="397882"/>
                    <a:pt x="1061634" y="430081"/>
                  </a:cubicBezTo>
                  <a:cubicBezTo>
                    <a:pt x="1119533" y="462280"/>
                    <a:pt x="1190142" y="281793"/>
                    <a:pt x="1215300" y="20094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748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Random access protocols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0F0D1BE9-A129-4E48-8684-AB67559565A2}"/>
              </a:ext>
            </a:extLst>
          </p:cNvPr>
          <p:cNvSpPr txBox="1">
            <a:spLocks noChangeArrowheads="1"/>
          </p:cNvSpPr>
          <p:nvPr/>
        </p:nvSpPr>
        <p:spPr>
          <a:xfrm>
            <a:off x="904460" y="1438619"/>
            <a:ext cx="11393557" cy="489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74638">
              <a:lnSpc>
                <a:spcPct val="75000"/>
              </a:lnSpc>
              <a:defRPr/>
            </a:pPr>
            <a:r>
              <a:rPr lang="en-US" sz="3200" dirty="0"/>
              <a:t>when node has packet to send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800" dirty="0"/>
              <a:t>transmit at full channel data rate R.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800" dirty="0"/>
              <a:t>no </a:t>
            </a:r>
            <a:r>
              <a:rPr lang="en-US" sz="2800" i="1" dirty="0"/>
              <a:t>a priori</a:t>
            </a:r>
            <a:r>
              <a:rPr lang="en-US" sz="2800" dirty="0"/>
              <a:t> coordination among nodes</a:t>
            </a:r>
          </a:p>
          <a:p>
            <a:pPr marL="287338" indent="-274638">
              <a:lnSpc>
                <a:spcPct val="75000"/>
              </a:lnSpc>
              <a:defRPr/>
            </a:pPr>
            <a:r>
              <a:rPr lang="en-US" sz="3200" dirty="0"/>
              <a:t>two or more transmitting nodes: </a:t>
            </a:r>
            <a:r>
              <a:rPr lang="en-US" altLang="ja-JP" sz="3200" dirty="0"/>
              <a:t>“</a:t>
            </a:r>
            <a:r>
              <a:rPr lang="en-US" sz="3200" dirty="0"/>
              <a:t>collision</a:t>
            </a:r>
            <a:r>
              <a:rPr lang="en-US" altLang="ja-JP" sz="3200" dirty="0"/>
              <a:t>”</a:t>
            </a:r>
            <a:r>
              <a:rPr lang="en-US" sz="3200" dirty="0"/>
              <a:t> </a:t>
            </a:r>
          </a:p>
          <a:p>
            <a:pPr marL="287338" indent="-274638">
              <a:lnSpc>
                <a:spcPct val="75000"/>
              </a:lnSpc>
              <a:defRPr/>
            </a:pPr>
            <a:r>
              <a:rPr lang="en-US" sz="3200" dirty="0">
                <a:solidFill>
                  <a:srgbClr val="C00000"/>
                </a:solidFill>
              </a:rPr>
              <a:t>random access MAC protocol </a:t>
            </a:r>
            <a:r>
              <a:rPr lang="en-US" sz="3200" dirty="0"/>
              <a:t>specifies: 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800" dirty="0"/>
              <a:t>how to detect collisions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800" dirty="0"/>
              <a:t>how to recover from collisions (e.g., via delayed retransmissions)</a:t>
            </a:r>
          </a:p>
          <a:p>
            <a:pPr marL="287338" indent="-274638">
              <a:lnSpc>
                <a:spcPct val="75000"/>
              </a:lnSpc>
              <a:defRPr/>
            </a:pPr>
            <a:r>
              <a:rPr lang="en-US" sz="3200" dirty="0"/>
              <a:t>examples of random access MAC protocols: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800" dirty="0"/>
              <a:t>ALOHA, slotted ALOHA</a:t>
            </a:r>
          </a:p>
          <a:p>
            <a:pPr lvl="1">
              <a:lnSpc>
                <a:spcPct val="75000"/>
              </a:lnSpc>
              <a:defRPr/>
            </a:pPr>
            <a:r>
              <a:rPr lang="en-US" sz="2800" dirty="0"/>
              <a:t>CSMA, CSMA/CD, CSMA/CA</a:t>
            </a:r>
          </a:p>
        </p:txBody>
      </p:sp>
    </p:spTree>
    <p:extLst>
      <p:ext uri="{BB962C8B-B14F-4D97-AF65-F5344CB8AC3E}">
        <p14:creationId xmlns:p14="http://schemas.microsoft.com/office/powerpoint/2010/main" val="124558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CSMA (carrier sense multiple access)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5E7A0B0F-2486-9640-B03D-72DF37C159B4}"/>
              </a:ext>
            </a:extLst>
          </p:cNvPr>
          <p:cNvSpPr txBox="1">
            <a:spLocks noChangeArrowheads="1"/>
          </p:cNvSpPr>
          <p:nvPr/>
        </p:nvSpPr>
        <p:spPr>
          <a:xfrm>
            <a:off x="1075221" y="1383818"/>
            <a:ext cx="10295145" cy="2220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3200" dirty="0"/>
              <a:t>simple </a:t>
            </a:r>
            <a:r>
              <a:rPr lang="en-US" sz="3200" dirty="0">
                <a:solidFill>
                  <a:srgbClr val="C00000"/>
                </a:solidFill>
              </a:rPr>
              <a:t>CSMA: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listen before transmit:</a:t>
            </a:r>
          </a:p>
          <a:p>
            <a:pPr lvl="1">
              <a:defRPr/>
            </a:pPr>
            <a:r>
              <a:rPr lang="en-US" sz="2800" dirty="0">
                <a:solidFill>
                  <a:srgbClr val="000099"/>
                </a:solidFill>
              </a:rPr>
              <a:t>if channel sensed idle:</a:t>
            </a:r>
            <a:r>
              <a:rPr lang="en-US" sz="2800" dirty="0"/>
              <a:t> transmit entire frame</a:t>
            </a:r>
          </a:p>
          <a:p>
            <a:pPr lvl="1">
              <a:defRPr/>
            </a:pPr>
            <a:r>
              <a:rPr lang="en-US" sz="2800" dirty="0">
                <a:solidFill>
                  <a:srgbClr val="000099"/>
                </a:solidFill>
              </a:rPr>
              <a:t>if channel sensed busy:</a:t>
            </a:r>
            <a:r>
              <a:rPr lang="en-US" sz="2800" dirty="0"/>
              <a:t> defer transmission </a:t>
            </a:r>
            <a:endParaRPr lang="en-US" dirty="0"/>
          </a:p>
          <a:p>
            <a:pPr>
              <a:defRPr/>
            </a:pPr>
            <a:r>
              <a:rPr lang="en-US" dirty="0"/>
              <a:t>human analogy: don</a:t>
            </a:r>
            <a:r>
              <a:rPr lang="ja-JP" altLang="en-US"/>
              <a:t>’</a:t>
            </a:r>
            <a:r>
              <a:rPr lang="en-US" dirty="0"/>
              <a:t>t interrupt others!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2C4025D2-3728-874E-8B17-43AA7C121C2A}"/>
              </a:ext>
            </a:extLst>
          </p:cNvPr>
          <p:cNvSpPr txBox="1">
            <a:spLocks noChangeArrowheads="1"/>
          </p:cNvSpPr>
          <p:nvPr/>
        </p:nvSpPr>
        <p:spPr>
          <a:xfrm>
            <a:off x="1078879" y="3646626"/>
            <a:ext cx="10158964" cy="2661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C00000"/>
                </a:solidFill>
              </a:rPr>
              <a:t>CSMA/CD: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CSMA with </a:t>
            </a:r>
            <a:r>
              <a:rPr lang="en-US" sz="3200" i="1" dirty="0">
                <a:solidFill>
                  <a:srgbClr val="0000A8"/>
                </a:solidFill>
              </a:rPr>
              <a:t>collision detection</a:t>
            </a:r>
            <a:endParaRPr lang="en-US" i="1" dirty="0">
              <a:solidFill>
                <a:srgbClr val="0000A8"/>
              </a:solidFill>
            </a:endParaRPr>
          </a:p>
          <a:p>
            <a:pPr lvl="1">
              <a:defRPr/>
            </a:pPr>
            <a:r>
              <a:rPr lang="en-US" sz="2800" dirty="0"/>
              <a:t>collisions </a:t>
            </a:r>
            <a:r>
              <a:rPr lang="en-US" sz="2800" i="1" dirty="0"/>
              <a:t>detected</a:t>
            </a:r>
            <a:r>
              <a:rPr lang="en-US" sz="2800" dirty="0"/>
              <a:t> within short time</a:t>
            </a:r>
          </a:p>
          <a:p>
            <a:pPr lvl="1">
              <a:defRPr/>
            </a:pPr>
            <a:r>
              <a:rPr lang="en-US" sz="2800" dirty="0"/>
              <a:t>colliding transmissions aborted, reducing channel wastage</a:t>
            </a:r>
          </a:p>
          <a:p>
            <a:pPr lvl="1">
              <a:defRPr/>
            </a:pPr>
            <a:r>
              <a:rPr lang="en-US" sz="2800" dirty="0"/>
              <a:t>collision detection easy in wired, difficult with wireless</a:t>
            </a:r>
          </a:p>
          <a:p>
            <a:pPr>
              <a:defRPr/>
            </a:pPr>
            <a:r>
              <a:rPr lang="en-US" dirty="0"/>
              <a:t>human analogy: the polite conversationalist </a:t>
            </a:r>
          </a:p>
        </p:txBody>
      </p:sp>
    </p:spTree>
    <p:extLst>
      <p:ext uri="{BB962C8B-B14F-4D97-AF65-F5344CB8AC3E}">
        <p14:creationId xmlns:p14="http://schemas.microsoft.com/office/powerpoint/2010/main" val="308928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“Taking turns” MAC protocols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7DEC012-599D-2741-982A-1E63B069D2CE}"/>
              </a:ext>
            </a:extLst>
          </p:cNvPr>
          <p:cNvSpPr txBox="1">
            <a:spLocks noChangeArrowheads="1"/>
          </p:cNvSpPr>
          <p:nvPr/>
        </p:nvSpPr>
        <p:spPr>
          <a:xfrm>
            <a:off x="997225" y="1454426"/>
            <a:ext cx="1059842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000099"/>
                </a:solidFill>
              </a:rPr>
              <a:t>channel partitioning MAC protocols: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sz="2800" dirty="0"/>
              <a:t>share channel </a:t>
            </a:r>
            <a:r>
              <a:rPr lang="en-US" sz="2800" i="1" dirty="0"/>
              <a:t>efficiently</a:t>
            </a:r>
            <a:r>
              <a:rPr lang="en-US" sz="2800" dirty="0"/>
              <a:t> and </a:t>
            </a:r>
            <a:r>
              <a:rPr lang="en-US" sz="2800" i="1" dirty="0"/>
              <a:t>fairly</a:t>
            </a:r>
            <a:r>
              <a:rPr lang="en-US" sz="2800" dirty="0"/>
              <a:t> at high load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sz="2800" dirty="0"/>
              <a:t>inefficient at low load: delay in channel access, 1/N bandwidth allocated even if only 1 active node! </a:t>
            </a:r>
          </a:p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000099"/>
                </a:solidFill>
              </a:rPr>
              <a:t>random access MAC protocols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sz="2800" dirty="0"/>
              <a:t>efficient at low load: single node can fully utilize channel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sz="2800" dirty="0"/>
              <a:t>high load: collision overhead</a:t>
            </a:r>
          </a:p>
          <a:p>
            <a:pPr>
              <a:buFont typeface="Wingdings" charset="0"/>
              <a:buNone/>
              <a:defRPr/>
            </a:pPr>
            <a:r>
              <a:rPr lang="en-US" altLang="ja-JP" sz="3200" dirty="0">
                <a:solidFill>
                  <a:srgbClr val="C00000"/>
                </a:solidFill>
              </a:rPr>
              <a:t>“</a:t>
            </a:r>
            <a:r>
              <a:rPr lang="en-US" sz="3200" dirty="0">
                <a:solidFill>
                  <a:srgbClr val="C00000"/>
                </a:solidFill>
              </a:rPr>
              <a:t>taking turns</a:t>
            </a:r>
            <a:r>
              <a:rPr lang="en-US" altLang="ja-JP" sz="3200" dirty="0">
                <a:solidFill>
                  <a:srgbClr val="C00000"/>
                </a:solidFill>
              </a:rPr>
              <a:t>”</a:t>
            </a:r>
            <a:r>
              <a:rPr lang="en-US" sz="3200" dirty="0">
                <a:solidFill>
                  <a:srgbClr val="C00000"/>
                </a:solidFill>
              </a:rPr>
              <a:t> protocols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en-US" sz="2800" dirty="0"/>
              <a:t>look for best of both worlds!</a:t>
            </a:r>
          </a:p>
        </p:txBody>
      </p:sp>
    </p:spTree>
    <p:extLst>
      <p:ext uri="{BB962C8B-B14F-4D97-AF65-F5344CB8AC3E}">
        <p14:creationId xmlns:p14="http://schemas.microsoft.com/office/powerpoint/2010/main" val="129216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“Taking turns” MAC protocols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40" name="Group 55">
            <a:extLst>
              <a:ext uri="{FF2B5EF4-FFF2-40B4-BE49-F238E27FC236}">
                <a16:creationId xmlns:a16="http://schemas.microsoft.com/office/drawing/2014/main" id="{3B6275CE-B441-9649-8D52-433B50F279F8}"/>
              </a:ext>
            </a:extLst>
          </p:cNvPr>
          <p:cNvGrpSpPr>
            <a:grpSpLocks/>
          </p:cNvGrpSpPr>
          <p:nvPr/>
        </p:nvGrpSpPr>
        <p:grpSpPr bwMode="auto">
          <a:xfrm>
            <a:off x="7380702" y="4061722"/>
            <a:ext cx="781050" cy="681037"/>
            <a:chOff x="-44" y="1473"/>
            <a:chExt cx="981" cy="1105"/>
          </a:xfrm>
        </p:grpSpPr>
        <p:pic>
          <p:nvPicPr>
            <p:cNvPr id="41" name="Picture 56" descr="desktop_computer_stylized_medium">
              <a:extLst>
                <a:ext uri="{FF2B5EF4-FFF2-40B4-BE49-F238E27FC236}">
                  <a16:creationId xmlns:a16="http://schemas.microsoft.com/office/drawing/2014/main" id="{AD5B23A8-9028-7946-A69F-6108F8C1F7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57">
              <a:extLst>
                <a:ext uri="{FF2B5EF4-FFF2-40B4-BE49-F238E27FC236}">
                  <a16:creationId xmlns:a16="http://schemas.microsoft.com/office/drawing/2014/main" id="{7F6A05D1-B834-4E4F-A5F1-659DEF211B6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" name="Group 58">
            <a:extLst>
              <a:ext uri="{FF2B5EF4-FFF2-40B4-BE49-F238E27FC236}">
                <a16:creationId xmlns:a16="http://schemas.microsoft.com/office/drawing/2014/main" id="{188477DB-D708-704E-BA08-92555FFAD3B4}"/>
              </a:ext>
            </a:extLst>
          </p:cNvPr>
          <p:cNvGrpSpPr>
            <a:grpSpLocks/>
          </p:cNvGrpSpPr>
          <p:nvPr/>
        </p:nvGrpSpPr>
        <p:grpSpPr bwMode="auto">
          <a:xfrm>
            <a:off x="7672802" y="3456884"/>
            <a:ext cx="781050" cy="681038"/>
            <a:chOff x="-44" y="1473"/>
            <a:chExt cx="981" cy="1105"/>
          </a:xfrm>
        </p:grpSpPr>
        <p:pic>
          <p:nvPicPr>
            <p:cNvPr id="44" name="Picture 59" descr="desktop_computer_stylized_medium">
              <a:extLst>
                <a:ext uri="{FF2B5EF4-FFF2-40B4-BE49-F238E27FC236}">
                  <a16:creationId xmlns:a16="http://schemas.microsoft.com/office/drawing/2014/main" id="{C2F8AA46-92BF-A546-B4A7-AE313733B9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60">
              <a:extLst>
                <a:ext uri="{FF2B5EF4-FFF2-40B4-BE49-F238E27FC236}">
                  <a16:creationId xmlns:a16="http://schemas.microsoft.com/office/drawing/2014/main" id="{9065835A-60BC-BD49-825D-D0AFA113913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6" name="Group 61">
            <a:extLst>
              <a:ext uri="{FF2B5EF4-FFF2-40B4-BE49-F238E27FC236}">
                <a16:creationId xmlns:a16="http://schemas.microsoft.com/office/drawing/2014/main" id="{52722999-8FB6-144D-9185-CA88A310212E}"/>
              </a:ext>
            </a:extLst>
          </p:cNvPr>
          <p:cNvGrpSpPr>
            <a:grpSpLocks/>
          </p:cNvGrpSpPr>
          <p:nvPr/>
        </p:nvGrpSpPr>
        <p:grpSpPr bwMode="auto">
          <a:xfrm>
            <a:off x="7953789" y="2842522"/>
            <a:ext cx="781050" cy="681037"/>
            <a:chOff x="-44" y="1473"/>
            <a:chExt cx="981" cy="1105"/>
          </a:xfrm>
        </p:grpSpPr>
        <p:pic>
          <p:nvPicPr>
            <p:cNvPr id="47" name="Picture 62" descr="desktop_computer_stylized_medium">
              <a:extLst>
                <a:ext uri="{FF2B5EF4-FFF2-40B4-BE49-F238E27FC236}">
                  <a16:creationId xmlns:a16="http://schemas.microsoft.com/office/drawing/2014/main" id="{9A60243E-B953-C143-941F-989137B348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Freeform 63">
              <a:extLst>
                <a:ext uri="{FF2B5EF4-FFF2-40B4-BE49-F238E27FC236}">
                  <a16:creationId xmlns:a16="http://schemas.microsoft.com/office/drawing/2014/main" id="{F9F8C73E-59BC-D44F-819C-84F05543B21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9" name="Group 64">
            <a:extLst>
              <a:ext uri="{FF2B5EF4-FFF2-40B4-BE49-F238E27FC236}">
                <a16:creationId xmlns:a16="http://schemas.microsoft.com/office/drawing/2014/main" id="{F6093AD7-1BBF-0741-A28D-954BF1EE75A9}"/>
              </a:ext>
            </a:extLst>
          </p:cNvPr>
          <p:cNvGrpSpPr>
            <a:grpSpLocks/>
          </p:cNvGrpSpPr>
          <p:nvPr/>
        </p:nvGrpSpPr>
        <p:grpSpPr bwMode="auto">
          <a:xfrm>
            <a:off x="8255414" y="2261497"/>
            <a:ext cx="781050" cy="681037"/>
            <a:chOff x="-44" y="1473"/>
            <a:chExt cx="981" cy="1105"/>
          </a:xfrm>
        </p:grpSpPr>
        <p:pic>
          <p:nvPicPr>
            <p:cNvPr id="50" name="Picture 65" descr="desktop_computer_stylized_medium">
              <a:extLst>
                <a:ext uri="{FF2B5EF4-FFF2-40B4-BE49-F238E27FC236}">
                  <a16:creationId xmlns:a16="http://schemas.microsoft.com/office/drawing/2014/main" id="{C75E769A-797A-AD45-9E53-778E5328D9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Freeform 66">
              <a:extLst>
                <a:ext uri="{FF2B5EF4-FFF2-40B4-BE49-F238E27FC236}">
                  <a16:creationId xmlns:a16="http://schemas.microsoft.com/office/drawing/2014/main" id="{F31ED49C-06C8-664E-A401-F2F8FC75AC2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2" name="Group 67">
            <a:extLst>
              <a:ext uri="{FF2B5EF4-FFF2-40B4-BE49-F238E27FC236}">
                <a16:creationId xmlns:a16="http://schemas.microsoft.com/office/drawing/2014/main" id="{289CD935-911A-2049-99E7-9636A57AD11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242688" y="2507559"/>
            <a:ext cx="781050" cy="681038"/>
            <a:chOff x="-44" y="1473"/>
            <a:chExt cx="981" cy="1105"/>
          </a:xfrm>
        </p:grpSpPr>
        <p:pic>
          <p:nvPicPr>
            <p:cNvPr id="53" name="Picture 68" descr="desktop_computer_stylized_medium">
              <a:extLst>
                <a:ext uri="{FF2B5EF4-FFF2-40B4-BE49-F238E27FC236}">
                  <a16:creationId xmlns:a16="http://schemas.microsoft.com/office/drawing/2014/main" id="{35A608C8-F6A3-CE45-8D68-148C52325F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" name="Freeform 69">
              <a:extLst>
                <a:ext uri="{FF2B5EF4-FFF2-40B4-BE49-F238E27FC236}">
                  <a16:creationId xmlns:a16="http://schemas.microsoft.com/office/drawing/2014/main" id="{0AFF8366-6773-E840-A98C-F53B7E61436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5" name="Rectangle 3">
            <a:extLst>
              <a:ext uri="{FF2B5EF4-FFF2-40B4-BE49-F238E27FC236}">
                <a16:creationId xmlns:a16="http://schemas.microsoft.com/office/drawing/2014/main" id="{8CE0F95B-BCD3-FD4A-826E-885CC3FD6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422400"/>
            <a:ext cx="5486400" cy="506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3200" kern="0" dirty="0">
                <a:solidFill>
                  <a:srgbClr val="C00000"/>
                </a:solidFill>
                <a:cs typeface="+mn-cs"/>
              </a:rPr>
              <a:t>polling:</a:t>
            </a:r>
            <a:r>
              <a:rPr lang="en-US" sz="3200" b="1" kern="0" dirty="0">
                <a:solidFill>
                  <a:srgbClr val="C00000"/>
                </a:solidFill>
                <a:cs typeface="+mn-cs"/>
              </a:rPr>
              <a:t> </a:t>
            </a:r>
            <a:endParaRPr lang="en-US" sz="3200" kern="0" dirty="0">
              <a:solidFill>
                <a:srgbClr val="C00000"/>
              </a:solidFill>
              <a:cs typeface="+mn-cs"/>
            </a:endParaRPr>
          </a:p>
          <a:p>
            <a:pPr marL="279400" indent="-228600">
              <a:defRPr/>
            </a:pPr>
            <a:r>
              <a:rPr lang="en-US" kern="0" dirty="0">
                <a:cs typeface="+mn-cs"/>
              </a:rPr>
              <a:t>master node “invites” other nodes to transmit in turn</a:t>
            </a:r>
          </a:p>
          <a:p>
            <a:pPr marL="279400" indent="-228600">
              <a:defRPr/>
            </a:pPr>
            <a:r>
              <a:rPr lang="en-US" kern="0" dirty="0">
                <a:cs typeface="+mn-cs"/>
              </a:rPr>
              <a:t>typically used with “dumb” devices</a:t>
            </a:r>
          </a:p>
          <a:p>
            <a:pPr marL="279400" indent="-228600">
              <a:defRPr/>
            </a:pPr>
            <a:r>
              <a:rPr lang="en-US" kern="0" dirty="0">
                <a:cs typeface="+mn-cs"/>
              </a:rPr>
              <a:t>concerns:</a:t>
            </a:r>
          </a:p>
          <a:p>
            <a:pPr lvl="1">
              <a:defRPr/>
            </a:pPr>
            <a:r>
              <a:rPr lang="en-US" sz="2800" kern="0" dirty="0"/>
              <a:t>polling overhead </a:t>
            </a:r>
          </a:p>
          <a:p>
            <a:pPr lvl="1">
              <a:defRPr/>
            </a:pPr>
            <a:r>
              <a:rPr lang="en-US" sz="2800" kern="0" dirty="0"/>
              <a:t>latency</a:t>
            </a:r>
          </a:p>
          <a:p>
            <a:pPr lvl="1">
              <a:defRPr/>
            </a:pPr>
            <a:r>
              <a:rPr lang="en-US" sz="2800" kern="0" dirty="0"/>
              <a:t>single point of failure (master)</a:t>
            </a:r>
          </a:p>
        </p:txBody>
      </p:sp>
      <p:sp>
        <p:nvSpPr>
          <p:cNvPr id="57" name="Line 25">
            <a:extLst>
              <a:ext uri="{FF2B5EF4-FFF2-40B4-BE49-F238E27FC236}">
                <a16:creationId xmlns:a16="http://schemas.microsoft.com/office/drawing/2014/main" id="{60DD75F2-9C28-4F4A-A443-C13B58CBB3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9464" y="2675834"/>
            <a:ext cx="254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" name="Text Box 40">
            <a:extLst>
              <a:ext uri="{FF2B5EF4-FFF2-40B4-BE49-F238E27FC236}">
                <a16:creationId xmlns:a16="http://schemas.microsoft.com/office/drawing/2014/main" id="{FC29DBC1-B823-7945-9F89-5B7142960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1237" y="3129859"/>
            <a:ext cx="958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i="0" dirty="0">
                <a:solidFill>
                  <a:srgbClr val="000000"/>
                </a:solidFill>
                <a:latin typeface="Arial" charset="0"/>
              </a:rPr>
              <a:t>master</a:t>
            </a:r>
          </a:p>
        </p:txBody>
      </p:sp>
      <p:sp>
        <p:nvSpPr>
          <p:cNvPr id="63" name="Text Box 41">
            <a:extLst>
              <a:ext uri="{FF2B5EF4-FFF2-40B4-BE49-F238E27FC236}">
                <a16:creationId xmlns:a16="http://schemas.microsoft.com/office/drawing/2014/main" id="{869514AF-D631-4E46-9113-AC5D4A63A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789" y="4715772"/>
            <a:ext cx="904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i="0" dirty="0">
                <a:solidFill>
                  <a:srgbClr val="000000"/>
                </a:solidFill>
                <a:latin typeface="Arial" charset="0"/>
              </a:rPr>
              <a:t>slaves</a:t>
            </a:r>
          </a:p>
        </p:txBody>
      </p:sp>
      <p:grpSp>
        <p:nvGrpSpPr>
          <p:cNvPr id="64" name="Group 44">
            <a:extLst>
              <a:ext uri="{FF2B5EF4-FFF2-40B4-BE49-F238E27FC236}">
                <a16:creationId xmlns:a16="http://schemas.microsoft.com/office/drawing/2014/main" id="{FE26AEED-6E71-8E40-930D-84DD30E921C6}"/>
              </a:ext>
            </a:extLst>
          </p:cNvPr>
          <p:cNvGrpSpPr>
            <a:grpSpLocks/>
          </p:cNvGrpSpPr>
          <p:nvPr/>
        </p:nvGrpSpPr>
        <p:grpSpPr bwMode="auto">
          <a:xfrm>
            <a:off x="9804814" y="2544072"/>
            <a:ext cx="560388" cy="336550"/>
            <a:chOff x="4212" y="2864"/>
            <a:chExt cx="353" cy="212"/>
          </a:xfrm>
        </p:grpSpPr>
        <p:sp>
          <p:nvSpPr>
            <p:cNvPr id="65" name="Rectangle 42">
              <a:extLst>
                <a:ext uri="{FF2B5EF4-FFF2-40B4-BE49-F238E27FC236}">
                  <a16:creationId xmlns:a16="http://schemas.microsoft.com/office/drawing/2014/main" id="{F8D43025-2512-314A-A510-1F4FB06B0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" name="Text Box 43">
              <a:extLst>
                <a:ext uri="{FF2B5EF4-FFF2-40B4-BE49-F238E27FC236}">
                  <a16:creationId xmlns:a16="http://schemas.microsoft.com/office/drawing/2014/main" id="{4C05FF3D-8B8E-004C-994F-0F93A71E42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7" y="2864"/>
              <a:ext cx="31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poll</a:t>
              </a:r>
            </a:p>
          </p:txBody>
        </p:sp>
      </p:grpSp>
      <p:grpSp>
        <p:nvGrpSpPr>
          <p:cNvPr id="67" name="Group 48">
            <a:extLst>
              <a:ext uri="{FF2B5EF4-FFF2-40B4-BE49-F238E27FC236}">
                <a16:creationId xmlns:a16="http://schemas.microsoft.com/office/drawing/2014/main" id="{FBABE685-758D-8542-8F8A-B860741BB12D}"/>
              </a:ext>
            </a:extLst>
          </p:cNvPr>
          <p:cNvGrpSpPr>
            <a:grpSpLocks/>
          </p:cNvGrpSpPr>
          <p:nvPr/>
        </p:nvGrpSpPr>
        <p:grpSpPr bwMode="auto">
          <a:xfrm>
            <a:off x="7853777" y="3466409"/>
            <a:ext cx="595312" cy="336550"/>
            <a:chOff x="4415" y="2364"/>
            <a:chExt cx="375" cy="212"/>
          </a:xfrm>
        </p:grpSpPr>
        <p:sp>
          <p:nvSpPr>
            <p:cNvPr id="68" name="Rectangle 46">
              <a:extLst>
                <a:ext uri="{FF2B5EF4-FFF2-40B4-BE49-F238E27FC236}">
                  <a16:creationId xmlns:a16="http://schemas.microsoft.com/office/drawing/2014/main" id="{BC4AD792-1ADD-6C44-BAB4-C92901F5D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9" name="Text Box 47">
              <a:extLst>
                <a:ext uri="{FF2B5EF4-FFF2-40B4-BE49-F238E27FC236}">
                  <a16:creationId xmlns:a16="http://schemas.microsoft.com/office/drawing/2014/main" id="{1F65274E-CD85-AC43-BFD4-1FA46A64C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data</a:t>
              </a:r>
            </a:p>
          </p:txBody>
        </p:sp>
      </p:grpSp>
      <p:grpSp>
        <p:nvGrpSpPr>
          <p:cNvPr id="70" name="Group 49">
            <a:extLst>
              <a:ext uri="{FF2B5EF4-FFF2-40B4-BE49-F238E27FC236}">
                <a16:creationId xmlns:a16="http://schemas.microsoft.com/office/drawing/2014/main" id="{2EDB6C70-4A25-4D44-B1FD-20768EAD1E7B}"/>
              </a:ext>
            </a:extLst>
          </p:cNvPr>
          <p:cNvGrpSpPr>
            <a:grpSpLocks/>
          </p:cNvGrpSpPr>
          <p:nvPr/>
        </p:nvGrpSpPr>
        <p:grpSpPr bwMode="auto">
          <a:xfrm>
            <a:off x="8360189" y="2348809"/>
            <a:ext cx="595313" cy="336550"/>
            <a:chOff x="4415" y="2364"/>
            <a:chExt cx="375" cy="212"/>
          </a:xfrm>
        </p:grpSpPr>
        <p:sp>
          <p:nvSpPr>
            <p:cNvPr id="71" name="Rectangle 50">
              <a:extLst>
                <a:ext uri="{FF2B5EF4-FFF2-40B4-BE49-F238E27FC236}">
                  <a16:creationId xmlns:a16="http://schemas.microsoft.com/office/drawing/2014/main" id="{20480C82-EB8A-5240-8BAD-98AA24965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" name="Text Box 51">
              <a:extLst>
                <a:ext uri="{FF2B5EF4-FFF2-40B4-BE49-F238E27FC236}">
                  <a16:creationId xmlns:a16="http://schemas.microsoft.com/office/drawing/2014/main" id="{D988106A-1869-B541-BA6D-CFB733C1B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data</a:t>
              </a: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E6D07A-A0BF-C74B-BB2B-A59B972B318B}"/>
              </a:ext>
            </a:extLst>
          </p:cNvPr>
          <p:cNvCxnSpPr>
            <a:cxnSpLocks/>
          </p:cNvCxnSpPr>
          <p:nvPr/>
        </p:nvCxnSpPr>
        <p:spPr>
          <a:xfrm>
            <a:off x="9003957" y="3002692"/>
            <a:ext cx="12933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72BE971-AA12-664E-93FB-DBB1931433BD}"/>
              </a:ext>
            </a:extLst>
          </p:cNvPr>
          <p:cNvCxnSpPr>
            <a:cxnSpLocks/>
            <a:endCxn id="57" idx="1"/>
          </p:cNvCxnSpPr>
          <p:nvPr/>
        </p:nvCxnSpPr>
        <p:spPr>
          <a:xfrm flipV="1">
            <a:off x="8896147" y="2675835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A478E79-5AC5-614B-8297-DD23BBE28695}"/>
              </a:ext>
            </a:extLst>
          </p:cNvPr>
          <p:cNvCxnSpPr>
            <a:cxnSpLocks/>
          </p:cNvCxnSpPr>
          <p:nvPr/>
        </p:nvCxnSpPr>
        <p:spPr>
          <a:xfrm flipV="1">
            <a:off x="8311979" y="2673178"/>
            <a:ext cx="848497" cy="17752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69464FC-DF27-7B49-8A28-F58EF7D050CC}"/>
              </a:ext>
            </a:extLst>
          </p:cNvPr>
          <p:cNvCxnSpPr>
            <a:cxnSpLocks/>
          </p:cNvCxnSpPr>
          <p:nvPr/>
        </p:nvCxnSpPr>
        <p:spPr>
          <a:xfrm flipV="1">
            <a:off x="8607823" y="3240127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C038B1A-EC48-DF49-BAF8-AAB10C7A0469}"/>
              </a:ext>
            </a:extLst>
          </p:cNvPr>
          <p:cNvCxnSpPr>
            <a:cxnSpLocks/>
          </p:cNvCxnSpPr>
          <p:nvPr/>
        </p:nvCxnSpPr>
        <p:spPr>
          <a:xfrm flipV="1">
            <a:off x="8327736" y="3862084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D0EF837-C726-B14A-ACB8-A7DF9B1CD803}"/>
              </a:ext>
            </a:extLst>
          </p:cNvPr>
          <p:cNvCxnSpPr>
            <a:cxnSpLocks/>
          </p:cNvCxnSpPr>
          <p:nvPr/>
        </p:nvCxnSpPr>
        <p:spPr>
          <a:xfrm flipV="1">
            <a:off x="8051769" y="4446971"/>
            <a:ext cx="267317" cy="14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72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07 L -0.09192 0.0007 L -0.07812 -0.03426 L -0.15195 -0.03426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30" y="-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96296E-6 L 0.06119 -2.96296E-6 C 0.0582 0.00996 0.0552 0.02014 0.05234 0.0301 C 0.08268 0.0294 0.12057 0.03148 0.15117 0.03102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2" y="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12 0.00116 L -0.05351 0.00069 L -0.08984 0.14306 L -0.15338 0.14306 " pathEditMode="relative" rAng="0" ptsTypes="AAAA">
                                      <p:cBhvr>
                                        <p:cTn id="28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75" y="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59259E-6 L 0.06706 -0.00185 L 0.10156 -0.13379 C 0.13294 -0.13426 0.17982 -0.1331 0.21133 -0.13356 " pathEditMode="relative" rAng="0" ptsTypes="AAAA">
                                      <p:cBhvr>
                                        <p:cTn id="37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60" y="-6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“Taking turns” MAC protocols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7ABC6A0D-B10D-5A4E-940B-72970522E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600" y="1490663"/>
            <a:ext cx="51943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3200" dirty="0">
                <a:solidFill>
                  <a:srgbClr val="C00000"/>
                </a:solidFill>
                <a:cs typeface="+mn-cs"/>
              </a:rPr>
              <a:t>token passing:</a:t>
            </a:r>
            <a:endParaRPr lang="en-US" sz="3200" b="1" dirty="0">
              <a:solidFill>
                <a:srgbClr val="C00000"/>
              </a:solidFill>
              <a:cs typeface="+mn-cs"/>
            </a:endParaRPr>
          </a:p>
          <a:p>
            <a:pPr marL="393700" indent="-2794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0" dirty="0">
                <a:cs typeface="+mn-cs"/>
              </a:rPr>
              <a:t>control </a:t>
            </a:r>
            <a:r>
              <a:rPr lang="en-US" sz="3200" i="1" dirty="0">
                <a:solidFill>
                  <a:srgbClr val="C00000"/>
                </a:solidFill>
                <a:cs typeface="+mn-cs"/>
              </a:rPr>
              <a:t>token</a:t>
            </a:r>
            <a:r>
              <a:rPr lang="en-US" sz="2800" b="1" i="0" dirty="0">
                <a:cs typeface="+mn-cs"/>
              </a:rPr>
              <a:t> </a:t>
            </a:r>
            <a:r>
              <a:rPr lang="en-US" sz="2800" i="0" dirty="0">
                <a:cs typeface="+mn-cs"/>
              </a:rPr>
              <a:t>passed from one node to next sequentially.</a:t>
            </a:r>
          </a:p>
          <a:p>
            <a:pPr marL="393700" indent="-2794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0" dirty="0">
                <a:cs typeface="+mn-cs"/>
              </a:rPr>
              <a:t>token message</a:t>
            </a:r>
          </a:p>
          <a:p>
            <a:pPr marL="393700" indent="-2794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0" dirty="0">
                <a:cs typeface="+mn-cs"/>
              </a:rPr>
              <a:t>concerns:</a:t>
            </a:r>
          </a:p>
          <a:p>
            <a:pPr marL="914400" lvl="1" indent="-2921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/>
            </a:pPr>
            <a:r>
              <a:rPr lang="en-US" sz="2800" i="0" dirty="0">
                <a:cs typeface="+mn-cs"/>
              </a:rPr>
              <a:t>token overhead </a:t>
            </a:r>
          </a:p>
          <a:p>
            <a:pPr marL="914400" lvl="1" indent="-2921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/>
            </a:pPr>
            <a:r>
              <a:rPr lang="en-US" sz="2800" i="0" dirty="0">
                <a:cs typeface="+mn-cs"/>
              </a:rPr>
              <a:t>latency</a:t>
            </a:r>
          </a:p>
          <a:p>
            <a:pPr marL="914400" lvl="1" indent="-2921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/>
            </a:pPr>
            <a:r>
              <a:rPr lang="en-US" sz="2800" i="0" dirty="0">
                <a:cs typeface="+mn-cs"/>
              </a:rPr>
              <a:t>single point of failure (token)</a:t>
            </a:r>
          </a:p>
        </p:txBody>
      </p:sp>
      <p:grpSp>
        <p:nvGrpSpPr>
          <p:cNvPr id="90" name="Group 21">
            <a:extLst>
              <a:ext uri="{FF2B5EF4-FFF2-40B4-BE49-F238E27FC236}">
                <a16:creationId xmlns:a16="http://schemas.microsoft.com/office/drawing/2014/main" id="{F79F0332-2A39-5D4D-809F-42104668D479}"/>
              </a:ext>
            </a:extLst>
          </p:cNvPr>
          <p:cNvGrpSpPr>
            <a:grpSpLocks/>
          </p:cNvGrpSpPr>
          <p:nvPr/>
        </p:nvGrpSpPr>
        <p:grpSpPr bwMode="auto">
          <a:xfrm>
            <a:off x="9718675" y="3262312"/>
            <a:ext cx="781050" cy="681038"/>
            <a:chOff x="-44" y="1473"/>
            <a:chExt cx="981" cy="1105"/>
          </a:xfrm>
        </p:grpSpPr>
        <p:pic>
          <p:nvPicPr>
            <p:cNvPr id="91" name="Picture 22" descr="desktop_computer_stylized_medium">
              <a:extLst>
                <a:ext uri="{FF2B5EF4-FFF2-40B4-BE49-F238E27FC236}">
                  <a16:creationId xmlns:a16="http://schemas.microsoft.com/office/drawing/2014/main" id="{AA301A88-DFF1-7246-96EB-05C4256C8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AAB1F938-F1F7-DD4B-A772-4AFC392D920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3" name="Group 24">
            <a:extLst>
              <a:ext uri="{FF2B5EF4-FFF2-40B4-BE49-F238E27FC236}">
                <a16:creationId xmlns:a16="http://schemas.microsoft.com/office/drawing/2014/main" id="{6AA03958-EE62-044B-BF1C-41B2BCCE691A}"/>
              </a:ext>
            </a:extLst>
          </p:cNvPr>
          <p:cNvGrpSpPr>
            <a:grpSpLocks/>
          </p:cNvGrpSpPr>
          <p:nvPr/>
        </p:nvGrpSpPr>
        <p:grpSpPr bwMode="auto">
          <a:xfrm>
            <a:off x="7004050" y="3219450"/>
            <a:ext cx="781050" cy="681037"/>
            <a:chOff x="-44" y="1473"/>
            <a:chExt cx="981" cy="1105"/>
          </a:xfrm>
        </p:grpSpPr>
        <p:pic>
          <p:nvPicPr>
            <p:cNvPr id="94" name="Picture 25" descr="desktop_computer_stylized_medium">
              <a:extLst>
                <a:ext uri="{FF2B5EF4-FFF2-40B4-BE49-F238E27FC236}">
                  <a16:creationId xmlns:a16="http://schemas.microsoft.com/office/drawing/2014/main" id="{077F0454-E719-4041-9268-E18204D1F3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26">
              <a:extLst>
                <a:ext uri="{FF2B5EF4-FFF2-40B4-BE49-F238E27FC236}">
                  <a16:creationId xmlns:a16="http://schemas.microsoft.com/office/drawing/2014/main" id="{6FB8E7BB-59E7-CA4F-BB91-53C073626FE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6" name="Group 27">
            <a:extLst>
              <a:ext uri="{FF2B5EF4-FFF2-40B4-BE49-F238E27FC236}">
                <a16:creationId xmlns:a16="http://schemas.microsoft.com/office/drawing/2014/main" id="{70A0741A-F761-3D4A-B7B8-6775DC2EDAA6}"/>
              </a:ext>
            </a:extLst>
          </p:cNvPr>
          <p:cNvGrpSpPr>
            <a:grpSpLocks/>
          </p:cNvGrpSpPr>
          <p:nvPr/>
        </p:nvGrpSpPr>
        <p:grpSpPr bwMode="auto">
          <a:xfrm>
            <a:off x="8321675" y="1555750"/>
            <a:ext cx="781050" cy="681037"/>
            <a:chOff x="-44" y="1473"/>
            <a:chExt cx="981" cy="1105"/>
          </a:xfrm>
        </p:grpSpPr>
        <p:pic>
          <p:nvPicPr>
            <p:cNvPr id="97" name="Picture 28" descr="desktop_computer_stylized_medium">
              <a:extLst>
                <a:ext uri="{FF2B5EF4-FFF2-40B4-BE49-F238E27FC236}">
                  <a16:creationId xmlns:a16="http://schemas.microsoft.com/office/drawing/2014/main" id="{0DCB9A69-88E8-EF42-BA62-8E91745EA9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8" name="Freeform 29">
              <a:extLst>
                <a:ext uri="{FF2B5EF4-FFF2-40B4-BE49-F238E27FC236}">
                  <a16:creationId xmlns:a16="http://schemas.microsoft.com/office/drawing/2014/main" id="{77549C09-8E2F-B34B-A7BD-DE20ADB3FBA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9" name="Group 30">
            <a:extLst>
              <a:ext uri="{FF2B5EF4-FFF2-40B4-BE49-F238E27FC236}">
                <a16:creationId xmlns:a16="http://schemas.microsoft.com/office/drawing/2014/main" id="{A7706246-9BB2-2644-8142-F34F4D57B77F}"/>
              </a:ext>
            </a:extLst>
          </p:cNvPr>
          <p:cNvGrpSpPr>
            <a:grpSpLocks/>
          </p:cNvGrpSpPr>
          <p:nvPr/>
        </p:nvGrpSpPr>
        <p:grpSpPr bwMode="auto">
          <a:xfrm>
            <a:off x="8375650" y="5003800"/>
            <a:ext cx="781050" cy="681037"/>
            <a:chOff x="-44" y="1473"/>
            <a:chExt cx="981" cy="1105"/>
          </a:xfrm>
        </p:grpSpPr>
        <p:pic>
          <p:nvPicPr>
            <p:cNvPr id="100" name="Picture 31" descr="desktop_computer_stylized_medium">
              <a:extLst>
                <a:ext uri="{FF2B5EF4-FFF2-40B4-BE49-F238E27FC236}">
                  <a16:creationId xmlns:a16="http://schemas.microsoft.com/office/drawing/2014/main" id="{A1D9607F-7083-0E4A-A8CA-5863479A10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" name="Freeform 32">
              <a:extLst>
                <a:ext uri="{FF2B5EF4-FFF2-40B4-BE49-F238E27FC236}">
                  <a16:creationId xmlns:a16="http://schemas.microsoft.com/office/drawing/2014/main" id="{462AFBE0-4717-E74E-AB56-D544737FA80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02" name="Oval 8">
            <a:extLst>
              <a:ext uri="{FF2B5EF4-FFF2-40B4-BE49-F238E27FC236}">
                <a16:creationId xmlns:a16="http://schemas.microsoft.com/office/drawing/2014/main" id="{A041F791-B432-CF4C-AACC-8AFE57D1D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0188" y="2212975"/>
            <a:ext cx="2046287" cy="2778125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3" name="Rectangle 12">
            <a:extLst>
              <a:ext uri="{FF2B5EF4-FFF2-40B4-BE49-F238E27FC236}">
                <a16:creationId xmlns:a16="http://schemas.microsoft.com/office/drawing/2014/main" id="{6AC22150-8F46-3041-AAEA-474DE6E3C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4738" y="1320800"/>
            <a:ext cx="274637" cy="320675"/>
          </a:xfrm>
          <a:prstGeom prst="rect">
            <a:avLst/>
          </a:prstGeom>
          <a:solidFill>
            <a:srgbClr val="00CC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</a:t>
            </a:r>
          </a:p>
        </p:txBody>
      </p:sp>
      <p:sp>
        <p:nvSpPr>
          <p:cNvPr id="104" name="Rectangle 15">
            <a:extLst>
              <a:ext uri="{FF2B5EF4-FFF2-40B4-BE49-F238E27FC236}">
                <a16:creationId xmlns:a16="http://schemas.microsoft.com/office/drawing/2014/main" id="{3468BED1-087C-6944-8F78-7663707B6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150" y="5603875"/>
            <a:ext cx="811213" cy="32067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data</a:t>
            </a:r>
          </a:p>
        </p:txBody>
      </p:sp>
      <p:sp>
        <p:nvSpPr>
          <p:cNvPr id="105" name="Text Box 16">
            <a:extLst>
              <a:ext uri="{FF2B5EF4-FFF2-40B4-BE49-F238E27FC236}">
                <a16:creationId xmlns:a16="http://schemas.microsoft.com/office/drawing/2014/main" id="{334C38E1-E62C-0649-87D5-B690850A1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013" y="2674937"/>
            <a:ext cx="1009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</a:rPr>
              <a:t>(nothing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</a:rPr>
              <a:t>to send)</a:t>
            </a:r>
          </a:p>
        </p:txBody>
      </p:sp>
      <p:sp>
        <p:nvSpPr>
          <p:cNvPr id="106" name="Rectangle 17">
            <a:extLst>
              <a:ext uri="{FF2B5EF4-FFF2-40B4-BE49-F238E27FC236}">
                <a16:creationId xmlns:a16="http://schemas.microsoft.com/office/drawing/2014/main" id="{729551C3-F670-FC4F-8E80-793BFE22C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900" y="3338512"/>
            <a:ext cx="274638" cy="320675"/>
          </a:xfrm>
          <a:prstGeom prst="rect">
            <a:avLst/>
          </a:prstGeom>
          <a:solidFill>
            <a:srgbClr val="00CC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95530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3658 C 0.0069 0.06435 0.00117 0.09283 0.00143 0.10509 C 0.00156 0.11736 0.00664 0.10695 0.00013 0.10996 C -0.00625 0.11297 -0.02357 0.11273 -0.03737 0.12338 C -0.05104 0.13403 -0.0694 0.14445 -0.08229 0.17338 C -0.09518 0.20232 -0.10326 0.27847 -0.11471 0.29676 C -0.12617 0.31505 -0.14336 0.28611 -0.15104 0.28334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79" y="1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81481E-6 C 0.01354 -0.0044 0.02708 -0.0088 0.03503 0.00671 C 0.0431 0.02222 0.04232 0.06875 0.04753 0.09328 C 0.05273 0.11782 0.05534 0.13402 0.06628 0.15347 C 0.07721 0.17291 0.09987 0.19861 0.11367 0.20995 C 0.1276 0.22129 0.14336 0.20925 0.15 0.22175 C 0.15664 0.23425 0.15521 0.25949 0.15378 0.28495 " pathEditMode="relative" rAng="0" ptsTypes="AAAAAAA">
                                      <p:cBhvr>
                                        <p:cTn id="19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47" y="1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2431 C 0.01315 -0.0581 0.00768 -0.09167 0.01367 -0.10926 C 0.01979 -0.12685 0.04115 -0.11273 0.05508 -0.1294 C 0.06888 -0.14607 0.0875 -0.1794 0.09753 -0.20926 C 0.10768 -0.23912 0.11367 -0.27824 0.1151 -0.30926 C 0.11654 -0.34028 0.11367 -0.36782 0.10625 -0.39607 C 0.09883 -0.42431 0.08451 -0.45949 0.06992 -0.4794 C 0.05534 -0.49931 0.03138 -0.50995 0.01875 -0.51597 C 0.00612 -0.52199 0.00521 -0.51875 -0.00625 -0.51597 C -0.01771 -0.5132 -0.03698 -0.51134 -0.05 -0.49931 C -0.06302 -0.48727 -0.07604 -0.46343 -0.0849 -0.44421 C -0.09375 -0.425 -0.10013 -0.4044 -0.10365 -0.38426 C -0.10716 -0.36412 -0.1056 -0.34375 -0.10625 -0.32269 C -0.1069 -0.30162 -0.11029 -0.27801 -0.10742 -0.25764 C -0.10469 -0.23727 -0.097 -0.21852 -0.08997 -0.20093 C -0.08281 -0.18333 -0.07552 -0.1669 -0.06497 -0.15255 C -0.0543 -0.1382 -0.03763 -0.12107 -0.02617 -0.11435 C -0.01471 -0.10764 -0.00169 -0.11806 0.00378 -0.11273 C 0.00938 -0.10741 0.00677 -0.09931 0.00742 -0.08264 C 0.0082 -0.06597 0.00781 -0.03935 0.00742 -0.01273 " pathEditMode="relative" rAng="0" ptsTypes="AAAAAAAAAAAAAAAAAAAA">
                                      <p:cBhvr>
                                        <p:cTn id="23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6" y="-2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3" grpId="1" animBg="1"/>
      <p:bldP spid="104" grpId="0" animBg="1"/>
      <p:bldP spid="104" grpId="1" animBg="1"/>
      <p:bldP spid="105" grpId="0"/>
      <p:bldP spid="106" grpId="0" animBg="1"/>
      <p:bldP spid="106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MAC addresses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EBB3351-6E63-CD4D-9FD2-D6498F65C79A}"/>
              </a:ext>
            </a:extLst>
          </p:cNvPr>
          <p:cNvSpPr txBox="1">
            <a:spLocks noChangeArrowheads="1"/>
          </p:cNvSpPr>
          <p:nvPr/>
        </p:nvSpPr>
        <p:spPr>
          <a:xfrm>
            <a:off x="877956" y="1480930"/>
            <a:ext cx="10903227" cy="1981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defRPr/>
            </a:pPr>
            <a:r>
              <a:rPr lang="en-US" sz="3200" dirty="0"/>
              <a:t>32-bit IP address: </a:t>
            </a:r>
          </a:p>
          <a:p>
            <a:pPr lvl="1">
              <a:defRPr/>
            </a:pPr>
            <a:r>
              <a:rPr lang="en-US" sz="2800" i="1" dirty="0"/>
              <a:t>network-layer</a:t>
            </a:r>
            <a:r>
              <a:rPr lang="en-US" sz="2800" dirty="0"/>
              <a:t> address for interface</a:t>
            </a:r>
          </a:p>
          <a:p>
            <a:pPr lvl="1">
              <a:defRPr/>
            </a:pPr>
            <a:r>
              <a:rPr lang="en-US" sz="2800" dirty="0"/>
              <a:t>used for layer 3 (network layer) forwarding</a:t>
            </a:r>
          </a:p>
          <a:p>
            <a:pPr lvl="1">
              <a:defRPr/>
            </a:pPr>
            <a:r>
              <a:rPr lang="en-US" sz="2800" dirty="0"/>
              <a:t>e.g.: 128.119.40.136</a:t>
            </a:r>
          </a:p>
          <a:p>
            <a:pPr lvl="1"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51F861-D4AD-CD46-A67F-018CCE6A2B4D}"/>
              </a:ext>
            </a:extLst>
          </p:cNvPr>
          <p:cNvSpPr txBox="1">
            <a:spLocks noChangeArrowheads="1"/>
          </p:cNvSpPr>
          <p:nvPr/>
        </p:nvSpPr>
        <p:spPr>
          <a:xfrm>
            <a:off x="925425" y="3402170"/>
            <a:ext cx="10903227" cy="2264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defRPr/>
            </a:pPr>
            <a:r>
              <a:rPr lang="en-US" sz="3200" dirty="0"/>
              <a:t>MAC (or LAN or physical or Ethernet) address: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</a:p>
          <a:p>
            <a:pPr lvl="1">
              <a:defRPr/>
            </a:pPr>
            <a:r>
              <a:rPr lang="en-US" sz="2800" dirty="0"/>
              <a:t>function: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>
                <a:solidFill>
                  <a:srgbClr val="0000A8"/>
                </a:solidFill>
              </a:rPr>
              <a:t>used “locally” to get frame from one interface to another physically-connected interface (same subnet, in IP-addressing sense)</a:t>
            </a:r>
          </a:p>
          <a:p>
            <a:pPr lvl="1">
              <a:defRPr/>
            </a:pPr>
            <a:r>
              <a:rPr lang="en-US" sz="2800" dirty="0"/>
              <a:t>48-bit MAC address (for most LANs) burned in NIC ROM, also sometimes software settable</a:t>
            </a:r>
          </a:p>
          <a:p>
            <a:pPr lvl="1">
              <a:defRPr/>
            </a:pPr>
            <a:endParaRPr lang="en-US" dirty="0">
              <a:latin typeface="Gill Sans MT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3974C1-45B4-5341-A96C-26EFA0BC954B}"/>
              </a:ext>
            </a:extLst>
          </p:cNvPr>
          <p:cNvGrpSpPr/>
          <p:nvPr/>
        </p:nvGrpSpPr>
        <p:grpSpPr>
          <a:xfrm>
            <a:off x="912934" y="5533272"/>
            <a:ext cx="10903227" cy="903016"/>
            <a:chOff x="912934" y="5533272"/>
            <a:chExt cx="10903227" cy="903016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4108502E-90D7-684B-A7CF-A0EB238E3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9171" y="5789957"/>
              <a:ext cx="3388685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99"/>
                  </a:solidFill>
                  <a:latin typeface="+mn-lt"/>
                  <a:cs typeface="+mn-cs"/>
                </a:rPr>
                <a:t>hexadecimal (base 16) notation</a:t>
              </a:r>
            </a:p>
            <a:p>
              <a:pPr>
                <a:defRPr/>
              </a:pPr>
              <a:r>
                <a:rPr lang="en-US" dirty="0">
                  <a:solidFill>
                    <a:srgbClr val="000099"/>
                  </a:solidFill>
                  <a:latin typeface="+mn-lt"/>
                  <a:cs typeface="+mn-cs"/>
                </a:rPr>
                <a:t>(each </a:t>
              </a:r>
              <a:r>
                <a:rPr lang="en-US" dirty="0">
                  <a:solidFill>
                    <a:srgbClr val="000099"/>
                  </a:solidFill>
                  <a:latin typeface="+mn-lt"/>
                </a:rPr>
                <a:t>“</a:t>
              </a:r>
              <a:r>
                <a:rPr lang="en-US" dirty="0">
                  <a:solidFill>
                    <a:srgbClr val="000099"/>
                  </a:solidFill>
                  <a:latin typeface="+mn-lt"/>
                  <a:cs typeface="+mn-cs"/>
                </a:rPr>
                <a:t>numeral</a:t>
              </a:r>
              <a:r>
                <a:rPr lang="en-US" dirty="0">
                  <a:solidFill>
                    <a:srgbClr val="000099"/>
                  </a:solidFill>
                  <a:latin typeface="+mn-lt"/>
                </a:rPr>
                <a:t>” </a:t>
              </a:r>
              <a:r>
                <a:rPr lang="en-US" dirty="0">
                  <a:solidFill>
                    <a:srgbClr val="000099"/>
                  </a:solidFill>
                  <a:latin typeface="+mn-lt"/>
                  <a:cs typeface="+mn-cs"/>
                </a:rPr>
                <a:t>represents 4 bits)</a:t>
              </a: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F3EB23B5-9722-524B-A947-6BAB90B5BF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21744" y="5895906"/>
              <a:ext cx="623681" cy="2133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D04D30B9-A03D-3D4E-82B8-D739C54E39F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12934" y="5533272"/>
              <a:ext cx="10903227" cy="58271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defRPr/>
              </a:pPr>
              <a:r>
                <a:rPr lang="en-US" sz="2800" dirty="0"/>
                <a:t>e.g.: 1A-2F-BB-76-09-AD</a:t>
              </a:r>
            </a:p>
            <a:p>
              <a:pPr lvl="1">
                <a:defRPr/>
              </a:pPr>
              <a:endParaRPr lang="en-US" dirty="0">
                <a:latin typeface="Gill Sans M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0512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8734" y="4271477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3225" y="3351624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59594" y="5298866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MAC addresses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5" name="Text Box 4">
            <a:extLst>
              <a:ext uri="{FF2B5EF4-FFF2-40B4-BE49-F238E27FC236}">
                <a16:creationId xmlns:a16="http://schemas.microsoft.com/office/drawing/2014/main" id="{639A8D23-CDBF-2646-8186-B37431299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16922"/>
            <a:ext cx="833125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i="0" dirty="0">
                <a:solidFill>
                  <a:srgbClr val="000000"/>
                </a:solidFill>
                <a:latin typeface="+mn-lt"/>
              </a:rPr>
              <a:t>each interface on LAN </a:t>
            </a:r>
          </a:p>
          <a:p>
            <a:pPr marL="457200" indent="-274638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lang="en-US" sz="2800" i="0" dirty="0">
                <a:solidFill>
                  <a:srgbClr val="000000"/>
                </a:solidFill>
                <a:latin typeface="+mn-lt"/>
              </a:rPr>
              <a:t>has unique 48-bit </a:t>
            </a:r>
            <a:r>
              <a:rPr lang="en-US" sz="2800" i="0" dirty="0">
                <a:solidFill>
                  <a:srgbClr val="0000A8"/>
                </a:solidFill>
                <a:latin typeface="+mn-lt"/>
              </a:rPr>
              <a:t>MAC</a:t>
            </a:r>
            <a:r>
              <a:rPr lang="en-US" sz="2800" i="0" dirty="0">
                <a:solidFill>
                  <a:srgbClr val="000000"/>
                </a:solidFill>
                <a:latin typeface="+mn-lt"/>
              </a:rPr>
              <a:t> address</a:t>
            </a:r>
          </a:p>
          <a:p>
            <a:pPr marL="457200" indent="-274638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A8"/>
              </a:buClr>
              <a:buFont typeface="Wingdings" pitchFamily="2" charset="2"/>
              <a:buChar char="§"/>
              <a:defRPr/>
            </a:pPr>
            <a:r>
              <a:rPr lang="en-US" sz="2800" i="0" dirty="0">
                <a:solidFill>
                  <a:srgbClr val="000000"/>
                </a:solidFill>
                <a:latin typeface="+mn-lt"/>
              </a:rPr>
              <a:t>has a locally unique 32-bit IP address (as we’ve seen)</a:t>
            </a: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425937" y="3593615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46825" y="4320484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2" name="Text Box 24">
            <a:extLst>
              <a:ext uri="{FF2B5EF4-FFF2-40B4-BE49-F238E27FC236}">
                <a16:creationId xmlns:a16="http://schemas.microsoft.com/office/drawing/2014/main" id="{0B96A29F-FA92-4046-A8C4-553BE3BB4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0648" y="3308137"/>
            <a:ext cx="1781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1A-2F-BB-76-09-AD</a:t>
            </a: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5327" y="4436502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9197" y="4779066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58-23-D7-FA-20-B0</a:t>
            </a:r>
          </a:p>
        </p:txBody>
      </p:sp>
      <p:sp>
        <p:nvSpPr>
          <p:cNvPr id="56" name="Line 28">
            <a:extLst>
              <a:ext uri="{FF2B5EF4-FFF2-40B4-BE49-F238E27FC236}">
                <a16:creationId xmlns:a16="http://schemas.microsoft.com/office/drawing/2014/main" id="{75320AB1-33FB-E441-96FA-8A3695961F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2781" y="5733635"/>
            <a:ext cx="3603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7" name="Text Box 29">
            <a:extLst>
              <a:ext uri="{FF2B5EF4-FFF2-40B4-BE49-F238E27FC236}">
                <a16:creationId xmlns:a16="http://schemas.microsoft.com/office/drawing/2014/main" id="{5200AA6C-1F84-3F41-9A67-F6A4557B0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122" y="5577774"/>
            <a:ext cx="174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0C-C4-11-6F-E3-98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5234" y="4427052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659" y="4801702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71-65-F7-2B-08-53</a:t>
            </a:r>
          </a:p>
        </p:txBody>
      </p:sp>
      <p:sp>
        <p:nvSpPr>
          <p:cNvPr id="60" name="Text Box 32">
            <a:extLst>
              <a:ext uri="{FF2B5EF4-FFF2-40B4-BE49-F238E27FC236}">
                <a16:creationId xmlns:a16="http://schemas.microsoft.com/office/drawing/2014/main" id="{4D80277F-6853-7C4B-8A3B-77BAE9A5A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7374" y="3992146"/>
            <a:ext cx="217335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</a:rPr>
              <a:t>   </a:t>
            </a:r>
            <a:r>
              <a:rPr lang="en-US" i="0" dirty="0">
                <a:solidFill>
                  <a:srgbClr val="000000"/>
                </a:solidFill>
                <a:latin typeface="+mn-lt"/>
              </a:rPr>
              <a:t>LAN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i="0" dirty="0">
                <a:solidFill>
                  <a:srgbClr val="000000"/>
                </a:solidFill>
                <a:latin typeface="+mn-lt"/>
              </a:rPr>
              <a:t>(wired or wireless)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+mn-lt"/>
              </a:rPr>
              <a:t>137.196.7/24</a:t>
            </a:r>
            <a:endParaRPr lang="en-US" i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8853" y="3353446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030223" y="2820774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597155" y="4139781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678" y="5606756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31860" y="4201701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3922434" y="3893652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7880069" y="4049022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04DD163-DABA-C240-A6C6-E33234DB2F4D}"/>
              </a:ext>
            </a:extLst>
          </p:cNvPr>
          <p:cNvCxnSpPr/>
          <p:nvPr/>
        </p:nvCxnSpPr>
        <p:spPr>
          <a:xfrm flipH="1">
            <a:off x="6719722" y="3486836"/>
            <a:ext cx="254833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5832544" y="5800310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7" name="Text Box 33">
            <a:extLst>
              <a:ext uri="{FF2B5EF4-FFF2-40B4-BE49-F238E27FC236}">
                <a16:creationId xmlns:a16="http://schemas.microsoft.com/office/drawing/2014/main" id="{4D60F09C-EEAE-8949-89C9-70CE657C8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458" y="309369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137.196.7.78</a:t>
            </a:r>
          </a:p>
        </p:txBody>
      </p: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3609" y="4977848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89" name="Text Box 39">
            <a:extLst>
              <a:ext uri="{FF2B5EF4-FFF2-40B4-BE49-F238E27FC236}">
                <a16:creationId xmlns:a16="http://schemas.microsoft.com/office/drawing/2014/main" id="{2D84C91A-F7A7-644A-9323-5E12ED7E9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75" y="5795342"/>
            <a:ext cx="1217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137.196.7.88</a:t>
            </a:r>
          </a:p>
        </p:txBody>
      </p: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2352" y="5017604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137.196.7.23</a:t>
            </a:r>
          </a:p>
        </p:txBody>
      </p:sp>
    </p:spTree>
    <p:extLst>
      <p:ext uri="{BB962C8B-B14F-4D97-AF65-F5344CB8AC3E}">
        <p14:creationId xmlns:p14="http://schemas.microsoft.com/office/powerpoint/2010/main" val="369097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ARP: address resolution protocol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1271A-DBC6-204B-8B80-84096104E623}"/>
              </a:ext>
            </a:extLst>
          </p:cNvPr>
          <p:cNvSpPr txBox="1">
            <a:spLocks noChangeArrowheads="1"/>
          </p:cNvSpPr>
          <p:nvPr/>
        </p:nvSpPr>
        <p:spPr>
          <a:xfrm>
            <a:off x="6082748" y="2344599"/>
            <a:ext cx="5193195" cy="953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0"/>
              <a:buNone/>
              <a:defRPr/>
            </a:pPr>
            <a:r>
              <a:rPr lang="en-US" dirty="0">
                <a:solidFill>
                  <a:srgbClr val="0000A8"/>
                </a:solidFill>
              </a:rPr>
              <a:t>ARP table: </a:t>
            </a:r>
            <a:r>
              <a:rPr lang="en-US" dirty="0"/>
              <a:t>each IP node (host, router) on LAN has table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DB7D2E6-BC71-6342-8A7E-D3134900B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592" y="1314450"/>
            <a:ext cx="110343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dirty="0">
                <a:solidFill>
                  <a:srgbClr val="0000A8"/>
                </a:solidFill>
                <a:latin typeface="+mn-lt"/>
                <a:cs typeface="+mn-cs"/>
              </a:rPr>
              <a:t>Question:</a:t>
            </a:r>
            <a:r>
              <a:rPr lang="en-US" sz="2800" i="0" dirty="0">
                <a:solidFill>
                  <a:srgbClr val="0000A8"/>
                </a:solidFill>
                <a:latin typeface="+mn-lt"/>
                <a:cs typeface="+mn-cs"/>
              </a:rPr>
              <a:t> </a:t>
            </a:r>
            <a:r>
              <a:rPr lang="en-US" sz="2800" i="0" dirty="0">
                <a:latin typeface="+mn-lt"/>
                <a:cs typeface="+mn-cs"/>
              </a:rPr>
              <a:t>how to determine interface’s MAC address, knowing its IP address?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6F90A8E-A97F-4B47-8617-1E0B801A3FBF}"/>
              </a:ext>
            </a:extLst>
          </p:cNvPr>
          <p:cNvGrpSpPr/>
          <p:nvPr/>
        </p:nvGrpSpPr>
        <p:grpSpPr>
          <a:xfrm>
            <a:off x="948563" y="2990022"/>
            <a:ext cx="4847955" cy="2799867"/>
            <a:chOff x="3970059" y="2973174"/>
            <a:chExt cx="6053187" cy="3638349"/>
          </a:xfrm>
        </p:grpSpPr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EFCCF237-D462-A848-A2F9-0B5DDED1E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1134" y="4423877"/>
              <a:ext cx="901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52" name="Line 20">
              <a:extLst>
                <a:ext uri="{FF2B5EF4-FFF2-40B4-BE49-F238E27FC236}">
                  <a16:creationId xmlns:a16="http://schemas.microsoft.com/office/drawing/2014/main" id="{26F73C0C-F34D-EB41-919F-BDF66A1E5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625" y="3504024"/>
              <a:ext cx="0" cy="6556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53" name="Line 22">
              <a:extLst>
                <a:ext uri="{FF2B5EF4-FFF2-40B4-BE49-F238E27FC236}">
                  <a16:creationId xmlns:a16="http://schemas.microsoft.com/office/drawing/2014/main" id="{F5CD6898-8663-6D43-BAA6-A8946A48AD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11994" y="5451266"/>
              <a:ext cx="0" cy="438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BC091F0C-CFB4-544C-B235-9FB23A12B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337" y="3746015"/>
              <a:ext cx="2046288" cy="2049462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ea typeface="ＭＳ Ｐゴシック" charset="0"/>
              </a:endParaRPr>
            </a:p>
          </p:txBody>
        </p:sp>
        <p:sp>
          <p:nvSpPr>
            <p:cNvPr id="55" name="Line 21">
              <a:extLst>
                <a:ext uri="{FF2B5EF4-FFF2-40B4-BE49-F238E27FC236}">
                  <a16:creationId xmlns:a16="http://schemas.microsoft.com/office/drawing/2014/main" id="{1F2D744C-309E-1748-8CEF-A191DA937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99225" y="4472884"/>
              <a:ext cx="7969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56" name="Text Box 24">
              <a:extLst>
                <a:ext uri="{FF2B5EF4-FFF2-40B4-BE49-F238E27FC236}">
                  <a16:creationId xmlns:a16="http://schemas.microsoft.com/office/drawing/2014/main" id="{CBB39874-5BD1-5D4B-8E31-25BEBA2920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047" y="3460537"/>
              <a:ext cx="1998238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+mn-lt"/>
                </a:rPr>
                <a:t>1A-2F-BB-76-09-AD</a:t>
              </a:r>
            </a:p>
          </p:txBody>
        </p:sp>
        <p:sp>
          <p:nvSpPr>
            <p:cNvPr id="57" name="Line 26">
              <a:extLst>
                <a:ext uri="{FF2B5EF4-FFF2-40B4-BE49-F238E27FC236}">
                  <a16:creationId xmlns:a16="http://schemas.microsoft.com/office/drawing/2014/main" id="{7C2882E3-6473-EB4E-9538-2CCE1D1E68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57727" y="4588902"/>
              <a:ext cx="0" cy="373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58" name="Text Box 27">
              <a:extLst>
                <a:ext uri="{FF2B5EF4-FFF2-40B4-BE49-F238E27FC236}">
                  <a16:creationId xmlns:a16="http://schemas.microsoft.com/office/drawing/2014/main" id="{5C7845EB-10F3-1149-A9A1-1A0A55753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597" y="4931465"/>
              <a:ext cx="196164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+mn-lt"/>
                </a:rPr>
                <a:t>58-23-D7-FA-20-B0</a:t>
              </a:r>
            </a:p>
          </p:txBody>
        </p:sp>
        <p:sp>
          <p:nvSpPr>
            <p:cNvPr id="59" name="Line 28">
              <a:extLst>
                <a:ext uri="{FF2B5EF4-FFF2-40B4-BE49-F238E27FC236}">
                  <a16:creationId xmlns:a16="http://schemas.microsoft.com/office/drawing/2014/main" id="{8915AAD7-DFE8-3C4C-854D-2C0B5A246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5181" y="5886035"/>
              <a:ext cx="3603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60" name="Text Box 29">
              <a:extLst>
                <a:ext uri="{FF2B5EF4-FFF2-40B4-BE49-F238E27FC236}">
                  <a16:creationId xmlns:a16="http://schemas.microsoft.com/office/drawing/2014/main" id="{07636FFE-5FCF-0A44-960C-F51BD2EC9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7522" y="5730174"/>
              <a:ext cx="193586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+mn-lt"/>
                </a:rPr>
                <a:t>0C-C4-11-6F-E3-98</a:t>
              </a:r>
            </a:p>
          </p:txBody>
        </p:sp>
        <p:sp>
          <p:nvSpPr>
            <p:cNvPr id="61" name="Line 30">
              <a:extLst>
                <a:ext uri="{FF2B5EF4-FFF2-40B4-BE49-F238E27FC236}">
                  <a16:creationId xmlns:a16="http://schemas.microsoft.com/office/drawing/2014/main" id="{65842429-83E8-C843-8F18-759730DAB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634" y="4579452"/>
              <a:ext cx="0" cy="3730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62" name="Text Box 31">
              <a:extLst>
                <a:ext uri="{FF2B5EF4-FFF2-40B4-BE49-F238E27FC236}">
                  <a16:creationId xmlns:a16="http://schemas.microsoft.com/office/drawing/2014/main" id="{7472F3E3-B59C-CE45-A51F-F369BE06C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059" y="4954102"/>
              <a:ext cx="1935869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+mn-lt"/>
                </a:rPr>
                <a:t>71-65-F7-2B-08-53</a:t>
              </a:r>
            </a:p>
          </p:txBody>
        </p:sp>
        <p:sp>
          <p:nvSpPr>
            <p:cNvPr id="63" name="Text Box 32">
              <a:extLst>
                <a:ext uri="{FF2B5EF4-FFF2-40B4-BE49-F238E27FC236}">
                  <a16:creationId xmlns:a16="http://schemas.microsoft.com/office/drawing/2014/main" id="{76E01186-F965-E044-8ADB-FE380CAFC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3947" y="4420079"/>
              <a:ext cx="2173356" cy="479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i="0" dirty="0">
                  <a:solidFill>
                    <a:srgbClr val="000000"/>
                  </a:solidFill>
                  <a:latin typeface="+mn-lt"/>
                </a:rPr>
                <a:t>   LAN</a:t>
              </a:r>
            </a:p>
          </p:txBody>
        </p:sp>
        <p:sp>
          <p:nvSpPr>
            <p:cNvPr id="64" name="Rectangle 37">
              <a:extLst>
                <a:ext uri="{FF2B5EF4-FFF2-40B4-BE49-F238E27FC236}">
                  <a16:creationId xmlns:a16="http://schemas.microsoft.com/office/drawing/2014/main" id="{54AF773F-51B4-F84F-A15B-941A3EE37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1253" y="3505846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65" name="Group 44">
              <a:extLst>
                <a:ext uri="{FF2B5EF4-FFF2-40B4-BE49-F238E27FC236}">
                  <a16:creationId xmlns:a16="http://schemas.microsoft.com/office/drawing/2014/main" id="{85EE06A5-9204-7B4E-B07F-32BA1B5ED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82623" y="2973174"/>
              <a:ext cx="812800" cy="658813"/>
              <a:chOff x="-44" y="1473"/>
              <a:chExt cx="981" cy="1105"/>
            </a:xfrm>
          </p:grpSpPr>
          <p:pic>
            <p:nvPicPr>
              <p:cNvPr id="83" name="Picture 45" descr="desktop_computer_stylized_medium">
                <a:extLst>
                  <a:ext uri="{FF2B5EF4-FFF2-40B4-BE49-F238E27FC236}">
                    <a16:creationId xmlns:a16="http://schemas.microsoft.com/office/drawing/2014/main" id="{23C296A6-6B32-A64A-9411-85507BE075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4" name="Freeform 46">
                <a:extLst>
                  <a:ext uri="{FF2B5EF4-FFF2-40B4-BE49-F238E27FC236}">
                    <a16:creationId xmlns:a16="http://schemas.microsoft.com/office/drawing/2014/main" id="{42ECB958-418E-FB44-BE70-E256C588C7A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66" name="Rectangle 37">
              <a:extLst>
                <a:ext uri="{FF2B5EF4-FFF2-40B4-BE49-F238E27FC236}">
                  <a16:creationId xmlns:a16="http://schemas.microsoft.com/office/drawing/2014/main" id="{BAB24AC1-02B1-BF40-BED4-B66E7B0C5E8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749555" y="4292181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67" name="Rectangle 37">
              <a:extLst>
                <a:ext uri="{FF2B5EF4-FFF2-40B4-BE49-F238E27FC236}">
                  <a16:creationId xmlns:a16="http://schemas.microsoft.com/office/drawing/2014/main" id="{6A5793AF-4220-9B4D-8408-5F7BDDF46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0078" y="5759156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68" name="Rectangle 37">
              <a:extLst>
                <a:ext uri="{FF2B5EF4-FFF2-40B4-BE49-F238E27FC236}">
                  <a16:creationId xmlns:a16="http://schemas.microsoft.com/office/drawing/2014/main" id="{6D089618-C037-1B4F-A97C-2B85FEFFE1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184260" y="4354101"/>
              <a:ext cx="16033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69" name="Group 38">
              <a:extLst>
                <a:ext uri="{FF2B5EF4-FFF2-40B4-BE49-F238E27FC236}">
                  <a16:creationId xmlns:a16="http://schemas.microsoft.com/office/drawing/2014/main" id="{4EFC04DC-8B24-2C45-BBD0-44DC6D0A36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4834" y="4046052"/>
              <a:ext cx="812800" cy="658813"/>
              <a:chOff x="-44" y="1473"/>
              <a:chExt cx="981" cy="1105"/>
            </a:xfrm>
          </p:grpSpPr>
          <p:pic>
            <p:nvPicPr>
              <p:cNvPr id="81" name="Picture 39" descr="desktop_computer_stylized_medium">
                <a:extLst>
                  <a:ext uri="{FF2B5EF4-FFF2-40B4-BE49-F238E27FC236}">
                    <a16:creationId xmlns:a16="http://schemas.microsoft.com/office/drawing/2014/main" id="{39121052-FCC5-AA42-AFDF-F25E678CE1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2" name="Freeform 40">
                <a:extLst>
                  <a:ext uri="{FF2B5EF4-FFF2-40B4-BE49-F238E27FC236}">
                    <a16:creationId xmlns:a16="http://schemas.microsoft.com/office/drawing/2014/main" id="{24F752F7-3499-2C4B-A0BA-F2D78B11424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70" name="Group 47">
              <a:extLst>
                <a:ext uri="{FF2B5EF4-FFF2-40B4-BE49-F238E27FC236}">
                  <a16:creationId xmlns:a16="http://schemas.microsoft.com/office/drawing/2014/main" id="{5EBEAAB9-CDB4-CE49-8310-6B2AA6304E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32469" y="4201422"/>
              <a:ext cx="812800" cy="658812"/>
              <a:chOff x="-26" y="1473"/>
              <a:chExt cx="981" cy="1105"/>
            </a:xfrm>
          </p:grpSpPr>
          <p:pic>
            <p:nvPicPr>
              <p:cNvPr id="79" name="Picture 48" descr="desktop_computer_stylized_medium">
                <a:extLst>
                  <a:ext uri="{FF2B5EF4-FFF2-40B4-BE49-F238E27FC236}">
                    <a16:creationId xmlns:a16="http://schemas.microsoft.com/office/drawing/2014/main" id="{A09AFECC-5A0F-0A4B-892C-44745CBEA3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26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0" name="Freeform 49">
                <a:extLst>
                  <a:ext uri="{FF2B5EF4-FFF2-40B4-BE49-F238E27FC236}">
                    <a16:creationId xmlns:a16="http://schemas.microsoft.com/office/drawing/2014/main" id="{787BFF11-9679-4D43-96E9-7D4B1E9F39C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AF83B3ED-014E-C54B-8E5B-330331DC8FB4}"/>
                </a:ext>
              </a:extLst>
            </p:cNvPr>
            <p:cNvCxnSpPr/>
            <p:nvPr/>
          </p:nvCxnSpPr>
          <p:spPr>
            <a:xfrm flipH="1">
              <a:off x="6872122" y="3639236"/>
              <a:ext cx="254833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41">
              <a:extLst>
                <a:ext uri="{FF2B5EF4-FFF2-40B4-BE49-F238E27FC236}">
                  <a16:creationId xmlns:a16="http://schemas.microsoft.com/office/drawing/2014/main" id="{D892522E-B65A-3B4E-B03F-858DF69A79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4944" y="5952710"/>
              <a:ext cx="812800" cy="658813"/>
              <a:chOff x="-44" y="1473"/>
              <a:chExt cx="981" cy="1105"/>
            </a:xfrm>
          </p:grpSpPr>
          <p:pic>
            <p:nvPicPr>
              <p:cNvPr id="77" name="Picture 42" descr="desktop_computer_stylized_medium">
                <a:extLst>
                  <a:ext uri="{FF2B5EF4-FFF2-40B4-BE49-F238E27FC236}">
                    <a16:creationId xmlns:a16="http://schemas.microsoft.com/office/drawing/2014/main" id="{87EA0D93-21F4-2F41-BC21-3244E9F9EF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8" name="Freeform 43">
                <a:extLst>
                  <a:ext uri="{FF2B5EF4-FFF2-40B4-BE49-F238E27FC236}">
                    <a16:creationId xmlns:a16="http://schemas.microsoft.com/office/drawing/2014/main" id="{AC4ED98E-24ED-7845-948B-F37EC77BBA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73" name="Text Box 33">
              <a:extLst>
                <a:ext uri="{FF2B5EF4-FFF2-40B4-BE49-F238E27FC236}">
                  <a16:creationId xmlns:a16="http://schemas.microsoft.com/office/drawing/2014/main" id="{AD56C76B-D256-BA45-B5C6-9C69CF312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9858" y="3246090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137.196.7.78</a:t>
              </a:r>
            </a:p>
          </p:txBody>
        </p:sp>
        <p:sp>
          <p:nvSpPr>
            <p:cNvPr id="74" name="Text Box 36">
              <a:extLst>
                <a:ext uri="{FF2B5EF4-FFF2-40B4-BE49-F238E27FC236}">
                  <a16:creationId xmlns:a16="http://schemas.microsoft.com/office/drawing/2014/main" id="{9FE2DD02-437B-BD40-B8BC-D8F1E3FD1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6009" y="5130248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137.196.7.14</a:t>
              </a:r>
            </a:p>
          </p:txBody>
        </p:sp>
        <p:sp>
          <p:nvSpPr>
            <p:cNvPr id="75" name="Text Box 39">
              <a:extLst>
                <a:ext uri="{FF2B5EF4-FFF2-40B4-BE49-F238E27FC236}">
                  <a16:creationId xmlns:a16="http://schemas.microsoft.com/office/drawing/2014/main" id="{EC007CEB-B2AD-9C40-859B-963764C166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9276" y="5947742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137.196.7.88</a:t>
              </a:r>
            </a:p>
          </p:txBody>
        </p:sp>
        <p:sp>
          <p:nvSpPr>
            <p:cNvPr id="76" name="Text Box 31">
              <a:extLst>
                <a:ext uri="{FF2B5EF4-FFF2-40B4-BE49-F238E27FC236}">
                  <a16:creationId xmlns:a16="http://schemas.microsoft.com/office/drawing/2014/main" id="{BAA1C6E0-33E8-604C-BF4C-E7F8EED04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753" y="5170004"/>
              <a:ext cx="1425483" cy="399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137.196.7.23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546546A-4C05-6448-B20D-C122FF754D91}"/>
              </a:ext>
            </a:extLst>
          </p:cNvPr>
          <p:cNvGrpSpPr/>
          <p:nvPr/>
        </p:nvGrpSpPr>
        <p:grpSpPr>
          <a:xfrm>
            <a:off x="1446381" y="2663687"/>
            <a:ext cx="3653512" cy="2923999"/>
            <a:chOff x="1446381" y="2663687"/>
            <a:chExt cx="3653512" cy="2923999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BA5E9CA-3EEB-3D4C-94D2-116047F3B04D}"/>
                </a:ext>
              </a:extLst>
            </p:cNvPr>
            <p:cNvGrpSpPr/>
            <p:nvPr/>
          </p:nvGrpSpPr>
          <p:grpSpPr>
            <a:xfrm>
              <a:off x="2754559" y="2663687"/>
              <a:ext cx="479618" cy="437323"/>
              <a:chOff x="2317237" y="2601212"/>
              <a:chExt cx="479618" cy="437323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33F027A-1BC4-FF42-ABAF-326F9EBCDE7B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CF5883-3135-F546-978F-2F1DF5A5FEDF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ARP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49241A8B-79A4-9A44-84FC-DDD5D1C7E66D}"/>
                </a:ext>
              </a:extLst>
            </p:cNvPr>
            <p:cNvGrpSpPr/>
            <p:nvPr/>
          </p:nvGrpSpPr>
          <p:grpSpPr>
            <a:xfrm>
              <a:off x="2463958" y="5150363"/>
              <a:ext cx="479618" cy="437323"/>
              <a:chOff x="2317237" y="2601212"/>
              <a:chExt cx="479618" cy="437323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AA52BDC-E20B-CD42-92BD-D934D34CDE0F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004BA43-DD92-2D48-A37B-B5AB88E8275D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ARP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80B40655-D207-4B43-BDBC-5A8A359EB4BE}"/>
                </a:ext>
              </a:extLst>
            </p:cNvPr>
            <p:cNvGrpSpPr/>
            <p:nvPr/>
          </p:nvGrpSpPr>
          <p:grpSpPr>
            <a:xfrm>
              <a:off x="1446381" y="3530757"/>
              <a:ext cx="479618" cy="437323"/>
              <a:chOff x="2317237" y="2601212"/>
              <a:chExt cx="479618" cy="437323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09CB092-EC49-C748-9C60-C6C7BE5D230F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310B648-0A48-B341-982E-67DBE3BC8F8C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ARP</a:t>
                </a: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391EF928-0B96-E94A-9865-02E6EC100722}"/>
                </a:ext>
              </a:extLst>
            </p:cNvPr>
            <p:cNvGrpSpPr/>
            <p:nvPr/>
          </p:nvGrpSpPr>
          <p:grpSpPr>
            <a:xfrm>
              <a:off x="4620275" y="3785389"/>
              <a:ext cx="479618" cy="437323"/>
              <a:chOff x="2317237" y="2601212"/>
              <a:chExt cx="479618" cy="437323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C271BF07-D4F0-984E-AF46-10383E6D9CCD}"/>
                  </a:ext>
                </a:extLst>
              </p:cNvPr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023F87F-F1C6-B24D-8EDA-F5FC3A9ACD24}"/>
                  </a:ext>
                </a:extLst>
              </p:cNvPr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ARP</a:t>
                </a:r>
              </a:p>
            </p:txBody>
          </p:sp>
        </p:grpSp>
      </p:grpSp>
      <p:sp>
        <p:nvSpPr>
          <p:cNvPr id="97" name="Rectangle 4">
            <a:extLst>
              <a:ext uri="{FF2B5EF4-FFF2-40B4-BE49-F238E27FC236}">
                <a16:creationId xmlns:a16="http://schemas.microsoft.com/office/drawing/2014/main" id="{4A83C14A-4461-9346-A5E9-676E90D4631D}"/>
              </a:ext>
            </a:extLst>
          </p:cNvPr>
          <p:cNvSpPr txBox="1">
            <a:spLocks noChangeArrowheads="1"/>
          </p:cNvSpPr>
          <p:nvPr/>
        </p:nvSpPr>
        <p:spPr>
          <a:xfrm>
            <a:off x="5785443" y="3298343"/>
            <a:ext cx="5472170" cy="2907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en-US" sz="2800" dirty="0"/>
              <a:t>IP/MAC address mappings for some LAN nodes:</a:t>
            </a:r>
          </a:p>
          <a:p>
            <a:pPr>
              <a:buFont typeface="Wingdings" charset="0"/>
              <a:buNone/>
              <a:defRPr/>
            </a:pPr>
            <a:r>
              <a:rPr lang="en-US" sz="2000" dirty="0"/>
              <a:t>          </a:t>
            </a:r>
            <a:r>
              <a:rPr lang="en-US" sz="2000" dirty="0">
                <a:solidFill>
                  <a:srgbClr val="0000A8"/>
                </a:solidFill>
              </a:rPr>
              <a:t>&lt; IP address; MAC address; TTL&gt;</a:t>
            </a:r>
          </a:p>
          <a:p>
            <a:pPr lvl="1">
              <a:defRPr/>
            </a:pPr>
            <a:r>
              <a:rPr lang="en-US" sz="2800" dirty="0"/>
              <a:t>TTL (Time To Live): time after which address mapping will be forgotten (typically 20 min)</a:t>
            </a:r>
          </a:p>
        </p:txBody>
      </p:sp>
    </p:spTree>
    <p:extLst>
      <p:ext uri="{BB962C8B-B14F-4D97-AF65-F5344CB8AC3E}">
        <p14:creationId xmlns:p14="http://schemas.microsoft.com/office/powerpoint/2010/main" val="420120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ARP protocol in action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B16A5-AC1C-0A48-BE4F-A199BCB6FFA7}"/>
              </a:ext>
            </a:extLst>
          </p:cNvPr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TTL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4CA1B8-D7B0-FE45-9DAE-1BE097F0A873}"/>
              </a:ext>
            </a:extLst>
          </p:cNvPr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A69A91A-6B5A-764F-8871-0FBCD21B5E20}"/>
                </a:ext>
              </a:extLst>
            </p:cNvPr>
            <p:cNvSpPr/>
            <p:nvPr/>
          </p:nvSpPr>
          <p:spPr>
            <a:xfrm>
              <a:off x="3617843" y="2842867"/>
              <a:ext cx="477079" cy="1075221"/>
            </a:xfrm>
            <a:custGeom>
              <a:avLst/>
              <a:gdLst>
                <a:gd name="connsiteX0" fmla="*/ 477079 w 477079"/>
                <a:gd name="connsiteY0" fmla="*/ 357808 h 1166191"/>
                <a:gd name="connsiteX1" fmla="*/ 0 w 477079"/>
                <a:gd name="connsiteY1" fmla="*/ 0 h 1166191"/>
                <a:gd name="connsiteX2" fmla="*/ 13253 w 477079"/>
                <a:gd name="connsiteY2" fmla="*/ 1166191 h 1166191"/>
                <a:gd name="connsiteX3" fmla="*/ 384314 w 477079"/>
                <a:gd name="connsiteY3" fmla="*/ 649356 h 1166191"/>
                <a:gd name="connsiteX0" fmla="*/ 477079 w 477079"/>
                <a:gd name="connsiteY0" fmla="*/ 357808 h 1051327"/>
                <a:gd name="connsiteX1" fmla="*/ 0 w 477079"/>
                <a:gd name="connsiteY1" fmla="*/ 0 h 1051327"/>
                <a:gd name="connsiteX2" fmla="*/ 13253 w 477079"/>
                <a:gd name="connsiteY2" fmla="*/ 1051327 h 1051327"/>
                <a:gd name="connsiteX3" fmla="*/ 384314 w 477079"/>
                <a:gd name="connsiteY3" fmla="*/ 649356 h 105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079" h="1051327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F6BEDD3-2381-F342-8772-EF22B2DD6391}"/>
                </a:ext>
              </a:extLst>
            </p:cNvPr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0EA35A-16E9-6647-B826-0BDF18B31CE6}"/>
                  </a:ext>
                </a:extLst>
              </p:cNvPr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3A6087-C978-A74F-82FC-80BB9BB4CE42}"/>
                  </a:ext>
                </a:extLst>
              </p:cNvPr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ARP table in </a:t>
                </a:r>
                <a:r>
                  <a:rPr lang="en-US" dirty="0">
                    <a:solidFill>
                      <a:srgbClr val="0000A8"/>
                    </a:solidFill>
                  </a:rPr>
                  <a:t>A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7ADA725-CF65-9446-A6E5-99769F3E8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4" y="3173896"/>
                <a:ext cx="318052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1A36C2-C660-CC48-A801-8B13046993C8}"/>
                  </a:ext>
                </a:extLst>
              </p:cNvPr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IP </a:t>
                </a:r>
                <a:r>
                  <a:rPr lang="en-US" dirty="0" err="1"/>
                  <a:t>addr</a:t>
                </a:r>
                <a:endParaRPr lang="en-US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9275495-9FB2-BE4E-99AA-073302DC06EF}"/>
                  </a:ext>
                </a:extLst>
              </p:cNvPr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MAC </a:t>
                </a:r>
                <a:r>
                  <a:rPr lang="en-US" dirty="0" err="1"/>
                  <a:t>addr</a:t>
                </a:r>
                <a:endParaRPr lang="en-US" dirty="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C873D52-0E3A-984E-872F-2E5F1E49C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5218" y="2849218"/>
                <a:ext cx="0" cy="10633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F3D9DE6-1B37-F249-9BD4-104B41CEF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152" y="2848944"/>
                <a:ext cx="0" cy="1060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71A2F5-ACB5-294E-8846-0F74DE6EB747}"/>
                  </a:ext>
                </a:extLst>
              </p:cNvPr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TTL</a:t>
                </a:r>
              </a:p>
            </p:txBody>
          </p:sp>
        </p:grpSp>
      </p:grp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886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dirty="0"/>
              <a:t>example: A wants to send datagram to B</a:t>
            </a:r>
          </a:p>
          <a:p>
            <a:pPr marL="352425" lvl="1" indent="-234950">
              <a:defRPr/>
            </a:pPr>
            <a:r>
              <a:rPr lang="en-US" sz="2000" dirty="0"/>
              <a:t>B</a:t>
            </a:r>
            <a:r>
              <a:rPr lang="ja-JP" altLang="en-US" sz="2000"/>
              <a:t>’</a:t>
            </a:r>
            <a:r>
              <a:rPr lang="en-US" sz="2000" dirty="0"/>
              <a:t>s MAC address not in A</a:t>
            </a:r>
            <a:r>
              <a:rPr lang="en-US" altLang="ja-JP" sz="2000" dirty="0"/>
              <a:t>’</a:t>
            </a:r>
            <a:r>
              <a:rPr lang="en-US" sz="2000" dirty="0"/>
              <a:t>s ARP table, so A uses ARP to find B’s MAC address</a:t>
            </a:r>
            <a:endParaRPr lang="en-US" sz="2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689113" y="2175367"/>
            <a:ext cx="5579166" cy="1015663"/>
            <a:chOff x="689113" y="2070437"/>
            <a:chExt cx="5579166" cy="101566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993914" y="2070437"/>
              <a:ext cx="527436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1775" indent="-231775">
                <a:defRPr/>
              </a:pPr>
              <a:r>
                <a:rPr lang="en-US" sz="2400" dirty="0">
                  <a:solidFill>
                    <a:srgbClr val="0000A8"/>
                  </a:solidFill>
                </a:rPr>
                <a:t>A</a:t>
              </a:r>
              <a:r>
                <a:rPr lang="en-US" sz="2000" dirty="0"/>
                <a:t> broadcasts ARP query, containing B's IP </a:t>
              </a:r>
              <a:r>
                <a:rPr lang="en-US" sz="2000" dirty="0" err="1"/>
                <a:t>addr</a:t>
              </a:r>
              <a:endParaRPr lang="en-US" sz="2000" dirty="0"/>
            </a:p>
            <a:p>
              <a:pPr marL="404813" lvl="1" indent="-234950">
                <a:lnSpc>
                  <a:spcPct val="9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sz="2000" dirty="0"/>
                <a:t>destination MAC address = FF-FF-FF-FF-FF-FF</a:t>
              </a:r>
            </a:p>
            <a:p>
              <a:pPr marL="404813" lvl="1" indent="-234950">
                <a:lnSpc>
                  <a:spcPct val="9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sz="2000" dirty="0"/>
                <a:t>all nodes on LAN receive ARP query 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779ACC-F55E-B048-8458-7327E343FDD1}"/>
              </a:ext>
            </a:extLst>
          </p:cNvPr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D86198F-C5C2-D246-A036-CEC67763694B}"/>
                </a:ext>
              </a:extLst>
            </p:cNvPr>
            <p:cNvSpPr/>
            <p:nvPr/>
          </p:nvSpPr>
          <p:spPr>
            <a:xfrm>
              <a:off x="7269663" y="168712"/>
              <a:ext cx="3357443" cy="1491377"/>
            </a:xfrm>
            <a:custGeom>
              <a:avLst/>
              <a:gdLst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591907 h 829414"/>
                <a:gd name="connsiteX1" fmla="*/ 429371 w 1389414"/>
                <a:gd name="connsiteY1" fmla="*/ 0 h 829414"/>
                <a:gd name="connsiteX2" fmla="*/ 1389414 w 1389414"/>
                <a:gd name="connsiteY2" fmla="*/ 568157 h 829414"/>
                <a:gd name="connsiteX3" fmla="*/ 0 w 1389414"/>
                <a:gd name="connsiteY3" fmla="*/ 829414 h 829414"/>
                <a:gd name="connsiteX4" fmla="*/ 59377 w 1389414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25786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665100"/>
                <a:gd name="connsiteY0" fmla="*/ 393603 h 829414"/>
                <a:gd name="connsiteX1" fmla="*/ 429371 w 1665100"/>
                <a:gd name="connsiteY1" fmla="*/ 0 h 829414"/>
                <a:gd name="connsiteX2" fmla="*/ 1665100 w 1665100"/>
                <a:gd name="connsiteY2" fmla="*/ 303752 h 829414"/>
                <a:gd name="connsiteX3" fmla="*/ 0 w 1665100"/>
                <a:gd name="connsiteY3" fmla="*/ 829414 h 829414"/>
                <a:gd name="connsiteX4" fmla="*/ 81411 w 1665100"/>
                <a:gd name="connsiteY4" fmla="*/ 393603 h 829414"/>
                <a:gd name="connsiteX0" fmla="*/ 81411 w 1665100"/>
                <a:gd name="connsiteY0" fmla="*/ 228350 h 664161"/>
                <a:gd name="connsiteX1" fmla="*/ 419294 w 1665100"/>
                <a:gd name="connsiteY1" fmla="*/ 0 h 664161"/>
                <a:gd name="connsiteX2" fmla="*/ 1665100 w 1665100"/>
                <a:gd name="connsiteY2" fmla="*/ 138499 h 664161"/>
                <a:gd name="connsiteX3" fmla="*/ 0 w 1665100"/>
                <a:gd name="connsiteY3" fmla="*/ 664161 h 664161"/>
                <a:gd name="connsiteX4" fmla="*/ 81411 w 1665100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41393 w 1463851"/>
                <a:gd name="connsiteY0" fmla="*/ 206474 h 585409"/>
                <a:gd name="connsiteX1" fmla="*/ 299240 w 1463851"/>
                <a:gd name="connsiteY1" fmla="*/ 0 h 585409"/>
                <a:gd name="connsiteX2" fmla="*/ 1463851 w 1463851"/>
                <a:gd name="connsiteY2" fmla="*/ 83572 h 585409"/>
                <a:gd name="connsiteX3" fmla="*/ 0 w 1463851"/>
                <a:gd name="connsiteY3" fmla="*/ 585409 h 585409"/>
                <a:gd name="connsiteX4" fmla="*/ 41393 w 1463851"/>
                <a:gd name="connsiteY4" fmla="*/ 206474 h 585409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2566355"/>
                <a:gd name="connsiteY0" fmla="*/ 649820 h 1028755"/>
                <a:gd name="connsiteX1" fmla="*/ 387948 w 2566355"/>
                <a:gd name="connsiteY1" fmla="*/ 0 h 1028755"/>
                <a:gd name="connsiteX2" fmla="*/ 2566355 w 2566355"/>
                <a:gd name="connsiteY2" fmla="*/ 776300 h 1028755"/>
                <a:gd name="connsiteX3" fmla="*/ 0 w 2566355"/>
                <a:gd name="connsiteY3" fmla="*/ 1028755 h 1028755"/>
                <a:gd name="connsiteX4" fmla="*/ 41393 w 2566355"/>
                <a:gd name="connsiteY4" fmla="*/ 649820 h 1028755"/>
                <a:gd name="connsiteX0" fmla="*/ 0 w 2524962"/>
                <a:gd name="connsiteY0" fmla="*/ 649820 h 1014901"/>
                <a:gd name="connsiteX1" fmla="*/ 346555 w 2524962"/>
                <a:gd name="connsiteY1" fmla="*/ 0 h 1014901"/>
                <a:gd name="connsiteX2" fmla="*/ 2524962 w 2524962"/>
                <a:gd name="connsiteY2" fmla="*/ 776300 h 1014901"/>
                <a:gd name="connsiteX3" fmla="*/ 9297 w 2524962"/>
                <a:gd name="connsiteY3" fmla="*/ 1014901 h 1014901"/>
                <a:gd name="connsiteX4" fmla="*/ 0 w 2524962"/>
                <a:gd name="connsiteY4" fmla="*/ 649820 h 1014901"/>
                <a:gd name="connsiteX0" fmla="*/ 16048 w 2541010"/>
                <a:gd name="connsiteY0" fmla="*/ 649820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16048 w 2541010"/>
                <a:gd name="connsiteY4" fmla="*/ 649820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 w 2852797"/>
                <a:gd name="connsiteY0" fmla="*/ 979920 h 1305846"/>
                <a:gd name="connsiteX1" fmla="*/ 649045 w 2852797"/>
                <a:gd name="connsiteY1" fmla="*/ 0 h 1305846"/>
                <a:gd name="connsiteX2" fmla="*/ 2852797 w 2852797"/>
                <a:gd name="connsiteY2" fmla="*/ 804009 h 1305846"/>
                <a:gd name="connsiteX3" fmla="*/ 311787 w 2852797"/>
                <a:gd name="connsiteY3" fmla="*/ 1305846 h 1305846"/>
                <a:gd name="connsiteX4" fmla="*/ 3 w 2852797"/>
                <a:gd name="connsiteY4" fmla="*/ 979920 h 1305846"/>
                <a:gd name="connsiteX0" fmla="*/ 3 w 2852797"/>
                <a:gd name="connsiteY0" fmla="*/ 1284720 h 1610646"/>
                <a:gd name="connsiteX1" fmla="*/ 1315727 w 2852797"/>
                <a:gd name="connsiteY1" fmla="*/ 0 h 1610646"/>
                <a:gd name="connsiteX2" fmla="*/ 2852797 w 2852797"/>
                <a:gd name="connsiteY2" fmla="*/ 1108809 h 1610646"/>
                <a:gd name="connsiteX3" fmla="*/ 311787 w 2852797"/>
                <a:gd name="connsiteY3" fmla="*/ 1610646 h 1610646"/>
                <a:gd name="connsiteX4" fmla="*/ 3 w 2852797"/>
                <a:gd name="connsiteY4" fmla="*/ 1284720 h 1610646"/>
                <a:gd name="connsiteX0" fmla="*/ 3 w 3070984"/>
                <a:gd name="connsiteY0" fmla="*/ 1284720 h 1610646"/>
                <a:gd name="connsiteX1" fmla="*/ 1315727 w 3070984"/>
                <a:gd name="connsiteY1" fmla="*/ 0 h 1610646"/>
                <a:gd name="connsiteX2" fmla="*/ 3070984 w 3070984"/>
                <a:gd name="connsiteY2" fmla="*/ 1042548 h 1610646"/>
                <a:gd name="connsiteX3" fmla="*/ 311787 w 3070984"/>
                <a:gd name="connsiteY3" fmla="*/ 1610646 h 1610646"/>
                <a:gd name="connsiteX4" fmla="*/ 3 w 3070984"/>
                <a:gd name="connsiteY4" fmla="*/ 1284720 h 1610646"/>
                <a:gd name="connsiteX0" fmla="*/ 3 w 3070984"/>
                <a:gd name="connsiteY0" fmla="*/ 1165451 h 1491377"/>
                <a:gd name="connsiteX1" fmla="*/ 1279362 w 3070984"/>
                <a:gd name="connsiteY1" fmla="*/ 0 h 1491377"/>
                <a:gd name="connsiteX2" fmla="*/ 3070984 w 3070984"/>
                <a:gd name="connsiteY2" fmla="*/ 923279 h 1491377"/>
                <a:gd name="connsiteX3" fmla="*/ 311787 w 3070984"/>
                <a:gd name="connsiteY3" fmla="*/ 1491377 h 1491377"/>
                <a:gd name="connsiteX4" fmla="*/ 3 w 3070984"/>
                <a:gd name="connsiteY4" fmla="*/ 1165451 h 149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0984" h="1491377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68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8E7519B-EA19-2A46-9C38-1BDDEE668E91}"/>
                </a:ext>
              </a:extLst>
            </p:cNvPr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7C44C06-ADBC-1A45-BC93-524B58513C91}"/>
                </a:ext>
              </a:extLst>
            </p:cNvPr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cs typeface="Courier New" panose="02070309020205020404" pitchFamily="49" charset="0"/>
                </a:rPr>
                <a:t>Source MAC:  </a:t>
              </a:r>
              <a:r>
                <a:rPr lang="en-US" sz="1600" dirty="0">
                  <a:solidFill>
                    <a:srgbClr val="000000"/>
                  </a:solidFill>
                </a:rPr>
                <a:t>71-65-F7-2B-08-53</a:t>
              </a:r>
            </a:p>
            <a:p>
              <a:r>
                <a:rPr lang="en-US" sz="1600" dirty="0">
                  <a:cs typeface="Courier New" panose="02070309020205020404" pitchFamily="49" charset="0"/>
                </a:rPr>
                <a:t>Source IP: </a:t>
              </a:r>
              <a:r>
                <a:rPr lang="en-US" sz="1600" dirty="0"/>
                <a:t>137.196.7.23</a:t>
              </a:r>
              <a:r>
                <a:rPr lang="en-US" sz="1600" dirty="0">
                  <a:cs typeface="Courier New" panose="02070309020205020404" pitchFamily="49" charset="0"/>
                </a:rPr>
                <a:t> </a:t>
              </a:r>
            </a:p>
            <a:p>
              <a:r>
                <a:rPr lang="en-US" sz="1600" dirty="0"/>
                <a:t>Target IP address: </a:t>
              </a:r>
              <a:r>
                <a:rPr lang="en-US" sz="1400" dirty="0"/>
                <a:t>137.196.7.14</a:t>
              </a:r>
            </a:p>
            <a:p>
              <a:r>
                <a:rPr lang="en-US" sz="1400" dirty="0">
                  <a:latin typeface="Arial" charset="0"/>
                </a:rPr>
                <a:t>…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2BD21F-B726-4F40-9D4F-27BF9ABCB338}"/>
              </a:ext>
            </a:extLst>
          </p:cNvPr>
          <p:cNvGrpSpPr/>
          <p:nvPr/>
        </p:nvGrpSpPr>
        <p:grpSpPr>
          <a:xfrm>
            <a:off x="5367131" y="3596877"/>
            <a:ext cx="2849218" cy="2007707"/>
            <a:chOff x="437322" y="4803913"/>
            <a:chExt cx="2849218" cy="2007707"/>
          </a:xfrm>
        </p:grpSpPr>
        <p:sp>
          <p:nvSpPr>
            <p:cNvPr id="102" name="Right Arrow 101">
              <a:extLst>
                <a:ext uri="{FF2B5EF4-FFF2-40B4-BE49-F238E27FC236}">
                  <a16:creationId xmlns:a16="http://schemas.microsoft.com/office/drawing/2014/main" id="{F6B69C75-3517-234C-9022-322822C8ECE4}"/>
                </a:ext>
              </a:extLst>
            </p:cNvPr>
            <p:cNvSpPr/>
            <p:nvPr/>
          </p:nvSpPr>
          <p:spPr>
            <a:xfrm rot="5400000">
              <a:off x="1335154" y="6172202"/>
              <a:ext cx="1073429" cy="205408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ight Arrow 100">
              <a:extLst>
                <a:ext uri="{FF2B5EF4-FFF2-40B4-BE49-F238E27FC236}">
                  <a16:creationId xmlns:a16="http://schemas.microsoft.com/office/drawing/2014/main" id="{E2103C84-F9BB-754A-8DB4-9EED1407A0E5}"/>
                </a:ext>
              </a:extLst>
            </p:cNvPr>
            <p:cNvSpPr/>
            <p:nvPr/>
          </p:nvSpPr>
          <p:spPr>
            <a:xfrm rot="16200000">
              <a:off x="1408044" y="5105399"/>
              <a:ext cx="775252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>
              <a:off x="437322" y="5499652"/>
              <a:ext cx="2849218" cy="159027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255" y="5177985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9DD04DE-490A-BF4D-A7E2-3A174C7DB200}"/>
              </a:ext>
            </a:extLst>
          </p:cNvPr>
          <p:cNvGrpSpPr/>
          <p:nvPr/>
        </p:nvGrpSpPr>
        <p:grpSpPr>
          <a:xfrm>
            <a:off x="5817705" y="4121995"/>
            <a:ext cx="410817" cy="461665"/>
            <a:chOff x="2292626" y="5618921"/>
            <a:chExt cx="410817" cy="461665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6289879-A092-1D48-94AB-CCE5CC88B4FF}"/>
                </a:ext>
              </a:extLst>
            </p:cNvPr>
            <p:cNvSpPr/>
            <p:nvPr/>
          </p:nvSpPr>
          <p:spPr>
            <a:xfrm>
              <a:off x="2292626" y="5645426"/>
              <a:ext cx="410817" cy="41081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6F7794D-4F3F-5742-9DD7-7030CC3F326A}"/>
                </a:ext>
              </a:extLst>
            </p:cNvPr>
            <p:cNvSpPr txBox="1"/>
            <p:nvPr/>
          </p:nvSpPr>
          <p:spPr>
            <a:xfrm>
              <a:off x="2319130" y="5618921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70654DC-D6ED-4743-B90B-BBDA82CBF7C1}"/>
              </a:ext>
            </a:extLst>
          </p:cNvPr>
          <p:cNvSpPr txBox="1"/>
          <p:nvPr/>
        </p:nvSpPr>
        <p:spPr>
          <a:xfrm>
            <a:off x="7623617" y="2453566"/>
            <a:ext cx="3985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cs typeface="Courier New" panose="02070309020205020404" pitchFamily="49" charset="0"/>
              </a:rPr>
              <a:t>Ethernet frame (sent to </a:t>
            </a:r>
            <a:r>
              <a:rPr lang="en-US" sz="1600" dirty="0"/>
              <a:t>FF-FF-FF-FF-FF-FF)</a:t>
            </a:r>
            <a:endParaRPr lang="en-US" sz="1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63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1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ARP protocol in action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B16A5-AC1C-0A48-BE4F-A199BCB6FFA7}"/>
              </a:ext>
            </a:extLst>
          </p:cNvPr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TTL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4CA1B8-D7B0-FE45-9DAE-1BE097F0A873}"/>
              </a:ext>
            </a:extLst>
          </p:cNvPr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A69A91A-6B5A-764F-8871-0FBCD21B5E20}"/>
                </a:ext>
              </a:extLst>
            </p:cNvPr>
            <p:cNvSpPr/>
            <p:nvPr/>
          </p:nvSpPr>
          <p:spPr>
            <a:xfrm>
              <a:off x="3617843" y="2842867"/>
              <a:ext cx="477079" cy="1075221"/>
            </a:xfrm>
            <a:custGeom>
              <a:avLst/>
              <a:gdLst>
                <a:gd name="connsiteX0" fmla="*/ 477079 w 477079"/>
                <a:gd name="connsiteY0" fmla="*/ 357808 h 1166191"/>
                <a:gd name="connsiteX1" fmla="*/ 0 w 477079"/>
                <a:gd name="connsiteY1" fmla="*/ 0 h 1166191"/>
                <a:gd name="connsiteX2" fmla="*/ 13253 w 477079"/>
                <a:gd name="connsiteY2" fmla="*/ 1166191 h 1166191"/>
                <a:gd name="connsiteX3" fmla="*/ 384314 w 477079"/>
                <a:gd name="connsiteY3" fmla="*/ 649356 h 1166191"/>
                <a:gd name="connsiteX0" fmla="*/ 477079 w 477079"/>
                <a:gd name="connsiteY0" fmla="*/ 357808 h 1051327"/>
                <a:gd name="connsiteX1" fmla="*/ 0 w 477079"/>
                <a:gd name="connsiteY1" fmla="*/ 0 h 1051327"/>
                <a:gd name="connsiteX2" fmla="*/ 13253 w 477079"/>
                <a:gd name="connsiteY2" fmla="*/ 1051327 h 1051327"/>
                <a:gd name="connsiteX3" fmla="*/ 384314 w 477079"/>
                <a:gd name="connsiteY3" fmla="*/ 649356 h 105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079" h="1051327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F6BEDD3-2381-F342-8772-EF22B2DD6391}"/>
                </a:ext>
              </a:extLst>
            </p:cNvPr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0EA35A-16E9-6647-B826-0BDF18B31CE6}"/>
                  </a:ext>
                </a:extLst>
              </p:cNvPr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3A6087-C978-A74F-82FC-80BB9BB4CE42}"/>
                  </a:ext>
                </a:extLst>
              </p:cNvPr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ARP table in </a:t>
                </a:r>
                <a:r>
                  <a:rPr lang="en-US" dirty="0">
                    <a:solidFill>
                      <a:srgbClr val="0000A8"/>
                    </a:solidFill>
                  </a:rPr>
                  <a:t>A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7ADA725-CF65-9446-A6E5-99769F3E8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4" y="3173896"/>
                <a:ext cx="318052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1A36C2-C660-CC48-A801-8B13046993C8}"/>
                  </a:ext>
                </a:extLst>
              </p:cNvPr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IP </a:t>
                </a:r>
                <a:r>
                  <a:rPr lang="en-US" dirty="0" err="1"/>
                  <a:t>addr</a:t>
                </a:r>
                <a:endParaRPr lang="en-US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9275495-9FB2-BE4E-99AA-073302DC06EF}"/>
                  </a:ext>
                </a:extLst>
              </p:cNvPr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MAC </a:t>
                </a:r>
                <a:r>
                  <a:rPr lang="en-US" dirty="0" err="1"/>
                  <a:t>addr</a:t>
                </a:r>
                <a:endParaRPr lang="en-US" dirty="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C873D52-0E3A-984E-872F-2E5F1E49C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5218" y="2849218"/>
                <a:ext cx="0" cy="10633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F3D9DE6-1B37-F249-9BD4-104B41CEF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152" y="2848944"/>
                <a:ext cx="0" cy="1060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71A2F5-ACB5-294E-8846-0F74DE6EB747}"/>
                  </a:ext>
                </a:extLst>
              </p:cNvPr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TTL</a:t>
                </a:r>
              </a:p>
            </p:txBody>
          </p:sp>
        </p:grpSp>
      </p:grp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961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dirty="0"/>
              <a:t>example: A wants to send datagram to B</a:t>
            </a:r>
          </a:p>
          <a:p>
            <a:pPr marL="352425" lvl="1" indent="-234950">
              <a:defRPr/>
            </a:pPr>
            <a:r>
              <a:rPr lang="en-US" sz="2000" dirty="0"/>
              <a:t>B</a:t>
            </a:r>
            <a:r>
              <a:rPr lang="ja-JP" altLang="en-US" sz="2000"/>
              <a:t>’</a:t>
            </a:r>
            <a:r>
              <a:rPr lang="en-US" sz="2000" dirty="0"/>
              <a:t>s MAC address not in A</a:t>
            </a:r>
            <a:r>
              <a:rPr lang="en-US" altLang="ja-JP" sz="2000" dirty="0"/>
              <a:t>’</a:t>
            </a:r>
            <a:r>
              <a:rPr lang="en-US" sz="2000" dirty="0"/>
              <a:t>s ARP table, so A uses ARP to find B’s MAC address</a:t>
            </a:r>
            <a:endParaRPr lang="en-US" sz="2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7730987" y="5422150"/>
            <a:ext cx="4222474" cy="769441"/>
            <a:chOff x="689113" y="2308977"/>
            <a:chExt cx="4222474" cy="76944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4950">
                <a:defRPr/>
              </a:pPr>
              <a:r>
                <a:rPr lang="en-US" sz="2400" dirty="0">
                  <a:solidFill>
                    <a:srgbClr val="0000A8"/>
                  </a:solidFill>
                </a:rPr>
                <a:t>B</a:t>
              </a:r>
              <a:r>
                <a:rPr lang="en-US" sz="2000" dirty="0"/>
                <a:t> replies to A with ARP response, giving its MAC address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2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779ACC-F55E-B048-8458-7327E343FDD1}"/>
              </a:ext>
            </a:extLst>
          </p:cNvPr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D86198F-C5C2-D246-A036-CEC67763694B}"/>
                </a:ext>
              </a:extLst>
            </p:cNvPr>
            <p:cNvSpPr/>
            <p:nvPr/>
          </p:nvSpPr>
          <p:spPr>
            <a:xfrm>
              <a:off x="7269663" y="168712"/>
              <a:ext cx="3357443" cy="1491377"/>
            </a:xfrm>
            <a:custGeom>
              <a:avLst/>
              <a:gdLst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64126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64126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0 w 1615044"/>
                <a:gd name="connsiteY0" fmla="*/ 463138 h 890650"/>
                <a:gd name="connsiteX1" fmla="*/ 285007 w 1615044"/>
                <a:gd name="connsiteY1" fmla="*/ 0 h 890650"/>
                <a:gd name="connsiteX2" fmla="*/ 1615044 w 1615044"/>
                <a:gd name="connsiteY2" fmla="*/ 83128 h 890650"/>
                <a:gd name="connsiteX3" fmla="*/ 166254 w 1615044"/>
                <a:gd name="connsiteY3" fmla="*/ 890650 h 890650"/>
                <a:gd name="connsiteX4" fmla="*/ 0 w 1615044"/>
                <a:gd name="connsiteY4" fmla="*/ 463138 h 890650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674421"/>
                <a:gd name="connsiteY0" fmla="*/ 463138 h 700645"/>
                <a:gd name="connsiteX1" fmla="*/ 344384 w 1674421"/>
                <a:gd name="connsiteY1" fmla="*/ 0 h 700645"/>
                <a:gd name="connsiteX2" fmla="*/ 1674421 w 1674421"/>
                <a:gd name="connsiteY2" fmla="*/ 83128 h 700645"/>
                <a:gd name="connsiteX3" fmla="*/ 0 w 1674421"/>
                <a:gd name="connsiteY3" fmla="*/ 700645 h 700645"/>
                <a:gd name="connsiteX4" fmla="*/ 59377 w 167442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294411"/>
                <a:gd name="connsiteY0" fmla="*/ 463138 h 700645"/>
                <a:gd name="connsiteX1" fmla="*/ 344384 w 1294411"/>
                <a:gd name="connsiteY1" fmla="*/ 0 h 700645"/>
                <a:gd name="connsiteX2" fmla="*/ 1294411 w 1294411"/>
                <a:gd name="connsiteY2" fmla="*/ 296884 h 700645"/>
                <a:gd name="connsiteX3" fmla="*/ 0 w 1294411"/>
                <a:gd name="connsiteY3" fmla="*/ 700645 h 700645"/>
                <a:gd name="connsiteX4" fmla="*/ 59377 w 1294411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63138 h 700645"/>
                <a:gd name="connsiteX1" fmla="*/ 344384 w 1389414"/>
                <a:gd name="connsiteY1" fmla="*/ 0 h 700645"/>
                <a:gd name="connsiteX2" fmla="*/ 1389414 w 1389414"/>
                <a:gd name="connsiteY2" fmla="*/ 439388 h 700645"/>
                <a:gd name="connsiteX3" fmla="*/ 0 w 1389414"/>
                <a:gd name="connsiteY3" fmla="*/ 700645 h 700645"/>
                <a:gd name="connsiteX4" fmla="*/ 59377 w 1389414"/>
                <a:gd name="connsiteY4" fmla="*/ 463138 h 700645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415637 h 653144"/>
                <a:gd name="connsiteX1" fmla="*/ 605641 w 1389414"/>
                <a:gd name="connsiteY1" fmla="*/ 0 h 653144"/>
                <a:gd name="connsiteX2" fmla="*/ 1389414 w 1389414"/>
                <a:gd name="connsiteY2" fmla="*/ 391887 h 653144"/>
                <a:gd name="connsiteX3" fmla="*/ 0 w 1389414"/>
                <a:gd name="connsiteY3" fmla="*/ 653144 h 653144"/>
                <a:gd name="connsiteX4" fmla="*/ 59377 w 1389414"/>
                <a:gd name="connsiteY4" fmla="*/ 415637 h 653144"/>
                <a:gd name="connsiteX0" fmla="*/ 59377 w 1389414"/>
                <a:gd name="connsiteY0" fmla="*/ 591907 h 829414"/>
                <a:gd name="connsiteX1" fmla="*/ 429371 w 1389414"/>
                <a:gd name="connsiteY1" fmla="*/ 0 h 829414"/>
                <a:gd name="connsiteX2" fmla="*/ 1389414 w 1389414"/>
                <a:gd name="connsiteY2" fmla="*/ 568157 h 829414"/>
                <a:gd name="connsiteX3" fmla="*/ 0 w 1389414"/>
                <a:gd name="connsiteY3" fmla="*/ 829414 h 829414"/>
                <a:gd name="connsiteX4" fmla="*/ 59377 w 1389414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59377 w 1786022"/>
                <a:gd name="connsiteY0" fmla="*/ 591907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59377 w 1786022"/>
                <a:gd name="connsiteY4" fmla="*/ 591907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69854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786022"/>
                <a:gd name="connsiteY0" fmla="*/ 393603 h 829414"/>
                <a:gd name="connsiteX1" fmla="*/ 429371 w 1786022"/>
                <a:gd name="connsiteY1" fmla="*/ 0 h 829414"/>
                <a:gd name="connsiteX2" fmla="*/ 1786022 w 1786022"/>
                <a:gd name="connsiteY2" fmla="*/ 325786 h 829414"/>
                <a:gd name="connsiteX3" fmla="*/ 0 w 1786022"/>
                <a:gd name="connsiteY3" fmla="*/ 829414 h 829414"/>
                <a:gd name="connsiteX4" fmla="*/ 81411 w 1786022"/>
                <a:gd name="connsiteY4" fmla="*/ 393603 h 829414"/>
                <a:gd name="connsiteX0" fmla="*/ 81411 w 1665100"/>
                <a:gd name="connsiteY0" fmla="*/ 393603 h 829414"/>
                <a:gd name="connsiteX1" fmla="*/ 429371 w 1665100"/>
                <a:gd name="connsiteY1" fmla="*/ 0 h 829414"/>
                <a:gd name="connsiteX2" fmla="*/ 1665100 w 1665100"/>
                <a:gd name="connsiteY2" fmla="*/ 303752 h 829414"/>
                <a:gd name="connsiteX3" fmla="*/ 0 w 1665100"/>
                <a:gd name="connsiteY3" fmla="*/ 829414 h 829414"/>
                <a:gd name="connsiteX4" fmla="*/ 81411 w 1665100"/>
                <a:gd name="connsiteY4" fmla="*/ 393603 h 829414"/>
                <a:gd name="connsiteX0" fmla="*/ 81411 w 1665100"/>
                <a:gd name="connsiteY0" fmla="*/ 228350 h 664161"/>
                <a:gd name="connsiteX1" fmla="*/ 419294 w 1665100"/>
                <a:gd name="connsiteY1" fmla="*/ 0 h 664161"/>
                <a:gd name="connsiteX2" fmla="*/ 1665100 w 1665100"/>
                <a:gd name="connsiteY2" fmla="*/ 138499 h 664161"/>
                <a:gd name="connsiteX3" fmla="*/ 0 w 1665100"/>
                <a:gd name="connsiteY3" fmla="*/ 664161 h 664161"/>
                <a:gd name="connsiteX4" fmla="*/ 81411 w 1665100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28350 h 664161"/>
                <a:gd name="connsiteX1" fmla="*/ 419294 w 1503869"/>
                <a:gd name="connsiteY1" fmla="*/ 0 h 664161"/>
                <a:gd name="connsiteX2" fmla="*/ 1503869 w 1503869"/>
                <a:gd name="connsiteY2" fmla="*/ 105448 h 664161"/>
                <a:gd name="connsiteX3" fmla="*/ 0 w 1503869"/>
                <a:gd name="connsiteY3" fmla="*/ 664161 h 664161"/>
                <a:gd name="connsiteX4" fmla="*/ 81411 w 1503869"/>
                <a:gd name="connsiteY4" fmla="*/ 228350 h 664161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19599 h 655410"/>
                <a:gd name="connsiteX1" fmla="*/ 351263 w 1503869"/>
                <a:gd name="connsiteY1" fmla="*/ 0 h 655410"/>
                <a:gd name="connsiteX2" fmla="*/ 1503869 w 1503869"/>
                <a:gd name="connsiteY2" fmla="*/ 96697 h 655410"/>
                <a:gd name="connsiteX3" fmla="*/ 0 w 1503869"/>
                <a:gd name="connsiteY3" fmla="*/ 655410 h 655410"/>
                <a:gd name="connsiteX4" fmla="*/ 81411 w 1503869"/>
                <a:gd name="connsiteY4" fmla="*/ 219599 h 655410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81411 w 1503869"/>
                <a:gd name="connsiteY0" fmla="*/ 206474 h 642285"/>
                <a:gd name="connsiteX1" fmla="*/ 339258 w 1503869"/>
                <a:gd name="connsiteY1" fmla="*/ 0 h 642285"/>
                <a:gd name="connsiteX2" fmla="*/ 1503869 w 1503869"/>
                <a:gd name="connsiteY2" fmla="*/ 83572 h 642285"/>
                <a:gd name="connsiteX3" fmla="*/ 0 w 1503869"/>
                <a:gd name="connsiteY3" fmla="*/ 642285 h 642285"/>
                <a:gd name="connsiteX4" fmla="*/ 81411 w 1503869"/>
                <a:gd name="connsiteY4" fmla="*/ 206474 h 642285"/>
                <a:gd name="connsiteX0" fmla="*/ 41393 w 1463851"/>
                <a:gd name="connsiteY0" fmla="*/ 206474 h 585409"/>
                <a:gd name="connsiteX1" fmla="*/ 299240 w 1463851"/>
                <a:gd name="connsiteY1" fmla="*/ 0 h 585409"/>
                <a:gd name="connsiteX2" fmla="*/ 1463851 w 1463851"/>
                <a:gd name="connsiteY2" fmla="*/ 83572 h 585409"/>
                <a:gd name="connsiteX3" fmla="*/ 0 w 1463851"/>
                <a:gd name="connsiteY3" fmla="*/ 585409 h 585409"/>
                <a:gd name="connsiteX4" fmla="*/ 41393 w 1463851"/>
                <a:gd name="connsiteY4" fmla="*/ 206474 h 585409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1463851"/>
                <a:gd name="connsiteY0" fmla="*/ 649820 h 1028755"/>
                <a:gd name="connsiteX1" fmla="*/ 387948 w 1463851"/>
                <a:gd name="connsiteY1" fmla="*/ 0 h 1028755"/>
                <a:gd name="connsiteX2" fmla="*/ 1463851 w 1463851"/>
                <a:gd name="connsiteY2" fmla="*/ 526918 h 1028755"/>
                <a:gd name="connsiteX3" fmla="*/ 0 w 1463851"/>
                <a:gd name="connsiteY3" fmla="*/ 1028755 h 1028755"/>
                <a:gd name="connsiteX4" fmla="*/ 41393 w 1463851"/>
                <a:gd name="connsiteY4" fmla="*/ 649820 h 1028755"/>
                <a:gd name="connsiteX0" fmla="*/ 41393 w 2566355"/>
                <a:gd name="connsiteY0" fmla="*/ 649820 h 1028755"/>
                <a:gd name="connsiteX1" fmla="*/ 387948 w 2566355"/>
                <a:gd name="connsiteY1" fmla="*/ 0 h 1028755"/>
                <a:gd name="connsiteX2" fmla="*/ 2566355 w 2566355"/>
                <a:gd name="connsiteY2" fmla="*/ 776300 h 1028755"/>
                <a:gd name="connsiteX3" fmla="*/ 0 w 2566355"/>
                <a:gd name="connsiteY3" fmla="*/ 1028755 h 1028755"/>
                <a:gd name="connsiteX4" fmla="*/ 41393 w 2566355"/>
                <a:gd name="connsiteY4" fmla="*/ 649820 h 1028755"/>
                <a:gd name="connsiteX0" fmla="*/ 0 w 2524962"/>
                <a:gd name="connsiteY0" fmla="*/ 649820 h 1014901"/>
                <a:gd name="connsiteX1" fmla="*/ 346555 w 2524962"/>
                <a:gd name="connsiteY1" fmla="*/ 0 h 1014901"/>
                <a:gd name="connsiteX2" fmla="*/ 2524962 w 2524962"/>
                <a:gd name="connsiteY2" fmla="*/ 776300 h 1014901"/>
                <a:gd name="connsiteX3" fmla="*/ 9297 w 2524962"/>
                <a:gd name="connsiteY3" fmla="*/ 1014901 h 1014901"/>
                <a:gd name="connsiteX4" fmla="*/ 0 w 2524962"/>
                <a:gd name="connsiteY4" fmla="*/ 649820 h 1014901"/>
                <a:gd name="connsiteX0" fmla="*/ 16048 w 2541010"/>
                <a:gd name="connsiteY0" fmla="*/ 649820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16048 w 2541010"/>
                <a:gd name="connsiteY4" fmla="*/ 649820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899202 h 1278137"/>
                <a:gd name="connsiteX1" fmla="*/ 362603 w 2541010"/>
                <a:gd name="connsiteY1" fmla="*/ 0 h 1278137"/>
                <a:gd name="connsiteX2" fmla="*/ 2541010 w 2541010"/>
                <a:gd name="connsiteY2" fmla="*/ 776300 h 1278137"/>
                <a:gd name="connsiteX3" fmla="*/ 0 w 2541010"/>
                <a:gd name="connsiteY3" fmla="*/ 1278137 h 1278137"/>
                <a:gd name="connsiteX4" fmla="*/ 3375 w 2541010"/>
                <a:gd name="connsiteY4" fmla="*/ 899202 h 1278137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375 w 2541010"/>
                <a:gd name="connsiteY0" fmla="*/ 926911 h 1305846"/>
                <a:gd name="connsiteX1" fmla="*/ 337258 w 2541010"/>
                <a:gd name="connsiteY1" fmla="*/ 0 h 1305846"/>
                <a:gd name="connsiteX2" fmla="*/ 2541010 w 2541010"/>
                <a:gd name="connsiteY2" fmla="*/ 804009 h 1305846"/>
                <a:gd name="connsiteX3" fmla="*/ 0 w 2541010"/>
                <a:gd name="connsiteY3" fmla="*/ 1305846 h 1305846"/>
                <a:gd name="connsiteX4" fmla="*/ 3375 w 2541010"/>
                <a:gd name="connsiteY4" fmla="*/ 926911 h 1305846"/>
                <a:gd name="connsiteX0" fmla="*/ 3 w 2852797"/>
                <a:gd name="connsiteY0" fmla="*/ 979920 h 1305846"/>
                <a:gd name="connsiteX1" fmla="*/ 649045 w 2852797"/>
                <a:gd name="connsiteY1" fmla="*/ 0 h 1305846"/>
                <a:gd name="connsiteX2" fmla="*/ 2852797 w 2852797"/>
                <a:gd name="connsiteY2" fmla="*/ 804009 h 1305846"/>
                <a:gd name="connsiteX3" fmla="*/ 311787 w 2852797"/>
                <a:gd name="connsiteY3" fmla="*/ 1305846 h 1305846"/>
                <a:gd name="connsiteX4" fmla="*/ 3 w 2852797"/>
                <a:gd name="connsiteY4" fmla="*/ 979920 h 1305846"/>
                <a:gd name="connsiteX0" fmla="*/ 3 w 2852797"/>
                <a:gd name="connsiteY0" fmla="*/ 1284720 h 1610646"/>
                <a:gd name="connsiteX1" fmla="*/ 1315727 w 2852797"/>
                <a:gd name="connsiteY1" fmla="*/ 0 h 1610646"/>
                <a:gd name="connsiteX2" fmla="*/ 2852797 w 2852797"/>
                <a:gd name="connsiteY2" fmla="*/ 1108809 h 1610646"/>
                <a:gd name="connsiteX3" fmla="*/ 311787 w 2852797"/>
                <a:gd name="connsiteY3" fmla="*/ 1610646 h 1610646"/>
                <a:gd name="connsiteX4" fmla="*/ 3 w 2852797"/>
                <a:gd name="connsiteY4" fmla="*/ 1284720 h 1610646"/>
                <a:gd name="connsiteX0" fmla="*/ 3 w 3070984"/>
                <a:gd name="connsiteY0" fmla="*/ 1284720 h 1610646"/>
                <a:gd name="connsiteX1" fmla="*/ 1315727 w 3070984"/>
                <a:gd name="connsiteY1" fmla="*/ 0 h 1610646"/>
                <a:gd name="connsiteX2" fmla="*/ 3070984 w 3070984"/>
                <a:gd name="connsiteY2" fmla="*/ 1042548 h 1610646"/>
                <a:gd name="connsiteX3" fmla="*/ 311787 w 3070984"/>
                <a:gd name="connsiteY3" fmla="*/ 1610646 h 1610646"/>
                <a:gd name="connsiteX4" fmla="*/ 3 w 3070984"/>
                <a:gd name="connsiteY4" fmla="*/ 1284720 h 1610646"/>
                <a:gd name="connsiteX0" fmla="*/ 3 w 3070984"/>
                <a:gd name="connsiteY0" fmla="*/ 1165451 h 1491377"/>
                <a:gd name="connsiteX1" fmla="*/ 1279362 w 3070984"/>
                <a:gd name="connsiteY1" fmla="*/ 0 h 1491377"/>
                <a:gd name="connsiteX2" fmla="*/ 3070984 w 3070984"/>
                <a:gd name="connsiteY2" fmla="*/ 923279 h 1491377"/>
                <a:gd name="connsiteX3" fmla="*/ 311787 w 3070984"/>
                <a:gd name="connsiteY3" fmla="*/ 1491377 h 1491377"/>
                <a:gd name="connsiteX4" fmla="*/ 3 w 3070984"/>
                <a:gd name="connsiteY4" fmla="*/ 1165451 h 149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70984" h="1491377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68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8E7519B-EA19-2A46-9C38-1BDDEE668E91}"/>
                </a:ext>
              </a:extLst>
            </p:cNvPr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7C44C06-ADBC-1A45-BC93-524B58513C91}"/>
                </a:ext>
              </a:extLst>
            </p:cNvPr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Target IP address: </a:t>
              </a:r>
              <a:r>
                <a:rPr lang="en-US" sz="1400" dirty="0"/>
                <a:t>137.196.7.14</a:t>
              </a:r>
            </a:p>
            <a:p>
              <a:r>
                <a:rPr lang="en-US" sz="1600" dirty="0"/>
                <a:t>Target MAC address: </a:t>
              </a:r>
              <a:endParaRPr lang="en-US" sz="1400" dirty="0"/>
            </a:p>
            <a:p>
              <a:r>
                <a:rPr lang="en-US" sz="1600" dirty="0">
                  <a:solidFill>
                    <a:srgbClr val="000000"/>
                  </a:solidFill>
                </a:rPr>
                <a:t>                    58-23-D7-FA-20-B0</a:t>
              </a:r>
              <a:endParaRPr lang="en-US" sz="1600" dirty="0"/>
            </a:p>
            <a:p>
              <a:r>
                <a:rPr lang="en-US" sz="1400" dirty="0">
                  <a:latin typeface="Arial" charset="0"/>
                </a:rPr>
                <a:t>…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DE12D9A-FE4D-0A48-A641-DB2148309CA9}"/>
              </a:ext>
            </a:extLst>
          </p:cNvPr>
          <p:cNvGrpSpPr/>
          <p:nvPr/>
        </p:nvGrpSpPr>
        <p:grpSpPr>
          <a:xfrm>
            <a:off x="5367131" y="3970949"/>
            <a:ext cx="2849218" cy="741718"/>
            <a:chOff x="5367131" y="3866019"/>
            <a:chExt cx="2849218" cy="741718"/>
          </a:xfrm>
        </p:grpSpPr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 rot="10800000">
              <a:off x="5367131" y="4187686"/>
              <a:ext cx="2849218" cy="159027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9DD04DE-490A-BF4D-A7E2-3A174C7DB200}"/>
                </a:ext>
              </a:extLst>
            </p:cNvPr>
            <p:cNvGrpSpPr/>
            <p:nvPr/>
          </p:nvGrpSpPr>
          <p:grpSpPr>
            <a:xfrm>
              <a:off x="7434470" y="4043570"/>
              <a:ext cx="410817" cy="461665"/>
              <a:chOff x="2292626" y="5618921"/>
              <a:chExt cx="410817" cy="461665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56289879-A092-1D48-94AB-CCE5CC88B4FF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6F7794D-4F3F-5742-9DD7-7030CC3F326A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2</a:t>
                </a:r>
              </a:p>
            </p:txBody>
          </p: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70654DC-D6ED-4743-B90B-BBDA82CBF7C1}"/>
              </a:ext>
            </a:extLst>
          </p:cNvPr>
          <p:cNvSpPr txBox="1"/>
          <p:nvPr/>
        </p:nvSpPr>
        <p:spPr>
          <a:xfrm>
            <a:off x="7901911" y="2228279"/>
            <a:ext cx="2951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cs typeface="Courier New" panose="02070309020205020404" pitchFamily="49" charset="0"/>
              </a:rPr>
              <a:t>ARP message into Ethernet frame (sent to </a:t>
            </a:r>
            <a:r>
              <a:rPr lang="en-US" sz="1600" dirty="0">
                <a:solidFill>
                  <a:srgbClr val="000000"/>
                </a:solidFill>
              </a:rPr>
              <a:t>71-65-F7-2B-08-53</a:t>
            </a:r>
            <a:r>
              <a:rPr lang="en-US" sz="1600" dirty="0"/>
              <a:t>)</a:t>
            </a:r>
            <a:endParaRPr lang="en-US" sz="1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ne 19">
            <a:extLst>
              <a:ext uri="{FF2B5EF4-FFF2-40B4-BE49-F238E27FC236}">
                <a16:creationId xmlns:a16="http://schemas.microsoft.com/office/drawing/2014/main" id="{F64820FD-43AE-524F-92B3-2C996E99E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533" y="4310144"/>
            <a:ext cx="90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671BEEC6-B648-BD41-8A64-91771D85E6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8024" y="3390291"/>
            <a:ext cx="0" cy="655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4BD049D1-92B4-8841-8329-453013A73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93" y="5337533"/>
            <a:ext cx="0" cy="438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ARP protocol in action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F57007A4-9929-8C47-B54D-D1B70F2B48AD}"/>
              </a:ext>
            </a:extLst>
          </p:cNvPr>
          <p:cNvSpPr>
            <a:spLocks/>
          </p:cNvSpPr>
          <p:nvPr/>
        </p:nvSpPr>
        <p:spPr bwMode="auto">
          <a:xfrm>
            <a:off x="5730736" y="3632282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8EE12B75-B162-D046-8610-F469FA2F1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51624" y="4359151"/>
            <a:ext cx="796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D34196EA-878C-BD4B-B367-A871F347D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0126" y="447516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5" name="Text Box 27">
            <a:extLst>
              <a:ext uri="{FF2B5EF4-FFF2-40B4-BE49-F238E27FC236}">
                <a16:creationId xmlns:a16="http://schemas.microsoft.com/office/drawing/2014/main" id="{9E6E8FDA-5A5E-0F42-B9A3-C2819201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58-23-D7-FA-20-B0</a:t>
            </a:r>
          </a:p>
        </p:txBody>
      </p:sp>
      <p:sp>
        <p:nvSpPr>
          <p:cNvPr id="61" name="Rectangle 37">
            <a:extLst>
              <a:ext uri="{FF2B5EF4-FFF2-40B4-BE49-F238E27FC236}">
                <a16:creationId xmlns:a16="http://schemas.microsoft.com/office/drawing/2014/main" id="{BD959ED9-514E-BB43-A03D-9610B0A4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652" y="339211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4" name="Group 44">
            <a:extLst>
              <a:ext uri="{FF2B5EF4-FFF2-40B4-BE49-F238E27FC236}">
                <a16:creationId xmlns:a16="http://schemas.microsoft.com/office/drawing/2014/main" id="{F28A69E5-B425-D84E-A92A-1BF2AE27083E}"/>
              </a:ext>
            </a:extLst>
          </p:cNvPr>
          <p:cNvGrpSpPr>
            <a:grpSpLocks/>
          </p:cNvGrpSpPr>
          <p:nvPr/>
        </p:nvGrpSpPr>
        <p:grpSpPr bwMode="auto"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id="75" name="Picture 45" descr="desktop_computer_stylized_medium">
              <a:extLst>
                <a:ext uri="{FF2B5EF4-FFF2-40B4-BE49-F238E27FC236}">
                  <a16:creationId xmlns:a16="http://schemas.microsoft.com/office/drawing/2014/main" id="{28306720-28D9-9C4C-8C6D-B304BB9A4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46">
              <a:extLst>
                <a:ext uri="{FF2B5EF4-FFF2-40B4-BE49-F238E27FC236}">
                  <a16:creationId xmlns:a16="http://schemas.microsoft.com/office/drawing/2014/main" id="{12165CA3-A696-A94F-A6BA-D9ECFB265D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4" name="Rectangle 37">
            <a:extLst>
              <a:ext uri="{FF2B5EF4-FFF2-40B4-BE49-F238E27FC236}">
                <a16:creationId xmlns:a16="http://schemas.microsoft.com/office/drawing/2014/main" id="{820D05A1-5D97-6B44-A956-45C339CD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477" y="5645423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85" name="Rectangle 37">
            <a:extLst>
              <a:ext uri="{FF2B5EF4-FFF2-40B4-BE49-F238E27FC236}">
                <a16:creationId xmlns:a16="http://schemas.microsoft.com/office/drawing/2014/main" id="{95FE12BC-DAAC-5848-8DA7-F4CB324AD8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36659" y="424036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79" name="Group 47">
            <a:extLst>
              <a:ext uri="{FF2B5EF4-FFF2-40B4-BE49-F238E27FC236}">
                <a16:creationId xmlns:a16="http://schemas.microsoft.com/office/drawing/2014/main" id="{44746C07-410E-1F4F-91B6-1B430F3CFA31}"/>
              </a:ext>
            </a:extLst>
          </p:cNvPr>
          <p:cNvGrpSpPr>
            <a:grpSpLocks/>
          </p:cNvGrpSpPr>
          <p:nvPr/>
        </p:nvGrpSpPr>
        <p:grpSpPr bwMode="auto"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id="80" name="Picture 48" descr="desktop_computer_stylized_medium">
              <a:extLst>
                <a:ext uri="{FF2B5EF4-FFF2-40B4-BE49-F238E27FC236}">
                  <a16:creationId xmlns:a16="http://schemas.microsoft.com/office/drawing/2014/main" id="{3B33B5E2-E8CC-3C46-9F6A-AA84F4719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7DA23775-D4E8-F544-B835-C7A71FAB6C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9" name="Group 41">
            <a:extLst>
              <a:ext uri="{FF2B5EF4-FFF2-40B4-BE49-F238E27FC236}">
                <a16:creationId xmlns:a16="http://schemas.microsoft.com/office/drawing/2014/main" id="{27B89BCB-87CA-7640-BC2D-65A05B519E96}"/>
              </a:ext>
            </a:extLst>
          </p:cNvPr>
          <p:cNvGrpSpPr>
            <a:grpSpLocks/>
          </p:cNvGrpSpPr>
          <p:nvPr/>
        </p:nvGrpSpPr>
        <p:grpSpPr bwMode="auto"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id="70" name="Picture 42" descr="desktop_computer_stylized_medium">
              <a:extLst>
                <a:ext uri="{FF2B5EF4-FFF2-40B4-BE49-F238E27FC236}">
                  <a16:creationId xmlns:a16="http://schemas.microsoft.com/office/drawing/2014/main" id="{0C82CFB4-3428-8647-99DD-3B6C59F3E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43">
              <a:extLst>
                <a:ext uri="{FF2B5EF4-FFF2-40B4-BE49-F238E27FC236}">
                  <a16:creationId xmlns:a16="http://schemas.microsoft.com/office/drawing/2014/main" id="{04A0D4C8-54E1-0E46-B711-36765520B5F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88" name="Text Box 36">
            <a:extLst>
              <a:ext uri="{FF2B5EF4-FFF2-40B4-BE49-F238E27FC236}">
                <a16:creationId xmlns:a16="http://schemas.microsoft.com/office/drawing/2014/main" id="{DD4B55F8-6951-BB48-93B1-8A8C712F3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75A74-FFE9-0245-9159-E13D4A71F8FF}"/>
              </a:ext>
            </a:extLst>
          </p:cNvPr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B0E3B9-F445-2E4A-B8D9-5F1BEA2D72DF}"/>
              </a:ext>
            </a:extLst>
          </p:cNvPr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4875AD-DADA-E849-ABCB-F9455A5A60CE}"/>
              </a:ext>
            </a:extLst>
          </p:cNvPr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B16A5-AC1C-0A48-BE4F-A199BCB6FFA7}"/>
              </a:ext>
            </a:extLst>
          </p:cNvPr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TTL</a:t>
            </a:r>
          </a:p>
        </p:txBody>
      </p:sp>
      <p:sp>
        <p:nvSpPr>
          <p:cNvPr id="58" name="Line 30">
            <a:extLst>
              <a:ext uri="{FF2B5EF4-FFF2-40B4-BE49-F238E27FC236}">
                <a16:creationId xmlns:a16="http://schemas.microsoft.com/office/drawing/2014/main" id="{A3219F56-0BCF-1141-92E9-42AADFF292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5073" y="4465719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2EFE11A4-7F50-BB42-A3B3-7827175F3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</a:rPr>
              <a:t>71-65-F7-2B-08-53</a:t>
            </a:r>
          </a:p>
        </p:txBody>
      </p:sp>
      <p:sp>
        <p:nvSpPr>
          <p:cNvPr id="83" name="Rectangle 37">
            <a:extLst>
              <a:ext uri="{FF2B5EF4-FFF2-40B4-BE49-F238E27FC236}">
                <a16:creationId xmlns:a16="http://schemas.microsoft.com/office/drawing/2014/main" id="{CD202D37-460B-D748-8210-605E1AE082D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66994" y="4178448"/>
            <a:ext cx="16033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" name="Group 38">
            <a:extLst>
              <a:ext uri="{FF2B5EF4-FFF2-40B4-BE49-F238E27FC236}">
                <a16:creationId xmlns:a16="http://schemas.microsoft.com/office/drawing/2014/main" id="{90CD0E16-8B92-9A4D-9A85-FA76287C25CA}"/>
              </a:ext>
            </a:extLst>
          </p:cNvPr>
          <p:cNvGrpSpPr>
            <a:grpSpLocks/>
          </p:cNvGrpSpPr>
          <p:nvPr/>
        </p:nvGrpSpPr>
        <p:grpSpPr bwMode="auto"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id="65" name="Picture 39" descr="desktop_computer_stylized_medium">
              <a:extLst>
                <a:ext uri="{FF2B5EF4-FFF2-40B4-BE49-F238E27FC236}">
                  <a16:creationId xmlns:a16="http://schemas.microsoft.com/office/drawing/2014/main" id="{8751C04C-5F67-E747-BB72-C6A175F35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42DD46F7-3C85-0143-8A1D-B7410F2B0D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90" name="Text Box 31">
            <a:extLst>
              <a:ext uri="{FF2B5EF4-FFF2-40B4-BE49-F238E27FC236}">
                <a16:creationId xmlns:a16="http://schemas.microsoft.com/office/drawing/2014/main" id="{CD5A8CEC-3E57-A944-A0C6-256AED09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90856-D387-9F4E-92DD-613E16C75F36}"/>
              </a:ext>
            </a:extLst>
          </p:cNvPr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A8"/>
                </a:solidFill>
              </a:rPr>
              <a:t>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4CA1B8-D7B0-FE45-9DAE-1BE097F0A873}"/>
              </a:ext>
            </a:extLst>
          </p:cNvPr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A69A91A-6B5A-764F-8871-0FBCD21B5E20}"/>
                </a:ext>
              </a:extLst>
            </p:cNvPr>
            <p:cNvSpPr/>
            <p:nvPr/>
          </p:nvSpPr>
          <p:spPr>
            <a:xfrm>
              <a:off x="3617843" y="2842867"/>
              <a:ext cx="477079" cy="1075221"/>
            </a:xfrm>
            <a:custGeom>
              <a:avLst/>
              <a:gdLst>
                <a:gd name="connsiteX0" fmla="*/ 477079 w 477079"/>
                <a:gd name="connsiteY0" fmla="*/ 357808 h 1166191"/>
                <a:gd name="connsiteX1" fmla="*/ 0 w 477079"/>
                <a:gd name="connsiteY1" fmla="*/ 0 h 1166191"/>
                <a:gd name="connsiteX2" fmla="*/ 13253 w 477079"/>
                <a:gd name="connsiteY2" fmla="*/ 1166191 h 1166191"/>
                <a:gd name="connsiteX3" fmla="*/ 384314 w 477079"/>
                <a:gd name="connsiteY3" fmla="*/ 649356 h 1166191"/>
                <a:gd name="connsiteX0" fmla="*/ 477079 w 477079"/>
                <a:gd name="connsiteY0" fmla="*/ 357808 h 1051327"/>
                <a:gd name="connsiteX1" fmla="*/ 0 w 477079"/>
                <a:gd name="connsiteY1" fmla="*/ 0 h 1051327"/>
                <a:gd name="connsiteX2" fmla="*/ 13253 w 477079"/>
                <a:gd name="connsiteY2" fmla="*/ 1051327 h 1051327"/>
                <a:gd name="connsiteX3" fmla="*/ 384314 w 477079"/>
                <a:gd name="connsiteY3" fmla="*/ 649356 h 105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079" h="1051327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F6BEDD3-2381-F342-8772-EF22B2DD6391}"/>
                </a:ext>
              </a:extLst>
            </p:cNvPr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F0EA35A-16E9-6647-B826-0BDF18B31CE6}"/>
                  </a:ext>
                </a:extLst>
              </p:cNvPr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3A6087-C978-A74F-82FC-80BB9BB4CE42}"/>
                  </a:ext>
                </a:extLst>
              </p:cNvPr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ARP table in </a:t>
                </a:r>
                <a:r>
                  <a:rPr lang="en-US" dirty="0">
                    <a:solidFill>
                      <a:srgbClr val="0000A8"/>
                    </a:solidFill>
                  </a:rPr>
                  <a:t>A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7ADA725-CF65-9446-A6E5-99769F3E8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324" y="3173896"/>
                <a:ext cx="318052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1A36C2-C660-CC48-A801-8B13046993C8}"/>
                  </a:ext>
                </a:extLst>
              </p:cNvPr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IP </a:t>
                </a:r>
                <a:r>
                  <a:rPr lang="en-US" dirty="0" err="1"/>
                  <a:t>addr</a:t>
                </a:r>
                <a:endParaRPr lang="en-US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9275495-9FB2-BE4E-99AA-073302DC06EF}"/>
                  </a:ext>
                </a:extLst>
              </p:cNvPr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MAC </a:t>
                </a:r>
                <a:r>
                  <a:rPr lang="en-US" dirty="0" err="1"/>
                  <a:t>addr</a:t>
                </a:r>
                <a:endParaRPr lang="en-US" dirty="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C873D52-0E3A-984E-872F-2E5F1E49C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5218" y="2849218"/>
                <a:ext cx="0" cy="10633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F3D9DE6-1B37-F249-9BD4-104B41CEF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152" y="2848944"/>
                <a:ext cx="0" cy="1060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971A2F5-ACB5-294E-8846-0F74DE6EB747}"/>
                  </a:ext>
                </a:extLst>
              </p:cNvPr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TTL</a:t>
                </a:r>
              </a:p>
            </p:txBody>
          </p:sp>
        </p:grpSp>
      </p:grpSp>
      <p:sp>
        <p:nvSpPr>
          <p:cNvPr id="68" name="Rectangle 3">
            <a:extLst>
              <a:ext uri="{FF2B5EF4-FFF2-40B4-BE49-F238E27FC236}">
                <a16:creationId xmlns:a16="http://schemas.microsoft.com/office/drawing/2014/main" id="{3E190205-EEDA-4A4B-922E-882CB0024C81}"/>
              </a:ext>
            </a:extLst>
          </p:cNvPr>
          <p:cNvSpPr txBox="1">
            <a:spLocks noChangeArrowheads="1"/>
          </p:cNvSpPr>
          <p:nvPr/>
        </p:nvSpPr>
        <p:spPr>
          <a:xfrm>
            <a:off x="1049752" y="1211677"/>
            <a:ext cx="10068822" cy="946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dirty="0"/>
              <a:t>example: A wants to send datagram to B</a:t>
            </a:r>
          </a:p>
          <a:p>
            <a:pPr marL="352425" lvl="1" indent="-234950">
              <a:defRPr/>
            </a:pPr>
            <a:r>
              <a:rPr lang="en-US" sz="2000" dirty="0"/>
              <a:t>B</a:t>
            </a:r>
            <a:r>
              <a:rPr lang="ja-JP" altLang="en-US" sz="2000"/>
              <a:t>’</a:t>
            </a:r>
            <a:r>
              <a:rPr lang="en-US" sz="2000" dirty="0"/>
              <a:t>s MAC address not in A</a:t>
            </a:r>
            <a:r>
              <a:rPr lang="en-US" altLang="ja-JP" sz="2000" dirty="0"/>
              <a:t>’</a:t>
            </a:r>
            <a:r>
              <a:rPr lang="en-US" sz="2000" dirty="0"/>
              <a:t>s ARP table, so A uses ARP to find B’s MAC address</a:t>
            </a:r>
            <a:endParaRPr lang="en-US" sz="2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3DE118-29AE-1147-9673-7A7F3BEC6EF7}"/>
              </a:ext>
            </a:extLst>
          </p:cNvPr>
          <p:cNvGrpSpPr/>
          <p:nvPr/>
        </p:nvGrpSpPr>
        <p:grpSpPr>
          <a:xfrm>
            <a:off x="1144656" y="5342636"/>
            <a:ext cx="4222474" cy="769441"/>
            <a:chOff x="689113" y="2308977"/>
            <a:chExt cx="4222474" cy="76944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0726C-A09E-6C44-A2D0-4B4AC64FB4B2}"/>
                </a:ext>
              </a:extLst>
            </p:cNvPr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4950">
                <a:defRPr/>
              </a:pPr>
              <a:r>
                <a:rPr lang="en-US" sz="2400" dirty="0">
                  <a:solidFill>
                    <a:srgbClr val="0000A8"/>
                  </a:solidFill>
                </a:rPr>
                <a:t>A</a:t>
              </a:r>
              <a:r>
                <a:rPr lang="en-US" sz="2000" dirty="0"/>
                <a:t> receives B’s reply, adds B entry into its local ARP table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4C3EBDD-DD28-4A4F-803C-BE09994DBBCE}"/>
                </a:ext>
              </a:extLst>
            </p:cNvPr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81A63FD-6640-2C4D-94F4-10E452F85558}"/>
                  </a:ext>
                </a:extLst>
              </p:cNvPr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7B0C99-1512-F84B-A71F-D0B8F31B18C6}"/>
                  </a:ext>
                </a:extLst>
              </p:cNvPr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3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DE12D9A-FE4D-0A48-A641-DB2148309CA9}"/>
              </a:ext>
            </a:extLst>
          </p:cNvPr>
          <p:cNvGrpSpPr/>
          <p:nvPr/>
        </p:nvGrpSpPr>
        <p:grpSpPr>
          <a:xfrm>
            <a:off x="5367131" y="3970949"/>
            <a:ext cx="1637539" cy="741718"/>
            <a:chOff x="5367131" y="3866019"/>
            <a:chExt cx="1637539" cy="741718"/>
          </a:xfrm>
        </p:grpSpPr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8E8C1703-14D3-ED45-A5E7-3C816D2C6A36}"/>
                </a:ext>
              </a:extLst>
            </p:cNvPr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/>
            </a:prstGeom>
            <a:gradFill>
              <a:gsLst>
                <a:gs pos="49500">
                  <a:schemeClr val="accent1">
                    <a:lumMod val="40000"/>
                    <a:lumOff val="60000"/>
                  </a:schemeClr>
                </a:gs>
                <a:gs pos="0">
                  <a:schemeClr val="bg1">
                    <a:alpha val="68000"/>
                  </a:schemeClr>
                </a:gs>
                <a:gs pos="98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5" name="Group 201">
              <a:extLst>
                <a:ext uri="{FF2B5EF4-FFF2-40B4-BE49-F238E27FC236}">
                  <a16:creationId xmlns:a16="http://schemas.microsoft.com/office/drawing/2014/main" id="{84F90531-593C-9146-AEE5-BEFEDB4FC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B8D2B43-252A-154B-B33F-48E245DE4C33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CDE178B-CBB7-904E-8D77-3C5E1D8D1367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5F298EC-5C7C-804F-B1E9-F0A0E4E57C02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5F39055-4138-5345-8C30-F70330025618}"/>
              </a:ext>
            </a:extLst>
          </p:cNvPr>
          <p:cNvGrpSpPr/>
          <p:nvPr/>
        </p:nvGrpSpPr>
        <p:grpSpPr>
          <a:xfrm>
            <a:off x="1217886" y="3923211"/>
            <a:ext cx="3224987" cy="523220"/>
            <a:chOff x="1217886" y="3818281"/>
            <a:chExt cx="3224987" cy="523220"/>
          </a:xfrm>
        </p:grpSpPr>
        <p:sp>
          <p:nvSpPr>
            <p:cNvPr id="73" name="Text Box 36">
              <a:extLst>
                <a:ext uri="{FF2B5EF4-FFF2-40B4-BE49-F238E27FC236}">
                  <a16:creationId xmlns:a16="http://schemas.microsoft.com/office/drawing/2014/main" id="{1DADF13F-2D2F-5443-842A-4A233EADB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7886" y="3818281"/>
              <a:ext cx="88036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Arial" charset="0"/>
                  <a:cs typeface="+mn-cs"/>
                </a:rPr>
                <a:t>137.196.</a:t>
              </a:r>
            </a:p>
            <a:p>
              <a:pPr>
                <a:defRPr/>
              </a:pPr>
              <a:r>
                <a:rPr lang="en-US" sz="1400" i="0" dirty="0">
                  <a:latin typeface="Arial" charset="0"/>
                </a:rPr>
                <a:t>       </a:t>
              </a:r>
              <a:r>
                <a:rPr lang="en-US" sz="1400" i="0" dirty="0">
                  <a:latin typeface="Arial" charset="0"/>
                  <a:cs typeface="+mn-cs"/>
                </a:rPr>
                <a:t>7.14</a:t>
              </a:r>
            </a:p>
          </p:txBody>
        </p:sp>
        <p:sp>
          <p:nvSpPr>
            <p:cNvPr id="77" name="Text Box 27">
              <a:extLst>
                <a:ext uri="{FF2B5EF4-FFF2-40B4-BE49-F238E27FC236}">
                  <a16:creationId xmlns:a16="http://schemas.microsoft.com/office/drawing/2014/main" id="{82505451-0901-AA46-96C0-FED04AABF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7388" y="3897795"/>
              <a:ext cx="17399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Arial" charset="0"/>
                </a:rPr>
                <a:t>58-23-D7-FA-20-B0</a:t>
              </a:r>
            </a:p>
          </p:txBody>
        </p:sp>
        <p:sp>
          <p:nvSpPr>
            <p:cNvPr id="78" name="Text Box 27">
              <a:extLst>
                <a:ext uri="{FF2B5EF4-FFF2-40B4-BE49-F238E27FC236}">
                  <a16:creationId xmlns:a16="http://schemas.microsoft.com/office/drawing/2014/main" id="{ED5A362E-E35A-6241-9A98-218C81894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049" y="3891169"/>
              <a:ext cx="48282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i="0" dirty="0">
                  <a:solidFill>
                    <a:srgbClr val="000000"/>
                  </a:solidFill>
                  <a:latin typeface="Arial" charset="0"/>
                </a:rPr>
                <a:t>500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866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2" name="Rectangle 2">
            <a:extLst>
              <a:ext uri="{FF2B5EF4-FFF2-40B4-BE49-F238E27FC236}">
                <a16:creationId xmlns:a16="http://schemas.microsoft.com/office/drawing/2014/main" id="{75C8B8F2-44A8-AE4D-95ED-0C45E84A2CCD}"/>
              </a:ext>
            </a:extLst>
          </p:cNvPr>
          <p:cNvSpPr txBox="1">
            <a:spLocks noChangeArrowheads="1"/>
          </p:cNvSpPr>
          <p:nvPr/>
        </p:nvSpPr>
        <p:spPr>
          <a:xfrm>
            <a:off x="935519" y="1322317"/>
            <a:ext cx="10831760" cy="1196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25" indent="-111125">
              <a:buFont typeface="Wingdings" charset="0"/>
              <a:buNone/>
              <a:defRPr/>
            </a:pPr>
            <a:r>
              <a:rPr lang="en-US" dirty="0"/>
              <a:t>walkthrough</a:t>
            </a:r>
            <a:r>
              <a:rPr lang="en-US" dirty="0">
                <a:solidFill>
                  <a:srgbClr val="CC0000"/>
                </a:solidFill>
              </a:rPr>
              <a:t>: sending a  datagram from </a:t>
            </a:r>
            <a:r>
              <a:rPr lang="en-US" i="1" dirty="0">
                <a:solidFill>
                  <a:srgbClr val="CC0000"/>
                </a:solidFill>
              </a:rPr>
              <a:t>A</a:t>
            </a:r>
            <a:r>
              <a:rPr lang="en-US" dirty="0">
                <a:solidFill>
                  <a:srgbClr val="CC0000"/>
                </a:solidFill>
              </a:rPr>
              <a:t> to </a:t>
            </a:r>
            <a:r>
              <a:rPr lang="en-US" i="1" dirty="0">
                <a:solidFill>
                  <a:srgbClr val="CC0000"/>
                </a:solidFill>
              </a:rPr>
              <a:t>B</a:t>
            </a:r>
            <a:r>
              <a:rPr lang="en-US" dirty="0">
                <a:solidFill>
                  <a:srgbClr val="CC0000"/>
                </a:solidFill>
              </a:rPr>
              <a:t> via </a:t>
            </a:r>
            <a:r>
              <a:rPr lang="en-US" i="1" dirty="0">
                <a:solidFill>
                  <a:srgbClr val="CC0000"/>
                </a:solidFill>
              </a:rPr>
              <a:t>R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sz="2800" dirty="0"/>
              <a:t>focus on addressing – at IP (datagram) and MAC layer (frame) levels</a:t>
            </a:r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1633948-5785-5849-859F-87310A692F23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 Box 4">
            <a:extLst>
              <a:ext uri="{FF2B5EF4-FFF2-40B4-BE49-F238E27FC236}">
                <a16:creationId xmlns:a16="http://schemas.microsoft.com/office/drawing/2014/main" id="{7AA3B0EC-8E9C-EA40-807D-C0DCADFC5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R</a:t>
            </a:r>
            <a:endParaRPr lang="en-US" sz="2000" i="0" dirty="0">
              <a:solidFill>
                <a:srgbClr val="0000A8"/>
              </a:solidFill>
              <a:ea typeface="+mn-ea"/>
              <a:cs typeface="+mn-cs"/>
            </a:endParaRPr>
          </a:p>
        </p:txBody>
      </p:sp>
      <p:sp>
        <p:nvSpPr>
          <p:cNvPr id="227" name="Freeform 39">
            <a:extLst>
              <a:ext uri="{FF2B5EF4-FFF2-40B4-BE49-F238E27FC236}">
                <a16:creationId xmlns:a16="http://schemas.microsoft.com/office/drawing/2014/main" id="{877FF5E7-E20D-C343-A6A6-C03781D86E63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28" name="Line 40">
            <a:extLst>
              <a:ext uri="{FF2B5EF4-FFF2-40B4-BE49-F238E27FC236}">
                <a16:creationId xmlns:a16="http://schemas.microsoft.com/office/drawing/2014/main" id="{F783F2B5-328E-0E4F-B70F-C2AE78E3D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9" name="Line 41">
            <a:extLst>
              <a:ext uri="{FF2B5EF4-FFF2-40B4-BE49-F238E27FC236}">
                <a16:creationId xmlns:a16="http://schemas.microsoft.com/office/drawing/2014/main" id="{C060EFA7-8C6E-3D40-B474-D7EA7BAB1B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34" name="Text Box 58">
            <a:extLst>
              <a:ext uri="{FF2B5EF4-FFF2-40B4-BE49-F238E27FC236}">
                <a16:creationId xmlns:a16="http://schemas.microsoft.com/office/drawing/2014/main" id="{DB5EE02A-B01A-5E4C-B702-F6EBFE468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236" name="Line 67">
            <a:extLst>
              <a:ext uri="{FF2B5EF4-FFF2-40B4-BE49-F238E27FC236}">
                <a16:creationId xmlns:a16="http://schemas.microsoft.com/office/drawing/2014/main" id="{C65C148F-06BF-C940-B2DD-A67AC4BE27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39" name="Line 73">
            <a:extLst>
              <a:ext uri="{FF2B5EF4-FFF2-40B4-BE49-F238E27FC236}">
                <a16:creationId xmlns:a16="http://schemas.microsoft.com/office/drawing/2014/main" id="{2E33E508-B8D6-3E44-B5AA-A6A307EEE1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40" name="Freeform 75">
            <a:extLst>
              <a:ext uri="{FF2B5EF4-FFF2-40B4-BE49-F238E27FC236}">
                <a16:creationId xmlns:a16="http://schemas.microsoft.com/office/drawing/2014/main" id="{25EB896A-E2EC-F64E-82DF-14D4BB8B17FF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41" name="Text Box 76">
            <a:extLst>
              <a:ext uri="{FF2B5EF4-FFF2-40B4-BE49-F238E27FC236}">
                <a16:creationId xmlns:a16="http://schemas.microsoft.com/office/drawing/2014/main" id="{6209BBA1-3ADB-DD4E-98BA-16778788F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B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31F04776-CE9C-1440-B37F-242C3E190A98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261" name="Rectangle 37">
              <a:extLst>
                <a:ext uri="{FF2B5EF4-FFF2-40B4-BE49-F238E27FC236}">
                  <a16:creationId xmlns:a16="http://schemas.microsoft.com/office/drawing/2014/main" id="{7820489A-5549-C442-BF3C-BC1AC11B6F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262" name="Rectangle 37">
              <a:extLst>
                <a:ext uri="{FF2B5EF4-FFF2-40B4-BE49-F238E27FC236}">
                  <a16:creationId xmlns:a16="http://schemas.microsoft.com/office/drawing/2014/main" id="{9AF76EFA-4C5B-674E-BA86-9C05702BA8E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84D12D1B-CACD-6E4B-9C38-D2F459245889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16FB099F-FBEA-9F48-8EAA-5BCE4873212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13DBFA26-F015-2547-A930-D01540DA83C0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6BD83E9A-6CBF-3D4E-8F2F-EA68EE4D375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7" name="Freeform 266">
                  <a:extLst>
                    <a:ext uri="{FF2B5EF4-FFF2-40B4-BE49-F238E27FC236}">
                      <a16:creationId xmlns:a16="http://schemas.microsoft.com/office/drawing/2014/main" id="{24B4E4B6-6B7A-4A4B-A9EB-9BA919CAA34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8A579144-F431-924D-BEDF-34C91BDD544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60A07585-2E49-1643-B16B-023093CA681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99C7FFFB-540E-F04A-8756-DC9317FA983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43" name="Rectangle 37">
            <a:extLst>
              <a:ext uri="{FF2B5EF4-FFF2-40B4-BE49-F238E27FC236}">
                <a16:creationId xmlns:a16="http://schemas.microsoft.com/office/drawing/2014/main" id="{2049FC20-01F9-A342-8ED2-71DDD4E2422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244" name="Group 49">
            <a:extLst>
              <a:ext uri="{FF2B5EF4-FFF2-40B4-BE49-F238E27FC236}">
                <a16:creationId xmlns:a16="http://schemas.microsoft.com/office/drawing/2014/main" id="{0C6B5E2D-47E0-304A-802F-B33BA23951DC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259" name="Picture 50" descr="desktop_computer_stylized_medium">
              <a:extLst>
                <a:ext uri="{FF2B5EF4-FFF2-40B4-BE49-F238E27FC236}">
                  <a16:creationId xmlns:a16="http://schemas.microsoft.com/office/drawing/2014/main" id="{6C7B4EA6-CCA8-D147-AFAA-5DA13E6BA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0" name="Freeform 51">
              <a:extLst>
                <a:ext uri="{FF2B5EF4-FFF2-40B4-BE49-F238E27FC236}">
                  <a16:creationId xmlns:a16="http://schemas.microsoft.com/office/drawing/2014/main" id="{48DE1DAA-CF8A-A24A-8DD9-85EF022FE8D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45" name="Rectangle 37">
            <a:extLst>
              <a:ext uri="{FF2B5EF4-FFF2-40B4-BE49-F238E27FC236}">
                <a16:creationId xmlns:a16="http://schemas.microsoft.com/office/drawing/2014/main" id="{1976AEED-D3C4-4C40-B836-5E4352A3611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246" name="Group 49">
            <a:extLst>
              <a:ext uri="{FF2B5EF4-FFF2-40B4-BE49-F238E27FC236}">
                <a16:creationId xmlns:a16="http://schemas.microsoft.com/office/drawing/2014/main" id="{CA4E329E-B85D-034A-AD4E-3AA827B8BDBB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257" name="Picture 50" descr="desktop_computer_stylized_medium">
              <a:extLst>
                <a:ext uri="{FF2B5EF4-FFF2-40B4-BE49-F238E27FC236}">
                  <a16:creationId xmlns:a16="http://schemas.microsoft.com/office/drawing/2014/main" id="{1DF9E5DC-786D-6C49-ADDC-C953FEFE6B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8" name="Freeform 51">
              <a:extLst>
                <a:ext uri="{FF2B5EF4-FFF2-40B4-BE49-F238E27FC236}">
                  <a16:creationId xmlns:a16="http://schemas.microsoft.com/office/drawing/2014/main" id="{23D41A9D-8697-4D4D-8D16-A98A093EA1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 dirty="0"/>
            </a:p>
          </p:txBody>
        </p:sp>
      </p:grpSp>
      <p:sp>
        <p:nvSpPr>
          <p:cNvPr id="247" name="Rectangle 37">
            <a:extLst>
              <a:ext uri="{FF2B5EF4-FFF2-40B4-BE49-F238E27FC236}">
                <a16:creationId xmlns:a16="http://schemas.microsoft.com/office/drawing/2014/main" id="{921F645F-8A94-2445-84B8-38720AF020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248" name="Rectangle 37">
            <a:extLst>
              <a:ext uri="{FF2B5EF4-FFF2-40B4-BE49-F238E27FC236}">
                <a16:creationId xmlns:a16="http://schemas.microsoft.com/office/drawing/2014/main" id="{7E4E6975-B2CA-7444-B862-F4B4940509B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249" name="Group 44">
            <a:extLst>
              <a:ext uri="{FF2B5EF4-FFF2-40B4-BE49-F238E27FC236}">
                <a16:creationId xmlns:a16="http://schemas.microsoft.com/office/drawing/2014/main" id="{0E421EA6-E430-A84D-86CE-88CE29472188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255" name="Picture 45" descr="desktop_computer_stylized_medium">
              <a:extLst>
                <a:ext uri="{FF2B5EF4-FFF2-40B4-BE49-F238E27FC236}">
                  <a16:creationId xmlns:a16="http://schemas.microsoft.com/office/drawing/2014/main" id="{0CFB0548-75C3-B541-8DF5-553BDA44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" name="Freeform 46">
              <a:extLst>
                <a:ext uri="{FF2B5EF4-FFF2-40B4-BE49-F238E27FC236}">
                  <a16:creationId xmlns:a16="http://schemas.microsoft.com/office/drawing/2014/main" id="{A0094AEB-3AFF-0940-8C77-D29712E481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50" name="Group 44">
            <a:extLst>
              <a:ext uri="{FF2B5EF4-FFF2-40B4-BE49-F238E27FC236}">
                <a16:creationId xmlns:a16="http://schemas.microsoft.com/office/drawing/2014/main" id="{BCF5D40A-A74B-274B-8ADA-55B66CD5DBFC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253" name="Picture 45" descr="desktop_computer_stylized_medium">
              <a:extLst>
                <a:ext uri="{FF2B5EF4-FFF2-40B4-BE49-F238E27FC236}">
                  <a16:creationId xmlns:a16="http://schemas.microsoft.com/office/drawing/2014/main" id="{771731DD-0069-DA47-95DF-85CE9F491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Freeform 46">
              <a:extLst>
                <a:ext uri="{FF2B5EF4-FFF2-40B4-BE49-F238E27FC236}">
                  <a16:creationId xmlns:a16="http://schemas.microsoft.com/office/drawing/2014/main" id="{0818206B-A68C-604B-A676-494044A074B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6ACCC7A-2790-4042-9C87-704C4398F4FC}"/>
              </a:ext>
            </a:extLst>
          </p:cNvPr>
          <p:cNvGrpSpPr/>
          <p:nvPr/>
        </p:nvGrpSpPr>
        <p:grpSpPr>
          <a:xfrm>
            <a:off x="1799535" y="4860508"/>
            <a:ext cx="8432226" cy="1763135"/>
            <a:chOff x="1799535" y="4860508"/>
            <a:chExt cx="8432226" cy="1763135"/>
          </a:xfrm>
        </p:grpSpPr>
        <p:sp>
          <p:nvSpPr>
            <p:cNvPr id="220" name="Text Box 21">
              <a:extLst>
                <a:ext uri="{FF2B5EF4-FFF2-40B4-BE49-F238E27FC236}">
                  <a16:creationId xmlns:a16="http://schemas.microsoft.com/office/drawing/2014/main" id="{8B5C784D-B8E9-0242-B1BF-5469854FD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1A-23-F9-CD-06-9B</a:t>
              </a:r>
            </a:p>
          </p:txBody>
        </p:sp>
        <p:sp>
          <p:nvSpPr>
            <p:cNvPr id="221" name="Text Box 22">
              <a:extLst>
                <a:ext uri="{FF2B5EF4-FFF2-40B4-BE49-F238E27FC236}">
                  <a16:creationId xmlns:a16="http://schemas.microsoft.com/office/drawing/2014/main" id="{C464F240-6EA6-E645-AE35-1132527BB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222.222.222.220</a:t>
              </a:r>
            </a:p>
          </p:txBody>
        </p:sp>
        <p:grpSp>
          <p:nvGrpSpPr>
            <p:cNvPr id="222" name="Group 23">
              <a:extLst>
                <a:ext uri="{FF2B5EF4-FFF2-40B4-BE49-F238E27FC236}">
                  <a16:creationId xmlns:a16="http://schemas.microsoft.com/office/drawing/2014/main" id="{718D171D-585A-DA4B-8722-1465B928B3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273" name="Text Box 24">
                <a:extLst>
                  <a:ext uri="{FF2B5EF4-FFF2-40B4-BE49-F238E27FC236}">
                    <a16:creationId xmlns:a16="http://schemas.microsoft.com/office/drawing/2014/main" id="{6074A99D-1DA4-3A42-9396-9E51D4D7D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111.111.111.110</a:t>
                </a:r>
              </a:p>
            </p:txBody>
          </p:sp>
          <p:sp>
            <p:nvSpPr>
              <p:cNvPr id="274" name="Text Box 25">
                <a:extLst>
                  <a:ext uri="{FF2B5EF4-FFF2-40B4-BE49-F238E27FC236}">
                    <a16:creationId xmlns:a16="http://schemas.microsoft.com/office/drawing/2014/main" id="{7F04AB82-B2F9-5040-9BD7-B58343D5B0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223" name="Text Box 26">
              <a:extLst>
                <a:ext uri="{FF2B5EF4-FFF2-40B4-BE49-F238E27FC236}">
                  <a16:creationId xmlns:a16="http://schemas.microsoft.com/office/drawing/2014/main" id="{345706BC-EE35-E948-B847-B9C8F402B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CC-49-DE-D0-AB-7D</a:t>
              </a:r>
            </a:p>
          </p:txBody>
        </p:sp>
        <p:sp>
          <p:nvSpPr>
            <p:cNvPr id="224" name="Text Box 27">
              <a:extLst>
                <a:ext uri="{FF2B5EF4-FFF2-40B4-BE49-F238E27FC236}">
                  <a16:creationId xmlns:a16="http://schemas.microsoft.com/office/drawing/2014/main" id="{C6892711-5B00-1B44-A3A1-ED7D7A05C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111.111.111.112</a:t>
              </a:r>
            </a:p>
          </p:txBody>
        </p:sp>
        <p:sp>
          <p:nvSpPr>
            <p:cNvPr id="225" name="Text Box 30">
              <a:extLst>
                <a:ext uri="{FF2B5EF4-FFF2-40B4-BE49-F238E27FC236}">
                  <a16:creationId xmlns:a16="http://schemas.microsoft.com/office/drawing/2014/main" id="{C9755018-30C5-2F48-B77B-D1C5089AD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111.111.111.111</a:t>
              </a:r>
            </a:p>
          </p:txBody>
        </p:sp>
        <p:sp>
          <p:nvSpPr>
            <p:cNvPr id="226" name="Text Box 33">
              <a:extLst>
                <a:ext uri="{FF2B5EF4-FFF2-40B4-BE49-F238E27FC236}">
                  <a16:creationId xmlns:a16="http://schemas.microsoft.com/office/drawing/2014/main" id="{F8059422-13FC-B849-B3BE-4C2D1B546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74-29-9C-E8-FF-55</a:t>
              </a:r>
            </a:p>
          </p:txBody>
        </p:sp>
        <p:sp>
          <p:nvSpPr>
            <p:cNvPr id="230" name="Line 44">
              <a:extLst>
                <a:ext uri="{FF2B5EF4-FFF2-40B4-BE49-F238E27FC236}">
                  <a16:creationId xmlns:a16="http://schemas.microsoft.com/office/drawing/2014/main" id="{5FF08ADC-A615-AA4F-988F-06E9F2E022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231" name="Line 45">
              <a:extLst>
                <a:ext uri="{FF2B5EF4-FFF2-40B4-BE49-F238E27FC236}">
                  <a16:creationId xmlns:a16="http://schemas.microsoft.com/office/drawing/2014/main" id="{C98C8486-5AB7-664F-9D85-3DD76A362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32" name="Line 46">
              <a:extLst>
                <a:ext uri="{FF2B5EF4-FFF2-40B4-BE49-F238E27FC236}">
                  <a16:creationId xmlns:a16="http://schemas.microsoft.com/office/drawing/2014/main" id="{B1A0EF95-B5D7-6443-84A3-A0E0B1049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233" name="Line 47">
              <a:extLst>
                <a:ext uri="{FF2B5EF4-FFF2-40B4-BE49-F238E27FC236}">
                  <a16:creationId xmlns:a16="http://schemas.microsoft.com/office/drawing/2014/main" id="{4D21BB95-E938-424E-94A6-FA1551CE2B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grpSp>
          <p:nvGrpSpPr>
            <p:cNvPr id="235" name="Group 63">
              <a:extLst>
                <a:ext uri="{FF2B5EF4-FFF2-40B4-BE49-F238E27FC236}">
                  <a16:creationId xmlns:a16="http://schemas.microsoft.com/office/drawing/2014/main" id="{022EBB57-7AB3-7C45-9AC9-24B737F13F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271" name="Text Box 64">
                <a:extLst>
                  <a:ext uri="{FF2B5EF4-FFF2-40B4-BE49-F238E27FC236}">
                    <a16:creationId xmlns:a16="http://schemas.microsoft.com/office/drawing/2014/main" id="{9C1790DC-D8F5-D148-A191-4095380CC6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222.222.222.222</a:t>
                </a:r>
              </a:p>
            </p:txBody>
          </p:sp>
          <p:sp>
            <p:nvSpPr>
              <p:cNvPr id="272" name="Text Box 65">
                <a:extLst>
                  <a:ext uri="{FF2B5EF4-FFF2-40B4-BE49-F238E27FC236}">
                    <a16:creationId xmlns:a16="http://schemas.microsoft.com/office/drawing/2014/main" id="{B09022AD-3504-8E4C-B2F0-99A5DA41EF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237" name="Text Box 71">
              <a:extLst>
                <a:ext uri="{FF2B5EF4-FFF2-40B4-BE49-F238E27FC236}">
                  <a16:creationId xmlns:a16="http://schemas.microsoft.com/office/drawing/2014/main" id="{E34EA307-0F5E-7E4E-9CE6-4AB424039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222.222.222.221</a:t>
              </a:r>
            </a:p>
          </p:txBody>
        </p:sp>
        <p:sp>
          <p:nvSpPr>
            <p:cNvPr id="238" name="Text Box 72">
              <a:extLst>
                <a:ext uri="{FF2B5EF4-FFF2-40B4-BE49-F238E27FC236}">
                  <a16:creationId xmlns:a16="http://schemas.microsoft.com/office/drawing/2014/main" id="{B5B6783C-814C-0B4E-B164-BE3DE87DB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88-B2-2F-54-1A-0F</a:t>
              </a:r>
            </a:p>
          </p:txBody>
        </p: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64FFBE43-D54F-1248-BB0F-8C6305664255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AF922730-B346-B540-9CCA-A7D5E3F38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5" name="Rectangle 2">
            <a:extLst>
              <a:ext uri="{FF2B5EF4-FFF2-40B4-BE49-F238E27FC236}">
                <a16:creationId xmlns:a16="http://schemas.microsoft.com/office/drawing/2014/main" id="{F2C09E71-12BD-2C45-A9FA-A6A951F6F19C}"/>
              </a:ext>
            </a:extLst>
          </p:cNvPr>
          <p:cNvSpPr txBox="1">
            <a:spLocks noChangeArrowheads="1"/>
          </p:cNvSpPr>
          <p:nvPr/>
        </p:nvSpPr>
        <p:spPr>
          <a:xfrm>
            <a:off x="923027" y="2179255"/>
            <a:ext cx="10196305" cy="1583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-225425">
              <a:buFont typeface="Wingdings" charset="2"/>
              <a:buChar char="§"/>
              <a:defRPr/>
            </a:pPr>
            <a:r>
              <a:rPr lang="en-US" sz="2800" dirty="0"/>
              <a:t>assume that:</a:t>
            </a:r>
          </a:p>
          <a:p>
            <a:pPr marL="1022350" lvl="2" indent="-342900">
              <a:spcBef>
                <a:spcPts val="0"/>
              </a:spcBef>
              <a:buClr>
                <a:srgbClr val="0000A8"/>
              </a:buClr>
              <a:defRPr/>
            </a:pPr>
            <a:r>
              <a:rPr lang="en-US" sz="2400" dirty="0"/>
              <a:t>A knows B’s IP address</a:t>
            </a:r>
          </a:p>
          <a:p>
            <a:pPr marL="1022350" lvl="2" indent="-342900">
              <a:spcBef>
                <a:spcPts val="0"/>
              </a:spcBef>
              <a:buClr>
                <a:srgbClr val="0000A8"/>
              </a:buClr>
              <a:defRPr/>
            </a:pPr>
            <a:r>
              <a:rPr lang="en-US" sz="2400" dirty="0"/>
              <a:t>A knows IP address of first hop router, R </a:t>
            </a:r>
            <a:r>
              <a:rPr lang="en-US" sz="2400" dirty="0">
                <a:solidFill>
                  <a:srgbClr val="0000A8"/>
                </a:solidFill>
              </a:rPr>
              <a:t>(how?)</a:t>
            </a:r>
          </a:p>
          <a:p>
            <a:pPr marL="1022350" lvl="2" indent="-342900">
              <a:spcBef>
                <a:spcPts val="0"/>
              </a:spcBef>
              <a:buClr>
                <a:srgbClr val="0000A8"/>
              </a:buClr>
              <a:defRPr/>
            </a:pPr>
            <a:r>
              <a:rPr lang="en-US" sz="2400" dirty="0"/>
              <a:t>A knows R’s MAC address </a:t>
            </a:r>
            <a:r>
              <a:rPr lang="en-US" sz="2400" dirty="0">
                <a:solidFill>
                  <a:srgbClr val="0000A8"/>
                </a:solidFill>
              </a:rPr>
              <a:t>(how?)</a:t>
            </a:r>
          </a:p>
        </p:txBody>
      </p:sp>
    </p:spTree>
    <p:extLst>
      <p:ext uri="{BB962C8B-B14F-4D97-AF65-F5344CB8AC3E}">
        <p14:creationId xmlns:p14="http://schemas.microsoft.com/office/powerpoint/2010/main" val="130026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E8BE2D-BC96-5B4C-BB01-5A8A7B585BE8}"/>
              </a:ext>
            </a:extLst>
          </p:cNvPr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FFE62D-54D4-2E4A-9F56-42AF465143DE}"/>
                </a:ext>
              </a:extLst>
            </p:cNvPr>
            <p:cNvCxnSpPr/>
            <p:nvPr/>
          </p:nvCxnSpPr>
          <p:spPr>
            <a:xfrm>
              <a:off x="4293702" y="5340624"/>
              <a:ext cx="323353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 Box 4">
              <a:extLst>
                <a:ext uri="{FF2B5EF4-FFF2-40B4-BE49-F238E27FC236}">
                  <a16:creationId xmlns:a16="http://schemas.microsoft.com/office/drawing/2014/main" id="{2D2C1B49-6D05-3245-A14C-49597506C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800" i="0" dirty="0">
                  <a:solidFill>
                    <a:srgbClr val="0000A8"/>
                  </a:solidFill>
                  <a:ea typeface="+mn-ea"/>
                  <a:cs typeface="+mn-cs"/>
                </a:rPr>
                <a:t>R</a:t>
              </a:r>
              <a:endParaRPr lang="en-US" sz="2000" i="0" dirty="0">
                <a:solidFill>
                  <a:srgbClr val="0000A8"/>
                </a:solidFill>
                <a:ea typeface="+mn-ea"/>
                <a:cs typeface="+mn-cs"/>
              </a:endParaRPr>
            </a:p>
          </p:txBody>
        </p:sp>
        <p:sp>
          <p:nvSpPr>
            <p:cNvPr id="92" name="Text Box 21">
              <a:extLst>
                <a:ext uri="{FF2B5EF4-FFF2-40B4-BE49-F238E27FC236}">
                  <a16:creationId xmlns:a16="http://schemas.microsoft.com/office/drawing/2014/main" id="{8E9F58B9-C012-7C42-9622-7098AAF9C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1A-23-F9-CD-06-9B</a:t>
              </a:r>
            </a:p>
          </p:txBody>
        </p:sp>
        <p:sp>
          <p:nvSpPr>
            <p:cNvPr id="93" name="Text Box 22">
              <a:extLst>
                <a:ext uri="{FF2B5EF4-FFF2-40B4-BE49-F238E27FC236}">
                  <a16:creationId xmlns:a16="http://schemas.microsoft.com/office/drawing/2014/main" id="{D3BC78DD-68E2-3F42-A025-894036CA6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222.222.222.220</a:t>
              </a:r>
            </a:p>
          </p:txBody>
        </p:sp>
        <p:grpSp>
          <p:nvGrpSpPr>
            <p:cNvPr id="94" name="Group 23">
              <a:extLst>
                <a:ext uri="{FF2B5EF4-FFF2-40B4-BE49-F238E27FC236}">
                  <a16:creationId xmlns:a16="http://schemas.microsoft.com/office/drawing/2014/main" id="{026701D5-9E9E-EF42-B7AA-972F210D7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146" name="Text Box 24">
                <a:extLst>
                  <a:ext uri="{FF2B5EF4-FFF2-40B4-BE49-F238E27FC236}">
                    <a16:creationId xmlns:a16="http://schemas.microsoft.com/office/drawing/2014/main" id="{D19F6EF2-3DED-734B-B3EA-8B5850BFD7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111.111.111.110</a:t>
                </a:r>
              </a:p>
            </p:txBody>
          </p:sp>
          <p:sp>
            <p:nvSpPr>
              <p:cNvPr id="147" name="Text Box 25">
                <a:extLst>
                  <a:ext uri="{FF2B5EF4-FFF2-40B4-BE49-F238E27FC236}">
                    <a16:creationId xmlns:a16="http://schemas.microsoft.com/office/drawing/2014/main" id="{E60F6762-DC3F-2E40-B567-43C8BBD1B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99" name="Text Box 26">
              <a:extLst>
                <a:ext uri="{FF2B5EF4-FFF2-40B4-BE49-F238E27FC236}">
                  <a16:creationId xmlns:a16="http://schemas.microsoft.com/office/drawing/2014/main" id="{EB7AD1CB-7395-4048-94BA-078B67601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CC-49-DE-D0-AB-7D</a:t>
              </a:r>
            </a:p>
          </p:txBody>
        </p:sp>
        <p:sp>
          <p:nvSpPr>
            <p:cNvPr id="100" name="Text Box 27">
              <a:extLst>
                <a:ext uri="{FF2B5EF4-FFF2-40B4-BE49-F238E27FC236}">
                  <a16:creationId xmlns:a16="http://schemas.microsoft.com/office/drawing/2014/main" id="{883C22D8-5EE5-FD4B-A6BF-961F094C9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111.111.111.112</a:t>
              </a:r>
            </a:p>
          </p:txBody>
        </p:sp>
        <p:sp>
          <p:nvSpPr>
            <p:cNvPr id="101" name="Text Box 30">
              <a:extLst>
                <a:ext uri="{FF2B5EF4-FFF2-40B4-BE49-F238E27FC236}">
                  <a16:creationId xmlns:a16="http://schemas.microsoft.com/office/drawing/2014/main" id="{F0A4A6D6-07D6-9540-9E22-87082344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111.111.111.111</a:t>
              </a:r>
            </a:p>
          </p:txBody>
        </p:sp>
        <p:sp>
          <p:nvSpPr>
            <p:cNvPr id="102" name="Text Box 33">
              <a:extLst>
                <a:ext uri="{FF2B5EF4-FFF2-40B4-BE49-F238E27FC236}">
                  <a16:creationId xmlns:a16="http://schemas.microsoft.com/office/drawing/2014/main" id="{98DB423A-5D18-F545-A673-502329AD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74-29-9C-E8-FF-55</a:t>
              </a:r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B2706607-111C-5245-B2CF-A17D7724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582" y="4808121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04" name="Line 40">
              <a:extLst>
                <a:ext uri="{FF2B5EF4-FFF2-40B4-BE49-F238E27FC236}">
                  <a16:creationId xmlns:a16="http://schemas.microsoft.com/office/drawing/2014/main" id="{28F869C4-D67B-E043-97EC-60E9EE42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370" y="4787483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05" name="Line 41">
              <a:extLst>
                <a:ext uri="{FF2B5EF4-FFF2-40B4-BE49-F238E27FC236}">
                  <a16:creationId xmlns:a16="http://schemas.microsoft.com/office/drawing/2014/main" id="{F58EADC2-5F53-3341-BAA6-DBF970DD7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935" y="5732045"/>
              <a:ext cx="283036" cy="5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07" name="Line 44">
              <a:extLst>
                <a:ext uri="{FF2B5EF4-FFF2-40B4-BE49-F238E27FC236}">
                  <a16:creationId xmlns:a16="http://schemas.microsoft.com/office/drawing/2014/main" id="{9DEB43AB-0452-E74B-A267-354DF376C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08" name="Line 45">
              <a:extLst>
                <a:ext uri="{FF2B5EF4-FFF2-40B4-BE49-F238E27FC236}">
                  <a16:creationId xmlns:a16="http://schemas.microsoft.com/office/drawing/2014/main" id="{FCE2A6D7-36B2-D94C-B589-354F8509B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09" name="Line 46">
              <a:extLst>
                <a:ext uri="{FF2B5EF4-FFF2-40B4-BE49-F238E27FC236}">
                  <a16:creationId xmlns:a16="http://schemas.microsoft.com/office/drawing/2014/main" id="{34C788DF-A7C4-7C49-A6BA-645F9894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10" name="Line 47">
              <a:extLst>
                <a:ext uri="{FF2B5EF4-FFF2-40B4-BE49-F238E27FC236}">
                  <a16:creationId xmlns:a16="http://schemas.microsoft.com/office/drawing/2014/main" id="{74475E6E-D489-9D41-83DE-586A84785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11" name="Text Box 58">
              <a:extLst>
                <a:ext uri="{FF2B5EF4-FFF2-40B4-BE49-F238E27FC236}">
                  <a16:creationId xmlns:a16="http://schemas.microsoft.com/office/drawing/2014/main" id="{9ED91BB2-5CD2-AF4D-990D-A02134AFD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800" i="0" dirty="0">
                  <a:solidFill>
                    <a:srgbClr val="0000A8"/>
                  </a:solidFill>
                  <a:ea typeface="+mn-ea"/>
                  <a:cs typeface="+mn-cs"/>
                </a:rPr>
                <a:t>A</a:t>
              </a:r>
            </a:p>
          </p:txBody>
        </p:sp>
        <p:grpSp>
          <p:nvGrpSpPr>
            <p:cNvPr id="113" name="Group 63">
              <a:extLst>
                <a:ext uri="{FF2B5EF4-FFF2-40B4-BE49-F238E27FC236}">
                  <a16:creationId xmlns:a16="http://schemas.microsoft.com/office/drawing/2014/main" id="{28E44824-539C-9E48-97D4-38EC5EF1A8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144" name="Text Box 64">
                <a:extLst>
                  <a:ext uri="{FF2B5EF4-FFF2-40B4-BE49-F238E27FC236}">
                    <a16:creationId xmlns:a16="http://schemas.microsoft.com/office/drawing/2014/main" id="{6F4DD6C5-5CCC-9A43-8DEF-22B166CC1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222.222.222.222</a:t>
                </a:r>
              </a:p>
            </p:txBody>
          </p:sp>
          <p:sp>
            <p:nvSpPr>
              <p:cNvPr id="145" name="Text Box 65">
                <a:extLst>
                  <a:ext uri="{FF2B5EF4-FFF2-40B4-BE49-F238E27FC236}">
                    <a16:creationId xmlns:a16="http://schemas.microsoft.com/office/drawing/2014/main" id="{6E33AF33-87FC-744F-A61A-A574F7048B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114" name="Line 67">
              <a:extLst>
                <a:ext uri="{FF2B5EF4-FFF2-40B4-BE49-F238E27FC236}">
                  <a16:creationId xmlns:a16="http://schemas.microsoft.com/office/drawing/2014/main" id="{351E9598-D6EF-0941-9E90-3FFDA0939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15932" y="4787483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16" name="Text Box 71">
              <a:extLst>
                <a:ext uri="{FF2B5EF4-FFF2-40B4-BE49-F238E27FC236}">
                  <a16:creationId xmlns:a16="http://schemas.microsoft.com/office/drawing/2014/main" id="{A2452177-E551-CB48-A13E-9F30A8D87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222.222.222.221</a:t>
              </a:r>
            </a:p>
          </p:txBody>
        </p:sp>
        <p:sp>
          <p:nvSpPr>
            <p:cNvPr id="117" name="Text Box 72">
              <a:extLst>
                <a:ext uri="{FF2B5EF4-FFF2-40B4-BE49-F238E27FC236}">
                  <a16:creationId xmlns:a16="http://schemas.microsoft.com/office/drawing/2014/main" id="{70A29F2B-254D-C242-BED3-63C6A2000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88-B2-2F-54-1A-0F</a:t>
              </a:r>
            </a:p>
          </p:txBody>
        </p:sp>
        <p:sp>
          <p:nvSpPr>
            <p:cNvPr id="118" name="Line 73">
              <a:extLst>
                <a:ext uri="{FF2B5EF4-FFF2-40B4-BE49-F238E27FC236}">
                  <a16:creationId xmlns:a16="http://schemas.microsoft.com/office/drawing/2014/main" id="{EA6BFE92-6101-754D-A5A8-900E35C4E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56672" y="5684421"/>
              <a:ext cx="267105" cy="200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20" name="Freeform 75">
              <a:extLst>
                <a:ext uri="{FF2B5EF4-FFF2-40B4-BE49-F238E27FC236}">
                  <a16:creationId xmlns:a16="http://schemas.microsoft.com/office/drawing/2014/main" id="{68E66362-A921-0844-BAA8-FB5279AD1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157" y="4811296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21" name="Text Box 76">
              <a:extLst>
                <a:ext uri="{FF2B5EF4-FFF2-40B4-BE49-F238E27FC236}">
                  <a16:creationId xmlns:a16="http://schemas.microsoft.com/office/drawing/2014/main" id="{DA57B50B-B7E5-2942-B45A-3152B6985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800" i="0" dirty="0">
                  <a:solidFill>
                    <a:srgbClr val="0000A8"/>
                  </a:solidFill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76A447-7E01-C147-9C89-C1C4C935DA7A}"/>
                </a:ext>
              </a:extLst>
            </p:cNvPr>
            <p:cNvGrpSpPr/>
            <p:nvPr/>
          </p:nvGrpSpPr>
          <p:grpSpPr>
            <a:xfrm>
              <a:off x="5001868" y="5038254"/>
              <a:ext cx="1310631" cy="501151"/>
              <a:chOff x="4909105" y="5767126"/>
              <a:chExt cx="1310631" cy="501151"/>
            </a:xfrm>
          </p:grpSpPr>
          <p:sp>
            <p:nvSpPr>
              <p:cNvPr id="167" name="Rectangle 37">
                <a:extLst>
                  <a:ext uri="{FF2B5EF4-FFF2-40B4-BE49-F238E27FC236}">
                    <a16:creationId xmlns:a16="http://schemas.microsoft.com/office/drawing/2014/main" id="{89D0886F-F835-2044-AB8F-F49ACC0B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endParaRPr>
              </a:p>
            </p:txBody>
          </p:sp>
          <p:sp>
            <p:nvSpPr>
              <p:cNvPr id="168" name="Rectangle 37">
                <a:extLst>
                  <a:ext uri="{FF2B5EF4-FFF2-40B4-BE49-F238E27FC236}">
                    <a16:creationId xmlns:a16="http://schemas.microsoft.com/office/drawing/2014/main" id="{C75323AD-DC39-4543-A0CC-4375A7BCF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EDD0BCD9-05EB-F249-AEA1-A9CCFBC80BB8}"/>
                  </a:ext>
                </a:extLst>
              </p:cNvPr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F5326B06-29FF-A544-BF80-2A062222958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065A2A5-902C-A940-821B-CBFC0122AC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14C076B7-5A71-8644-9F5C-08E13F943BD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60" name="Freeform 159">
                    <a:extLst>
                      <a:ext uri="{FF2B5EF4-FFF2-40B4-BE49-F238E27FC236}">
                        <a16:creationId xmlns:a16="http://schemas.microsoft.com/office/drawing/2014/main" id="{13D62837-C3EA-8B4B-B09D-FC71F9727C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1" name="Freeform 160">
                    <a:extLst>
                      <a:ext uri="{FF2B5EF4-FFF2-40B4-BE49-F238E27FC236}">
                        <a16:creationId xmlns:a16="http://schemas.microsoft.com/office/drawing/2014/main" id="{147D5E46-2372-FA45-9685-A7CC6CA91F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Freeform 161">
                    <a:extLst>
                      <a:ext uri="{FF2B5EF4-FFF2-40B4-BE49-F238E27FC236}">
                        <a16:creationId xmlns:a16="http://schemas.microsoft.com/office/drawing/2014/main" id="{6B2D97C5-61CB-9441-993B-95CAA7169FC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Freeform 162">
                    <a:extLst>
                      <a:ext uri="{FF2B5EF4-FFF2-40B4-BE49-F238E27FC236}">
                        <a16:creationId xmlns:a16="http://schemas.microsoft.com/office/drawing/2014/main" id="{CD3C4F94-9D92-F048-A80A-0D709146CB4E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71" name="Rectangle 37">
              <a:extLst>
                <a:ext uri="{FF2B5EF4-FFF2-40B4-BE49-F238E27FC236}">
                  <a16:creationId xmlns:a16="http://schemas.microsoft.com/office/drawing/2014/main" id="{A9816EEA-38E6-AE46-970F-D20738D1CB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61022" y="4666815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49" name="Group 49">
              <a:extLst>
                <a:ext uri="{FF2B5EF4-FFF2-40B4-BE49-F238E27FC236}">
                  <a16:creationId xmlns:a16="http://schemas.microsoft.com/office/drawing/2014/main" id="{AD680CEA-D168-C84F-AAE1-D128195A4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id="150" name="Picture 50" descr="desktop_computer_stylized_medium">
                <a:extLst>
                  <a:ext uri="{FF2B5EF4-FFF2-40B4-BE49-F238E27FC236}">
                    <a16:creationId xmlns:a16="http://schemas.microsoft.com/office/drawing/2014/main" id="{DADE998E-D7B9-EC4F-9F94-E65CF536C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51">
                <a:extLst>
                  <a:ext uri="{FF2B5EF4-FFF2-40B4-BE49-F238E27FC236}">
                    <a16:creationId xmlns:a16="http://schemas.microsoft.com/office/drawing/2014/main" id="{BC38A1B0-555E-F049-93AC-48537726F7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51912ACC-FA1C-7E48-9062-DA96B6CD7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71833" y="5687855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26" name="Group 49">
              <a:extLst>
                <a:ext uri="{FF2B5EF4-FFF2-40B4-BE49-F238E27FC236}">
                  <a16:creationId xmlns:a16="http://schemas.microsoft.com/office/drawing/2014/main" id="{164313DA-E436-B94D-946E-A9F962720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id="127" name="Picture 50" descr="desktop_computer_stylized_medium">
                <a:extLst>
                  <a:ext uri="{FF2B5EF4-FFF2-40B4-BE49-F238E27FC236}">
                    <a16:creationId xmlns:a16="http://schemas.microsoft.com/office/drawing/2014/main" id="{2DC8C6C4-5C23-0541-8061-C718A5B9D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51">
                <a:extLst>
                  <a:ext uri="{FF2B5EF4-FFF2-40B4-BE49-F238E27FC236}">
                    <a16:creationId xmlns:a16="http://schemas.microsoft.com/office/drawing/2014/main" id="{24E0555C-7855-E749-82E9-0F21AFA4C7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</p:grpSp>
        <p:sp>
          <p:nvSpPr>
            <p:cNvPr id="181" name="Rectangle 37">
              <a:extLst>
                <a:ext uri="{FF2B5EF4-FFF2-40B4-BE49-F238E27FC236}">
                  <a16:creationId xmlns:a16="http://schemas.microsoft.com/office/drawing/2014/main" id="{43F1B530-B1FE-5547-9108-2D9D5DEFE2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726575" y="4653061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182" name="Rectangle 37">
              <a:extLst>
                <a:ext uri="{FF2B5EF4-FFF2-40B4-BE49-F238E27FC236}">
                  <a16:creationId xmlns:a16="http://schemas.microsoft.com/office/drawing/2014/main" id="{7CF48F98-D094-CD4E-BD60-0DA33EA422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96816" y="5784803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40" name="Group 44">
              <a:extLst>
                <a:ext uri="{FF2B5EF4-FFF2-40B4-BE49-F238E27FC236}">
                  <a16:creationId xmlns:a16="http://schemas.microsoft.com/office/drawing/2014/main" id="{BF422F91-ACCF-D044-A60B-0B40246D0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id="142" name="Picture 45" descr="desktop_computer_stylized_medium">
                <a:extLst>
                  <a:ext uri="{FF2B5EF4-FFF2-40B4-BE49-F238E27FC236}">
                    <a16:creationId xmlns:a16="http://schemas.microsoft.com/office/drawing/2014/main" id="{707FEFA6-A5DE-6840-9994-DC6AA79BA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46">
                <a:extLst>
                  <a:ext uri="{FF2B5EF4-FFF2-40B4-BE49-F238E27FC236}">
                    <a16:creationId xmlns:a16="http://schemas.microsoft.com/office/drawing/2014/main" id="{2330F56F-3837-6446-9F35-FB42B05CDD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52" name="Group 44">
              <a:extLst>
                <a:ext uri="{FF2B5EF4-FFF2-40B4-BE49-F238E27FC236}">
                  <a16:creationId xmlns:a16="http://schemas.microsoft.com/office/drawing/2014/main" id="{083ACB0A-FBA9-0D43-9726-0A41424DD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id="154" name="Picture 45" descr="desktop_computer_stylized_medium">
                <a:extLst>
                  <a:ext uri="{FF2B5EF4-FFF2-40B4-BE49-F238E27FC236}">
                    <a16:creationId xmlns:a16="http://schemas.microsoft.com/office/drawing/2014/main" id="{C369DB0B-1F34-3B46-A82A-78A90E656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" name="Freeform 46">
                <a:extLst>
                  <a:ext uri="{FF2B5EF4-FFF2-40B4-BE49-F238E27FC236}">
                    <a16:creationId xmlns:a16="http://schemas.microsoft.com/office/drawing/2014/main" id="{9C2398C0-FF47-894E-B5E8-11EB55029D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604162-E90D-984F-847A-C102A2F79780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ED79A4A8-654F-5C41-9FB9-78AF30E0F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AutoShape 153">
            <a:extLst>
              <a:ext uri="{FF2B5EF4-FFF2-40B4-BE49-F238E27FC236}">
                <a16:creationId xmlns:a16="http://schemas.microsoft.com/office/drawing/2014/main" id="{C1DEC24C-BFB2-6B4F-BA81-EEC3A6A9C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282" y="3404150"/>
            <a:ext cx="314325" cy="792163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rgbClr val="FFFFFF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78" name="Group 130">
            <a:extLst>
              <a:ext uri="{FF2B5EF4-FFF2-40B4-BE49-F238E27FC236}">
                <a16:creationId xmlns:a16="http://schemas.microsoft.com/office/drawing/2014/main" id="{6F8155FF-5822-3549-98DF-05648529019B}"/>
              </a:ext>
            </a:extLst>
          </p:cNvPr>
          <p:cNvGrpSpPr>
            <a:grpSpLocks/>
          </p:cNvGrpSpPr>
          <p:nvPr/>
        </p:nvGrpSpPr>
        <p:grpSpPr bwMode="auto"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179" name="Freeform 65">
              <a:extLst>
                <a:ext uri="{FF2B5EF4-FFF2-40B4-BE49-F238E27FC236}">
                  <a16:creationId xmlns:a16="http://schemas.microsoft.com/office/drawing/2014/main" id="{CEE79BEE-4F75-0443-8BCC-AFB0A8B8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8195 w 10000"/>
                <a:gd name="connsiteY3" fmla="*/ 8786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Rectangle 67">
              <a:extLst>
                <a:ext uri="{FF2B5EF4-FFF2-40B4-BE49-F238E27FC236}">
                  <a16:creationId xmlns:a16="http://schemas.microsoft.com/office/drawing/2014/main" id="{883ABF7E-6CB4-BC42-B575-A36EA900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68">
              <a:extLst>
                <a:ext uri="{FF2B5EF4-FFF2-40B4-BE49-F238E27FC236}">
                  <a16:creationId xmlns:a16="http://schemas.microsoft.com/office/drawing/2014/main" id="{66650C9E-5F29-884F-9159-45FAA57B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Phy</a:t>
              </a:r>
            </a:p>
          </p:txBody>
        </p:sp>
        <p:sp>
          <p:nvSpPr>
            <p:cNvPr id="186" name="Line 69">
              <a:extLst>
                <a:ext uri="{FF2B5EF4-FFF2-40B4-BE49-F238E27FC236}">
                  <a16:creationId xmlns:a16="http://schemas.microsoft.com/office/drawing/2014/main" id="{C38F4ABA-4642-6E42-A7ED-8B44FA417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Line 70">
              <a:extLst>
                <a:ext uri="{FF2B5EF4-FFF2-40B4-BE49-F238E27FC236}">
                  <a16:creationId xmlns:a16="http://schemas.microsoft.com/office/drawing/2014/main" id="{398E3652-F593-0A4E-89E7-96E69780C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8" name="Line 71">
              <a:extLst>
                <a:ext uri="{FF2B5EF4-FFF2-40B4-BE49-F238E27FC236}">
                  <a16:creationId xmlns:a16="http://schemas.microsoft.com/office/drawing/2014/main" id="{6DEE6E13-9D27-014C-AB56-6B66BF11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9" name="Line 72">
              <a:extLst>
                <a:ext uri="{FF2B5EF4-FFF2-40B4-BE49-F238E27FC236}">
                  <a16:creationId xmlns:a16="http://schemas.microsoft.com/office/drawing/2014/main" id="{8034621A-4B41-A146-99C4-7F51D5E7C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0" name="Group 151">
            <a:extLst>
              <a:ext uri="{FF2B5EF4-FFF2-40B4-BE49-F238E27FC236}">
                <a16:creationId xmlns:a16="http://schemas.microsoft.com/office/drawing/2014/main" id="{B486901D-4BFD-A447-BC3C-D5DADB46F879}"/>
              </a:ext>
            </a:extLst>
          </p:cNvPr>
          <p:cNvGrpSpPr>
            <a:grpSpLocks/>
          </p:cNvGrpSpPr>
          <p:nvPr/>
        </p:nvGrpSpPr>
        <p:grpSpPr bwMode="auto">
          <a:xfrm>
            <a:off x="3033570" y="2961238"/>
            <a:ext cx="2011362" cy="760412"/>
            <a:chOff x="1197" y="1665"/>
            <a:chExt cx="1267" cy="479"/>
          </a:xfrm>
        </p:grpSpPr>
        <p:grpSp>
          <p:nvGrpSpPr>
            <p:cNvPr id="191" name="Group 150">
              <a:extLst>
                <a:ext uri="{FF2B5EF4-FFF2-40B4-BE49-F238E27FC236}">
                  <a16:creationId xmlns:a16="http://schemas.microsoft.com/office/drawing/2014/main" id="{DB9AC85E-9F88-E44B-86D1-FA4DC8294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93" name="Rectangle 123">
                <a:extLst>
                  <a:ext uri="{FF2B5EF4-FFF2-40B4-BE49-F238E27FC236}">
                    <a16:creationId xmlns:a16="http://schemas.microsoft.com/office/drawing/2014/main" id="{82C7BD2C-0748-4943-8169-C08605635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4" name="Line 124">
                <a:extLst>
                  <a:ext uri="{FF2B5EF4-FFF2-40B4-BE49-F238E27FC236}">
                    <a16:creationId xmlns:a16="http://schemas.microsoft.com/office/drawing/2014/main" id="{CEC87B94-6EC9-8B4B-B829-61592882D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Line 125">
                <a:extLst>
                  <a:ext uri="{FF2B5EF4-FFF2-40B4-BE49-F238E27FC236}">
                    <a16:creationId xmlns:a16="http://schemas.microsoft.com/office/drawing/2014/main" id="{0397BBAB-8DE8-C34D-93BF-78BBA0802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92" name="Text Box 126">
              <a:extLst>
                <a:ext uri="{FF2B5EF4-FFF2-40B4-BE49-F238E27FC236}">
                  <a16:creationId xmlns:a16="http://schemas.microsoft.com/office/drawing/2014/main" id="{3CF80CC5-5CA2-3F49-8AE1-D6488278A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 src: 111.111.111.111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IP dest: 222.222.222.222</a:t>
              </a:r>
            </a:p>
          </p:txBody>
        </p:sp>
      </p:grpSp>
      <p:grpSp>
        <p:nvGrpSpPr>
          <p:cNvPr id="196" name="Group 141">
            <a:extLst>
              <a:ext uri="{FF2B5EF4-FFF2-40B4-BE49-F238E27FC236}">
                <a16:creationId xmlns:a16="http://schemas.microsoft.com/office/drawing/2014/main" id="{43D6CC11-6A15-DA4D-A6B4-3A498BA39B16}"/>
              </a:ext>
            </a:extLst>
          </p:cNvPr>
          <p:cNvGrpSpPr>
            <a:grpSpLocks/>
          </p:cNvGrpSpPr>
          <p:nvPr/>
        </p:nvGrpSpPr>
        <p:grpSpPr bwMode="auto">
          <a:xfrm>
            <a:off x="3166920" y="3221588"/>
            <a:ext cx="146050" cy="385762"/>
            <a:chOff x="1272" y="1762"/>
            <a:chExt cx="92" cy="243"/>
          </a:xfrm>
        </p:grpSpPr>
        <p:sp>
          <p:nvSpPr>
            <p:cNvPr id="197" name="Line 127">
              <a:extLst>
                <a:ext uri="{FF2B5EF4-FFF2-40B4-BE49-F238E27FC236}">
                  <a16:creationId xmlns:a16="http://schemas.microsoft.com/office/drawing/2014/main" id="{CFF4232C-6C8D-CA46-B8DF-55A6B990E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8" name="Line 128">
              <a:extLst>
                <a:ext uri="{FF2B5EF4-FFF2-40B4-BE49-F238E27FC236}">
                  <a16:creationId xmlns:a16="http://schemas.microsoft.com/office/drawing/2014/main" id="{0FC90CB0-074D-124C-8085-60D0348EE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99" name="Rectangle 143">
            <a:extLst>
              <a:ext uri="{FF2B5EF4-FFF2-40B4-BE49-F238E27FC236}">
                <a16:creationId xmlns:a16="http://schemas.microsoft.com/office/drawing/2014/main" id="{F8580D94-0394-A442-8CB6-1546E5F04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776" y="1283045"/>
            <a:ext cx="10769945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A creates IP datagram with IP source A, destination B </a:t>
            </a:r>
          </a:p>
        </p:txBody>
      </p:sp>
      <p:sp>
        <p:nvSpPr>
          <p:cNvPr id="200" name="Rectangle 144">
            <a:extLst>
              <a:ext uri="{FF2B5EF4-FFF2-40B4-BE49-F238E27FC236}">
                <a16:creationId xmlns:a16="http://schemas.microsoft.com/office/drawing/2014/main" id="{093EF9D2-90C4-4246-A4CE-501547C45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476" y="1672614"/>
            <a:ext cx="10200653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A creates link-layer frame containing A-to-B IP datagram</a:t>
            </a:r>
          </a:p>
          <a:p>
            <a:pPr marL="574675" lvl="1" indent="-231775" eaLnBrk="0" fontAlgn="base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 R's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MAC address is frame’s destination</a:t>
            </a:r>
            <a:endParaRPr lang="en-US" sz="3200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201" name="Group 152">
            <a:extLst>
              <a:ext uri="{FF2B5EF4-FFF2-40B4-BE49-F238E27FC236}">
                <a16:creationId xmlns:a16="http://schemas.microsoft.com/office/drawing/2014/main" id="{30393C52-80B1-B34B-82FD-6D6AFC8693EE}"/>
              </a:ext>
            </a:extLst>
          </p:cNvPr>
          <p:cNvGrpSpPr>
            <a:grpSpLocks/>
          </p:cNvGrpSpPr>
          <p:nvPr/>
        </p:nvGrpSpPr>
        <p:grpSpPr bwMode="auto">
          <a:xfrm>
            <a:off x="2617645" y="2562775"/>
            <a:ext cx="2443162" cy="1519238"/>
            <a:chOff x="931" y="1414"/>
            <a:chExt cx="1539" cy="957"/>
          </a:xfrm>
        </p:grpSpPr>
        <p:sp>
          <p:nvSpPr>
            <p:cNvPr id="202" name="Text Box 135">
              <a:extLst>
                <a:ext uri="{FF2B5EF4-FFF2-40B4-BE49-F238E27FC236}">
                  <a16:creationId xmlns:a16="http://schemas.microsoft.com/office/drawing/2014/main" id="{374D8384-205B-1346-973B-C4A7A0B52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MAC src: 74-29-9C-E8-FF-55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MAC dest: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E6-E9-00-17-BB-4B</a:t>
              </a:r>
            </a:p>
          </p:txBody>
        </p:sp>
        <p:grpSp>
          <p:nvGrpSpPr>
            <p:cNvPr id="203" name="Group 145">
              <a:extLst>
                <a:ext uri="{FF2B5EF4-FFF2-40B4-BE49-F238E27FC236}">
                  <a16:creationId xmlns:a16="http://schemas.microsoft.com/office/drawing/2014/main" id="{324C4549-7D5D-384F-879F-F56865A6A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08" name="Rectangle 138">
                <a:extLst>
                  <a:ext uri="{FF2B5EF4-FFF2-40B4-BE49-F238E27FC236}">
                    <a16:creationId xmlns:a16="http://schemas.microsoft.com/office/drawing/2014/main" id="{792B456E-98EA-6B4A-876C-B0AFF8E18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Rectangle 132">
                <a:extLst>
                  <a:ext uri="{FF2B5EF4-FFF2-40B4-BE49-F238E27FC236}">
                    <a16:creationId xmlns:a16="http://schemas.microsoft.com/office/drawing/2014/main" id="{1508FFC8-F29B-B547-818C-4E76AD809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0" name="Line 133">
                <a:extLst>
                  <a:ext uri="{FF2B5EF4-FFF2-40B4-BE49-F238E27FC236}">
                    <a16:creationId xmlns:a16="http://schemas.microsoft.com/office/drawing/2014/main" id="{9D7FBAE4-C7D6-034D-9F66-0E702A18B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1" name="Line 134">
                <a:extLst>
                  <a:ext uri="{FF2B5EF4-FFF2-40B4-BE49-F238E27FC236}">
                    <a16:creationId xmlns:a16="http://schemas.microsoft.com/office/drawing/2014/main" id="{9A8B4FC8-4A21-FC48-8F5C-42315337A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2" name="Line 139">
                <a:extLst>
                  <a:ext uri="{FF2B5EF4-FFF2-40B4-BE49-F238E27FC236}">
                    <a16:creationId xmlns:a16="http://schemas.microsoft.com/office/drawing/2014/main" id="{1BD450FA-6D95-6745-8EF4-368B3B851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3" name="Line 140">
                <a:extLst>
                  <a:ext uri="{FF2B5EF4-FFF2-40B4-BE49-F238E27FC236}">
                    <a16:creationId xmlns:a16="http://schemas.microsoft.com/office/drawing/2014/main" id="{0D4EB437-69D7-4C47-A77B-9756687B8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04" name="Line 146">
              <a:extLst>
                <a:ext uri="{FF2B5EF4-FFF2-40B4-BE49-F238E27FC236}">
                  <a16:creationId xmlns:a16="http://schemas.microsoft.com/office/drawing/2014/main" id="{39B1C57E-A0B3-D648-A52F-CE4868DFC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5" name="Line 147">
              <a:extLst>
                <a:ext uri="{FF2B5EF4-FFF2-40B4-BE49-F238E27FC236}">
                  <a16:creationId xmlns:a16="http://schemas.microsoft.com/office/drawing/2014/main" id="{5B09FD8B-0878-5849-9CD0-9079BE5AB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6" name="Line 148">
              <a:extLst>
                <a:ext uri="{FF2B5EF4-FFF2-40B4-BE49-F238E27FC236}">
                  <a16:creationId xmlns:a16="http://schemas.microsoft.com/office/drawing/2014/main" id="{F9CDF104-5CA2-3D47-B4A6-1BF38DE29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7" name="Line 149">
              <a:extLst>
                <a:ext uri="{FF2B5EF4-FFF2-40B4-BE49-F238E27FC236}">
                  <a16:creationId xmlns:a16="http://schemas.microsoft.com/office/drawing/2014/main" id="{FA91BD8F-96F1-D84D-B88C-4AD05CA4A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867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99" grpId="0"/>
      <p:bldP spid="20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E8BE2D-BC96-5B4C-BB01-5A8A7B585BE8}"/>
              </a:ext>
            </a:extLst>
          </p:cNvPr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FFE62D-54D4-2E4A-9F56-42AF465143DE}"/>
                </a:ext>
              </a:extLst>
            </p:cNvPr>
            <p:cNvCxnSpPr/>
            <p:nvPr/>
          </p:nvCxnSpPr>
          <p:spPr>
            <a:xfrm>
              <a:off x="4293702" y="5340624"/>
              <a:ext cx="323353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 Box 4">
              <a:extLst>
                <a:ext uri="{FF2B5EF4-FFF2-40B4-BE49-F238E27FC236}">
                  <a16:creationId xmlns:a16="http://schemas.microsoft.com/office/drawing/2014/main" id="{2D2C1B49-6D05-3245-A14C-49597506C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800" i="0" dirty="0">
                  <a:solidFill>
                    <a:srgbClr val="0000A8"/>
                  </a:solidFill>
                  <a:ea typeface="+mn-ea"/>
                  <a:cs typeface="+mn-cs"/>
                </a:rPr>
                <a:t>R</a:t>
              </a:r>
              <a:endParaRPr lang="en-US" sz="2000" i="0" dirty="0">
                <a:solidFill>
                  <a:srgbClr val="0000A8"/>
                </a:solidFill>
                <a:ea typeface="+mn-ea"/>
                <a:cs typeface="+mn-cs"/>
              </a:endParaRPr>
            </a:p>
          </p:txBody>
        </p:sp>
        <p:sp>
          <p:nvSpPr>
            <p:cNvPr id="92" name="Text Box 21">
              <a:extLst>
                <a:ext uri="{FF2B5EF4-FFF2-40B4-BE49-F238E27FC236}">
                  <a16:creationId xmlns:a16="http://schemas.microsoft.com/office/drawing/2014/main" id="{8E9F58B9-C012-7C42-9622-7098AAF9C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1A-23-F9-CD-06-9B</a:t>
              </a:r>
            </a:p>
          </p:txBody>
        </p:sp>
        <p:sp>
          <p:nvSpPr>
            <p:cNvPr id="93" name="Text Box 22">
              <a:extLst>
                <a:ext uri="{FF2B5EF4-FFF2-40B4-BE49-F238E27FC236}">
                  <a16:creationId xmlns:a16="http://schemas.microsoft.com/office/drawing/2014/main" id="{D3BC78DD-68E2-3F42-A025-894036CA6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222.222.222.220</a:t>
              </a:r>
            </a:p>
          </p:txBody>
        </p:sp>
        <p:grpSp>
          <p:nvGrpSpPr>
            <p:cNvPr id="94" name="Group 23">
              <a:extLst>
                <a:ext uri="{FF2B5EF4-FFF2-40B4-BE49-F238E27FC236}">
                  <a16:creationId xmlns:a16="http://schemas.microsoft.com/office/drawing/2014/main" id="{026701D5-9E9E-EF42-B7AA-972F210D71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146" name="Text Box 24">
                <a:extLst>
                  <a:ext uri="{FF2B5EF4-FFF2-40B4-BE49-F238E27FC236}">
                    <a16:creationId xmlns:a16="http://schemas.microsoft.com/office/drawing/2014/main" id="{D19F6EF2-3DED-734B-B3EA-8B5850BFD7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111.111.111.110</a:t>
                </a:r>
              </a:p>
            </p:txBody>
          </p:sp>
          <p:sp>
            <p:nvSpPr>
              <p:cNvPr id="147" name="Text Box 25">
                <a:extLst>
                  <a:ext uri="{FF2B5EF4-FFF2-40B4-BE49-F238E27FC236}">
                    <a16:creationId xmlns:a16="http://schemas.microsoft.com/office/drawing/2014/main" id="{E60F6762-DC3F-2E40-B567-43C8BBD1B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99" name="Text Box 26">
              <a:extLst>
                <a:ext uri="{FF2B5EF4-FFF2-40B4-BE49-F238E27FC236}">
                  <a16:creationId xmlns:a16="http://schemas.microsoft.com/office/drawing/2014/main" id="{EB7AD1CB-7395-4048-94BA-078B67601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CC-49-DE-D0-AB-7D</a:t>
              </a:r>
            </a:p>
          </p:txBody>
        </p:sp>
        <p:sp>
          <p:nvSpPr>
            <p:cNvPr id="100" name="Text Box 27">
              <a:extLst>
                <a:ext uri="{FF2B5EF4-FFF2-40B4-BE49-F238E27FC236}">
                  <a16:creationId xmlns:a16="http://schemas.microsoft.com/office/drawing/2014/main" id="{883C22D8-5EE5-FD4B-A6BF-961F094C9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111.111.111.112</a:t>
              </a:r>
            </a:p>
          </p:txBody>
        </p:sp>
        <p:sp>
          <p:nvSpPr>
            <p:cNvPr id="101" name="Text Box 30">
              <a:extLst>
                <a:ext uri="{FF2B5EF4-FFF2-40B4-BE49-F238E27FC236}">
                  <a16:creationId xmlns:a16="http://schemas.microsoft.com/office/drawing/2014/main" id="{F0A4A6D6-07D6-9540-9E22-87082344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111.111.111.111</a:t>
              </a:r>
            </a:p>
          </p:txBody>
        </p:sp>
        <p:sp>
          <p:nvSpPr>
            <p:cNvPr id="102" name="Text Box 33">
              <a:extLst>
                <a:ext uri="{FF2B5EF4-FFF2-40B4-BE49-F238E27FC236}">
                  <a16:creationId xmlns:a16="http://schemas.microsoft.com/office/drawing/2014/main" id="{98DB423A-5D18-F545-A673-502329AD2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74-29-9C-E8-FF-55</a:t>
              </a:r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B2706607-111C-5245-B2CF-A17D7724F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582" y="4808121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04" name="Line 40">
              <a:extLst>
                <a:ext uri="{FF2B5EF4-FFF2-40B4-BE49-F238E27FC236}">
                  <a16:creationId xmlns:a16="http://schemas.microsoft.com/office/drawing/2014/main" id="{28F869C4-D67B-E043-97EC-60E9EE42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370" y="4787483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05" name="Line 41">
              <a:extLst>
                <a:ext uri="{FF2B5EF4-FFF2-40B4-BE49-F238E27FC236}">
                  <a16:creationId xmlns:a16="http://schemas.microsoft.com/office/drawing/2014/main" id="{F58EADC2-5F53-3341-BAA6-DBF970DD7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935" y="5732045"/>
              <a:ext cx="283036" cy="54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07" name="Line 44">
              <a:extLst>
                <a:ext uri="{FF2B5EF4-FFF2-40B4-BE49-F238E27FC236}">
                  <a16:creationId xmlns:a16="http://schemas.microsoft.com/office/drawing/2014/main" id="{9DEB43AB-0452-E74B-A267-354DF376C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282" y="5842809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08" name="Line 45">
              <a:extLst>
                <a:ext uri="{FF2B5EF4-FFF2-40B4-BE49-F238E27FC236}">
                  <a16:creationId xmlns:a16="http://schemas.microsoft.com/office/drawing/2014/main" id="{FCE2A6D7-36B2-D94C-B589-354F8509B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645" y="4860508"/>
              <a:ext cx="0" cy="248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09" name="Line 46">
              <a:extLst>
                <a:ext uri="{FF2B5EF4-FFF2-40B4-BE49-F238E27FC236}">
                  <a16:creationId xmlns:a16="http://schemas.microsoft.com/office/drawing/2014/main" id="{34C788DF-A7C4-7C49-A6BA-645F9894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707" y="5427247"/>
              <a:ext cx="0" cy="620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10" name="Line 47">
              <a:extLst>
                <a:ext uri="{FF2B5EF4-FFF2-40B4-BE49-F238E27FC236}">
                  <a16:creationId xmlns:a16="http://schemas.microsoft.com/office/drawing/2014/main" id="{74475E6E-D489-9D41-83DE-586A84785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07745" y="5417721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11" name="Text Box 58">
              <a:extLst>
                <a:ext uri="{FF2B5EF4-FFF2-40B4-BE49-F238E27FC236}">
                  <a16:creationId xmlns:a16="http://schemas.microsoft.com/office/drawing/2014/main" id="{9ED91BB2-5CD2-AF4D-990D-A02134AFD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800" i="0" dirty="0">
                  <a:solidFill>
                    <a:srgbClr val="0000A8"/>
                  </a:solidFill>
                  <a:ea typeface="+mn-ea"/>
                  <a:cs typeface="+mn-cs"/>
                </a:rPr>
                <a:t>A</a:t>
              </a:r>
            </a:p>
          </p:txBody>
        </p:sp>
        <p:grpSp>
          <p:nvGrpSpPr>
            <p:cNvPr id="113" name="Group 63">
              <a:extLst>
                <a:ext uri="{FF2B5EF4-FFF2-40B4-BE49-F238E27FC236}">
                  <a16:creationId xmlns:a16="http://schemas.microsoft.com/office/drawing/2014/main" id="{28E44824-539C-9E48-97D4-38EC5EF1A8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144" name="Text Box 64">
                <a:extLst>
                  <a:ext uri="{FF2B5EF4-FFF2-40B4-BE49-F238E27FC236}">
                    <a16:creationId xmlns:a16="http://schemas.microsoft.com/office/drawing/2014/main" id="{6F4DD6C5-5CCC-9A43-8DEF-22B166CC1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222.222.222.222</a:t>
                </a:r>
              </a:p>
            </p:txBody>
          </p:sp>
          <p:sp>
            <p:nvSpPr>
              <p:cNvPr id="145" name="Text Box 65">
                <a:extLst>
                  <a:ext uri="{FF2B5EF4-FFF2-40B4-BE49-F238E27FC236}">
                    <a16:creationId xmlns:a16="http://schemas.microsoft.com/office/drawing/2014/main" id="{6E33AF33-87FC-744F-A61A-A574F7048B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i="0" dirty="0">
                    <a:latin typeface="+mn-lt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114" name="Line 67">
              <a:extLst>
                <a:ext uri="{FF2B5EF4-FFF2-40B4-BE49-F238E27FC236}">
                  <a16:creationId xmlns:a16="http://schemas.microsoft.com/office/drawing/2014/main" id="{351E9598-D6EF-0941-9E90-3FFDA09398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15932" y="4787483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16" name="Text Box 71">
              <a:extLst>
                <a:ext uri="{FF2B5EF4-FFF2-40B4-BE49-F238E27FC236}">
                  <a16:creationId xmlns:a16="http://schemas.microsoft.com/office/drawing/2014/main" id="{A2452177-E551-CB48-A13E-9F30A8D87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222.222.222.221</a:t>
              </a:r>
            </a:p>
          </p:txBody>
        </p:sp>
        <p:sp>
          <p:nvSpPr>
            <p:cNvPr id="117" name="Text Box 72">
              <a:extLst>
                <a:ext uri="{FF2B5EF4-FFF2-40B4-BE49-F238E27FC236}">
                  <a16:creationId xmlns:a16="http://schemas.microsoft.com/office/drawing/2014/main" id="{70A29F2B-254D-C242-BED3-63C6A2000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88-B2-2F-54-1A-0F</a:t>
              </a:r>
            </a:p>
          </p:txBody>
        </p:sp>
        <p:sp>
          <p:nvSpPr>
            <p:cNvPr id="118" name="Line 73">
              <a:extLst>
                <a:ext uri="{FF2B5EF4-FFF2-40B4-BE49-F238E27FC236}">
                  <a16:creationId xmlns:a16="http://schemas.microsoft.com/office/drawing/2014/main" id="{EA6BFE92-6101-754D-A5A8-900E35C4E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56672" y="5684421"/>
              <a:ext cx="267105" cy="200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sz="2000" dirty="0">
                <a:cs typeface="+mn-cs"/>
              </a:endParaRPr>
            </a:p>
          </p:txBody>
        </p:sp>
        <p:sp>
          <p:nvSpPr>
            <p:cNvPr id="120" name="Freeform 75">
              <a:extLst>
                <a:ext uri="{FF2B5EF4-FFF2-40B4-BE49-F238E27FC236}">
                  <a16:creationId xmlns:a16="http://schemas.microsoft.com/office/drawing/2014/main" id="{68E66362-A921-0844-BAA8-FB5279AD1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157" y="4811296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21" name="Text Box 76">
              <a:extLst>
                <a:ext uri="{FF2B5EF4-FFF2-40B4-BE49-F238E27FC236}">
                  <a16:creationId xmlns:a16="http://schemas.microsoft.com/office/drawing/2014/main" id="{DA57B50B-B7E5-2942-B45A-3152B6985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800" i="0" dirty="0">
                  <a:solidFill>
                    <a:srgbClr val="0000A8"/>
                  </a:solidFill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76A447-7E01-C147-9C89-C1C4C935DA7A}"/>
                </a:ext>
              </a:extLst>
            </p:cNvPr>
            <p:cNvGrpSpPr/>
            <p:nvPr/>
          </p:nvGrpSpPr>
          <p:grpSpPr>
            <a:xfrm>
              <a:off x="5001868" y="5038254"/>
              <a:ext cx="1310631" cy="501151"/>
              <a:chOff x="4909105" y="5767126"/>
              <a:chExt cx="1310631" cy="501151"/>
            </a:xfrm>
          </p:grpSpPr>
          <p:sp>
            <p:nvSpPr>
              <p:cNvPr id="167" name="Rectangle 37">
                <a:extLst>
                  <a:ext uri="{FF2B5EF4-FFF2-40B4-BE49-F238E27FC236}">
                    <a16:creationId xmlns:a16="http://schemas.microsoft.com/office/drawing/2014/main" id="{89D0886F-F835-2044-AB8F-F49ACC0B5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endParaRPr>
              </a:p>
            </p:txBody>
          </p:sp>
          <p:sp>
            <p:nvSpPr>
              <p:cNvPr id="168" name="Rectangle 37">
                <a:extLst>
                  <a:ext uri="{FF2B5EF4-FFF2-40B4-BE49-F238E27FC236}">
                    <a16:creationId xmlns:a16="http://schemas.microsoft.com/office/drawing/2014/main" id="{C75323AD-DC39-4543-A0CC-4375A7BCF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 rotWithShape="1"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</a:gsLst>
                <a:lin ang="0" scaled="1"/>
              </a:gradFill>
              <a:ln w="9525">
                <a:solidFill>
                  <a:srgbClr val="008000">
                    <a:alpha val="15000"/>
                  </a:srgbClr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endParaRP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EDD0BCD9-05EB-F249-AEA1-A9CCFBC80BB8}"/>
                  </a:ext>
                </a:extLst>
              </p:cNvPr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F5326B06-29FF-A544-BF80-2A062222958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065A2A5-902C-A940-821B-CBFC0122AC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14C076B7-5A71-8644-9F5C-08E13F943BD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60" name="Freeform 159">
                    <a:extLst>
                      <a:ext uri="{FF2B5EF4-FFF2-40B4-BE49-F238E27FC236}">
                        <a16:creationId xmlns:a16="http://schemas.microsoft.com/office/drawing/2014/main" id="{13D62837-C3EA-8B4B-B09D-FC71F9727C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1" name="Freeform 160">
                    <a:extLst>
                      <a:ext uri="{FF2B5EF4-FFF2-40B4-BE49-F238E27FC236}">
                        <a16:creationId xmlns:a16="http://schemas.microsoft.com/office/drawing/2014/main" id="{147D5E46-2372-FA45-9685-A7CC6CA91F5F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Freeform 161">
                    <a:extLst>
                      <a:ext uri="{FF2B5EF4-FFF2-40B4-BE49-F238E27FC236}">
                        <a16:creationId xmlns:a16="http://schemas.microsoft.com/office/drawing/2014/main" id="{6B2D97C5-61CB-9441-993B-95CAA7169FC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Freeform 162">
                    <a:extLst>
                      <a:ext uri="{FF2B5EF4-FFF2-40B4-BE49-F238E27FC236}">
                        <a16:creationId xmlns:a16="http://schemas.microsoft.com/office/drawing/2014/main" id="{CD3C4F94-9D92-F048-A80A-0D709146CB4E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71" name="Rectangle 37">
              <a:extLst>
                <a:ext uri="{FF2B5EF4-FFF2-40B4-BE49-F238E27FC236}">
                  <a16:creationId xmlns:a16="http://schemas.microsoft.com/office/drawing/2014/main" id="{A9816EEA-38E6-AE46-970F-D20738D1CB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61022" y="4666815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49" name="Group 49">
              <a:extLst>
                <a:ext uri="{FF2B5EF4-FFF2-40B4-BE49-F238E27FC236}">
                  <a16:creationId xmlns:a16="http://schemas.microsoft.com/office/drawing/2014/main" id="{AD680CEA-D168-C84F-AAE1-D128195A4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id="150" name="Picture 50" descr="desktop_computer_stylized_medium">
                <a:extLst>
                  <a:ext uri="{FF2B5EF4-FFF2-40B4-BE49-F238E27FC236}">
                    <a16:creationId xmlns:a16="http://schemas.microsoft.com/office/drawing/2014/main" id="{DADE998E-D7B9-EC4F-9F94-E65CF536C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" name="Freeform 51">
                <a:extLst>
                  <a:ext uri="{FF2B5EF4-FFF2-40B4-BE49-F238E27FC236}">
                    <a16:creationId xmlns:a16="http://schemas.microsoft.com/office/drawing/2014/main" id="{BC38A1B0-555E-F049-93AC-48537726F7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51912ACC-FA1C-7E48-9062-DA96B6CD7C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71833" y="5687855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26" name="Group 49">
              <a:extLst>
                <a:ext uri="{FF2B5EF4-FFF2-40B4-BE49-F238E27FC236}">
                  <a16:creationId xmlns:a16="http://schemas.microsoft.com/office/drawing/2014/main" id="{164313DA-E436-B94D-946E-A9F962720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id="127" name="Picture 50" descr="desktop_computer_stylized_medium">
                <a:extLst>
                  <a:ext uri="{FF2B5EF4-FFF2-40B4-BE49-F238E27FC236}">
                    <a16:creationId xmlns:a16="http://schemas.microsoft.com/office/drawing/2014/main" id="{2DC8C6C4-5C23-0541-8061-C718A5B9D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" name="Freeform 51">
                <a:extLst>
                  <a:ext uri="{FF2B5EF4-FFF2-40B4-BE49-F238E27FC236}">
                    <a16:creationId xmlns:a16="http://schemas.microsoft.com/office/drawing/2014/main" id="{24E0555C-7855-E749-82E9-0F21AFA4C7C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</p:grpSp>
        <p:sp>
          <p:nvSpPr>
            <p:cNvPr id="181" name="Rectangle 37">
              <a:extLst>
                <a:ext uri="{FF2B5EF4-FFF2-40B4-BE49-F238E27FC236}">
                  <a16:creationId xmlns:a16="http://schemas.microsoft.com/office/drawing/2014/main" id="{43F1B530-B1FE-5547-9108-2D9D5DEFE2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726575" y="4653061"/>
              <a:ext cx="119903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182" name="Rectangle 37">
              <a:extLst>
                <a:ext uri="{FF2B5EF4-FFF2-40B4-BE49-F238E27FC236}">
                  <a16:creationId xmlns:a16="http://schemas.microsoft.com/office/drawing/2014/main" id="{7CF48F98-D094-CD4E-BD60-0DA33EA422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96816" y="5784803"/>
              <a:ext cx="84261" cy="194751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40" name="Group 44">
              <a:extLst>
                <a:ext uri="{FF2B5EF4-FFF2-40B4-BE49-F238E27FC236}">
                  <a16:creationId xmlns:a16="http://schemas.microsoft.com/office/drawing/2014/main" id="{BF422F91-ACCF-D044-A60B-0B40246D0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id="142" name="Picture 45" descr="desktop_computer_stylized_medium">
                <a:extLst>
                  <a:ext uri="{FF2B5EF4-FFF2-40B4-BE49-F238E27FC236}">
                    <a16:creationId xmlns:a16="http://schemas.microsoft.com/office/drawing/2014/main" id="{707FEFA6-A5DE-6840-9994-DC6AA79BA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46">
                <a:extLst>
                  <a:ext uri="{FF2B5EF4-FFF2-40B4-BE49-F238E27FC236}">
                    <a16:creationId xmlns:a16="http://schemas.microsoft.com/office/drawing/2014/main" id="{2330F56F-3837-6446-9F35-FB42B05CDD6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52" name="Group 44">
              <a:extLst>
                <a:ext uri="{FF2B5EF4-FFF2-40B4-BE49-F238E27FC236}">
                  <a16:creationId xmlns:a16="http://schemas.microsoft.com/office/drawing/2014/main" id="{083ACB0A-FBA9-0D43-9726-0A41424DD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id="154" name="Picture 45" descr="desktop_computer_stylized_medium">
                <a:extLst>
                  <a:ext uri="{FF2B5EF4-FFF2-40B4-BE49-F238E27FC236}">
                    <a16:creationId xmlns:a16="http://schemas.microsoft.com/office/drawing/2014/main" id="{C369DB0B-1F34-3B46-A82A-78A90E656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5" name="Freeform 46">
                <a:extLst>
                  <a:ext uri="{FF2B5EF4-FFF2-40B4-BE49-F238E27FC236}">
                    <a16:creationId xmlns:a16="http://schemas.microsoft.com/office/drawing/2014/main" id="{9C2398C0-FF47-894E-B5E8-11EB55029D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604162-E90D-984F-847A-C102A2F79780}"/>
                </a:ext>
              </a:extLst>
            </p:cNvPr>
            <p:cNvCxnSpPr/>
            <p:nvPr/>
          </p:nvCxnSpPr>
          <p:spPr>
            <a:xfrm flipV="1">
              <a:off x="8669292" y="4874844"/>
              <a:ext cx="0" cy="4459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ED79A4A8-654F-5C41-9FB9-78AF30E0F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023" y="5943807"/>
              <a:ext cx="0" cy="2416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30">
            <a:extLst>
              <a:ext uri="{FF2B5EF4-FFF2-40B4-BE49-F238E27FC236}">
                <a16:creationId xmlns:a16="http://schemas.microsoft.com/office/drawing/2014/main" id="{6F8155FF-5822-3549-98DF-05648529019B}"/>
              </a:ext>
            </a:extLst>
          </p:cNvPr>
          <p:cNvGrpSpPr>
            <a:grpSpLocks/>
          </p:cNvGrpSpPr>
          <p:nvPr/>
        </p:nvGrpSpPr>
        <p:grpSpPr bwMode="auto"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179" name="Freeform 65">
              <a:extLst>
                <a:ext uri="{FF2B5EF4-FFF2-40B4-BE49-F238E27FC236}">
                  <a16:creationId xmlns:a16="http://schemas.microsoft.com/office/drawing/2014/main" id="{CEE79BEE-4F75-0443-8BCC-AFB0A8B88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8195 w 10000"/>
                <a:gd name="connsiteY3" fmla="*/ 8786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Rectangle 67">
              <a:extLst>
                <a:ext uri="{FF2B5EF4-FFF2-40B4-BE49-F238E27FC236}">
                  <a16:creationId xmlns:a16="http://schemas.microsoft.com/office/drawing/2014/main" id="{883ABF7E-6CB4-BC42-B575-A36EA900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68">
              <a:extLst>
                <a:ext uri="{FF2B5EF4-FFF2-40B4-BE49-F238E27FC236}">
                  <a16:creationId xmlns:a16="http://schemas.microsoft.com/office/drawing/2014/main" id="{66650C9E-5F29-884F-9159-45FAA57B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Phy</a:t>
              </a:r>
            </a:p>
          </p:txBody>
        </p:sp>
        <p:sp>
          <p:nvSpPr>
            <p:cNvPr id="186" name="Line 69">
              <a:extLst>
                <a:ext uri="{FF2B5EF4-FFF2-40B4-BE49-F238E27FC236}">
                  <a16:creationId xmlns:a16="http://schemas.microsoft.com/office/drawing/2014/main" id="{C38F4ABA-4642-6E42-A7ED-8B44FA417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Line 70">
              <a:extLst>
                <a:ext uri="{FF2B5EF4-FFF2-40B4-BE49-F238E27FC236}">
                  <a16:creationId xmlns:a16="http://schemas.microsoft.com/office/drawing/2014/main" id="{398E3652-F593-0A4E-89E7-96E69780C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8" name="Line 71">
              <a:extLst>
                <a:ext uri="{FF2B5EF4-FFF2-40B4-BE49-F238E27FC236}">
                  <a16:creationId xmlns:a16="http://schemas.microsoft.com/office/drawing/2014/main" id="{6DEE6E13-9D27-014C-AB56-6B66BF11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9" name="Line 72">
              <a:extLst>
                <a:ext uri="{FF2B5EF4-FFF2-40B4-BE49-F238E27FC236}">
                  <a16:creationId xmlns:a16="http://schemas.microsoft.com/office/drawing/2014/main" id="{8034621A-4B41-A146-99C4-7F51D5E7C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16" name="Rectangle 76">
            <a:extLst>
              <a:ext uri="{FF2B5EF4-FFF2-40B4-BE49-F238E27FC236}">
                <a16:creationId xmlns:a16="http://schemas.microsoft.com/office/drawing/2014/main" id="{0C39CCFA-046E-A446-84EF-1BEA3B8C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283" y="1283047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frame sent from A to R</a:t>
            </a:r>
          </a:p>
        </p:txBody>
      </p:sp>
      <p:grpSp>
        <p:nvGrpSpPr>
          <p:cNvPr id="217" name="Group 100">
            <a:extLst>
              <a:ext uri="{FF2B5EF4-FFF2-40B4-BE49-F238E27FC236}">
                <a16:creationId xmlns:a16="http://schemas.microsoft.com/office/drawing/2014/main" id="{26593A8D-E362-224D-9E7E-B61DB7194FD2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218" name="Freeform 93">
              <a:extLst>
                <a:ext uri="{FF2B5EF4-FFF2-40B4-BE49-F238E27FC236}">
                  <a16:creationId xmlns:a16="http://schemas.microsoft.com/office/drawing/2014/main" id="{42C52F5E-B581-5146-A523-9B4DBBF2A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9" name="Rectangle 94">
              <a:extLst>
                <a:ext uri="{FF2B5EF4-FFF2-40B4-BE49-F238E27FC236}">
                  <a16:creationId xmlns:a16="http://schemas.microsoft.com/office/drawing/2014/main" id="{1FCD4D83-89D6-3841-86ED-D90DD589A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0" name="Text Box 95">
              <a:extLst>
                <a:ext uri="{FF2B5EF4-FFF2-40B4-BE49-F238E27FC236}">
                  <a16:creationId xmlns:a16="http://schemas.microsoft.com/office/drawing/2014/main" id="{AF3AB9C7-326F-214C-B68F-8E9DBB6D3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221" name="Line 98">
              <a:extLst>
                <a:ext uri="{FF2B5EF4-FFF2-40B4-BE49-F238E27FC236}">
                  <a16:creationId xmlns:a16="http://schemas.microsoft.com/office/drawing/2014/main" id="{B4AA6736-B872-464D-8F00-A2300EE0D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2" name="Line 99">
              <a:extLst>
                <a:ext uri="{FF2B5EF4-FFF2-40B4-BE49-F238E27FC236}">
                  <a16:creationId xmlns:a16="http://schemas.microsoft.com/office/drawing/2014/main" id="{CB139325-F501-DB43-B9CC-6A6C52C7F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23" name="Rectangle 101">
            <a:extLst>
              <a:ext uri="{FF2B5EF4-FFF2-40B4-BE49-F238E27FC236}">
                <a16:creationId xmlns:a16="http://schemas.microsoft.com/office/drawing/2014/main" id="{8EBFBDEF-AAA3-4340-9162-016BC02BB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206" y="1744664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frame received at R, datagram removed, passed up to IP</a:t>
            </a:r>
          </a:p>
        </p:txBody>
      </p:sp>
      <p:grpSp>
        <p:nvGrpSpPr>
          <p:cNvPr id="224" name="Group 131">
            <a:extLst>
              <a:ext uri="{FF2B5EF4-FFF2-40B4-BE49-F238E27FC236}">
                <a16:creationId xmlns:a16="http://schemas.microsoft.com/office/drawing/2014/main" id="{95486488-4C25-234D-AE46-F14C0273A412}"/>
              </a:ext>
            </a:extLst>
          </p:cNvPr>
          <p:cNvGrpSpPr>
            <a:grpSpLocks/>
          </p:cNvGrpSpPr>
          <p:nvPr/>
        </p:nvGrpSpPr>
        <p:grpSpPr bwMode="auto">
          <a:xfrm>
            <a:off x="2617650" y="2562774"/>
            <a:ext cx="2443162" cy="1519238"/>
            <a:chOff x="931" y="1414"/>
            <a:chExt cx="1539" cy="957"/>
          </a:xfrm>
        </p:grpSpPr>
        <p:sp>
          <p:nvSpPr>
            <p:cNvPr id="225" name="Text Box 79">
              <a:extLst>
                <a:ext uri="{FF2B5EF4-FFF2-40B4-BE49-F238E27FC236}">
                  <a16:creationId xmlns:a16="http://schemas.microsoft.com/office/drawing/2014/main" id="{D2216B94-937D-4644-A4B0-B59D607E0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MAC src: 74-29-9C-E8-FF-55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MAC dest: E6-E9-00-17-BB-4B</a:t>
              </a:r>
            </a:p>
          </p:txBody>
        </p:sp>
        <p:grpSp>
          <p:nvGrpSpPr>
            <p:cNvPr id="226" name="Group 80">
              <a:extLst>
                <a:ext uri="{FF2B5EF4-FFF2-40B4-BE49-F238E27FC236}">
                  <a16:creationId xmlns:a16="http://schemas.microsoft.com/office/drawing/2014/main" id="{74FDF8C0-9447-DE41-BACB-360101EE6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32" name="Rectangle 81">
                <a:extLst>
                  <a:ext uri="{FF2B5EF4-FFF2-40B4-BE49-F238E27FC236}">
                    <a16:creationId xmlns:a16="http://schemas.microsoft.com/office/drawing/2014/main" id="{91B41E0A-F429-5E45-AC76-2FCB31FCC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3" name="Rectangle 82">
                <a:extLst>
                  <a:ext uri="{FF2B5EF4-FFF2-40B4-BE49-F238E27FC236}">
                    <a16:creationId xmlns:a16="http://schemas.microsoft.com/office/drawing/2014/main" id="{1C3169C4-E630-6A41-9685-666E6C384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4" name="Line 83">
                <a:extLst>
                  <a:ext uri="{FF2B5EF4-FFF2-40B4-BE49-F238E27FC236}">
                    <a16:creationId xmlns:a16="http://schemas.microsoft.com/office/drawing/2014/main" id="{CED1F1A7-B695-6E4E-9FA6-5AA850143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5" name="Line 84">
                <a:extLst>
                  <a:ext uri="{FF2B5EF4-FFF2-40B4-BE49-F238E27FC236}">
                    <a16:creationId xmlns:a16="http://schemas.microsoft.com/office/drawing/2014/main" id="{08886298-54D3-1A46-8429-10B826D26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6" name="Line 85">
                <a:extLst>
                  <a:ext uri="{FF2B5EF4-FFF2-40B4-BE49-F238E27FC236}">
                    <a16:creationId xmlns:a16="http://schemas.microsoft.com/office/drawing/2014/main" id="{F5285889-1D2B-B547-B316-981ED840CC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7" name="Line 86">
                <a:extLst>
                  <a:ext uri="{FF2B5EF4-FFF2-40B4-BE49-F238E27FC236}">
                    <a16:creationId xmlns:a16="http://schemas.microsoft.com/office/drawing/2014/main" id="{17AB5318-1DFA-814E-B7AA-B0A13DDAB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27" name="Line 87">
              <a:extLst>
                <a:ext uri="{FF2B5EF4-FFF2-40B4-BE49-F238E27FC236}">
                  <a16:creationId xmlns:a16="http://schemas.microsoft.com/office/drawing/2014/main" id="{D3C56A82-378C-D642-AF1E-FDE107787B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8" name="Line 88">
              <a:extLst>
                <a:ext uri="{FF2B5EF4-FFF2-40B4-BE49-F238E27FC236}">
                  <a16:creationId xmlns:a16="http://schemas.microsoft.com/office/drawing/2014/main" id="{DFF54215-DE96-B14B-BA21-CC331FD76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9" name="Line 89">
              <a:extLst>
                <a:ext uri="{FF2B5EF4-FFF2-40B4-BE49-F238E27FC236}">
                  <a16:creationId xmlns:a16="http://schemas.microsoft.com/office/drawing/2014/main" id="{A24A71FF-A793-E749-AC22-A4A0D350FC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0" name="Line 90">
              <a:extLst>
                <a:ext uri="{FF2B5EF4-FFF2-40B4-BE49-F238E27FC236}">
                  <a16:creationId xmlns:a16="http://schemas.microsoft.com/office/drawing/2014/main" id="{C1F3029F-74E1-934A-94C0-39E2BE291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1" name="Text Box 130">
              <a:extLst>
                <a:ext uri="{FF2B5EF4-FFF2-40B4-BE49-F238E27FC236}">
                  <a16:creationId xmlns:a16="http://schemas.microsoft.com/office/drawing/2014/main" id="{EB155DAE-47C1-D14B-8A96-D36900431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 src: 111.111.111.111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IP dest: 222.222.222.222</a:t>
              </a:r>
            </a:p>
          </p:txBody>
        </p:sp>
      </p:grpSp>
      <p:grpSp>
        <p:nvGrpSpPr>
          <p:cNvPr id="254" name="Group 68">
            <a:extLst>
              <a:ext uri="{FF2B5EF4-FFF2-40B4-BE49-F238E27FC236}">
                <a16:creationId xmlns:a16="http://schemas.microsoft.com/office/drawing/2014/main" id="{1A75D45F-AC9A-1841-96BB-54AD4F3B3AA3}"/>
              </a:ext>
            </a:extLst>
          </p:cNvPr>
          <p:cNvGrpSpPr>
            <a:grpSpLocks/>
          </p:cNvGrpSpPr>
          <p:nvPr/>
        </p:nvGrpSpPr>
        <p:grpSpPr bwMode="auto">
          <a:xfrm>
            <a:off x="4185539" y="3526195"/>
            <a:ext cx="1096962" cy="244475"/>
            <a:chOff x="1231" y="1990"/>
            <a:chExt cx="691" cy="154"/>
          </a:xfrm>
        </p:grpSpPr>
        <p:sp>
          <p:nvSpPr>
            <p:cNvPr id="255" name="Rectangle 69">
              <a:extLst>
                <a:ext uri="{FF2B5EF4-FFF2-40B4-BE49-F238E27FC236}">
                  <a16:creationId xmlns:a16="http://schemas.microsoft.com/office/drawing/2014/main" id="{F9CA10E0-D12F-234C-A388-A4AA3D27C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6" name="Line 70">
              <a:extLst>
                <a:ext uri="{FF2B5EF4-FFF2-40B4-BE49-F238E27FC236}">
                  <a16:creationId xmlns:a16="http://schemas.microsoft.com/office/drawing/2014/main" id="{F89DE28D-1CB2-694F-BB37-0E108EEA4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7" name="Line 71">
              <a:extLst>
                <a:ext uri="{FF2B5EF4-FFF2-40B4-BE49-F238E27FC236}">
                  <a16:creationId xmlns:a16="http://schemas.microsoft.com/office/drawing/2014/main" id="{E471EBCA-2760-5D46-BDF2-79AA0D584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58" name="Group 146">
            <a:extLst>
              <a:ext uri="{FF2B5EF4-FFF2-40B4-BE49-F238E27FC236}">
                <a16:creationId xmlns:a16="http://schemas.microsoft.com/office/drawing/2014/main" id="{6236AA8D-2F27-404F-95A3-EBA53FD8D9F3}"/>
              </a:ext>
            </a:extLst>
          </p:cNvPr>
          <p:cNvGrpSpPr>
            <a:grpSpLocks/>
          </p:cNvGrpSpPr>
          <p:nvPr/>
        </p:nvGrpSpPr>
        <p:grpSpPr bwMode="auto">
          <a:xfrm>
            <a:off x="4139501" y="2695932"/>
            <a:ext cx="2011363" cy="979488"/>
            <a:chOff x="4493" y="1480"/>
            <a:chExt cx="1267" cy="617"/>
          </a:xfrm>
        </p:grpSpPr>
        <p:sp>
          <p:nvSpPr>
            <p:cNvPr id="259" name="Line 143">
              <a:extLst>
                <a:ext uri="{FF2B5EF4-FFF2-40B4-BE49-F238E27FC236}">
                  <a16:creationId xmlns:a16="http://schemas.microsoft.com/office/drawing/2014/main" id="{5AC998EC-DB9D-8148-9F1F-2192C496A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76" y="1627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0" name="Line 144">
              <a:extLst>
                <a:ext uri="{FF2B5EF4-FFF2-40B4-BE49-F238E27FC236}">
                  <a16:creationId xmlns:a16="http://schemas.microsoft.com/office/drawing/2014/main" id="{5CE2DD15-1141-5C45-87A0-DFED66E19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8" y="1739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Text Box 145">
              <a:extLst>
                <a:ext uri="{FF2B5EF4-FFF2-40B4-BE49-F238E27FC236}">
                  <a16:creationId xmlns:a16="http://schemas.microsoft.com/office/drawing/2014/main" id="{078DCCF7-88A5-9245-8B08-6E0254E6A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 src: 111.111.111.111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IP dest: 222.222.222.222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704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046 L -3.75E-6 0.13287 L 0.0405 0.16296 L 0.0849 0.16296 C 0.08451 0.11319 0.08464 0.04792 0.08438 -0.00139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45" y="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R</a:t>
            </a:r>
            <a:endParaRPr lang="en-US" sz="2000" i="0" dirty="0">
              <a:solidFill>
                <a:srgbClr val="0000A8"/>
              </a:solidFill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 dirty="0"/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 dirty="0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AutoShape 2">
            <a:extLst>
              <a:ext uri="{FF2B5EF4-FFF2-40B4-BE49-F238E27FC236}">
                <a16:creationId xmlns:a16="http://schemas.microsoft.com/office/drawing/2014/main" id="{9B1750D3-DB25-3942-83ED-EDC62E26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951" y="3383377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rgbClr val="FFFFFF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17" name="Group 68">
            <a:extLst>
              <a:ext uri="{FF2B5EF4-FFF2-40B4-BE49-F238E27FC236}">
                <a16:creationId xmlns:a16="http://schemas.microsoft.com/office/drawing/2014/main" id="{A2F9C891-FC37-7441-9AFE-1BF07B00CE9A}"/>
              </a:ext>
            </a:extLst>
          </p:cNvPr>
          <p:cNvGrpSpPr>
            <a:grpSpLocks/>
          </p:cNvGrpSpPr>
          <p:nvPr/>
        </p:nvGrpSpPr>
        <p:grpSpPr bwMode="auto">
          <a:xfrm>
            <a:off x="6569213" y="3456402"/>
            <a:ext cx="1096963" cy="244475"/>
            <a:chOff x="1231" y="1990"/>
            <a:chExt cx="691" cy="154"/>
          </a:xfrm>
        </p:grpSpPr>
        <p:sp>
          <p:nvSpPr>
            <p:cNvPr id="219" name="Rectangle 69">
              <a:extLst>
                <a:ext uri="{FF2B5EF4-FFF2-40B4-BE49-F238E27FC236}">
                  <a16:creationId xmlns:a16="http://schemas.microsoft.com/office/drawing/2014/main" id="{ABC7D2F8-BDEC-3A4D-901B-F82A6FF73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0" name="Line 70">
              <a:extLst>
                <a:ext uri="{FF2B5EF4-FFF2-40B4-BE49-F238E27FC236}">
                  <a16:creationId xmlns:a16="http://schemas.microsoft.com/office/drawing/2014/main" id="{AEEBCCC1-7FAE-2146-9E61-166421525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1" name="Line 71">
              <a:extLst>
                <a:ext uri="{FF2B5EF4-FFF2-40B4-BE49-F238E27FC236}">
                  <a16:creationId xmlns:a16="http://schemas.microsoft.com/office/drawing/2014/main" id="{D75FD9FE-4060-BA43-A7C5-75A49C035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18" name="Text Box 72">
            <a:extLst>
              <a:ext uri="{FF2B5EF4-FFF2-40B4-BE49-F238E27FC236}">
                <a16:creationId xmlns:a16="http://schemas.microsoft.com/office/drawing/2014/main" id="{5DDEAD0E-76B7-8043-B2C1-C9DF8A6B2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238" y="2940464"/>
            <a:ext cx="201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IP src: 111.111.111.111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  IP dest: 222.222.222.222</a:t>
            </a:r>
          </a:p>
        </p:txBody>
      </p:sp>
      <p:grpSp>
        <p:nvGrpSpPr>
          <p:cNvPr id="222" name="Group 73">
            <a:extLst>
              <a:ext uri="{FF2B5EF4-FFF2-40B4-BE49-F238E27FC236}">
                <a16:creationId xmlns:a16="http://schemas.microsoft.com/office/drawing/2014/main" id="{D580AA98-14C0-524D-A89D-3790585B59D3}"/>
              </a:ext>
            </a:extLst>
          </p:cNvPr>
          <p:cNvGrpSpPr>
            <a:grpSpLocks/>
          </p:cNvGrpSpPr>
          <p:nvPr/>
        </p:nvGrpSpPr>
        <p:grpSpPr bwMode="auto">
          <a:xfrm>
            <a:off x="6639063" y="3191289"/>
            <a:ext cx="146050" cy="385763"/>
            <a:chOff x="1272" y="1762"/>
            <a:chExt cx="92" cy="243"/>
          </a:xfrm>
        </p:grpSpPr>
        <p:sp>
          <p:nvSpPr>
            <p:cNvPr id="223" name="Line 74">
              <a:extLst>
                <a:ext uri="{FF2B5EF4-FFF2-40B4-BE49-F238E27FC236}">
                  <a16:creationId xmlns:a16="http://schemas.microsoft.com/office/drawing/2014/main" id="{4C748A70-B8F0-294E-9362-22CA5C645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4" name="Line 75">
              <a:extLst>
                <a:ext uri="{FF2B5EF4-FFF2-40B4-BE49-F238E27FC236}">
                  <a16:creationId xmlns:a16="http://schemas.microsoft.com/office/drawing/2014/main" id="{9048F87D-3F66-C248-A9C5-CCD0E7322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25" name="Group 78">
            <a:extLst>
              <a:ext uri="{FF2B5EF4-FFF2-40B4-BE49-F238E27FC236}">
                <a16:creationId xmlns:a16="http://schemas.microsoft.com/office/drawing/2014/main" id="{1261332F-D264-364F-88EB-BFD606F41948}"/>
              </a:ext>
            </a:extLst>
          </p:cNvPr>
          <p:cNvGrpSpPr>
            <a:grpSpLocks/>
          </p:cNvGrpSpPr>
          <p:nvPr/>
        </p:nvGrpSpPr>
        <p:grpSpPr bwMode="auto">
          <a:xfrm>
            <a:off x="6089788" y="2532477"/>
            <a:ext cx="2428876" cy="1519237"/>
            <a:chOff x="931" y="1414"/>
            <a:chExt cx="1530" cy="957"/>
          </a:xfrm>
        </p:grpSpPr>
        <p:sp>
          <p:nvSpPr>
            <p:cNvPr id="226" name="Text Box 79">
              <a:extLst>
                <a:ext uri="{FF2B5EF4-FFF2-40B4-BE49-F238E27FC236}">
                  <a16:creationId xmlns:a16="http://schemas.microsoft.com/office/drawing/2014/main" id="{28E9361B-9039-124A-9DC6-D122A7A2D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MAC src: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1A-23-F9-CD-06-9B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MAC dest: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49-BD-D2-C7-56-2A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27" name="Group 80">
              <a:extLst>
                <a:ext uri="{FF2B5EF4-FFF2-40B4-BE49-F238E27FC236}">
                  <a16:creationId xmlns:a16="http://schemas.microsoft.com/office/drawing/2014/main" id="{5F78FAD6-835B-074E-B7D5-09F7C0E391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232" name="Rectangle 81">
                <a:extLst>
                  <a:ext uri="{FF2B5EF4-FFF2-40B4-BE49-F238E27FC236}">
                    <a16:creationId xmlns:a16="http://schemas.microsoft.com/office/drawing/2014/main" id="{C3C06B5D-372C-AA47-A9A2-8B1419255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3" name="Rectangle 82">
                <a:extLst>
                  <a:ext uri="{FF2B5EF4-FFF2-40B4-BE49-F238E27FC236}">
                    <a16:creationId xmlns:a16="http://schemas.microsoft.com/office/drawing/2014/main" id="{F41D6B8B-E033-6742-9F0C-113ECBA9E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4" name="Line 83">
                <a:extLst>
                  <a:ext uri="{FF2B5EF4-FFF2-40B4-BE49-F238E27FC236}">
                    <a16:creationId xmlns:a16="http://schemas.microsoft.com/office/drawing/2014/main" id="{8BEAB215-C9F8-034E-91D4-A6DDCCCF7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5" name="Line 84">
                <a:extLst>
                  <a:ext uri="{FF2B5EF4-FFF2-40B4-BE49-F238E27FC236}">
                    <a16:creationId xmlns:a16="http://schemas.microsoft.com/office/drawing/2014/main" id="{D3243B3D-1034-1F41-B1B4-AA332FBDC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6" name="Line 85">
                <a:extLst>
                  <a:ext uri="{FF2B5EF4-FFF2-40B4-BE49-F238E27FC236}">
                    <a16:creationId xmlns:a16="http://schemas.microsoft.com/office/drawing/2014/main" id="{753D2944-83E6-4545-AF25-FEA73A5C2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7" name="Line 86">
                <a:extLst>
                  <a:ext uri="{FF2B5EF4-FFF2-40B4-BE49-F238E27FC236}">
                    <a16:creationId xmlns:a16="http://schemas.microsoft.com/office/drawing/2014/main" id="{31BF5A48-20D7-BF42-A1EF-C3E4895801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28" name="Line 87">
              <a:extLst>
                <a:ext uri="{FF2B5EF4-FFF2-40B4-BE49-F238E27FC236}">
                  <a16:creationId xmlns:a16="http://schemas.microsoft.com/office/drawing/2014/main" id="{C5350C7E-16CE-C341-8351-C1500E39D5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9" name="Line 88">
              <a:extLst>
                <a:ext uri="{FF2B5EF4-FFF2-40B4-BE49-F238E27FC236}">
                  <a16:creationId xmlns:a16="http://schemas.microsoft.com/office/drawing/2014/main" id="{7383055F-34B4-384A-8524-0E5C772EB4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0" name="Line 89">
              <a:extLst>
                <a:ext uri="{FF2B5EF4-FFF2-40B4-BE49-F238E27FC236}">
                  <a16:creationId xmlns:a16="http://schemas.microsoft.com/office/drawing/2014/main" id="{681D829B-43B8-1746-8FBA-1B62381E31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1" name="Line 90">
              <a:extLst>
                <a:ext uri="{FF2B5EF4-FFF2-40B4-BE49-F238E27FC236}">
                  <a16:creationId xmlns:a16="http://schemas.microsoft.com/office/drawing/2014/main" id="{52C55227-72D6-FC49-8335-2193E937F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52" name="Rectangle 76">
            <a:extLst>
              <a:ext uri="{FF2B5EF4-FFF2-40B4-BE49-F238E27FC236}">
                <a16:creationId xmlns:a16="http://schemas.microsoft.com/office/drawing/2014/main" id="{A9A61F84-DCC9-0442-B3AD-28B3BF3DA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/>
              <a:t>R determines outgoing interface, passes datagram with IP source A, destination B to link layer </a:t>
            </a:r>
          </a:p>
        </p:txBody>
      </p:sp>
      <p:sp>
        <p:nvSpPr>
          <p:cNvPr id="253" name="Rectangle 77">
            <a:extLst>
              <a:ext uri="{FF2B5EF4-FFF2-40B4-BE49-F238E27FC236}">
                <a16:creationId xmlns:a16="http://schemas.microsoft.com/office/drawing/2014/main" id="{806738DB-9A7E-A345-80F1-AC4CD01DA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cs typeface="+mn-cs"/>
              </a:rPr>
              <a:t>R creates link-layer frame </a:t>
            </a:r>
            <a:r>
              <a:rPr lang="en-US" sz="2400" dirty="0"/>
              <a:t>containing A-to-B IP datagram. Frame destination address: </a:t>
            </a:r>
            <a:r>
              <a:rPr lang="en-US" sz="2400" i="0" dirty="0">
                <a:cs typeface="+mn-cs"/>
              </a:rPr>
              <a:t>B's MAC address</a:t>
            </a:r>
            <a:endParaRPr lang="en-US" sz="3200" i="0" dirty="0">
              <a:cs typeface="+mn-cs"/>
            </a:endParaRPr>
          </a:p>
        </p:txBody>
      </p: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763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 animBg="1"/>
      <p:bldP spid="215" grpId="1" animBg="1"/>
      <p:bldP spid="252" grpId="0"/>
      <p:bldP spid="25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R</a:t>
            </a:r>
            <a:endParaRPr lang="en-US" sz="2000" i="0" dirty="0">
              <a:solidFill>
                <a:srgbClr val="0000A8"/>
              </a:solidFill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 dirty="0"/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 dirty="0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113">
            <a:extLst>
              <a:ext uri="{FF2B5EF4-FFF2-40B4-BE49-F238E27FC236}">
                <a16:creationId xmlns:a16="http://schemas.microsoft.com/office/drawing/2014/main" id="{4F40B619-9A70-2641-9962-A545BD190AEE}"/>
              </a:ext>
            </a:extLst>
          </p:cNvPr>
          <p:cNvGrpSpPr>
            <a:grpSpLocks/>
          </p:cNvGrpSpPr>
          <p:nvPr/>
        </p:nvGrpSpPr>
        <p:grpSpPr bwMode="auto"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45" name="Freeform 106">
              <a:extLst>
                <a:ext uri="{FF2B5EF4-FFF2-40B4-BE49-F238E27FC236}">
                  <a16:creationId xmlns:a16="http://schemas.microsoft.com/office/drawing/2014/main" id="{970BC10B-039D-D849-BD17-870D52BCA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99000">
                  <a:schemeClr val="bg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6" name="Rectangle 107">
              <a:extLst>
                <a:ext uri="{FF2B5EF4-FFF2-40B4-BE49-F238E27FC236}">
                  <a16:creationId xmlns:a16="http://schemas.microsoft.com/office/drawing/2014/main" id="{881A2D84-75CD-FF46-8268-58570E386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7" name="Text Box 108">
              <a:extLst>
                <a:ext uri="{FF2B5EF4-FFF2-40B4-BE49-F238E27FC236}">
                  <a16:creationId xmlns:a16="http://schemas.microsoft.com/office/drawing/2014/main" id="{0174C2C5-DEEC-6448-84DD-CBC717D8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248" name="Line 109">
              <a:extLst>
                <a:ext uri="{FF2B5EF4-FFF2-40B4-BE49-F238E27FC236}">
                  <a16:creationId xmlns:a16="http://schemas.microsoft.com/office/drawing/2014/main" id="{5A82C9AA-9D84-BC42-9880-443161490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9" name="Line 110">
              <a:extLst>
                <a:ext uri="{FF2B5EF4-FFF2-40B4-BE49-F238E27FC236}">
                  <a16:creationId xmlns:a16="http://schemas.microsoft.com/office/drawing/2014/main" id="{7EEC7F05-4E24-D14E-8286-E30E0B01C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0" name="Line 111">
              <a:extLst>
                <a:ext uri="{FF2B5EF4-FFF2-40B4-BE49-F238E27FC236}">
                  <a16:creationId xmlns:a16="http://schemas.microsoft.com/office/drawing/2014/main" id="{8F3EE3E7-2794-E248-913F-D23487889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1" name="Line 112">
              <a:extLst>
                <a:ext uri="{FF2B5EF4-FFF2-40B4-BE49-F238E27FC236}">
                  <a16:creationId xmlns:a16="http://schemas.microsoft.com/office/drawing/2014/main" id="{12725139-7043-064B-BBB9-A6E7289DC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87" name="Group 99">
            <a:extLst>
              <a:ext uri="{FF2B5EF4-FFF2-40B4-BE49-F238E27FC236}">
                <a16:creationId xmlns:a16="http://schemas.microsoft.com/office/drawing/2014/main" id="{149E1102-1775-9C40-A82F-CA67E8AC3B7D}"/>
              </a:ext>
            </a:extLst>
          </p:cNvPr>
          <p:cNvGrpSpPr>
            <a:grpSpLocks/>
          </p:cNvGrpSpPr>
          <p:nvPr/>
        </p:nvGrpSpPr>
        <p:grpSpPr bwMode="auto">
          <a:xfrm>
            <a:off x="6089782" y="2530406"/>
            <a:ext cx="2436813" cy="1519237"/>
            <a:chOff x="3018" y="1445"/>
            <a:chExt cx="1535" cy="957"/>
          </a:xfrm>
        </p:grpSpPr>
        <p:grpSp>
          <p:nvGrpSpPr>
            <p:cNvPr id="189" name="Group 61">
              <a:extLst>
                <a:ext uri="{FF2B5EF4-FFF2-40B4-BE49-F238E27FC236}">
                  <a16:creationId xmlns:a16="http://schemas.microsoft.com/office/drawing/2014/main" id="{80947A02-3E38-7744-9D3B-796971D86D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6" y="1706"/>
              <a:ext cx="1267" cy="475"/>
              <a:chOff x="1197" y="1669"/>
              <a:chExt cx="1267" cy="475"/>
            </a:xfrm>
          </p:grpSpPr>
          <p:grpSp>
            <p:nvGrpSpPr>
              <p:cNvPr id="206" name="Group 62">
                <a:extLst>
                  <a:ext uri="{FF2B5EF4-FFF2-40B4-BE49-F238E27FC236}">
                    <a16:creationId xmlns:a16="http://schemas.microsoft.com/office/drawing/2014/main" id="{2C306763-C23D-394C-B9CB-A453BB6212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7" y="1990"/>
                <a:ext cx="90" cy="154"/>
                <a:chOff x="1337" y="1990"/>
                <a:chExt cx="90" cy="154"/>
              </a:xfrm>
            </p:grpSpPr>
            <p:sp>
              <p:nvSpPr>
                <p:cNvPr id="209" name="Line 64">
                  <a:extLst>
                    <a:ext uri="{FF2B5EF4-FFF2-40B4-BE49-F238E27FC236}">
                      <a16:creationId xmlns:a16="http://schemas.microsoft.com/office/drawing/2014/main" id="{F381FEB3-A7BA-3548-97B5-DF66310001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5">
                  <a:extLst>
                    <a:ext uri="{FF2B5EF4-FFF2-40B4-BE49-F238E27FC236}">
                      <a16:creationId xmlns:a16="http://schemas.microsoft.com/office/drawing/2014/main" id="{48BDFC0F-8101-BE4D-913A-7A1AB99201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07" name="Text Box 66">
                <a:extLst>
                  <a:ext uri="{FF2B5EF4-FFF2-40B4-BE49-F238E27FC236}">
                    <a16:creationId xmlns:a16="http://schemas.microsoft.com/office/drawing/2014/main" id="{115C73F4-7033-6248-9366-1B2132172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 src: 111.111.111.111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   IP dest: 222.222.222.222</a:t>
                </a:r>
              </a:p>
            </p:txBody>
          </p:sp>
        </p:grpSp>
        <p:grpSp>
          <p:nvGrpSpPr>
            <p:cNvPr id="191" name="Group 72">
              <a:extLst>
                <a:ext uri="{FF2B5EF4-FFF2-40B4-BE49-F238E27FC236}">
                  <a16:creationId xmlns:a16="http://schemas.microsoft.com/office/drawing/2014/main" id="{F55ED3F7-1CC5-5C4A-820C-1DF5F3282B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192" name="Text Box 73">
                <a:extLst>
                  <a:ext uri="{FF2B5EF4-FFF2-40B4-BE49-F238E27FC236}">
                    <a16:creationId xmlns:a16="http://schemas.microsoft.com/office/drawing/2014/main" id="{5DD14730-A902-F44B-9C3C-51E4CF51FB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MAC src: 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1A-23-F9-CD-06-9B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  MAC dest: 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49-BD-D2-C7-56-2A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93" name="Group 74">
                <a:extLst>
                  <a:ext uri="{FF2B5EF4-FFF2-40B4-BE49-F238E27FC236}">
                    <a16:creationId xmlns:a16="http://schemas.microsoft.com/office/drawing/2014/main" id="{E61CC039-B56A-9D4C-AF28-707D673CA8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198" name="Rectangle 75">
                  <a:extLst>
                    <a:ext uri="{FF2B5EF4-FFF2-40B4-BE49-F238E27FC236}">
                      <a16:creationId xmlns:a16="http://schemas.microsoft.com/office/drawing/2014/main" id="{9B79D222-9680-2547-8547-368ADC49A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Rectangle 76">
                  <a:extLst>
                    <a:ext uri="{FF2B5EF4-FFF2-40B4-BE49-F238E27FC236}">
                      <a16:creationId xmlns:a16="http://schemas.microsoft.com/office/drawing/2014/main" id="{E433AB76-2AFC-2C42-BD43-7C73DA5631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0" name="Line 77">
                  <a:extLst>
                    <a:ext uri="{FF2B5EF4-FFF2-40B4-BE49-F238E27FC236}">
                      <a16:creationId xmlns:a16="http://schemas.microsoft.com/office/drawing/2014/main" id="{36CCAF09-1127-1542-BE8D-2FC0293199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0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78">
                  <a:extLst>
                    <a:ext uri="{FF2B5EF4-FFF2-40B4-BE49-F238E27FC236}">
                      <a16:creationId xmlns:a16="http://schemas.microsoft.com/office/drawing/2014/main" id="{630B8E56-957F-7845-BDC3-FB921DFE63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9">
                  <a:extLst>
                    <a:ext uri="{FF2B5EF4-FFF2-40B4-BE49-F238E27FC236}">
                      <a16:creationId xmlns:a16="http://schemas.microsoft.com/office/drawing/2014/main" id="{DE10D221-5D35-F64B-A0FC-014829FAD6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0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Line 80">
                  <a:extLst>
                    <a:ext uri="{FF2B5EF4-FFF2-40B4-BE49-F238E27FC236}">
                      <a16:creationId xmlns:a16="http://schemas.microsoft.com/office/drawing/2014/main" id="{8636BFF3-AEB5-1447-A7AA-E7BFA2359F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6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94" name="Line 81">
                <a:extLst>
                  <a:ext uri="{FF2B5EF4-FFF2-40B4-BE49-F238E27FC236}">
                    <a16:creationId xmlns:a16="http://schemas.microsoft.com/office/drawing/2014/main" id="{CE7452E4-0FD6-D244-9E83-39D133879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18" y="1576"/>
                <a:ext cx="2" cy="7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Line 82">
                <a:extLst>
                  <a:ext uri="{FF2B5EF4-FFF2-40B4-BE49-F238E27FC236}">
                    <a16:creationId xmlns:a16="http://schemas.microsoft.com/office/drawing/2014/main" id="{9A9ABF67-FDC9-3640-90D1-F635D4F11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06" y="1680"/>
                <a:ext cx="0" cy="59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6" name="Line 83">
                <a:extLst>
                  <a:ext uri="{FF2B5EF4-FFF2-40B4-BE49-F238E27FC236}">
                    <a16:creationId xmlns:a16="http://schemas.microsoft.com/office/drawing/2014/main" id="{11A36B1B-5EF9-BE4E-B102-BDF2F8D1D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76" y="1812"/>
                <a:ext cx="2" cy="4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Line 84">
                <a:extLst>
                  <a:ext uri="{FF2B5EF4-FFF2-40B4-BE49-F238E27FC236}">
                    <a16:creationId xmlns:a16="http://schemas.microsoft.com/office/drawing/2014/main" id="{DBFE7F51-9B86-5F41-A7BB-3339CA991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8" y="1924"/>
                <a:ext cx="2" cy="3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43" name="Rectangle 77">
            <a:extLst>
              <a:ext uri="{FF2B5EF4-FFF2-40B4-BE49-F238E27FC236}">
                <a16:creationId xmlns:a16="http://schemas.microsoft.com/office/drawing/2014/main" id="{53E8513E-E83D-C947-8989-F40E5454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960" y="2698439"/>
            <a:ext cx="3707092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/>
              <a:t>transmits link-layer frame</a:t>
            </a:r>
            <a:endParaRPr lang="en-US" sz="3200" i="0" dirty="0">
              <a:cs typeface="+mn-cs"/>
            </a:endParaRPr>
          </a:p>
        </p:txBody>
      </p:sp>
      <p:sp>
        <p:nvSpPr>
          <p:cNvPr id="254" name="Rectangle 76">
            <a:extLst>
              <a:ext uri="{FF2B5EF4-FFF2-40B4-BE49-F238E27FC236}">
                <a16:creationId xmlns:a16="http://schemas.microsoft.com/office/drawing/2014/main" id="{74BA2DA1-F394-464B-8C5F-E81836E17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/>
              <a:t>R determines outgoing interface, passes datagram with IP source A, destination B to link layer </a:t>
            </a:r>
          </a:p>
        </p:txBody>
      </p:sp>
      <p:sp>
        <p:nvSpPr>
          <p:cNvPr id="256" name="Rectangle 77">
            <a:extLst>
              <a:ext uri="{FF2B5EF4-FFF2-40B4-BE49-F238E27FC236}">
                <a16:creationId xmlns:a16="http://schemas.microsoft.com/office/drawing/2014/main" id="{690603EC-6A8E-7B49-94C4-6F92D9F28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cs typeface="+mn-cs"/>
              </a:rPr>
              <a:t>R creates link-layer frame </a:t>
            </a:r>
            <a:r>
              <a:rPr lang="en-US" sz="2400" dirty="0"/>
              <a:t>containing A-to-B IP datagram. Frame destination address: </a:t>
            </a:r>
            <a:r>
              <a:rPr lang="en-US" sz="2400" i="0" dirty="0">
                <a:cs typeface="+mn-cs"/>
              </a:rPr>
              <a:t>B's MAC address</a:t>
            </a:r>
            <a:endParaRPr lang="en-US" sz="3200" i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55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0.00023 L 1.04167E-6 0.19838 L 0.13489 0.11782 C 0.13489 0.06597 0.13607 0.01042 0.13607 -0.04144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97" y="7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Routing to another subnet: addressing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FFE62D-54D4-2E4A-9F56-42AF465143DE}"/>
              </a:ext>
            </a:extLst>
          </p:cNvPr>
          <p:cNvCxnSpPr/>
          <p:nvPr/>
        </p:nvCxnSpPr>
        <p:spPr>
          <a:xfrm>
            <a:off x="4293702" y="5340624"/>
            <a:ext cx="32335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4">
            <a:extLst>
              <a:ext uri="{FF2B5EF4-FFF2-40B4-BE49-F238E27FC236}">
                <a16:creationId xmlns:a16="http://schemas.microsoft.com/office/drawing/2014/main" id="{2D2C1B49-6D05-3245-A14C-49597506C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R</a:t>
            </a:r>
            <a:endParaRPr lang="en-US" sz="2000" i="0" dirty="0">
              <a:solidFill>
                <a:srgbClr val="0000A8"/>
              </a:solidFill>
              <a:ea typeface="+mn-ea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8E9F58B9-C012-7C42-9622-7098AAF9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1A-23-F9-CD-06-9B</a:t>
            </a:r>
          </a:p>
        </p:txBody>
      </p:sp>
      <p:sp>
        <p:nvSpPr>
          <p:cNvPr id="93" name="Text Box 22">
            <a:extLst>
              <a:ext uri="{FF2B5EF4-FFF2-40B4-BE49-F238E27FC236}">
                <a16:creationId xmlns:a16="http://schemas.microsoft.com/office/drawing/2014/main" id="{D3BC78DD-68E2-3F42-A025-894036CA6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222.222.222.220</a:t>
            </a:r>
          </a:p>
        </p:txBody>
      </p:sp>
      <p:grpSp>
        <p:nvGrpSpPr>
          <p:cNvPr id="94" name="Group 23">
            <a:extLst>
              <a:ext uri="{FF2B5EF4-FFF2-40B4-BE49-F238E27FC236}">
                <a16:creationId xmlns:a16="http://schemas.microsoft.com/office/drawing/2014/main" id="{026701D5-9E9E-EF42-B7AA-972F210D71D9}"/>
              </a:ext>
            </a:extLst>
          </p:cNvPr>
          <p:cNvGrpSpPr>
            <a:grpSpLocks/>
          </p:cNvGrpSpPr>
          <p:nvPr/>
        </p:nvGrpSpPr>
        <p:grpSpPr bwMode="auto"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146" name="Text Box 24">
              <a:extLst>
                <a:ext uri="{FF2B5EF4-FFF2-40B4-BE49-F238E27FC236}">
                  <a16:creationId xmlns:a16="http://schemas.microsoft.com/office/drawing/2014/main" id="{D19F6EF2-3DED-734B-B3EA-8B5850BFD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111.111.111.110</a:t>
              </a:r>
            </a:p>
          </p:txBody>
        </p:sp>
        <p:sp>
          <p:nvSpPr>
            <p:cNvPr id="147" name="Text Box 25">
              <a:extLst>
                <a:ext uri="{FF2B5EF4-FFF2-40B4-BE49-F238E27FC236}">
                  <a16:creationId xmlns:a16="http://schemas.microsoft.com/office/drawing/2014/main" id="{E60F6762-DC3F-2E40-B567-43C8BBD1B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E6-E9-00-17-BB-4B</a:t>
              </a:r>
            </a:p>
          </p:txBody>
        </p:sp>
      </p:grpSp>
      <p:sp>
        <p:nvSpPr>
          <p:cNvPr id="99" name="Text Box 26">
            <a:extLst>
              <a:ext uri="{FF2B5EF4-FFF2-40B4-BE49-F238E27FC236}">
                <a16:creationId xmlns:a16="http://schemas.microsoft.com/office/drawing/2014/main" id="{EB7AD1CB-7395-4048-94BA-078B6760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CC-49-DE-D0-AB-7D</a:t>
            </a:r>
          </a:p>
        </p:txBody>
      </p:sp>
      <p:sp>
        <p:nvSpPr>
          <p:cNvPr id="100" name="Text Box 27">
            <a:extLst>
              <a:ext uri="{FF2B5EF4-FFF2-40B4-BE49-F238E27FC236}">
                <a16:creationId xmlns:a16="http://schemas.microsoft.com/office/drawing/2014/main" id="{883C22D8-5EE5-FD4B-A6BF-961F094C9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111.111.111.112</a:t>
            </a:r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F0A4A6D6-07D6-9540-9E22-87082344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111.111.111.111</a:t>
            </a:r>
          </a:p>
        </p:txBody>
      </p:sp>
      <p:sp>
        <p:nvSpPr>
          <p:cNvPr id="102" name="Text Box 33">
            <a:extLst>
              <a:ext uri="{FF2B5EF4-FFF2-40B4-BE49-F238E27FC236}">
                <a16:creationId xmlns:a16="http://schemas.microsoft.com/office/drawing/2014/main" id="{98DB423A-5D18-F545-A673-502329AD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74-29-9C-E8-FF-55</a:t>
            </a:r>
          </a:p>
        </p:txBody>
      </p:sp>
      <p:sp>
        <p:nvSpPr>
          <p:cNvPr id="103" name="Freeform 39">
            <a:extLst>
              <a:ext uri="{FF2B5EF4-FFF2-40B4-BE49-F238E27FC236}">
                <a16:creationId xmlns:a16="http://schemas.microsoft.com/office/drawing/2014/main" id="{B2706607-111C-5245-B2CF-A17D7724FFA8}"/>
              </a:ext>
            </a:extLst>
          </p:cNvPr>
          <p:cNvSpPr>
            <a:spLocks/>
          </p:cNvSpPr>
          <p:nvPr/>
        </p:nvSpPr>
        <p:spPr bwMode="auto">
          <a:xfrm>
            <a:off x="3637582" y="4808121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04" name="Line 40">
            <a:extLst>
              <a:ext uri="{FF2B5EF4-FFF2-40B4-BE49-F238E27FC236}">
                <a16:creationId xmlns:a16="http://schemas.microsoft.com/office/drawing/2014/main" id="{28F869C4-D67B-E043-97EC-60E9EE42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4370" y="4787483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5" name="Line 41">
            <a:extLst>
              <a:ext uri="{FF2B5EF4-FFF2-40B4-BE49-F238E27FC236}">
                <a16:creationId xmlns:a16="http://schemas.microsoft.com/office/drawing/2014/main" id="{F58EADC2-5F53-3341-BAA6-DBF970DD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935" y="5732045"/>
            <a:ext cx="283036" cy="544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07" name="Line 44">
            <a:extLst>
              <a:ext uri="{FF2B5EF4-FFF2-40B4-BE49-F238E27FC236}">
                <a16:creationId xmlns:a16="http://schemas.microsoft.com/office/drawing/2014/main" id="{9DEB43AB-0452-E74B-A267-354DF376C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2282" y="5842809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08" name="Line 45">
            <a:extLst>
              <a:ext uri="{FF2B5EF4-FFF2-40B4-BE49-F238E27FC236}">
                <a16:creationId xmlns:a16="http://schemas.microsoft.com/office/drawing/2014/main" id="{FCE2A6D7-36B2-D94C-B589-354F8509B9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8645" y="4860508"/>
            <a:ext cx="0" cy="248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9" name="Line 46">
            <a:extLst>
              <a:ext uri="{FF2B5EF4-FFF2-40B4-BE49-F238E27FC236}">
                <a16:creationId xmlns:a16="http://schemas.microsoft.com/office/drawing/2014/main" id="{34C788DF-A7C4-7C49-A6BA-645F98943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707" y="5427247"/>
            <a:ext cx="0" cy="620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10" name="Line 47">
            <a:extLst>
              <a:ext uri="{FF2B5EF4-FFF2-40B4-BE49-F238E27FC236}">
                <a16:creationId xmlns:a16="http://schemas.microsoft.com/office/drawing/2014/main" id="{74475E6E-D489-9D41-83DE-586A84785D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07745" y="541772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11" name="Text Box 58">
            <a:extLst>
              <a:ext uri="{FF2B5EF4-FFF2-40B4-BE49-F238E27FC236}">
                <a16:creationId xmlns:a16="http://schemas.microsoft.com/office/drawing/2014/main" id="{9ED91BB2-5CD2-AF4D-990D-A02134AF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A</a:t>
            </a:r>
          </a:p>
        </p:txBody>
      </p:sp>
      <p:grpSp>
        <p:nvGrpSpPr>
          <p:cNvPr id="113" name="Group 63">
            <a:extLst>
              <a:ext uri="{FF2B5EF4-FFF2-40B4-BE49-F238E27FC236}">
                <a16:creationId xmlns:a16="http://schemas.microsoft.com/office/drawing/2014/main" id="{28E44824-539C-9E48-97D4-38EC5EF1A87D}"/>
              </a:ext>
            </a:extLst>
          </p:cNvPr>
          <p:cNvGrpSpPr>
            <a:grpSpLocks/>
          </p:cNvGrpSpPr>
          <p:nvPr/>
        </p:nvGrpSpPr>
        <p:grpSpPr bwMode="auto"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144" name="Text Box 64">
              <a:extLst>
                <a:ext uri="{FF2B5EF4-FFF2-40B4-BE49-F238E27FC236}">
                  <a16:creationId xmlns:a16="http://schemas.microsoft.com/office/drawing/2014/main" id="{6F4DD6C5-5CCC-9A43-8DEF-22B166CC1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222.222.222.222</a:t>
              </a:r>
            </a:p>
          </p:txBody>
        </p:sp>
        <p:sp>
          <p:nvSpPr>
            <p:cNvPr id="145" name="Text Box 65">
              <a:extLst>
                <a:ext uri="{FF2B5EF4-FFF2-40B4-BE49-F238E27FC236}">
                  <a16:creationId xmlns:a16="http://schemas.microsoft.com/office/drawing/2014/main" id="{6E33AF33-87FC-744F-A61A-A574F7048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+mn-lt"/>
                  <a:cs typeface="+mn-cs"/>
                </a:rPr>
                <a:t>49-BD-D2-C7-56-2A</a:t>
              </a:r>
            </a:p>
          </p:txBody>
        </p:sp>
      </p:grpSp>
      <p:sp>
        <p:nvSpPr>
          <p:cNvPr id="114" name="Line 67">
            <a:extLst>
              <a:ext uri="{FF2B5EF4-FFF2-40B4-BE49-F238E27FC236}">
                <a16:creationId xmlns:a16="http://schemas.microsoft.com/office/drawing/2014/main" id="{351E9598-D6EF-0941-9E90-3FFDA09398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5932" y="4787483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6" name="Text Box 71">
            <a:extLst>
              <a:ext uri="{FF2B5EF4-FFF2-40B4-BE49-F238E27FC236}">
                <a16:creationId xmlns:a16="http://schemas.microsoft.com/office/drawing/2014/main" id="{A2452177-E551-CB48-A13E-9F30A8D8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222.222.222.221</a:t>
            </a:r>
          </a:p>
        </p:txBody>
      </p:sp>
      <p:sp>
        <p:nvSpPr>
          <p:cNvPr id="117" name="Text Box 72">
            <a:extLst>
              <a:ext uri="{FF2B5EF4-FFF2-40B4-BE49-F238E27FC236}">
                <a16:creationId xmlns:a16="http://schemas.microsoft.com/office/drawing/2014/main" id="{70A29F2B-254D-C242-BED3-63C6A2000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+mn-lt"/>
                <a:cs typeface="+mn-cs"/>
              </a:rPr>
              <a:t>88-B2-2F-54-1A-0F</a:t>
            </a:r>
          </a:p>
        </p:txBody>
      </p:sp>
      <p:sp>
        <p:nvSpPr>
          <p:cNvPr id="118" name="Line 73">
            <a:extLst>
              <a:ext uri="{FF2B5EF4-FFF2-40B4-BE49-F238E27FC236}">
                <a16:creationId xmlns:a16="http://schemas.microsoft.com/office/drawing/2014/main" id="{EA6BFE92-6101-754D-A5A8-900E35C4E7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56672" y="5684421"/>
            <a:ext cx="267105" cy="2009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120" name="Freeform 75">
            <a:extLst>
              <a:ext uri="{FF2B5EF4-FFF2-40B4-BE49-F238E27FC236}">
                <a16:creationId xmlns:a16="http://schemas.microsoft.com/office/drawing/2014/main" id="{68E66362-A921-0844-BAA8-FB5279AD1D5D}"/>
              </a:ext>
            </a:extLst>
          </p:cNvPr>
          <p:cNvSpPr>
            <a:spLocks/>
          </p:cNvSpPr>
          <p:nvPr/>
        </p:nvSpPr>
        <p:spPr bwMode="auto">
          <a:xfrm>
            <a:off x="7476157" y="4811296"/>
            <a:ext cx="765175" cy="1081088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 w="9525" cap="flat" cmpd="sng">
            <a:noFill/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21" name="Text Box 76">
            <a:extLst>
              <a:ext uri="{FF2B5EF4-FFF2-40B4-BE49-F238E27FC236}">
                <a16:creationId xmlns:a16="http://schemas.microsoft.com/office/drawing/2014/main" id="{DA57B50B-B7E5-2942-B45A-3152B6985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i="0" dirty="0">
                <a:solidFill>
                  <a:srgbClr val="0000A8"/>
                </a:solidFill>
                <a:ea typeface="+mn-ea"/>
                <a:cs typeface="+mn-cs"/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6A447-7E01-C147-9C89-C1C4C935DA7A}"/>
              </a:ext>
            </a:extLst>
          </p:cNvPr>
          <p:cNvGrpSpPr/>
          <p:nvPr/>
        </p:nvGrpSpPr>
        <p:grpSpPr>
          <a:xfrm>
            <a:off x="5001868" y="5038254"/>
            <a:ext cx="1310631" cy="501151"/>
            <a:chOff x="4909105" y="5767126"/>
            <a:chExt cx="1310631" cy="501151"/>
          </a:xfrm>
        </p:grpSpPr>
        <p:sp>
          <p:nvSpPr>
            <p:cNvPr id="167" name="Rectangle 37">
              <a:extLst>
                <a:ext uri="{FF2B5EF4-FFF2-40B4-BE49-F238E27FC236}">
                  <a16:creationId xmlns:a16="http://schemas.microsoft.com/office/drawing/2014/main" id="{89D0886F-F835-2044-AB8F-F49ACC0B58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24859" y="5937451"/>
              <a:ext cx="134168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sp>
          <p:nvSpPr>
            <p:cNvPr id="168" name="Rectangle 37">
              <a:extLst>
                <a:ext uri="{FF2B5EF4-FFF2-40B4-BE49-F238E27FC236}">
                  <a16:creationId xmlns:a16="http://schemas.microsoft.com/office/drawing/2014/main" id="{C75323AD-DC39-4543-A0CC-4375A7BCF3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966501" y="5940764"/>
              <a:ext cx="140795" cy="255587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charset="0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DD0BCD9-05EB-F249-AEA1-A9CCFBC80BB8}"/>
                </a:ext>
              </a:extLst>
            </p:cNvPr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5326B06-29FF-A544-BF80-2A062222958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8065A2A5-902C-A940-821B-CBFC0122AC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14C076B7-5A71-8644-9F5C-08E13F943BD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13D62837-C3EA-8B4B-B09D-FC71F9727C6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147D5E46-2372-FA45-9685-A7CC6CA91F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B2D97C5-61CB-9441-993B-95CAA7169FC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CD3C4F94-9D92-F048-A80A-0D709146CB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1" name="Rectangle 37">
            <a:extLst>
              <a:ext uri="{FF2B5EF4-FFF2-40B4-BE49-F238E27FC236}">
                <a16:creationId xmlns:a16="http://schemas.microsoft.com/office/drawing/2014/main" id="{A9816EEA-38E6-AE46-970F-D20738D1CBC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61022" y="4666815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49" name="Group 49">
            <a:extLst>
              <a:ext uri="{FF2B5EF4-FFF2-40B4-BE49-F238E27FC236}">
                <a16:creationId xmlns:a16="http://schemas.microsoft.com/office/drawing/2014/main" id="{AD680CEA-D168-C84F-AAE1-D128195A44E7}"/>
              </a:ext>
            </a:extLst>
          </p:cNvPr>
          <p:cNvGrpSpPr>
            <a:grpSpLocks/>
          </p:cNvGrpSpPr>
          <p:nvPr/>
        </p:nvGrpSpPr>
        <p:grpSpPr bwMode="auto"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id="150" name="Picture 50" descr="desktop_computer_stylized_medium">
              <a:extLst>
                <a:ext uri="{FF2B5EF4-FFF2-40B4-BE49-F238E27FC236}">
                  <a16:creationId xmlns:a16="http://schemas.microsoft.com/office/drawing/2014/main" id="{DADE998E-D7B9-EC4F-9F94-E65CF536C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BC38A1B0-555E-F049-93AC-48537726F7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180" name="Rectangle 37">
            <a:extLst>
              <a:ext uri="{FF2B5EF4-FFF2-40B4-BE49-F238E27FC236}">
                <a16:creationId xmlns:a16="http://schemas.microsoft.com/office/drawing/2014/main" id="{51912ACC-FA1C-7E48-9062-DA96B6CD7C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1833" y="5687855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26" name="Group 49">
            <a:extLst>
              <a:ext uri="{FF2B5EF4-FFF2-40B4-BE49-F238E27FC236}">
                <a16:creationId xmlns:a16="http://schemas.microsoft.com/office/drawing/2014/main" id="{164313DA-E436-B94D-946E-A9F9627207EA}"/>
              </a:ext>
            </a:extLst>
          </p:cNvPr>
          <p:cNvGrpSpPr>
            <a:grpSpLocks/>
          </p:cNvGrpSpPr>
          <p:nvPr/>
        </p:nvGrpSpPr>
        <p:grpSpPr bwMode="auto"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id="127" name="Picture 50" descr="desktop_computer_stylized_medium">
              <a:extLst>
                <a:ext uri="{FF2B5EF4-FFF2-40B4-BE49-F238E27FC236}">
                  <a16:creationId xmlns:a16="http://schemas.microsoft.com/office/drawing/2014/main" id="{2DC8C6C4-5C23-0541-8061-C718A5B9D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24E0555C-7855-E749-82E9-0F21AFA4C7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 dirty="0"/>
            </a:p>
          </p:txBody>
        </p:sp>
      </p:grpSp>
      <p:sp>
        <p:nvSpPr>
          <p:cNvPr id="181" name="Rectangle 37">
            <a:extLst>
              <a:ext uri="{FF2B5EF4-FFF2-40B4-BE49-F238E27FC236}">
                <a16:creationId xmlns:a16="http://schemas.microsoft.com/office/drawing/2014/main" id="{43F1B530-B1FE-5547-9108-2D9D5DEFE2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726575" y="4653061"/>
            <a:ext cx="119903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182" name="Rectangle 37">
            <a:extLst>
              <a:ext uri="{FF2B5EF4-FFF2-40B4-BE49-F238E27FC236}">
                <a16:creationId xmlns:a16="http://schemas.microsoft.com/office/drawing/2014/main" id="{7CF48F98-D094-CD4E-BD60-0DA33EA422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96816" y="5784803"/>
            <a:ext cx="84261" cy="194751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152" name="Group 44">
            <a:extLst>
              <a:ext uri="{FF2B5EF4-FFF2-40B4-BE49-F238E27FC236}">
                <a16:creationId xmlns:a16="http://schemas.microsoft.com/office/drawing/2014/main" id="{083ACB0A-FBA9-0D43-9726-0A41424DD39D}"/>
              </a:ext>
            </a:extLst>
          </p:cNvPr>
          <p:cNvGrpSpPr>
            <a:grpSpLocks/>
          </p:cNvGrpSpPr>
          <p:nvPr/>
        </p:nvGrpSpPr>
        <p:grpSpPr bwMode="auto"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id="154" name="Picture 45" descr="desktop_computer_stylized_medium">
              <a:extLst>
                <a:ext uri="{FF2B5EF4-FFF2-40B4-BE49-F238E27FC236}">
                  <a16:creationId xmlns:a16="http://schemas.microsoft.com/office/drawing/2014/main" id="{C369DB0B-1F34-3B46-A82A-78A90E656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46">
              <a:extLst>
                <a:ext uri="{FF2B5EF4-FFF2-40B4-BE49-F238E27FC236}">
                  <a16:creationId xmlns:a16="http://schemas.microsoft.com/office/drawing/2014/main" id="{9C2398C0-FF47-894E-B5E8-11EB55029DC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000" dirty="0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604162-E90D-984F-847A-C102A2F79780}"/>
              </a:ext>
            </a:extLst>
          </p:cNvPr>
          <p:cNvCxnSpPr/>
          <p:nvPr/>
        </p:nvCxnSpPr>
        <p:spPr>
          <a:xfrm flipV="1">
            <a:off x="8669292" y="4874844"/>
            <a:ext cx="0" cy="4459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D79A4A8-654F-5C41-9FB9-78AF30E0F351}"/>
              </a:ext>
            </a:extLst>
          </p:cNvPr>
          <p:cNvCxnSpPr>
            <a:cxnSpLocks/>
          </p:cNvCxnSpPr>
          <p:nvPr/>
        </p:nvCxnSpPr>
        <p:spPr>
          <a:xfrm flipV="1">
            <a:off x="8447023" y="5943807"/>
            <a:ext cx="0" cy="2416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113">
            <a:extLst>
              <a:ext uri="{FF2B5EF4-FFF2-40B4-BE49-F238E27FC236}">
                <a16:creationId xmlns:a16="http://schemas.microsoft.com/office/drawing/2014/main" id="{4F40B619-9A70-2641-9962-A545BD190AEE}"/>
              </a:ext>
            </a:extLst>
          </p:cNvPr>
          <p:cNvGrpSpPr>
            <a:grpSpLocks/>
          </p:cNvGrpSpPr>
          <p:nvPr/>
        </p:nvGrpSpPr>
        <p:grpSpPr bwMode="auto"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245" name="Freeform 106">
              <a:extLst>
                <a:ext uri="{FF2B5EF4-FFF2-40B4-BE49-F238E27FC236}">
                  <a16:creationId xmlns:a16="http://schemas.microsoft.com/office/drawing/2014/main" id="{970BC10B-039D-D849-BD17-870D52BCA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99000">
                  <a:schemeClr val="bg1">
                    <a:lumMod val="75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6" name="Rectangle 107">
              <a:extLst>
                <a:ext uri="{FF2B5EF4-FFF2-40B4-BE49-F238E27FC236}">
                  <a16:creationId xmlns:a16="http://schemas.microsoft.com/office/drawing/2014/main" id="{881A2D84-75CD-FF46-8268-58570E386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7" name="Text Box 108">
              <a:extLst>
                <a:ext uri="{FF2B5EF4-FFF2-40B4-BE49-F238E27FC236}">
                  <a16:creationId xmlns:a16="http://schemas.microsoft.com/office/drawing/2014/main" id="{0174C2C5-DEEC-6448-84DD-CBC717D8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248" name="Line 109">
              <a:extLst>
                <a:ext uri="{FF2B5EF4-FFF2-40B4-BE49-F238E27FC236}">
                  <a16:creationId xmlns:a16="http://schemas.microsoft.com/office/drawing/2014/main" id="{5A82C9AA-9D84-BC42-9880-443161490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9" name="Line 110">
              <a:extLst>
                <a:ext uri="{FF2B5EF4-FFF2-40B4-BE49-F238E27FC236}">
                  <a16:creationId xmlns:a16="http://schemas.microsoft.com/office/drawing/2014/main" id="{7EEC7F05-4E24-D14E-8286-E30E0B01C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0" name="Line 111">
              <a:extLst>
                <a:ext uri="{FF2B5EF4-FFF2-40B4-BE49-F238E27FC236}">
                  <a16:creationId xmlns:a16="http://schemas.microsoft.com/office/drawing/2014/main" id="{8F3EE3E7-2794-E248-913F-D23487889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1" name="Line 112">
              <a:extLst>
                <a:ext uri="{FF2B5EF4-FFF2-40B4-BE49-F238E27FC236}">
                  <a16:creationId xmlns:a16="http://schemas.microsoft.com/office/drawing/2014/main" id="{12725139-7043-064B-BBB9-A6E7289DC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0" name="Group 44">
            <a:extLst>
              <a:ext uri="{FF2B5EF4-FFF2-40B4-BE49-F238E27FC236}">
                <a16:creationId xmlns:a16="http://schemas.microsoft.com/office/drawing/2014/main" id="{BF422F91-ACCF-D044-A60B-0B40246D065D}"/>
              </a:ext>
            </a:extLst>
          </p:cNvPr>
          <p:cNvGrpSpPr>
            <a:grpSpLocks/>
          </p:cNvGrpSpPr>
          <p:nvPr/>
        </p:nvGrpSpPr>
        <p:grpSpPr bwMode="auto"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id="142" name="Picture 45" descr="desktop_computer_stylized_medium">
              <a:extLst>
                <a:ext uri="{FF2B5EF4-FFF2-40B4-BE49-F238E27FC236}">
                  <a16:creationId xmlns:a16="http://schemas.microsoft.com/office/drawing/2014/main" id="{707FEFA6-A5DE-6840-9994-DC6AA79BA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Freeform 46">
              <a:extLst>
                <a:ext uri="{FF2B5EF4-FFF2-40B4-BE49-F238E27FC236}">
                  <a16:creationId xmlns:a16="http://schemas.microsoft.com/office/drawing/2014/main" id="{2330F56F-3837-6446-9F35-FB42B05CD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24" name="Group 100">
            <a:extLst>
              <a:ext uri="{FF2B5EF4-FFF2-40B4-BE49-F238E27FC236}">
                <a16:creationId xmlns:a16="http://schemas.microsoft.com/office/drawing/2014/main" id="{6FAC5503-9195-DF48-BF18-E7D249227C5B}"/>
              </a:ext>
            </a:extLst>
          </p:cNvPr>
          <p:cNvGrpSpPr>
            <a:grpSpLocks/>
          </p:cNvGrpSpPr>
          <p:nvPr/>
        </p:nvGrpSpPr>
        <p:grpSpPr bwMode="auto"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125" name="Freeform 93">
              <a:extLst>
                <a:ext uri="{FF2B5EF4-FFF2-40B4-BE49-F238E27FC236}">
                  <a16:creationId xmlns:a16="http://schemas.microsoft.com/office/drawing/2014/main" id="{9ADEE501-63F8-C84E-95DD-74C5774D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2342"/>
              <a:ext cx="527" cy="51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0 w 10000"/>
                <a:gd name="connsiteY2" fmla="*/ 0 h 10486"/>
                <a:gd name="connsiteX3" fmla="*/ 10000 w 10000"/>
                <a:gd name="connsiteY3" fmla="*/ 0 h 10486"/>
                <a:gd name="connsiteX0" fmla="*/ 10000 w 10000"/>
                <a:gd name="connsiteY0" fmla="*/ 0 h 10486"/>
                <a:gd name="connsiteX1" fmla="*/ 5770 w 10000"/>
                <a:gd name="connsiteY1" fmla="*/ 10486 h 10486"/>
                <a:gd name="connsiteX2" fmla="*/ 2703 w 10000"/>
                <a:gd name="connsiteY2" fmla="*/ 5075 h 10486"/>
                <a:gd name="connsiteX3" fmla="*/ 0 w 10000"/>
                <a:gd name="connsiteY3" fmla="*/ 0 h 10486"/>
                <a:gd name="connsiteX4" fmla="*/ 10000 w 10000"/>
                <a:gd name="connsiteY4" fmla="*/ 0 h 10486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720"/>
                <a:gd name="connsiteX1" fmla="*/ 5770 w 10000"/>
                <a:gd name="connsiteY1" fmla="*/ 10486 h 10720"/>
                <a:gd name="connsiteX2" fmla="*/ 563 w 10000"/>
                <a:gd name="connsiteY2" fmla="*/ 10720 h 10720"/>
                <a:gd name="connsiteX3" fmla="*/ 0 w 10000"/>
                <a:gd name="connsiteY3" fmla="*/ 0 h 10720"/>
                <a:gd name="connsiteX4" fmla="*/ 10000 w 10000"/>
                <a:gd name="connsiteY4" fmla="*/ 0 h 10720"/>
                <a:gd name="connsiteX0" fmla="*/ 10000 w 10000"/>
                <a:gd name="connsiteY0" fmla="*/ 0 h 10489"/>
                <a:gd name="connsiteX1" fmla="*/ 5770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89"/>
                <a:gd name="connsiteX1" fmla="*/ 6548 w 10000"/>
                <a:gd name="connsiteY1" fmla="*/ 10486 h 10489"/>
                <a:gd name="connsiteX2" fmla="*/ 271 w 10000"/>
                <a:gd name="connsiteY2" fmla="*/ 10331 h 10489"/>
                <a:gd name="connsiteX3" fmla="*/ 0 w 10000"/>
                <a:gd name="connsiteY3" fmla="*/ 0 h 10489"/>
                <a:gd name="connsiteX4" fmla="*/ 10000 w 10000"/>
                <a:gd name="connsiteY4" fmla="*/ 0 h 10489"/>
                <a:gd name="connsiteX0" fmla="*/ 10000 w 10000"/>
                <a:gd name="connsiteY0" fmla="*/ 0 h 10492"/>
                <a:gd name="connsiteX1" fmla="*/ 6548 w 10000"/>
                <a:gd name="connsiteY1" fmla="*/ 10486 h 10492"/>
                <a:gd name="connsiteX2" fmla="*/ 271 w 10000"/>
                <a:gd name="connsiteY2" fmla="*/ 10331 h 10492"/>
                <a:gd name="connsiteX3" fmla="*/ 0 w 10000"/>
                <a:gd name="connsiteY3" fmla="*/ 0 h 10492"/>
                <a:gd name="connsiteX4" fmla="*/ 10000 w 10000"/>
                <a:gd name="connsiteY4" fmla="*/ 0 h 10492"/>
                <a:gd name="connsiteX0" fmla="*/ 9749 w 9749"/>
                <a:gd name="connsiteY0" fmla="*/ 0 h 10492"/>
                <a:gd name="connsiteX1" fmla="*/ 6297 w 9749"/>
                <a:gd name="connsiteY1" fmla="*/ 10486 h 10492"/>
                <a:gd name="connsiteX2" fmla="*/ 20 w 9749"/>
                <a:gd name="connsiteY2" fmla="*/ 10331 h 10492"/>
                <a:gd name="connsiteX3" fmla="*/ 916 w 9749"/>
                <a:gd name="connsiteY3" fmla="*/ 1363 h 10492"/>
                <a:gd name="connsiteX4" fmla="*/ 9749 w 9749"/>
                <a:gd name="connsiteY4" fmla="*/ 0 h 10492"/>
                <a:gd name="connsiteX0" fmla="*/ 9600 w 9600"/>
                <a:gd name="connsiteY0" fmla="*/ 372 h 8700"/>
                <a:gd name="connsiteX1" fmla="*/ 6458 w 9600"/>
                <a:gd name="connsiteY1" fmla="*/ 8695 h 8700"/>
                <a:gd name="connsiteX2" fmla="*/ 20 w 9600"/>
                <a:gd name="connsiteY2" fmla="*/ 8548 h 8700"/>
                <a:gd name="connsiteX3" fmla="*/ 939 w 9600"/>
                <a:gd name="connsiteY3" fmla="*/ 0 h 8700"/>
                <a:gd name="connsiteX4" fmla="*/ 9600 w 9600"/>
                <a:gd name="connsiteY4" fmla="*/ 372 h 8700"/>
                <a:gd name="connsiteX0" fmla="*/ 10000 w 10000"/>
                <a:gd name="connsiteY0" fmla="*/ 428 h 10000"/>
                <a:gd name="connsiteX1" fmla="*/ 6727 w 10000"/>
                <a:gd name="connsiteY1" fmla="*/ 9994 h 10000"/>
                <a:gd name="connsiteX2" fmla="*/ 21 w 10000"/>
                <a:gd name="connsiteY2" fmla="*/ 9825 h 10000"/>
                <a:gd name="connsiteX3" fmla="*/ 978 w 10000"/>
                <a:gd name="connsiteY3" fmla="*/ 0 h 10000"/>
                <a:gd name="connsiteX4" fmla="*/ 10000 w 10000"/>
                <a:gd name="connsiteY4" fmla="*/ 428 h 10000"/>
                <a:gd name="connsiteX0" fmla="*/ 9997 w 9997"/>
                <a:gd name="connsiteY0" fmla="*/ 428 h 10000"/>
                <a:gd name="connsiteX1" fmla="*/ 6724 w 9997"/>
                <a:gd name="connsiteY1" fmla="*/ 9994 h 10000"/>
                <a:gd name="connsiteX2" fmla="*/ 18 w 9997"/>
                <a:gd name="connsiteY2" fmla="*/ 9825 h 10000"/>
                <a:gd name="connsiteX3" fmla="*/ 975 w 9997"/>
                <a:gd name="connsiteY3" fmla="*/ 0 h 10000"/>
                <a:gd name="connsiteX4" fmla="*/ 9997 w 9997"/>
                <a:gd name="connsiteY4" fmla="*/ 428 h 10000"/>
                <a:gd name="connsiteX0" fmla="*/ 9982 w 9982"/>
                <a:gd name="connsiteY0" fmla="*/ 428 h 10000"/>
                <a:gd name="connsiteX1" fmla="*/ 6708 w 9982"/>
                <a:gd name="connsiteY1" fmla="*/ 9994 h 10000"/>
                <a:gd name="connsiteX2" fmla="*/ 0 w 9982"/>
                <a:gd name="connsiteY2" fmla="*/ 9825 h 10000"/>
                <a:gd name="connsiteX3" fmla="*/ 957 w 9982"/>
                <a:gd name="connsiteY3" fmla="*/ 0 h 10000"/>
                <a:gd name="connsiteX4" fmla="*/ 9982 w 9982"/>
                <a:gd name="connsiteY4" fmla="*/ 42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0000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alpha val="7200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Rectangle 94">
              <a:extLst>
                <a:ext uri="{FF2B5EF4-FFF2-40B4-BE49-F238E27FC236}">
                  <a16:creationId xmlns:a16="http://schemas.microsoft.com/office/drawing/2014/main" id="{4A87A5E7-F047-7840-BBAF-012253EA5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Text Box 95">
              <a:extLst>
                <a:ext uri="{FF2B5EF4-FFF2-40B4-BE49-F238E27FC236}">
                  <a16:creationId xmlns:a16="http://schemas.microsoft.com/office/drawing/2014/main" id="{6178E43E-D8F7-EC4A-AEDE-EC269AA14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IP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Eth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</a:t>
              </a:r>
            </a:p>
          </p:txBody>
        </p:sp>
        <p:sp>
          <p:nvSpPr>
            <p:cNvPr id="131" name="Line 98">
              <a:extLst>
                <a:ext uri="{FF2B5EF4-FFF2-40B4-BE49-F238E27FC236}">
                  <a16:creationId xmlns:a16="http://schemas.microsoft.com/office/drawing/2014/main" id="{981CF2C0-D84F-EE42-A47F-A00DF699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Line 99">
              <a:extLst>
                <a:ext uri="{FF2B5EF4-FFF2-40B4-BE49-F238E27FC236}">
                  <a16:creationId xmlns:a16="http://schemas.microsoft.com/office/drawing/2014/main" id="{1CF9F5A6-31A7-6E4D-B8BD-A18B5282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42" name="Rectangle 76">
            <a:extLst>
              <a:ext uri="{FF2B5EF4-FFF2-40B4-BE49-F238E27FC236}">
                <a16:creationId xmlns:a16="http://schemas.microsoft.com/office/drawing/2014/main" id="{5FBC6133-DD27-3241-A408-966313D3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522" y="1283045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cs typeface="+mn-cs"/>
              </a:rPr>
              <a:t>B receives frame, extracts IP datagram destination B </a:t>
            </a:r>
          </a:p>
        </p:txBody>
      </p:sp>
      <p:sp>
        <p:nvSpPr>
          <p:cNvPr id="243" name="Rectangle 77">
            <a:extLst>
              <a:ext uri="{FF2B5EF4-FFF2-40B4-BE49-F238E27FC236}">
                <a16:creationId xmlns:a16="http://schemas.microsoft.com/office/drawing/2014/main" id="{53E8513E-E83D-C947-8989-F40E5454F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717" y="1759501"/>
            <a:ext cx="10810254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cs typeface="+mn-cs"/>
              </a:rPr>
              <a:t>B passes datagram up protocol stack to IP</a:t>
            </a:r>
            <a:endParaRPr lang="en-US" sz="3200" i="0" dirty="0"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5808B4-288B-1A47-80DE-79C749B11A60}"/>
              </a:ext>
            </a:extLst>
          </p:cNvPr>
          <p:cNvGrpSpPr/>
          <p:nvPr/>
        </p:nvGrpSpPr>
        <p:grpSpPr>
          <a:xfrm>
            <a:off x="8183438" y="2659822"/>
            <a:ext cx="2011363" cy="1082675"/>
            <a:chOff x="1048710" y="2964622"/>
            <a:chExt cx="2011363" cy="1082675"/>
          </a:xfrm>
        </p:grpSpPr>
        <p:grpSp>
          <p:nvGrpSpPr>
            <p:cNvPr id="97" name="Group 61">
              <a:extLst>
                <a:ext uri="{FF2B5EF4-FFF2-40B4-BE49-F238E27FC236}">
                  <a16:creationId xmlns:a16="http://schemas.microsoft.com/office/drawing/2014/main" id="{590253FA-B20A-BC47-9991-7C88D4928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710" y="2964622"/>
              <a:ext cx="2011363" cy="754062"/>
              <a:chOff x="1197" y="1669"/>
              <a:chExt cx="1267" cy="475"/>
            </a:xfrm>
          </p:grpSpPr>
          <p:grpSp>
            <p:nvGrpSpPr>
              <p:cNvPr id="139" name="Group 62">
                <a:extLst>
                  <a:ext uri="{FF2B5EF4-FFF2-40B4-BE49-F238E27FC236}">
                    <a16:creationId xmlns:a16="http://schemas.microsoft.com/office/drawing/2014/main" id="{16EF4841-6756-4D46-9546-277539335C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37" y="1990"/>
                <a:ext cx="90" cy="154"/>
                <a:chOff x="1337" y="1990"/>
                <a:chExt cx="90" cy="154"/>
              </a:xfrm>
            </p:grpSpPr>
            <p:sp>
              <p:nvSpPr>
                <p:cNvPr id="148" name="Line 64">
                  <a:extLst>
                    <a:ext uri="{FF2B5EF4-FFF2-40B4-BE49-F238E27FC236}">
                      <a16:creationId xmlns:a16="http://schemas.microsoft.com/office/drawing/2014/main" id="{7371DDB5-904C-874E-8170-C30D59BE5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53" name="Line 65">
                  <a:extLst>
                    <a:ext uri="{FF2B5EF4-FFF2-40B4-BE49-F238E27FC236}">
                      <a16:creationId xmlns:a16="http://schemas.microsoft.com/office/drawing/2014/main" id="{6FF50978-C793-0044-BB29-ED02AA8DB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1" name="Text Box 66">
                <a:extLst>
                  <a:ext uri="{FF2B5EF4-FFF2-40B4-BE49-F238E27FC236}">
                    <a16:creationId xmlns:a16="http://schemas.microsoft.com/office/drawing/2014/main" id="{CF1AC934-0101-A144-8086-FDAE559CA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 src: 111.111.111.111</a:t>
                </a:r>
              </a:p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   IP dest: 222.222.222.222</a:t>
                </a:r>
              </a:p>
            </p:txBody>
          </p:sp>
        </p:grpSp>
        <p:sp>
          <p:nvSpPr>
            <p:cNvPr id="134" name="Rectangle 76">
              <a:extLst>
                <a:ext uri="{FF2B5EF4-FFF2-40B4-BE49-F238E27FC236}">
                  <a16:creationId xmlns:a16="http://schemas.microsoft.com/office/drawing/2014/main" id="{5CAD8B39-F5FB-0F41-BB58-2958DF33F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23" y="3801235"/>
              <a:ext cx="1096963" cy="242887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77">
              <a:extLst>
                <a:ext uri="{FF2B5EF4-FFF2-40B4-BE49-F238E27FC236}">
                  <a16:creationId xmlns:a16="http://schemas.microsoft.com/office/drawing/2014/main" id="{D811A9F1-AA7D-C549-A785-729344EC6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848" y="3805997"/>
              <a:ext cx="0" cy="24130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Line 78">
              <a:extLst>
                <a:ext uri="{FF2B5EF4-FFF2-40B4-BE49-F238E27FC236}">
                  <a16:creationId xmlns:a16="http://schemas.microsoft.com/office/drawing/2014/main" id="{2F881AFC-357E-514E-AD8A-1BD2337E2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248" y="3805997"/>
              <a:ext cx="0" cy="24130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Line 83">
              <a:extLst>
                <a:ext uri="{FF2B5EF4-FFF2-40B4-BE49-F238E27FC236}">
                  <a16:creationId xmlns:a16="http://schemas.microsoft.com/office/drawing/2014/main" id="{965AF9CB-B38A-5341-85A1-FE1D132A86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70948" y="3182110"/>
              <a:ext cx="3175" cy="746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Line 84">
              <a:extLst>
                <a:ext uri="{FF2B5EF4-FFF2-40B4-BE49-F238E27FC236}">
                  <a16:creationId xmlns:a16="http://schemas.microsoft.com/office/drawing/2014/main" id="{246C53EB-6FD6-D440-9F52-35BA7E016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998" y="3359910"/>
              <a:ext cx="3175" cy="5683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496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0.00052 -0.0407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2037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Ethernet switch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58132559-8058-8A4C-B10B-2116E2272F90}"/>
              </a:ext>
            </a:extLst>
          </p:cNvPr>
          <p:cNvSpPr txBox="1">
            <a:spLocks noChangeArrowheads="1"/>
          </p:cNvSpPr>
          <p:nvPr/>
        </p:nvSpPr>
        <p:spPr>
          <a:xfrm>
            <a:off x="846268" y="1386357"/>
            <a:ext cx="10756119" cy="4909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73050">
              <a:lnSpc>
                <a:spcPct val="100000"/>
              </a:lnSpc>
              <a:buClr>
                <a:srgbClr val="0000A8"/>
              </a:buClr>
              <a:defRPr/>
            </a:pPr>
            <a:r>
              <a:rPr lang="en-US" sz="3200" dirty="0"/>
              <a:t>Switch is a </a:t>
            </a:r>
            <a:r>
              <a:rPr lang="en-US" sz="3200" dirty="0">
                <a:solidFill>
                  <a:srgbClr val="C00000"/>
                </a:solidFill>
              </a:rPr>
              <a:t>link-layer</a:t>
            </a:r>
            <a:r>
              <a:rPr lang="en-US" sz="3200" dirty="0"/>
              <a:t> device: takes an </a:t>
            </a:r>
            <a:r>
              <a:rPr lang="en-US" sz="3200" i="1" dirty="0">
                <a:solidFill>
                  <a:srgbClr val="0000A8"/>
                </a:solidFill>
              </a:rPr>
              <a:t>active</a:t>
            </a:r>
            <a:r>
              <a:rPr lang="en-US" sz="3200" dirty="0"/>
              <a:t> role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/>
              <a:t>store, forward Ethernet frames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/>
              <a:t>examine incoming frame’s MAC address, </a:t>
            </a:r>
            <a:r>
              <a:rPr lang="en-US" sz="2800" i="1" dirty="0">
                <a:solidFill>
                  <a:srgbClr val="0000A8"/>
                </a:solidFill>
              </a:rPr>
              <a:t>selectively</a:t>
            </a:r>
            <a:r>
              <a:rPr lang="en-US" sz="2800" dirty="0"/>
              <a:t> forward  frame to one-or-more outgoing links when frame is to be forwarded on segment, uses CSMA/CD to access segment</a:t>
            </a:r>
          </a:p>
          <a:p>
            <a:pPr marL="403225" indent="-273050">
              <a:lnSpc>
                <a:spcPct val="100000"/>
              </a:lnSpc>
              <a:buClr>
                <a:srgbClr val="0000A8"/>
              </a:buClr>
              <a:defRPr/>
            </a:pPr>
            <a:r>
              <a:rPr lang="en-US" sz="3200" dirty="0">
                <a:solidFill>
                  <a:srgbClr val="0000A8"/>
                </a:solidFill>
              </a:rPr>
              <a:t>transparent: </a:t>
            </a:r>
            <a:r>
              <a:rPr lang="en-US" sz="2800" dirty="0"/>
              <a:t>hosts </a:t>
            </a:r>
            <a:r>
              <a:rPr lang="en-US" sz="2800" i="1" dirty="0"/>
              <a:t>unaware</a:t>
            </a:r>
            <a:r>
              <a:rPr lang="en-US" sz="2800" dirty="0"/>
              <a:t> of presence of switches</a:t>
            </a:r>
          </a:p>
          <a:p>
            <a:pPr marL="403225" indent="-273050">
              <a:lnSpc>
                <a:spcPct val="100000"/>
              </a:lnSpc>
              <a:buClr>
                <a:srgbClr val="0000A8"/>
              </a:buClr>
              <a:defRPr/>
            </a:pPr>
            <a:r>
              <a:rPr lang="en-US" sz="3200" dirty="0">
                <a:solidFill>
                  <a:srgbClr val="0000A8"/>
                </a:solidFill>
              </a:rPr>
              <a:t>plug-and-play, self-learning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/>
              <a:t>switches do not need to be configured</a:t>
            </a:r>
          </a:p>
          <a:p>
            <a:pPr>
              <a:defRPr/>
            </a:pPr>
            <a:endParaRPr lang="en-US" sz="2400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40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Switch: multiple simultaneous transmissions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491F554-2C7A-214A-897B-0FB0A1CB751B}"/>
              </a:ext>
            </a:extLst>
          </p:cNvPr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0924CCE-3F57-D049-9D0A-B1D8FCF20BDA}"/>
                </a:ext>
              </a:extLst>
            </p:cNvPr>
            <p:cNvCxnSpPr/>
            <p:nvPr/>
          </p:nvCxnSpPr>
          <p:spPr>
            <a:xfrm>
              <a:off x="9587512" y="2387296"/>
              <a:ext cx="0" cy="16481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34">
              <a:extLst>
                <a:ext uri="{FF2B5EF4-FFF2-40B4-BE49-F238E27FC236}">
                  <a16:creationId xmlns:a16="http://schemas.microsoft.com/office/drawing/2014/main" id="{DCB0325C-FF8E-0B4E-A6A6-A9116B9F8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switch with six interfaces (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1,2,3,4,5,6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)  </a:t>
              </a:r>
            </a:p>
          </p:txBody>
        </p:sp>
        <p:sp>
          <p:nvSpPr>
            <p:cNvPr id="60" name="Text Box 23">
              <a:extLst>
                <a:ext uri="{FF2B5EF4-FFF2-40B4-BE49-F238E27FC236}">
                  <a16:creationId xmlns:a16="http://schemas.microsoft.com/office/drawing/2014/main" id="{6622E46D-9FDC-6942-8443-B6EE96C08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61" name="Text Box 24">
              <a:extLst>
                <a:ext uri="{FF2B5EF4-FFF2-40B4-BE49-F238E27FC236}">
                  <a16:creationId xmlns:a16="http://schemas.microsoft.com/office/drawing/2014/main" id="{FC43B703-F100-1449-9F08-04E8275B9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  <a:r>
                <a:rPr lang="en-US" sz="2400" i="0" kern="0" dirty="0">
                  <a:solidFill>
                    <a:srgbClr val="000000"/>
                  </a:solidFill>
                  <a:latin typeface="+mn-lt"/>
                  <a:cs typeface="Arial" charset="0"/>
                </a:rPr>
                <a:t>’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FF5419F0-A61E-DF4E-8994-AA7772D64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63" name="Text Box 26">
              <a:extLst>
                <a:ext uri="{FF2B5EF4-FFF2-40B4-BE49-F238E27FC236}">
                  <a16:creationId xmlns:a16="http://schemas.microsoft.com/office/drawing/2014/main" id="{6849FEF8-AECF-A148-8CDC-C71F2367A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  <a:r>
                <a:rPr lang="en-US" sz="2400" i="0" kern="0" dirty="0">
                  <a:solidFill>
                    <a:srgbClr val="000000"/>
                  </a:solidFill>
                  <a:latin typeface="+mn-lt"/>
                  <a:cs typeface="Arial" charset="0"/>
                </a:rPr>
                <a:t>’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4" name="Text Box 27">
              <a:extLst>
                <a:ext uri="{FF2B5EF4-FFF2-40B4-BE49-F238E27FC236}">
                  <a16:creationId xmlns:a16="http://schemas.microsoft.com/office/drawing/2014/main" id="{9424AF7D-A121-114C-AC5C-79FC84F5C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65" name="Text Box 28">
              <a:extLst>
                <a:ext uri="{FF2B5EF4-FFF2-40B4-BE49-F238E27FC236}">
                  <a16:creationId xmlns:a16="http://schemas.microsoft.com/office/drawing/2014/main" id="{200E3495-163D-C24E-87E9-B15114F84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Arial" charset="0"/>
                </a:rPr>
                <a:t>’</a:t>
              </a:r>
            </a:p>
          </p:txBody>
        </p:sp>
        <p:grpSp>
          <p:nvGrpSpPr>
            <p:cNvPr id="105" name="Group 49">
              <a:extLst>
                <a:ext uri="{FF2B5EF4-FFF2-40B4-BE49-F238E27FC236}">
                  <a16:creationId xmlns:a16="http://schemas.microsoft.com/office/drawing/2014/main" id="{2909A8E8-3B3E-B94A-A268-12FA81AA7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id="106" name="Picture 50" descr="desktop_computer_stylized_medium">
                <a:extLst>
                  <a:ext uri="{FF2B5EF4-FFF2-40B4-BE49-F238E27FC236}">
                    <a16:creationId xmlns:a16="http://schemas.microsoft.com/office/drawing/2014/main" id="{4C993D65-A8AC-C24F-A8E1-0C71ED99F0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51">
                <a:extLst>
                  <a:ext uri="{FF2B5EF4-FFF2-40B4-BE49-F238E27FC236}">
                    <a16:creationId xmlns:a16="http://schemas.microsoft.com/office/drawing/2014/main" id="{CB7E302C-C236-0244-87D6-1E3E70C4518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91" name="Group 49">
              <a:extLst>
                <a:ext uri="{FF2B5EF4-FFF2-40B4-BE49-F238E27FC236}">
                  <a16:creationId xmlns:a16="http://schemas.microsoft.com/office/drawing/2014/main" id="{5273BA26-CBE3-134E-8F22-04D4CD3E9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id="92" name="Picture 50" descr="desktop_computer_stylized_medium">
                <a:extLst>
                  <a:ext uri="{FF2B5EF4-FFF2-40B4-BE49-F238E27FC236}">
                    <a16:creationId xmlns:a16="http://schemas.microsoft.com/office/drawing/2014/main" id="{0B5C182E-CEBC-6E47-AB60-C100909931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51">
                <a:extLst>
                  <a:ext uri="{FF2B5EF4-FFF2-40B4-BE49-F238E27FC236}">
                    <a16:creationId xmlns:a16="http://schemas.microsoft.com/office/drawing/2014/main" id="{FDBA5721-FF64-F348-B964-2E26A4468A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80" name="Text Box 35">
              <a:extLst>
                <a:ext uri="{FF2B5EF4-FFF2-40B4-BE49-F238E27FC236}">
                  <a16:creationId xmlns:a16="http://schemas.microsoft.com/office/drawing/2014/main" id="{D85F520A-7524-3D40-A439-8CDE292B3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81" name="Text Box 36">
              <a:extLst>
                <a:ext uri="{FF2B5EF4-FFF2-40B4-BE49-F238E27FC236}">
                  <a16:creationId xmlns:a16="http://schemas.microsoft.com/office/drawing/2014/main" id="{470DA178-E968-A943-85CD-CAF4B26DA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2</a:t>
              </a:r>
            </a:p>
          </p:txBody>
        </p:sp>
        <p:sp>
          <p:nvSpPr>
            <p:cNvPr id="82" name="Text Box 37">
              <a:extLst>
                <a:ext uri="{FF2B5EF4-FFF2-40B4-BE49-F238E27FC236}">
                  <a16:creationId xmlns:a16="http://schemas.microsoft.com/office/drawing/2014/main" id="{376E3621-6CFE-204E-8F4D-39AE53CF0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3</a:t>
              </a:r>
            </a:p>
          </p:txBody>
        </p:sp>
        <p:sp>
          <p:nvSpPr>
            <p:cNvPr id="83" name="Text Box 38">
              <a:extLst>
                <a:ext uri="{FF2B5EF4-FFF2-40B4-BE49-F238E27FC236}">
                  <a16:creationId xmlns:a16="http://schemas.microsoft.com/office/drawing/2014/main" id="{3011C175-89E3-8741-B58D-8B5BE4BAE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</a:t>
              </a:r>
            </a:p>
          </p:txBody>
        </p:sp>
        <p:sp>
          <p:nvSpPr>
            <p:cNvPr id="84" name="Text Box 39">
              <a:extLst>
                <a:ext uri="{FF2B5EF4-FFF2-40B4-BE49-F238E27FC236}">
                  <a16:creationId xmlns:a16="http://schemas.microsoft.com/office/drawing/2014/main" id="{5B29F5A1-B63E-3846-A3E2-58E4C5752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5</a:t>
              </a:r>
            </a:p>
          </p:txBody>
        </p:sp>
        <p:sp>
          <p:nvSpPr>
            <p:cNvPr id="85" name="Text Box 40">
              <a:extLst>
                <a:ext uri="{FF2B5EF4-FFF2-40B4-BE49-F238E27FC236}">
                  <a16:creationId xmlns:a16="http://schemas.microsoft.com/office/drawing/2014/main" id="{5D63FF79-DA8B-0342-A3E1-AD2B9A267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6</a:t>
              </a:r>
            </a:p>
          </p:txBody>
        </p:sp>
        <p:sp>
          <p:nvSpPr>
            <p:cNvPr id="108" name="Rectangle 37">
              <a:extLst>
                <a:ext uri="{FF2B5EF4-FFF2-40B4-BE49-F238E27FC236}">
                  <a16:creationId xmlns:a16="http://schemas.microsoft.com/office/drawing/2014/main" id="{25F61537-69D9-2542-AF7D-1F7D5E80C6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61713" y="273220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09" name="Rectangle 37">
              <a:extLst>
                <a:ext uri="{FF2B5EF4-FFF2-40B4-BE49-F238E27FC236}">
                  <a16:creationId xmlns:a16="http://schemas.microsoft.com/office/drawing/2014/main" id="{350C81E9-380A-7F46-91B4-FCA7A4B978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6898" y="363056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0" name="Rectangle 37">
              <a:extLst>
                <a:ext uri="{FF2B5EF4-FFF2-40B4-BE49-F238E27FC236}">
                  <a16:creationId xmlns:a16="http://schemas.microsoft.com/office/drawing/2014/main" id="{D9512E3C-142E-9744-90C8-CAECC0790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79799" y="273447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1" name="Rectangle 37">
              <a:extLst>
                <a:ext uri="{FF2B5EF4-FFF2-40B4-BE49-F238E27FC236}">
                  <a16:creationId xmlns:a16="http://schemas.microsoft.com/office/drawing/2014/main" id="{411F0A98-6385-274D-A80E-3786685FBD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94984" y="3632828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00" name="Group 44">
              <a:extLst>
                <a:ext uri="{FF2B5EF4-FFF2-40B4-BE49-F238E27FC236}">
                  <a16:creationId xmlns:a16="http://schemas.microsoft.com/office/drawing/2014/main" id="{D14AFC91-71E2-F24B-902C-C917FA8FA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id="102" name="Picture 45" descr="desktop_computer_stylized_medium">
                <a:extLst>
                  <a:ext uri="{FF2B5EF4-FFF2-40B4-BE49-F238E27FC236}">
                    <a16:creationId xmlns:a16="http://schemas.microsoft.com/office/drawing/2014/main" id="{9D322BDD-E57A-8444-8AFE-B4159D0BDD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" name="Freeform 46">
                <a:extLst>
                  <a:ext uri="{FF2B5EF4-FFF2-40B4-BE49-F238E27FC236}">
                    <a16:creationId xmlns:a16="http://schemas.microsoft.com/office/drawing/2014/main" id="{7E0B05B5-6E51-3D4F-A876-9F08381512D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pic>
          <p:nvPicPr>
            <p:cNvPr id="88" name="Picture 45" descr="desktop_computer_stylized_medium">
              <a:extLst>
                <a:ext uri="{FF2B5EF4-FFF2-40B4-BE49-F238E27FC236}">
                  <a16:creationId xmlns:a16="http://schemas.microsoft.com/office/drawing/2014/main" id="{6ED0D78A-97A6-FC4F-BA50-97C8A6D92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46">
              <a:extLst>
                <a:ext uri="{FF2B5EF4-FFF2-40B4-BE49-F238E27FC236}">
                  <a16:creationId xmlns:a16="http://schemas.microsoft.com/office/drawing/2014/main" id="{A05F0CAB-4DF9-BF46-9ACB-FF9BB4E4CEA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752102" y="3466315"/>
              <a:ext cx="414893" cy="339637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D7DEA5B-74C6-6D4E-A564-97C477937229}"/>
                </a:ext>
              </a:extLst>
            </p:cNvPr>
            <p:cNvCxnSpPr>
              <a:cxnSpLocks/>
              <a:stCxn id="108" idx="0"/>
              <a:endCxn id="111" idx="2"/>
            </p:cNvCxnSpPr>
            <p:nvPr/>
          </p:nvCxnSpPr>
          <p:spPr>
            <a:xfrm>
              <a:off x="8638885" y="2857428"/>
              <a:ext cx="1882821" cy="9006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8B44F92-1523-6C40-AD86-F840EA2D6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8700" y="2858184"/>
              <a:ext cx="1869638" cy="9044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37">
              <a:extLst>
                <a:ext uri="{FF2B5EF4-FFF2-40B4-BE49-F238E27FC236}">
                  <a16:creationId xmlns:a16="http://schemas.microsoft.com/office/drawing/2014/main" id="{D75AB559-876E-124D-AE96-8DE8C51BB9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4072" y="223052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9" name="Rectangle 37">
              <a:extLst>
                <a:ext uri="{FF2B5EF4-FFF2-40B4-BE49-F238E27FC236}">
                  <a16:creationId xmlns:a16="http://schemas.microsoft.com/office/drawing/2014/main" id="{75D02172-6808-7F4C-B887-5DF27DF57A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1052" y="3935912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BA061E6-1E33-7C4D-A760-2EAAE6F141CE}"/>
                </a:ext>
              </a:extLst>
            </p:cNvPr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EED6747-7F6F-7F43-9DCE-4375015BFE25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713BD2F3-A046-C844-9290-8007C98F1EE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8BA6AB3-60D9-084F-ADAD-5105679BCDE8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B47D322F-8E6C-C740-9424-B4336CB38605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A90CA4C8-0135-1444-9709-18E5C661430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6F5E61E2-0756-ED4D-8685-32B20FE49B37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28">
                  <a:extLst>
                    <a:ext uri="{FF2B5EF4-FFF2-40B4-BE49-F238E27FC236}">
                      <a16:creationId xmlns:a16="http://schemas.microsoft.com/office/drawing/2014/main" id="{9EB332DA-F807-8347-93F2-C5388D159AB7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44">
              <a:extLst>
                <a:ext uri="{FF2B5EF4-FFF2-40B4-BE49-F238E27FC236}">
                  <a16:creationId xmlns:a16="http://schemas.microsoft.com/office/drawing/2014/main" id="{426DCB6B-A219-374F-8F06-F18D724B8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id="96" name="Picture 45" descr="desktop_computer_stylized_medium">
                <a:extLst>
                  <a:ext uri="{FF2B5EF4-FFF2-40B4-BE49-F238E27FC236}">
                    <a16:creationId xmlns:a16="http://schemas.microsoft.com/office/drawing/2014/main" id="{BA7C916A-9A78-3E4C-80BC-A0D48EEB7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46">
                <a:extLst>
                  <a:ext uri="{FF2B5EF4-FFF2-40B4-BE49-F238E27FC236}">
                    <a16:creationId xmlns:a16="http://schemas.microsoft.com/office/drawing/2014/main" id="{3B939C3B-3462-3744-96CE-3ECDF9D8ED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265543F6-BA09-9844-B798-D9E4755DE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id="98" name="Picture 45" descr="desktop_computer_stylized_medium">
                <a:extLst>
                  <a:ext uri="{FF2B5EF4-FFF2-40B4-BE49-F238E27FC236}">
                    <a16:creationId xmlns:a16="http://schemas.microsoft.com/office/drawing/2014/main" id="{F5B56AF6-7AEE-0F4C-8EF5-5BAE871304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Freeform 46">
                <a:extLst>
                  <a:ext uri="{FF2B5EF4-FFF2-40B4-BE49-F238E27FC236}">
                    <a16:creationId xmlns:a16="http://schemas.microsoft.com/office/drawing/2014/main" id="{E5EF4B97-CB79-BF44-8332-3F89F741ACF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</p:grpSp>
      <p:sp>
        <p:nvSpPr>
          <p:cNvPr id="131" name="Rectangle 3">
            <a:extLst>
              <a:ext uri="{FF2B5EF4-FFF2-40B4-BE49-F238E27FC236}">
                <a16:creationId xmlns:a16="http://schemas.microsoft.com/office/drawing/2014/main" id="{C0047884-D119-174A-AE6D-FD50C58F7AB4}"/>
              </a:ext>
            </a:extLst>
          </p:cNvPr>
          <p:cNvSpPr txBox="1">
            <a:spLocks noChangeArrowheads="1"/>
          </p:cNvSpPr>
          <p:nvPr/>
        </p:nvSpPr>
        <p:spPr>
          <a:xfrm>
            <a:off x="929391" y="1533864"/>
            <a:ext cx="5846164" cy="3437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3688">
              <a:buClr>
                <a:srgbClr val="0000A8"/>
              </a:buClr>
              <a:defRPr/>
            </a:pPr>
            <a:r>
              <a:rPr lang="en-US" dirty="0"/>
              <a:t>hosts have dedicated, direct connection to switch</a:t>
            </a:r>
          </a:p>
          <a:p>
            <a:pPr indent="-293688">
              <a:buClr>
                <a:srgbClr val="0000A8"/>
              </a:buClr>
              <a:defRPr/>
            </a:pPr>
            <a:r>
              <a:rPr lang="en-US" dirty="0"/>
              <a:t>switches buffer packets</a:t>
            </a:r>
          </a:p>
          <a:p>
            <a:pPr indent="-293688">
              <a:buClr>
                <a:srgbClr val="0000A8"/>
              </a:buClr>
              <a:defRPr/>
            </a:pPr>
            <a:r>
              <a:rPr lang="en-US" dirty="0"/>
              <a:t>Ethernet protocol used on </a:t>
            </a:r>
            <a:r>
              <a:rPr lang="en-US" i="1" dirty="0"/>
              <a:t>each</a:t>
            </a:r>
            <a:r>
              <a:rPr lang="en-US" dirty="0"/>
              <a:t> incoming link, so: </a:t>
            </a:r>
          </a:p>
          <a:p>
            <a:pPr lvl="1" indent="-293688">
              <a:defRPr/>
            </a:pPr>
            <a:r>
              <a:rPr lang="en-US" sz="2800" dirty="0"/>
              <a:t>no collisions; full duplex</a:t>
            </a:r>
          </a:p>
          <a:p>
            <a:pPr lvl="1">
              <a:defRPr/>
            </a:pPr>
            <a:r>
              <a:rPr lang="en-US" sz="2800" dirty="0"/>
              <a:t>each link is its own collision domain</a:t>
            </a:r>
          </a:p>
        </p:txBody>
      </p:sp>
      <p:sp>
        <p:nvSpPr>
          <p:cNvPr id="132" name="Rectangle 3">
            <a:extLst>
              <a:ext uri="{FF2B5EF4-FFF2-40B4-BE49-F238E27FC236}">
                <a16:creationId xmlns:a16="http://schemas.microsoft.com/office/drawing/2014/main" id="{8FD6AE89-27E8-A046-84EB-C8AE1F12B488}"/>
              </a:ext>
            </a:extLst>
          </p:cNvPr>
          <p:cNvSpPr txBox="1">
            <a:spLocks noChangeArrowheads="1"/>
          </p:cNvSpPr>
          <p:nvPr/>
        </p:nvSpPr>
        <p:spPr>
          <a:xfrm>
            <a:off x="927244" y="4731250"/>
            <a:ext cx="6723621" cy="1489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3688">
              <a:buClr>
                <a:srgbClr val="0000A8"/>
              </a:buClr>
              <a:defRPr/>
            </a:pPr>
            <a:r>
              <a:rPr lang="en-US" dirty="0">
                <a:solidFill>
                  <a:srgbClr val="C00000"/>
                </a:solidFill>
              </a:rPr>
              <a:t>switching: </a:t>
            </a:r>
            <a:r>
              <a:rPr lang="en-US" dirty="0"/>
              <a:t>A-to-A’ and B-to-B</a:t>
            </a:r>
            <a:r>
              <a:rPr lang="en-US" altLang="ja-JP" dirty="0"/>
              <a:t>’</a:t>
            </a:r>
            <a:r>
              <a:rPr lang="en-US" dirty="0"/>
              <a:t> can transmit simultaneously, without collisions</a:t>
            </a:r>
          </a:p>
        </p:txBody>
      </p:sp>
      <p:sp>
        <p:nvSpPr>
          <p:cNvPr id="130" name="Left-Right Arrow 129">
            <a:extLst>
              <a:ext uri="{FF2B5EF4-FFF2-40B4-BE49-F238E27FC236}">
                <a16:creationId xmlns:a16="http://schemas.microsoft.com/office/drawing/2014/main" id="{390325D3-5B28-6141-9145-A34DF8C34806}"/>
              </a:ext>
            </a:extLst>
          </p:cNvPr>
          <p:cNvSpPr/>
          <p:nvPr/>
        </p:nvSpPr>
        <p:spPr>
          <a:xfrm rot="5400000">
            <a:off x="8417537" y="3356139"/>
            <a:ext cx="1352278" cy="17792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Left-Right Arrow 133">
            <a:extLst>
              <a:ext uri="{FF2B5EF4-FFF2-40B4-BE49-F238E27FC236}">
                <a16:creationId xmlns:a16="http://schemas.microsoft.com/office/drawing/2014/main" id="{8716E4D4-5340-A04D-84B1-535BF0345A0D}"/>
              </a:ext>
            </a:extLst>
          </p:cNvPr>
          <p:cNvSpPr/>
          <p:nvPr/>
        </p:nvSpPr>
        <p:spPr>
          <a:xfrm rot="9282253">
            <a:off x="8060403" y="3378664"/>
            <a:ext cx="1986794" cy="199277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2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0" grpId="0" animBg="1"/>
      <p:bldP spid="13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Switch: multiple simultaneous transmissions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491F554-2C7A-214A-897B-0FB0A1CB751B}"/>
              </a:ext>
            </a:extLst>
          </p:cNvPr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0924CCE-3F57-D049-9D0A-B1D8FCF20BDA}"/>
                </a:ext>
              </a:extLst>
            </p:cNvPr>
            <p:cNvCxnSpPr/>
            <p:nvPr/>
          </p:nvCxnSpPr>
          <p:spPr>
            <a:xfrm>
              <a:off x="9587512" y="2387296"/>
              <a:ext cx="0" cy="16481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34">
              <a:extLst>
                <a:ext uri="{FF2B5EF4-FFF2-40B4-BE49-F238E27FC236}">
                  <a16:creationId xmlns:a16="http://schemas.microsoft.com/office/drawing/2014/main" id="{DCB0325C-FF8E-0B4E-A6A6-A9116B9F8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switch with six interfaces (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1,2,3,4,5,6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)  </a:t>
              </a:r>
            </a:p>
          </p:txBody>
        </p:sp>
        <p:sp>
          <p:nvSpPr>
            <p:cNvPr id="60" name="Text Box 23">
              <a:extLst>
                <a:ext uri="{FF2B5EF4-FFF2-40B4-BE49-F238E27FC236}">
                  <a16:creationId xmlns:a16="http://schemas.microsoft.com/office/drawing/2014/main" id="{6622E46D-9FDC-6942-8443-B6EE96C08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61" name="Text Box 24">
              <a:extLst>
                <a:ext uri="{FF2B5EF4-FFF2-40B4-BE49-F238E27FC236}">
                  <a16:creationId xmlns:a16="http://schemas.microsoft.com/office/drawing/2014/main" id="{FC43B703-F100-1449-9F08-04E8275B9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  <a:r>
                <a:rPr lang="en-US" sz="2400" i="0" kern="0" dirty="0">
                  <a:solidFill>
                    <a:srgbClr val="000000"/>
                  </a:solidFill>
                  <a:latin typeface="+mn-lt"/>
                  <a:cs typeface="Arial" charset="0"/>
                </a:rPr>
                <a:t>’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FF5419F0-A61E-DF4E-8994-AA7772D64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63" name="Text Box 26">
              <a:extLst>
                <a:ext uri="{FF2B5EF4-FFF2-40B4-BE49-F238E27FC236}">
                  <a16:creationId xmlns:a16="http://schemas.microsoft.com/office/drawing/2014/main" id="{6849FEF8-AECF-A148-8CDC-C71F2367A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  <a:r>
                <a:rPr lang="en-US" sz="2400" i="0" kern="0" dirty="0">
                  <a:solidFill>
                    <a:srgbClr val="000000"/>
                  </a:solidFill>
                  <a:latin typeface="+mn-lt"/>
                  <a:cs typeface="Arial" charset="0"/>
                </a:rPr>
                <a:t>’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4" name="Text Box 27">
              <a:extLst>
                <a:ext uri="{FF2B5EF4-FFF2-40B4-BE49-F238E27FC236}">
                  <a16:creationId xmlns:a16="http://schemas.microsoft.com/office/drawing/2014/main" id="{9424AF7D-A121-114C-AC5C-79FC84F5C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65" name="Text Box 28">
              <a:extLst>
                <a:ext uri="{FF2B5EF4-FFF2-40B4-BE49-F238E27FC236}">
                  <a16:creationId xmlns:a16="http://schemas.microsoft.com/office/drawing/2014/main" id="{200E3495-163D-C24E-87E9-B15114F84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Arial" charset="0"/>
                </a:rPr>
                <a:t>’</a:t>
              </a:r>
            </a:p>
          </p:txBody>
        </p:sp>
        <p:grpSp>
          <p:nvGrpSpPr>
            <p:cNvPr id="105" name="Group 49">
              <a:extLst>
                <a:ext uri="{FF2B5EF4-FFF2-40B4-BE49-F238E27FC236}">
                  <a16:creationId xmlns:a16="http://schemas.microsoft.com/office/drawing/2014/main" id="{2909A8E8-3B3E-B94A-A268-12FA81AA7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id="106" name="Picture 50" descr="desktop_computer_stylized_medium">
                <a:extLst>
                  <a:ext uri="{FF2B5EF4-FFF2-40B4-BE49-F238E27FC236}">
                    <a16:creationId xmlns:a16="http://schemas.microsoft.com/office/drawing/2014/main" id="{4C993D65-A8AC-C24F-A8E1-0C71ED99F0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51">
                <a:extLst>
                  <a:ext uri="{FF2B5EF4-FFF2-40B4-BE49-F238E27FC236}">
                    <a16:creationId xmlns:a16="http://schemas.microsoft.com/office/drawing/2014/main" id="{CB7E302C-C236-0244-87D6-1E3E70C4518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91" name="Group 49">
              <a:extLst>
                <a:ext uri="{FF2B5EF4-FFF2-40B4-BE49-F238E27FC236}">
                  <a16:creationId xmlns:a16="http://schemas.microsoft.com/office/drawing/2014/main" id="{5273BA26-CBE3-134E-8F22-04D4CD3E9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id="92" name="Picture 50" descr="desktop_computer_stylized_medium">
                <a:extLst>
                  <a:ext uri="{FF2B5EF4-FFF2-40B4-BE49-F238E27FC236}">
                    <a16:creationId xmlns:a16="http://schemas.microsoft.com/office/drawing/2014/main" id="{0B5C182E-CEBC-6E47-AB60-C100909931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51">
                <a:extLst>
                  <a:ext uri="{FF2B5EF4-FFF2-40B4-BE49-F238E27FC236}">
                    <a16:creationId xmlns:a16="http://schemas.microsoft.com/office/drawing/2014/main" id="{FDBA5721-FF64-F348-B964-2E26A4468A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80" name="Text Box 35">
              <a:extLst>
                <a:ext uri="{FF2B5EF4-FFF2-40B4-BE49-F238E27FC236}">
                  <a16:creationId xmlns:a16="http://schemas.microsoft.com/office/drawing/2014/main" id="{D85F520A-7524-3D40-A439-8CDE292B3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81" name="Text Box 36">
              <a:extLst>
                <a:ext uri="{FF2B5EF4-FFF2-40B4-BE49-F238E27FC236}">
                  <a16:creationId xmlns:a16="http://schemas.microsoft.com/office/drawing/2014/main" id="{470DA178-E968-A943-85CD-CAF4B26DA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2</a:t>
              </a:r>
            </a:p>
          </p:txBody>
        </p:sp>
        <p:sp>
          <p:nvSpPr>
            <p:cNvPr id="82" name="Text Box 37">
              <a:extLst>
                <a:ext uri="{FF2B5EF4-FFF2-40B4-BE49-F238E27FC236}">
                  <a16:creationId xmlns:a16="http://schemas.microsoft.com/office/drawing/2014/main" id="{376E3621-6CFE-204E-8F4D-39AE53CF0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3</a:t>
              </a:r>
            </a:p>
          </p:txBody>
        </p:sp>
        <p:sp>
          <p:nvSpPr>
            <p:cNvPr id="83" name="Text Box 38">
              <a:extLst>
                <a:ext uri="{FF2B5EF4-FFF2-40B4-BE49-F238E27FC236}">
                  <a16:creationId xmlns:a16="http://schemas.microsoft.com/office/drawing/2014/main" id="{3011C175-89E3-8741-B58D-8B5BE4BAE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</a:t>
              </a:r>
            </a:p>
          </p:txBody>
        </p:sp>
        <p:sp>
          <p:nvSpPr>
            <p:cNvPr id="84" name="Text Box 39">
              <a:extLst>
                <a:ext uri="{FF2B5EF4-FFF2-40B4-BE49-F238E27FC236}">
                  <a16:creationId xmlns:a16="http://schemas.microsoft.com/office/drawing/2014/main" id="{5B29F5A1-B63E-3846-A3E2-58E4C5752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5</a:t>
              </a:r>
            </a:p>
          </p:txBody>
        </p:sp>
        <p:sp>
          <p:nvSpPr>
            <p:cNvPr id="85" name="Text Box 40">
              <a:extLst>
                <a:ext uri="{FF2B5EF4-FFF2-40B4-BE49-F238E27FC236}">
                  <a16:creationId xmlns:a16="http://schemas.microsoft.com/office/drawing/2014/main" id="{5D63FF79-DA8B-0342-A3E1-AD2B9A267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6</a:t>
              </a:r>
            </a:p>
          </p:txBody>
        </p:sp>
        <p:sp>
          <p:nvSpPr>
            <p:cNvPr id="108" name="Rectangle 37">
              <a:extLst>
                <a:ext uri="{FF2B5EF4-FFF2-40B4-BE49-F238E27FC236}">
                  <a16:creationId xmlns:a16="http://schemas.microsoft.com/office/drawing/2014/main" id="{25F61537-69D9-2542-AF7D-1F7D5E80C6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61713" y="273220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09" name="Rectangle 37">
              <a:extLst>
                <a:ext uri="{FF2B5EF4-FFF2-40B4-BE49-F238E27FC236}">
                  <a16:creationId xmlns:a16="http://schemas.microsoft.com/office/drawing/2014/main" id="{350C81E9-380A-7F46-91B4-FCA7A4B978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6898" y="363056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0" name="Rectangle 37">
              <a:extLst>
                <a:ext uri="{FF2B5EF4-FFF2-40B4-BE49-F238E27FC236}">
                  <a16:creationId xmlns:a16="http://schemas.microsoft.com/office/drawing/2014/main" id="{D9512E3C-142E-9744-90C8-CAECC0790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79799" y="273447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1" name="Rectangle 37">
              <a:extLst>
                <a:ext uri="{FF2B5EF4-FFF2-40B4-BE49-F238E27FC236}">
                  <a16:creationId xmlns:a16="http://schemas.microsoft.com/office/drawing/2014/main" id="{411F0A98-6385-274D-A80E-3786685FBD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94984" y="3632828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00" name="Group 44">
              <a:extLst>
                <a:ext uri="{FF2B5EF4-FFF2-40B4-BE49-F238E27FC236}">
                  <a16:creationId xmlns:a16="http://schemas.microsoft.com/office/drawing/2014/main" id="{D14AFC91-71E2-F24B-902C-C917FA8FA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id="102" name="Picture 45" descr="desktop_computer_stylized_medium">
                <a:extLst>
                  <a:ext uri="{FF2B5EF4-FFF2-40B4-BE49-F238E27FC236}">
                    <a16:creationId xmlns:a16="http://schemas.microsoft.com/office/drawing/2014/main" id="{9D322BDD-E57A-8444-8AFE-B4159D0BDD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" name="Freeform 46">
                <a:extLst>
                  <a:ext uri="{FF2B5EF4-FFF2-40B4-BE49-F238E27FC236}">
                    <a16:creationId xmlns:a16="http://schemas.microsoft.com/office/drawing/2014/main" id="{7E0B05B5-6E51-3D4F-A876-9F08381512D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pic>
          <p:nvPicPr>
            <p:cNvPr id="88" name="Picture 45" descr="desktop_computer_stylized_medium">
              <a:extLst>
                <a:ext uri="{FF2B5EF4-FFF2-40B4-BE49-F238E27FC236}">
                  <a16:creationId xmlns:a16="http://schemas.microsoft.com/office/drawing/2014/main" id="{6ED0D78A-97A6-FC4F-BA50-97C8A6D92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46">
              <a:extLst>
                <a:ext uri="{FF2B5EF4-FFF2-40B4-BE49-F238E27FC236}">
                  <a16:creationId xmlns:a16="http://schemas.microsoft.com/office/drawing/2014/main" id="{A05F0CAB-4DF9-BF46-9ACB-FF9BB4E4CEA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752102" y="3466315"/>
              <a:ext cx="414893" cy="339637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D7DEA5B-74C6-6D4E-A564-97C477937229}"/>
                </a:ext>
              </a:extLst>
            </p:cNvPr>
            <p:cNvCxnSpPr>
              <a:cxnSpLocks/>
              <a:stCxn id="108" idx="0"/>
              <a:endCxn id="111" idx="2"/>
            </p:cNvCxnSpPr>
            <p:nvPr/>
          </p:nvCxnSpPr>
          <p:spPr>
            <a:xfrm>
              <a:off x="8638885" y="2857428"/>
              <a:ext cx="1882821" cy="9006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8B44F92-1523-6C40-AD86-F840EA2D6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8700" y="2858184"/>
              <a:ext cx="1869638" cy="9044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37">
              <a:extLst>
                <a:ext uri="{FF2B5EF4-FFF2-40B4-BE49-F238E27FC236}">
                  <a16:creationId xmlns:a16="http://schemas.microsoft.com/office/drawing/2014/main" id="{D75AB559-876E-124D-AE96-8DE8C51BB9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4072" y="223052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9" name="Rectangle 37">
              <a:extLst>
                <a:ext uri="{FF2B5EF4-FFF2-40B4-BE49-F238E27FC236}">
                  <a16:creationId xmlns:a16="http://schemas.microsoft.com/office/drawing/2014/main" id="{75D02172-6808-7F4C-B887-5DF27DF57A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1052" y="3935912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BA061E6-1E33-7C4D-A760-2EAAE6F141CE}"/>
                </a:ext>
              </a:extLst>
            </p:cNvPr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EED6747-7F6F-7F43-9DCE-4375015BFE25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713BD2F3-A046-C844-9290-8007C98F1EE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8BA6AB3-60D9-084F-ADAD-5105679BCDE8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B47D322F-8E6C-C740-9424-B4336CB38605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A90CA4C8-0135-1444-9709-18E5C661430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6F5E61E2-0756-ED4D-8685-32B20FE49B37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28">
                  <a:extLst>
                    <a:ext uri="{FF2B5EF4-FFF2-40B4-BE49-F238E27FC236}">
                      <a16:creationId xmlns:a16="http://schemas.microsoft.com/office/drawing/2014/main" id="{9EB332DA-F807-8347-93F2-C5388D159AB7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44">
              <a:extLst>
                <a:ext uri="{FF2B5EF4-FFF2-40B4-BE49-F238E27FC236}">
                  <a16:creationId xmlns:a16="http://schemas.microsoft.com/office/drawing/2014/main" id="{426DCB6B-A219-374F-8F06-F18D724B8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id="96" name="Picture 45" descr="desktop_computer_stylized_medium">
                <a:extLst>
                  <a:ext uri="{FF2B5EF4-FFF2-40B4-BE49-F238E27FC236}">
                    <a16:creationId xmlns:a16="http://schemas.microsoft.com/office/drawing/2014/main" id="{BA7C916A-9A78-3E4C-80BC-A0D48EEB7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46">
                <a:extLst>
                  <a:ext uri="{FF2B5EF4-FFF2-40B4-BE49-F238E27FC236}">
                    <a16:creationId xmlns:a16="http://schemas.microsoft.com/office/drawing/2014/main" id="{3B939C3B-3462-3744-96CE-3ECDF9D8ED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265543F6-BA09-9844-B798-D9E4755DE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id="98" name="Picture 45" descr="desktop_computer_stylized_medium">
                <a:extLst>
                  <a:ext uri="{FF2B5EF4-FFF2-40B4-BE49-F238E27FC236}">
                    <a16:creationId xmlns:a16="http://schemas.microsoft.com/office/drawing/2014/main" id="{F5B56AF6-7AEE-0F4C-8EF5-5BAE871304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Freeform 46">
                <a:extLst>
                  <a:ext uri="{FF2B5EF4-FFF2-40B4-BE49-F238E27FC236}">
                    <a16:creationId xmlns:a16="http://schemas.microsoft.com/office/drawing/2014/main" id="{E5EF4B97-CB79-BF44-8332-3F89F741ACF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</p:grpSp>
      <p:sp>
        <p:nvSpPr>
          <p:cNvPr id="131" name="Rectangle 3">
            <a:extLst>
              <a:ext uri="{FF2B5EF4-FFF2-40B4-BE49-F238E27FC236}">
                <a16:creationId xmlns:a16="http://schemas.microsoft.com/office/drawing/2014/main" id="{C0047884-D119-174A-AE6D-FD50C58F7AB4}"/>
              </a:ext>
            </a:extLst>
          </p:cNvPr>
          <p:cNvSpPr txBox="1">
            <a:spLocks noChangeArrowheads="1"/>
          </p:cNvSpPr>
          <p:nvPr/>
        </p:nvSpPr>
        <p:spPr>
          <a:xfrm>
            <a:off x="929391" y="1533864"/>
            <a:ext cx="5846164" cy="3437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3688">
              <a:buClr>
                <a:srgbClr val="0000A8"/>
              </a:buClr>
              <a:defRPr/>
            </a:pPr>
            <a:r>
              <a:rPr lang="en-US" dirty="0"/>
              <a:t>hosts have dedicated, direct connection to switch</a:t>
            </a:r>
          </a:p>
          <a:p>
            <a:pPr indent="-293688">
              <a:buClr>
                <a:srgbClr val="0000A8"/>
              </a:buClr>
              <a:defRPr/>
            </a:pPr>
            <a:r>
              <a:rPr lang="en-US" dirty="0"/>
              <a:t>switches buffer packets</a:t>
            </a:r>
          </a:p>
          <a:p>
            <a:pPr indent="-293688">
              <a:buClr>
                <a:srgbClr val="0000A8"/>
              </a:buClr>
              <a:defRPr/>
            </a:pPr>
            <a:r>
              <a:rPr lang="en-US" dirty="0"/>
              <a:t>Ethernet protocol used on </a:t>
            </a:r>
            <a:r>
              <a:rPr lang="en-US" i="1" dirty="0"/>
              <a:t>each</a:t>
            </a:r>
            <a:r>
              <a:rPr lang="en-US" dirty="0"/>
              <a:t> incoming link, so: </a:t>
            </a:r>
          </a:p>
          <a:p>
            <a:pPr lvl="1" indent="-293688">
              <a:defRPr/>
            </a:pPr>
            <a:r>
              <a:rPr lang="en-US" sz="2800" dirty="0"/>
              <a:t>no collisions; full duplex</a:t>
            </a:r>
          </a:p>
          <a:p>
            <a:pPr lvl="1">
              <a:defRPr/>
            </a:pPr>
            <a:r>
              <a:rPr lang="en-US" sz="2800" dirty="0"/>
              <a:t>each link is its own collision domain</a:t>
            </a:r>
          </a:p>
        </p:txBody>
      </p:sp>
      <p:sp>
        <p:nvSpPr>
          <p:cNvPr id="132" name="Rectangle 3">
            <a:extLst>
              <a:ext uri="{FF2B5EF4-FFF2-40B4-BE49-F238E27FC236}">
                <a16:creationId xmlns:a16="http://schemas.microsoft.com/office/drawing/2014/main" id="{8FD6AE89-27E8-A046-84EB-C8AE1F12B488}"/>
              </a:ext>
            </a:extLst>
          </p:cNvPr>
          <p:cNvSpPr txBox="1">
            <a:spLocks noChangeArrowheads="1"/>
          </p:cNvSpPr>
          <p:nvPr/>
        </p:nvSpPr>
        <p:spPr>
          <a:xfrm>
            <a:off x="927244" y="4731249"/>
            <a:ext cx="6723621" cy="175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3688">
              <a:buClr>
                <a:srgbClr val="0000A8"/>
              </a:buClr>
              <a:defRPr/>
            </a:pPr>
            <a:r>
              <a:rPr lang="en-US" dirty="0">
                <a:solidFill>
                  <a:srgbClr val="C00000"/>
                </a:solidFill>
              </a:rPr>
              <a:t>switching: </a:t>
            </a:r>
            <a:r>
              <a:rPr lang="en-US" dirty="0"/>
              <a:t>A-to-A’ and B-to-B</a:t>
            </a:r>
            <a:r>
              <a:rPr lang="en-US" altLang="ja-JP" dirty="0"/>
              <a:t>’</a:t>
            </a:r>
            <a:r>
              <a:rPr lang="en-US" dirty="0"/>
              <a:t> can transmit simultaneously, without collisions</a:t>
            </a:r>
          </a:p>
          <a:p>
            <a:pPr lvl="1" indent="-293688">
              <a:defRPr/>
            </a:pPr>
            <a:r>
              <a:rPr lang="en-US" dirty="0"/>
              <a:t>but A-to-A’ and C to A’ can </a:t>
            </a:r>
            <a:r>
              <a:rPr lang="en-US" i="1" dirty="0"/>
              <a:t>not </a:t>
            </a:r>
            <a:r>
              <a:rPr lang="en-US" dirty="0"/>
              <a:t>happen simultaneously </a:t>
            </a:r>
          </a:p>
        </p:txBody>
      </p:sp>
      <p:sp>
        <p:nvSpPr>
          <p:cNvPr id="130" name="Left-Right Arrow 129">
            <a:extLst>
              <a:ext uri="{FF2B5EF4-FFF2-40B4-BE49-F238E27FC236}">
                <a16:creationId xmlns:a16="http://schemas.microsoft.com/office/drawing/2014/main" id="{390325D3-5B28-6141-9145-A34DF8C34806}"/>
              </a:ext>
            </a:extLst>
          </p:cNvPr>
          <p:cNvSpPr/>
          <p:nvPr/>
        </p:nvSpPr>
        <p:spPr>
          <a:xfrm rot="5400000">
            <a:off x="8324937" y="3356139"/>
            <a:ext cx="1352278" cy="17792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9A3E0939-38DE-0C45-ACDE-CA1F0EECF0D8}"/>
              </a:ext>
            </a:extLst>
          </p:cNvPr>
          <p:cNvSpPr/>
          <p:nvPr/>
        </p:nvSpPr>
        <p:spPr>
          <a:xfrm>
            <a:off x="9120852" y="3472405"/>
            <a:ext cx="185194" cy="75235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3D7BA5-ACC3-8B47-832A-E18396A3E89E}"/>
              </a:ext>
            </a:extLst>
          </p:cNvPr>
          <p:cNvCxnSpPr>
            <a:cxnSpLocks/>
          </p:cNvCxnSpPr>
          <p:nvPr/>
        </p:nvCxnSpPr>
        <p:spPr>
          <a:xfrm>
            <a:off x="9178725" y="3487837"/>
            <a:ext cx="717630" cy="36653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7F559CCE-5086-9E49-8C51-74974885AF5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1000"/>
          </a:blip>
          <a:stretch>
            <a:fillRect/>
          </a:stretch>
        </p:blipFill>
        <p:spPr>
          <a:xfrm>
            <a:off x="8310621" y="2697717"/>
            <a:ext cx="1577693" cy="16990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3580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Switch forwarding table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491F554-2C7A-214A-897B-0FB0A1CB751B}"/>
              </a:ext>
            </a:extLst>
          </p:cNvPr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0924CCE-3F57-D049-9D0A-B1D8FCF20BDA}"/>
                </a:ext>
              </a:extLst>
            </p:cNvPr>
            <p:cNvCxnSpPr/>
            <p:nvPr/>
          </p:nvCxnSpPr>
          <p:spPr>
            <a:xfrm>
              <a:off x="9587512" y="2387296"/>
              <a:ext cx="0" cy="16481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 Box 23">
              <a:extLst>
                <a:ext uri="{FF2B5EF4-FFF2-40B4-BE49-F238E27FC236}">
                  <a16:creationId xmlns:a16="http://schemas.microsoft.com/office/drawing/2014/main" id="{6622E46D-9FDC-6942-8443-B6EE96C08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61" name="Text Box 24">
              <a:extLst>
                <a:ext uri="{FF2B5EF4-FFF2-40B4-BE49-F238E27FC236}">
                  <a16:creationId xmlns:a16="http://schemas.microsoft.com/office/drawing/2014/main" id="{FC43B703-F100-1449-9F08-04E8275B9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  <a:r>
                <a:rPr lang="en-US" sz="2400" i="0" kern="0" dirty="0">
                  <a:solidFill>
                    <a:srgbClr val="000000"/>
                  </a:solidFill>
                  <a:latin typeface="+mn-lt"/>
                  <a:cs typeface="Arial" charset="0"/>
                </a:rPr>
                <a:t>’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FF5419F0-A61E-DF4E-8994-AA7772D64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63" name="Text Box 26">
              <a:extLst>
                <a:ext uri="{FF2B5EF4-FFF2-40B4-BE49-F238E27FC236}">
                  <a16:creationId xmlns:a16="http://schemas.microsoft.com/office/drawing/2014/main" id="{6849FEF8-AECF-A148-8CDC-C71F2367A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  <a:r>
                <a:rPr lang="en-US" sz="2400" i="0" kern="0" dirty="0">
                  <a:solidFill>
                    <a:srgbClr val="000000"/>
                  </a:solidFill>
                  <a:latin typeface="+mn-lt"/>
                  <a:cs typeface="Arial" charset="0"/>
                </a:rPr>
                <a:t>’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4" name="Text Box 27">
              <a:extLst>
                <a:ext uri="{FF2B5EF4-FFF2-40B4-BE49-F238E27FC236}">
                  <a16:creationId xmlns:a16="http://schemas.microsoft.com/office/drawing/2014/main" id="{9424AF7D-A121-114C-AC5C-79FC84F5C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65" name="Text Box 28">
              <a:extLst>
                <a:ext uri="{FF2B5EF4-FFF2-40B4-BE49-F238E27FC236}">
                  <a16:creationId xmlns:a16="http://schemas.microsoft.com/office/drawing/2014/main" id="{200E3495-163D-C24E-87E9-B15114F84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Arial" charset="0"/>
                </a:rPr>
                <a:t>’</a:t>
              </a:r>
            </a:p>
          </p:txBody>
        </p:sp>
        <p:grpSp>
          <p:nvGrpSpPr>
            <p:cNvPr id="105" name="Group 49">
              <a:extLst>
                <a:ext uri="{FF2B5EF4-FFF2-40B4-BE49-F238E27FC236}">
                  <a16:creationId xmlns:a16="http://schemas.microsoft.com/office/drawing/2014/main" id="{2909A8E8-3B3E-B94A-A268-12FA81AA7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id="106" name="Picture 50" descr="desktop_computer_stylized_medium">
                <a:extLst>
                  <a:ext uri="{FF2B5EF4-FFF2-40B4-BE49-F238E27FC236}">
                    <a16:creationId xmlns:a16="http://schemas.microsoft.com/office/drawing/2014/main" id="{4C993D65-A8AC-C24F-A8E1-0C71ED99F0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51">
                <a:extLst>
                  <a:ext uri="{FF2B5EF4-FFF2-40B4-BE49-F238E27FC236}">
                    <a16:creationId xmlns:a16="http://schemas.microsoft.com/office/drawing/2014/main" id="{CB7E302C-C236-0244-87D6-1E3E70C4518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91" name="Group 49">
              <a:extLst>
                <a:ext uri="{FF2B5EF4-FFF2-40B4-BE49-F238E27FC236}">
                  <a16:creationId xmlns:a16="http://schemas.microsoft.com/office/drawing/2014/main" id="{5273BA26-CBE3-134E-8F22-04D4CD3E9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id="92" name="Picture 50" descr="desktop_computer_stylized_medium">
                <a:extLst>
                  <a:ext uri="{FF2B5EF4-FFF2-40B4-BE49-F238E27FC236}">
                    <a16:creationId xmlns:a16="http://schemas.microsoft.com/office/drawing/2014/main" id="{0B5C182E-CEBC-6E47-AB60-C100909931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51">
                <a:extLst>
                  <a:ext uri="{FF2B5EF4-FFF2-40B4-BE49-F238E27FC236}">
                    <a16:creationId xmlns:a16="http://schemas.microsoft.com/office/drawing/2014/main" id="{FDBA5721-FF64-F348-B964-2E26A4468A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80" name="Text Box 35">
              <a:extLst>
                <a:ext uri="{FF2B5EF4-FFF2-40B4-BE49-F238E27FC236}">
                  <a16:creationId xmlns:a16="http://schemas.microsoft.com/office/drawing/2014/main" id="{D85F520A-7524-3D40-A439-8CDE292B3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81" name="Text Box 36">
              <a:extLst>
                <a:ext uri="{FF2B5EF4-FFF2-40B4-BE49-F238E27FC236}">
                  <a16:creationId xmlns:a16="http://schemas.microsoft.com/office/drawing/2014/main" id="{470DA178-E968-A943-85CD-CAF4B26DA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2</a:t>
              </a:r>
            </a:p>
          </p:txBody>
        </p:sp>
        <p:sp>
          <p:nvSpPr>
            <p:cNvPr id="82" name="Text Box 37">
              <a:extLst>
                <a:ext uri="{FF2B5EF4-FFF2-40B4-BE49-F238E27FC236}">
                  <a16:creationId xmlns:a16="http://schemas.microsoft.com/office/drawing/2014/main" id="{376E3621-6CFE-204E-8F4D-39AE53CF0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3</a:t>
              </a:r>
            </a:p>
          </p:txBody>
        </p:sp>
        <p:sp>
          <p:nvSpPr>
            <p:cNvPr id="83" name="Text Box 38">
              <a:extLst>
                <a:ext uri="{FF2B5EF4-FFF2-40B4-BE49-F238E27FC236}">
                  <a16:creationId xmlns:a16="http://schemas.microsoft.com/office/drawing/2014/main" id="{3011C175-89E3-8741-B58D-8B5BE4BAE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</a:t>
              </a:r>
            </a:p>
          </p:txBody>
        </p:sp>
        <p:sp>
          <p:nvSpPr>
            <p:cNvPr id="84" name="Text Box 39">
              <a:extLst>
                <a:ext uri="{FF2B5EF4-FFF2-40B4-BE49-F238E27FC236}">
                  <a16:creationId xmlns:a16="http://schemas.microsoft.com/office/drawing/2014/main" id="{5B29F5A1-B63E-3846-A3E2-58E4C5752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5</a:t>
              </a:r>
            </a:p>
          </p:txBody>
        </p:sp>
        <p:sp>
          <p:nvSpPr>
            <p:cNvPr id="85" name="Text Box 40">
              <a:extLst>
                <a:ext uri="{FF2B5EF4-FFF2-40B4-BE49-F238E27FC236}">
                  <a16:creationId xmlns:a16="http://schemas.microsoft.com/office/drawing/2014/main" id="{5D63FF79-DA8B-0342-A3E1-AD2B9A267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6</a:t>
              </a:r>
            </a:p>
          </p:txBody>
        </p:sp>
        <p:sp>
          <p:nvSpPr>
            <p:cNvPr id="108" name="Rectangle 37">
              <a:extLst>
                <a:ext uri="{FF2B5EF4-FFF2-40B4-BE49-F238E27FC236}">
                  <a16:creationId xmlns:a16="http://schemas.microsoft.com/office/drawing/2014/main" id="{25F61537-69D9-2542-AF7D-1F7D5E80C6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61713" y="273220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09" name="Rectangle 37">
              <a:extLst>
                <a:ext uri="{FF2B5EF4-FFF2-40B4-BE49-F238E27FC236}">
                  <a16:creationId xmlns:a16="http://schemas.microsoft.com/office/drawing/2014/main" id="{350C81E9-380A-7F46-91B4-FCA7A4B978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6898" y="363056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0" name="Rectangle 37">
              <a:extLst>
                <a:ext uri="{FF2B5EF4-FFF2-40B4-BE49-F238E27FC236}">
                  <a16:creationId xmlns:a16="http://schemas.microsoft.com/office/drawing/2014/main" id="{D9512E3C-142E-9744-90C8-CAECC0790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79799" y="273447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1" name="Rectangle 37">
              <a:extLst>
                <a:ext uri="{FF2B5EF4-FFF2-40B4-BE49-F238E27FC236}">
                  <a16:creationId xmlns:a16="http://schemas.microsoft.com/office/drawing/2014/main" id="{411F0A98-6385-274D-A80E-3786685FBD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94984" y="3632828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00" name="Group 44">
              <a:extLst>
                <a:ext uri="{FF2B5EF4-FFF2-40B4-BE49-F238E27FC236}">
                  <a16:creationId xmlns:a16="http://schemas.microsoft.com/office/drawing/2014/main" id="{D14AFC91-71E2-F24B-902C-C917FA8FA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id="102" name="Picture 45" descr="desktop_computer_stylized_medium">
                <a:extLst>
                  <a:ext uri="{FF2B5EF4-FFF2-40B4-BE49-F238E27FC236}">
                    <a16:creationId xmlns:a16="http://schemas.microsoft.com/office/drawing/2014/main" id="{9D322BDD-E57A-8444-8AFE-B4159D0BDD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" name="Freeform 46">
                <a:extLst>
                  <a:ext uri="{FF2B5EF4-FFF2-40B4-BE49-F238E27FC236}">
                    <a16:creationId xmlns:a16="http://schemas.microsoft.com/office/drawing/2014/main" id="{7E0B05B5-6E51-3D4F-A876-9F08381512D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pic>
          <p:nvPicPr>
            <p:cNvPr id="88" name="Picture 45" descr="desktop_computer_stylized_medium">
              <a:extLst>
                <a:ext uri="{FF2B5EF4-FFF2-40B4-BE49-F238E27FC236}">
                  <a16:creationId xmlns:a16="http://schemas.microsoft.com/office/drawing/2014/main" id="{6ED0D78A-97A6-FC4F-BA50-97C8A6D92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46">
              <a:extLst>
                <a:ext uri="{FF2B5EF4-FFF2-40B4-BE49-F238E27FC236}">
                  <a16:creationId xmlns:a16="http://schemas.microsoft.com/office/drawing/2014/main" id="{A05F0CAB-4DF9-BF46-9ACB-FF9BB4E4CEA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752102" y="3466315"/>
              <a:ext cx="414893" cy="339637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D7DEA5B-74C6-6D4E-A564-97C477937229}"/>
                </a:ext>
              </a:extLst>
            </p:cNvPr>
            <p:cNvCxnSpPr>
              <a:cxnSpLocks/>
              <a:stCxn id="108" idx="0"/>
              <a:endCxn id="111" idx="2"/>
            </p:cNvCxnSpPr>
            <p:nvPr/>
          </p:nvCxnSpPr>
          <p:spPr>
            <a:xfrm>
              <a:off x="8638885" y="2857428"/>
              <a:ext cx="1882821" cy="9006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8B44F92-1523-6C40-AD86-F840EA2D6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8700" y="2858184"/>
              <a:ext cx="1869638" cy="9044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37">
              <a:extLst>
                <a:ext uri="{FF2B5EF4-FFF2-40B4-BE49-F238E27FC236}">
                  <a16:creationId xmlns:a16="http://schemas.microsoft.com/office/drawing/2014/main" id="{D75AB559-876E-124D-AE96-8DE8C51BB9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4072" y="223052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9" name="Rectangle 37">
              <a:extLst>
                <a:ext uri="{FF2B5EF4-FFF2-40B4-BE49-F238E27FC236}">
                  <a16:creationId xmlns:a16="http://schemas.microsoft.com/office/drawing/2014/main" id="{75D02172-6808-7F4C-B887-5DF27DF57A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1052" y="3935912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BA061E6-1E33-7C4D-A760-2EAAE6F141CE}"/>
                </a:ext>
              </a:extLst>
            </p:cNvPr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EED6747-7F6F-7F43-9DCE-4375015BFE25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713BD2F3-A046-C844-9290-8007C98F1EE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8BA6AB3-60D9-084F-ADAD-5105679BCDE8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B47D322F-8E6C-C740-9424-B4336CB38605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A90CA4C8-0135-1444-9709-18E5C661430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6F5E61E2-0756-ED4D-8685-32B20FE49B37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28">
                  <a:extLst>
                    <a:ext uri="{FF2B5EF4-FFF2-40B4-BE49-F238E27FC236}">
                      <a16:creationId xmlns:a16="http://schemas.microsoft.com/office/drawing/2014/main" id="{9EB332DA-F807-8347-93F2-C5388D159AB7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44">
              <a:extLst>
                <a:ext uri="{FF2B5EF4-FFF2-40B4-BE49-F238E27FC236}">
                  <a16:creationId xmlns:a16="http://schemas.microsoft.com/office/drawing/2014/main" id="{426DCB6B-A219-374F-8F06-F18D724B8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id="96" name="Picture 45" descr="desktop_computer_stylized_medium">
                <a:extLst>
                  <a:ext uri="{FF2B5EF4-FFF2-40B4-BE49-F238E27FC236}">
                    <a16:creationId xmlns:a16="http://schemas.microsoft.com/office/drawing/2014/main" id="{BA7C916A-9A78-3E4C-80BC-A0D48EEB7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46">
                <a:extLst>
                  <a:ext uri="{FF2B5EF4-FFF2-40B4-BE49-F238E27FC236}">
                    <a16:creationId xmlns:a16="http://schemas.microsoft.com/office/drawing/2014/main" id="{3B939C3B-3462-3744-96CE-3ECDF9D8ED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265543F6-BA09-9844-B798-D9E4755DE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id="98" name="Picture 45" descr="desktop_computer_stylized_medium">
                <a:extLst>
                  <a:ext uri="{FF2B5EF4-FFF2-40B4-BE49-F238E27FC236}">
                    <a16:creationId xmlns:a16="http://schemas.microsoft.com/office/drawing/2014/main" id="{F5B56AF6-7AEE-0F4C-8EF5-5BAE871304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Freeform 46">
                <a:extLst>
                  <a:ext uri="{FF2B5EF4-FFF2-40B4-BE49-F238E27FC236}">
                    <a16:creationId xmlns:a16="http://schemas.microsoft.com/office/drawing/2014/main" id="{E5EF4B97-CB79-BF44-8332-3F89F741ACF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</p:grpSp>
      <p:sp>
        <p:nvSpPr>
          <p:cNvPr id="53" name="Rectangle 3">
            <a:extLst>
              <a:ext uri="{FF2B5EF4-FFF2-40B4-BE49-F238E27FC236}">
                <a16:creationId xmlns:a16="http://schemas.microsoft.com/office/drawing/2014/main" id="{3272ACEF-9C84-214A-B643-3A7A1976A772}"/>
              </a:ext>
            </a:extLst>
          </p:cNvPr>
          <p:cNvSpPr txBox="1">
            <a:spLocks noChangeArrowheads="1"/>
          </p:cNvSpPr>
          <p:nvPr/>
        </p:nvSpPr>
        <p:spPr>
          <a:xfrm>
            <a:off x="789457" y="1563480"/>
            <a:ext cx="6960458" cy="1374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388938">
              <a:lnSpc>
                <a:spcPts val="3000"/>
              </a:lnSpc>
              <a:buFont typeface="Wingdings" charset="0"/>
              <a:buNone/>
              <a:defRPr/>
            </a:pPr>
            <a:r>
              <a:rPr lang="en-US" i="1" u="sng" dirty="0">
                <a:solidFill>
                  <a:srgbClr val="CC0000"/>
                </a:solidFill>
              </a:rPr>
              <a:t>Q: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dirty="0"/>
              <a:t>how does switch know A’ reachable via interface 4, B’ reachable via interface 5?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A82580A7-8BF6-A34C-A06F-64205B1C4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393" y="2506650"/>
            <a:ext cx="5892981" cy="213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ts val="3000"/>
              </a:lnSpc>
              <a:buSzPct val="100000"/>
              <a:buNone/>
              <a:defRPr/>
            </a:pPr>
            <a:r>
              <a:rPr lang="en-US" i="1" u="sng" dirty="0">
                <a:solidFill>
                  <a:srgbClr val="CC0000"/>
                </a:solidFill>
              </a:rPr>
              <a:t>A:</a:t>
            </a:r>
            <a:r>
              <a:rPr lang="en-US" i="1" dirty="0">
                <a:solidFill>
                  <a:srgbClr val="CC0000"/>
                </a:solidFill>
              </a:rPr>
              <a:t>  </a:t>
            </a:r>
            <a:r>
              <a:rPr lang="en-US" dirty="0"/>
              <a:t>each switch has a </a:t>
            </a:r>
            <a:r>
              <a:rPr lang="en-US" dirty="0">
                <a:solidFill>
                  <a:srgbClr val="CC0000"/>
                </a:solidFill>
              </a:rPr>
              <a:t>switch table,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each entry:</a:t>
            </a:r>
          </a:p>
          <a:p>
            <a:pPr marL="522288" lvl="1" indent="-284163">
              <a:lnSpc>
                <a:spcPct val="100000"/>
              </a:lnSpc>
              <a:defRPr/>
            </a:pPr>
            <a:r>
              <a:rPr lang="en-US" dirty="0"/>
              <a:t>(MAC address of host, interface to reach host, time stamp)</a:t>
            </a:r>
          </a:p>
          <a:p>
            <a:pPr marL="522288" lvl="1" indent="-284163">
              <a:lnSpc>
                <a:spcPct val="100000"/>
              </a:lnSpc>
              <a:defRPr/>
            </a:pPr>
            <a:r>
              <a:rPr lang="en-US" dirty="0"/>
              <a:t>looks like a routing table!</a:t>
            </a: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B5C1B845-8A4E-8643-95FE-E6C348037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30" y="4863228"/>
            <a:ext cx="6100996" cy="168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461963" indent="-403225">
              <a:lnSpc>
                <a:spcPct val="90000"/>
              </a:lnSpc>
              <a:buFont typeface="Wingdings" charset="0"/>
              <a:buNone/>
              <a:defRPr/>
            </a:pPr>
            <a:r>
              <a:rPr lang="en-US" sz="3200" i="1" u="sng" dirty="0">
                <a:solidFill>
                  <a:srgbClr val="CC0000"/>
                </a:solidFill>
              </a:rPr>
              <a:t>Q:</a:t>
            </a:r>
            <a:r>
              <a:rPr lang="en-US" sz="3200" i="1" dirty="0">
                <a:solidFill>
                  <a:srgbClr val="CC0000"/>
                </a:solidFill>
              </a:rPr>
              <a:t> </a:t>
            </a:r>
            <a:r>
              <a:rPr lang="en-US" dirty="0"/>
              <a:t>how are entries created, maintained in switch table? </a:t>
            </a:r>
            <a:endParaRPr lang="en-US" sz="3200" dirty="0"/>
          </a:p>
          <a:p>
            <a:pPr marL="806450" lvl="1" indent="-284163">
              <a:lnSpc>
                <a:spcPct val="100000"/>
              </a:lnSpc>
              <a:defRPr/>
            </a:pPr>
            <a:r>
              <a:rPr lang="en-US" dirty="0"/>
              <a:t>something like a routing protocol?</a:t>
            </a:r>
          </a:p>
        </p:txBody>
      </p:sp>
    </p:spTree>
    <p:extLst>
      <p:ext uri="{BB962C8B-B14F-4D97-AF65-F5344CB8AC3E}">
        <p14:creationId xmlns:p14="http://schemas.microsoft.com/office/powerpoint/2010/main" val="220783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Switch: self-learning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491F554-2C7A-214A-897B-0FB0A1CB751B}"/>
              </a:ext>
            </a:extLst>
          </p:cNvPr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0924CCE-3F57-D049-9D0A-B1D8FCF20BDA}"/>
                </a:ext>
              </a:extLst>
            </p:cNvPr>
            <p:cNvCxnSpPr/>
            <p:nvPr/>
          </p:nvCxnSpPr>
          <p:spPr>
            <a:xfrm>
              <a:off x="9587512" y="2387296"/>
              <a:ext cx="0" cy="16481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 Box 23">
              <a:extLst>
                <a:ext uri="{FF2B5EF4-FFF2-40B4-BE49-F238E27FC236}">
                  <a16:creationId xmlns:a16="http://schemas.microsoft.com/office/drawing/2014/main" id="{6622E46D-9FDC-6942-8443-B6EE96C08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61" name="Text Box 24">
              <a:extLst>
                <a:ext uri="{FF2B5EF4-FFF2-40B4-BE49-F238E27FC236}">
                  <a16:creationId xmlns:a16="http://schemas.microsoft.com/office/drawing/2014/main" id="{FC43B703-F100-1449-9F08-04E8275B9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  <a:r>
                <a:rPr lang="en-US" sz="2400" i="0" kern="0" dirty="0">
                  <a:solidFill>
                    <a:srgbClr val="000000"/>
                  </a:solidFill>
                  <a:latin typeface="+mn-lt"/>
                  <a:cs typeface="Arial" charset="0"/>
                </a:rPr>
                <a:t>’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FF5419F0-A61E-DF4E-8994-AA7772D64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63" name="Text Box 26">
              <a:extLst>
                <a:ext uri="{FF2B5EF4-FFF2-40B4-BE49-F238E27FC236}">
                  <a16:creationId xmlns:a16="http://schemas.microsoft.com/office/drawing/2014/main" id="{6849FEF8-AECF-A148-8CDC-C71F2367A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  <a:r>
                <a:rPr lang="en-US" sz="2400" i="0" kern="0" dirty="0">
                  <a:solidFill>
                    <a:srgbClr val="000000"/>
                  </a:solidFill>
                  <a:latin typeface="+mn-lt"/>
                  <a:cs typeface="Arial" charset="0"/>
                </a:rPr>
                <a:t>’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64" name="Text Box 27">
              <a:extLst>
                <a:ext uri="{FF2B5EF4-FFF2-40B4-BE49-F238E27FC236}">
                  <a16:creationId xmlns:a16="http://schemas.microsoft.com/office/drawing/2014/main" id="{9424AF7D-A121-114C-AC5C-79FC84F5C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65" name="Text Box 28">
              <a:extLst>
                <a:ext uri="{FF2B5EF4-FFF2-40B4-BE49-F238E27FC236}">
                  <a16:creationId xmlns:a16="http://schemas.microsoft.com/office/drawing/2014/main" id="{200E3495-163D-C24E-87E9-B15114F84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Arial" charset="0"/>
                </a:rPr>
                <a:t>’</a:t>
              </a:r>
            </a:p>
          </p:txBody>
        </p:sp>
        <p:grpSp>
          <p:nvGrpSpPr>
            <p:cNvPr id="105" name="Group 49">
              <a:extLst>
                <a:ext uri="{FF2B5EF4-FFF2-40B4-BE49-F238E27FC236}">
                  <a16:creationId xmlns:a16="http://schemas.microsoft.com/office/drawing/2014/main" id="{2909A8E8-3B3E-B94A-A268-12FA81AA7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id="106" name="Picture 50" descr="desktop_computer_stylized_medium">
                <a:extLst>
                  <a:ext uri="{FF2B5EF4-FFF2-40B4-BE49-F238E27FC236}">
                    <a16:creationId xmlns:a16="http://schemas.microsoft.com/office/drawing/2014/main" id="{4C993D65-A8AC-C24F-A8E1-0C71ED99F0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51">
                <a:extLst>
                  <a:ext uri="{FF2B5EF4-FFF2-40B4-BE49-F238E27FC236}">
                    <a16:creationId xmlns:a16="http://schemas.microsoft.com/office/drawing/2014/main" id="{CB7E302C-C236-0244-87D6-1E3E70C4518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91" name="Group 49">
              <a:extLst>
                <a:ext uri="{FF2B5EF4-FFF2-40B4-BE49-F238E27FC236}">
                  <a16:creationId xmlns:a16="http://schemas.microsoft.com/office/drawing/2014/main" id="{5273BA26-CBE3-134E-8F22-04D4CD3E9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id="92" name="Picture 50" descr="desktop_computer_stylized_medium">
                <a:extLst>
                  <a:ext uri="{FF2B5EF4-FFF2-40B4-BE49-F238E27FC236}">
                    <a16:creationId xmlns:a16="http://schemas.microsoft.com/office/drawing/2014/main" id="{0B5C182E-CEBC-6E47-AB60-C100909931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51">
                <a:extLst>
                  <a:ext uri="{FF2B5EF4-FFF2-40B4-BE49-F238E27FC236}">
                    <a16:creationId xmlns:a16="http://schemas.microsoft.com/office/drawing/2014/main" id="{FDBA5721-FF64-F348-B964-2E26A4468A0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80" name="Text Box 35">
              <a:extLst>
                <a:ext uri="{FF2B5EF4-FFF2-40B4-BE49-F238E27FC236}">
                  <a16:creationId xmlns:a16="http://schemas.microsoft.com/office/drawing/2014/main" id="{D85F520A-7524-3D40-A439-8CDE292B3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81" name="Text Box 36">
              <a:extLst>
                <a:ext uri="{FF2B5EF4-FFF2-40B4-BE49-F238E27FC236}">
                  <a16:creationId xmlns:a16="http://schemas.microsoft.com/office/drawing/2014/main" id="{470DA178-E968-A943-85CD-CAF4B26DA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2</a:t>
              </a:r>
            </a:p>
          </p:txBody>
        </p:sp>
        <p:sp>
          <p:nvSpPr>
            <p:cNvPr id="82" name="Text Box 37">
              <a:extLst>
                <a:ext uri="{FF2B5EF4-FFF2-40B4-BE49-F238E27FC236}">
                  <a16:creationId xmlns:a16="http://schemas.microsoft.com/office/drawing/2014/main" id="{376E3621-6CFE-204E-8F4D-39AE53CF0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3</a:t>
              </a:r>
            </a:p>
          </p:txBody>
        </p:sp>
        <p:sp>
          <p:nvSpPr>
            <p:cNvPr id="83" name="Text Box 38">
              <a:extLst>
                <a:ext uri="{FF2B5EF4-FFF2-40B4-BE49-F238E27FC236}">
                  <a16:creationId xmlns:a16="http://schemas.microsoft.com/office/drawing/2014/main" id="{3011C175-89E3-8741-B58D-8B5BE4BAE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</a:t>
              </a:r>
            </a:p>
          </p:txBody>
        </p:sp>
        <p:sp>
          <p:nvSpPr>
            <p:cNvPr id="84" name="Text Box 39">
              <a:extLst>
                <a:ext uri="{FF2B5EF4-FFF2-40B4-BE49-F238E27FC236}">
                  <a16:creationId xmlns:a16="http://schemas.microsoft.com/office/drawing/2014/main" id="{5B29F5A1-B63E-3846-A3E2-58E4C5752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5</a:t>
              </a:r>
            </a:p>
          </p:txBody>
        </p:sp>
        <p:sp>
          <p:nvSpPr>
            <p:cNvPr id="85" name="Text Box 40">
              <a:extLst>
                <a:ext uri="{FF2B5EF4-FFF2-40B4-BE49-F238E27FC236}">
                  <a16:creationId xmlns:a16="http://schemas.microsoft.com/office/drawing/2014/main" id="{5D63FF79-DA8B-0342-A3E1-AD2B9A267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6</a:t>
              </a:r>
            </a:p>
          </p:txBody>
        </p:sp>
        <p:sp>
          <p:nvSpPr>
            <p:cNvPr id="108" name="Rectangle 37">
              <a:extLst>
                <a:ext uri="{FF2B5EF4-FFF2-40B4-BE49-F238E27FC236}">
                  <a16:creationId xmlns:a16="http://schemas.microsoft.com/office/drawing/2014/main" id="{25F61537-69D9-2542-AF7D-1F7D5E80C6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61713" y="273220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09" name="Rectangle 37">
              <a:extLst>
                <a:ext uri="{FF2B5EF4-FFF2-40B4-BE49-F238E27FC236}">
                  <a16:creationId xmlns:a16="http://schemas.microsoft.com/office/drawing/2014/main" id="{350C81E9-380A-7F46-91B4-FCA7A4B978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6898" y="363056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0" name="Rectangle 37">
              <a:extLst>
                <a:ext uri="{FF2B5EF4-FFF2-40B4-BE49-F238E27FC236}">
                  <a16:creationId xmlns:a16="http://schemas.microsoft.com/office/drawing/2014/main" id="{D9512E3C-142E-9744-90C8-CAECC0790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79799" y="273447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1" name="Rectangle 37">
              <a:extLst>
                <a:ext uri="{FF2B5EF4-FFF2-40B4-BE49-F238E27FC236}">
                  <a16:creationId xmlns:a16="http://schemas.microsoft.com/office/drawing/2014/main" id="{411F0A98-6385-274D-A80E-3786685FBD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94984" y="3632828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00" name="Group 44">
              <a:extLst>
                <a:ext uri="{FF2B5EF4-FFF2-40B4-BE49-F238E27FC236}">
                  <a16:creationId xmlns:a16="http://schemas.microsoft.com/office/drawing/2014/main" id="{D14AFC91-71E2-F24B-902C-C917FA8FA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id="102" name="Picture 45" descr="desktop_computer_stylized_medium">
                <a:extLst>
                  <a:ext uri="{FF2B5EF4-FFF2-40B4-BE49-F238E27FC236}">
                    <a16:creationId xmlns:a16="http://schemas.microsoft.com/office/drawing/2014/main" id="{9D322BDD-E57A-8444-8AFE-B4159D0BDD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" name="Freeform 46">
                <a:extLst>
                  <a:ext uri="{FF2B5EF4-FFF2-40B4-BE49-F238E27FC236}">
                    <a16:creationId xmlns:a16="http://schemas.microsoft.com/office/drawing/2014/main" id="{7E0B05B5-6E51-3D4F-A876-9F08381512D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pic>
          <p:nvPicPr>
            <p:cNvPr id="88" name="Picture 45" descr="desktop_computer_stylized_medium">
              <a:extLst>
                <a:ext uri="{FF2B5EF4-FFF2-40B4-BE49-F238E27FC236}">
                  <a16:creationId xmlns:a16="http://schemas.microsoft.com/office/drawing/2014/main" id="{6ED0D78A-97A6-FC4F-BA50-97C8A6D920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46">
              <a:extLst>
                <a:ext uri="{FF2B5EF4-FFF2-40B4-BE49-F238E27FC236}">
                  <a16:creationId xmlns:a16="http://schemas.microsoft.com/office/drawing/2014/main" id="{A05F0CAB-4DF9-BF46-9ACB-FF9BB4E4CEA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752102" y="3466315"/>
              <a:ext cx="414893" cy="339637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D7DEA5B-74C6-6D4E-A564-97C477937229}"/>
                </a:ext>
              </a:extLst>
            </p:cNvPr>
            <p:cNvCxnSpPr>
              <a:cxnSpLocks/>
              <a:stCxn id="108" idx="0"/>
              <a:endCxn id="111" idx="2"/>
            </p:cNvCxnSpPr>
            <p:nvPr/>
          </p:nvCxnSpPr>
          <p:spPr>
            <a:xfrm>
              <a:off x="8638885" y="2857428"/>
              <a:ext cx="1882821" cy="9006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8B44F92-1523-6C40-AD86-F840EA2D6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8700" y="2858184"/>
              <a:ext cx="1869638" cy="9044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37">
              <a:extLst>
                <a:ext uri="{FF2B5EF4-FFF2-40B4-BE49-F238E27FC236}">
                  <a16:creationId xmlns:a16="http://schemas.microsoft.com/office/drawing/2014/main" id="{D75AB559-876E-124D-AE96-8DE8C51BB9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4072" y="223052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119" name="Rectangle 37">
              <a:extLst>
                <a:ext uri="{FF2B5EF4-FFF2-40B4-BE49-F238E27FC236}">
                  <a16:creationId xmlns:a16="http://schemas.microsoft.com/office/drawing/2014/main" id="{75D02172-6808-7F4C-B887-5DF27DF57A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1052" y="3935912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BA061E6-1E33-7C4D-A760-2EAAE6F141CE}"/>
                </a:ext>
              </a:extLst>
            </p:cNvPr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EED6747-7F6F-7F43-9DCE-4375015BFE25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713BD2F3-A046-C844-9290-8007C98F1EE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8BA6AB3-60D9-084F-ADAD-5105679BCDE8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B47D322F-8E6C-C740-9424-B4336CB38605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A90CA4C8-0135-1444-9709-18E5C661430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6F5E61E2-0756-ED4D-8685-32B20FE49B37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 128">
                  <a:extLst>
                    <a:ext uri="{FF2B5EF4-FFF2-40B4-BE49-F238E27FC236}">
                      <a16:creationId xmlns:a16="http://schemas.microsoft.com/office/drawing/2014/main" id="{9EB332DA-F807-8347-93F2-C5388D159AB7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44">
              <a:extLst>
                <a:ext uri="{FF2B5EF4-FFF2-40B4-BE49-F238E27FC236}">
                  <a16:creationId xmlns:a16="http://schemas.microsoft.com/office/drawing/2014/main" id="{426DCB6B-A219-374F-8F06-F18D724B8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id="96" name="Picture 45" descr="desktop_computer_stylized_medium">
                <a:extLst>
                  <a:ext uri="{FF2B5EF4-FFF2-40B4-BE49-F238E27FC236}">
                    <a16:creationId xmlns:a16="http://schemas.microsoft.com/office/drawing/2014/main" id="{BA7C916A-9A78-3E4C-80BC-A0D48EEB7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46">
                <a:extLst>
                  <a:ext uri="{FF2B5EF4-FFF2-40B4-BE49-F238E27FC236}">
                    <a16:creationId xmlns:a16="http://schemas.microsoft.com/office/drawing/2014/main" id="{3B939C3B-3462-3744-96CE-3ECDF9D8ED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265543F6-BA09-9844-B798-D9E4755DE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id="98" name="Picture 45" descr="desktop_computer_stylized_medium">
                <a:extLst>
                  <a:ext uri="{FF2B5EF4-FFF2-40B4-BE49-F238E27FC236}">
                    <a16:creationId xmlns:a16="http://schemas.microsoft.com/office/drawing/2014/main" id="{F5B56AF6-7AEE-0F4C-8EF5-5BAE871304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Freeform 46">
                <a:extLst>
                  <a:ext uri="{FF2B5EF4-FFF2-40B4-BE49-F238E27FC236}">
                    <a16:creationId xmlns:a16="http://schemas.microsoft.com/office/drawing/2014/main" id="{E5EF4B97-CB79-BF44-8332-3F89F741ACF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</p:grpSp>
      <p:sp>
        <p:nvSpPr>
          <p:cNvPr id="56" name="Rectangle 3">
            <a:extLst>
              <a:ext uri="{FF2B5EF4-FFF2-40B4-BE49-F238E27FC236}">
                <a16:creationId xmlns:a16="http://schemas.microsoft.com/office/drawing/2014/main" id="{85F01849-AEE6-3441-878F-12EDB7FD0A7C}"/>
              </a:ext>
            </a:extLst>
          </p:cNvPr>
          <p:cNvSpPr txBox="1">
            <a:spLocks noChangeArrowheads="1"/>
          </p:cNvSpPr>
          <p:nvPr/>
        </p:nvSpPr>
        <p:spPr>
          <a:xfrm>
            <a:off x="976536" y="1261672"/>
            <a:ext cx="5123322" cy="4956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indent="-231775">
              <a:lnSpc>
                <a:spcPct val="100000"/>
              </a:lnSpc>
              <a:defRPr/>
            </a:pPr>
            <a:r>
              <a:rPr lang="en-US" sz="3200" dirty="0"/>
              <a:t>switch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i="1" dirty="0">
                <a:solidFill>
                  <a:srgbClr val="CC0000"/>
                </a:solidFill>
              </a:rPr>
              <a:t>learns</a:t>
            </a:r>
            <a:r>
              <a:rPr lang="en-US" sz="3200" dirty="0">
                <a:solidFill>
                  <a:srgbClr val="CC0000"/>
                </a:solidFill>
              </a:rPr>
              <a:t> </a:t>
            </a:r>
            <a:r>
              <a:rPr lang="en-US" sz="3200" dirty="0"/>
              <a:t>which hosts can be reached through which interfaces</a:t>
            </a:r>
          </a:p>
        </p:txBody>
      </p:sp>
      <p:grpSp>
        <p:nvGrpSpPr>
          <p:cNvPr id="87" name="Group 36">
            <a:extLst>
              <a:ext uri="{FF2B5EF4-FFF2-40B4-BE49-F238E27FC236}">
                <a16:creationId xmlns:a16="http://schemas.microsoft.com/office/drawing/2014/main" id="{DAA48F12-6533-5E49-BC8C-E6111336043F}"/>
              </a:ext>
            </a:extLst>
          </p:cNvPr>
          <p:cNvGrpSpPr>
            <a:grpSpLocks/>
          </p:cNvGrpSpPr>
          <p:nvPr/>
        </p:nvGrpSpPr>
        <p:grpSpPr bwMode="auto">
          <a:xfrm>
            <a:off x="9401904" y="1700213"/>
            <a:ext cx="1428750" cy="369887"/>
            <a:chOff x="1750" y="3514"/>
            <a:chExt cx="900" cy="233"/>
          </a:xfrm>
        </p:grpSpPr>
        <p:sp>
          <p:nvSpPr>
            <p:cNvPr id="90" name="Rectangle 32">
              <a:extLst>
                <a:ext uri="{FF2B5EF4-FFF2-40B4-BE49-F238E27FC236}">
                  <a16:creationId xmlns:a16="http://schemas.microsoft.com/office/drawing/2014/main" id="{D78A7103-7C7E-4148-ADEE-247272ED7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4" name="Text Box 33">
              <a:extLst>
                <a:ext uri="{FF2B5EF4-FFF2-40B4-BE49-F238E27FC236}">
                  <a16:creationId xmlns:a16="http://schemas.microsoft.com/office/drawing/2014/main" id="{DFB7B335-ED11-BB47-948B-912AABEB9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 A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01" name="Line 34">
              <a:extLst>
                <a:ext uri="{FF2B5EF4-FFF2-40B4-BE49-F238E27FC236}">
                  <a16:creationId xmlns:a16="http://schemas.microsoft.com/office/drawing/2014/main" id="{5AD7E61E-1B4F-9F40-849C-B58555EB7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4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4" name="Line 35">
              <a:extLst>
                <a:ext uri="{FF2B5EF4-FFF2-40B4-BE49-F238E27FC236}">
                  <a16:creationId xmlns:a16="http://schemas.microsoft.com/office/drawing/2014/main" id="{9BB2E148-C440-834C-AD0F-790E8F10D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12" name="Group 41">
            <a:extLst>
              <a:ext uri="{FF2B5EF4-FFF2-40B4-BE49-F238E27FC236}">
                <a16:creationId xmlns:a16="http://schemas.microsoft.com/office/drawing/2014/main" id="{3C28E805-471B-E04D-97A8-9A5E40DFB23E}"/>
              </a:ext>
            </a:extLst>
          </p:cNvPr>
          <p:cNvGrpSpPr>
            <a:grpSpLocks/>
          </p:cNvGrpSpPr>
          <p:nvPr/>
        </p:nvGrpSpPr>
        <p:grpSpPr bwMode="auto">
          <a:xfrm>
            <a:off x="9617804" y="1001713"/>
            <a:ext cx="1450975" cy="714375"/>
            <a:chOff x="4406" y="331"/>
            <a:chExt cx="914" cy="450"/>
          </a:xfrm>
        </p:grpSpPr>
        <p:sp>
          <p:nvSpPr>
            <p:cNvPr id="113" name="Line 37">
              <a:extLst>
                <a:ext uri="{FF2B5EF4-FFF2-40B4-BE49-F238E27FC236}">
                  <a16:creationId xmlns:a16="http://schemas.microsoft.com/office/drawing/2014/main" id="{6AB9F431-37D8-8C42-BF8F-9B4CFEC5C6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4" name="Line 38">
              <a:extLst>
                <a:ext uri="{FF2B5EF4-FFF2-40B4-BE49-F238E27FC236}">
                  <a16:creationId xmlns:a16="http://schemas.microsoft.com/office/drawing/2014/main" id="{01DF6A7E-0C82-EF4D-B658-AFDC6B1307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5" name="Text Box 39">
              <a:extLst>
                <a:ext uri="{FF2B5EF4-FFF2-40B4-BE49-F238E27FC236}">
                  <a16:creationId xmlns:a16="http://schemas.microsoft.com/office/drawing/2014/main" id="{89A8208A-B64D-A649-BF1C-4C74413EA2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Source: A</a:t>
              </a:r>
            </a:p>
          </p:txBody>
        </p:sp>
        <p:sp>
          <p:nvSpPr>
            <p:cNvPr id="117" name="Text Box 40">
              <a:extLst>
                <a:ext uri="{FF2B5EF4-FFF2-40B4-BE49-F238E27FC236}">
                  <a16:creationId xmlns:a16="http://schemas.microsoft.com/office/drawing/2014/main" id="{DAE4B472-EC59-3840-A021-8B5DF3B06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Dest: A</a:t>
              </a:r>
              <a:r>
                <a:rPr kumimoji="0" lang="ja-JP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36" name="Group 47">
            <a:extLst>
              <a:ext uri="{FF2B5EF4-FFF2-40B4-BE49-F238E27FC236}">
                <a16:creationId xmlns:a16="http://schemas.microsoft.com/office/drawing/2014/main" id="{1B12577C-0191-8E4E-A291-946524830733}"/>
              </a:ext>
            </a:extLst>
          </p:cNvPr>
          <p:cNvGrpSpPr>
            <a:grpSpLocks/>
          </p:cNvGrpSpPr>
          <p:nvPr/>
        </p:nvGrpSpPr>
        <p:grpSpPr bwMode="auto">
          <a:xfrm>
            <a:off x="6859613" y="5161978"/>
            <a:ext cx="3017838" cy="1444625"/>
            <a:chOff x="3441" y="3154"/>
            <a:chExt cx="1901" cy="910"/>
          </a:xfrm>
        </p:grpSpPr>
        <p:sp>
          <p:nvSpPr>
            <p:cNvPr id="137" name="Rectangle 43">
              <a:extLst>
                <a:ext uri="{FF2B5EF4-FFF2-40B4-BE49-F238E27FC236}">
                  <a16:creationId xmlns:a16="http://schemas.microsoft.com/office/drawing/2014/main" id="{CFC4983A-87EB-6F46-ABFC-40F8E7DC6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38" name="Text Box 42">
              <a:extLst>
                <a:ext uri="{FF2B5EF4-FFF2-40B4-BE49-F238E27FC236}">
                  <a16:creationId xmlns:a16="http://schemas.microsoft.com/office/drawing/2014/main" id="{73B1613F-E0C4-884E-BF3F-ED286CD79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139" name="Line 44">
              <a:extLst>
                <a:ext uri="{FF2B5EF4-FFF2-40B4-BE49-F238E27FC236}">
                  <a16:creationId xmlns:a16="http://schemas.microsoft.com/office/drawing/2014/main" id="{27310E1A-F7A8-C34F-B4AB-DA69889E7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40" name="Line 45">
              <a:extLst>
                <a:ext uri="{FF2B5EF4-FFF2-40B4-BE49-F238E27FC236}">
                  <a16:creationId xmlns:a16="http://schemas.microsoft.com/office/drawing/2014/main" id="{8D5C0673-87EF-E145-991E-580068245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41" name="Line 46">
              <a:extLst>
                <a:ext uri="{FF2B5EF4-FFF2-40B4-BE49-F238E27FC236}">
                  <a16:creationId xmlns:a16="http://schemas.microsoft.com/office/drawing/2014/main" id="{25D52884-545E-1443-BF74-A53234D42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42" name="Text Box 48">
            <a:extLst>
              <a:ext uri="{FF2B5EF4-FFF2-40B4-BE49-F238E27FC236}">
                <a16:creationId xmlns:a16="http://schemas.microsoft.com/office/drawing/2014/main" id="{2C00B571-E4E4-084A-9CDA-551389440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998" y="5026261"/>
            <a:ext cx="172402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143" name="Group 53">
            <a:extLst>
              <a:ext uri="{FF2B5EF4-FFF2-40B4-BE49-F238E27FC236}">
                <a16:creationId xmlns:a16="http://schemas.microsoft.com/office/drawing/2014/main" id="{D17C6D36-E54D-044E-A019-1162299E8C67}"/>
              </a:ext>
            </a:extLst>
          </p:cNvPr>
          <p:cNvGrpSpPr>
            <a:grpSpLocks/>
          </p:cNvGrpSpPr>
          <p:nvPr/>
        </p:nvGrpSpPr>
        <p:grpSpPr bwMode="auto">
          <a:xfrm>
            <a:off x="7294588" y="5595366"/>
            <a:ext cx="2471738" cy="376237"/>
            <a:chOff x="2376" y="3383"/>
            <a:chExt cx="1557" cy="237"/>
          </a:xfrm>
        </p:grpSpPr>
        <p:sp>
          <p:nvSpPr>
            <p:cNvPr id="144" name="Text Box 49">
              <a:extLst>
                <a:ext uri="{FF2B5EF4-FFF2-40B4-BE49-F238E27FC236}">
                  <a16:creationId xmlns:a16="http://schemas.microsoft.com/office/drawing/2014/main" id="{10AD2303-735E-E141-A4FF-C74D8EE49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145" name="Text Box 50">
              <a:extLst>
                <a:ext uri="{FF2B5EF4-FFF2-40B4-BE49-F238E27FC236}">
                  <a16:creationId xmlns:a16="http://schemas.microsoft.com/office/drawing/2014/main" id="{6F0C2F89-1DDF-4F4A-8300-2FCD7BA38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46" name="Text Box 51">
              <a:extLst>
                <a:ext uri="{FF2B5EF4-FFF2-40B4-BE49-F238E27FC236}">
                  <a16:creationId xmlns:a16="http://schemas.microsoft.com/office/drawing/2014/main" id="{53CB1A69-A5BC-F24D-B6A2-DB1296661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sp>
        <p:nvSpPr>
          <p:cNvPr id="147" name="Rectangle 3">
            <a:extLst>
              <a:ext uri="{FF2B5EF4-FFF2-40B4-BE49-F238E27FC236}">
                <a16:creationId xmlns:a16="http://schemas.microsoft.com/office/drawing/2014/main" id="{FBFA79B0-81AC-9341-8AC3-2D621A889701}"/>
              </a:ext>
            </a:extLst>
          </p:cNvPr>
          <p:cNvSpPr txBox="1">
            <a:spLocks noChangeArrowheads="1"/>
          </p:cNvSpPr>
          <p:nvPr/>
        </p:nvSpPr>
        <p:spPr>
          <a:xfrm>
            <a:off x="770121" y="2803034"/>
            <a:ext cx="5123322" cy="1410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1038" lvl="1" indent="-223838">
              <a:lnSpc>
                <a:spcPct val="100000"/>
              </a:lnSpc>
              <a:defRPr/>
            </a:pPr>
            <a:r>
              <a:rPr lang="en-US" sz="2800" dirty="0"/>
              <a:t>when frame received, switch “learns”  location of sender: incoming LAN segment</a:t>
            </a:r>
          </a:p>
        </p:txBody>
      </p:sp>
      <p:sp>
        <p:nvSpPr>
          <p:cNvPr id="148" name="Rectangle 3">
            <a:extLst>
              <a:ext uri="{FF2B5EF4-FFF2-40B4-BE49-F238E27FC236}">
                <a16:creationId xmlns:a16="http://schemas.microsoft.com/office/drawing/2014/main" id="{F0D7D631-1213-B24D-A84E-319118ACBB6D}"/>
              </a:ext>
            </a:extLst>
          </p:cNvPr>
          <p:cNvSpPr txBox="1">
            <a:spLocks noChangeArrowheads="1"/>
          </p:cNvSpPr>
          <p:nvPr/>
        </p:nvSpPr>
        <p:spPr>
          <a:xfrm>
            <a:off x="783624" y="4101328"/>
            <a:ext cx="5123322" cy="1037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1038" lvl="1" indent="-223838">
              <a:lnSpc>
                <a:spcPct val="100000"/>
              </a:lnSpc>
              <a:defRPr/>
            </a:pPr>
            <a:r>
              <a:rPr lang="en-US" sz="2800" dirty="0"/>
              <a:t>records sender/location pair in switch table</a:t>
            </a:r>
          </a:p>
        </p:txBody>
      </p:sp>
    </p:spTree>
    <p:extLst>
      <p:ext uri="{BB962C8B-B14F-4D97-AF65-F5344CB8AC3E}">
        <p14:creationId xmlns:p14="http://schemas.microsoft.com/office/powerpoint/2010/main" val="190616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48148E-6 L -0.1069 0.11481 L -0.1069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2" y="1215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147" grpId="0"/>
      <p:bldP spid="14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D9C7336-B284-B248-977F-12A6ED5617B2}"/>
              </a:ext>
            </a:extLst>
          </p:cNvPr>
          <p:cNvGrpSpPr/>
          <p:nvPr/>
        </p:nvGrpSpPr>
        <p:grpSpPr>
          <a:xfrm>
            <a:off x="6860837" y="1886940"/>
            <a:ext cx="3578613" cy="3064134"/>
            <a:chOff x="7670306" y="1697644"/>
            <a:chExt cx="3578613" cy="3064134"/>
          </a:xfrm>
        </p:grpSpPr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19CA1041-69D6-AC4E-B034-24CA20B57C9C}"/>
                </a:ext>
              </a:extLst>
            </p:cNvPr>
            <p:cNvCxnSpPr/>
            <p:nvPr/>
          </p:nvCxnSpPr>
          <p:spPr>
            <a:xfrm>
              <a:off x="9587512" y="2387296"/>
              <a:ext cx="0" cy="16481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 Box 23">
              <a:extLst>
                <a:ext uri="{FF2B5EF4-FFF2-40B4-BE49-F238E27FC236}">
                  <a16:creationId xmlns:a16="http://schemas.microsoft.com/office/drawing/2014/main" id="{442EB782-14E1-9E40-83D8-F1C1B938D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234" name="Text Box 24">
              <a:extLst>
                <a:ext uri="{FF2B5EF4-FFF2-40B4-BE49-F238E27FC236}">
                  <a16:creationId xmlns:a16="http://schemas.microsoft.com/office/drawing/2014/main" id="{0318F838-23C5-BE44-9E0A-BDEEDCAB6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A</a:t>
              </a:r>
              <a:r>
                <a:rPr lang="en-US" sz="2400" i="0" kern="0" dirty="0">
                  <a:solidFill>
                    <a:srgbClr val="000000"/>
                  </a:solidFill>
                  <a:latin typeface="+mn-lt"/>
                  <a:cs typeface="Arial" charset="0"/>
                </a:rPr>
                <a:t>’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235" name="Text Box 25">
              <a:extLst>
                <a:ext uri="{FF2B5EF4-FFF2-40B4-BE49-F238E27FC236}">
                  <a16:creationId xmlns:a16="http://schemas.microsoft.com/office/drawing/2014/main" id="{63DDD5B0-A791-0E47-A5AA-5DF8B5F1A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236" name="Text Box 26">
              <a:extLst>
                <a:ext uri="{FF2B5EF4-FFF2-40B4-BE49-F238E27FC236}">
                  <a16:creationId xmlns:a16="http://schemas.microsoft.com/office/drawing/2014/main" id="{C027FE79-CD04-FD4A-881F-30A897250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B</a:t>
              </a:r>
              <a:r>
                <a:rPr lang="en-US" sz="2400" i="0" kern="0" dirty="0">
                  <a:solidFill>
                    <a:srgbClr val="000000"/>
                  </a:solidFill>
                  <a:latin typeface="+mn-lt"/>
                  <a:cs typeface="Arial" charset="0"/>
                </a:rPr>
                <a:t>’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237" name="Text Box 27">
              <a:extLst>
                <a:ext uri="{FF2B5EF4-FFF2-40B4-BE49-F238E27FC236}">
                  <a16:creationId xmlns:a16="http://schemas.microsoft.com/office/drawing/2014/main" id="{A053DC0F-643C-F04F-B0B7-D3D3390D08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</a:p>
          </p:txBody>
        </p:sp>
        <p:sp>
          <p:nvSpPr>
            <p:cNvPr id="238" name="Text Box 28">
              <a:extLst>
                <a:ext uri="{FF2B5EF4-FFF2-40B4-BE49-F238E27FC236}">
                  <a16:creationId xmlns:a16="http://schemas.microsoft.com/office/drawing/2014/main" id="{B0BD91C8-3388-7343-9A43-D6ECC51BD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C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Arial" charset="0"/>
                </a:rPr>
                <a:t>’</a:t>
              </a:r>
            </a:p>
          </p:txBody>
        </p:sp>
        <p:grpSp>
          <p:nvGrpSpPr>
            <p:cNvPr id="239" name="Group 49">
              <a:extLst>
                <a:ext uri="{FF2B5EF4-FFF2-40B4-BE49-F238E27FC236}">
                  <a16:creationId xmlns:a16="http://schemas.microsoft.com/office/drawing/2014/main" id="{F3D12A85-8DCB-6F4C-87B3-910D40AD49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id="276" name="Picture 50" descr="desktop_computer_stylized_medium">
                <a:extLst>
                  <a:ext uri="{FF2B5EF4-FFF2-40B4-BE49-F238E27FC236}">
                    <a16:creationId xmlns:a16="http://schemas.microsoft.com/office/drawing/2014/main" id="{0FA5F242-D9CC-7B43-8B0F-CAA8253CEA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7" name="Freeform 51">
                <a:extLst>
                  <a:ext uri="{FF2B5EF4-FFF2-40B4-BE49-F238E27FC236}">
                    <a16:creationId xmlns:a16="http://schemas.microsoft.com/office/drawing/2014/main" id="{4E3DB5FC-CF20-3248-9431-D1DB3E948DF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40" name="Group 49">
              <a:extLst>
                <a:ext uri="{FF2B5EF4-FFF2-40B4-BE49-F238E27FC236}">
                  <a16:creationId xmlns:a16="http://schemas.microsoft.com/office/drawing/2014/main" id="{258BBD35-B717-1C41-8439-B58A64DE32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id="274" name="Picture 50" descr="desktop_computer_stylized_medium">
                <a:extLst>
                  <a:ext uri="{FF2B5EF4-FFF2-40B4-BE49-F238E27FC236}">
                    <a16:creationId xmlns:a16="http://schemas.microsoft.com/office/drawing/2014/main" id="{6340044B-A1E6-C542-8E79-5919087AB8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5" name="Freeform 51">
                <a:extLst>
                  <a:ext uri="{FF2B5EF4-FFF2-40B4-BE49-F238E27FC236}">
                    <a16:creationId xmlns:a16="http://schemas.microsoft.com/office/drawing/2014/main" id="{733DB364-ACCE-4B43-AE61-F2D72C3FE79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sp>
          <p:nvSpPr>
            <p:cNvPr id="241" name="Text Box 35">
              <a:extLst>
                <a:ext uri="{FF2B5EF4-FFF2-40B4-BE49-F238E27FC236}">
                  <a16:creationId xmlns:a16="http://schemas.microsoft.com/office/drawing/2014/main" id="{B2B2BEF6-3229-AC41-BF08-049A7A48F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242" name="Text Box 36">
              <a:extLst>
                <a:ext uri="{FF2B5EF4-FFF2-40B4-BE49-F238E27FC236}">
                  <a16:creationId xmlns:a16="http://schemas.microsoft.com/office/drawing/2014/main" id="{29AB05FA-043D-1141-98C2-F8D6AD2F6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2</a:t>
              </a:r>
            </a:p>
          </p:txBody>
        </p:sp>
        <p:sp>
          <p:nvSpPr>
            <p:cNvPr id="243" name="Text Box 37">
              <a:extLst>
                <a:ext uri="{FF2B5EF4-FFF2-40B4-BE49-F238E27FC236}">
                  <a16:creationId xmlns:a16="http://schemas.microsoft.com/office/drawing/2014/main" id="{845B5800-C9CB-9C48-BBE7-C52D3843E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3</a:t>
              </a:r>
            </a:p>
          </p:txBody>
        </p:sp>
        <p:sp>
          <p:nvSpPr>
            <p:cNvPr id="244" name="Text Box 38">
              <a:extLst>
                <a:ext uri="{FF2B5EF4-FFF2-40B4-BE49-F238E27FC236}">
                  <a16:creationId xmlns:a16="http://schemas.microsoft.com/office/drawing/2014/main" id="{6641849E-350C-FA4A-8B4F-5659349E1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4</a:t>
              </a:r>
            </a:p>
          </p:txBody>
        </p:sp>
        <p:sp>
          <p:nvSpPr>
            <p:cNvPr id="245" name="Text Box 39">
              <a:extLst>
                <a:ext uri="{FF2B5EF4-FFF2-40B4-BE49-F238E27FC236}">
                  <a16:creationId xmlns:a16="http://schemas.microsoft.com/office/drawing/2014/main" id="{EA081912-6C33-A94C-B256-B5A4BA7F1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5</a:t>
              </a:r>
            </a:p>
          </p:txBody>
        </p:sp>
        <p:sp>
          <p:nvSpPr>
            <p:cNvPr id="246" name="Text Box 40">
              <a:extLst>
                <a:ext uri="{FF2B5EF4-FFF2-40B4-BE49-F238E27FC236}">
                  <a16:creationId xmlns:a16="http://schemas.microsoft.com/office/drawing/2014/main" id="{537638BC-1028-1D4B-B4E0-32654E447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6</a:t>
              </a:r>
            </a:p>
          </p:txBody>
        </p:sp>
        <p:sp>
          <p:nvSpPr>
            <p:cNvPr id="247" name="Rectangle 37">
              <a:extLst>
                <a:ext uri="{FF2B5EF4-FFF2-40B4-BE49-F238E27FC236}">
                  <a16:creationId xmlns:a16="http://schemas.microsoft.com/office/drawing/2014/main" id="{90D086F5-7A0E-AA45-A64C-8A5FF6B159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61713" y="2732203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248" name="Rectangle 37">
              <a:extLst>
                <a:ext uri="{FF2B5EF4-FFF2-40B4-BE49-F238E27FC236}">
                  <a16:creationId xmlns:a16="http://schemas.microsoft.com/office/drawing/2014/main" id="{BA79AAD5-72BD-E845-9E60-E71A083155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6898" y="3630561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249" name="Rectangle 37">
              <a:extLst>
                <a:ext uri="{FF2B5EF4-FFF2-40B4-BE49-F238E27FC236}">
                  <a16:creationId xmlns:a16="http://schemas.microsoft.com/office/drawing/2014/main" id="{53C00B0F-614B-9B4A-8B5D-F18B57A035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79799" y="2734470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250" name="Rectangle 37">
              <a:extLst>
                <a:ext uri="{FF2B5EF4-FFF2-40B4-BE49-F238E27FC236}">
                  <a16:creationId xmlns:a16="http://schemas.microsoft.com/office/drawing/2014/main" id="{49C94F37-988D-9C40-8F4A-18EA0D63489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594984" y="3632828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251" name="Group 44">
              <a:extLst>
                <a:ext uri="{FF2B5EF4-FFF2-40B4-BE49-F238E27FC236}">
                  <a16:creationId xmlns:a16="http://schemas.microsoft.com/office/drawing/2014/main" id="{7E9300E7-296C-AF4E-B26B-6F621B493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id="272" name="Picture 45" descr="desktop_computer_stylized_medium">
                <a:extLst>
                  <a:ext uri="{FF2B5EF4-FFF2-40B4-BE49-F238E27FC236}">
                    <a16:creationId xmlns:a16="http://schemas.microsoft.com/office/drawing/2014/main" id="{BB1D91A6-CE77-6745-9F01-197C26458F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3" name="Freeform 46">
                <a:extLst>
                  <a:ext uri="{FF2B5EF4-FFF2-40B4-BE49-F238E27FC236}">
                    <a16:creationId xmlns:a16="http://schemas.microsoft.com/office/drawing/2014/main" id="{006EE6F6-0578-544E-992A-7AB336043B6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pic>
          <p:nvPicPr>
            <p:cNvPr id="252" name="Picture 45" descr="desktop_computer_stylized_medium">
              <a:extLst>
                <a:ext uri="{FF2B5EF4-FFF2-40B4-BE49-F238E27FC236}">
                  <a16:creationId xmlns:a16="http://schemas.microsoft.com/office/drawing/2014/main" id="{9ACA2EB6-F20A-2C4B-8A2F-E6D3F5E5F4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3" name="Freeform 46">
              <a:extLst>
                <a:ext uri="{FF2B5EF4-FFF2-40B4-BE49-F238E27FC236}">
                  <a16:creationId xmlns:a16="http://schemas.microsoft.com/office/drawing/2014/main" id="{FFF48EE2-DF55-E144-A9BA-13654A919B9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752102" y="3466315"/>
              <a:ext cx="414893" cy="339637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786E80F9-DAE6-1B41-8589-04255A26C26C}"/>
                </a:ext>
              </a:extLst>
            </p:cNvPr>
            <p:cNvCxnSpPr>
              <a:cxnSpLocks/>
              <a:stCxn id="247" idx="0"/>
              <a:endCxn id="250" idx="2"/>
            </p:cNvCxnSpPr>
            <p:nvPr/>
          </p:nvCxnSpPr>
          <p:spPr>
            <a:xfrm>
              <a:off x="8638885" y="2857428"/>
              <a:ext cx="1882821" cy="9006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15D3AA51-A22B-CA45-B72B-D80C35362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8700" y="2858184"/>
              <a:ext cx="1869638" cy="9044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angle 37">
              <a:extLst>
                <a:ext uri="{FF2B5EF4-FFF2-40B4-BE49-F238E27FC236}">
                  <a16:creationId xmlns:a16="http://schemas.microsoft.com/office/drawing/2014/main" id="{067CFD89-4499-D246-A986-D0BCD2B68E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4072" y="2230527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sp>
          <p:nvSpPr>
            <p:cNvPr id="257" name="Rectangle 37">
              <a:extLst>
                <a:ext uri="{FF2B5EF4-FFF2-40B4-BE49-F238E27FC236}">
                  <a16:creationId xmlns:a16="http://schemas.microsoft.com/office/drawing/2014/main" id="{61A42C6C-B063-584F-BF1D-F06305DDE7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531052" y="3935912"/>
              <a:ext cx="103894" cy="250450"/>
            </a:xfrm>
            <a:prstGeom prst="rect">
              <a:avLst/>
            </a:prstGeom>
            <a:gradFill rotWithShape="1"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</a:gsLst>
              <a:lin ang="0" scaled="1"/>
            </a:gradFill>
            <a:ln w="9525">
              <a:solidFill>
                <a:srgbClr val="008000">
                  <a:alpha val="15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ＭＳ Ｐゴシック" charset="0"/>
                </a:rPr>
                <a:t> </a:t>
              </a:r>
            </a:p>
          </p:txBody>
        </p: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AF5A4350-90DC-1B4D-96F3-BB88397B0C86}"/>
                </a:ext>
              </a:extLst>
            </p:cNvPr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39002E78-2621-974E-B083-B26AFB5BECD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4E4FBC91-5F89-5B45-ADE8-ECD82C1228A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B0D16B52-431B-3C43-9235-AEE9F9BC6347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3FA7CB23-A881-CF4A-BF07-A7DFE7D23EB9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02B7B083-6A6E-184A-92E8-9F1B934DE8FD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56145C06-CABB-F140-BE89-9C6F8A9D8183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Freeform 270">
                  <a:extLst>
                    <a:ext uri="{FF2B5EF4-FFF2-40B4-BE49-F238E27FC236}">
                      <a16:creationId xmlns:a16="http://schemas.microsoft.com/office/drawing/2014/main" id="{EFB9D617-C10B-044D-905E-DB979763CE54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59" name="Group 44">
              <a:extLst>
                <a:ext uri="{FF2B5EF4-FFF2-40B4-BE49-F238E27FC236}">
                  <a16:creationId xmlns:a16="http://schemas.microsoft.com/office/drawing/2014/main" id="{3019FB51-9833-4343-8126-22D5F2F3D9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id="263" name="Picture 45" descr="desktop_computer_stylized_medium">
                <a:extLst>
                  <a:ext uri="{FF2B5EF4-FFF2-40B4-BE49-F238E27FC236}">
                    <a16:creationId xmlns:a16="http://schemas.microsoft.com/office/drawing/2014/main" id="{B0D7DBF9-401C-CD44-9543-1523E4E9D0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4" name="Freeform 46">
                <a:extLst>
                  <a:ext uri="{FF2B5EF4-FFF2-40B4-BE49-F238E27FC236}">
                    <a16:creationId xmlns:a16="http://schemas.microsoft.com/office/drawing/2014/main" id="{A575CFD9-375B-754C-B04B-92FCB9BD719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60" name="Group 44">
              <a:extLst>
                <a:ext uri="{FF2B5EF4-FFF2-40B4-BE49-F238E27FC236}">
                  <a16:creationId xmlns:a16="http://schemas.microsoft.com/office/drawing/2014/main" id="{89E2D833-C5F0-7D4C-931F-4B3742677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id="261" name="Picture 45" descr="desktop_computer_stylized_medium">
                <a:extLst>
                  <a:ext uri="{FF2B5EF4-FFF2-40B4-BE49-F238E27FC236}">
                    <a16:creationId xmlns:a16="http://schemas.microsoft.com/office/drawing/2014/main" id="{548CE23B-194D-254B-8DDD-77CBA1F3C9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2" name="Freeform 46">
                <a:extLst>
                  <a:ext uri="{FF2B5EF4-FFF2-40B4-BE49-F238E27FC236}">
                    <a16:creationId xmlns:a16="http://schemas.microsoft.com/office/drawing/2014/main" id="{AA81A17E-A136-9648-BEC6-6585B4A5807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Self-learning, forwarding: example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174" name="Group 32">
            <a:extLst>
              <a:ext uri="{FF2B5EF4-FFF2-40B4-BE49-F238E27FC236}">
                <a16:creationId xmlns:a16="http://schemas.microsoft.com/office/drawing/2014/main" id="{C266851A-F364-8B48-9090-9CB1462826F1}"/>
              </a:ext>
            </a:extLst>
          </p:cNvPr>
          <p:cNvGrpSpPr>
            <a:grpSpLocks/>
          </p:cNvGrpSpPr>
          <p:nvPr/>
        </p:nvGrpSpPr>
        <p:grpSpPr bwMode="auto">
          <a:xfrm>
            <a:off x="9177051" y="1598718"/>
            <a:ext cx="1428750" cy="369887"/>
            <a:chOff x="1750" y="3514"/>
            <a:chExt cx="900" cy="233"/>
          </a:xfrm>
        </p:grpSpPr>
        <p:sp>
          <p:nvSpPr>
            <p:cNvPr id="175" name="Rectangle 33">
              <a:extLst>
                <a:ext uri="{FF2B5EF4-FFF2-40B4-BE49-F238E27FC236}">
                  <a16:creationId xmlns:a16="http://schemas.microsoft.com/office/drawing/2014/main" id="{485FB877-F911-EB4F-A49F-95B5441AC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6" name="Text Box 34">
              <a:extLst>
                <a:ext uri="{FF2B5EF4-FFF2-40B4-BE49-F238E27FC236}">
                  <a16:creationId xmlns:a16="http://schemas.microsoft.com/office/drawing/2014/main" id="{9647B7AF-99C3-0645-BCDD-C2443A75E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 A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7" name="Line 35">
              <a:extLst>
                <a:ext uri="{FF2B5EF4-FFF2-40B4-BE49-F238E27FC236}">
                  <a16:creationId xmlns:a16="http://schemas.microsoft.com/office/drawing/2014/main" id="{5F1C54FA-0D0F-9F4A-AF40-1A6B11BE7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41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8" name="Line 36">
              <a:extLst>
                <a:ext uri="{FF2B5EF4-FFF2-40B4-BE49-F238E27FC236}">
                  <a16:creationId xmlns:a16="http://schemas.microsoft.com/office/drawing/2014/main" id="{591F0F0F-4084-B44F-BF0B-206ADFFC3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79" name="Group 37">
            <a:extLst>
              <a:ext uri="{FF2B5EF4-FFF2-40B4-BE49-F238E27FC236}">
                <a16:creationId xmlns:a16="http://schemas.microsoft.com/office/drawing/2014/main" id="{84CB8778-552F-DC47-8381-8923E80DD487}"/>
              </a:ext>
            </a:extLst>
          </p:cNvPr>
          <p:cNvGrpSpPr>
            <a:grpSpLocks/>
          </p:cNvGrpSpPr>
          <p:nvPr/>
        </p:nvGrpSpPr>
        <p:grpSpPr bwMode="auto">
          <a:xfrm>
            <a:off x="9392951" y="900218"/>
            <a:ext cx="1450975" cy="714375"/>
            <a:chOff x="4406" y="331"/>
            <a:chExt cx="914" cy="450"/>
          </a:xfrm>
        </p:grpSpPr>
        <p:sp>
          <p:nvSpPr>
            <p:cNvPr id="180" name="Line 38">
              <a:extLst>
                <a:ext uri="{FF2B5EF4-FFF2-40B4-BE49-F238E27FC236}">
                  <a16:creationId xmlns:a16="http://schemas.microsoft.com/office/drawing/2014/main" id="{68CD449D-9E6F-2743-9791-A674C24796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Line 39">
              <a:extLst>
                <a:ext uri="{FF2B5EF4-FFF2-40B4-BE49-F238E27FC236}">
                  <a16:creationId xmlns:a16="http://schemas.microsoft.com/office/drawing/2014/main" id="{8B49B4ED-E730-9C48-A972-53ED32223C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40">
              <a:extLst>
                <a:ext uri="{FF2B5EF4-FFF2-40B4-BE49-F238E27FC236}">
                  <a16:creationId xmlns:a16="http://schemas.microsoft.com/office/drawing/2014/main" id="{D92E1CF2-C9E4-FF4B-B342-D208EAA41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Source: A</a:t>
              </a:r>
            </a:p>
          </p:txBody>
        </p:sp>
        <p:sp>
          <p:nvSpPr>
            <p:cNvPr id="183" name="Text Box 41">
              <a:extLst>
                <a:ext uri="{FF2B5EF4-FFF2-40B4-BE49-F238E27FC236}">
                  <a16:creationId xmlns:a16="http://schemas.microsoft.com/office/drawing/2014/main" id="{6F725A7E-9279-3D44-A43B-0C1275684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Dest: A</a:t>
              </a:r>
              <a:r>
                <a:rPr kumimoji="0" lang="ja-JP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84" name="Group 42">
            <a:extLst>
              <a:ext uri="{FF2B5EF4-FFF2-40B4-BE49-F238E27FC236}">
                <a16:creationId xmlns:a16="http://schemas.microsoft.com/office/drawing/2014/main" id="{02E491F0-F4A4-3B4A-8F02-FCFB333B8BB2}"/>
              </a:ext>
            </a:extLst>
          </p:cNvPr>
          <p:cNvGrpSpPr>
            <a:grpSpLocks/>
          </p:cNvGrpSpPr>
          <p:nvPr/>
        </p:nvGrpSpPr>
        <p:grpSpPr bwMode="auto">
          <a:xfrm>
            <a:off x="6664038" y="5116671"/>
            <a:ext cx="3017838" cy="1444625"/>
            <a:chOff x="3441" y="3154"/>
            <a:chExt cx="1901" cy="910"/>
          </a:xfrm>
        </p:grpSpPr>
        <p:sp>
          <p:nvSpPr>
            <p:cNvPr id="185" name="Rectangle 43">
              <a:extLst>
                <a:ext uri="{FF2B5EF4-FFF2-40B4-BE49-F238E27FC236}">
                  <a16:creationId xmlns:a16="http://schemas.microsoft.com/office/drawing/2014/main" id="{17639B98-3172-DF4E-8DA8-73C48C521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6" name="Text Box 44">
              <a:extLst>
                <a:ext uri="{FF2B5EF4-FFF2-40B4-BE49-F238E27FC236}">
                  <a16:creationId xmlns:a16="http://schemas.microsoft.com/office/drawing/2014/main" id="{8FDEFC82-5E34-0D43-BB68-E0C8B0766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187" name="Line 45">
              <a:extLst>
                <a:ext uri="{FF2B5EF4-FFF2-40B4-BE49-F238E27FC236}">
                  <a16:creationId xmlns:a16="http://schemas.microsoft.com/office/drawing/2014/main" id="{1CAFF5B7-050E-B24B-984E-13EE05E15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8" name="Line 46">
              <a:extLst>
                <a:ext uri="{FF2B5EF4-FFF2-40B4-BE49-F238E27FC236}">
                  <a16:creationId xmlns:a16="http://schemas.microsoft.com/office/drawing/2014/main" id="{5DD71EFC-96E5-5644-864B-DE9F18945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9" name="Line 47">
              <a:extLst>
                <a:ext uri="{FF2B5EF4-FFF2-40B4-BE49-F238E27FC236}">
                  <a16:creationId xmlns:a16="http://schemas.microsoft.com/office/drawing/2014/main" id="{EA938DD2-F21D-AD48-AC6C-D011FD8539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90" name="Text Box 48">
            <a:extLst>
              <a:ext uri="{FF2B5EF4-FFF2-40B4-BE49-F238E27FC236}">
                <a16:creationId xmlns:a16="http://schemas.microsoft.com/office/drawing/2014/main" id="{6BD98D70-4DED-E244-91B4-CC2840F0D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4426" y="5505609"/>
            <a:ext cx="17780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191" name="Group 49">
            <a:extLst>
              <a:ext uri="{FF2B5EF4-FFF2-40B4-BE49-F238E27FC236}">
                <a16:creationId xmlns:a16="http://schemas.microsoft.com/office/drawing/2014/main" id="{8B9081E4-811C-DA49-AFAB-29F72B60D4BB}"/>
              </a:ext>
            </a:extLst>
          </p:cNvPr>
          <p:cNvGrpSpPr>
            <a:grpSpLocks/>
          </p:cNvGrpSpPr>
          <p:nvPr/>
        </p:nvGrpSpPr>
        <p:grpSpPr bwMode="auto">
          <a:xfrm>
            <a:off x="7099013" y="5550059"/>
            <a:ext cx="2471738" cy="376237"/>
            <a:chOff x="2376" y="3383"/>
            <a:chExt cx="1557" cy="237"/>
          </a:xfrm>
        </p:grpSpPr>
        <p:sp>
          <p:nvSpPr>
            <p:cNvPr id="192" name="Text Box 50">
              <a:extLst>
                <a:ext uri="{FF2B5EF4-FFF2-40B4-BE49-F238E27FC236}">
                  <a16:creationId xmlns:a16="http://schemas.microsoft.com/office/drawing/2014/main" id="{97D41679-78B9-5343-BEC1-DA708964B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193" name="Text Box 51">
              <a:extLst>
                <a:ext uri="{FF2B5EF4-FFF2-40B4-BE49-F238E27FC236}">
                  <a16:creationId xmlns:a16="http://schemas.microsoft.com/office/drawing/2014/main" id="{D9DF1D7D-9670-A247-8047-BB6719D264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194" name="Text Box 52">
              <a:extLst>
                <a:ext uri="{FF2B5EF4-FFF2-40B4-BE49-F238E27FC236}">
                  <a16:creationId xmlns:a16="http://schemas.microsoft.com/office/drawing/2014/main" id="{2260A1CA-8A5E-9C4E-8BAE-4138F78D8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grpSp>
        <p:nvGrpSpPr>
          <p:cNvPr id="195" name="Group 59">
            <a:extLst>
              <a:ext uri="{FF2B5EF4-FFF2-40B4-BE49-F238E27FC236}">
                <a16:creationId xmlns:a16="http://schemas.microsoft.com/office/drawing/2014/main" id="{903E115E-BC14-4748-858A-D5FFC60F6755}"/>
              </a:ext>
            </a:extLst>
          </p:cNvPr>
          <p:cNvGrpSpPr>
            <a:grpSpLocks/>
          </p:cNvGrpSpPr>
          <p:nvPr/>
        </p:nvGrpSpPr>
        <p:grpSpPr bwMode="auto">
          <a:xfrm>
            <a:off x="8197564" y="3256068"/>
            <a:ext cx="1428750" cy="369887"/>
            <a:chOff x="1750" y="3514"/>
            <a:chExt cx="900" cy="233"/>
          </a:xfrm>
        </p:grpSpPr>
        <p:sp>
          <p:nvSpPr>
            <p:cNvPr id="196" name="Rectangle 60">
              <a:extLst>
                <a:ext uri="{FF2B5EF4-FFF2-40B4-BE49-F238E27FC236}">
                  <a16:creationId xmlns:a16="http://schemas.microsoft.com/office/drawing/2014/main" id="{644AB50C-EFB0-AF45-B9A3-6D66B4075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7" name="Text Box 61">
              <a:extLst>
                <a:ext uri="{FF2B5EF4-FFF2-40B4-BE49-F238E27FC236}">
                  <a16:creationId xmlns:a16="http://schemas.microsoft.com/office/drawing/2014/main" id="{B284E544-83C3-AB4A-BC66-AA0DF1C5B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 A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8" name="Line 62">
              <a:extLst>
                <a:ext uri="{FF2B5EF4-FFF2-40B4-BE49-F238E27FC236}">
                  <a16:creationId xmlns:a16="http://schemas.microsoft.com/office/drawing/2014/main" id="{2CA577B3-39AE-804C-864D-443D5711C3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9" name="Line 63">
              <a:extLst>
                <a:ext uri="{FF2B5EF4-FFF2-40B4-BE49-F238E27FC236}">
                  <a16:creationId xmlns:a16="http://schemas.microsoft.com/office/drawing/2014/main" id="{74F06A00-0D46-7749-BC9F-11E00CDBB6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00" name="Group 64">
            <a:extLst>
              <a:ext uri="{FF2B5EF4-FFF2-40B4-BE49-F238E27FC236}">
                <a16:creationId xmlns:a16="http://schemas.microsoft.com/office/drawing/2014/main" id="{36F25405-B90C-2C46-B956-67AF3C9F032F}"/>
              </a:ext>
            </a:extLst>
          </p:cNvPr>
          <p:cNvGrpSpPr>
            <a:grpSpLocks/>
          </p:cNvGrpSpPr>
          <p:nvPr/>
        </p:nvGrpSpPr>
        <p:grpSpPr bwMode="auto">
          <a:xfrm>
            <a:off x="8197564" y="3254480"/>
            <a:ext cx="1428750" cy="369888"/>
            <a:chOff x="1750" y="3514"/>
            <a:chExt cx="900" cy="233"/>
          </a:xfrm>
        </p:grpSpPr>
        <p:sp>
          <p:nvSpPr>
            <p:cNvPr id="201" name="Rectangle 65">
              <a:extLst>
                <a:ext uri="{FF2B5EF4-FFF2-40B4-BE49-F238E27FC236}">
                  <a16:creationId xmlns:a16="http://schemas.microsoft.com/office/drawing/2014/main" id="{37F60D01-9E8D-FE4E-BD36-4CD886673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2" name="Text Box 66">
              <a:extLst>
                <a:ext uri="{FF2B5EF4-FFF2-40B4-BE49-F238E27FC236}">
                  <a16:creationId xmlns:a16="http://schemas.microsoft.com/office/drawing/2014/main" id="{A6DF3585-9FEA-0140-8050-A22A987FE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 A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3" name="Line 67">
              <a:extLst>
                <a:ext uri="{FF2B5EF4-FFF2-40B4-BE49-F238E27FC236}">
                  <a16:creationId xmlns:a16="http://schemas.microsoft.com/office/drawing/2014/main" id="{C515ADCC-D409-2C42-BCFA-38F14064C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4" name="Line 68">
              <a:extLst>
                <a:ext uri="{FF2B5EF4-FFF2-40B4-BE49-F238E27FC236}">
                  <a16:creationId xmlns:a16="http://schemas.microsoft.com/office/drawing/2014/main" id="{51ACED30-867C-7C4E-B7D2-EFBC84B12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05" name="Group 69">
            <a:extLst>
              <a:ext uri="{FF2B5EF4-FFF2-40B4-BE49-F238E27FC236}">
                <a16:creationId xmlns:a16="http://schemas.microsoft.com/office/drawing/2014/main" id="{B4E87009-38ED-E940-9BFA-C6965D3C976F}"/>
              </a:ext>
            </a:extLst>
          </p:cNvPr>
          <p:cNvGrpSpPr>
            <a:grpSpLocks/>
          </p:cNvGrpSpPr>
          <p:nvPr/>
        </p:nvGrpSpPr>
        <p:grpSpPr bwMode="auto"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206" name="Rectangle 70">
              <a:extLst>
                <a:ext uri="{FF2B5EF4-FFF2-40B4-BE49-F238E27FC236}">
                  <a16:creationId xmlns:a16="http://schemas.microsoft.com/office/drawing/2014/main" id="{6248BF62-3EA1-6A49-93A8-FC813DA01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7" name="Text Box 71">
              <a:extLst>
                <a:ext uri="{FF2B5EF4-FFF2-40B4-BE49-F238E27FC236}">
                  <a16:creationId xmlns:a16="http://schemas.microsoft.com/office/drawing/2014/main" id="{00AA1FEE-7000-E747-9173-C6842FE06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 A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8" name="Line 72">
              <a:extLst>
                <a:ext uri="{FF2B5EF4-FFF2-40B4-BE49-F238E27FC236}">
                  <a16:creationId xmlns:a16="http://schemas.microsoft.com/office/drawing/2014/main" id="{5FDDCB7C-81BC-B34E-AFC3-3CDA9605B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9" name="Line 73">
              <a:extLst>
                <a:ext uri="{FF2B5EF4-FFF2-40B4-BE49-F238E27FC236}">
                  <a16:creationId xmlns:a16="http://schemas.microsoft.com/office/drawing/2014/main" id="{EF8FD2D7-2282-C840-8B09-C82ADFC54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74">
            <a:extLst>
              <a:ext uri="{FF2B5EF4-FFF2-40B4-BE49-F238E27FC236}">
                <a16:creationId xmlns:a16="http://schemas.microsoft.com/office/drawing/2014/main" id="{7FD60212-2FF9-404A-9485-023D84866317}"/>
              </a:ext>
            </a:extLst>
          </p:cNvPr>
          <p:cNvGrpSpPr>
            <a:grpSpLocks/>
          </p:cNvGrpSpPr>
          <p:nvPr/>
        </p:nvGrpSpPr>
        <p:grpSpPr bwMode="auto"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211" name="Rectangle 75">
              <a:extLst>
                <a:ext uri="{FF2B5EF4-FFF2-40B4-BE49-F238E27FC236}">
                  <a16:creationId xmlns:a16="http://schemas.microsoft.com/office/drawing/2014/main" id="{7D54E101-A7C1-BF47-A4DF-2F2002E4D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2" name="Text Box 76">
              <a:extLst>
                <a:ext uri="{FF2B5EF4-FFF2-40B4-BE49-F238E27FC236}">
                  <a16:creationId xmlns:a16="http://schemas.microsoft.com/office/drawing/2014/main" id="{E561303C-0E60-284F-98F1-C49081A2F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 A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3" name="Line 77">
              <a:extLst>
                <a:ext uri="{FF2B5EF4-FFF2-40B4-BE49-F238E27FC236}">
                  <a16:creationId xmlns:a16="http://schemas.microsoft.com/office/drawing/2014/main" id="{90071223-4F6D-B645-B6BA-5C215A4D1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4" name="Line 78">
              <a:extLst>
                <a:ext uri="{FF2B5EF4-FFF2-40B4-BE49-F238E27FC236}">
                  <a16:creationId xmlns:a16="http://schemas.microsoft.com/office/drawing/2014/main" id="{58840410-3DD1-334E-8F95-AA19BCF68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5" name="Group 79">
            <a:extLst>
              <a:ext uri="{FF2B5EF4-FFF2-40B4-BE49-F238E27FC236}">
                <a16:creationId xmlns:a16="http://schemas.microsoft.com/office/drawing/2014/main" id="{B58C14CA-6C0A-E64E-95A3-6BDCBDD04063}"/>
              </a:ext>
            </a:extLst>
          </p:cNvPr>
          <p:cNvGrpSpPr>
            <a:grpSpLocks/>
          </p:cNvGrpSpPr>
          <p:nvPr/>
        </p:nvGrpSpPr>
        <p:grpSpPr bwMode="auto">
          <a:xfrm>
            <a:off x="8194389" y="3254480"/>
            <a:ext cx="1428750" cy="369888"/>
            <a:chOff x="1750" y="3514"/>
            <a:chExt cx="900" cy="233"/>
          </a:xfrm>
        </p:grpSpPr>
        <p:sp>
          <p:nvSpPr>
            <p:cNvPr id="216" name="Rectangle 80">
              <a:extLst>
                <a:ext uri="{FF2B5EF4-FFF2-40B4-BE49-F238E27FC236}">
                  <a16:creationId xmlns:a16="http://schemas.microsoft.com/office/drawing/2014/main" id="{53031030-6075-9644-9CD4-E1BE9D15D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7" name="Text Box 81">
              <a:extLst>
                <a:ext uri="{FF2B5EF4-FFF2-40B4-BE49-F238E27FC236}">
                  <a16:creationId xmlns:a16="http://schemas.microsoft.com/office/drawing/2014/main" id="{0EA82F91-189F-4D41-AFA6-0FA95AACC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 A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’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8" name="Line 82">
              <a:extLst>
                <a:ext uri="{FF2B5EF4-FFF2-40B4-BE49-F238E27FC236}">
                  <a16:creationId xmlns:a16="http://schemas.microsoft.com/office/drawing/2014/main" id="{8D0DFD4D-816F-A24A-A991-659C66E55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9" name="Line 83">
              <a:extLst>
                <a:ext uri="{FF2B5EF4-FFF2-40B4-BE49-F238E27FC236}">
                  <a16:creationId xmlns:a16="http://schemas.microsoft.com/office/drawing/2014/main" id="{D760E2ED-6F20-9D4E-AE11-C1B99B282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21" name="Group 92">
            <a:extLst>
              <a:ext uri="{FF2B5EF4-FFF2-40B4-BE49-F238E27FC236}">
                <a16:creationId xmlns:a16="http://schemas.microsoft.com/office/drawing/2014/main" id="{3370A2C8-4CE7-C741-8929-9217859A0561}"/>
              </a:ext>
            </a:extLst>
          </p:cNvPr>
          <p:cNvGrpSpPr>
            <a:grpSpLocks/>
          </p:cNvGrpSpPr>
          <p:nvPr/>
        </p:nvGrpSpPr>
        <p:grpSpPr bwMode="auto">
          <a:xfrm>
            <a:off x="8529351" y="4356205"/>
            <a:ext cx="1428750" cy="369888"/>
            <a:chOff x="730" y="2472"/>
            <a:chExt cx="900" cy="233"/>
          </a:xfrm>
        </p:grpSpPr>
        <p:sp>
          <p:nvSpPr>
            <p:cNvPr id="222" name="Rectangle 88">
              <a:extLst>
                <a:ext uri="{FF2B5EF4-FFF2-40B4-BE49-F238E27FC236}">
                  <a16:creationId xmlns:a16="http://schemas.microsoft.com/office/drawing/2014/main" id="{E50BA891-DC66-6748-9209-EA9D4F2B0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" y="2500"/>
              <a:ext cx="879" cy="16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3" name="Text Box 89">
              <a:extLst>
                <a:ext uri="{FF2B5EF4-FFF2-40B4-BE49-F238E27FC236}">
                  <a16:creationId xmlns:a16="http://schemas.microsoft.com/office/drawing/2014/main" id="{17C11772-AB70-0344-B94C-1B06764AC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’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A</a:t>
              </a:r>
            </a:p>
          </p:txBody>
        </p:sp>
        <p:sp>
          <p:nvSpPr>
            <p:cNvPr id="224" name="Line 90">
              <a:extLst>
                <a:ext uri="{FF2B5EF4-FFF2-40B4-BE49-F238E27FC236}">
                  <a16:creationId xmlns:a16="http://schemas.microsoft.com/office/drawing/2014/main" id="{92A1D7A9-6B7D-6245-8648-0585E752C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7" y="2499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5" name="Line 91">
              <a:extLst>
                <a:ext uri="{FF2B5EF4-FFF2-40B4-BE49-F238E27FC236}">
                  <a16:creationId xmlns:a16="http://schemas.microsoft.com/office/drawing/2014/main" id="{F9EF27B4-FE96-D148-89C0-7A525840F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2498"/>
              <a:ext cx="0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26" name="Group 94">
            <a:extLst>
              <a:ext uri="{FF2B5EF4-FFF2-40B4-BE49-F238E27FC236}">
                <a16:creationId xmlns:a16="http://schemas.microsoft.com/office/drawing/2014/main" id="{EC5CFC4C-B38C-5948-9557-ADD689122F82}"/>
              </a:ext>
            </a:extLst>
          </p:cNvPr>
          <p:cNvGrpSpPr>
            <a:grpSpLocks/>
          </p:cNvGrpSpPr>
          <p:nvPr/>
        </p:nvGrpSpPr>
        <p:grpSpPr bwMode="auto">
          <a:xfrm>
            <a:off x="7095838" y="5835809"/>
            <a:ext cx="2471738" cy="374650"/>
            <a:chOff x="2376" y="3383"/>
            <a:chExt cx="1557" cy="236"/>
          </a:xfrm>
        </p:grpSpPr>
        <p:sp>
          <p:nvSpPr>
            <p:cNvPr id="227" name="Text Box 95">
              <a:extLst>
                <a:ext uri="{FF2B5EF4-FFF2-40B4-BE49-F238E27FC236}">
                  <a16:creationId xmlns:a16="http://schemas.microsoft.com/office/drawing/2014/main" id="{9D1F6511-0EBF-3C44-9268-558C639B4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28" name="Text Box 96">
              <a:extLst>
                <a:ext uri="{FF2B5EF4-FFF2-40B4-BE49-F238E27FC236}">
                  <a16:creationId xmlns:a16="http://schemas.microsoft.com/office/drawing/2014/main" id="{44CF8BAE-BCDF-884C-B092-5D9BC5021B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229" name="Text Box 97">
              <a:extLst>
                <a:ext uri="{FF2B5EF4-FFF2-40B4-BE49-F238E27FC236}">
                  <a16:creationId xmlns:a16="http://schemas.microsoft.com/office/drawing/2014/main" id="{E14D8E40-E7CD-ED4A-9731-066C07364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sp>
        <p:nvSpPr>
          <p:cNvPr id="278" name="Rectangle 84">
            <a:extLst>
              <a:ext uri="{FF2B5EF4-FFF2-40B4-BE49-F238E27FC236}">
                <a16:creationId xmlns:a16="http://schemas.microsoft.com/office/drawing/2014/main" id="{78229FD9-9E00-354C-8B01-81EA9369D550}"/>
              </a:ext>
            </a:extLst>
          </p:cNvPr>
          <p:cNvSpPr txBox="1">
            <a:spLocks noChangeArrowheads="1"/>
          </p:cNvSpPr>
          <p:nvPr/>
        </p:nvSpPr>
        <p:spPr>
          <a:xfrm>
            <a:off x="870366" y="1583075"/>
            <a:ext cx="4044950" cy="944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frame destination, A’, location unknown:</a:t>
            </a:r>
            <a:endParaRPr lang="en-US" i="1" dirty="0"/>
          </a:p>
        </p:txBody>
      </p:sp>
      <p:sp>
        <p:nvSpPr>
          <p:cNvPr id="279" name="Text Box 86">
            <a:extLst>
              <a:ext uri="{FF2B5EF4-FFF2-40B4-BE49-F238E27FC236}">
                <a16:creationId xmlns:a16="http://schemas.microsoft.com/office/drawing/2014/main" id="{8EB576ED-EEAB-4740-B1E7-8093AC54C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181" y="1937790"/>
            <a:ext cx="9428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i="0" dirty="0">
                <a:solidFill>
                  <a:srgbClr val="CC0000"/>
                </a:solidFill>
                <a:latin typeface="+mn-lt"/>
                <a:cs typeface="+mn-cs"/>
              </a:rPr>
              <a:t>flood</a:t>
            </a:r>
          </a:p>
        </p:txBody>
      </p:sp>
      <p:sp>
        <p:nvSpPr>
          <p:cNvPr id="280" name="Rectangle 93">
            <a:extLst>
              <a:ext uri="{FF2B5EF4-FFF2-40B4-BE49-F238E27FC236}">
                <a16:creationId xmlns:a16="http://schemas.microsoft.com/office/drawing/2014/main" id="{03EE78BF-359C-A14B-BDC2-3A060C04D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654" y="2500650"/>
            <a:ext cx="404495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79400" indent="-2794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0" dirty="0">
                <a:solidFill>
                  <a:srgbClr val="000000"/>
                </a:solidFill>
                <a:cs typeface="+mn-cs"/>
              </a:rPr>
              <a:t>destination A location known:</a:t>
            </a:r>
            <a:endParaRPr lang="en-US" sz="28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281" name="Rectangle 98">
            <a:extLst>
              <a:ext uri="{FF2B5EF4-FFF2-40B4-BE49-F238E27FC236}">
                <a16:creationId xmlns:a16="http://schemas.microsoft.com/office/drawing/2014/main" id="{4A0C0776-2D33-A54C-8754-1AB684225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835" y="2974429"/>
            <a:ext cx="4417575" cy="1252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cs typeface="+mn-cs"/>
              </a:rPr>
              <a:t>                selectively send </a:t>
            </a:r>
          </a:p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cs typeface="+mn-cs"/>
              </a:rPr>
              <a:t>on just one link</a:t>
            </a:r>
          </a:p>
        </p:txBody>
      </p:sp>
    </p:spTree>
    <p:extLst>
      <p:ext uri="{BB962C8B-B14F-4D97-AF65-F5344CB8AC3E}">
        <p14:creationId xmlns:p14="http://schemas.microsoft.com/office/powerpoint/2010/main" val="216990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7037E-6 L -0.1069 0.11482 L -0.1069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52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7 L -0.12122 -0.09815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68" y="-4907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11111E-6 L -0.10365 0.09444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82" y="4722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1.85185E-6 L 0.0349 0.1550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5" y="775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1.85185E-6 L 0.12083 0.05209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42" y="259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11111E-6 L 0.11549 -0.10232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8" y="-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 -0.0051 L -0.03763 -0.1701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06 -0.1588 L -0.03476 -0.32871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8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/>
      <p:bldP spid="278" grpId="0" build="p"/>
      <p:bldP spid="279" grpId="0"/>
      <p:bldP spid="280" grpId="0" build="p"/>
      <p:bldP spid="281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Calibri" panose="020F0502020204030204"/>
              </a:rPr>
              <a:t>Synthesis: a day in the life of a web request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6737" y="6492875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A4B12346-C21D-2B4E-816C-10F5298F6A06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338263"/>
            <a:ext cx="11273118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69875">
              <a:defRPr/>
            </a:pPr>
            <a:r>
              <a:rPr lang="en-US" sz="3200" dirty="0"/>
              <a:t>our journey down the protocol stack is now complete!</a:t>
            </a:r>
          </a:p>
          <a:p>
            <a:pPr lvl="1">
              <a:defRPr/>
            </a:pPr>
            <a:r>
              <a:rPr lang="en-US" sz="2800" dirty="0"/>
              <a:t>application, transport, network, link</a:t>
            </a:r>
          </a:p>
          <a:p>
            <a:pPr marL="400050" indent="-269875">
              <a:defRPr/>
            </a:pPr>
            <a:r>
              <a:rPr lang="en-US" sz="3200" dirty="0"/>
              <a:t>putting-it-all-together: synthesis!</a:t>
            </a:r>
          </a:p>
          <a:p>
            <a:pPr lvl="1">
              <a:defRPr/>
            </a:pPr>
            <a:r>
              <a:rPr lang="en-US" sz="2800" i="1" dirty="0">
                <a:solidFill>
                  <a:srgbClr val="C00000"/>
                </a:solidFill>
              </a:rPr>
              <a:t>goal: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identify, review, understand protocols (at all layers) involved in seemingly simple scenario: requesting www page</a:t>
            </a:r>
          </a:p>
          <a:p>
            <a:pPr lvl="1">
              <a:defRPr/>
            </a:pPr>
            <a:r>
              <a:rPr lang="en-US" sz="2800" i="1" dirty="0">
                <a:solidFill>
                  <a:srgbClr val="C00000"/>
                </a:solidFill>
              </a:rPr>
              <a:t>scenario: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student attaches laptop to campus network, requests/receives </a:t>
            </a:r>
            <a:r>
              <a:rPr lang="en-US" sz="2800" dirty="0" err="1"/>
              <a:t>www.google.com</a:t>
            </a:r>
            <a:r>
              <a:rPr lang="en-US" sz="2800" dirty="0"/>
              <a:t> </a:t>
            </a:r>
          </a:p>
          <a:p>
            <a:pPr>
              <a:defRPr/>
            </a:pPr>
            <a:endParaRPr lang="en-US" sz="3200" dirty="0"/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97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day in the life: scenario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294" name="Freeform 406">
            <a:extLst>
              <a:ext uri="{FF2B5EF4-FFF2-40B4-BE49-F238E27FC236}">
                <a16:creationId xmlns:a16="http://schemas.microsoft.com/office/drawing/2014/main" id="{DCFC0C20-D1CF-7E43-8947-76A7AA00BE54}"/>
              </a:ext>
            </a:extLst>
          </p:cNvPr>
          <p:cNvSpPr>
            <a:spLocks/>
          </p:cNvSpPr>
          <p:nvPr/>
        </p:nvSpPr>
        <p:spPr bwMode="auto">
          <a:xfrm>
            <a:off x="5037166" y="1832733"/>
            <a:ext cx="3494531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6" name="Text Box 34">
            <a:extLst>
              <a:ext uri="{FF2B5EF4-FFF2-40B4-BE49-F238E27FC236}">
                <a16:creationId xmlns:a16="http://schemas.microsoft.com/office/drawing/2014/main" id="{0EC90E30-BDF4-6845-B171-AFEA17208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669" y="2394135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5" name="Line 93">
            <a:extLst>
              <a:ext uri="{FF2B5EF4-FFF2-40B4-BE49-F238E27FC236}">
                <a16:creationId xmlns:a16="http://schemas.microsoft.com/office/drawing/2014/main" id="{902226A1-23A8-5E45-B02B-D52E29D10C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5382" y="2772055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6" name="Freeform 94">
            <a:extLst>
              <a:ext uri="{FF2B5EF4-FFF2-40B4-BE49-F238E27FC236}">
                <a16:creationId xmlns:a16="http://schemas.microsoft.com/office/drawing/2014/main" id="{07E407AD-1B7D-E549-AA8A-0678AF643944}"/>
              </a:ext>
            </a:extLst>
          </p:cNvPr>
          <p:cNvSpPr>
            <a:spLocks/>
          </p:cNvSpPr>
          <p:nvPr/>
        </p:nvSpPr>
        <p:spPr bwMode="auto">
          <a:xfrm>
            <a:off x="1169707" y="47516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2" name="Line 134">
            <a:extLst>
              <a:ext uri="{FF2B5EF4-FFF2-40B4-BE49-F238E27FC236}">
                <a16:creationId xmlns:a16="http://schemas.microsoft.com/office/drawing/2014/main" id="{AC887D7C-204D-A748-960E-D69E195B2E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0607" y="36801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3" name="Text Box 135">
            <a:extLst>
              <a:ext uri="{FF2B5EF4-FFF2-40B4-BE49-F238E27FC236}">
                <a16:creationId xmlns:a16="http://schemas.microsoft.com/office/drawing/2014/main" id="{D67BC013-3254-664B-A94F-9584B5921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495" y="5623205"/>
            <a:ext cx="18097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</a:t>
            </a:r>
            <a:r>
              <a:rPr lang="ja-JP" altLang="en-US" sz="1600" i="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US" altLang="ja-JP" sz="1600" i="0" dirty="0">
                <a:solidFill>
                  <a:srgbClr val="000000"/>
                </a:solidFill>
                <a:latin typeface="Arial" charset="0"/>
              </a:rPr>
              <a:t>s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64.233.160.0/19 </a:t>
            </a:r>
          </a:p>
        </p:txBody>
      </p:sp>
      <p:sp>
        <p:nvSpPr>
          <p:cNvPr id="384" name="Line 136">
            <a:extLst>
              <a:ext uri="{FF2B5EF4-FFF2-40B4-BE49-F238E27FC236}">
                <a16:creationId xmlns:a16="http://schemas.microsoft.com/office/drawing/2014/main" id="{2E2C2A25-D917-F543-AD3E-DCBDD122CE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9795" y="54993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5" name="Text Box 137">
            <a:extLst>
              <a:ext uri="{FF2B5EF4-FFF2-40B4-BE49-F238E27FC236}">
                <a16:creationId xmlns:a16="http://schemas.microsoft.com/office/drawing/2014/main" id="{6A8FAC84-3043-6D45-97D6-4021E3C55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357" y="58914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86" name="Text Box 138">
            <a:extLst>
              <a:ext uri="{FF2B5EF4-FFF2-40B4-BE49-F238E27FC236}">
                <a16:creationId xmlns:a16="http://schemas.microsoft.com/office/drawing/2014/main" id="{255B4B55-A4E8-1B4E-A407-15BF2F1BD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607" y="5597805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sp>
        <p:nvSpPr>
          <p:cNvPr id="387" name="Text Box 139">
            <a:extLst>
              <a:ext uri="{FF2B5EF4-FFF2-40B4-BE49-F238E27FC236}">
                <a16:creationId xmlns:a16="http://schemas.microsoft.com/office/drawing/2014/main" id="{FEDEE7BD-5BB3-834E-9E96-6E5E6F328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855" y="1962523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server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406" name="Group 167">
            <a:extLst>
              <a:ext uri="{FF2B5EF4-FFF2-40B4-BE49-F238E27FC236}">
                <a16:creationId xmlns:a16="http://schemas.microsoft.com/office/drawing/2014/main" id="{4B437F21-E39F-2D47-801D-47D6E1DCFF2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90932" y="3667405"/>
            <a:ext cx="400050" cy="152400"/>
            <a:chOff x="3228" y="1776"/>
            <a:chExt cx="252" cy="96"/>
          </a:xfrm>
        </p:grpSpPr>
        <p:sp>
          <p:nvSpPr>
            <p:cNvPr id="407" name="Line 168">
              <a:extLst>
                <a:ext uri="{FF2B5EF4-FFF2-40B4-BE49-F238E27FC236}">
                  <a16:creationId xmlns:a16="http://schemas.microsoft.com/office/drawing/2014/main" id="{FD263C27-58D8-2D47-ADBE-98E05BF46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Line 169">
              <a:extLst>
                <a:ext uri="{FF2B5EF4-FFF2-40B4-BE49-F238E27FC236}">
                  <a16:creationId xmlns:a16="http://schemas.microsoft.com/office/drawing/2014/main" id="{1376D243-074B-CA4C-9F9E-2BB1CDAD7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9" name="Group 170">
            <a:extLst>
              <a:ext uri="{FF2B5EF4-FFF2-40B4-BE49-F238E27FC236}">
                <a16:creationId xmlns:a16="http://schemas.microsoft.com/office/drawing/2014/main" id="{89C5EF8B-605B-7041-AC6D-4101A34A58A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6043332" y="3143530"/>
            <a:ext cx="400050" cy="152400"/>
            <a:chOff x="3228" y="1776"/>
            <a:chExt cx="252" cy="96"/>
          </a:xfrm>
        </p:grpSpPr>
        <p:sp>
          <p:nvSpPr>
            <p:cNvPr id="410" name="Line 171">
              <a:extLst>
                <a:ext uri="{FF2B5EF4-FFF2-40B4-BE49-F238E27FC236}">
                  <a16:creationId xmlns:a16="http://schemas.microsoft.com/office/drawing/2014/main" id="{5BFB55E0-99B2-EC4D-9167-5F6A684114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1" name="Line 172">
              <a:extLst>
                <a:ext uri="{FF2B5EF4-FFF2-40B4-BE49-F238E27FC236}">
                  <a16:creationId xmlns:a16="http://schemas.microsoft.com/office/drawing/2014/main" id="{95837E2C-9EAD-CF49-A1EF-B21C973DFA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2" name="Group 173">
            <a:extLst>
              <a:ext uri="{FF2B5EF4-FFF2-40B4-BE49-F238E27FC236}">
                <a16:creationId xmlns:a16="http://schemas.microsoft.com/office/drawing/2014/main" id="{F6A40979-43D2-704B-969C-6B0676980AD1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8143595" y="3834092"/>
            <a:ext cx="400050" cy="152400"/>
            <a:chOff x="3228" y="1776"/>
            <a:chExt cx="252" cy="96"/>
          </a:xfrm>
        </p:grpSpPr>
        <p:sp>
          <p:nvSpPr>
            <p:cNvPr id="413" name="Line 174">
              <a:extLst>
                <a:ext uri="{FF2B5EF4-FFF2-40B4-BE49-F238E27FC236}">
                  <a16:creationId xmlns:a16="http://schemas.microsoft.com/office/drawing/2014/main" id="{D6D8176C-16F1-C248-BB4F-CB9E2BF4DA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Line 175">
              <a:extLst>
                <a:ext uri="{FF2B5EF4-FFF2-40B4-BE49-F238E27FC236}">
                  <a16:creationId xmlns:a16="http://schemas.microsoft.com/office/drawing/2014/main" id="{8D77D5DF-B71C-D140-B9A7-018DB4E320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5" name="Group 176">
            <a:extLst>
              <a:ext uri="{FF2B5EF4-FFF2-40B4-BE49-F238E27FC236}">
                <a16:creationId xmlns:a16="http://schemas.microsoft.com/office/drawing/2014/main" id="{9BF7D1D3-B886-864B-9B3F-F3E421F73C9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319682" y="3853142"/>
            <a:ext cx="295275" cy="114300"/>
            <a:chOff x="3228" y="1776"/>
            <a:chExt cx="252" cy="96"/>
          </a:xfrm>
        </p:grpSpPr>
        <p:sp>
          <p:nvSpPr>
            <p:cNvPr id="416" name="Line 177">
              <a:extLst>
                <a:ext uri="{FF2B5EF4-FFF2-40B4-BE49-F238E27FC236}">
                  <a16:creationId xmlns:a16="http://schemas.microsoft.com/office/drawing/2014/main" id="{4250E1AF-18F0-8443-8630-B06C6E212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Line 178">
              <a:extLst>
                <a:ext uri="{FF2B5EF4-FFF2-40B4-BE49-F238E27FC236}">
                  <a16:creationId xmlns:a16="http://schemas.microsoft.com/office/drawing/2014/main" id="{2F337031-708D-0345-B849-EFBB00027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8" name="Group 179">
            <a:extLst>
              <a:ext uri="{FF2B5EF4-FFF2-40B4-BE49-F238E27FC236}">
                <a16:creationId xmlns:a16="http://schemas.microsoft.com/office/drawing/2014/main" id="{17458F55-A4E9-E343-A909-61C9FE09D648}"/>
              </a:ext>
            </a:extLst>
          </p:cNvPr>
          <p:cNvGrpSpPr>
            <a:grpSpLocks/>
          </p:cNvGrpSpPr>
          <p:nvPr/>
        </p:nvGrpSpPr>
        <p:grpSpPr bwMode="auto">
          <a:xfrm rot="409689" flipH="1" flipV="1">
            <a:off x="7591145" y="3195917"/>
            <a:ext cx="452437" cy="57150"/>
            <a:chOff x="3228" y="1776"/>
            <a:chExt cx="252" cy="96"/>
          </a:xfrm>
        </p:grpSpPr>
        <p:sp>
          <p:nvSpPr>
            <p:cNvPr id="419" name="Line 180">
              <a:extLst>
                <a:ext uri="{FF2B5EF4-FFF2-40B4-BE49-F238E27FC236}">
                  <a16:creationId xmlns:a16="http://schemas.microsoft.com/office/drawing/2014/main" id="{A5F6AD72-9626-8349-ABF3-0102515337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0" name="Line 181">
              <a:extLst>
                <a:ext uri="{FF2B5EF4-FFF2-40B4-BE49-F238E27FC236}">
                  <a16:creationId xmlns:a16="http://schemas.microsoft.com/office/drawing/2014/main" id="{DEE5409B-29C8-524D-AE34-7C4D42D5F9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1" name="Group 182">
            <a:extLst>
              <a:ext uri="{FF2B5EF4-FFF2-40B4-BE49-F238E27FC236}">
                <a16:creationId xmlns:a16="http://schemas.microsoft.com/office/drawing/2014/main" id="{9D12F4D2-1155-9D4D-B6B0-6F1CD5C9D7EC}"/>
              </a:ext>
            </a:extLst>
          </p:cNvPr>
          <p:cNvGrpSpPr>
            <a:grpSpLocks/>
          </p:cNvGrpSpPr>
          <p:nvPr/>
        </p:nvGrpSpPr>
        <p:grpSpPr bwMode="auto">
          <a:xfrm>
            <a:off x="6733895" y="3400705"/>
            <a:ext cx="295275" cy="114300"/>
            <a:chOff x="3228" y="1776"/>
            <a:chExt cx="252" cy="96"/>
          </a:xfrm>
        </p:grpSpPr>
        <p:sp>
          <p:nvSpPr>
            <p:cNvPr id="422" name="Line 183">
              <a:extLst>
                <a:ext uri="{FF2B5EF4-FFF2-40B4-BE49-F238E27FC236}">
                  <a16:creationId xmlns:a16="http://schemas.microsoft.com/office/drawing/2014/main" id="{D1974B22-4265-D74B-B7F0-C9FC82538D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184">
              <a:extLst>
                <a:ext uri="{FF2B5EF4-FFF2-40B4-BE49-F238E27FC236}">
                  <a16:creationId xmlns:a16="http://schemas.microsoft.com/office/drawing/2014/main" id="{F76668FA-365B-9340-9C68-9DF2CCC88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4" name="Group 185">
            <a:extLst>
              <a:ext uri="{FF2B5EF4-FFF2-40B4-BE49-F238E27FC236}">
                <a16:creationId xmlns:a16="http://schemas.microsoft.com/office/drawing/2014/main" id="{93EE81E8-57E8-A74D-A86D-F04EBC78377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72070" y="3400705"/>
            <a:ext cx="295275" cy="114300"/>
            <a:chOff x="3228" y="1776"/>
            <a:chExt cx="252" cy="96"/>
          </a:xfrm>
        </p:grpSpPr>
        <p:sp>
          <p:nvSpPr>
            <p:cNvPr id="425" name="Line 186">
              <a:extLst>
                <a:ext uri="{FF2B5EF4-FFF2-40B4-BE49-F238E27FC236}">
                  <a16:creationId xmlns:a16="http://schemas.microsoft.com/office/drawing/2014/main" id="{651EF8CB-186A-BE47-904E-5976B7E8B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6" name="Line 187">
              <a:extLst>
                <a:ext uri="{FF2B5EF4-FFF2-40B4-BE49-F238E27FC236}">
                  <a16:creationId xmlns:a16="http://schemas.microsoft.com/office/drawing/2014/main" id="{8A988057-1892-544E-BF10-27FD203EF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7" name="Group 188">
            <a:extLst>
              <a:ext uri="{FF2B5EF4-FFF2-40B4-BE49-F238E27FC236}">
                <a16:creationId xmlns:a16="http://schemas.microsoft.com/office/drawing/2014/main" id="{215EB25C-038C-054D-BC89-CF04D9A19EEA}"/>
              </a:ext>
            </a:extLst>
          </p:cNvPr>
          <p:cNvGrpSpPr>
            <a:grpSpLocks/>
          </p:cNvGrpSpPr>
          <p:nvPr/>
        </p:nvGrpSpPr>
        <p:grpSpPr bwMode="auto">
          <a:xfrm>
            <a:off x="5786157" y="5348567"/>
            <a:ext cx="295275" cy="114300"/>
            <a:chOff x="3228" y="1776"/>
            <a:chExt cx="252" cy="96"/>
          </a:xfrm>
        </p:grpSpPr>
        <p:sp>
          <p:nvSpPr>
            <p:cNvPr id="428" name="Line 189">
              <a:extLst>
                <a:ext uri="{FF2B5EF4-FFF2-40B4-BE49-F238E27FC236}">
                  <a16:creationId xmlns:a16="http://schemas.microsoft.com/office/drawing/2014/main" id="{3B82F97E-C192-7342-B085-36B102ECD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9" name="Line 190">
              <a:extLst>
                <a:ext uri="{FF2B5EF4-FFF2-40B4-BE49-F238E27FC236}">
                  <a16:creationId xmlns:a16="http://schemas.microsoft.com/office/drawing/2014/main" id="{9A37EBF3-9533-FD41-808F-6C0609986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0" name="Group 191">
            <a:extLst>
              <a:ext uri="{FF2B5EF4-FFF2-40B4-BE49-F238E27FC236}">
                <a16:creationId xmlns:a16="http://schemas.microsoft.com/office/drawing/2014/main" id="{B32F95ED-229D-6648-9BFC-AFD7ABF83F4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24332" y="5348567"/>
            <a:ext cx="295275" cy="114300"/>
            <a:chOff x="3228" y="1776"/>
            <a:chExt cx="252" cy="96"/>
          </a:xfrm>
        </p:grpSpPr>
        <p:sp>
          <p:nvSpPr>
            <p:cNvPr id="431" name="Line 192">
              <a:extLst>
                <a:ext uri="{FF2B5EF4-FFF2-40B4-BE49-F238E27FC236}">
                  <a16:creationId xmlns:a16="http://schemas.microsoft.com/office/drawing/2014/main" id="{65E8BC10-05D3-C34C-943F-DDBD70967F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Line 193">
              <a:extLst>
                <a:ext uri="{FF2B5EF4-FFF2-40B4-BE49-F238E27FC236}">
                  <a16:creationId xmlns:a16="http://schemas.microsoft.com/office/drawing/2014/main" id="{F56DE982-F6BE-2E4E-B482-BD554EF993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3" name="Group 194">
            <a:extLst>
              <a:ext uri="{FF2B5EF4-FFF2-40B4-BE49-F238E27FC236}">
                <a16:creationId xmlns:a16="http://schemas.microsoft.com/office/drawing/2014/main" id="{B5251DF1-1955-4844-9BEA-E14C7EF19014}"/>
              </a:ext>
            </a:extLst>
          </p:cNvPr>
          <p:cNvGrpSpPr>
            <a:grpSpLocks/>
          </p:cNvGrpSpPr>
          <p:nvPr/>
        </p:nvGrpSpPr>
        <p:grpSpPr bwMode="auto">
          <a:xfrm>
            <a:off x="4019270" y="5705755"/>
            <a:ext cx="295275" cy="114300"/>
            <a:chOff x="3228" y="1776"/>
            <a:chExt cx="252" cy="96"/>
          </a:xfrm>
        </p:grpSpPr>
        <p:sp>
          <p:nvSpPr>
            <p:cNvPr id="434" name="Line 195">
              <a:extLst>
                <a:ext uri="{FF2B5EF4-FFF2-40B4-BE49-F238E27FC236}">
                  <a16:creationId xmlns:a16="http://schemas.microsoft.com/office/drawing/2014/main" id="{5B08B7F4-6EB5-564D-BE13-B4FEB3CBB5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5" name="Line 196">
              <a:extLst>
                <a:ext uri="{FF2B5EF4-FFF2-40B4-BE49-F238E27FC236}">
                  <a16:creationId xmlns:a16="http://schemas.microsoft.com/office/drawing/2014/main" id="{946C2213-325C-E84B-9659-2AFC1000D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6" name="Group 197">
            <a:extLst>
              <a:ext uri="{FF2B5EF4-FFF2-40B4-BE49-F238E27FC236}">
                <a16:creationId xmlns:a16="http://schemas.microsoft.com/office/drawing/2014/main" id="{216FE334-0B3A-BB4D-935E-B7579EF70E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657445" y="5705755"/>
            <a:ext cx="295275" cy="114300"/>
            <a:chOff x="3228" y="1776"/>
            <a:chExt cx="252" cy="96"/>
          </a:xfrm>
        </p:grpSpPr>
        <p:sp>
          <p:nvSpPr>
            <p:cNvPr id="437" name="Line 198">
              <a:extLst>
                <a:ext uri="{FF2B5EF4-FFF2-40B4-BE49-F238E27FC236}">
                  <a16:creationId xmlns:a16="http://schemas.microsoft.com/office/drawing/2014/main" id="{5EF8F833-297C-2547-A52E-393B13D32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Line 199">
              <a:extLst>
                <a:ext uri="{FF2B5EF4-FFF2-40B4-BE49-F238E27FC236}">
                  <a16:creationId xmlns:a16="http://schemas.microsoft.com/office/drawing/2014/main" id="{53D60A8F-075E-9247-822F-ADFF08B95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9" name="Group 200">
            <a:extLst>
              <a:ext uri="{FF2B5EF4-FFF2-40B4-BE49-F238E27FC236}">
                <a16:creationId xmlns:a16="http://schemas.microsoft.com/office/drawing/2014/main" id="{6CA836E5-5453-874C-898E-6388424546B7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862232" y="5410480"/>
            <a:ext cx="295275" cy="114300"/>
            <a:chOff x="3228" y="1776"/>
            <a:chExt cx="252" cy="96"/>
          </a:xfrm>
        </p:grpSpPr>
        <p:sp>
          <p:nvSpPr>
            <p:cNvPr id="440" name="Line 201">
              <a:extLst>
                <a:ext uri="{FF2B5EF4-FFF2-40B4-BE49-F238E27FC236}">
                  <a16:creationId xmlns:a16="http://schemas.microsoft.com/office/drawing/2014/main" id="{98AC627A-5198-EE48-8EF3-D196EFC39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1" name="Line 202">
              <a:extLst>
                <a:ext uri="{FF2B5EF4-FFF2-40B4-BE49-F238E27FC236}">
                  <a16:creationId xmlns:a16="http://schemas.microsoft.com/office/drawing/2014/main" id="{DB13157A-201E-1441-90AA-E7B6C48D20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42" name="Text Box 34">
            <a:extLst>
              <a:ext uri="{FF2B5EF4-FFF2-40B4-BE49-F238E27FC236}">
                <a16:creationId xmlns:a16="http://schemas.microsoft.com/office/drawing/2014/main" id="{9910609B-BB13-F84A-BC05-D467BC066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42" y="3666845"/>
            <a:ext cx="15954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school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68.80.2.0/24</a:t>
            </a:r>
          </a:p>
        </p:txBody>
      </p:sp>
      <p:grpSp>
        <p:nvGrpSpPr>
          <p:cNvPr id="445" name="Group 405">
            <a:extLst>
              <a:ext uri="{FF2B5EF4-FFF2-40B4-BE49-F238E27FC236}">
                <a16:creationId xmlns:a16="http://schemas.microsoft.com/office/drawing/2014/main" id="{7ADC43EB-565B-D74B-B4AD-8DAAC293AFE6}"/>
              </a:ext>
            </a:extLst>
          </p:cNvPr>
          <p:cNvGrpSpPr>
            <a:grpSpLocks/>
          </p:cNvGrpSpPr>
          <p:nvPr/>
        </p:nvGrpSpPr>
        <p:grpSpPr bwMode="auto">
          <a:xfrm>
            <a:off x="849686" y="1873155"/>
            <a:ext cx="1473201" cy="1119188"/>
            <a:chOff x="135" y="833"/>
            <a:chExt cx="928" cy="705"/>
          </a:xfrm>
        </p:grpSpPr>
        <p:grpSp>
          <p:nvGrpSpPr>
            <p:cNvPr id="446" name="Group 400">
              <a:extLst>
                <a:ext uri="{FF2B5EF4-FFF2-40B4-BE49-F238E27FC236}">
                  <a16:creationId xmlns:a16="http://schemas.microsoft.com/office/drawing/2014/main" id="{C938F6AC-3134-154F-9613-9F35FFB58D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" y="833"/>
              <a:ext cx="928" cy="705"/>
              <a:chOff x="135" y="833"/>
              <a:chExt cx="928" cy="705"/>
            </a:xfrm>
          </p:grpSpPr>
          <p:sp>
            <p:nvSpPr>
              <p:cNvPr id="448" name="Freeform 398">
                <a:extLst>
                  <a:ext uri="{FF2B5EF4-FFF2-40B4-BE49-F238E27FC236}">
                    <a16:creationId xmlns:a16="http://schemas.microsoft.com/office/drawing/2014/main" id="{C179A28F-2595-1D4A-A69C-95773C4D6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" y="836"/>
                <a:ext cx="928" cy="70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connsiteX0" fmla="*/ 10000 w 10000"/>
                  <a:gd name="connsiteY0" fmla="*/ 10000 h 10000"/>
                  <a:gd name="connsiteX1" fmla="*/ 0 w 10000"/>
                  <a:gd name="connsiteY1" fmla="*/ 7215 h 10000"/>
                  <a:gd name="connsiteX2" fmla="*/ 6179 w 10000"/>
                  <a:gd name="connsiteY2" fmla="*/ 5246 h 10000"/>
                  <a:gd name="connsiteX3" fmla="*/ 7573 w 10000"/>
                  <a:gd name="connsiteY3" fmla="*/ 0 h 10000"/>
                  <a:gd name="connsiteX4" fmla="*/ 9561 w 10000"/>
                  <a:gd name="connsiteY4" fmla="*/ 7933 h 10000"/>
                  <a:gd name="connsiteX5" fmla="*/ 10000 w 10000"/>
                  <a:gd name="connsiteY5" fmla="*/ 10000 h 10000"/>
                  <a:gd name="connsiteX0" fmla="*/ 10000 w 10180"/>
                  <a:gd name="connsiteY0" fmla="*/ 10000 h 10000"/>
                  <a:gd name="connsiteX1" fmla="*/ 0 w 10180"/>
                  <a:gd name="connsiteY1" fmla="*/ 7215 h 10000"/>
                  <a:gd name="connsiteX2" fmla="*/ 6179 w 10180"/>
                  <a:gd name="connsiteY2" fmla="*/ 5246 h 10000"/>
                  <a:gd name="connsiteX3" fmla="*/ 7573 w 10180"/>
                  <a:gd name="connsiteY3" fmla="*/ 0 h 10000"/>
                  <a:gd name="connsiteX4" fmla="*/ 10151 w 10180"/>
                  <a:gd name="connsiteY4" fmla="*/ 8116 h 10000"/>
                  <a:gd name="connsiteX5" fmla="*/ 10000 w 10180"/>
                  <a:gd name="connsiteY5" fmla="*/ 10000 h 10000"/>
                  <a:gd name="connsiteX0" fmla="*/ 9573 w 10167"/>
                  <a:gd name="connsiteY0" fmla="*/ 10658 h 10658"/>
                  <a:gd name="connsiteX1" fmla="*/ 0 w 10167"/>
                  <a:gd name="connsiteY1" fmla="*/ 7215 h 10658"/>
                  <a:gd name="connsiteX2" fmla="*/ 6179 w 10167"/>
                  <a:gd name="connsiteY2" fmla="*/ 5246 h 10658"/>
                  <a:gd name="connsiteX3" fmla="*/ 7573 w 10167"/>
                  <a:gd name="connsiteY3" fmla="*/ 0 h 10658"/>
                  <a:gd name="connsiteX4" fmla="*/ 10151 w 10167"/>
                  <a:gd name="connsiteY4" fmla="*/ 8116 h 10658"/>
                  <a:gd name="connsiteX5" fmla="*/ 9573 w 10167"/>
                  <a:gd name="connsiteY5" fmla="*/ 10658 h 10658"/>
                  <a:gd name="connsiteX0" fmla="*/ 9573 w 10167"/>
                  <a:gd name="connsiteY0" fmla="*/ 10658 h 10658"/>
                  <a:gd name="connsiteX1" fmla="*/ 0 w 10167"/>
                  <a:gd name="connsiteY1" fmla="*/ 7215 h 10658"/>
                  <a:gd name="connsiteX2" fmla="*/ 7688 w 10167"/>
                  <a:gd name="connsiteY2" fmla="*/ 7111 h 10658"/>
                  <a:gd name="connsiteX3" fmla="*/ 7573 w 10167"/>
                  <a:gd name="connsiteY3" fmla="*/ 0 h 10658"/>
                  <a:gd name="connsiteX4" fmla="*/ 10151 w 10167"/>
                  <a:gd name="connsiteY4" fmla="*/ 8116 h 10658"/>
                  <a:gd name="connsiteX5" fmla="*/ 9573 w 10167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788"/>
                  <a:gd name="connsiteY0" fmla="*/ 10658 h 10658"/>
                  <a:gd name="connsiteX1" fmla="*/ 0 w 10788"/>
                  <a:gd name="connsiteY1" fmla="*/ 7178 h 10658"/>
                  <a:gd name="connsiteX2" fmla="*/ 8180 w 10788"/>
                  <a:gd name="connsiteY2" fmla="*/ 7111 h 10658"/>
                  <a:gd name="connsiteX3" fmla="*/ 8065 w 10788"/>
                  <a:gd name="connsiteY3" fmla="*/ 0 h 10658"/>
                  <a:gd name="connsiteX4" fmla="*/ 10774 w 10788"/>
                  <a:gd name="connsiteY4" fmla="*/ 8153 h 10658"/>
                  <a:gd name="connsiteX5" fmla="*/ 10065 w 10788"/>
                  <a:gd name="connsiteY5" fmla="*/ 10658 h 10658"/>
                  <a:gd name="connsiteX0" fmla="*/ 10065 w 10788"/>
                  <a:gd name="connsiteY0" fmla="*/ 10658 h 10658"/>
                  <a:gd name="connsiteX1" fmla="*/ 0 w 10788"/>
                  <a:gd name="connsiteY1" fmla="*/ 7178 h 10658"/>
                  <a:gd name="connsiteX2" fmla="*/ 8180 w 10788"/>
                  <a:gd name="connsiteY2" fmla="*/ 7111 h 10658"/>
                  <a:gd name="connsiteX3" fmla="*/ 8065 w 10788"/>
                  <a:gd name="connsiteY3" fmla="*/ 0 h 10658"/>
                  <a:gd name="connsiteX4" fmla="*/ 10774 w 10788"/>
                  <a:gd name="connsiteY4" fmla="*/ 8153 h 10658"/>
                  <a:gd name="connsiteX5" fmla="*/ 10065 w 10788"/>
                  <a:gd name="connsiteY5" fmla="*/ 10658 h 10658"/>
                  <a:gd name="connsiteX0" fmla="*/ 10065 w 10788"/>
                  <a:gd name="connsiteY0" fmla="*/ 9086 h 9086"/>
                  <a:gd name="connsiteX1" fmla="*/ 0 w 10788"/>
                  <a:gd name="connsiteY1" fmla="*/ 5606 h 9086"/>
                  <a:gd name="connsiteX2" fmla="*/ 8180 w 10788"/>
                  <a:gd name="connsiteY2" fmla="*/ 5539 h 9086"/>
                  <a:gd name="connsiteX3" fmla="*/ 8196 w 10788"/>
                  <a:gd name="connsiteY3" fmla="*/ 0 h 9086"/>
                  <a:gd name="connsiteX4" fmla="*/ 10774 w 10788"/>
                  <a:gd name="connsiteY4" fmla="*/ 6581 h 9086"/>
                  <a:gd name="connsiteX5" fmla="*/ 10065 w 10788"/>
                  <a:gd name="connsiteY5" fmla="*/ 9086 h 9086"/>
                  <a:gd name="connsiteX0" fmla="*/ 9330 w 10000"/>
                  <a:gd name="connsiteY0" fmla="*/ 10000 h 10000"/>
                  <a:gd name="connsiteX1" fmla="*/ 0 w 10000"/>
                  <a:gd name="connsiteY1" fmla="*/ 6170 h 10000"/>
                  <a:gd name="connsiteX2" fmla="*/ 7582 w 10000"/>
                  <a:gd name="connsiteY2" fmla="*/ 6096 h 10000"/>
                  <a:gd name="connsiteX3" fmla="*/ 7597 w 10000"/>
                  <a:gd name="connsiteY3" fmla="*/ 0 h 10000"/>
                  <a:gd name="connsiteX4" fmla="*/ 9987 w 10000"/>
                  <a:gd name="connsiteY4" fmla="*/ 7243 h 10000"/>
                  <a:gd name="connsiteX5" fmla="*/ 9330 w 10000"/>
                  <a:gd name="connsiteY5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9330" y="10000"/>
                    </a:moveTo>
                    <a:cubicBezTo>
                      <a:pt x="6768" y="8563"/>
                      <a:pt x="6152" y="7769"/>
                      <a:pt x="0" y="6170"/>
                    </a:cubicBezTo>
                    <a:lnTo>
                      <a:pt x="7582" y="6096"/>
                    </a:lnTo>
                    <a:cubicBezTo>
                      <a:pt x="7547" y="3488"/>
                      <a:pt x="7633" y="2608"/>
                      <a:pt x="7597" y="0"/>
                    </a:cubicBezTo>
                    <a:cubicBezTo>
                      <a:pt x="8698" y="5472"/>
                      <a:pt x="8887" y="5795"/>
                      <a:pt x="9987" y="7243"/>
                    </a:cubicBezTo>
                    <a:cubicBezTo>
                      <a:pt x="10122" y="8001"/>
                      <a:pt x="9194" y="9242"/>
                      <a:pt x="9330" y="10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chemeClr val="bg1">
                      <a:lumMod val="75000"/>
                    </a:schemeClr>
                  </a:gs>
                </a:gsLst>
                <a:lin ang="12900000" scaled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49" name="Group 392">
                <a:extLst>
                  <a:ext uri="{FF2B5EF4-FFF2-40B4-BE49-F238E27FC236}">
                    <a16:creationId xmlns:a16="http://schemas.microsoft.com/office/drawing/2014/main" id="{83AD51F0-9101-A543-80D3-A9F7AF82FF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" y="840"/>
                <a:ext cx="694" cy="432"/>
                <a:chOff x="2579" y="1533"/>
                <a:chExt cx="1078" cy="507"/>
              </a:xfrm>
            </p:grpSpPr>
            <p:pic>
              <p:nvPicPr>
                <p:cNvPr id="451" name="Picture 393">
                  <a:extLst>
                    <a:ext uri="{FF2B5EF4-FFF2-40B4-BE49-F238E27FC236}">
                      <a16:creationId xmlns:a16="http://schemas.microsoft.com/office/drawing/2014/main" id="{1BCDC5B2-F988-9143-89C7-9C8B60430D4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533"/>
                  <a:ext cx="1078" cy="5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52" name="Rectangle 394">
                  <a:extLst>
                    <a:ext uri="{FF2B5EF4-FFF2-40B4-BE49-F238E27FC236}">
                      <a16:creationId xmlns:a16="http://schemas.microsoft.com/office/drawing/2014/main" id="{901E2284-7277-BA40-BA42-E36F213101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33" y="1580"/>
                  <a:ext cx="957" cy="41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50" name="Rectangle 399">
                <a:extLst>
                  <a:ext uri="{FF2B5EF4-FFF2-40B4-BE49-F238E27FC236}">
                    <a16:creationId xmlns:a16="http://schemas.microsoft.com/office/drawing/2014/main" id="{6C65E453-463D-E84E-A45A-FC0C58E3D9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" y="833"/>
                <a:ext cx="696" cy="43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47" name="Text Box 402">
              <a:extLst>
                <a:ext uri="{FF2B5EF4-FFF2-40B4-BE49-F238E27FC236}">
                  <a16:creationId xmlns:a16="http://schemas.microsoft.com/office/drawing/2014/main" id="{3C4B58BF-EC83-3448-9336-11CAA5654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" y="938"/>
              <a:ext cx="51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browser</a:t>
              </a:r>
            </a:p>
          </p:txBody>
        </p:sp>
      </p:grpSp>
      <p:grpSp>
        <p:nvGrpSpPr>
          <p:cNvPr id="514" name="Group 248">
            <a:extLst>
              <a:ext uri="{FF2B5EF4-FFF2-40B4-BE49-F238E27FC236}">
                <a16:creationId xmlns:a16="http://schemas.microsoft.com/office/drawing/2014/main" id="{91C14C6F-2EE6-3240-8AAA-3947FAB43848}"/>
              </a:ext>
            </a:extLst>
          </p:cNvPr>
          <p:cNvGrpSpPr>
            <a:grpSpLocks/>
          </p:cNvGrpSpPr>
          <p:nvPr/>
        </p:nvGrpSpPr>
        <p:grpSpPr bwMode="auto">
          <a:xfrm>
            <a:off x="7299045" y="2164042"/>
            <a:ext cx="358775" cy="623888"/>
            <a:chOff x="4140" y="429"/>
            <a:chExt cx="1425" cy="2396"/>
          </a:xfrm>
        </p:grpSpPr>
        <p:sp>
          <p:nvSpPr>
            <p:cNvPr id="515" name="Freeform 148">
              <a:extLst>
                <a:ext uri="{FF2B5EF4-FFF2-40B4-BE49-F238E27FC236}">
                  <a16:creationId xmlns:a16="http://schemas.microsoft.com/office/drawing/2014/main" id="{FC56F9D5-F006-AE4F-BA67-7D1F703E6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6" name="Rectangle 149">
              <a:extLst>
                <a:ext uri="{FF2B5EF4-FFF2-40B4-BE49-F238E27FC236}">
                  <a16:creationId xmlns:a16="http://schemas.microsoft.com/office/drawing/2014/main" id="{8E14C426-4828-3846-9E1A-A00801760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7" name="Freeform 150">
              <a:extLst>
                <a:ext uri="{FF2B5EF4-FFF2-40B4-BE49-F238E27FC236}">
                  <a16:creationId xmlns:a16="http://schemas.microsoft.com/office/drawing/2014/main" id="{990610A6-3D92-C54C-95B3-9B1B16EE6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8" name="Freeform 151">
              <a:extLst>
                <a:ext uri="{FF2B5EF4-FFF2-40B4-BE49-F238E27FC236}">
                  <a16:creationId xmlns:a16="http://schemas.microsoft.com/office/drawing/2014/main" id="{C6D5BA6D-F609-0B41-9849-C02719D4F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9" name="Rectangle 152">
              <a:extLst>
                <a:ext uri="{FF2B5EF4-FFF2-40B4-BE49-F238E27FC236}">
                  <a16:creationId xmlns:a16="http://schemas.microsoft.com/office/drawing/2014/main" id="{AD421E89-6D59-A94B-BAB4-497A316D0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0" name="Group 153">
              <a:extLst>
                <a:ext uri="{FF2B5EF4-FFF2-40B4-BE49-F238E27FC236}">
                  <a16:creationId xmlns:a16="http://schemas.microsoft.com/office/drawing/2014/main" id="{270B98D5-4811-2E48-AAAD-CB85678ED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45" name="AutoShape 154">
                <a:extLst>
                  <a:ext uri="{FF2B5EF4-FFF2-40B4-BE49-F238E27FC236}">
                    <a16:creationId xmlns:a16="http://schemas.microsoft.com/office/drawing/2014/main" id="{46178474-736E-FD41-A5E3-5728F65BB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6" name="AutoShape 155">
                <a:extLst>
                  <a:ext uri="{FF2B5EF4-FFF2-40B4-BE49-F238E27FC236}">
                    <a16:creationId xmlns:a16="http://schemas.microsoft.com/office/drawing/2014/main" id="{F736FB7D-255C-A44D-8B6A-3CB3FF40B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1" name="Rectangle 156">
              <a:extLst>
                <a:ext uri="{FF2B5EF4-FFF2-40B4-BE49-F238E27FC236}">
                  <a16:creationId xmlns:a16="http://schemas.microsoft.com/office/drawing/2014/main" id="{7C75FE92-DDC8-1C4D-9889-6547F1459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2" name="Group 157">
              <a:extLst>
                <a:ext uri="{FF2B5EF4-FFF2-40B4-BE49-F238E27FC236}">
                  <a16:creationId xmlns:a16="http://schemas.microsoft.com/office/drawing/2014/main" id="{45DBCF88-E72F-4043-B48F-B52AFDDB99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3" name="AutoShape 158">
                <a:extLst>
                  <a:ext uri="{FF2B5EF4-FFF2-40B4-BE49-F238E27FC236}">
                    <a16:creationId xmlns:a16="http://schemas.microsoft.com/office/drawing/2014/main" id="{4A3AA05D-99CF-9749-BDB7-B2547C333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4" name="AutoShape 159">
                <a:extLst>
                  <a:ext uri="{FF2B5EF4-FFF2-40B4-BE49-F238E27FC236}">
                    <a16:creationId xmlns:a16="http://schemas.microsoft.com/office/drawing/2014/main" id="{BD8E6385-6030-7E42-A02E-B6327F244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3" name="Rectangle 160">
              <a:extLst>
                <a:ext uri="{FF2B5EF4-FFF2-40B4-BE49-F238E27FC236}">
                  <a16:creationId xmlns:a16="http://schemas.microsoft.com/office/drawing/2014/main" id="{B7E80E74-2AC2-8D44-B363-37DF3DA37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4" name="Rectangle 161">
              <a:extLst>
                <a:ext uri="{FF2B5EF4-FFF2-40B4-BE49-F238E27FC236}">
                  <a16:creationId xmlns:a16="http://schemas.microsoft.com/office/drawing/2014/main" id="{4BB73F60-D5F2-F641-A0BF-68E3179F4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5" name="Group 162">
              <a:extLst>
                <a:ext uri="{FF2B5EF4-FFF2-40B4-BE49-F238E27FC236}">
                  <a16:creationId xmlns:a16="http://schemas.microsoft.com/office/drawing/2014/main" id="{4039A5BF-4E86-3D4C-91D1-FB1220CD6B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41" name="AutoShape 163">
                <a:extLst>
                  <a:ext uri="{FF2B5EF4-FFF2-40B4-BE49-F238E27FC236}">
                    <a16:creationId xmlns:a16="http://schemas.microsoft.com/office/drawing/2014/main" id="{0E533812-E28D-7848-8C40-F91ACED2A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2" name="AutoShape 164">
                <a:extLst>
                  <a:ext uri="{FF2B5EF4-FFF2-40B4-BE49-F238E27FC236}">
                    <a16:creationId xmlns:a16="http://schemas.microsoft.com/office/drawing/2014/main" id="{65D9F596-07A5-F04C-9DFA-F58CB2440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6" name="Freeform 165">
              <a:extLst>
                <a:ext uri="{FF2B5EF4-FFF2-40B4-BE49-F238E27FC236}">
                  <a16:creationId xmlns:a16="http://schemas.microsoft.com/office/drawing/2014/main" id="{EA1FDC25-5341-AF46-8920-AA0044E93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7" name="Group 166">
              <a:extLst>
                <a:ext uri="{FF2B5EF4-FFF2-40B4-BE49-F238E27FC236}">
                  <a16:creationId xmlns:a16="http://schemas.microsoft.com/office/drawing/2014/main" id="{75ABD85A-8A59-734C-BBAD-F1E8418B6E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39" name="AutoShape 167">
                <a:extLst>
                  <a:ext uri="{FF2B5EF4-FFF2-40B4-BE49-F238E27FC236}">
                    <a16:creationId xmlns:a16="http://schemas.microsoft.com/office/drawing/2014/main" id="{9A2B943C-2EE9-7B42-8D3F-004CD139D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AutoShape 168">
                <a:extLst>
                  <a:ext uri="{FF2B5EF4-FFF2-40B4-BE49-F238E27FC236}">
                    <a16:creationId xmlns:a16="http://schemas.microsoft.com/office/drawing/2014/main" id="{99435929-42EB-3B4A-9284-715A6D22E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8" name="Rectangle 169">
              <a:extLst>
                <a:ext uri="{FF2B5EF4-FFF2-40B4-BE49-F238E27FC236}">
                  <a16:creationId xmlns:a16="http://schemas.microsoft.com/office/drawing/2014/main" id="{D89E839B-0009-FA43-A322-5B355B725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9" name="Freeform 170">
              <a:extLst>
                <a:ext uri="{FF2B5EF4-FFF2-40B4-BE49-F238E27FC236}">
                  <a16:creationId xmlns:a16="http://schemas.microsoft.com/office/drawing/2014/main" id="{39547BFB-A126-9548-89DA-27B118EDA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0" name="Freeform 171">
              <a:extLst>
                <a:ext uri="{FF2B5EF4-FFF2-40B4-BE49-F238E27FC236}">
                  <a16:creationId xmlns:a16="http://schemas.microsoft.com/office/drawing/2014/main" id="{68DD62BA-94AA-4D4F-8F5B-49633C1D4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1" name="Oval 172">
              <a:extLst>
                <a:ext uri="{FF2B5EF4-FFF2-40B4-BE49-F238E27FC236}">
                  <a16:creationId xmlns:a16="http://schemas.microsoft.com/office/drawing/2014/main" id="{C54F0D87-7775-9345-B4FE-8867291DC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2" name="Freeform 173">
              <a:extLst>
                <a:ext uri="{FF2B5EF4-FFF2-40B4-BE49-F238E27FC236}">
                  <a16:creationId xmlns:a16="http://schemas.microsoft.com/office/drawing/2014/main" id="{AC478874-8B70-6F4C-8BFB-278D3D497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3" name="AutoShape 174">
              <a:extLst>
                <a:ext uri="{FF2B5EF4-FFF2-40B4-BE49-F238E27FC236}">
                  <a16:creationId xmlns:a16="http://schemas.microsoft.com/office/drawing/2014/main" id="{25F181E9-ECE8-6C45-9630-9E557CD92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4" name="AutoShape 175">
              <a:extLst>
                <a:ext uri="{FF2B5EF4-FFF2-40B4-BE49-F238E27FC236}">
                  <a16:creationId xmlns:a16="http://schemas.microsoft.com/office/drawing/2014/main" id="{1E3D4F85-FE81-8540-903A-A59235E02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5" name="Oval 176">
              <a:extLst>
                <a:ext uri="{FF2B5EF4-FFF2-40B4-BE49-F238E27FC236}">
                  <a16:creationId xmlns:a16="http://schemas.microsoft.com/office/drawing/2014/main" id="{BCFB597E-34FF-A143-A5DA-83836FAF5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6" name="Oval 177">
              <a:extLst>
                <a:ext uri="{FF2B5EF4-FFF2-40B4-BE49-F238E27FC236}">
                  <a16:creationId xmlns:a16="http://schemas.microsoft.com/office/drawing/2014/main" id="{A42D8F35-29EC-5646-B86B-9F691B5B6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7" name="Oval 178">
              <a:extLst>
                <a:ext uri="{FF2B5EF4-FFF2-40B4-BE49-F238E27FC236}">
                  <a16:creationId xmlns:a16="http://schemas.microsoft.com/office/drawing/2014/main" id="{CF075237-D0D9-CF4B-A3B2-26C45C78A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8" name="Rectangle 179">
              <a:extLst>
                <a:ext uri="{FF2B5EF4-FFF2-40B4-BE49-F238E27FC236}">
                  <a16:creationId xmlns:a16="http://schemas.microsoft.com/office/drawing/2014/main" id="{253DDF8F-80F2-B14F-97BA-109570D96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7" name="Group 596">
            <a:extLst>
              <a:ext uri="{FF2B5EF4-FFF2-40B4-BE49-F238E27FC236}">
                <a16:creationId xmlns:a16="http://schemas.microsoft.com/office/drawing/2014/main" id="{D93E1841-88BD-D448-9F73-830397405006}"/>
              </a:ext>
            </a:extLst>
          </p:cNvPr>
          <p:cNvGrpSpPr/>
          <p:nvPr/>
        </p:nvGrpSpPr>
        <p:grpSpPr>
          <a:xfrm>
            <a:off x="5430426" y="3270309"/>
            <a:ext cx="853832" cy="472456"/>
            <a:chOff x="7493876" y="2774731"/>
            <a:chExt cx="1481958" cy="894622"/>
          </a:xfrm>
        </p:grpSpPr>
        <p:sp>
          <p:nvSpPr>
            <p:cNvPr id="598" name="Freeform 597">
              <a:extLst>
                <a:ext uri="{FF2B5EF4-FFF2-40B4-BE49-F238E27FC236}">
                  <a16:creationId xmlns:a16="http://schemas.microsoft.com/office/drawing/2014/main" id="{B359CA66-9104-9E46-ABBC-385E1E4483E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B2D08667-01C3-CD4F-B7A4-167AA296748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0" name="Group 599">
              <a:extLst>
                <a:ext uri="{FF2B5EF4-FFF2-40B4-BE49-F238E27FC236}">
                  <a16:creationId xmlns:a16="http://schemas.microsoft.com/office/drawing/2014/main" id="{4D73295F-19B2-9F4D-BF15-1339ED79C2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1" name="Freeform 600">
                <a:extLst>
                  <a:ext uri="{FF2B5EF4-FFF2-40B4-BE49-F238E27FC236}">
                    <a16:creationId xmlns:a16="http://schemas.microsoft.com/office/drawing/2014/main" id="{FE20BD82-3369-5A43-99ED-4E445A65AB4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617A137B-1D45-8C4F-8899-54EAB8E1C4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3" name="Freeform 602">
                <a:extLst>
                  <a:ext uri="{FF2B5EF4-FFF2-40B4-BE49-F238E27FC236}">
                    <a16:creationId xmlns:a16="http://schemas.microsoft.com/office/drawing/2014/main" id="{CD807370-376F-5540-BD24-28420E4B43F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4" name="Freeform 603">
                <a:extLst>
                  <a:ext uri="{FF2B5EF4-FFF2-40B4-BE49-F238E27FC236}">
                    <a16:creationId xmlns:a16="http://schemas.microsoft.com/office/drawing/2014/main" id="{6B1DEE97-A3C3-2C4C-B320-BEE84FF767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51081915-1C7C-2048-A0F4-CFE36C5B63E9}"/>
              </a:ext>
            </a:extLst>
          </p:cNvPr>
          <p:cNvGrpSpPr/>
          <p:nvPr/>
        </p:nvGrpSpPr>
        <p:grpSpPr>
          <a:xfrm>
            <a:off x="6752719" y="3019298"/>
            <a:ext cx="853832" cy="472456"/>
            <a:chOff x="7493876" y="2774731"/>
            <a:chExt cx="1481958" cy="894622"/>
          </a:xfrm>
        </p:grpSpPr>
        <p:sp>
          <p:nvSpPr>
            <p:cNvPr id="606" name="Freeform 605">
              <a:extLst>
                <a:ext uri="{FF2B5EF4-FFF2-40B4-BE49-F238E27FC236}">
                  <a16:creationId xmlns:a16="http://schemas.microsoft.com/office/drawing/2014/main" id="{2CCD670D-FB4E-4F45-9A28-734AABF3C6D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6B17EE1A-2279-4B41-8A72-8598678AD94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8" name="Group 607">
              <a:extLst>
                <a:ext uri="{FF2B5EF4-FFF2-40B4-BE49-F238E27FC236}">
                  <a16:creationId xmlns:a16="http://schemas.microsoft.com/office/drawing/2014/main" id="{3ECBE2AF-8C50-C347-AA66-6781018D86E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9" name="Freeform 608">
                <a:extLst>
                  <a:ext uri="{FF2B5EF4-FFF2-40B4-BE49-F238E27FC236}">
                    <a16:creationId xmlns:a16="http://schemas.microsoft.com/office/drawing/2014/main" id="{4481D58B-EEDD-EE45-B268-B4EA2246FBE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0" name="Freeform 609">
                <a:extLst>
                  <a:ext uri="{FF2B5EF4-FFF2-40B4-BE49-F238E27FC236}">
                    <a16:creationId xmlns:a16="http://schemas.microsoft.com/office/drawing/2014/main" id="{9896F39B-E74D-2D41-8D9B-5A9CFD8DF4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1" name="Freeform 610">
                <a:extLst>
                  <a:ext uri="{FF2B5EF4-FFF2-40B4-BE49-F238E27FC236}">
                    <a16:creationId xmlns:a16="http://schemas.microsoft.com/office/drawing/2014/main" id="{25BF311A-BCE1-C643-803E-A3F3469DD4D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2" name="Freeform 611">
                <a:extLst>
                  <a:ext uri="{FF2B5EF4-FFF2-40B4-BE49-F238E27FC236}">
                    <a16:creationId xmlns:a16="http://schemas.microsoft.com/office/drawing/2014/main" id="{17FD2B9C-75D3-134E-AC55-315AA4BE8FC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3" name="Group 612">
            <a:extLst>
              <a:ext uri="{FF2B5EF4-FFF2-40B4-BE49-F238E27FC236}">
                <a16:creationId xmlns:a16="http://schemas.microsoft.com/office/drawing/2014/main" id="{60A20BD4-E117-2C49-9814-962578CBD00D}"/>
              </a:ext>
            </a:extLst>
          </p:cNvPr>
          <p:cNvGrpSpPr/>
          <p:nvPr/>
        </p:nvGrpSpPr>
        <p:grpSpPr>
          <a:xfrm>
            <a:off x="7496789" y="3749923"/>
            <a:ext cx="853832" cy="472456"/>
            <a:chOff x="7493876" y="2774731"/>
            <a:chExt cx="1481958" cy="894622"/>
          </a:xfrm>
        </p:grpSpPr>
        <p:sp>
          <p:nvSpPr>
            <p:cNvPr id="614" name="Freeform 613">
              <a:extLst>
                <a:ext uri="{FF2B5EF4-FFF2-40B4-BE49-F238E27FC236}">
                  <a16:creationId xmlns:a16="http://schemas.microsoft.com/office/drawing/2014/main" id="{4E4A0CD1-58ED-A54D-BBFF-12C92719E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C158890B-E991-FF49-8AA1-72A42547860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6" name="Group 615">
              <a:extLst>
                <a:ext uri="{FF2B5EF4-FFF2-40B4-BE49-F238E27FC236}">
                  <a16:creationId xmlns:a16="http://schemas.microsoft.com/office/drawing/2014/main" id="{E8B134DC-D1F8-B34A-9AA5-C82E19D265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7" name="Freeform 616">
                <a:extLst>
                  <a:ext uri="{FF2B5EF4-FFF2-40B4-BE49-F238E27FC236}">
                    <a16:creationId xmlns:a16="http://schemas.microsoft.com/office/drawing/2014/main" id="{46A021F0-A4AA-9D4C-B3CA-33BBC2B3989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8" name="Freeform 617">
                <a:extLst>
                  <a:ext uri="{FF2B5EF4-FFF2-40B4-BE49-F238E27FC236}">
                    <a16:creationId xmlns:a16="http://schemas.microsoft.com/office/drawing/2014/main" id="{05568410-5821-3848-8CFE-24A7B103648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1F622DFA-BD68-F84E-B93E-A50B5AFFF14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3CD0E9D0-4C11-1E4C-BDBC-0878BE70EF4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D25D3FA7-4E6E-854A-AA36-AA556C5A251C}"/>
              </a:ext>
            </a:extLst>
          </p:cNvPr>
          <p:cNvGrpSpPr/>
          <p:nvPr/>
        </p:nvGrpSpPr>
        <p:grpSpPr>
          <a:xfrm>
            <a:off x="4139507" y="5298141"/>
            <a:ext cx="809010" cy="502026"/>
            <a:chOff x="7493876" y="2774731"/>
            <a:chExt cx="1481958" cy="894622"/>
          </a:xfrm>
        </p:grpSpPr>
        <p:sp>
          <p:nvSpPr>
            <p:cNvPr id="622" name="Freeform 621">
              <a:extLst>
                <a:ext uri="{FF2B5EF4-FFF2-40B4-BE49-F238E27FC236}">
                  <a16:creationId xmlns:a16="http://schemas.microsoft.com/office/drawing/2014/main" id="{5FD51C8E-8595-104A-839D-0A7CCF6C839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3" name="Oval 622">
              <a:extLst>
                <a:ext uri="{FF2B5EF4-FFF2-40B4-BE49-F238E27FC236}">
                  <a16:creationId xmlns:a16="http://schemas.microsoft.com/office/drawing/2014/main" id="{7BF2815A-C8DA-D545-BC77-1CE42331895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4" name="Group 623">
              <a:extLst>
                <a:ext uri="{FF2B5EF4-FFF2-40B4-BE49-F238E27FC236}">
                  <a16:creationId xmlns:a16="http://schemas.microsoft.com/office/drawing/2014/main" id="{72683926-F4A5-734E-95F4-F7A096F17A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5" name="Freeform 624">
                <a:extLst>
                  <a:ext uri="{FF2B5EF4-FFF2-40B4-BE49-F238E27FC236}">
                    <a16:creationId xmlns:a16="http://schemas.microsoft.com/office/drawing/2014/main" id="{2B87A071-D3E2-BF49-BA3E-65F560A24C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6" name="Freeform 625">
                <a:extLst>
                  <a:ext uri="{FF2B5EF4-FFF2-40B4-BE49-F238E27FC236}">
                    <a16:creationId xmlns:a16="http://schemas.microsoft.com/office/drawing/2014/main" id="{D2B17A90-DD53-0F40-85E2-5616E727EB1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91E68B9D-2945-4D42-8E64-070106085C1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FF72236A-B234-BB44-8D95-3F909B257A3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1113BD39-40DA-4143-8341-7A1BCEE81256}"/>
              </a:ext>
            </a:extLst>
          </p:cNvPr>
          <p:cNvGrpSpPr/>
          <p:nvPr/>
        </p:nvGrpSpPr>
        <p:grpSpPr>
          <a:xfrm>
            <a:off x="5872016" y="4978459"/>
            <a:ext cx="809010" cy="502026"/>
            <a:chOff x="7493876" y="2774731"/>
            <a:chExt cx="1481958" cy="894622"/>
          </a:xfrm>
        </p:grpSpPr>
        <p:sp>
          <p:nvSpPr>
            <p:cNvPr id="630" name="Freeform 629">
              <a:extLst>
                <a:ext uri="{FF2B5EF4-FFF2-40B4-BE49-F238E27FC236}">
                  <a16:creationId xmlns:a16="http://schemas.microsoft.com/office/drawing/2014/main" id="{779B4EA8-4BF9-6E4B-95A5-61AE828BF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F142A987-761B-994C-B2CF-AA70DDB50D2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BB8863E3-F134-5C44-AA71-F1EB9E7FAC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3" name="Freeform 632">
                <a:extLst>
                  <a:ext uri="{FF2B5EF4-FFF2-40B4-BE49-F238E27FC236}">
                    <a16:creationId xmlns:a16="http://schemas.microsoft.com/office/drawing/2014/main" id="{13EFE091-51A0-A84D-8C74-7D49F49E7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4" name="Freeform 633">
                <a:extLst>
                  <a:ext uri="{FF2B5EF4-FFF2-40B4-BE49-F238E27FC236}">
                    <a16:creationId xmlns:a16="http://schemas.microsoft.com/office/drawing/2014/main" id="{2007E57F-D7CB-A74F-B077-7439C454C46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5" name="Freeform 634">
                <a:extLst>
                  <a:ext uri="{FF2B5EF4-FFF2-40B4-BE49-F238E27FC236}">
                    <a16:creationId xmlns:a16="http://schemas.microsoft.com/office/drawing/2014/main" id="{1A7A87E3-0D33-1342-9288-FE279ABD0C9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6" name="Freeform 635">
                <a:extLst>
                  <a:ext uri="{FF2B5EF4-FFF2-40B4-BE49-F238E27FC236}">
                    <a16:creationId xmlns:a16="http://schemas.microsoft.com/office/drawing/2014/main" id="{5752FA50-1B28-BD4A-9158-8D5053B30B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3" name="Right Arrow 672">
            <a:extLst>
              <a:ext uri="{FF2B5EF4-FFF2-40B4-BE49-F238E27FC236}">
                <a16:creationId xmlns:a16="http://schemas.microsoft.com/office/drawing/2014/main" id="{B97D521A-528F-F144-A8F1-1DBCAE203C92}"/>
              </a:ext>
            </a:extLst>
          </p:cNvPr>
          <p:cNvSpPr/>
          <p:nvPr/>
        </p:nvSpPr>
        <p:spPr>
          <a:xfrm>
            <a:off x="685800" y="2756646"/>
            <a:ext cx="1313330" cy="511526"/>
          </a:xfrm>
          <a:prstGeom prst="rightArrow">
            <a:avLst/>
          </a:prstGeom>
          <a:gradFill>
            <a:gsLst>
              <a:gs pos="0">
                <a:srgbClr val="FFFFFF">
                  <a:alpha val="67000"/>
                </a:srgbClr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2" name="Group 681">
            <a:extLst>
              <a:ext uri="{FF2B5EF4-FFF2-40B4-BE49-F238E27FC236}">
                <a16:creationId xmlns:a16="http://schemas.microsoft.com/office/drawing/2014/main" id="{3683399D-A639-394A-8DF7-7F9B7AB6D7B6}"/>
              </a:ext>
            </a:extLst>
          </p:cNvPr>
          <p:cNvGrpSpPr/>
          <p:nvPr/>
        </p:nvGrpSpPr>
        <p:grpSpPr>
          <a:xfrm>
            <a:off x="1373964" y="4541734"/>
            <a:ext cx="1607995" cy="1127080"/>
            <a:chOff x="1373964" y="4541734"/>
            <a:chExt cx="1607995" cy="1127080"/>
          </a:xfrm>
        </p:grpSpPr>
        <p:sp>
          <p:nvSpPr>
            <p:cNvPr id="444" name="Text Box 404">
              <a:extLst>
                <a:ext uri="{FF2B5EF4-FFF2-40B4-BE49-F238E27FC236}">
                  <a16:creationId xmlns:a16="http://schemas.microsoft.com/office/drawing/2014/main" id="{E62F71C0-17AC-E842-AF41-29E05880C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3964" y="4541734"/>
              <a:ext cx="8901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i="0" dirty="0">
                  <a:solidFill>
                    <a:srgbClr val="C00000"/>
                  </a:solidFill>
                  <a:latin typeface="+mn-lt"/>
                </a:rPr>
                <a:t>web page</a:t>
              </a:r>
            </a:p>
          </p:txBody>
        </p:sp>
        <p:sp>
          <p:nvSpPr>
            <p:cNvPr id="677" name="Freeform 398">
              <a:extLst>
                <a:ext uri="{FF2B5EF4-FFF2-40B4-BE49-F238E27FC236}">
                  <a16:creationId xmlns:a16="http://schemas.microsoft.com/office/drawing/2014/main" id="{80939846-FA86-F748-B1A5-ABCAB9226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329" y="4799922"/>
              <a:ext cx="1531630" cy="868892"/>
            </a:xfrm>
            <a:custGeom>
              <a:avLst/>
              <a:gdLst>
                <a:gd name="T0" fmla="*/ 861 w 861"/>
                <a:gd name="T1" fmla="*/ 772 h 772"/>
                <a:gd name="T2" fmla="*/ 0 w 861"/>
                <a:gd name="T3" fmla="*/ 557 h 772"/>
                <a:gd name="T4" fmla="*/ 532 w 861"/>
                <a:gd name="T5" fmla="*/ 405 h 772"/>
                <a:gd name="T6" fmla="*/ 652 w 861"/>
                <a:gd name="T7" fmla="*/ 0 h 772"/>
                <a:gd name="T8" fmla="*/ 861 w 861"/>
                <a:gd name="T9" fmla="*/ 772 h 7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0000 w 10000"/>
                <a:gd name="connsiteY0" fmla="*/ 10000 h 10000"/>
                <a:gd name="connsiteX1" fmla="*/ 0 w 10000"/>
                <a:gd name="connsiteY1" fmla="*/ 7215 h 10000"/>
                <a:gd name="connsiteX2" fmla="*/ 6179 w 10000"/>
                <a:gd name="connsiteY2" fmla="*/ 5246 h 10000"/>
                <a:gd name="connsiteX3" fmla="*/ 7573 w 10000"/>
                <a:gd name="connsiteY3" fmla="*/ 0 h 10000"/>
                <a:gd name="connsiteX4" fmla="*/ 9561 w 10000"/>
                <a:gd name="connsiteY4" fmla="*/ 7933 h 10000"/>
                <a:gd name="connsiteX5" fmla="*/ 10000 w 10000"/>
                <a:gd name="connsiteY5" fmla="*/ 10000 h 10000"/>
                <a:gd name="connsiteX0" fmla="*/ 10000 w 10180"/>
                <a:gd name="connsiteY0" fmla="*/ 10000 h 10000"/>
                <a:gd name="connsiteX1" fmla="*/ 0 w 10180"/>
                <a:gd name="connsiteY1" fmla="*/ 7215 h 10000"/>
                <a:gd name="connsiteX2" fmla="*/ 6179 w 10180"/>
                <a:gd name="connsiteY2" fmla="*/ 5246 h 10000"/>
                <a:gd name="connsiteX3" fmla="*/ 7573 w 10180"/>
                <a:gd name="connsiteY3" fmla="*/ 0 h 10000"/>
                <a:gd name="connsiteX4" fmla="*/ 10151 w 10180"/>
                <a:gd name="connsiteY4" fmla="*/ 8116 h 10000"/>
                <a:gd name="connsiteX5" fmla="*/ 10000 w 10180"/>
                <a:gd name="connsiteY5" fmla="*/ 10000 h 10000"/>
                <a:gd name="connsiteX0" fmla="*/ 9573 w 10167"/>
                <a:gd name="connsiteY0" fmla="*/ 10658 h 10658"/>
                <a:gd name="connsiteX1" fmla="*/ 0 w 10167"/>
                <a:gd name="connsiteY1" fmla="*/ 7215 h 10658"/>
                <a:gd name="connsiteX2" fmla="*/ 6179 w 10167"/>
                <a:gd name="connsiteY2" fmla="*/ 5246 h 10658"/>
                <a:gd name="connsiteX3" fmla="*/ 7573 w 10167"/>
                <a:gd name="connsiteY3" fmla="*/ 0 h 10658"/>
                <a:gd name="connsiteX4" fmla="*/ 10151 w 10167"/>
                <a:gd name="connsiteY4" fmla="*/ 8116 h 10658"/>
                <a:gd name="connsiteX5" fmla="*/ 9573 w 10167"/>
                <a:gd name="connsiteY5" fmla="*/ 10658 h 10658"/>
                <a:gd name="connsiteX0" fmla="*/ 9573 w 10167"/>
                <a:gd name="connsiteY0" fmla="*/ 10658 h 10658"/>
                <a:gd name="connsiteX1" fmla="*/ 0 w 10167"/>
                <a:gd name="connsiteY1" fmla="*/ 7215 h 10658"/>
                <a:gd name="connsiteX2" fmla="*/ 7688 w 10167"/>
                <a:gd name="connsiteY2" fmla="*/ 7111 h 10658"/>
                <a:gd name="connsiteX3" fmla="*/ 7573 w 10167"/>
                <a:gd name="connsiteY3" fmla="*/ 0 h 10658"/>
                <a:gd name="connsiteX4" fmla="*/ 10151 w 10167"/>
                <a:gd name="connsiteY4" fmla="*/ 8116 h 10658"/>
                <a:gd name="connsiteX5" fmla="*/ 9573 w 10167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788"/>
                <a:gd name="connsiteY0" fmla="*/ 10658 h 10658"/>
                <a:gd name="connsiteX1" fmla="*/ 0 w 10788"/>
                <a:gd name="connsiteY1" fmla="*/ 7178 h 10658"/>
                <a:gd name="connsiteX2" fmla="*/ 8180 w 10788"/>
                <a:gd name="connsiteY2" fmla="*/ 7111 h 10658"/>
                <a:gd name="connsiteX3" fmla="*/ 8065 w 10788"/>
                <a:gd name="connsiteY3" fmla="*/ 0 h 10658"/>
                <a:gd name="connsiteX4" fmla="*/ 10774 w 10788"/>
                <a:gd name="connsiteY4" fmla="*/ 8153 h 10658"/>
                <a:gd name="connsiteX5" fmla="*/ 10065 w 10788"/>
                <a:gd name="connsiteY5" fmla="*/ 10658 h 10658"/>
                <a:gd name="connsiteX0" fmla="*/ 10065 w 10788"/>
                <a:gd name="connsiteY0" fmla="*/ 10658 h 10658"/>
                <a:gd name="connsiteX1" fmla="*/ 0 w 10788"/>
                <a:gd name="connsiteY1" fmla="*/ 7178 h 10658"/>
                <a:gd name="connsiteX2" fmla="*/ 8180 w 10788"/>
                <a:gd name="connsiteY2" fmla="*/ 7111 h 10658"/>
                <a:gd name="connsiteX3" fmla="*/ 8065 w 10788"/>
                <a:gd name="connsiteY3" fmla="*/ 0 h 10658"/>
                <a:gd name="connsiteX4" fmla="*/ 10774 w 10788"/>
                <a:gd name="connsiteY4" fmla="*/ 8153 h 10658"/>
                <a:gd name="connsiteX5" fmla="*/ 10065 w 10788"/>
                <a:gd name="connsiteY5" fmla="*/ 10658 h 10658"/>
                <a:gd name="connsiteX0" fmla="*/ 10065 w 10788"/>
                <a:gd name="connsiteY0" fmla="*/ 9086 h 9086"/>
                <a:gd name="connsiteX1" fmla="*/ 0 w 10788"/>
                <a:gd name="connsiteY1" fmla="*/ 5606 h 9086"/>
                <a:gd name="connsiteX2" fmla="*/ 8180 w 10788"/>
                <a:gd name="connsiteY2" fmla="*/ 5539 h 9086"/>
                <a:gd name="connsiteX3" fmla="*/ 8196 w 10788"/>
                <a:gd name="connsiteY3" fmla="*/ 0 h 9086"/>
                <a:gd name="connsiteX4" fmla="*/ 10774 w 10788"/>
                <a:gd name="connsiteY4" fmla="*/ 6581 h 9086"/>
                <a:gd name="connsiteX5" fmla="*/ 10065 w 10788"/>
                <a:gd name="connsiteY5" fmla="*/ 9086 h 9086"/>
                <a:gd name="connsiteX0" fmla="*/ 9330 w 10000"/>
                <a:gd name="connsiteY0" fmla="*/ 10000 h 10000"/>
                <a:gd name="connsiteX1" fmla="*/ 0 w 10000"/>
                <a:gd name="connsiteY1" fmla="*/ 6170 h 10000"/>
                <a:gd name="connsiteX2" fmla="*/ 7582 w 10000"/>
                <a:gd name="connsiteY2" fmla="*/ 6096 h 10000"/>
                <a:gd name="connsiteX3" fmla="*/ 7597 w 10000"/>
                <a:gd name="connsiteY3" fmla="*/ 0 h 10000"/>
                <a:gd name="connsiteX4" fmla="*/ 9987 w 10000"/>
                <a:gd name="connsiteY4" fmla="*/ 7243 h 10000"/>
                <a:gd name="connsiteX5" fmla="*/ 9330 w 10000"/>
                <a:gd name="connsiteY5" fmla="*/ 10000 h 10000"/>
                <a:gd name="connsiteX0" fmla="*/ 8799 w 9995"/>
                <a:gd name="connsiteY0" fmla="*/ 9361 h 9361"/>
                <a:gd name="connsiteX1" fmla="*/ 0 w 9995"/>
                <a:gd name="connsiteY1" fmla="*/ 6170 h 9361"/>
                <a:gd name="connsiteX2" fmla="*/ 7582 w 9995"/>
                <a:gd name="connsiteY2" fmla="*/ 6096 h 9361"/>
                <a:gd name="connsiteX3" fmla="*/ 7597 w 9995"/>
                <a:gd name="connsiteY3" fmla="*/ 0 h 9361"/>
                <a:gd name="connsiteX4" fmla="*/ 9987 w 9995"/>
                <a:gd name="connsiteY4" fmla="*/ 7243 h 9361"/>
                <a:gd name="connsiteX5" fmla="*/ 8799 w 9995"/>
                <a:gd name="connsiteY5" fmla="*/ 9361 h 9361"/>
                <a:gd name="connsiteX0" fmla="*/ 8803 w 8911"/>
                <a:gd name="connsiteY0" fmla="*/ 10000 h 10000"/>
                <a:gd name="connsiteX1" fmla="*/ 0 w 8911"/>
                <a:gd name="connsiteY1" fmla="*/ 6591 h 10000"/>
                <a:gd name="connsiteX2" fmla="*/ 7586 w 8911"/>
                <a:gd name="connsiteY2" fmla="*/ 6512 h 10000"/>
                <a:gd name="connsiteX3" fmla="*/ 7601 w 8911"/>
                <a:gd name="connsiteY3" fmla="*/ 0 h 10000"/>
                <a:gd name="connsiteX4" fmla="*/ 8880 w 8911"/>
                <a:gd name="connsiteY4" fmla="*/ 6748 h 10000"/>
                <a:gd name="connsiteX5" fmla="*/ 8803 w 8911"/>
                <a:gd name="connsiteY5" fmla="*/ 10000 h 10000"/>
                <a:gd name="connsiteX0" fmla="*/ 9879 w 9965"/>
                <a:gd name="connsiteY0" fmla="*/ 10000 h 10000"/>
                <a:gd name="connsiteX1" fmla="*/ 0 w 9965"/>
                <a:gd name="connsiteY1" fmla="*/ 6591 h 10000"/>
                <a:gd name="connsiteX2" fmla="*/ 8513 w 9965"/>
                <a:gd name="connsiteY2" fmla="*/ 6512 h 10000"/>
                <a:gd name="connsiteX3" fmla="*/ 8530 w 9965"/>
                <a:gd name="connsiteY3" fmla="*/ 0 h 10000"/>
                <a:gd name="connsiteX4" fmla="*/ 9965 w 9965"/>
                <a:gd name="connsiteY4" fmla="*/ 6748 h 10000"/>
                <a:gd name="connsiteX5" fmla="*/ 9879 w 9965"/>
                <a:gd name="connsiteY5" fmla="*/ 10000 h 10000"/>
                <a:gd name="connsiteX0" fmla="*/ 9914 w 10000"/>
                <a:gd name="connsiteY0" fmla="*/ 10000 h 10000"/>
                <a:gd name="connsiteX1" fmla="*/ 0 w 10000"/>
                <a:gd name="connsiteY1" fmla="*/ 6591 h 10000"/>
                <a:gd name="connsiteX2" fmla="*/ 8543 w 10000"/>
                <a:gd name="connsiteY2" fmla="*/ 6512 h 10000"/>
                <a:gd name="connsiteX3" fmla="*/ 8560 w 10000"/>
                <a:gd name="connsiteY3" fmla="*/ 0 h 10000"/>
                <a:gd name="connsiteX4" fmla="*/ 10000 w 10000"/>
                <a:gd name="connsiteY4" fmla="*/ 6748 h 10000"/>
                <a:gd name="connsiteX5" fmla="*/ 9914 w 10000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10257 w 11714"/>
                <a:gd name="connsiteY2" fmla="*/ 6512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31 w 11714"/>
                <a:gd name="connsiteY2" fmla="*/ 8797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261"/>
                <a:gd name="connsiteX1" fmla="*/ 0 w 11714"/>
                <a:gd name="connsiteY1" fmla="*/ 9319 h 10261"/>
                <a:gd name="connsiteX2" fmla="*/ 9631 w 11714"/>
                <a:gd name="connsiteY2" fmla="*/ 8797 h 10261"/>
                <a:gd name="connsiteX3" fmla="*/ 10274 w 11714"/>
                <a:gd name="connsiteY3" fmla="*/ 0 h 10261"/>
                <a:gd name="connsiteX4" fmla="*/ 11714 w 11714"/>
                <a:gd name="connsiteY4" fmla="*/ 6748 h 10261"/>
                <a:gd name="connsiteX5" fmla="*/ 11628 w 11714"/>
                <a:gd name="connsiteY5" fmla="*/ 10000 h 10261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31 w 11714"/>
                <a:gd name="connsiteY2" fmla="*/ 8797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58 w 11714"/>
                <a:gd name="connsiteY2" fmla="*/ 9070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8329 h 8329"/>
                <a:gd name="connsiteX1" fmla="*/ 0 w 11714"/>
                <a:gd name="connsiteY1" fmla="*/ 7648 h 8329"/>
                <a:gd name="connsiteX2" fmla="*/ 9658 w 11714"/>
                <a:gd name="connsiteY2" fmla="*/ 7399 h 8329"/>
                <a:gd name="connsiteX3" fmla="*/ 9784 w 11714"/>
                <a:gd name="connsiteY3" fmla="*/ 0 h 8329"/>
                <a:gd name="connsiteX4" fmla="*/ 11714 w 11714"/>
                <a:gd name="connsiteY4" fmla="*/ 5077 h 8329"/>
                <a:gd name="connsiteX5" fmla="*/ 11628 w 11714"/>
                <a:gd name="connsiteY5" fmla="*/ 8329 h 8329"/>
                <a:gd name="connsiteX0" fmla="*/ 9927 w 10000"/>
                <a:gd name="connsiteY0" fmla="*/ 10000 h 10000"/>
                <a:gd name="connsiteX1" fmla="*/ 0 w 10000"/>
                <a:gd name="connsiteY1" fmla="*/ 9182 h 10000"/>
                <a:gd name="connsiteX2" fmla="*/ 8245 w 10000"/>
                <a:gd name="connsiteY2" fmla="*/ 8883 h 10000"/>
                <a:gd name="connsiteX3" fmla="*/ 8352 w 10000"/>
                <a:gd name="connsiteY3" fmla="*/ 0 h 10000"/>
                <a:gd name="connsiteX4" fmla="*/ 10000 w 10000"/>
                <a:gd name="connsiteY4" fmla="*/ 6096 h 10000"/>
                <a:gd name="connsiteX5" fmla="*/ 9927 w 10000"/>
                <a:gd name="connsiteY5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9927" y="10000"/>
                  </a:moveTo>
                  <a:cubicBezTo>
                    <a:pt x="7231" y="9836"/>
                    <a:pt x="6474" y="9595"/>
                    <a:pt x="0" y="9182"/>
                  </a:cubicBezTo>
                  <a:lnTo>
                    <a:pt x="8245" y="8883"/>
                  </a:lnTo>
                  <a:cubicBezTo>
                    <a:pt x="8212" y="5538"/>
                    <a:pt x="8387" y="3345"/>
                    <a:pt x="8352" y="0"/>
                  </a:cubicBezTo>
                  <a:cubicBezTo>
                    <a:pt x="8852" y="3416"/>
                    <a:pt x="8942" y="4239"/>
                    <a:pt x="10000" y="6096"/>
                  </a:cubicBezTo>
                  <a:cubicBezTo>
                    <a:pt x="9991" y="7928"/>
                    <a:pt x="9934" y="8700"/>
                    <a:pt x="9927" y="10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chemeClr val="bg1">
                    <a:lumMod val="75000"/>
                  </a:schemeClr>
                </a:gs>
              </a:gsLst>
              <a:lin ang="129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443" name="Picture 401">
              <a:extLst>
                <a:ext uri="{FF2B5EF4-FFF2-40B4-BE49-F238E27FC236}">
                  <a16:creationId xmlns:a16="http://schemas.microsoft.com/office/drawing/2014/main" id="{6E2D6C5A-5878-8249-B10C-04E17B9327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4743" y="4817138"/>
              <a:ext cx="1243012" cy="76835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547" name="Group 248">
            <a:extLst>
              <a:ext uri="{FF2B5EF4-FFF2-40B4-BE49-F238E27FC236}">
                <a16:creationId xmlns:a16="http://schemas.microsoft.com/office/drawing/2014/main" id="{DD74A46B-8CFF-C14D-B141-BB4A8B9E896A}"/>
              </a:ext>
            </a:extLst>
          </p:cNvPr>
          <p:cNvGrpSpPr>
            <a:grpSpLocks/>
          </p:cNvGrpSpPr>
          <p:nvPr/>
        </p:nvGrpSpPr>
        <p:grpSpPr bwMode="auto">
          <a:xfrm>
            <a:off x="2957232" y="5059642"/>
            <a:ext cx="358775" cy="623888"/>
            <a:chOff x="4140" y="429"/>
            <a:chExt cx="1425" cy="2396"/>
          </a:xfrm>
        </p:grpSpPr>
        <p:sp>
          <p:nvSpPr>
            <p:cNvPr id="548" name="Freeform 148">
              <a:extLst>
                <a:ext uri="{FF2B5EF4-FFF2-40B4-BE49-F238E27FC236}">
                  <a16:creationId xmlns:a16="http://schemas.microsoft.com/office/drawing/2014/main" id="{E26405AF-3E42-AA41-BFD2-3B7948531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9" name="Rectangle 149">
              <a:extLst>
                <a:ext uri="{FF2B5EF4-FFF2-40B4-BE49-F238E27FC236}">
                  <a16:creationId xmlns:a16="http://schemas.microsoft.com/office/drawing/2014/main" id="{47D37451-2947-344E-8E7A-210E7A2D6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0" name="Freeform 150">
              <a:extLst>
                <a:ext uri="{FF2B5EF4-FFF2-40B4-BE49-F238E27FC236}">
                  <a16:creationId xmlns:a16="http://schemas.microsoft.com/office/drawing/2014/main" id="{794051DE-EDD2-9D49-9A64-72D78C5AF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1" name="Freeform 151">
              <a:extLst>
                <a:ext uri="{FF2B5EF4-FFF2-40B4-BE49-F238E27FC236}">
                  <a16:creationId xmlns:a16="http://schemas.microsoft.com/office/drawing/2014/main" id="{6B3A31B2-65E4-2D43-AF3A-C267D9818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2" name="Rectangle 152">
              <a:extLst>
                <a:ext uri="{FF2B5EF4-FFF2-40B4-BE49-F238E27FC236}">
                  <a16:creationId xmlns:a16="http://schemas.microsoft.com/office/drawing/2014/main" id="{5BDB8D32-4034-0648-9A9C-461080F06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3" name="Group 153">
              <a:extLst>
                <a:ext uri="{FF2B5EF4-FFF2-40B4-BE49-F238E27FC236}">
                  <a16:creationId xmlns:a16="http://schemas.microsoft.com/office/drawing/2014/main" id="{98227220-D87B-BF44-BAA0-CA8B03DA61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8" name="AutoShape 154">
                <a:extLst>
                  <a:ext uri="{FF2B5EF4-FFF2-40B4-BE49-F238E27FC236}">
                    <a16:creationId xmlns:a16="http://schemas.microsoft.com/office/drawing/2014/main" id="{250B641D-BA68-CF4E-8F1A-14F5DEB8A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9" name="AutoShape 155">
                <a:extLst>
                  <a:ext uri="{FF2B5EF4-FFF2-40B4-BE49-F238E27FC236}">
                    <a16:creationId xmlns:a16="http://schemas.microsoft.com/office/drawing/2014/main" id="{787D2112-54A6-DD4C-91A7-7982CA3DD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4" name="Rectangle 156">
              <a:extLst>
                <a:ext uri="{FF2B5EF4-FFF2-40B4-BE49-F238E27FC236}">
                  <a16:creationId xmlns:a16="http://schemas.microsoft.com/office/drawing/2014/main" id="{ED074C77-4F92-864B-A252-8CABF356F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5" name="Group 157">
              <a:extLst>
                <a:ext uri="{FF2B5EF4-FFF2-40B4-BE49-F238E27FC236}">
                  <a16:creationId xmlns:a16="http://schemas.microsoft.com/office/drawing/2014/main" id="{E45C5AAE-9CEA-5D45-9B1F-D1201EA7A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76" name="AutoShape 158">
                <a:extLst>
                  <a:ext uri="{FF2B5EF4-FFF2-40B4-BE49-F238E27FC236}">
                    <a16:creationId xmlns:a16="http://schemas.microsoft.com/office/drawing/2014/main" id="{23A4FF84-0E8C-5B4F-8656-A4C26D3FB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7" name="AutoShape 159">
                <a:extLst>
                  <a:ext uri="{FF2B5EF4-FFF2-40B4-BE49-F238E27FC236}">
                    <a16:creationId xmlns:a16="http://schemas.microsoft.com/office/drawing/2014/main" id="{3A8A84FE-F7E1-EA40-BE3B-E5A1F1A193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6" name="Rectangle 160">
              <a:extLst>
                <a:ext uri="{FF2B5EF4-FFF2-40B4-BE49-F238E27FC236}">
                  <a16:creationId xmlns:a16="http://schemas.microsoft.com/office/drawing/2014/main" id="{5A74EA63-0B5F-FB48-AA96-CDECA8668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7" name="Rectangle 161">
              <a:extLst>
                <a:ext uri="{FF2B5EF4-FFF2-40B4-BE49-F238E27FC236}">
                  <a16:creationId xmlns:a16="http://schemas.microsoft.com/office/drawing/2014/main" id="{58A4912C-FD7F-3745-98E7-736F73EB1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8" name="Group 162">
              <a:extLst>
                <a:ext uri="{FF2B5EF4-FFF2-40B4-BE49-F238E27FC236}">
                  <a16:creationId xmlns:a16="http://schemas.microsoft.com/office/drawing/2014/main" id="{A7ED305B-1858-0C4C-8889-5F08D18EEA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74" name="AutoShape 163">
                <a:extLst>
                  <a:ext uri="{FF2B5EF4-FFF2-40B4-BE49-F238E27FC236}">
                    <a16:creationId xmlns:a16="http://schemas.microsoft.com/office/drawing/2014/main" id="{E0A7BB14-4EE6-E649-A054-B7ACF2A8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5" name="AutoShape 164">
                <a:extLst>
                  <a:ext uri="{FF2B5EF4-FFF2-40B4-BE49-F238E27FC236}">
                    <a16:creationId xmlns:a16="http://schemas.microsoft.com/office/drawing/2014/main" id="{87C1BCDA-D3DA-3C44-A348-6B38470DD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9" name="Freeform 165">
              <a:extLst>
                <a:ext uri="{FF2B5EF4-FFF2-40B4-BE49-F238E27FC236}">
                  <a16:creationId xmlns:a16="http://schemas.microsoft.com/office/drawing/2014/main" id="{353439C9-DEEB-6349-ABEB-ED29E03E8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60" name="Group 166">
              <a:extLst>
                <a:ext uri="{FF2B5EF4-FFF2-40B4-BE49-F238E27FC236}">
                  <a16:creationId xmlns:a16="http://schemas.microsoft.com/office/drawing/2014/main" id="{B5D33585-759B-2A49-99A7-061236F884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72" name="AutoShape 167">
                <a:extLst>
                  <a:ext uri="{FF2B5EF4-FFF2-40B4-BE49-F238E27FC236}">
                    <a16:creationId xmlns:a16="http://schemas.microsoft.com/office/drawing/2014/main" id="{CA773528-AD84-7D48-8019-9201E6A9C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" name="AutoShape 168">
                <a:extLst>
                  <a:ext uri="{FF2B5EF4-FFF2-40B4-BE49-F238E27FC236}">
                    <a16:creationId xmlns:a16="http://schemas.microsoft.com/office/drawing/2014/main" id="{472F7D5E-1AD1-264C-9D28-AFB2CA688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61" name="Rectangle 169">
              <a:extLst>
                <a:ext uri="{FF2B5EF4-FFF2-40B4-BE49-F238E27FC236}">
                  <a16:creationId xmlns:a16="http://schemas.microsoft.com/office/drawing/2014/main" id="{1E31944B-126C-0C48-8360-3955ACFF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2" name="Freeform 170">
              <a:extLst>
                <a:ext uri="{FF2B5EF4-FFF2-40B4-BE49-F238E27FC236}">
                  <a16:creationId xmlns:a16="http://schemas.microsoft.com/office/drawing/2014/main" id="{AF8E0510-EA92-E34B-BAF8-A7129AFAD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3" name="Freeform 171">
              <a:extLst>
                <a:ext uri="{FF2B5EF4-FFF2-40B4-BE49-F238E27FC236}">
                  <a16:creationId xmlns:a16="http://schemas.microsoft.com/office/drawing/2014/main" id="{794611B1-1F70-D644-A04B-BCECE318F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4" name="Oval 172">
              <a:extLst>
                <a:ext uri="{FF2B5EF4-FFF2-40B4-BE49-F238E27FC236}">
                  <a16:creationId xmlns:a16="http://schemas.microsoft.com/office/drawing/2014/main" id="{A637D4FD-E378-BA4B-B33A-0D90745CB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5" name="Freeform 173">
              <a:extLst>
                <a:ext uri="{FF2B5EF4-FFF2-40B4-BE49-F238E27FC236}">
                  <a16:creationId xmlns:a16="http://schemas.microsoft.com/office/drawing/2014/main" id="{9422064F-7319-E348-881D-6E240552A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6" name="AutoShape 174">
              <a:extLst>
                <a:ext uri="{FF2B5EF4-FFF2-40B4-BE49-F238E27FC236}">
                  <a16:creationId xmlns:a16="http://schemas.microsoft.com/office/drawing/2014/main" id="{2F2D8D29-4918-BC40-B587-0167A6D7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7" name="AutoShape 175">
              <a:extLst>
                <a:ext uri="{FF2B5EF4-FFF2-40B4-BE49-F238E27FC236}">
                  <a16:creationId xmlns:a16="http://schemas.microsoft.com/office/drawing/2014/main" id="{CA9837DA-B6EB-3E4C-8ABD-BA649DD5B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8" name="Oval 176">
              <a:extLst>
                <a:ext uri="{FF2B5EF4-FFF2-40B4-BE49-F238E27FC236}">
                  <a16:creationId xmlns:a16="http://schemas.microsoft.com/office/drawing/2014/main" id="{292FD403-2A63-E04F-A616-3EFB915BE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9" name="Oval 177">
              <a:extLst>
                <a:ext uri="{FF2B5EF4-FFF2-40B4-BE49-F238E27FC236}">
                  <a16:creationId xmlns:a16="http://schemas.microsoft.com/office/drawing/2014/main" id="{B38211AD-96E2-E840-ABF7-46912AF88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0" name="Oval 178">
              <a:extLst>
                <a:ext uri="{FF2B5EF4-FFF2-40B4-BE49-F238E27FC236}">
                  <a16:creationId xmlns:a16="http://schemas.microsoft.com/office/drawing/2014/main" id="{33893241-FF92-AC41-AD12-42C30CE70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1" name="Rectangle 179">
              <a:extLst>
                <a:ext uri="{FF2B5EF4-FFF2-40B4-BE49-F238E27FC236}">
                  <a16:creationId xmlns:a16="http://schemas.microsoft.com/office/drawing/2014/main" id="{7D299A7B-FEF5-C342-9684-CEEEDE5EA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83" name="Rectangle 3">
            <a:extLst>
              <a:ext uri="{FF2B5EF4-FFF2-40B4-BE49-F238E27FC236}">
                <a16:creationId xmlns:a16="http://schemas.microsoft.com/office/drawing/2014/main" id="{1A556173-0263-214D-9BE3-6EA12C023ADE}"/>
              </a:ext>
            </a:extLst>
          </p:cNvPr>
          <p:cNvSpPr txBox="1">
            <a:spLocks noChangeArrowheads="1"/>
          </p:cNvSpPr>
          <p:nvPr/>
        </p:nvSpPr>
        <p:spPr>
          <a:xfrm>
            <a:off x="8877300" y="1833563"/>
            <a:ext cx="2878418" cy="1316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69875">
              <a:defRPr/>
            </a:pPr>
            <a:r>
              <a:rPr lang="en-US" dirty="0"/>
              <a:t>arriving mobile client attaches to network …</a:t>
            </a:r>
            <a:endParaRPr lang="en-US" sz="2400" dirty="0"/>
          </a:p>
          <a:p>
            <a:pPr>
              <a:defRPr/>
            </a:pPr>
            <a:endParaRPr lang="en-US" sz="3200" dirty="0"/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684" name="Rectangle 3">
            <a:extLst>
              <a:ext uri="{FF2B5EF4-FFF2-40B4-BE49-F238E27FC236}">
                <a16:creationId xmlns:a16="http://schemas.microsoft.com/office/drawing/2014/main" id="{4045A4E3-35EE-8C46-A982-26140CFF7B8E}"/>
              </a:ext>
            </a:extLst>
          </p:cNvPr>
          <p:cNvSpPr txBox="1">
            <a:spLocks noChangeArrowheads="1"/>
          </p:cNvSpPr>
          <p:nvPr/>
        </p:nvSpPr>
        <p:spPr>
          <a:xfrm>
            <a:off x="8877300" y="3179763"/>
            <a:ext cx="2878418" cy="13160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69875">
              <a:defRPr/>
            </a:pPr>
            <a:r>
              <a:rPr lang="en-US" sz="3000" dirty="0"/>
              <a:t>requests web page: </a:t>
            </a:r>
            <a:r>
              <a:rPr lang="en-US" sz="2600" dirty="0" err="1"/>
              <a:t>www.google.com</a:t>
            </a:r>
            <a:endParaRPr lang="en-US" sz="2400" dirty="0"/>
          </a:p>
          <a:p>
            <a:pPr>
              <a:defRPr/>
            </a:pPr>
            <a:endParaRPr lang="en-US" sz="3200" dirty="0"/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685" name="TextBox 684">
            <a:extLst>
              <a:ext uri="{FF2B5EF4-FFF2-40B4-BE49-F238E27FC236}">
                <a16:creationId xmlns:a16="http://schemas.microsoft.com/office/drawing/2014/main" id="{A1FC4D17-5B36-134E-BB1F-D0DFCB5FB268}"/>
              </a:ext>
            </a:extLst>
          </p:cNvPr>
          <p:cNvSpPr txBox="1"/>
          <p:nvPr/>
        </p:nvSpPr>
        <p:spPr>
          <a:xfrm>
            <a:off x="8737600" y="1181100"/>
            <a:ext cx="16514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A8"/>
                </a:solidFill>
              </a:rPr>
              <a:t>scenario</a:t>
            </a:r>
            <a:r>
              <a:rPr lang="en-US" dirty="0"/>
              <a:t>:</a:t>
            </a:r>
          </a:p>
        </p:txBody>
      </p:sp>
      <p:grpSp>
        <p:nvGrpSpPr>
          <p:cNvPr id="689" name="Group 688">
            <a:extLst>
              <a:ext uri="{FF2B5EF4-FFF2-40B4-BE49-F238E27FC236}">
                <a16:creationId xmlns:a16="http://schemas.microsoft.com/office/drawing/2014/main" id="{230ABE4F-8AF2-9E4F-BDBA-55842C20F2DE}"/>
              </a:ext>
            </a:extLst>
          </p:cNvPr>
          <p:cNvGrpSpPr/>
          <p:nvPr/>
        </p:nvGrpSpPr>
        <p:grpSpPr>
          <a:xfrm>
            <a:off x="9296400" y="4451350"/>
            <a:ext cx="2425700" cy="1612900"/>
            <a:chOff x="9296400" y="4451350"/>
            <a:chExt cx="2425700" cy="1612900"/>
          </a:xfrm>
        </p:grpSpPr>
        <p:pic>
          <p:nvPicPr>
            <p:cNvPr id="687" name="Picture 686" descr="A picture containing table, drawing&#10;&#10;Description automatically generated">
              <a:extLst>
                <a:ext uri="{FF2B5EF4-FFF2-40B4-BE49-F238E27FC236}">
                  <a16:creationId xmlns:a16="http://schemas.microsoft.com/office/drawing/2014/main" id="{567E3F56-C964-6B44-9119-9470EAA0B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09200" y="4451350"/>
              <a:ext cx="1612900" cy="1612900"/>
            </a:xfrm>
            <a:prstGeom prst="rect">
              <a:avLst/>
            </a:prstGeom>
          </p:spPr>
        </p:pic>
        <p:sp>
          <p:nvSpPr>
            <p:cNvPr id="688" name="TextBox 687">
              <a:extLst>
                <a:ext uri="{FF2B5EF4-FFF2-40B4-BE49-F238E27FC236}">
                  <a16:creationId xmlns:a16="http://schemas.microsoft.com/office/drawing/2014/main" id="{04B87FED-359F-224A-9E8E-D78A200B02F9}"/>
                </a:ext>
              </a:extLst>
            </p:cNvPr>
            <p:cNvSpPr txBox="1"/>
            <p:nvPr/>
          </p:nvSpPr>
          <p:spPr>
            <a:xfrm>
              <a:off x="9296400" y="4744591"/>
              <a:ext cx="1492716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i="1" dirty="0">
                  <a:solidFill>
                    <a:srgbClr val="00B050"/>
                  </a:solidFill>
                </a:rPr>
                <a:t>Sounds </a:t>
              </a:r>
            </a:p>
            <a:p>
              <a:pPr algn="ctr"/>
              <a:r>
                <a:rPr lang="en-US" sz="3200" i="1" dirty="0">
                  <a:solidFill>
                    <a:srgbClr val="00B050"/>
                  </a:solidFill>
                </a:rPr>
                <a:t>simple!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899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" grpId="0" animBg="1"/>
      <p:bldP spid="683" grpId="0"/>
      <p:bldP spid="68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/>
          <a:lstStyle/>
          <a:p>
            <a:r>
              <a:rPr lang="en-US" dirty="0"/>
              <a:t>A day in the life: connecting to the Internet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DHCP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DHCP client</a:t>
            </a:r>
          </a:p>
        </p:txBody>
      </p:sp>
      <p:sp>
        <p:nvSpPr>
          <p:cNvPr id="913" name="Rectangle 189">
            <a:extLst>
              <a:ext uri="{FF2B5EF4-FFF2-40B4-BE49-F238E27FC236}">
                <a16:creationId xmlns:a16="http://schemas.microsoft.com/office/drawing/2014/main" id="{7F20F080-1B74-4740-BF0E-68EDFD770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8160" y="1377950"/>
            <a:ext cx="6691630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1775" indent="-231775">
              <a:defRPr/>
            </a:pPr>
            <a:r>
              <a:rPr lang="en-US" kern="0" dirty="0">
                <a:cs typeface="+mn-cs"/>
              </a:rPr>
              <a:t>connecting laptop needs to get its own IP address, </a:t>
            </a:r>
            <a:r>
              <a:rPr lang="en-US" kern="0" dirty="0" err="1">
                <a:cs typeface="+mn-cs"/>
              </a:rPr>
              <a:t>addr</a:t>
            </a:r>
            <a:r>
              <a:rPr lang="en-US" kern="0" dirty="0">
                <a:cs typeface="+mn-cs"/>
              </a:rPr>
              <a:t> of first-hop router, </a:t>
            </a:r>
            <a:r>
              <a:rPr lang="en-US" kern="0" dirty="0" err="1">
                <a:cs typeface="+mn-cs"/>
              </a:rPr>
              <a:t>addr</a:t>
            </a:r>
            <a:r>
              <a:rPr lang="en-US" kern="0" dirty="0">
                <a:cs typeface="+mn-cs"/>
              </a:rPr>
              <a:t> of DNS server: use </a:t>
            </a:r>
            <a:r>
              <a:rPr lang="en-US" kern="0" dirty="0">
                <a:solidFill>
                  <a:srgbClr val="C00000"/>
                </a:solidFill>
                <a:cs typeface="+mn-cs"/>
              </a:rPr>
              <a:t>DHCP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24" name="Group 253">
            <a:extLst>
              <a:ext uri="{FF2B5EF4-FFF2-40B4-BE49-F238E27FC236}">
                <a16:creationId xmlns:a16="http://schemas.microsoft.com/office/drawing/2014/main" id="{67A91C39-2F37-074F-914B-1E78059AB1A7}"/>
              </a:ext>
            </a:extLst>
          </p:cNvPr>
          <p:cNvGrpSpPr>
            <a:grpSpLocks/>
          </p:cNvGrpSpPr>
          <p:nvPr/>
        </p:nvGrpSpPr>
        <p:grpSpPr bwMode="auto">
          <a:xfrm>
            <a:off x="641723" y="1411287"/>
            <a:ext cx="544513" cy="244475"/>
            <a:chOff x="844" y="3337"/>
            <a:chExt cx="343" cy="154"/>
          </a:xfrm>
        </p:grpSpPr>
        <p:sp>
          <p:nvSpPr>
            <p:cNvPr id="925" name="Rectangle 251">
              <a:extLst>
                <a:ext uri="{FF2B5EF4-FFF2-40B4-BE49-F238E27FC236}">
                  <a16:creationId xmlns:a16="http://schemas.microsoft.com/office/drawing/2014/main" id="{8F5C1DA1-33C0-924C-A578-C74F96AAE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26" name="Text Box 252">
              <a:extLst>
                <a:ext uri="{FF2B5EF4-FFF2-40B4-BE49-F238E27FC236}">
                  <a16:creationId xmlns:a16="http://schemas.microsoft.com/office/drawing/2014/main" id="{974DE7F1-6FD1-6147-BDFA-B60FCDFC9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grpSp>
        <p:nvGrpSpPr>
          <p:cNvPr id="927" name="Group 299">
            <a:extLst>
              <a:ext uri="{FF2B5EF4-FFF2-40B4-BE49-F238E27FC236}">
                <a16:creationId xmlns:a16="http://schemas.microsoft.com/office/drawing/2014/main" id="{036B01E1-60D7-0344-8480-3C2B28A24B85}"/>
              </a:ext>
            </a:extLst>
          </p:cNvPr>
          <p:cNvGrpSpPr>
            <a:grpSpLocks/>
          </p:cNvGrpSpPr>
          <p:nvPr/>
        </p:nvGrpSpPr>
        <p:grpSpPr bwMode="auto">
          <a:xfrm>
            <a:off x="187698" y="1430337"/>
            <a:ext cx="1081088" cy="1166813"/>
            <a:chOff x="42" y="744"/>
            <a:chExt cx="681" cy="735"/>
          </a:xfrm>
        </p:grpSpPr>
        <p:grpSp>
          <p:nvGrpSpPr>
            <p:cNvPr id="928" name="Group 296">
              <a:extLst>
                <a:ext uri="{FF2B5EF4-FFF2-40B4-BE49-F238E27FC236}">
                  <a16:creationId xmlns:a16="http://schemas.microsoft.com/office/drawing/2014/main" id="{25B7F2D5-26EB-404A-8078-15A558861F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930" name="Group 295">
                <a:extLst>
                  <a:ext uri="{FF2B5EF4-FFF2-40B4-BE49-F238E27FC236}">
                    <a16:creationId xmlns:a16="http://schemas.microsoft.com/office/drawing/2014/main" id="{516792BF-0719-5146-A428-C65466ACA8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955" name="Group 254">
                  <a:extLst>
                    <a:ext uri="{FF2B5EF4-FFF2-40B4-BE49-F238E27FC236}">
                      <a16:creationId xmlns:a16="http://schemas.microsoft.com/office/drawing/2014/main" id="{4C401CB1-BBDA-7B43-B7C7-154C3DE1A2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958" name="Rectangle 255">
                    <a:extLst>
                      <a:ext uri="{FF2B5EF4-FFF2-40B4-BE49-F238E27FC236}">
                        <a16:creationId xmlns:a16="http://schemas.microsoft.com/office/drawing/2014/main" id="{D97BCFDF-D0CE-AF4F-9290-64A7466607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9" name="Text Box 256">
                    <a:extLst>
                      <a:ext uri="{FF2B5EF4-FFF2-40B4-BE49-F238E27FC236}">
                        <a16:creationId xmlns:a16="http://schemas.microsoft.com/office/drawing/2014/main" id="{EB33ED16-C899-C44F-8941-1661B033CF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956" name="Rectangle 266">
                  <a:extLst>
                    <a:ext uri="{FF2B5EF4-FFF2-40B4-BE49-F238E27FC236}">
                      <a16:creationId xmlns:a16="http://schemas.microsoft.com/office/drawing/2014/main" id="{D396D344-ADDF-F043-AA7F-9474718105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57" name="Rectangle 267">
                  <a:extLst>
                    <a:ext uri="{FF2B5EF4-FFF2-40B4-BE49-F238E27FC236}">
                      <a16:creationId xmlns:a16="http://schemas.microsoft.com/office/drawing/2014/main" id="{9A648105-52C6-0E40-9C6E-3AE148FAB8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31" name="Group 274">
                <a:extLst>
                  <a:ext uri="{FF2B5EF4-FFF2-40B4-BE49-F238E27FC236}">
                    <a16:creationId xmlns:a16="http://schemas.microsoft.com/office/drawing/2014/main" id="{0F24D476-BB38-DF44-987E-FD2321A52F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949" name="Group 268">
                  <a:extLst>
                    <a:ext uri="{FF2B5EF4-FFF2-40B4-BE49-F238E27FC236}">
                      <a16:creationId xmlns:a16="http://schemas.microsoft.com/office/drawing/2014/main" id="{E1FA6F16-C789-3742-9796-6EC843032C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953" name="Rectangle 269">
                    <a:extLst>
                      <a:ext uri="{FF2B5EF4-FFF2-40B4-BE49-F238E27FC236}">
                        <a16:creationId xmlns:a16="http://schemas.microsoft.com/office/drawing/2014/main" id="{6EB760F8-E089-9A47-9210-D6E1B526D7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4" name="Text Box 270">
                    <a:extLst>
                      <a:ext uri="{FF2B5EF4-FFF2-40B4-BE49-F238E27FC236}">
                        <a16:creationId xmlns:a16="http://schemas.microsoft.com/office/drawing/2014/main" id="{33F5C3C7-CEB9-2443-AD4C-63446A3F586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950" name="Group 273">
                  <a:extLst>
                    <a:ext uri="{FF2B5EF4-FFF2-40B4-BE49-F238E27FC236}">
                      <a16:creationId xmlns:a16="http://schemas.microsoft.com/office/drawing/2014/main" id="{D33136C0-F06F-DA45-8D61-8DBF6C3740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51" name="Rectangle 271">
                    <a:extLst>
                      <a:ext uri="{FF2B5EF4-FFF2-40B4-BE49-F238E27FC236}">
                        <a16:creationId xmlns:a16="http://schemas.microsoft.com/office/drawing/2014/main" id="{451E718B-7E86-4F43-85B0-BBD89C8925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2" name="Rectangle 272">
                    <a:extLst>
                      <a:ext uri="{FF2B5EF4-FFF2-40B4-BE49-F238E27FC236}">
                        <a16:creationId xmlns:a16="http://schemas.microsoft.com/office/drawing/2014/main" id="{D2F8ABD9-F3BA-0147-BDBF-E2EB291A12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932" name="Group 293">
                <a:extLst>
                  <a:ext uri="{FF2B5EF4-FFF2-40B4-BE49-F238E27FC236}">
                    <a16:creationId xmlns:a16="http://schemas.microsoft.com/office/drawing/2014/main" id="{B097776A-FF97-7247-8B17-ED5E94F12C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47" name="Rectangle 276">
                  <a:extLst>
                    <a:ext uri="{FF2B5EF4-FFF2-40B4-BE49-F238E27FC236}">
                      <a16:creationId xmlns:a16="http://schemas.microsoft.com/office/drawing/2014/main" id="{D2C9F788-880E-284B-9438-39AE526001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48" name="Rectangle 277">
                  <a:extLst>
                    <a:ext uri="{FF2B5EF4-FFF2-40B4-BE49-F238E27FC236}">
                      <a16:creationId xmlns:a16="http://schemas.microsoft.com/office/drawing/2014/main" id="{38773D8B-A639-F74A-8363-73B7CBCDCF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33" name="Group 294">
                <a:extLst>
                  <a:ext uri="{FF2B5EF4-FFF2-40B4-BE49-F238E27FC236}">
                    <a16:creationId xmlns:a16="http://schemas.microsoft.com/office/drawing/2014/main" id="{E1190CC1-4BB6-6245-8459-90EF4F5F86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934" name="Group 287">
                  <a:extLst>
                    <a:ext uri="{FF2B5EF4-FFF2-40B4-BE49-F238E27FC236}">
                      <a16:creationId xmlns:a16="http://schemas.microsoft.com/office/drawing/2014/main" id="{DBBAC159-5C8E-6D48-8969-BAD3135068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938" name="Group 278">
                    <a:extLst>
                      <a:ext uri="{FF2B5EF4-FFF2-40B4-BE49-F238E27FC236}">
                        <a16:creationId xmlns:a16="http://schemas.microsoft.com/office/drawing/2014/main" id="{833D1410-64ED-AF48-92D1-4AD4AB58206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941" name="Group 279">
                      <a:extLst>
                        <a:ext uri="{FF2B5EF4-FFF2-40B4-BE49-F238E27FC236}">
                          <a16:creationId xmlns:a16="http://schemas.microsoft.com/office/drawing/2014/main" id="{570CDB6F-0A4C-1A48-8368-C8B3B5CAEE2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945" name="Rectangle 280">
                        <a:extLst>
                          <a:ext uri="{FF2B5EF4-FFF2-40B4-BE49-F238E27FC236}">
                            <a16:creationId xmlns:a16="http://schemas.microsoft.com/office/drawing/2014/main" id="{64AB7D62-F235-E443-AC7F-EF97587E2D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46" name="Text Box 281">
                        <a:extLst>
                          <a:ext uri="{FF2B5EF4-FFF2-40B4-BE49-F238E27FC236}">
                            <a16:creationId xmlns:a16="http://schemas.microsoft.com/office/drawing/2014/main" id="{F60EE6A9-AC6B-334C-96AE-C944BB82B5D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942" name="Group 282">
                      <a:extLst>
                        <a:ext uri="{FF2B5EF4-FFF2-40B4-BE49-F238E27FC236}">
                          <a16:creationId xmlns:a16="http://schemas.microsoft.com/office/drawing/2014/main" id="{6C7A6C13-64CB-2547-A7BD-5B05F7E2A8B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43" name="Rectangle 283">
                        <a:extLst>
                          <a:ext uri="{FF2B5EF4-FFF2-40B4-BE49-F238E27FC236}">
                            <a16:creationId xmlns:a16="http://schemas.microsoft.com/office/drawing/2014/main" id="{BE5D4429-585A-3A4D-8677-5A9D50B3ACE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44" name="Rectangle 284">
                        <a:extLst>
                          <a:ext uri="{FF2B5EF4-FFF2-40B4-BE49-F238E27FC236}">
                            <a16:creationId xmlns:a16="http://schemas.microsoft.com/office/drawing/2014/main" id="{8B6BEFDD-E012-094C-8BDE-E4F16F6E82C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39" name="Rectangle 285">
                    <a:extLst>
                      <a:ext uri="{FF2B5EF4-FFF2-40B4-BE49-F238E27FC236}">
                        <a16:creationId xmlns:a16="http://schemas.microsoft.com/office/drawing/2014/main" id="{F4AC69A3-E8B5-4941-B537-CA85210373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40" name="Rectangle 286">
                    <a:extLst>
                      <a:ext uri="{FF2B5EF4-FFF2-40B4-BE49-F238E27FC236}">
                        <a16:creationId xmlns:a16="http://schemas.microsoft.com/office/drawing/2014/main" id="{E06C5B3D-D017-9B4F-B791-7A2F26FD64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35" name="Rectangle 288">
                  <a:extLst>
                    <a:ext uri="{FF2B5EF4-FFF2-40B4-BE49-F238E27FC236}">
                      <a16:creationId xmlns:a16="http://schemas.microsoft.com/office/drawing/2014/main" id="{881A85A8-3B0B-F840-80D4-5D7C3E0C8F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36" name="Rectangle 290">
                  <a:extLst>
                    <a:ext uri="{FF2B5EF4-FFF2-40B4-BE49-F238E27FC236}">
                      <a16:creationId xmlns:a16="http://schemas.microsoft.com/office/drawing/2014/main" id="{951F7854-1323-974F-A9B1-85C00CDFF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37" name="Rectangle 291">
                  <a:extLst>
                    <a:ext uri="{FF2B5EF4-FFF2-40B4-BE49-F238E27FC236}">
                      <a16:creationId xmlns:a16="http://schemas.microsoft.com/office/drawing/2014/main" id="{7D05E58A-2C2B-3845-94FE-36532B8E81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29" name="AutoShape 297">
              <a:extLst>
                <a:ext uri="{FF2B5EF4-FFF2-40B4-BE49-F238E27FC236}">
                  <a16:creationId xmlns:a16="http://schemas.microsoft.com/office/drawing/2014/main" id="{52A07AA1-02B1-E74F-A63A-01368D82F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60" name="Group 318">
            <a:extLst>
              <a:ext uri="{FF2B5EF4-FFF2-40B4-BE49-F238E27FC236}">
                <a16:creationId xmlns:a16="http://schemas.microsoft.com/office/drawing/2014/main" id="{AE2E5A29-53E0-CD49-8113-CBFA420D0F5A}"/>
              </a:ext>
            </a:extLst>
          </p:cNvPr>
          <p:cNvGrpSpPr>
            <a:grpSpLocks/>
          </p:cNvGrpSpPr>
          <p:nvPr/>
        </p:nvGrpSpPr>
        <p:grpSpPr bwMode="auto">
          <a:xfrm>
            <a:off x="771898" y="2638425"/>
            <a:ext cx="1081088" cy="244475"/>
            <a:chOff x="504" y="3523"/>
            <a:chExt cx="681" cy="154"/>
          </a:xfrm>
        </p:grpSpPr>
        <p:grpSp>
          <p:nvGrpSpPr>
            <p:cNvPr id="961" name="Group 319">
              <a:extLst>
                <a:ext uri="{FF2B5EF4-FFF2-40B4-BE49-F238E27FC236}">
                  <a16:creationId xmlns:a16="http://schemas.microsoft.com/office/drawing/2014/main" id="{32076325-D93F-DF4F-B3CA-0BC632FEDD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965" name="Group 320">
                <a:extLst>
                  <a:ext uri="{FF2B5EF4-FFF2-40B4-BE49-F238E27FC236}">
                    <a16:creationId xmlns:a16="http://schemas.microsoft.com/office/drawing/2014/main" id="{740E2AF7-5689-9248-A162-3841BCBFBC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968" name="Group 321">
                  <a:extLst>
                    <a:ext uri="{FF2B5EF4-FFF2-40B4-BE49-F238E27FC236}">
                      <a16:creationId xmlns:a16="http://schemas.microsoft.com/office/drawing/2014/main" id="{07BB8175-B9AC-4443-8FF2-EBAE1A93BB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972" name="Rectangle 322">
                    <a:extLst>
                      <a:ext uri="{FF2B5EF4-FFF2-40B4-BE49-F238E27FC236}">
                        <a16:creationId xmlns:a16="http://schemas.microsoft.com/office/drawing/2014/main" id="{5F315AE2-C0AB-B948-8D19-54AE1B571D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73" name="Text Box 323">
                    <a:extLst>
                      <a:ext uri="{FF2B5EF4-FFF2-40B4-BE49-F238E27FC236}">
                        <a16:creationId xmlns:a16="http://schemas.microsoft.com/office/drawing/2014/main" id="{5099DC84-26F5-E34B-AA99-0B387A2727F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969" name="Group 324">
                  <a:extLst>
                    <a:ext uri="{FF2B5EF4-FFF2-40B4-BE49-F238E27FC236}">
                      <a16:creationId xmlns:a16="http://schemas.microsoft.com/office/drawing/2014/main" id="{612ED850-223C-DE49-A666-F267507B8E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70" name="Rectangle 325">
                    <a:extLst>
                      <a:ext uri="{FF2B5EF4-FFF2-40B4-BE49-F238E27FC236}">
                        <a16:creationId xmlns:a16="http://schemas.microsoft.com/office/drawing/2014/main" id="{EB39FB28-9965-7A47-8350-8115025658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71" name="Rectangle 326">
                    <a:extLst>
                      <a:ext uri="{FF2B5EF4-FFF2-40B4-BE49-F238E27FC236}">
                        <a16:creationId xmlns:a16="http://schemas.microsoft.com/office/drawing/2014/main" id="{F10C57B1-0008-6B4D-84EE-3F7F08FFE6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66" name="Rectangle 327">
                <a:extLst>
                  <a:ext uri="{FF2B5EF4-FFF2-40B4-BE49-F238E27FC236}">
                    <a16:creationId xmlns:a16="http://schemas.microsoft.com/office/drawing/2014/main" id="{EA174235-C690-2947-8D8A-6552937C8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67" name="Rectangle 328">
                <a:extLst>
                  <a:ext uri="{FF2B5EF4-FFF2-40B4-BE49-F238E27FC236}">
                    <a16:creationId xmlns:a16="http://schemas.microsoft.com/office/drawing/2014/main" id="{6F2404D7-BEC2-774E-AC4E-879C82C5F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962" name="Rectangle 329">
              <a:extLst>
                <a:ext uri="{FF2B5EF4-FFF2-40B4-BE49-F238E27FC236}">
                  <a16:creationId xmlns:a16="http://schemas.microsoft.com/office/drawing/2014/main" id="{0790A545-85C2-0745-A2D2-FD00ADCE6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63" name="Rectangle 330">
              <a:extLst>
                <a:ext uri="{FF2B5EF4-FFF2-40B4-BE49-F238E27FC236}">
                  <a16:creationId xmlns:a16="http://schemas.microsoft.com/office/drawing/2014/main" id="{258DF1A4-F461-9547-9E2F-55EDEF314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64" name="Rectangle 331">
              <a:extLst>
                <a:ext uri="{FF2B5EF4-FFF2-40B4-BE49-F238E27FC236}">
                  <a16:creationId xmlns:a16="http://schemas.microsoft.com/office/drawing/2014/main" id="{8E131857-A817-B641-ACBF-7B42AEF5D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74" name="Group 342">
            <a:extLst>
              <a:ext uri="{FF2B5EF4-FFF2-40B4-BE49-F238E27FC236}">
                <a16:creationId xmlns:a16="http://schemas.microsoft.com/office/drawing/2014/main" id="{68368F8A-0905-C04F-8373-D523E15DD390}"/>
              </a:ext>
            </a:extLst>
          </p:cNvPr>
          <p:cNvGrpSpPr>
            <a:grpSpLocks/>
          </p:cNvGrpSpPr>
          <p:nvPr/>
        </p:nvGrpSpPr>
        <p:grpSpPr bwMode="auto"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975" name="Freeform 334">
              <a:extLst>
                <a:ext uri="{FF2B5EF4-FFF2-40B4-BE49-F238E27FC236}">
                  <a16:creationId xmlns:a16="http://schemas.microsoft.com/office/drawing/2014/main" id="{FEE3001B-2BDF-E641-AFF3-DFF0ECFF1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75000"/>
                  </a:srgbClr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76" name="Group 335">
              <a:extLst>
                <a:ext uri="{FF2B5EF4-FFF2-40B4-BE49-F238E27FC236}">
                  <a16:creationId xmlns:a16="http://schemas.microsoft.com/office/drawing/2014/main" id="{075A72C7-137F-3848-A6E3-E64A408A3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977" name="Rectangle 336">
                <a:extLst>
                  <a:ext uri="{FF2B5EF4-FFF2-40B4-BE49-F238E27FC236}">
                    <a16:creationId xmlns:a16="http://schemas.microsoft.com/office/drawing/2014/main" id="{5A39D877-B301-F047-BE8E-34B3EF11C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78" name="Text Box 337">
                <a:extLst>
                  <a:ext uri="{FF2B5EF4-FFF2-40B4-BE49-F238E27FC236}">
                    <a16:creationId xmlns:a16="http://schemas.microsoft.com/office/drawing/2014/main" id="{3B8C2E8D-8470-A948-BC08-E08C84966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79" name="Line 338">
                <a:extLst>
                  <a:ext uri="{FF2B5EF4-FFF2-40B4-BE49-F238E27FC236}">
                    <a16:creationId xmlns:a16="http://schemas.microsoft.com/office/drawing/2014/main" id="{D0A08B72-CDE0-DE4B-8B12-A912F9745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0" name="Line 339">
                <a:extLst>
                  <a:ext uri="{FF2B5EF4-FFF2-40B4-BE49-F238E27FC236}">
                    <a16:creationId xmlns:a16="http://schemas.microsoft.com/office/drawing/2014/main" id="{A57D4F7D-2E7F-6840-AC85-141D53A7F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1" name="Line 340">
                <a:extLst>
                  <a:ext uri="{FF2B5EF4-FFF2-40B4-BE49-F238E27FC236}">
                    <a16:creationId xmlns:a16="http://schemas.microsoft.com/office/drawing/2014/main" id="{8CF39C3F-AF73-EB42-B07E-8E2490424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2" name="Line 341">
                <a:extLst>
                  <a:ext uri="{FF2B5EF4-FFF2-40B4-BE49-F238E27FC236}">
                    <a16:creationId xmlns:a16="http://schemas.microsoft.com/office/drawing/2014/main" id="{6579215B-0078-6047-B238-35EDE678A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83" name="Group 442">
            <a:extLst>
              <a:ext uri="{FF2B5EF4-FFF2-40B4-BE49-F238E27FC236}">
                <a16:creationId xmlns:a16="http://schemas.microsoft.com/office/drawing/2014/main" id="{CAE32C70-D1FB-BA42-8A1B-258AC0E2B6F1}"/>
              </a:ext>
            </a:extLst>
          </p:cNvPr>
          <p:cNvGrpSpPr>
            <a:grpSpLocks/>
          </p:cNvGrpSpPr>
          <p:nvPr/>
        </p:nvGrpSpPr>
        <p:grpSpPr bwMode="auto">
          <a:xfrm>
            <a:off x="460748" y="3230562"/>
            <a:ext cx="1081088" cy="1217613"/>
            <a:chOff x="1404" y="3105"/>
            <a:chExt cx="681" cy="767"/>
          </a:xfrm>
        </p:grpSpPr>
        <p:grpSp>
          <p:nvGrpSpPr>
            <p:cNvPr id="984" name="Group 344">
              <a:extLst>
                <a:ext uri="{FF2B5EF4-FFF2-40B4-BE49-F238E27FC236}">
                  <a16:creationId xmlns:a16="http://schemas.microsoft.com/office/drawing/2014/main" id="{535B826F-510C-BF44-9510-D17EB2F181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989" name="Group 345">
                <a:extLst>
                  <a:ext uri="{FF2B5EF4-FFF2-40B4-BE49-F238E27FC236}">
                    <a16:creationId xmlns:a16="http://schemas.microsoft.com/office/drawing/2014/main" id="{CC2F36E8-F561-254D-A2F3-9EC429D2FC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014" name="Group 346">
                  <a:extLst>
                    <a:ext uri="{FF2B5EF4-FFF2-40B4-BE49-F238E27FC236}">
                      <a16:creationId xmlns:a16="http://schemas.microsoft.com/office/drawing/2014/main" id="{2A39A3DF-37B9-A046-B45F-DDEB0747FF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017" name="Rectangle 347">
                    <a:extLst>
                      <a:ext uri="{FF2B5EF4-FFF2-40B4-BE49-F238E27FC236}">
                        <a16:creationId xmlns:a16="http://schemas.microsoft.com/office/drawing/2014/main" id="{CDDBFF1B-133C-C242-9AD4-CA71E208AB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8" name="Text Box 348">
                    <a:extLst>
                      <a:ext uri="{FF2B5EF4-FFF2-40B4-BE49-F238E27FC236}">
                        <a16:creationId xmlns:a16="http://schemas.microsoft.com/office/drawing/2014/main" id="{3E9F27AD-85F0-9142-80D2-9255459C40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1015" name="Rectangle 349">
                  <a:extLst>
                    <a:ext uri="{FF2B5EF4-FFF2-40B4-BE49-F238E27FC236}">
                      <a16:creationId xmlns:a16="http://schemas.microsoft.com/office/drawing/2014/main" id="{A38BC2AA-3B4D-3E45-9E24-8F7FA47DC2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16" name="Rectangle 350">
                  <a:extLst>
                    <a:ext uri="{FF2B5EF4-FFF2-40B4-BE49-F238E27FC236}">
                      <a16:creationId xmlns:a16="http://schemas.microsoft.com/office/drawing/2014/main" id="{4D0DCC29-F838-854E-B252-6092C4CC72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90" name="Group 351">
                <a:extLst>
                  <a:ext uri="{FF2B5EF4-FFF2-40B4-BE49-F238E27FC236}">
                    <a16:creationId xmlns:a16="http://schemas.microsoft.com/office/drawing/2014/main" id="{E3BB0571-3E41-2243-A4B9-ADED5DED6D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008" name="Group 352">
                  <a:extLst>
                    <a:ext uri="{FF2B5EF4-FFF2-40B4-BE49-F238E27FC236}">
                      <a16:creationId xmlns:a16="http://schemas.microsoft.com/office/drawing/2014/main" id="{1C138F43-E151-7F43-A52C-AD2B7236B9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012" name="Rectangle 353">
                    <a:extLst>
                      <a:ext uri="{FF2B5EF4-FFF2-40B4-BE49-F238E27FC236}">
                        <a16:creationId xmlns:a16="http://schemas.microsoft.com/office/drawing/2014/main" id="{7653FF77-2A5B-F14E-8DBC-6CFE9E5842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3" name="Text Box 354">
                    <a:extLst>
                      <a:ext uri="{FF2B5EF4-FFF2-40B4-BE49-F238E27FC236}">
                        <a16:creationId xmlns:a16="http://schemas.microsoft.com/office/drawing/2014/main" id="{9CBC4FC0-A9F3-C141-A9E4-1D05ADAC0F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009" name="Group 355">
                  <a:extLst>
                    <a:ext uri="{FF2B5EF4-FFF2-40B4-BE49-F238E27FC236}">
                      <a16:creationId xmlns:a16="http://schemas.microsoft.com/office/drawing/2014/main" id="{310047C9-8808-4445-B52D-5CA46FDD64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10" name="Rectangle 356">
                    <a:extLst>
                      <a:ext uri="{FF2B5EF4-FFF2-40B4-BE49-F238E27FC236}">
                        <a16:creationId xmlns:a16="http://schemas.microsoft.com/office/drawing/2014/main" id="{96EC94E7-E7F6-424C-8131-D0050A04AC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1" name="Rectangle 357">
                    <a:extLst>
                      <a:ext uri="{FF2B5EF4-FFF2-40B4-BE49-F238E27FC236}">
                        <a16:creationId xmlns:a16="http://schemas.microsoft.com/office/drawing/2014/main" id="{31A0860A-5296-1C40-B3AD-99D10D108C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991" name="Group 358">
                <a:extLst>
                  <a:ext uri="{FF2B5EF4-FFF2-40B4-BE49-F238E27FC236}">
                    <a16:creationId xmlns:a16="http://schemas.microsoft.com/office/drawing/2014/main" id="{B8BA444A-6734-E648-A8B7-625F44F741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006" name="Rectangle 359">
                  <a:extLst>
                    <a:ext uri="{FF2B5EF4-FFF2-40B4-BE49-F238E27FC236}">
                      <a16:creationId xmlns:a16="http://schemas.microsoft.com/office/drawing/2014/main" id="{64C334ED-D7B4-9446-9CB5-432A9E9F14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07" name="Rectangle 360">
                  <a:extLst>
                    <a:ext uri="{FF2B5EF4-FFF2-40B4-BE49-F238E27FC236}">
                      <a16:creationId xmlns:a16="http://schemas.microsoft.com/office/drawing/2014/main" id="{7F68324F-E179-3446-A101-B4E7CAEE8F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92" name="Group 361">
                <a:extLst>
                  <a:ext uri="{FF2B5EF4-FFF2-40B4-BE49-F238E27FC236}">
                    <a16:creationId xmlns:a16="http://schemas.microsoft.com/office/drawing/2014/main" id="{E66A5E66-1B3E-2D4E-9100-D69BCCCB07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993" name="Group 362">
                  <a:extLst>
                    <a:ext uri="{FF2B5EF4-FFF2-40B4-BE49-F238E27FC236}">
                      <a16:creationId xmlns:a16="http://schemas.microsoft.com/office/drawing/2014/main" id="{9FB4C4AA-CF1C-A240-A099-A6B39C7D16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997" name="Group 363">
                    <a:extLst>
                      <a:ext uri="{FF2B5EF4-FFF2-40B4-BE49-F238E27FC236}">
                        <a16:creationId xmlns:a16="http://schemas.microsoft.com/office/drawing/2014/main" id="{DD3ADBE0-19D6-AA4A-AFE7-344358E34CE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000" name="Group 364">
                      <a:extLst>
                        <a:ext uri="{FF2B5EF4-FFF2-40B4-BE49-F238E27FC236}">
                          <a16:creationId xmlns:a16="http://schemas.microsoft.com/office/drawing/2014/main" id="{C6146689-126B-B940-9665-055B14C214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004" name="Rectangle 365">
                        <a:extLst>
                          <a:ext uri="{FF2B5EF4-FFF2-40B4-BE49-F238E27FC236}">
                            <a16:creationId xmlns:a16="http://schemas.microsoft.com/office/drawing/2014/main" id="{3CCBDEDA-5855-334C-9BBC-9B86EE229E3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05" name="Text Box 366">
                        <a:extLst>
                          <a:ext uri="{FF2B5EF4-FFF2-40B4-BE49-F238E27FC236}">
                            <a16:creationId xmlns:a16="http://schemas.microsoft.com/office/drawing/2014/main" id="{6E0072AB-BA09-C440-BE8B-9453DC85784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001" name="Group 367">
                      <a:extLst>
                        <a:ext uri="{FF2B5EF4-FFF2-40B4-BE49-F238E27FC236}">
                          <a16:creationId xmlns:a16="http://schemas.microsoft.com/office/drawing/2014/main" id="{E8A63574-AAA9-514D-A845-F608E8E0B49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002" name="Rectangle 368">
                        <a:extLst>
                          <a:ext uri="{FF2B5EF4-FFF2-40B4-BE49-F238E27FC236}">
                            <a16:creationId xmlns:a16="http://schemas.microsoft.com/office/drawing/2014/main" id="{504B5B68-81BD-1E45-9AE7-0B22E4EF286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03" name="Rectangle 369">
                        <a:extLst>
                          <a:ext uri="{FF2B5EF4-FFF2-40B4-BE49-F238E27FC236}">
                            <a16:creationId xmlns:a16="http://schemas.microsoft.com/office/drawing/2014/main" id="{982029F1-0177-F84B-B77A-42B9829C522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98" name="Rectangle 370">
                    <a:extLst>
                      <a:ext uri="{FF2B5EF4-FFF2-40B4-BE49-F238E27FC236}">
                        <a16:creationId xmlns:a16="http://schemas.microsoft.com/office/drawing/2014/main" id="{E5DC45E8-ABEF-2B40-BF11-6C4B34D1F9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99" name="Rectangle 371">
                    <a:extLst>
                      <a:ext uri="{FF2B5EF4-FFF2-40B4-BE49-F238E27FC236}">
                        <a16:creationId xmlns:a16="http://schemas.microsoft.com/office/drawing/2014/main" id="{2FA6CC4C-BC5C-734A-8F22-98287FB76B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94" name="Rectangle 372">
                  <a:extLst>
                    <a:ext uri="{FF2B5EF4-FFF2-40B4-BE49-F238E27FC236}">
                      <a16:creationId xmlns:a16="http://schemas.microsoft.com/office/drawing/2014/main" id="{34E664B8-99D6-6F40-BE55-0AA80C7AEB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95" name="Rectangle 373">
                  <a:extLst>
                    <a:ext uri="{FF2B5EF4-FFF2-40B4-BE49-F238E27FC236}">
                      <a16:creationId xmlns:a16="http://schemas.microsoft.com/office/drawing/2014/main" id="{CC4EE0A5-884E-484A-A205-3EFE607F38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96" name="Rectangle 374">
                  <a:extLst>
                    <a:ext uri="{FF2B5EF4-FFF2-40B4-BE49-F238E27FC236}">
                      <a16:creationId xmlns:a16="http://schemas.microsoft.com/office/drawing/2014/main" id="{C1058AB9-C0A2-5041-A945-698709EF8C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85" name="AutoShape 375">
              <a:extLst>
                <a:ext uri="{FF2B5EF4-FFF2-40B4-BE49-F238E27FC236}">
                  <a16:creationId xmlns:a16="http://schemas.microsoft.com/office/drawing/2014/main" id="{2C8575A3-B4A6-1746-BC86-0260073648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86" name="Group 379">
              <a:extLst>
                <a:ext uri="{FF2B5EF4-FFF2-40B4-BE49-F238E27FC236}">
                  <a16:creationId xmlns:a16="http://schemas.microsoft.com/office/drawing/2014/main" id="{8567E088-D32D-624C-8A9C-F9EDEDB113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987" name="Rectangle 380">
                <a:extLst>
                  <a:ext uri="{FF2B5EF4-FFF2-40B4-BE49-F238E27FC236}">
                    <a16:creationId xmlns:a16="http://schemas.microsoft.com/office/drawing/2014/main" id="{D38CEFD3-34E4-4144-A4A9-E29D2BC79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8" name="Text Box 381">
                <a:extLst>
                  <a:ext uri="{FF2B5EF4-FFF2-40B4-BE49-F238E27FC236}">
                    <a16:creationId xmlns:a16="http://schemas.microsoft.com/office/drawing/2014/main" id="{9C84556C-DFF7-A54D-B709-593A7941D6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</p:txBody>
          </p:sp>
        </p:grpSp>
      </p:grpSp>
      <p:grpSp>
        <p:nvGrpSpPr>
          <p:cNvPr id="1019" name="Group 476">
            <a:extLst>
              <a:ext uri="{FF2B5EF4-FFF2-40B4-BE49-F238E27FC236}">
                <a16:creationId xmlns:a16="http://schemas.microsoft.com/office/drawing/2014/main" id="{2C1D9870-C854-6D41-84D3-89EBBCE7DBE8}"/>
              </a:ext>
            </a:extLst>
          </p:cNvPr>
          <p:cNvGrpSpPr>
            <a:grpSpLocks/>
          </p:cNvGrpSpPr>
          <p:nvPr/>
        </p:nvGrpSpPr>
        <p:grpSpPr bwMode="auto">
          <a:xfrm>
            <a:off x="924298" y="3427412"/>
            <a:ext cx="544513" cy="244475"/>
            <a:chOff x="844" y="3337"/>
            <a:chExt cx="343" cy="154"/>
          </a:xfrm>
        </p:grpSpPr>
        <p:sp>
          <p:nvSpPr>
            <p:cNvPr id="1020" name="Rectangle 477">
              <a:extLst>
                <a:ext uri="{FF2B5EF4-FFF2-40B4-BE49-F238E27FC236}">
                  <a16:creationId xmlns:a16="http://schemas.microsoft.com/office/drawing/2014/main" id="{48A1A89D-C73C-2D42-A1DC-1D8E81C65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21" name="Text Box 478">
              <a:extLst>
                <a:ext uri="{FF2B5EF4-FFF2-40B4-BE49-F238E27FC236}">
                  <a16:creationId xmlns:a16="http://schemas.microsoft.com/office/drawing/2014/main" id="{8095651D-95AD-644F-9F69-F6E846D55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sp>
        <p:nvSpPr>
          <p:cNvPr id="1022" name="Rectangle 479">
            <a:extLst>
              <a:ext uri="{FF2B5EF4-FFF2-40B4-BE49-F238E27FC236}">
                <a16:creationId xmlns:a16="http://schemas.microsoft.com/office/drawing/2014/main" id="{B807A09D-A4F1-304B-AB9E-DF3D27545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161" y="2817812"/>
            <a:ext cx="6365968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DHCP request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encapsulated</a:t>
            </a:r>
            <a:r>
              <a:rPr lang="en-US" sz="2800" dirty="0">
                <a:solidFill>
                  <a:srgbClr val="3333CC"/>
                </a:solidFill>
                <a:ea typeface="ＭＳ Ｐゴシック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UDP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, encapsulated 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IP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, encapsulated 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802.3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defRPr/>
            </a:pPr>
            <a:endParaRPr lang="en-US" sz="28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1023" name="Rectangle 480">
            <a:extLst>
              <a:ext uri="{FF2B5EF4-FFF2-40B4-BE49-F238E27FC236}">
                <a16:creationId xmlns:a16="http://schemas.microsoft.com/office/drawing/2014/main" id="{F684AC9E-DDAB-6349-BA14-508B74898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572" y="4229100"/>
            <a:ext cx="6573673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 frame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broadcast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(dest: FFFFFFFFFFFF) on LAN, received at router running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DHCP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server</a:t>
            </a:r>
          </a:p>
        </p:txBody>
      </p:sp>
      <p:sp>
        <p:nvSpPr>
          <p:cNvPr id="1024" name="Rectangle 481">
            <a:extLst>
              <a:ext uri="{FF2B5EF4-FFF2-40B4-BE49-F238E27FC236}">
                <a16:creationId xmlns:a16="http://schemas.microsoft.com/office/drawing/2014/main" id="{EF21724D-DF9C-9943-ABAA-C4C6633ED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85" y="5565775"/>
            <a:ext cx="6541416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demuxed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to IP demuxed, UDP demuxed to DHCP </a:t>
            </a:r>
          </a:p>
        </p:txBody>
      </p: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983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3.7037E-6 L 0.22748 0.00416 L 0.10834 0.27291 L -0.0181 0.27129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95" y="13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00" grpId="0"/>
      <p:bldP spid="913" grpId="0" build="p"/>
      <p:bldP spid="1022" grpId="0"/>
      <p:bldP spid="1023" grpId="0"/>
      <p:bldP spid="102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/>
          <a:lstStyle/>
          <a:p>
            <a:r>
              <a:rPr lang="en-US" dirty="0"/>
              <a:t>A day in the life: connecting to the Internet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05000" y="2501153"/>
            <a:ext cx="954696" cy="828225"/>
            <a:chOff x="7432700" y="2327293"/>
            <a:chExt cx="534987" cy="407988"/>
          </a:xfrm>
        </p:grpSpPr>
        <p:pic>
          <p:nvPicPr>
            <p:cNvPr id="649" name="Picture 1017" descr="antenna_stylized">
              <a:extLst>
                <a:ext uri="{FF2B5EF4-FFF2-40B4-BE49-F238E27FC236}">
                  <a16:creationId xmlns:a16="http://schemas.microsoft.com/office/drawing/2014/main" id="{DFEB7442-5BFA-4240-BDFC-20FF05514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DHCP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DHCP client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74" name="Group 342">
            <a:extLst>
              <a:ext uri="{FF2B5EF4-FFF2-40B4-BE49-F238E27FC236}">
                <a16:creationId xmlns:a16="http://schemas.microsoft.com/office/drawing/2014/main" id="{68368F8A-0905-C04F-8373-D523E15DD390}"/>
              </a:ext>
            </a:extLst>
          </p:cNvPr>
          <p:cNvGrpSpPr>
            <a:grpSpLocks/>
          </p:cNvGrpSpPr>
          <p:nvPr/>
        </p:nvGrpSpPr>
        <p:grpSpPr bwMode="auto"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975" name="Freeform 334">
              <a:extLst>
                <a:ext uri="{FF2B5EF4-FFF2-40B4-BE49-F238E27FC236}">
                  <a16:creationId xmlns:a16="http://schemas.microsoft.com/office/drawing/2014/main" id="{FEE3001B-2BDF-E641-AFF3-DFF0ECFF1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75000"/>
                  </a:srgbClr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76" name="Group 335">
              <a:extLst>
                <a:ext uri="{FF2B5EF4-FFF2-40B4-BE49-F238E27FC236}">
                  <a16:creationId xmlns:a16="http://schemas.microsoft.com/office/drawing/2014/main" id="{075A72C7-137F-3848-A6E3-E64A408A3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977" name="Rectangle 336">
                <a:extLst>
                  <a:ext uri="{FF2B5EF4-FFF2-40B4-BE49-F238E27FC236}">
                    <a16:creationId xmlns:a16="http://schemas.microsoft.com/office/drawing/2014/main" id="{5A39D877-B301-F047-BE8E-34B3EF11C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78" name="Text Box 337">
                <a:extLst>
                  <a:ext uri="{FF2B5EF4-FFF2-40B4-BE49-F238E27FC236}">
                    <a16:creationId xmlns:a16="http://schemas.microsoft.com/office/drawing/2014/main" id="{3B8C2E8D-8470-A948-BC08-E08C84966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79" name="Line 338">
                <a:extLst>
                  <a:ext uri="{FF2B5EF4-FFF2-40B4-BE49-F238E27FC236}">
                    <a16:creationId xmlns:a16="http://schemas.microsoft.com/office/drawing/2014/main" id="{D0A08B72-CDE0-DE4B-8B12-A912F9745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0" name="Line 339">
                <a:extLst>
                  <a:ext uri="{FF2B5EF4-FFF2-40B4-BE49-F238E27FC236}">
                    <a16:creationId xmlns:a16="http://schemas.microsoft.com/office/drawing/2014/main" id="{A57D4F7D-2E7F-6840-AC85-141D53A7F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1" name="Line 340">
                <a:extLst>
                  <a:ext uri="{FF2B5EF4-FFF2-40B4-BE49-F238E27FC236}">
                    <a16:creationId xmlns:a16="http://schemas.microsoft.com/office/drawing/2014/main" id="{8CF39C3F-AF73-EB42-B07E-8E2490424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2" name="Line 341">
                <a:extLst>
                  <a:ext uri="{FF2B5EF4-FFF2-40B4-BE49-F238E27FC236}">
                    <a16:creationId xmlns:a16="http://schemas.microsoft.com/office/drawing/2014/main" id="{6579215B-0078-6047-B238-35EDE678A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89" name="Rectangle 3">
            <a:extLst>
              <a:ext uri="{FF2B5EF4-FFF2-40B4-BE49-F238E27FC236}">
                <a16:creationId xmlns:a16="http://schemas.microsoft.com/office/drawing/2014/main" id="{7B871886-3DE1-0B4A-8DB9-883FE1D7E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672" y="1504912"/>
            <a:ext cx="6548848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1775" indent="-231775">
              <a:lnSpc>
                <a:spcPct val="80000"/>
              </a:lnSpc>
              <a:defRPr/>
            </a:pPr>
            <a:r>
              <a:rPr lang="en-US" kern="0" dirty="0">
                <a:cs typeface="+mn-cs"/>
              </a:rPr>
              <a:t>DHCP server formulates </a:t>
            </a:r>
            <a:r>
              <a:rPr lang="en-US" kern="0" dirty="0">
                <a:solidFill>
                  <a:srgbClr val="C00000"/>
                </a:solidFill>
                <a:cs typeface="+mn-cs"/>
              </a:rPr>
              <a:t>DHCP ACK </a:t>
            </a:r>
            <a:r>
              <a:rPr lang="en-US" kern="0" dirty="0">
                <a:cs typeface="+mn-cs"/>
              </a:rPr>
              <a:t>containing client</a:t>
            </a:r>
            <a:r>
              <a:rPr lang="en-US" altLang="ja-JP" kern="0" dirty="0">
                <a:cs typeface="+mn-cs"/>
              </a:rPr>
              <a:t>’</a:t>
            </a:r>
            <a:r>
              <a:rPr lang="en-US" kern="0" dirty="0">
                <a:cs typeface="+mn-cs"/>
              </a:rPr>
              <a:t>s IP address, IP address of first-hop router for client, name &amp; IP address of DNS server</a:t>
            </a:r>
          </a:p>
          <a:p>
            <a:pPr>
              <a:lnSpc>
                <a:spcPct val="80000"/>
              </a:lnSpc>
              <a:defRPr/>
            </a:pPr>
            <a:endParaRPr lang="en-US" kern="0" dirty="0">
              <a:cs typeface="+mn-cs"/>
            </a:endParaRPr>
          </a:p>
        </p:txBody>
      </p:sp>
      <p:grpSp>
        <p:nvGrpSpPr>
          <p:cNvPr id="290" name="Group 57">
            <a:extLst>
              <a:ext uri="{FF2B5EF4-FFF2-40B4-BE49-F238E27FC236}">
                <a16:creationId xmlns:a16="http://schemas.microsoft.com/office/drawing/2014/main" id="{37C8DAC2-4F10-5D40-BFEB-36DD810D29E8}"/>
              </a:ext>
            </a:extLst>
          </p:cNvPr>
          <p:cNvGrpSpPr>
            <a:grpSpLocks/>
          </p:cNvGrpSpPr>
          <p:nvPr/>
        </p:nvGrpSpPr>
        <p:grpSpPr bwMode="auto">
          <a:xfrm>
            <a:off x="379319" y="3300692"/>
            <a:ext cx="1081088" cy="1166813"/>
            <a:chOff x="42" y="744"/>
            <a:chExt cx="681" cy="735"/>
          </a:xfrm>
        </p:grpSpPr>
        <p:grpSp>
          <p:nvGrpSpPr>
            <p:cNvPr id="291" name="Group 58">
              <a:extLst>
                <a:ext uri="{FF2B5EF4-FFF2-40B4-BE49-F238E27FC236}">
                  <a16:creationId xmlns:a16="http://schemas.microsoft.com/office/drawing/2014/main" id="{586D51E3-E709-E748-B55A-04F83F765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93" name="Group 59">
                <a:extLst>
                  <a:ext uri="{FF2B5EF4-FFF2-40B4-BE49-F238E27FC236}">
                    <a16:creationId xmlns:a16="http://schemas.microsoft.com/office/drawing/2014/main" id="{61F14A68-1B09-4949-8F3A-2E3CEA1369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19" name="Group 60">
                  <a:extLst>
                    <a:ext uri="{FF2B5EF4-FFF2-40B4-BE49-F238E27FC236}">
                      <a16:creationId xmlns:a16="http://schemas.microsoft.com/office/drawing/2014/main" id="{0964A370-2208-9941-9E3F-7ED5F1900B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22" name="Rectangle 61">
                    <a:extLst>
                      <a:ext uri="{FF2B5EF4-FFF2-40B4-BE49-F238E27FC236}">
                        <a16:creationId xmlns:a16="http://schemas.microsoft.com/office/drawing/2014/main" id="{306955EB-3F12-5241-949F-01DE6F58A5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3" name="Text Box 62">
                    <a:extLst>
                      <a:ext uri="{FF2B5EF4-FFF2-40B4-BE49-F238E27FC236}">
                        <a16:creationId xmlns:a16="http://schemas.microsoft.com/office/drawing/2014/main" id="{6C1CB358-3642-7742-913B-9FD320DFEEE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320" name="Rectangle 63">
                  <a:extLst>
                    <a:ext uri="{FF2B5EF4-FFF2-40B4-BE49-F238E27FC236}">
                      <a16:creationId xmlns:a16="http://schemas.microsoft.com/office/drawing/2014/main" id="{3BAB0199-2F96-024A-879C-1B4571C2C0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Rectangle 64">
                  <a:extLst>
                    <a:ext uri="{FF2B5EF4-FFF2-40B4-BE49-F238E27FC236}">
                      <a16:creationId xmlns:a16="http://schemas.microsoft.com/office/drawing/2014/main" id="{8AA4D9A0-7D57-9442-B07C-8B69573583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4" name="Group 65">
                <a:extLst>
                  <a:ext uri="{FF2B5EF4-FFF2-40B4-BE49-F238E27FC236}">
                    <a16:creationId xmlns:a16="http://schemas.microsoft.com/office/drawing/2014/main" id="{D4DD8D77-AB57-9348-AE5A-07C8ADB7D6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13" name="Group 66">
                  <a:extLst>
                    <a:ext uri="{FF2B5EF4-FFF2-40B4-BE49-F238E27FC236}">
                      <a16:creationId xmlns:a16="http://schemas.microsoft.com/office/drawing/2014/main" id="{7486484F-938A-3F40-A3CD-FA895820E2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17" name="Rectangle 67">
                    <a:extLst>
                      <a:ext uri="{FF2B5EF4-FFF2-40B4-BE49-F238E27FC236}">
                        <a16:creationId xmlns:a16="http://schemas.microsoft.com/office/drawing/2014/main" id="{8D8492F5-F289-3E4E-A7D2-E77CFD521A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8" name="Text Box 68">
                    <a:extLst>
                      <a:ext uri="{FF2B5EF4-FFF2-40B4-BE49-F238E27FC236}">
                        <a16:creationId xmlns:a16="http://schemas.microsoft.com/office/drawing/2014/main" id="{84DB4EB8-215F-DB43-921B-1CAF30D39C0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14" name="Group 69">
                  <a:extLst>
                    <a:ext uri="{FF2B5EF4-FFF2-40B4-BE49-F238E27FC236}">
                      <a16:creationId xmlns:a16="http://schemas.microsoft.com/office/drawing/2014/main" id="{E97791E3-AA44-7248-9B39-5011091659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15" name="Rectangle 70">
                    <a:extLst>
                      <a:ext uri="{FF2B5EF4-FFF2-40B4-BE49-F238E27FC236}">
                        <a16:creationId xmlns:a16="http://schemas.microsoft.com/office/drawing/2014/main" id="{C2F175E6-EEA1-9F4E-91D9-252F3AD8FA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6" name="Rectangle 71">
                    <a:extLst>
                      <a:ext uri="{FF2B5EF4-FFF2-40B4-BE49-F238E27FC236}">
                        <a16:creationId xmlns:a16="http://schemas.microsoft.com/office/drawing/2014/main" id="{E605F749-2D23-1C47-99A8-19EF2A9C6C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96" name="Group 72">
                <a:extLst>
                  <a:ext uri="{FF2B5EF4-FFF2-40B4-BE49-F238E27FC236}">
                    <a16:creationId xmlns:a16="http://schemas.microsoft.com/office/drawing/2014/main" id="{8CAE7331-2F85-B440-B302-D525A81148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11" name="Rectangle 73">
                  <a:extLst>
                    <a:ext uri="{FF2B5EF4-FFF2-40B4-BE49-F238E27FC236}">
                      <a16:creationId xmlns:a16="http://schemas.microsoft.com/office/drawing/2014/main" id="{6E683200-9017-424C-9F52-F506F2F83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74">
                  <a:extLst>
                    <a:ext uri="{FF2B5EF4-FFF2-40B4-BE49-F238E27FC236}">
                      <a16:creationId xmlns:a16="http://schemas.microsoft.com/office/drawing/2014/main" id="{3969F099-B1F4-974A-940F-987FE8503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75">
                <a:extLst>
                  <a:ext uri="{FF2B5EF4-FFF2-40B4-BE49-F238E27FC236}">
                    <a16:creationId xmlns:a16="http://schemas.microsoft.com/office/drawing/2014/main" id="{018977E7-F9A0-ED41-98D9-B4EAD08F02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98" name="Group 76">
                  <a:extLst>
                    <a:ext uri="{FF2B5EF4-FFF2-40B4-BE49-F238E27FC236}">
                      <a16:creationId xmlns:a16="http://schemas.microsoft.com/office/drawing/2014/main" id="{928DB5D8-985F-8347-9A9C-DA7A53A941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02" name="Group 77">
                    <a:extLst>
                      <a:ext uri="{FF2B5EF4-FFF2-40B4-BE49-F238E27FC236}">
                        <a16:creationId xmlns:a16="http://schemas.microsoft.com/office/drawing/2014/main" id="{888E790F-9BAC-2B40-90A9-DAD74AEF7EA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05" name="Group 78">
                      <a:extLst>
                        <a:ext uri="{FF2B5EF4-FFF2-40B4-BE49-F238E27FC236}">
                          <a16:creationId xmlns:a16="http://schemas.microsoft.com/office/drawing/2014/main" id="{15A0B2F1-70CD-9B40-8297-7F7512A9EFA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09" name="Rectangle 79">
                        <a:extLst>
                          <a:ext uri="{FF2B5EF4-FFF2-40B4-BE49-F238E27FC236}">
                            <a16:creationId xmlns:a16="http://schemas.microsoft.com/office/drawing/2014/main" id="{21E258B4-731A-EC4C-839E-EFDACC71806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10" name="Text Box 80">
                        <a:extLst>
                          <a:ext uri="{FF2B5EF4-FFF2-40B4-BE49-F238E27FC236}">
                            <a16:creationId xmlns:a16="http://schemas.microsoft.com/office/drawing/2014/main" id="{44E618E5-B1F9-724E-B7A8-703CF4D9632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306" name="Group 81">
                      <a:extLst>
                        <a:ext uri="{FF2B5EF4-FFF2-40B4-BE49-F238E27FC236}">
                          <a16:creationId xmlns:a16="http://schemas.microsoft.com/office/drawing/2014/main" id="{2DA4F930-1E58-2C42-BE02-B769CCF5261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07" name="Rectangle 82">
                        <a:extLst>
                          <a:ext uri="{FF2B5EF4-FFF2-40B4-BE49-F238E27FC236}">
                            <a16:creationId xmlns:a16="http://schemas.microsoft.com/office/drawing/2014/main" id="{EFA99778-FD4F-084D-9FDB-510BBB0E1D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08" name="Rectangle 83">
                        <a:extLst>
                          <a:ext uri="{FF2B5EF4-FFF2-40B4-BE49-F238E27FC236}">
                            <a16:creationId xmlns:a16="http://schemas.microsoft.com/office/drawing/2014/main" id="{32F43842-7DD3-DE4D-A916-A19571D6C34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303" name="Rectangle 84">
                    <a:extLst>
                      <a:ext uri="{FF2B5EF4-FFF2-40B4-BE49-F238E27FC236}">
                        <a16:creationId xmlns:a16="http://schemas.microsoft.com/office/drawing/2014/main" id="{2445B950-0E66-EE44-9A9B-0DFD11AC58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4" name="Rectangle 85">
                    <a:extLst>
                      <a:ext uri="{FF2B5EF4-FFF2-40B4-BE49-F238E27FC236}">
                        <a16:creationId xmlns:a16="http://schemas.microsoft.com/office/drawing/2014/main" id="{E8257C66-806D-AF47-A755-9B8859B1FC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299" name="Rectangle 86">
                  <a:extLst>
                    <a:ext uri="{FF2B5EF4-FFF2-40B4-BE49-F238E27FC236}">
                      <a16:creationId xmlns:a16="http://schemas.microsoft.com/office/drawing/2014/main" id="{1479792F-21C7-BF47-9501-7396581168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0" name="Rectangle 87">
                  <a:extLst>
                    <a:ext uri="{FF2B5EF4-FFF2-40B4-BE49-F238E27FC236}">
                      <a16:creationId xmlns:a16="http://schemas.microsoft.com/office/drawing/2014/main" id="{9954F467-6E7C-BA49-B7E8-7B2711B711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Rectangle 88">
                  <a:extLst>
                    <a:ext uri="{FF2B5EF4-FFF2-40B4-BE49-F238E27FC236}">
                      <a16:creationId xmlns:a16="http://schemas.microsoft.com/office/drawing/2014/main" id="{65AD9726-C793-0443-9F76-27D784834D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292" name="AutoShape 89">
              <a:extLst>
                <a:ext uri="{FF2B5EF4-FFF2-40B4-BE49-F238E27FC236}">
                  <a16:creationId xmlns:a16="http://schemas.microsoft.com/office/drawing/2014/main" id="{22CB65A8-1FB8-4D48-8E5A-46F62E8E7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4" name="Group 90">
            <a:extLst>
              <a:ext uri="{FF2B5EF4-FFF2-40B4-BE49-F238E27FC236}">
                <a16:creationId xmlns:a16="http://schemas.microsoft.com/office/drawing/2014/main" id="{627FA192-8658-9A4E-98F1-26C12012B879}"/>
              </a:ext>
            </a:extLst>
          </p:cNvPr>
          <p:cNvGrpSpPr>
            <a:grpSpLocks/>
          </p:cNvGrpSpPr>
          <p:nvPr/>
        </p:nvGrpSpPr>
        <p:grpSpPr bwMode="auto">
          <a:xfrm>
            <a:off x="476157" y="4386542"/>
            <a:ext cx="1081087" cy="244475"/>
            <a:chOff x="504" y="3523"/>
            <a:chExt cx="681" cy="154"/>
          </a:xfrm>
        </p:grpSpPr>
        <p:grpSp>
          <p:nvGrpSpPr>
            <p:cNvPr id="325" name="Group 91">
              <a:extLst>
                <a:ext uri="{FF2B5EF4-FFF2-40B4-BE49-F238E27FC236}">
                  <a16:creationId xmlns:a16="http://schemas.microsoft.com/office/drawing/2014/main" id="{49BA10AF-3B37-104A-BCFF-22430D3B75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333" name="Group 92">
                <a:extLst>
                  <a:ext uri="{FF2B5EF4-FFF2-40B4-BE49-F238E27FC236}">
                    <a16:creationId xmlns:a16="http://schemas.microsoft.com/office/drawing/2014/main" id="{1E4D7DBD-B06D-CC4D-BD5A-48BE83AC5D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336" name="Group 93">
                  <a:extLst>
                    <a:ext uri="{FF2B5EF4-FFF2-40B4-BE49-F238E27FC236}">
                      <a16:creationId xmlns:a16="http://schemas.microsoft.com/office/drawing/2014/main" id="{194A75E5-96A9-1C40-B18D-D18152CED4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40" name="Rectangle 94">
                    <a:extLst>
                      <a:ext uri="{FF2B5EF4-FFF2-40B4-BE49-F238E27FC236}">
                        <a16:creationId xmlns:a16="http://schemas.microsoft.com/office/drawing/2014/main" id="{2DC75A14-9509-FD4C-918E-CB6F2A448E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1" name="Text Box 95">
                    <a:extLst>
                      <a:ext uri="{FF2B5EF4-FFF2-40B4-BE49-F238E27FC236}">
                        <a16:creationId xmlns:a16="http://schemas.microsoft.com/office/drawing/2014/main" id="{F617B0D0-DB72-F449-BF5B-EF33EE6A61E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37" name="Group 96">
                  <a:extLst>
                    <a:ext uri="{FF2B5EF4-FFF2-40B4-BE49-F238E27FC236}">
                      <a16:creationId xmlns:a16="http://schemas.microsoft.com/office/drawing/2014/main" id="{AC25ADBB-2176-944C-8B8D-767CE85359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38" name="Rectangle 97">
                    <a:extLst>
                      <a:ext uri="{FF2B5EF4-FFF2-40B4-BE49-F238E27FC236}">
                        <a16:creationId xmlns:a16="http://schemas.microsoft.com/office/drawing/2014/main" id="{0E217236-4A0A-6E45-819B-C9E1E1D4C0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9" name="Rectangle 98">
                    <a:extLst>
                      <a:ext uri="{FF2B5EF4-FFF2-40B4-BE49-F238E27FC236}">
                        <a16:creationId xmlns:a16="http://schemas.microsoft.com/office/drawing/2014/main" id="{EF8EBD81-20D3-304E-8E45-3B88FA1FE1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334" name="Rectangle 99">
                <a:extLst>
                  <a:ext uri="{FF2B5EF4-FFF2-40B4-BE49-F238E27FC236}">
                    <a16:creationId xmlns:a16="http://schemas.microsoft.com/office/drawing/2014/main" id="{B6153F06-604A-A84D-94D4-BCF8985CA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5" name="Rectangle 100">
                <a:extLst>
                  <a:ext uri="{FF2B5EF4-FFF2-40B4-BE49-F238E27FC236}">
                    <a16:creationId xmlns:a16="http://schemas.microsoft.com/office/drawing/2014/main" id="{4A48C38C-FB90-9E48-863A-6098EE05F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26" name="Rectangle 101">
              <a:extLst>
                <a:ext uri="{FF2B5EF4-FFF2-40B4-BE49-F238E27FC236}">
                  <a16:creationId xmlns:a16="http://schemas.microsoft.com/office/drawing/2014/main" id="{B397BDA8-2CB9-2A48-BAE8-04E2FCFFC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1" name="Rectangle 102">
              <a:extLst>
                <a:ext uri="{FF2B5EF4-FFF2-40B4-BE49-F238E27FC236}">
                  <a16:creationId xmlns:a16="http://schemas.microsoft.com/office/drawing/2014/main" id="{4251D2BB-EBB9-744F-8FA4-ACDD4A7E2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2" name="Rectangle 103">
              <a:extLst>
                <a:ext uri="{FF2B5EF4-FFF2-40B4-BE49-F238E27FC236}">
                  <a16:creationId xmlns:a16="http://schemas.microsoft.com/office/drawing/2014/main" id="{D7BFE06A-92AE-374C-8F20-2F4F01A3D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42" name="Group 113">
            <a:extLst>
              <a:ext uri="{FF2B5EF4-FFF2-40B4-BE49-F238E27FC236}">
                <a16:creationId xmlns:a16="http://schemas.microsoft.com/office/drawing/2014/main" id="{5883EEDA-DCBD-0140-95F3-07D052C9ACEC}"/>
              </a:ext>
            </a:extLst>
          </p:cNvPr>
          <p:cNvGrpSpPr>
            <a:grpSpLocks/>
          </p:cNvGrpSpPr>
          <p:nvPr/>
        </p:nvGrpSpPr>
        <p:grpSpPr bwMode="auto">
          <a:xfrm>
            <a:off x="179014" y="1480949"/>
            <a:ext cx="1081087" cy="1217612"/>
            <a:chOff x="1404" y="3105"/>
            <a:chExt cx="681" cy="767"/>
          </a:xfrm>
        </p:grpSpPr>
        <p:grpSp>
          <p:nvGrpSpPr>
            <p:cNvPr id="343" name="Group 114">
              <a:extLst>
                <a:ext uri="{FF2B5EF4-FFF2-40B4-BE49-F238E27FC236}">
                  <a16:creationId xmlns:a16="http://schemas.microsoft.com/office/drawing/2014/main" id="{D8F28A19-02BB-2147-955B-5EC7BA1B93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348" name="Group 115">
                <a:extLst>
                  <a:ext uri="{FF2B5EF4-FFF2-40B4-BE49-F238E27FC236}">
                    <a16:creationId xmlns:a16="http://schemas.microsoft.com/office/drawing/2014/main" id="{5C445902-86BE-6646-AF15-158184A32A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74" name="Group 116">
                  <a:extLst>
                    <a:ext uri="{FF2B5EF4-FFF2-40B4-BE49-F238E27FC236}">
                      <a16:creationId xmlns:a16="http://schemas.microsoft.com/office/drawing/2014/main" id="{4311E081-C87E-F944-8B67-1DEB5ECEAA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77" name="Rectangle 117">
                    <a:extLst>
                      <a:ext uri="{FF2B5EF4-FFF2-40B4-BE49-F238E27FC236}">
                        <a16:creationId xmlns:a16="http://schemas.microsoft.com/office/drawing/2014/main" id="{ECF635FF-3612-4C4D-8CF5-35F26DCF9E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8" name="Text Box 118">
                    <a:extLst>
                      <a:ext uri="{FF2B5EF4-FFF2-40B4-BE49-F238E27FC236}">
                        <a16:creationId xmlns:a16="http://schemas.microsoft.com/office/drawing/2014/main" id="{F6110A27-4F3B-E347-A46E-5CE76FF9F26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375" name="Rectangle 119">
                  <a:extLst>
                    <a:ext uri="{FF2B5EF4-FFF2-40B4-BE49-F238E27FC236}">
                      <a16:creationId xmlns:a16="http://schemas.microsoft.com/office/drawing/2014/main" id="{1341764B-E95B-7846-A7C7-697B31210C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76" name="Rectangle 120">
                  <a:extLst>
                    <a:ext uri="{FF2B5EF4-FFF2-40B4-BE49-F238E27FC236}">
                      <a16:creationId xmlns:a16="http://schemas.microsoft.com/office/drawing/2014/main" id="{F3FB38BB-2247-3846-95CA-29159BEEFD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50" name="Group 121">
                <a:extLst>
                  <a:ext uri="{FF2B5EF4-FFF2-40B4-BE49-F238E27FC236}">
                    <a16:creationId xmlns:a16="http://schemas.microsoft.com/office/drawing/2014/main" id="{AFBD3A6C-1C80-8842-9F56-0D54017B31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68" name="Group 122">
                  <a:extLst>
                    <a:ext uri="{FF2B5EF4-FFF2-40B4-BE49-F238E27FC236}">
                      <a16:creationId xmlns:a16="http://schemas.microsoft.com/office/drawing/2014/main" id="{1A113B9C-3462-5942-A44E-6B07A542F0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72" name="Rectangle 123">
                    <a:extLst>
                      <a:ext uri="{FF2B5EF4-FFF2-40B4-BE49-F238E27FC236}">
                        <a16:creationId xmlns:a16="http://schemas.microsoft.com/office/drawing/2014/main" id="{F1CC8B66-3B5E-D349-80F7-D9084983F6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3" name="Text Box 124">
                    <a:extLst>
                      <a:ext uri="{FF2B5EF4-FFF2-40B4-BE49-F238E27FC236}">
                        <a16:creationId xmlns:a16="http://schemas.microsoft.com/office/drawing/2014/main" id="{9D04501E-61A9-7840-8FDD-A4B0D85E1E4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69" name="Group 125">
                  <a:extLst>
                    <a:ext uri="{FF2B5EF4-FFF2-40B4-BE49-F238E27FC236}">
                      <a16:creationId xmlns:a16="http://schemas.microsoft.com/office/drawing/2014/main" id="{3DD83276-AEAB-544D-8216-A2090A138D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70" name="Rectangle 126">
                    <a:extLst>
                      <a:ext uri="{FF2B5EF4-FFF2-40B4-BE49-F238E27FC236}">
                        <a16:creationId xmlns:a16="http://schemas.microsoft.com/office/drawing/2014/main" id="{F23B95D8-54C4-D34E-946B-DEF86CB7B8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1" name="Rectangle 127">
                    <a:extLst>
                      <a:ext uri="{FF2B5EF4-FFF2-40B4-BE49-F238E27FC236}">
                        <a16:creationId xmlns:a16="http://schemas.microsoft.com/office/drawing/2014/main" id="{DA734683-A318-454E-A045-23BE51F0F5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51" name="Group 128">
                <a:extLst>
                  <a:ext uri="{FF2B5EF4-FFF2-40B4-BE49-F238E27FC236}">
                    <a16:creationId xmlns:a16="http://schemas.microsoft.com/office/drawing/2014/main" id="{16D8F290-90C4-884D-8BEC-4F527A600F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66" name="Rectangle 129">
                  <a:extLst>
                    <a:ext uri="{FF2B5EF4-FFF2-40B4-BE49-F238E27FC236}">
                      <a16:creationId xmlns:a16="http://schemas.microsoft.com/office/drawing/2014/main" id="{1D3E3622-DC4A-044E-A888-13677F7D16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67" name="Rectangle 130">
                  <a:extLst>
                    <a:ext uri="{FF2B5EF4-FFF2-40B4-BE49-F238E27FC236}">
                      <a16:creationId xmlns:a16="http://schemas.microsoft.com/office/drawing/2014/main" id="{B7CF74F0-E826-CE41-B70E-DC73509B6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52" name="Group 131">
                <a:extLst>
                  <a:ext uri="{FF2B5EF4-FFF2-40B4-BE49-F238E27FC236}">
                    <a16:creationId xmlns:a16="http://schemas.microsoft.com/office/drawing/2014/main" id="{D87ED124-1122-114E-A552-2B81F10E97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353" name="Group 132">
                  <a:extLst>
                    <a:ext uri="{FF2B5EF4-FFF2-40B4-BE49-F238E27FC236}">
                      <a16:creationId xmlns:a16="http://schemas.microsoft.com/office/drawing/2014/main" id="{3983C9C0-A891-BF4E-A921-C7DB56F4CC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57" name="Group 133">
                    <a:extLst>
                      <a:ext uri="{FF2B5EF4-FFF2-40B4-BE49-F238E27FC236}">
                        <a16:creationId xmlns:a16="http://schemas.microsoft.com/office/drawing/2014/main" id="{00BCA7B6-7079-5840-B49A-A1603E6357D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60" name="Group 134">
                      <a:extLst>
                        <a:ext uri="{FF2B5EF4-FFF2-40B4-BE49-F238E27FC236}">
                          <a16:creationId xmlns:a16="http://schemas.microsoft.com/office/drawing/2014/main" id="{5723C07F-7067-7442-B671-6E3710D5B30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64" name="Rectangle 135">
                        <a:extLst>
                          <a:ext uri="{FF2B5EF4-FFF2-40B4-BE49-F238E27FC236}">
                            <a16:creationId xmlns:a16="http://schemas.microsoft.com/office/drawing/2014/main" id="{B5AF0E21-ED85-9849-B221-EFD25F84BE7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65" name="Text Box 136">
                        <a:extLst>
                          <a:ext uri="{FF2B5EF4-FFF2-40B4-BE49-F238E27FC236}">
                            <a16:creationId xmlns:a16="http://schemas.microsoft.com/office/drawing/2014/main" id="{45723D24-31C5-4846-BE05-0E7FD549A89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361" name="Group 137">
                      <a:extLst>
                        <a:ext uri="{FF2B5EF4-FFF2-40B4-BE49-F238E27FC236}">
                          <a16:creationId xmlns:a16="http://schemas.microsoft.com/office/drawing/2014/main" id="{80FE1C0E-16B1-2D44-B299-88A00143E6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62" name="Rectangle 138">
                        <a:extLst>
                          <a:ext uri="{FF2B5EF4-FFF2-40B4-BE49-F238E27FC236}">
                            <a16:creationId xmlns:a16="http://schemas.microsoft.com/office/drawing/2014/main" id="{D1EF3C03-E9F7-EA48-B907-E23FDF7AAEC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63" name="Rectangle 139">
                        <a:extLst>
                          <a:ext uri="{FF2B5EF4-FFF2-40B4-BE49-F238E27FC236}">
                            <a16:creationId xmlns:a16="http://schemas.microsoft.com/office/drawing/2014/main" id="{0E636BA2-C8E1-2748-ABAB-2E1309C06EC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358" name="Rectangle 140">
                    <a:extLst>
                      <a:ext uri="{FF2B5EF4-FFF2-40B4-BE49-F238E27FC236}">
                        <a16:creationId xmlns:a16="http://schemas.microsoft.com/office/drawing/2014/main" id="{1E71C801-BC9F-C941-B2FA-82E6DFB91E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59" name="Rectangle 141">
                    <a:extLst>
                      <a:ext uri="{FF2B5EF4-FFF2-40B4-BE49-F238E27FC236}">
                        <a16:creationId xmlns:a16="http://schemas.microsoft.com/office/drawing/2014/main" id="{8C1C8646-0C84-7646-B3C5-C586B30A32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354" name="Rectangle 142">
                  <a:extLst>
                    <a:ext uri="{FF2B5EF4-FFF2-40B4-BE49-F238E27FC236}">
                      <a16:creationId xmlns:a16="http://schemas.microsoft.com/office/drawing/2014/main" id="{F7DE1756-9A3B-B144-842D-9320340499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5" name="Rectangle 143">
                  <a:extLst>
                    <a:ext uri="{FF2B5EF4-FFF2-40B4-BE49-F238E27FC236}">
                      <a16:creationId xmlns:a16="http://schemas.microsoft.com/office/drawing/2014/main" id="{1BA49523-4DF4-5F44-9051-145D0A6151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6" name="Rectangle 144">
                  <a:extLst>
                    <a:ext uri="{FF2B5EF4-FFF2-40B4-BE49-F238E27FC236}">
                      <a16:creationId xmlns:a16="http://schemas.microsoft.com/office/drawing/2014/main" id="{D8FFCB85-547D-C64B-A539-2E19568074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44" name="AutoShape 145">
              <a:extLst>
                <a:ext uri="{FF2B5EF4-FFF2-40B4-BE49-F238E27FC236}">
                  <a16:creationId xmlns:a16="http://schemas.microsoft.com/office/drawing/2014/main" id="{3F4330D4-196A-FE44-8859-2BBEE9440F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45" name="Group 146">
              <a:extLst>
                <a:ext uri="{FF2B5EF4-FFF2-40B4-BE49-F238E27FC236}">
                  <a16:creationId xmlns:a16="http://schemas.microsoft.com/office/drawing/2014/main" id="{2C244F89-6CDC-B14C-B8E0-593D333F6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346" name="Rectangle 147">
                <a:extLst>
                  <a:ext uri="{FF2B5EF4-FFF2-40B4-BE49-F238E27FC236}">
                    <a16:creationId xmlns:a16="http://schemas.microsoft.com/office/drawing/2014/main" id="{3F1C1009-8ACA-AE4D-B2EA-D060B3041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7" name="Text Box 148">
                <a:extLst>
                  <a:ext uri="{FF2B5EF4-FFF2-40B4-BE49-F238E27FC236}">
                    <a16:creationId xmlns:a16="http://schemas.microsoft.com/office/drawing/2014/main" id="{E9DDB984-3FC1-9442-8445-5B270D2767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</p:txBody>
          </p:sp>
        </p:grpSp>
      </p:grpSp>
      <p:grpSp>
        <p:nvGrpSpPr>
          <p:cNvPr id="379" name="Group 149">
            <a:extLst>
              <a:ext uri="{FF2B5EF4-FFF2-40B4-BE49-F238E27FC236}">
                <a16:creationId xmlns:a16="http://schemas.microsoft.com/office/drawing/2014/main" id="{CF307C47-A864-5E4F-9726-298AD443C250}"/>
              </a:ext>
            </a:extLst>
          </p:cNvPr>
          <p:cNvGrpSpPr>
            <a:grpSpLocks/>
          </p:cNvGrpSpPr>
          <p:nvPr/>
        </p:nvGrpSpPr>
        <p:grpSpPr bwMode="auto">
          <a:xfrm>
            <a:off x="830169" y="3326092"/>
            <a:ext cx="544513" cy="244475"/>
            <a:chOff x="844" y="3337"/>
            <a:chExt cx="343" cy="154"/>
          </a:xfrm>
        </p:grpSpPr>
        <p:sp>
          <p:nvSpPr>
            <p:cNvPr id="380" name="Rectangle 150">
              <a:extLst>
                <a:ext uri="{FF2B5EF4-FFF2-40B4-BE49-F238E27FC236}">
                  <a16:creationId xmlns:a16="http://schemas.microsoft.com/office/drawing/2014/main" id="{153D2A8C-D4DA-3744-9B39-E44700761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1" name="Text Box 151">
              <a:extLst>
                <a:ext uri="{FF2B5EF4-FFF2-40B4-BE49-F238E27FC236}">
                  <a16:creationId xmlns:a16="http://schemas.microsoft.com/office/drawing/2014/main" id="{188D7169-9E2B-604F-A79F-4277DE2B7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sp>
        <p:nvSpPr>
          <p:cNvPr id="382" name="Rectangle 155">
            <a:extLst>
              <a:ext uri="{FF2B5EF4-FFF2-40B4-BE49-F238E27FC236}">
                <a16:creationId xmlns:a16="http://schemas.microsoft.com/office/drawing/2014/main" id="{E3E60786-723F-AF41-BAEB-EAE22AF7D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223" y="3162580"/>
            <a:ext cx="6530667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encapsulation at DHCP server, frame forwarded (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switch learning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) through LAN, demultiplexing at client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4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83" name="Text Box 156">
            <a:extLst>
              <a:ext uri="{FF2B5EF4-FFF2-40B4-BE49-F238E27FC236}">
                <a16:creationId xmlns:a16="http://schemas.microsoft.com/office/drawing/2014/main" id="{C11E33FE-C63F-9746-B0FD-73D62EF6D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687" y="5515572"/>
            <a:ext cx="811093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A8"/>
                </a:solidFill>
                <a:latin typeface="+mn-lt"/>
              </a:rPr>
              <a:t>Client now has IP address, knows name &amp; addr of DNS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A8"/>
                </a:solidFill>
                <a:latin typeface="+mn-lt"/>
              </a:rPr>
              <a:t>server, IP address of its first-hop router</a:t>
            </a:r>
          </a:p>
        </p:txBody>
      </p:sp>
      <p:sp>
        <p:nvSpPr>
          <p:cNvPr id="384" name="Rectangle 157">
            <a:extLst>
              <a:ext uri="{FF2B5EF4-FFF2-40B4-BE49-F238E27FC236}">
                <a16:creationId xmlns:a16="http://schemas.microsoft.com/office/drawing/2014/main" id="{EA276F5A-DB03-D14D-910F-E636747EE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766" y="4655782"/>
            <a:ext cx="6530666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DHCP client receives DHCP ACK reply</a:t>
            </a:r>
          </a:p>
        </p:txBody>
      </p:sp>
    </p:spTree>
    <p:extLst>
      <p:ext uri="{BB962C8B-B14F-4D97-AF65-F5344CB8AC3E}">
        <p14:creationId xmlns:p14="http://schemas.microsoft.com/office/powerpoint/2010/main" val="145773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93 L 0.1612 0.00278 L 0.28347 -0.29097 L -0.02422 -0.29306 " pathEditMode="relative" rAng="0" ptsTypes="AAAA">
                                      <p:cBhvr>
                                        <p:cTn id="23" dur="2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8" y="-1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0" build="p"/>
      <p:bldP spid="382" grpId="0" build="p"/>
      <p:bldP spid="383" grpId="0"/>
      <p:bldP spid="38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A day in the life… ARP  </a:t>
            </a:r>
            <a:r>
              <a:rPr lang="en-US" sz="4000" dirty="0"/>
              <a:t>(before DNS, before HTTP)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202765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ARP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ARP client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F4F38AC-7072-2A41-9BA4-4EA38691E8F5}"/>
              </a:ext>
            </a:extLst>
          </p:cNvPr>
          <p:cNvGrpSpPr/>
          <p:nvPr/>
        </p:nvGrpSpPr>
        <p:grpSpPr>
          <a:xfrm>
            <a:off x="1603750" y="3853801"/>
            <a:ext cx="1195388" cy="808687"/>
            <a:chOff x="1603750" y="3853801"/>
            <a:chExt cx="1195388" cy="808687"/>
          </a:xfrm>
        </p:grpSpPr>
        <p:grpSp>
          <p:nvGrpSpPr>
            <p:cNvPr id="974" name="Group 342">
              <a:extLst>
                <a:ext uri="{FF2B5EF4-FFF2-40B4-BE49-F238E27FC236}">
                  <a16:creationId xmlns:a16="http://schemas.microsoft.com/office/drawing/2014/main" id="{68368F8A-0905-C04F-8373-D523E15DD3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3750" y="3883240"/>
              <a:ext cx="1195388" cy="779248"/>
              <a:chOff x="934" y="2316"/>
              <a:chExt cx="753" cy="464"/>
            </a:xfrm>
          </p:grpSpPr>
          <p:sp>
            <p:nvSpPr>
              <p:cNvPr id="975" name="Freeform 334">
                <a:extLst>
                  <a:ext uri="{FF2B5EF4-FFF2-40B4-BE49-F238E27FC236}">
                    <a16:creationId xmlns:a16="http://schemas.microsoft.com/office/drawing/2014/main" id="{FEE3001B-2BDF-E641-AFF3-DFF0ECFF1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4" y="2316"/>
                <a:ext cx="263" cy="441"/>
              </a:xfrm>
              <a:custGeom>
                <a:avLst/>
                <a:gdLst>
                  <a:gd name="T0" fmla="*/ 1 w 551"/>
                  <a:gd name="T1" fmla="*/ 0 h 801"/>
                  <a:gd name="T2" fmla="*/ 28 w 551"/>
                  <a:gd name="T3" fmla="*/ 402 h 801"/>
                  <a:gd name="T4" fmla="*/ 1 w 551"/>
                  <a:gd name="T5" fmla="*/ 801 h 801"/>
                  <a:gd name="T6" fmla="*/ 1 w 551"/>
                  <a:gd name="T7" fmla="*/ 535 h 801"/>
                  <a:gd name="T8" fmla="*/ 0 w 551"/>
                  <a:gd name="T9" fmla="*/ 371 h 801"/>
                  <a:gd name="T10" fmla="*/ 1 w 551"/>
                  <a:gd name="T11" fmla="*/ 0 h 8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connsiteX0" fmla="*/ 254 w 10000"/>
                  <a:gd name="connsiteY0" fmla="*/ 0 h 10000"/>
                  <a:gd name="connsiteX1" fmla="*/ 10000 w 10000"/>
                  <a:gd name="connsiteY1" fmla="*/ 5019 h 10000"/>
                  <a:gd name="connsiteX2" fmla="*/ 109 w 10000"/>
                  <a:gd name="connsiteY2" fmla="*/ 10000 h 10000"/>
                  <a:gd name="connsiteX3" fmla="*/ 236 w 10000"/>
                  <a:gd name="connsiteY3" fmla="*/ 6679 h 10000"/>
                  <a:gd name="connsiteX4" fmla="*/ 0 w 10000"/>
                  <a:gd name="connsiteY4" fmla="*/ 4632 h 10000"/>
                  <a:gd name="connsiteX5" fmla="*/ 254 w 10000"/>
                  <a:gd name="connsiteY5" fmla="*/ 0 h 10000"/>
                  <a:gd name="connsiteX0" fmla="*/ 254 w 7841"/>
                  <a:gd name="connsiteY0" fmla="*/ 0 h 10000"/>
                  <a:gd name="connsiteX1" fmla="*/ 7841 w 7841"/>
                  <a:gd name="connsiteY1" fmla="*/ 4764 h 10000"/>
                  <a:gd name="connsiteX2" fmla="*/ 109 w 7841"/>
                  <a:gd name="connsiteY2" fmla="*/ 10000 h 10000"/>
                  <a:gd name="connsiteX3" fmla="*/ 236 w 7841"/>
                  <a:gd name="connsiteY3" fmla="*/ 6679 h 10000"/>
                  <a:gd name="connsiteX4" fmla="*/ 0 w 7841"/>
                  <a:gd name="connsiteY4" fmla="*/ 4632 h 10000"/>
                  <a:gd name="connsiteX5" fmla="*/ 254 w 7841"/>
                  <a:gd name="connsiteY5" fmla="*/ 0 h 10000"/>
                  <a:gd name="connsiteX0" fmla="*/ 324 w 10000"/>
                  <a:gd name="connsiteY0" fmla="*/ 0 h 10000"/>
                  <a:gd name="connsiteX1" fmla="*/ 10000 w 10000"/>
                  <a:gd name="connsiteY1" fmla="*/ 4764 h 10000"/>
                  <a:gd name="connsiteX2" fmla="*/ 139 w 10000"/>
                  <a:gd name="connsiteY2" fmla="*/ 10000 h 10000"/>
                  <a:gd name="connsiteX3" fmla="*/ 0 w 10000"/>
                  <a:gd name="connsiteY3" fmla="*/ 4632 h 10000"/>
                  <a:gd name="connsiteX4" fmla="*/ 324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324" y="0"/>
                    </a:moveTo>
                    <a:cubicBezTo>
                      <a:pt x="3883" y="2374"/>
                      <a:pt x="5856" y="3091"/>
                      <a:pt x="10000" y="4764"/>
                    </a:cubicBezTo>
                    <a:lnTo>
                      <a:pt x="139" y="10000"/>
                    </a:lnTo>
                    <a:cubicBezTo>
                      <a:pt x="93" y="8211"/>
                      <a:pt x="46" y="6421"/>
                      <a:pt x="0" y="4632"/>
                    </a:cubicBezTo>
                    <a:lnTo>
                      <a:pt x="32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976" name="Group 335">
                <a:extLst>
                  <a:ext uri="{FF2B5EF4-FFF2-40B4-BE49-F238E27FC236}">
                    <a16:creationId xmlns:a16="http://schemas.microsoft.com/office/drawing/2014/main" id="{075A72C7-137F-3848-A6E3-E64A408A30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4" y="2412"/>
                <a:ext cx="497" cy="368"/>
                <a:chOff x="572" y="3425"/>
                <a:chExt cx="497" cy="368"/>
              </a:xfrm>
            </p:grpSpPr>
            <p:sp>
              <p:nvSpPr>
                <p:cNvPr id="977" name="Rectangle 336">
                  <a:extLst>
                    <a:ext uri="{FF2B5EF4-FFF2-40B4-BE49-F238E27FC236}">
                      <a16:creationId xmlns:a16="http://schemas.microsoft.com/office/drawing/2014/main" id="{5A39D877-B301-F047-BE8E-34B3EF11CB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3446"/>
                  <a:ext cx="493" cy="31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78" name="Text Box 337">
                  <a:extLst>
                    <a:ext uri="{FF2B5EF4-FFF2-40B4-BE49-F238E27FC236}">
                      <a16:creationId xmlns:a16="http://schemas.microsoft.com/office/drawing/2014/main" id="{3B8C2E8D-8470-A948-BC08-E08C849665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6" y="3425"/>
                  <a:ext cx="338" cy="3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Eth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Phy</a:t>
                  </a:r>
                </a:p>
              </p:txBody>
            </p:sp>
            <p:sp>
              <p:nvSpPr>
                <p:cNvPr id="981" name="Line 340">
                  <a:extLst>
                    <a:ext uri="{FF2B5EF4-FFF2-40B4-BE49-F238E27FC236}">
                      <a16:creationId xmlns:a16="http://schemas.microsoft.com/office/drawing/2014/main" id="{8CF39C3F-AF73-EB42-B07E-8E24904244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2" y="3448"/>
                  <a:ext cx="48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82" name="Line 341">
                  <a:extLst>
                    <a:ext uri="{FF2B5EF4-FFF2-40B4-BE49-F238E27FC236}">
                      <a16:creationId xmlns:a16="http://schemas.microsoft.com/office/drawing/2014/main" id="{6579215B-0078-6047-B238-35EDE678AB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3607"/>
                  <a:ext cx="48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02" name="Group 252">
              <a:extLst>
                <a:ext uri="{FF2B5EF4-FFF2-40B4-BE49-F238E27FC236}">
                  <a16:creationId xmlns:a16="http://schemas.microsoft.com/office/drawing/2014/main" id="{06942A6D-F41F-9441-9844-427FCC6309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0474" y="3853801"/>
              <a:ext cx="850900" cy="261938"/>
              <a:chOff x="187" y="1352"/>
              <a:chExt cx="536" cy="165"/>
            </a:xfrm>
          </p:grpSpPr>
          <p:sp>
            <p:nvSpPr>
              <p:cNvPr id="203" name="Rectangle 253">
                <a:extLst>
                  <a:ext uri="{FF2B5EF4-FFF2-40B4-BE49-F238E27FC236}">
                    <a16:creationId xmlns:a16="http://schemas.microsoft.com/office/drawing/2014/main" id="{94DAFFBE-8C37-EC41-88D4-3B6327CDA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" y="1365"/>
                <a:ext cx="492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04" name="Text Box 254">
                <a:extLst>
                  <a:ext uri="{FF2B5EF4-FFF2-40B4-BE49-F238E27FC236}">
                    <a16:creationId xmlns:a16="http://schemas.microsoft.com/office/drawing/2014/main" id="{CAFFDC99-9C64-4545-B4C3-A0E1FF597D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" y="1352"/>
                <a:ext cx="511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   </a:t>
                </a:r>
                <a:r>
                  <a:rPr lang="en-US" sz="11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ARP</a:t>
                </a:r>
                <a:endParaRPr lang="en-US" sz="1000" i="0" dirty="0">
                  <a:solidFill>
                    <a:srgbClr val="000000"/>
                  </a:solidFill>
                  <a:latin typeface="Arial" charset="0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02" name="Rectangle 3">
            <a:extLst>
              <a:ext uri="{FF2B5EF4-FFF2-40B4-BE49-F238E27FC236}">
                <a16:creationId xmlns:a16="http://schemas.microsoft.com/office/drawing/2014/main" id="{9600BDB0-B69B-3A49-8AE3-C321F92D1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671" y="1384207"/>
            <a:ext cx="6323058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defRPr/>
            </a:pPr>
            <a:r>
              <a:rPr lang="en-US" sz="2400" kern="0" dirty="0">
                <a:cs typeface="+mn-cs"/>
              </a:rPr>
              <a:t>before sending </a:t>
            </a:r>
            <a:r>
              <a:rPr lang="en-US" sz="2400" kern="0" dirty="0">
                <a:solidFill>
                  <a:srgbClr val="C00000"/>
                </a:solidFill>
                <a:cs typeface="+mn-cs"/>
              </a:rPr>
              <a:t>HTTP</a:t>
            </a:r>
            <a:r>
              <a:rPr lang="en-US" sz="2400" b="1" i="1" kern="0" dirty="0">
                <a:solidFill>
                  <a:srgbClr val="C00000"/>
                </a:solidFill>
                <a:cs typeface="+mn-cs"/>
              </a:rPr>
              <a:t> </a:t>
            </a:r>
            <a:r>
              <a:rPr lang="en-US" sz="2400" kern="0" dirty="0">
                <a:cs typeface="+mn-cs"/>
              </a:rPr>
              <a:t>request, need IP address of </a:t>
            </a:r>
            <a:r>
              <a:rPr lang="en-US" sz="2400" kern="0" dirty="0" err="1">
                <a:cs typeface="+mn-cs"/>
              </a:rPr>
              <a:t>www.google.com</a:t>
            </a:r>
            <a:r>
              <a:rPr lang="en-US" sz="2400" kern="0" dirty="0">
                <a:cs typeface="+mn-cs"/>
              </a:rPr>
              <a:t>:  </a:t>
            </a:r>
            <a:r>
              <a:rPr lang="en-US" sz="2400" kern="0" dirty="0">
                <a:solidFill>
                  <a:srgbClr val="C00000"/>
                </a:solidFill>
                <a:cs typeface="+mn-cs"/>
              </a:rPr>
              <a:t>DNS</a:t>
            </a:r>
          </a:p>
        </p:txBody>
      </p: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188913" y="141278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25" name="Rectangle 152">
            <a:extLst>
              <a:ext uri="{FF2B5EF4-FFF2-40B4-BE49-F238E27FC236}">
                <a16:creationId xmlns:a16="http://schemas.microsoft.com/office/drawing/2014/main" id="{4CFC0AF0-7EC0-4D43-94F4-E73826F0E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495" y="2279650"/>
            <a:ext cx="6213373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DNS query created, encapsulated in UDP, encapsulated in IP, encapsulated in Eth.  To send frame to router, need MAC address of router interface: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</a:t>
            </a:r>
          </a:p>
          <a:p>
            <a:pPr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defRPr/>
            </a:pPr>
            <a:endParaRPr lang="en-US" sz="2400" b="1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426" name="Rectangle 153">
            <a:extLst>
              <a:ext uri="{FF2B5EF4-FFF2-40B4-BE49-F238E27FC236}">
                <a16:creationId xmlns:a16="http://schemas.microsoft.com/office/drawing/2014/main" id="{FD2FE8A7-E83B-3C4D-A1FE-0B7B25DBC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7905" y="3769753"/>
            <a:ext cx="6509636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 query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broadcast, received by router, which replies with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 reply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giving MAC address of router interface</a:t>
            </a:r>
          </a:p>
        </p:txBody>
      </p:sp>
      <p:sp>
        <p:nvSpPr>
          <p:cNvPr id="427" name="Rectangle 154">
            <a:extLst>
              <a:ext uri="{FF2B5EF4-FFF2-40B4-BE49-F238E27FC236}">
                <a16:creationId xmlns:a16="http://schemas.microsoft.com/office/drawing/2014/main" id="{DDBB99F5-8593-8C4D-A838-59A6ECE1B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056" y="4906495"/>
            <a:ext cx="5806890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client now knows MAC address of first hop router, so can now send frame containing DNS query </a:t>
            </a:r>
          </a:p>
        </p:txBody>
      </p:sp>
      <p:grpSp>
        <p:nvGrpSpPr>
          <p:cNvPr id="428" name="Group 263">
            <a:extLst>
              <a:ext uri="{FF2B5EF4-FFF2-40B4-BE49-F238E27FC236}">
                <a16:creationId xmlns:a16="http://schemas.microsoft.com/office/drawing/2014/main" id="{68826AA2-4F98-7F47-AF24-4C4E3D26A58B}"/>
              </a:ext>
            </a:extLst>
          </p:cNvPr>
          <p:cNvGrpSpPr>
            <a:grpSpLocks/>
          </p:cNvGrpSpPr>
          <p:nvPr/>
        </p:nvGrpSpPr>
        <p:grpSpPr bwMode="auto">
          <a:xfrm>
            <a:off x="0" y="2123982"/>
            <a:ext cx="1081088" cy="244475"/>
            <a:chOff x="76" y="2296"/>
            <a:chExt cx="681" cy="154"/>
          </a:xfrm>
        </p:grpSpPr>
        <p:sp>
          <p:nvSpPr>
            <p:cNvPr id="429" name="Rectangle 103">
              <a:extLst>
                <a:ext uri="{FF2B5EF4-FFF2-40B4-BE49-F238E27FC236}">
                  <a16:creationId xmlns:a16="http://schemas.microsoft.com/office/drawing/2014/main" id="{C71ECA35-4F8D-5D47-8060-B0745197B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0" name="Rectangle 101">
              <a:extLst>
                <a:ext uri="{FF2B5EF4-FFF2-40B4-BE49-F238E27FC236}">
                  <a16:creationId xmlns:a16="http://schemas.microsoft.com/office/drawing/2014/main" id="{FDD4DECA-422E-4743-ADFD-53E28A987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1" name="Rectangle 102">
              <a:extLst>
                <a:ext uri="{FF2B5EF4-FFF2-40B4-BE49-F238E27FC236}">
                  <a16:creationId xmlns:a16="http://schemas.microsoft.com/office/drawing/2014/main" id="{EAEDB337-6724-464E-A55A-5A0E5BBFD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Rectangle 100">
              <a:extLst>
                <a:ext uri="{FF2B5EF4-FFF2-40B4-BE49-F238E27FC236}">
                  <a16:creationId xmlns:a16="http://schemas.microsoft.com/office/drawing/2014/main" id="{1FA4EE33-78A2-794A-9CB7-B9C75F982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Text Box 95">
              <a:extLst>
                <a:ext uri="{FF2B5EF4-FFF2-40B4-BE49-F238E27FC236}">
                  <a16:creationId xmlns:a16="http://schemas.microsoft.com/office/drawing/2014/main" id="{875142B1-4732-5048-81A1-9B96CDE36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 query</a:t>
              </a:r>
            </a:p>
          </p:txBody>
        </p:sp>
      </p:grpSp>
      <p:grpSp>
        <p:nvGrpSpPr>
          <p:cNvPr id="434" name="Group 242">
            <a:extLst>
              <a:ext uri="{FF2B5EF4-FFF2-40B4-BE49-F238E27FC236}">
                <a16:creationId xmlns:a16="http://schemas.microsoft.com/office/drawing/2014/main" id="{8F475CF7-DFC6-814F-B8D2-6784E7D418FB}"/>
              </a:ext>
            </a:extLst>
          </p:cNvPr>
          <p:cNvGrpSpPr>
            <a:grpSpLocks/>
          </p:cNvGrpSpPr>
          <p:nvPr/>
        </p:nvGrpSpPr>
        <p:grpSpPr bwMode="auto">
          <a:xfrm>
            <a:off x="1271961" y="1949449"/>
            <a:ext cx="444500" cy="244475"/>
            <a:chOff x="161" y="1354"/>
            <a:chExt cx="280" cy="154"/>
          </a:xfrm>
        </p:grpSpPr>
        <p:sp>
          <p:nvSpPr>
            <p:cNvPr id="435" name="Rectangle 241">
              <a:extLst>
                <a:ext uri="{FF2B5EF4-FFF2-40B4-BE49-F238E27FC236}">
                  <a16:creationId xmlns:a16="http://schemas.microsoft.com/office/drawing/2014/main" id="{5AFC1130-C0C2-3444-AF07-ACAD07F9A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6" name="Text Box 240">
              <a:extLst>
                <a:ext uri="{FF2B5EF4-FFF2-40B4-BE49-F238E27FC236}">
                  <a16:creationId xmlns:a16="http://schemas.microsoft.com/office/drawing/2014/main" id="{8DAA4E75-2F77-7F4F-AE38-52EF63C13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</a:t>
              </a:r>
            </a:p>
          </p:txBody>
        </p:sp>
      </p:grpSp>
      <p:grpSp>
        <p:nvGrpSpPr>
          <p:cNvPr id="437" name="Group 270">
            <a:extLst>
              <a:ext uri="{FF2B5EF4-FFF2-40B4-BE49-F238E27FC236}">
                <a16:creationId xmlns:a16="http://schemas.microsoft.com/office/drawing/2014/main" id="{930FF8F7-BB7F-D441-9A97-FD9DD2AD487D}"/>
              </a:ext>
            </a:extLst>
          </p:cNvPr>
          <p:cNvGrpSpPr>
            <a:grpSpLocks/>
          </p:cNvGrpSpPr>
          <p:nvPr/>
        </p:nvGrpSpPr>
        <p:grpSpPr bwMode="auto">
          <a:xfrm>
            <a:off x="478678" y="4075206"/>
            <a:ext cx="1081088" cy="244475"/>
            <a:chOff x="76" y="2296"/>
            <a:chExt cx="681" cy="154"/>
          </a:xfrm>
        </p:grpSpPr>
        <p:sp>
          <p:nvSpPr>
            <p:cNvPr id="438" name="Rectangle 271">
              <a:extLst>
                <a:ext uri="{FF2B5EF4-FFF2-40B4-BE49-F238E27FC236}">
                  <a16:creationId xmlns:a16="http://schemas.microsoft.com/office/drawing/2014/main" id="{61FC6345-4973-8140-A6BB-928CDD828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9" name="Rectangle 272">
              <a:extLst>
                <a:ext uri="{FF2B5EF4-FFF2-40B4-BE49-F238E27FC236}">
                  <a16:creationId xmlns:a16="http://schemas.microsoft.com/office/drawing/2014/main" id="{5EFDDE48-FE9E-9249-87DD-27F8785A6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0" name="Rectangle 273">
              <a:extLst>
                <a:ext uri="{FF2B5EF4-FFF2-40B4-BE49-F238E27FC236}">
                  <a16:creationId xmlns:a16="http://schemas.microsoft.com/office/drawing/2014/main" id="{CE69DA54-A2DB-AA4B-9B32-11813B2F7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1" name="Rectangle 274">
              <a:extLst>
                <a:ext uri="{FF2B5EF4-FFF2-40B4-BE49-F238E27FC236}">
                  <a16:creationId xmlns:a16="http://schemas.microsoft.com/office/drawing/2014/main" id="{C4B49586-4E68-A548-84ED-789AD9B8F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2" name="Text Box 275">
              <a:extLst>
                <a:ext uri="{FF2B5EF4-FFF2-40B4-BE49-F238E27FC236}">
                  <a16:creationId xmlns:a16="http://schemas.microsoft.com/office/drawing/2014/main" id="{1179A2EB-EEF0-3847-837A-72FA8FFDC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 reply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94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2777 C -0.00247 0.06782 -0.00234 0.10856 -0.00195 0.14884 L 0.34974 0.15694 L 0.18919 0.39421 C 0.13945 0.39328 0.08893 0.39606 0.03919 0.39514 C 0.03919 0.36666 0.03932 0.31319 0.03932 0.28449 " pathEditMode="relative" rAng="0" ptsTypes="AAAAAA">
                                      <p:cBhvr>
                                        <p:cTn id="31" dur="20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04" y="18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96296E-6 C -3.75E-6 0.02639 -3.75E-6 0.05277 0.00026 0.07893 L 0.14662 0.08009 L 0.29414 -0.12269 C 0.15756 -0.12199 0.09532 -0.13033 -0.04127 -0.12963 C -0.04127 -0.14352 -0.0414 -0.16135 -0.0414 -0.175 C -0.04179 -0.1838 -0.04114 -0.27292 -0.04166 -0.28148 " pathEditMode="relative" rAng="0" ptsTypes="AAAAAAA">
                                      <p:cBhvr>
                                        <p:cTn id="46" dur="2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17" y="-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" grpId="0"/>
      <p:bldP spid="426" grpId="0"/>
      <p:bldP spid="4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>
            <a:normAutofit/>
          </a:bodyPr>
          <a:lstStyle/>
          <a:p>
            <a:r>
              <a:rPr lang="en-US" sz="4900" dirty="0"/>
              <a:t>A day in the life… using DNS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2" y="1792392"/>
            <a:ext cx="3494531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367160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1" name="Line 93">
            <a:extLst>
              <a:ext uri="{FF2B5EF4-FFF2-40B4-BE49-F238E27FC236}">
                <a16:creationId xmlns:a16="http://schemas.microsoft.com/office/drawing/2014/main" id="{EAAF435E-6997-7049-AE19-F5A3D5ECCF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49888" y="2731714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2" name="Text Box 139">
            <a:extLst>
              <a:ext uri="{FF2B5EF4-FFF2-40B4-BE49-F238E27FC236}">
                <a16:creationId xmlns:a16="http://schemas.microsoft.com/office/drawing/2014/main" id="{D18D0D17-3537-854D-BE00-799B204FD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326" y="2150782"/>
            <a:ext cx="755335" cy="781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server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9" name="Group 173">
            <a:extLst>
              <a:ext uri="{FF2B5EF4-FFF2-40B4-BE49-F238E27FC236}">
                <a16:creationId xmlns:a16="http://schemas.microsoft.com/office/drawing/2014/main" id="{FD9B7ECC-8F8F-8B4A-85D5-2A868F36C505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7888101" y="3793751"/>
            <a:ext cx="400050" cy="152400"/>
            <a:chOff x="3228" y="1776"/>
            <a:chExt cx="252" cy="96"/>
          </a:xfrm>
        </p:grpSpPr>
        <p:sp>
          <p:nvSpPr>
            <p:cNvPr id="160" name="Line 174">
              <a:extLst>
                <a:ext uri="{FF2B5EF4-FFF2-40B4-BE49-F238E27FC236}">
                  <a16:creationId xmlns:a16="http://schemas.microsoft.com/office/drawing/2014/main" id="{E4C9DD3C-343B-B043-9CF6-10B42EAC6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Line 175">
              <a:extLst>
                <a:ext uri="{FF2B5EF4-FFF2-40B4-BE49-F238E27FC236}">
                  <a16:creationId xmlns:a16="http://schemas.microsoft.com/office/drawing/2014/main" id="{343368E1-A457-5D48-A3F0-A3B53D5B0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2" name="Group 176">
            <a:extLst>
              <a:ext uri="{FF2B5EF4-FFF2-40B4-BE49-F238E27FC236}">
                <a16:creationId xmlns:a16="http://schemas.microsoft.com/office/drawing/2014/main" id="{592F8EA2-6661-5445-8C3D-825FD532EE6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064188" y="3812801"/>
            <a:ext cx="295275" cy="114300"/>
            <a:chOff x="3228" y="1776"/>
            <a:chExt cx="252" cy="96"/>
          </a:xfrm>
        </p:grpSpPr>
        <p:sp>
          <p:nvSpPr>
            <p:cNvPr id="163" name="Line 177">
              <a:extLst>
                <a:ext uri="{FF2B5EF4-FFF2-40B4-BE49-F238E27FC236}">
                  <a16:creationId xmlns:a16="http://schemas.microsoft.com/office/drawing/2014/main" id="{C81F7411-7489-D040-A6B8-B4BBD27EC7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4" name="Line 178">
              <a:extLst>
                <a:ext uri="{FF2B5EF4-FFF2-40B4-BE49-F238E27FC236}">
                  <a16:creationId xmlns:a16="http://schemas.microsoft.com/office/drawing/2014/main" id="{FE32B4AA-D33A-6545-A3C1-DDC1B9A51B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5" name="Group 179">
            <a:extLst>
              <a:ext uri="{FF2B5EF4-FFF2-40B4-BE49-F238E27FC236}">
                <a16:creationId xmlns:a16="http://schemas.microsoft.com/office/drawing/2014/main" id="{CC82D047-4926-4B42-8EC3-A5ACCDE16B9C}"/>
              </a:ext>
            </a:extLst>
          </p:cNvPr>
          <p:cNvGrpSpPr>
            <a:grpSpLocks/>
          </p:cNvGrpSpPr>
          <p:nvPr/>
        </p:nvGrpSpPr>
        <p:grpSpPr bwMode="auto">
          <a:xfrm rot="409689" flipH="1" flipV="1">
            <a:off x="7335651" y="3155576"/>
            <a:ext cx="452437" cy="57150"/>
            <a:chOff x="3228" y="1776"/>
            <a:chExt cx="252" cy="96"/>
          </a:xfrm>
        </p:grpSpPr>
        <p:sp>
          <p:nvSpPr>
            <p:cNvPr id="166" name="Line 180">
              <a:extLst>
                <a:ext uri="{FF2B5EF4-FFF2-40B4-BE49-F238E27FC236}">
                  <a16:creationId xmlns:a16="http://schemas.microsoft.com/office/drawing/2014/main" id="{0C3E47A6-9D40-F446-B950-E19DB4AE82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Line 181">
              <a:extLst>
                <a:ext uri="{FF2B5EF4-FFF2-40B4-BE49-F238E27FC236}">
                  <a16:creationId xmlns:a16="http://schemas.microsoft.com/office/drawing/2014/main" id="{97B34EB4-6DFA-1D49-AE95-1E8C335D97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8" name="Group 182">
            <a:extLst>
              <a:ext uri="{FF2B5EF4-FFF2-40B4-BE49-F238E27FC236}">
                <a16:creationId xmlns:a16="http://schemas.microsoft.com/office/drawing/2014/main" id="{1BDD731C-4A33-B447-95B4-B36A72034B1F}"/>
              </a:ext>
            </a:extLst>
          </p:cNvPr>
          <p:cNvGrpSpPr>
            <a:grpSpLocks/>
          </p:cNvGrpSpPr>
          <p:nvPr/>
        </p:nvGrpSpPr>
        <p:grpSpPr bwMode="auto">
          <a:xfrm>
            <a:off x="6478401" y="3360364"/>
            <a:ext cx="295275" cy="114300"/>
            <a:chOff x="3228" y="1776"/>
            <a:chExt cx="252" cy="96"/>
          </a:xfrm>
        </p:grpSpPr>
        <p:sp>
          <p:nvSpPr>
            <p:cNvPr id="169" name="Line 183">
              <a:extLst>
                <a:ext uri="{FF2B5EF4-FFF2-40B4-BE49-F238E27FC236}">
                  <a16:creationId xmlns:a16="http://schemas.microsoft.com/office/drawing/2014/main" id="{366216FC-944A-0D49-BBD1-3FEF1FF82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0" name="Line 184">
              <a:extLst>
                <a:ext uri="{FF2B5EF4-FFF2-40B4-BE49-F238E27FC236}">
                  <a16:creationId xmlns:a16="http://schemas.microsoft.com/office/drawing/2014/main" id="{2EA25562-C312-A440-ACDF-79E1C923B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71" name="Group 185">
            <a:extLst>
              <a:ext uri="{FF2B5EF4-FFF2-40B4-BE49-F238E27FC236}">
                <a16:creationId xmlns:a16="http://schemas.microsoft.com/office/drawing/2014/main" id="{B85300C2-B57F-2740-9176-B263E29ECFC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16576" y="3360364"/>
            <a:ext cx="295275" cy="114300"/>
            <a:chOff x="3228" y="1776"/>
            <a:chExt cx="252" cy="96"/>
          </a:xfrm>
        </p:grpSpPr>
        <p:sp>
          <p:nvSpPr>
            <p:cNvPr id="172" name="Line 186">
              <a:extLst>
                <a:ext uri="{FF2B5EF4-FFF2-40B4-BE49-F238E27FC236}">
                  <a16:creationId xmlns:a16="http://schemas.microsoft.com/office/drawing/2014/main" id="{7EE5A1A6-FF75-2A4F-91EF-CC4086E07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3" name="Line 187">
              <a:extLst>
                <a:ext uri="{FF2B5EF4-FFF2-40B4-BE49-F238E27FC236}">
                  <a16:creationId xmlns:a16="http://schemas.microsoft.com/office/drawing/2014/main" id="{A29381E6-C25F-3941-829A-5C20D09EC9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CDC88CA-73F6-2A4E-A5B8-07F9CE6EB356}"/>
              </a:ext>
            </a:extLst>
          </p:cNvPr>
          <p:cNvGrpSpPr/>
          <p:nvPr/>
        </p:nvGrpSpPr>
        <p:grpSpPr>
          <a:xfrm>
            <a:off x="6497225" y="2978957"/>
            <a:ext cx="853832" cy="472456"/>
            <a:chOff x="7493876" y="2774731"/>
            <a:chExt cx="1481958" cy="894622"/>
          </a:xfrm>
        </p:grpSpPr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76662FEE-416B-4241-A864-32CEE22908B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BF854949-8588-4043-8969-4FC76142F83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D7A98B50-6531-6143-A56B-A0078198E20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8EF0E65E-1BE5-3640-B843-535E698DCED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8B3135FD-22F2-1745-85CC-4BD5AD2C994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CBF8CAA5-2F9E-6F4F-B932-2A9A9FA6FB3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BAC7EA6A-1F82-BE41-ABF4-1F0EFC4511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3FE2CB04-538F-224A-AF22-DA95DCBB0B6E}"/>
              </a:ext>
            </a:extLst>
          </p:cNvPr>
          <p:cNvGrpSpPr/>
          <p:nvPr/>
        </p:nvGrpSpPr>
        <p:grpSpPr>
          <a:xfrm>
            <a:off x="7241295" y="3709582"/>
            <a:ext cx="853832" cy="472456"/>
            <a:chOff x="7493876" y="2774731"/>
            <a:chExt cx="1481958" cy="894622"/>
          </a:xfrm>
        </p:grpSpPr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554365BE-E9A1-B147-927A-2FEA0E686F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41069F9B-234B-AF4D-9BE6-991F3EE817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78215878-BF48-DA4D-86CB-2D4407EC3A5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230159EF-EC94-2C46-8E32-C44AE9FFF3D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7342E9BF-DE69-4845-BD2D-B9FB0C05B2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9857134D-B0E3-0741-A4BB-E37AC2713E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DAC16FA5-30B2-9A4A-B1B4-A15CCF467D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3">
            <a:extLst>
              <a:ext uri="{FF2B5EF4-FFF2-40B4-BE49-F238E27FC236}">
                <a16:creationId xmlns:a16="http://schemas.microsoft.com/office/drawing/2014/main" id="{A72EC927-0C95-E645-8775-84E1A80FD737}"/>
              </a:ext>
            </a:extLst>
          </p:cNvPr>
          <p:cNvGrpSpPr>
            <a:grpSpLocks/>
          </p:cNvGrpSpPr>
          <p:nvPr/>
        </p:nvGrpSpPr>
        <p:grpSpPr bwMode="auto">
          <a:xfrm>
            <a:off x="605761" y="1183316"/>
            <a:ext cx="460375" cy="244475"/>
            <a:chOff x="844" y="3337"/>
            <a:chExt cx="290" cy="154"/>
          </a:xfrm>
        </p:grpSpPr>
        <p:sp>
          <p:nvSpPr>
            <p:cNvPr id="578" name="Rectangle 54">
              <a:extLst>
                <a:ext uri="{FF2B5EF4-FFF2-40B4-BE49-F238E27FC236}">
                  <a16:creationId xmlns:a16="http://schemas.microsoft.com/office/drawing/2014/main" id="{DB540962-D523-B049-9978-FD6CEDB13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9" name="Text Box 55">
              <a:extLst>
                <a:ext uri="{FF2B5EF4-FFF2-40B4-BE49-F238E27FC236}">
                  <a16:creationId xmlns:a16="http://schemas.microsoft.com/office/drawing/2014/main" id="{A671B148-0EBD-CE4C-A7BE-F05C67A79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DNS</a:t>
              </a:r>
            </a:p>
          </p:txBody>
        </p:sp>
      </p:grpSp>
      <p:grpSp>
        <p:nvGrpSpPr>
          <p:cNvPr id="580" name="Group 58">
            <a:extLst>
              <a:ext uri="{FF2B5EF4-FFF2-40B4-BE49-F238E27FC236}">
                <a16:creationId xmlns:a16="http://schemas.microsoft.com/office/drawing/2014/main" id="{FFB657E9-A85D-134E-ADB3-005972A3CE32}"/>
              </a:ext>
            </a:extLst>
          </p:cNvPr>
          <p:cNvGrpSpPr>
            <a:grpSpLocks/>
          </p:cNvGrpSpPr>
          <p:nvPr/>
        </p:nvGrpSpPr>
        <p:grpSpPr bwMode="auto">
          <a:xfrm>
            <a:off x="545436" y="1408741"/>
            <a:ext cx="561975" cy="244475"/>
            <a:chOff x="740" y="3209"/>
            <a:chExt cx="354" cy="154"/>
          </a:xfrm>
        </p:grpSpPr>
        <p:grpSp>
          <p:nvGrpSpPr>
            <p:cNvPr id="597" name="Group 59">
              <a:extLst>
                <a:ext uri="{FF2B5EF4-FFF2-40B4-BE49-F238E27FC236}">
                  <a16:creationId xmlns:a16="http://schemas.microsoft.com/office/drawing/2014/main" id="{554D2BDB-333B-E345-B92C-BC3E4A984E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600" name="Rectangle 60">
                <a:extLst>
                  <a:ext uri="{FF2B5EF4-FFF2-40B4-BE49-F238E27FC236}">
                    <a16:creationId xmlns:a16="http://schemas.microsoft.com/office/drawing/2014/main" id="{E15A9A2D-77B5-474A-B586-F25A2E4EF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1" name="Text Box 61">
                <a:extLst>
                  <a:ext uri="{FF2B5EF4-FFF2-40B4-BE49-F238E27FC236}">
                    <a16:creationId xmlns:a16="http://schemas.microsoft.com/office/drawing/2014/main" id="{CF5ECB89-933F-2D4C-94B5-EA4941F676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sp>
          <p:nvSpPr>
            <p:cNvPr id="598" name="Rectangle 62">
              <a:extLst>
                <a:ext uri="{FF2B5EF4-FFF2-40B4-BE49-F238E27FC236}">
                  <a16:creationId xmlns:a16="http://schemas.microsoft.com/office/drawing/2014/main" id="{33C66E75-40B4-5B4E-AC62-94491E022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" y="3244"/>
              <a:ext cx="88" cy="82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9" name="Rectangle 63">
              <a:extLst>
                <a:ext uri="{FF2B5EF4-FFF2-40B4-BE49-F238E27FC236}">
                  <a16:creationId xmlns:a16="http://schemas.microsoft.com/office/drawing/2014/main" id="{47B4C203-AC10-904B-B43F-659A64228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" y="3238"/>
              <a:ext cx="354" cy="94"/>
            </a:xfrm>
            <a:prstGeom prst="rect">
              <a:avLst/>
            </a:prstGeom>
            <a:noFill/>
            <a:ln w="9525">
              <a:solidFill>
                <a:srgbClr val="00CC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02" name="Group 64">
            <a:extLst>
              <a:ext uri="{FF2B5EF4-FFF2-40B4-BE49-F238E27FC236}">
                <a16:creationId xmlns:a16="http://schemas.microsoft.com/office/drawing/2014/main" id="{DCA10A8F-0364-4B44-B765-6D34363A4894}"/>
              </a:ext>
            </a:extLst>
          </p:cNvPr>
          <p:cNvGrpSpPr>
            <a:grpSpLocks/>
          </p:cNvGrpSpPr>
          <p:nvPr/>
        </p:nvGrpSpPr>
        <p:grpSpPr bwMode="auto">
          <a:xfrm>
            <a:off x="545436" y="1643691"/>
            <a:ext cx="561975" cy="244475"/>
            <a:chOff x="836" y="3305"/>
            <a:chExt cx="354" cy="154"/>
          </a:xfrm>
        </p:grpSpPr>
        <p:grpSp>
          <p:nvGrpSpPr>
            <p:cNvPr id="603" name="Group 65">
              <a:extLst>
                <a:ext uri="{FF2B5EF4-FFF2-40B4-BE49-F238E27FC236}">
                  <a16:creationId xmlns:a16="http://schemas.microsoft.com/office/drawing/2014/main" id="{464D5627-EF2F-604D-89D6-5C5B9F7BAF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607" name="Rectangle 66">
                <a:extLst>
                  <a:ext uri="{FF2B5EF4-FFF2-40B4-BE49-F238E27FC236}">
                    <a16:creationId xmlns:a16="http://schemas.microsoft.com/office/drawing/2014/main" id="{0E8BAB2D-962C-DB42-8CFB-361719985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8" name="Text Box 67">
                <a:extLst>
                  <a:ext uri="{FF2B5EF4-FFF2-40B4-BE49-F238E27FC236}">
                    <a16:creationId xmlns:a16="http://schemas.microsoft.com/office/drawing/2014/main" id="{207611A9-15A8-004A-8780-651D63CB2D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604" name="Group 68">
              <a:extLst>
                <a:ext uri="{FF2B5EF4-FFF2-40B4-BE49-F238E27FC236}">
                  <a16:creationId xmlns:a16="http://schemas.microsoft.com/office/drawing/2014/main" id="{0350647D-B9CB-F44C-A3BB-4911E53B4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605" name="Rectangle 69">
                <a:extLst>
                  <a:ext uri="{FF2B5EF4-FFF2-40B4-BE49-F238E27FC236}">
                    <a16:creationId xmlns:a16="http://schemas.microsoft.com/office/drawing/2014/main" id="{D6D06566-8FDC-1049-9915-F0119E1E0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6" y="3340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6" name="Rectangle 70">
                <a:extLst>
                  <a:ext uri="{FF2B5EF4-FFF2-40B4-BE49-F238E27FC236}">
                    <a16:creationId xmlns:a16="http://schemas.microsoft.com/office/drawing/2014/main" id="{C642603C-03C1-BF49-A5FF-7101DC51C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" y="333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09" name="Group 71">
            <a:extLst>
              <a:ext uri="{FF2B5EF4-FFF2-40B4-BE49-F238E27FC236}">
                <a16:creationId xmlns:a16="http://schemas.microsoft.com/office/drawing/2014/main" id="{66AFA242-11CE-7D44-B7FD-065E7607A538}"/>
              </a:ext>
            </a:extLst>
          </p:cNvPr>
          <p:cNvGrpSpPr>
            <a:grpSpLocks/>
          </p:cNvGrpSpPr>
          <p:nvPr/>
        </p:nvGrpSpPr>
        <p:grpSpPr bwMode="auto">
          <a:xfrm>
            <a:off x="366049" y="1675441"/>
            <a:ext cx="762000" cy="177800"/>
            <a:chOff x="627" y="3377"/>
            <a:chExt cx="480" cy="112"/>
          </a:xfrm>
        </p:grpSpPr>
        <p:sp>
          <p:nvSpPr>
            <p:cNvPr id="610" name="Rectangle 72">
              <a:extLst>
                <a:ext uri="{FF2B5EF4-FFF2-40B4-BE49-F238E27FC236}">
                  <a16:creationId xmlns:a16="http://schemas.microsoft.com/office/drawing/2014/main" id="{3B194A0B-DB59-884F-9A9C-0367A34DF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388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1" name="Rectangle 73">
              <a:extLst>
                <a:ext uri="{FF2B5EF4-FFF2-40B4-BE49-F238E27FC236}">
                  <a16:creationId xmlns:a16="http://schemas.microsoft.com/office/drawing/2014/main" id="{C81F721E-1CF4-B64A-95E4-0ADFE4A25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3377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12" name="Group 74">
            <a:extLst>
              <a:ext uri="{FF2B5EF4-FFF2-40B4-BE49-F238E27FC236}">
                <a16:creationId xmlns:a16="http://schemas.microsoft.com/office/drawing/2014/main" id="{30108D55-C6E3-8A47-B5DA-F1FCD41B77C2}"/>
              </a:ext>
            </a:extLst>
          </p:cNvPr>
          <p:cNvGrpSpPr>
            <a:grpSpLocks/>
          </p:cNvGrpSpPr>
          <p:nvPr/>
        </p:nvGrpSpPr>
        <p:grpSpPr bwMode="auto">
          <a:xfrm>
            <a:off x="170786" y="1907216"/>
            <a:ext cx="1081088" cy="244475"/>
            <a:chOff x="504" y="3523"/>
            <a:chExt cx="681" cy="154"/>
          </a:xfrm>
        </p:grpSpPr>
        <p:grpSp>
          <p:nvGrpSpPr>
            <p:cNvPr id="613" name="Group 75">
              <a:extLst>
                <a:ext uri="{FF2B5EF4-FFF2-40B4-BE49-F238E27FC236}">
                  <a16:creationId xmlns:a16="http://schemas.microsoft.com/office/drawing/2014/main" id="{662C3101-9651-794A-8982-A5212E0B98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617" name="Group 76">
                <a:extLst>
                  <a:ext uri="{FF2B5EF4-FFF2-40B4-BE49-F238E27FC236}">
                    <a16:creationId xmlns:a16="http://schemas.microsoft.com/office/drawing/2014/main" id="{79F2BE77-0F5A-6146-812E-AB85DDAC3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620" name="Group 77">
                  <a:extLst>
                    <a:ext uri="{FF2B5EF4-FFF2-40B4-BE49-F238E27FC236}">
                      <a16:creationId xmlns:a16="http://schemas.microsoft.com/office/drawing/2014/main" id="{B6CD1476-BAF9-C740-93F0-6C99E4E6B3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624" name="Rectangle 78">
                    <a:extLst>
                      <a:ext uri="{FF2B5EF4-FFF2-40B4-BE49-F238E27FC236}">
                        <a16:creationId xmlns:a16="http://schemas.microsoft.com/office/drawing/2014/main" id="{B578C0B1-B81E-AA41-810D-12A3F1BF8C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25" name="Text Box 79">
                    <a:extLst>
                      <a:ext uri="{FF2B5EF4-FFF2-40B4-BE49-F238E27FC236}">
                        <a16:creationId xmlns:a16="http://schemas.microsoft.com/office/drawing/2014/main" id="{1B07ACFB-219C-864C-9976-F2AF1C53A8F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621" name="Group 80">
                  <a:extLst>
                    <a:ext uri="{FF2B5EF4-FFF2-40B4-BE49-F238E27FC236}">
                      <a16:creationId xmlns:a16="http://schemas.microsoft.com/office/drawing/2014/main" id="{EA66BCF1-7483-AD4C-BB6B-0066AA6977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622" name="Rectangle 81">
                    <a:extLst>
                      <a:ext uri="{FF2B5EF4-FFF2-40B4-BE49-F238E27FC236}">
                        <a16:creationId xmlns:a16="http://schemas.microsoft.com/office/drawing/2014/main" id="{FC8C8F27-84EE-1E4F-86DF-7CEEA38BE1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23" name="Rectangle 82">
                    <a:extLst>
                      <a:ext uri="{FF2B5EF4-FFF2-40B4-BE49-F238E27FC236}">
                        <a16:creationId xmlns:a16="http://schemas.microsoft.com/office/drawing/2014/main" id="{226E5629-190E-FA4E-A28E-286B978286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618" name="Rectangle 83">
                <a:extLst>
                  <a:ext uri="{FF2B5EF4-FFF2-40B4-BE49-F238E27FC236}">
                    <a16:creationId xmlns:a16="http://schemas.microsoft.com/office/drawing/2014/main" id="{61B8A8D0-55FD-834A-9434-D3CB23CC1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" name="Rectangle 84">
                <a:extLst>
                  <a:ext uri="{FF2B5EF4-FFF2-40B4-BE49-F238E27FC236}">
                    <a16:creationId xmlns:a16="http://schemas.microsoft.com/office/drawing/2014/main" id="{EFC22242-4FA1-BD40-9546-D33F919B5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14" name="Rectangle 85">
              <a:extLst>
                <a:ext uri="{FF2B5EF4-FFF2-40B4-BE49-F238E27FC236}">
                  <a16:creationId xmlns:a16="http://schemas.microsoft.com/office/drawing/2014/main" id="{F78B0DE0-60EC-6E4A-9779-CCE2139AC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Rectangle 86">
              <a:extLst>
                <a:ext uri="{FF2B5EF4-FFF2-40B4-BE49-F238E27FC236}">
                  <a16:creationId xmlns:a16="http://schemas.microsoft.com/office/drawing/2014/main" id="{DDCCFF6A-7B2A-DD4E-819E-E38A0553A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Rectangle 87">
              <a:extLst>
                <a:ext uri="{FF2B5EF4-FFF2-40B4-BE49-F238E27FC236}">
                  <a16:creationId xmlns:a16="http://schemas.microsoft.com/office/drawing/2014/main" id="{E8EC758B-CD76-4B49-A7CD-627808E88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26" name="AutoShape 88">
            <a:extLst>
              <a:ext uri="{FF2B5EF4-FFF2-40B4-BE49-F238E27FC236}">
                <a16:creationId xmlns:a16="http://schemas.microsoft.com/office/drawing/2014/main" id="{373F1512-8CA6-B644-A978-61C53EA1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11" y="1183316"/>
            <a:ext cx="381000" cy="1166813"/>
          </a:xfrm>
          <a:prstGeom prst="downArrow">
            <a:avLst>
              <a:gd name="adj1" fmla="val 54167"/>
              <a:gd name="adj2" fmla="val 49170"/>
            </a:avLst>
          </a:prstGeom>
          <a:gradFill rotWithShape="1">
            <a:gsLst>
              <a:gs pos="0">
                <a:srgbClr val="FF0000">
                  <a:alpha val="25000"/>
                </a:srgbClr>
              </a:gs>
              <a:gs pos="100000">
                <a:srgbClr val="FF0000">
                  <a:alpha val="25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27" name="Group 89">
            <a:extLst>
              <a:ext uri="{FF2B5EF4-FFF2-40B4-BE49-F238E27FC236}">
                <a16:creationId xmlns:a16="http://schemas.microsoft.com/office/drawing/2014/main" id="{7F4ADFB9-C1B4-DC48-9014-BD3FC3E5A35E}"/>
              </a:ext>
            </a:extLst>
          </p:cNvPr>
          <p:cNvGrpSpPr>
            <a:grpSpLocks/>
          </p:cNvGrpSpPr>
          <p:nvPr/>
        </p:nvGrpSpPr>
        <p:grpSpPr bwMode="auto">
          <a:xfrm>
            <a:off x="185921" y="2355452"/>
            <a:ext cx="1081088" cy="244475"/>
            <a:chOff x="504" y="3523"/>
            <a:chExt cx="681" cy="154"/>
          </a:xfrm>
        </p:grpSpPr>
        <p:grpSp>
          <p:nvGrpSpPr>
            <p:cNvPr id="628" name="Group 90">
              <a:extLst>
                <a:ext uri="{FF2B5EF4-FFF2-40B4-BE49-F238E27FC236}">
                  <a16:creationId xmlns:a16="http://schemas.microsoft.com/office/drawing/2014/main" id="{99123354-1166-3747-8416-6765BD917F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632" name="Group 91">
                <a:extLst>
                  <a:ext uri="{FF2B5EF4-FFF2-40B4-BE49-F238E27FC236}">
                    <a16:creationId xmlns:a16="http://schemas.microsoft.com/office/drawing/2014/main" id="{2521277A-E4D1-7B47-8E5E-B1EEBE5C5A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635" name="Group 92">
                  <a:extLst>
                    <a:ext uri="{FF2B5EF4-FFF2-40B4-BE49-F238E27FC236}">
                      <a16:creationId xmlns:a16="http://schemas.microsoft.com/office/drawing/2014/main" id="{482F7D40-F1F7-AC47-B312-160F387D75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641" name="Rectangle 93">
                    <a:extLst>
                      <a:ext uri="{FF2B5EF4-FFF2-40B4-BE49-F238E27FC236}">
                        <a16:creationId xmlns:a16="http://schemas.microsoft.com/office/drawing/2014/main" id="{5A5D4DA1-5358-E74E-9DDB-8F5EDD1F12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42" name="Text Box 94">
                    <a:extLst>
                      <a:ext uri="{FF2B5EF4-FFF2-40B4-BE49-F238E27FC236}">
                        <a16:creationId xmlns:a16="http://schemas.microsoft.com/office/drawing/2014/main" id="{711DD1D0-1145-B045-A8D5-3C7E6F8EA5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636" name="Group 95">
                  <a:extLst>
                    <a:ext uri="{FF2B5EF4-FFF2-40B4-BE49-F238E27FC236}">
                      <a16:creationId xmlns:a16="http://schemas.microsoft.com/office/drawing/2014/main" id="{E35BB6C0-63F2-C74C-8B63-A1833C18FE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637" name="Rectangle 96">
                    <a:extLst>
                      <a:ext uri="{FF2B5EF4-FFF2-40B4-BE49-F238E27FC236}">
                        <a16:creationId xmlns:a16="http://schemas.microsoft.com/office/drawing/2014/main" id="{A7AA138E-6F9F-7149-B237-FE8DDE68D5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40" name="Rectangle 97">
                    <a:extLst>
                      <a:ext uri="{FF2B5EF4-FFF2-40B4-BE49-F238E27FC236}">
                        <a16:creationId xmlns:a16="http://schemas.microsoft.com/office/drawing/2014/main" id="{E5B09828-1A27-6F41-983D-85215354D2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633" name="Rectangle 98">
                <a:extLst>
                  <a:ext uri="{FF2B5EF4-FFF2-40B4-BE49-F238E27FC236}">
                    <a16:creationId xmlns:a16="http://schemas.microsoft.com/office/drawing/2014/main" id="{80D83DCD-C9ED-4D4A-BEA7-FDC543327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4" name="Rectangle 99">
                <a:extLst>
                  <a:ext uri="{FF2B5EF4-FFF2-40B4-BE49-F238E27FC236}">
                    <a16:creationId xmlns:a16="http://schemas.microsoft.com/office/drawing/2014/main" id="{5936CB08-2138-904D-A399-85EB9305E5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29" name="Rectangle 100">
              <a:extLst>
                <a:ext uri="{FF2B5EF4-FFF2-40B4-BE49-F238E27FC236}">
                  <a16:creationId xmlns:a16="http://schemas.microsoft.com/office/drawing/2014/main" id="{500C95BF-E7E2-2F40-B2D0-4616E5711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0" name="Rectangle 101">
              <a:extLst>
                <a:ext uri="{FF2B5EF4-FFF2-40B4-BE49-F238E27FC236}">
                  <a16:creationId xmlns:a16="http://schemas.microsoft.com/office/drawing/2014/main" id="{7348B440-180E-2544-8C19-3C8D8CF28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Rectangle 102">
              <a:extLst>
                <a:ext uri="{FF2B5EF4-FFF2-40B4-BE49-F238E27FC236}">
                  <a16:creationId xmlns:a16="http://schemas.microsoft.com/office/drawing/2014/main" id="{D6AA62D3-51AB-8841-A908-73564AFB5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43" name="Rectangle 103">
            <a:extLst>
              <a:ext uri="{FF2B5EF4-FFF2-40B4-BE49-F238E27FC236}">
                <a16:creationId xmlns:a16="http://schemas.microsoft.com/office/drawing/2014/main" id="{873E501C-73D5-B048-BF0B-B7FBD524B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783" y="4451462"/>
            <a:ext cx="3216717" cy="13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IP datagram containing DNS query forwarded via LAN switch from client to 1</a:t>
            </a:r>
            <a:r>
              <a:rPr lang="en-US" sz="2400" baseline="30000" dirty="0">
                <a:solidFill>
                  <a:srgbClr val="000000"/>
                </a:solidFill>
                <a:ea typeface="ＭＳ Ｐゴシック" charset="0"/>
              </a:rPr>
              <a:t>st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 hop router</a:t>
            </a:r>
          </a:p>
        </p:txBody>
      </p:sp>
      <p:sp>
        <p:nvSpPr>
          <p:cNvPr id="644" name="Rectangle 104">
            <a:extLst>
              <a:ext uri="{FF2B5EF4-FFF2-40B4-BE49-F238E27FC236}">
                <a16:creationId xmlns:a16="http://schemas.microsoft.com/office/drawing/2014/main" id="{B78EC689-D545-8441-B61E-769A0D790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562" y="4626361"/>
            <a:ext cx="5141138" cy="1482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IP datagram forwarded from campus network into Comcast network, routed (tables created by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RIP, OSPF, IS-IS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and/or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BGP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 routing protocols) to DNS server</a:t>
            </a:r>
          </a:p>
        </p:txBody>
      </p:sp>
      <p:sp>
        <p:nvSpPr>
          <p:cNvPr id="645" name="Rectangle 105">
            <a:extLst>
              <a:ext uri="{FF2B5EF4-FFF2-40B4-BE49-F238E27FC236}">
                <a16:creationId xmlns:a16="http://schemas.microsoft.com/office/drawing/2014/main" id="{90E95EE5-FC39-E148-8B00-785F719BD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1237" y="1456182"/>
            <a:ext cx="3230563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demux</a:t>
            </a:r>
            <a:r>
              <a:rPr lang="en-US" altLang="ja-JP" sz="2400" dirty="0">
                <a:solidFill>
                  <a:srgbClr val="000000"/>
                </a:solidFill>
                <a:ea typeface="ＭＳ Ｐゴシック" charset="0"/>
              </a:rPr>
              <a:t>ed to DNS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DNS replies to client with IP address of www.google.com </a:t>
            </a:r>
          </a:p>
        </p:txBody>
      </p:sp>
      <p:grpSp>
        <p:nvGrpSpPr>
          <p:cNvPr id="674" name="Group 187">
            <a:extLst>
              <a:ext uri="{FF2B5EF4-FFF2-40B4-BE49-F238E27FC236}">
                <a16:creationId xmlns:a16="http://schemas.microsoft.com/office/drawing/2014/main" id="{C785CCCA-8BB4-6A4D-B52C-2CD9521BF4DD}"/>
              </a:ext>
            </a:extLst>
          </p:cNvPr>
          <p:cNvGrpSpPr>
            <a:grpSpLocks/>
          </p:cNvGrpSpPr>
          <p:nvPr/>
        </p:nvGrpSpPr>
        <p:grpSpPr bwMode="auto">
          <a:xfrm>
            <a:off x="5809991" y="1480142"/>
            <a:ext cx="1317624" cy="1314450"/>
            <a:chOff x="931" y="1941"/>
            <a:chExt cx="830" cy="828"/>
          </a:xfrm>
        </p:grpSpPr>
        <p:sp>
          <p:nvSpPr>
            <p:cNvPr id="675" name="Freeform 188">
              <a:extLst>
                <a:ext uri="{FF2B5EF4-FFF2-40B4-BE49-F238E27FC236}">
                  <a16:creationId xmlns:a16="http://schemas.microsoft.com/office/drawing/2014/main" id="{8003B93D-94BD-9E42-B9C2-58440DC85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7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254 w 10000"/>
                <a:gd name="connsiteY0" fmla="*/ 0 h 10000"/>
                <a:gd name="connsiteX1" fmla="*/ 10000 w 10000"/>
                <a:gd name="connsiteY1" fmla="*/ 5019 h 10000"/>
                <a:gd name="connsiteX2" fmla="*/ 5720 w 10000"/>
                <a:gd name="connsiteY2" fmla="*/ 7201 h 10000"/>
                <a:gd name="connsiteX3" fmla="*/ 109 w 10000"/>
                <a:gd name="connsiteY3" fmla="*/ 10000 h 10000"/>
                <a:gd name="connsiteX4" fmla="*/ 236 w 10000"/>
                <a:gd name="connsiteY4" fmla="*/ 6679 h 10000"/>
                <a:gd name="connsiteX5" fmla="*/ 0 w 10000"/>
                <a:gd name="connsiteY5" fmla="*/ 4632 h 10000"/>
                <a:gd name="connsiteX6" fmla="*/ 254 w 10000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24" h="10000">
                  <a:moveTo>
                    <a:pt x="254" y="0"/>
                  </a:moveTo>
                  <a:cubicBezTo>
                    <a:pt x="3503" y="1673"/>
                    <a:pt x="6158" y="3657"/>
                    <a:pt x="10000" y="5019"/>
                  </a:cubicBezTo>
                  <a:lnTo>
                    <a:pt x="10024" y="6921"/>
                  </a:lnTo>
                  <a:cubicBezTo>
                    <a:pt x="4939" y="8134"/>
                    <a:pt x="3414" y="8974"/>
                    <a:pt x="109" y="10000"/>
                  </a:cubicBezTo>
                  <a:cubicBezTo>
                    <a:pt x="151" y="8893"/>
                    <a:pt x="194" y="7786"/>
                    <a:pt x="236" y="6679"/>
                  </a:cubicBezTo>
                  <a:cubicBezTo>
                    <a:pt x="157" y="5997"/>
                    <a:pt x="79" y="5314"/>
                    <a:pt x="0" y="4632"/>
                  </a:cubicBezTo>
                  <a:cubicBezTo>
                    <a:pt x="85" y="3088"/>
                    <a:pt x="169" y="1544"/>
                    <a:pt x="254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85000"/>
                  </a:schemeClr>
                </a:gs>
                <a:gs pos="99000">
                  <a:schemeClr val="bg1"/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76" name="Group 189">
              <a:extLst>
                <a:ext uri="{FF2B5EF4-FFF2-40B4-BE49-F238E27FC236}">
                  <a16:creationId xmlns:a16="http://schemas.microsoft.com/office/drawing/2014/main" id="{143562C0-5361-6240-B520-1E19C24C9D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677" name="Rectangle 190">
                <a:extLst>
                  <a:ext uri="{FF2B5EF4-FFF2-40B4-BE49-F238E27FC236}">
                    <a16:creationId xmlns:a16="http://schemas.microsoft.com/office/drawing/2014/main" id="{349F8EC0-27D5-4349-907D-BB3017AE3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Text Box 191">
                <a:extLst>
                  <a:ext uri="{FF2B5EF4-FFF2-40B4-BE49-F238E27FC236}">
                    <a16:creationId xmlns:a16="http://schemas.microsoft.com/office/drawing/2014/main" id="{23467518-4906-8A41-B8C2-35FFEA3442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679" name="Line 192">
                <a:extLst>
                  <a:ext uri="{FF2B5EF4-FFF2-40B4-BE49-F238E27FC236}">
                    <a16:creationId xmlns:a16="http://schemas.microsoft.com/office/drawing/2014/main" id="{23801BE2-040C-9B4B-A8F3-7264AE3E5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0" name="Line 193">
                <a:extLst>
                  <a:ext uri="{FF2B5EF4-FFF2-40B4-BE49-F238E27FC236}">
                    <a16:creationId xmlns:a16="http://schemas.microsoft.com/office/drawing/2014/main" id="{4FC79998-5D20-F94B-94C6-EBEBEE39C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1" name="Line 194">
                <a:extLst>
                  <a:ext uri="{FF2B5EF4-FFF2-40B4-BE49-F238E27FC236}">
                    <a16:creationId xmlns:a16="http://schemas.microsoft.com/office/drawing/2014/main" id="{7C075311-BBA4-5843-8E33-8C979CED9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2" name="Line 195">
                <a:extLst>
                  <a:ext uri="{FF2B5EF4-FFF2-40B4-BE49-F238E27FC236}">
                    <a16:creationId xmlns:a16="http://schemas.microsoft.com/office/drawing/2014/main" id="{BF18DFB8-D1BE-E041-A803-4A29C63E13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83" name="Group 196">
            <a:extLst>
              <a:ext uri="{FF2B5EF4-FFF2-40B4-BE49-F238E27FC236}">
                <a16:creationId xmlns:a16="http://schemas.microsoft.com/office/drawing/2014/main" id="{7BA78456-746C-CE4E-A8FB-AF29B4878EAE}"/>
              </a:ext>
            </a:extLst>
          </p:cNvPr>
          <p:cNvGrpSpPr>
            <a:grpSpLocks/>
          </p:cNvGrpSpPr>
          <p:nvPr/>
        </p:nvGrpSpPr>
        <p:grpSpPr bwMode="auto">
          <a:xfrm>
            <a:off x="4711442" y="1600792"/>
            <a:ext cx="1081087" cy="1217613"/>
            <a:chOff x="1404" y="3105"/>
            <a:chExt cx="681" cy="767"/>
          </a:xfrm>
        </p:grpSpPr>
        <p:grpSp>
          <p:nvGrpSpPr>
            <p:cNvPr id="684" name="Group 197">
              <a:extLst>
                <a:ext uri="{FF2B5EF4-FFF2-40B4-BE49-F238E27FC236}">
                  <a16:creationId xmlns:a16="http://schemas.microsoft.com/office/drawing/2014/main" id="{EB43FE30-2E4F-284B-84EC-888E46985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689" name="Group 198">
                <a:extLst>
                  <a:ext uri="{FF2B5EF4-FFF2-40B4-BE49-F238E27FC236}">
                    <a16:creationId xmlns:a16="http://schemas.microsoft.com/office/drawing/2014/main" id="{ECA7DA69-5BBB-A046-A422-FA189BF9E6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714" name="Group 199">
                  <a:extLst>
                    <a:ext uri="{FF2B5EF4-FFF2-40B4-BE49-F238E27FC236}">
                      <a16:creationId xmlns:a16="http://schemas.microsoft.com/office/drawing/2014/main" id="{932D35F8-BEDB-1844-B106-804B50CBEC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717" name="Rectangle 200">
                    <a:extLst>
                      <a:ext uri="{FF2B5EF4-FFF2-40B4-BE49-F238E27FC236}">
                        <a16:creationId xmlns:a16="http://schemas.microsoft.com/office/drawing/2014/main" id="{D685F722-E345-AA41-8A63-787012D34B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8" name="Text Box 201">
                    <a:extLst>
                      <a:ext uri="{FF2B5EF4-FFF2-40B4-BE49-F238E27FC236}">
                        <a16:creationId xmlns:a16="http://schemas.microsoft.com/office/drawing/2014/main" id="{ABA1ADB3-7EDA-D641-B2AE-3069634DA2A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sp>
              <p:nvSpPr>
                <p:cNvPr id="715" name="Rectangle 202">
                  <a:extLst>
                    <a:ext uri="{FF2B5EF4-FFF2-40B4-BE49-F238E27FC236}">
                      <a16:creationId xmlns:a16="http://schemas.microsoft.com/office/drawing/2014/main" id="{46765DC8-A2C9-9E4A-B7A9-218058CA8D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16" name="Rectangle 203">
                  <a:extLst>
                    <a:ext uri="{FF2B5EF4-FFF2-40B4-BE49-F238E27FC236}">
                      <a16:creationId xmlns:a16="http://schemas.microsoft.com/office/drawing/2014/main" id="{CAAAD386-0C50-F945-B03D-048CA16D77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90" name="Group 204">
                <a:extLst>
                  <a:ext uri="{FF2B5EF4-FFF2-40B4-BE49-F238E27FC236}">
                    <a16:creationId xmlns:a16="http://schemas.microsoft.com/office/drawing/2014/main" id="{25BAA23E-EA3F-0F4C-A11D-B93B5829C5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708" name="Group 205">
                  <a:extLst>
                    <a:ext uri="{FF2B5EF4-FFF2-40B4-BE49-F238E27FC236}">
                      <a16:creationId xmlns:a16="http://schemas.microsoft.com/office/drawing/2014/main" id="{373C402E-6ACA-8E47-B786-CE64B796CE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712" name="Rectangle 206">
                    <a:extLst>
                      <a:ext uri="{FF2B5EF4-FFF2-40B4-BE49-F238E27FC236}">
                        <a16:creationId xmlns:a16="http://schemas.microsoft.com/office/drawing/2014/main" id="{B51D004E-AE15-F64F-B261-E1ECCF0AAA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3" name="Text Box 207">
                    <a:extLst>
                      <a:ext uri="{FF2B5EF4-FFF2-40B4-BE49-F238E27FC236}">
                        <a16:creationId xmlns:a16="http://schemas.microsoft.com/office/drawing/2014/main" id="{3C6E7598-D15F-BA43-B537-042BE31648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709" name="Group 208">
                  <a:extLst>
                    <a:ext uri="{FF2B5EF4-FFF2-40B4-BE49-F238E27FC236}">
                      <a16:creationId xmlns:a16="http://schemas.microsoft.com/office/drawing/2014/main" id="{29BF291F-B4D5-1D4C-913D-86A482741F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710" name="Rectangle 209">
                    <a:extLst>
                      <a:ext uri="{FF2B5EF4-FFF2-40B4-BE49-F238E27FC236}">
                        <a16:creationId xmlns:a16="http://schemas.microsoft.com/office/drawing/2014/main" id="{61FBF84B-CE50-B643-AE79-9D89AE733F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1" name="Rectangle 210">
                    <a:extLst>
                      <a:ext uri="{FF2B5EF4-FFF2-40B4-BE49-F238E27FC236}">
                        <a16:creationId xmlns:a16="http://schemas.microsoft.com/office/drawing/2014/main" id="{E5121B12-FBF0-4342-BF6D-87B9B283F2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691" name="Group 211">
                <a:extLst>
                  <a:ext uri="{FF2B5EF4-FFF2-40B4-BE49-F238E27FC236}">
                    <a16:creationId xmlns:a16="http://schemas.microsoft.com/office/drawing/2014/main" id="{B0E7ACA9-2CF6-1243-9F9A-0D709EE070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706" name="Rectangle 212">
                  <a:extLst>
                    <a:ext uri="{FF2B5EF4-FFF2-40B4-BE49-F238E27FC236}">
                      <a16:creationId xmlns:a16="http://schemas.microsoft.com/office/drawing/2014/main" id="{CB0204CB-AB58-C940-B731-04091AC26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07" name="Rectangle 213">
                  <a:extLst>
                    <a:ext uri="{FF2B5EF4-FFF2-40B4-BE49-F238E27FC236}">
                      <a16:creationId xmlns:a16="http://schemas.microsoft.com/office/drawing/2014/main" id="{0B38DAE2-5553-E244-8B07-8FC2A67359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92" name="Group 214">
                <a:extLst>
                  <a:ext uri="{FF2B5EF4-FFF2-40B4-BE49-F238E27FC236}">
                    <a16:creationId xmlns:a16="http://schemas.microsoft.com/office/drawing/2014/main" id="{4A68C375-1CEB-0845-95BA-B239F6E622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693" name="Group 215">
                  <a:extLst>
                    <a:ext uri="{FF2B5EF4-FFF2-40B4-BE49-F238E27FC236}">
                      <a16:creationId xmlns:a16="http://schemas.microsoft.com/office/drawing/2014/main" id="{9E6C3DE1-7976-6F45-8A25-72AB746BD4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697" name="Group 216">
                    <a:extLst>
                      <a:ext uri="{FF2B5EF4-FFF2-40B4-BE49-F238E27FC236}">
                        <a16:creationId xmlns:a16="http://schemas.microsoft.com/office/drawing/2014/main" id="{CCA61FE2-639D-B541-A0E1-D867961882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700" name="Group 217">
                      <a:extLst>
                        <a:ext uri="{FF2B5EF4-FFF2-40B4-BE49-F238E27FC236}">
                          <a16:creationId xmlns:a16="http://schemas.microsoft.com/office/drawing/2014/main" id="{5E34812B-E977-C349-A338-24FA5598520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704" name="Rectangle 218">
                        <a:extLst>
                          <a:ext uri="{FF2B5EF4-FFF2-40B4-BE49-F238E27FC236}">
                            <a16:creationId xmlns:a16="http://schemas.microsoft.com/office/drawing/2014/main" id="{D0619781-83D7-AA45-8ACB-511E9E48B73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705" name="Text Box 219">
                        <a:extLst>
                          <a:ext uri="{FF2B5EF4-FFF2-40B4-BE49-F238E27FC236}">
                            <a16:creationId xmlns:a16="http://schemas.microsoft.com/office/drawing/2014/main" id="{E98FBF2F-723D-B747-8B9B-86363B2AC118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DNS</a:t>
                        </a:r>
                      </a:p>
                    </p:txBody>
                  </p:sp>
                </p:grpSp>
                <p:grpSp>
                  <p:nvGrpSpPr>
                    <p:cNvPr id="701" name="Group 220">
                      <a:extLst>
                        <a:ext uri="{FF2B5EF4-FFF2-40B4-BE49-F238E27FC236}">
                          <a16:creationId xmlns:a16="http://schemas.microsoft.com/office/drawing/2014/main" id="{831B80DD-C2F6-264E-98EA-E1865CB81ED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702" name="Rectangle 221">
                        <a:extLst>
                          <a:ext uri="{FF2B5EF4-FFF2-40B4-BE49-F238E27FC236}">
                            <a16:creationId xmlns:a16="http://schemas.microsoft.com/office/drawing/2014/main" id="{8EA783A9-E38D-4042-9805-1ECF12F5B74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703" name="Rectangle 222">
                        <a:extLst>
                          <a:ext uri="{FF2B5EF4-FFF2-40B4-BE49-F238E27FC236}">
                            <a16:creationId xmlns:a16="http://schemas.microsoft.com/office/drawing/2014/main" id="{8711C814-64CC-D441-8472-85CBD1B30A7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698" name="Rectangle 223">
                    <a:extLst>
                      <a:ext uri="{FF2B5EF4-FFF2-40B4-BE49-F238E27FC236}">
                        <a16:creationId xmlns:a16="http://schemas.microsoft.com/office/drawing/2014/main" id="{2A58AC39-92ED-B846-A308-8A8B1485C7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9" name="Rectangle 224">
                    <a:extLst>
                      <a:ext uri="{FF2B5EF4-FFF2-40B4-BE49-F238E27FC236}">
                        <a16:creationId xmlns:a16="http://schemas.microsoft.com/office/drawing/2014/main" id="{A393CD03-293E-A74B-B8CE-1F9571B66F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94" name="Rectangle 225">
                  <a:extLst>
                    <a:ext uri="{FF2B5EF4-FFF2-40B4-BE49-F238E27FC236}">
                      <a16:creationId xmlns:a16="http://schemas.microsoft.com/office/drawing/2014/main" id="{77E35D46-4F7B-6745-AE76-82EF8774B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5" name="Rectangle 226">
                  <a:extLst>
                    <a:ext uri="{FF2B5EF4-FFF2-40B4-BE49-F238E27FC236}">
                      <a16:creationId xmlns:a16="http://schemas.microsoft.com/office/drawing/2014/main" id="{326A96ED-AB23-384C-A796-7D2AB9337D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6" name="Rectangle 227">
                  <a:extLst>
                    <a:ext uri="{FF2B5EF4-FFF2-40B4-BE49-F238E27FC236}">
                      <a16:creationId xmlns:a16="http://schemas.microsoft.com/office/drawing/2014/main" id="{FEDE95BD-327A-B34F-A164-D7395B700F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685" name="AutoShape 228">
              <a:extLst>
                <a:ext uri="{FF2B5EF4-FFF2-40B4-BE49-F238E27FC236}">
                  <a16:creationId xmlns:a16="http://schemas.microsoft.com/office/drawing/2014/main" id="{7E540946-B645-6F49-8239-C8D7D6C583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86" name="Group 229">
              <a:extLst>
                <a:ext uri="{FF2B5EF4-FFF2-40B4-BE49-F238E27FC236}">
                  <a16:creationId xmlns:a16="http://schemas.microsoft.com/office/drawing/2014/main" id="{6BA61DA2-A413-E44B-AEFA-AA547DAB2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687" name="Rectangle 230">
                <a:extLst>
                  <a:ext uri="{FF2B5EF4-FFF2-40B4-BE49-F238E27FC236}">
                    <a16:creationId xmlns:a16="http://schemas.microsoft.com/office/drawing/2014/main" id="{4298490A-8079-374C-9608-987C5F6BA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8" name="Text Box 231">
                <a:extLst>
                  <a:ext uri="{FF2B5EF4-FFF2-40B4-BE49-F238E27FC236}">
                    <a16:creationId xmlns:a16="http://schemas.microsoft.com/office/drawing/2014/main" id="{DFCFF247-06AF-C44C-8721-8E3FAA97F1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</p:grpSp>
      <p:grpSp>
        <p:nvGrpSpPr>
          <p:cNvPr id="174" name="Group 248">
            <a:extLst>
              <a:ext uri="{FF2B5EF4-FFF2-40B4-BE49-F238E27FC236}">
                <a16:creationId xmlns:a16="http://schemas.microsoft.com/office/drawing/2014/main" id="{BA24EA86-E609-CE4E-99CD-C3F5EEC98D5E}"/>
              </a:ext>
            </a:extLst>
          </p:cNvPr>
          <p:cNvGrpSpPr>
            <a:grpSpLocks/>
          </p:cNvGrpSpPr>
          <p:nvPr/>
        </p:nvGrpSpPr>
        <p:grpSpPr bwMode="auto">
          <a:xfrm>
            <a:off x="7043551" y="2123701"/>
            <a:ext cx="358775" cy="623888"/>
            <a:chOff x="4140" y="429"/>
            <a:chExt cx="1425" cy="2396"/>
          </a:xfrm>
        </p:grpSpPr>
        <p:sp>
          <p:nvSpPr>
            <p:cNvPr id="175" name="Freeform 148">
              <a:extLst>
                <a:ext uri="{FF2B5EF4-FFF2-40B4-BE49-F238E27FC236}">
                  <a16:creationId xmlns:a16="http://schemas.microsoft.com/office/drawing/2014/main" id="{8350240D-86DF-D14A-AE97-8866B95BD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6" name="Rectangle 149">
              <a:extLst>
                <a:ext uri="{FF2B5EF4-FFF2-40B4-BE49-F238E27FC236}">
                  <a16:creationId xmlns:a16="http://schemas.microsoft.com/office/drawing/2014/main" id="{2E95E385-ED1A-2B4D-BD18-2501FD76B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7" name="Freeform 150">
              <a:extLst>
                <a:ext uri="{FF2B5EF4-FFF2-40B4-BE49-F238E27FC236}">
                  <a16:creationId xmlns:a16="http://schemas.microsoft.com/office/drawing/2014/main" id="{C1BAE21E-7184-3C47-BD21-0D357950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8" name="Freeform 151">
              <a:extLst>
                <a:ext uri="{FF2B5EF4-FFF2-40B4-BE49-F238E27FC236}">
                  <a16:creationId xmlns:a16="http://schemas.microsoft.com/office/drawing/2014/main" id="{90457001-FC0D-0E41-A13D-0BDA9154A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Rectangle 152">
              <a:extLst>
                <a:ext uri="{FF2B5EF4-FFF2-40B4-BE49-F238E27FC236}">
                  <a16:creationId xmlns:a16="http://schemas.microsoft.com/office/drawing/2014/main" id="{E7330E90-9DD8-0A4A-8C05-BCE03E9BE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0" name="Group 153">
              <a:extLst>
                <a:ext uri="{FF2B5EF4-FFF2-40B4-BE49-F238E27FC236}">
                  <a16:creationId xmlns:a16="http://schemas.microsoft.com/office/drawing/2014/main" id="{9B69857C-D710-6442-BB78-8153EE3EB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8" name="AutoShape 154">
                <a:extLst>
                  <a:ext uri="{FF2B5EF4-FFF2-40B4-BE49-F238E27FC236}">
                    <a16:creationId xmlns:a16="http://schemas.microsoft.com/office/drawing/2014/main" id="{6270511B-D2F9-294E-AEB5-29C1A2B52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AutoShape 155">
                <a:extLst>
                  <a:ext uri="{FF2B5EF4-FFF2-40B4-BE49-F238E27FC236}">
                    <a16:creationId xmlns:a16="http://schemas.microsoft.com/office/drawing/2014/main" id="{98DF3608-E392-6D43-AAB6-C4A3AD78A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1" name="Rectangle 156">
              <a:extLst>
                <a:ext uri="{FF2B5EF4-FFF2-40B4-BE49-F238E27FC236}">
                  <a16:creationId xmlns:a16="http://schemas.microsoft.com/office/drawing/2014/main" id="{F815B378-AF9E-EE4F-A309-282DA3E4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2" name="Group 157">
              <a:extLst>
                <a:ext uri="{FF2B5EF4-FFF2-40B4-BE49-F238E27FC236}">
                  <a16:creationId xmlns:a16="http://schemas.microsoft.com/office/drawing/2014/main" id="{67E01184-334F-3545-AB40-BB314E4F9B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6" name="AutoShape 158">
                <a:extLst>
                  <a:ext uri="{FF2B5EF4-FFF2-40B4-BE49-F238E27FC236}">
                    <a16:creationId xmlns:a16="http://schemas.microsoft.com/office/drawing/2014/main" id="{2BBCFBE6-69B0-A846-B264-B4F74AEC5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7" name="AutoShape 159">
                <a:extLst>
                  <a:ext uri="{FF2B5EF4-FFF2-40B4-BE49-F238E27FC236}">
                    <a16:creationId xmlns:a16="http://schemas.microsoft.com/office/drawing/2014/main" id="{B46CC4E6-97C8-E346-BA88-4BE5F3D10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3" name="Rectangle 160">
              <a:extLst>
                <a:ext uri="{FF2B5EF4-FFF2-40B4-BE49-F238E27FC236}">
                  <a16:creationId xmlns:a16="http://schemas.microsoft.com/office/drawing/2014/main" id="{3A68D5E8-E8F5-6941-AA7A-DB4724A1A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Rectangle 161">
              <a:extLst>
                <a:ext uri="{FF2B5EF4-FFF2-40B4-BE49-F238E27FC236}">
                  <a16:creationId xmlns:a16="http://schemas.microsoft.com/office/drawing/2014/main" id="{C85FE9F8-AB9B-DC49-B969-5A8909D91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5" name="Group 162">
              <a:extLst>
                <a:ext uri="{FF2B5EF4-FFF2-40B4-BE49-F238E27FC236}">
                  <a16:creationId xmlns:a16="http://schemas.microsoft.com/office/drawing/2014/main" id="{83136C62-1CD4-8B40-839F-A7EEC2777C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163">
                <a:extLst>
                  <a:ext uri="{FF2B5EF4-FFF2-40B4-BE49-F238E27FC236}">
                    <a16:creationId xmlns:a16="http://schemas.microsoft.com/office/drawing/2014/main" id="{EB609148-CFB5-2A44-949A-AA2E8B42E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5" name="AutoShape 164">
                <a:extLst>
                  <a:ext uri="{FF2B5EF4-FFF2-40B4-BE49-F238E27FC236}">
                    <a16:creationId xmlns:a16="http://schemas.microsoft.com/office/drawing/2014/main" id="{A2E1E84C-7141-1743-B35A-4172B2D67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6" name="Freeform 165">
              <a:extLst>
                <a:ext uri="{FF2B5EF4-FFF2-40B4-BE49-F238E27FC236}">
                  <a16:creationId xmlns:a16="http://schemas.microsoft.com/office/drawing/2014/main" id="{43050567-31E9-244B-93D9-5A67D0788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7" name="Group 166">
              <a:extLst>
                <a:ext uri="{FF2B5EF4-FFF2-40B4-BE49-F238E27FC236}">
                  <a16:creationId xmlns:a16="http://schemas.microsoft.com/office/drawing/2014/main" id="{30BC8383-936E-0243-A67E-87F464BD0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67">
                <a:extLst>
                  <a:ext uri="{FF2B5EF4-FFF2-40B4-BE49-F238E27FC236}">
                    <a16:creationId xmlns:a16="http://schemas.microsoft.com/office/drawing/2014/main" id="{36E98FE5-C685-5F4F-9812-01F5B196A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0" name="AutoShape 168">
                <a:extLst>
                  <a:ext uri="{FF2B5EF4-FFF2-40B4-BE49-F238E27FC236}">
                    <a16:creationId xmlns:a16="http://schemas.microsoft.com/office/drawing/2014/main" id="{62A48F7A-763D-F94A-B670-67B97F409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8" name="Rectangle 169">
              <a:extLst>
                <a:ext uri="{FF2B5EF4-FFF2-40B4-BE49-F238E27FC236}">
                  <a16:creationId xmlns:a16="http://schemas.microsoft.com/office/drawing/2014/main" id="{98A2D58B-8610-0049-9824-1E1CCFB81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9" name="Freeform 170">
              <a:extLst>
                <a:ext uri="{FF2B5EF4-FFF2-40B4-BE49-F238E27FC236}">
                  <a16:creationId xmlns:a16="http://schemas.microsoft.com/office/drawing/2014/main" id="{11AF6B7E-B658-0E42-B146-B4505BFC8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0" name="Freeform 171">
              <a:extLst>
                <a:ext uri="{FF2B5EF4-FFF2-40B4-BE49-F238E27FC236}">
                  <a16:creationId xmlns:a16="http://schemas.microsoft.com/office/drawing/2014/main" id="{6617EE11-1A08-B148-9C6E-2B115F7DA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1" name="Oval 172">
              <a:extLst>
                <a:ext uri="{FF2B5EF4-FFF2-40B4-BE49-F238E27FC236}">
                  <a16:creationId xmlns:a16="http://schemas.microsoft.com/office/drawing/2014/main" id="{EC8F463F-0BDA-0F45-9F76-2C41270B4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2" name="Freeform 173">
              <a:extLst>
                <a:ext uri="{FF2B5EF4-FFF2-40B4-BE49-F238E27FC236}">
                  <a16:creationId xmlns:a16="http://schemas.microsoft.com/office/drawing/2014/main" id="{029218AA-C435-EC48-972D-7D279AA97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3" name="AutoShape 174">
              <a:extLst>
                <a:ext uri="{FF2B5EF4-FFF2-40B4-BE49-F238E27FC236}">
                  <a16:creationId xmlns:a16="http://schemas.microsoft.com/office/drawing/2014/main" id="{004AF6A9-08DC-4C40-BD6A-E99AA1ED3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4" name="AutoShape 175">
              <a:extLst>
                <a:ext uri="{FF2B5EF4-FFF2-40B4-BE49-F238E27FC236}">
                  <a16:creationId xmlns:a16="http://schemas.microsoft.com/office/drawing/2014/main" id="{58FF6008-68B1-1F41-A35F-1814BE389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5" name="Oval 176">
              <a:extLst>
                <a:ext uri="{FF2B5EF4-FFF2-40B4-BE49-F238E27FC236}">
                  <a16:creationId xmlns:a16="http://schemas.microsoft.com/office/drawing/2014/main" id="{D3C587EC-E48C-E842-BC9C-FF13CB39E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6" name="Oval 177">
              <a:extLst>
                <a:ext uri="{FF2B5EF4-FFF2-40B4-BE49-F238E27FC236}">
                  <a16:creationId xmlns:a16="http://schemas.microsoft.com/office/drawing/2014/main" id="{012B9197-2851-C241-AF64-90AEA8FD0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7" name="Oval 178">
              <a:extLst>
                <a:ext uri="{FF2B5EF4-FFF2-40B4-BE49-F238E27FC236}">
                  <a16:creationId xmlns:a16="http://schemas.microsoft.com/office/drawing/2014/main" id="{1016A314-384F-CB4F-B077-543DA4A2F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8" name="Rectangle 179">
              <a:extLst>
                <a:ext uri="{FF2B5EF4-FFF2-40B4-BE49-F238E27FC236}">
                  <a16:creationId xmlns:a16="http://schemas.microsoft.com/office/drawing/2014/main" id="{5922B0DF-34CC-0949-8A0A-5B645EA41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CA6F153-E77E-2C42-832A-3394AC9B48B8}"/>
              </a:ext>
            </a:extLst>
          </p:cNvPr>
          <p:cNvGrpSpPr/>
          <p:nvPr/>
        </p:nvGrpSpPr>
        <p:grpSpPr>
          <a:xfrm>
            <a:off x="4395993" y="1490721"/>
            <a:ext cx="460375" cy="487292"/>
            <a:chOff x="4568161" y="1475417"/>
            <a:chExt cx="460375" cy="487292"/>
          </a:xfrm>
        </p:grpSpPr>
        <p:grpSp>
          <p:nvGrpSpPr>
            <p:cNvPr id="719" name="Group 53">
              <a:extLst>
                <a:ext uri="{FF2B5EF4-FFF2-40B4-BE49-F238E27FC236}">
                  <a16:creationId xmlns:a16="http://schemas.microsoft.com/office/drawing/2014/main" id="{8B05B42C-C438-E24D-AFA2-2984859783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8161" y="1500816"/>
              <a:ext cx="460375" cy="244475"/>
              <a:chOff x="844" y="3337"/>
              <a:chExt cx="290" cy="154"/>
            </a:xfrm>
          </p:grpSpPr>
          <p:sp>
            <p:nvSpPr>
              <p:cNvPr id="720" name="Rectangle 54">
                <a:extLst>
                  <a:ext uri="{FF2B5EF4-FFF2-40B4-BE49-F238E27FC236}">
                    <a16:creationId xmlns:a16="http://schemas.microsoft.com/office/drawing/2014/main" id="{D126321D-B0DA-3244-AC5F-32642BCEE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1" name="Text Box 55">
                <a:extLst>
                  <a:ext uri="{FF2B5EF4-FFF2-40B4-BE49-F238E27FC236}">
                    <a16:creationId xmlns:a16="http://schemas.microsoft.com/office/drawing/2014/main" id="{BC8AD8C6-CCDE-A54B-8E07-A6320750AF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sp>
          <p:nvSpPr>
            <p:cNvPr id="722" name="AutoShape 88">
              <a:extLst>
                <a:ext uri="{FF2B5EF4-FFF2-40B4-BE49-F238E27FC236}">
                  <a16:creationId xmlns:a16="http://schemas.microsoft.com/office/drawing/2014/main" id="{0C51A2FB-6AD3-AF4D-BF7E-5FC96D20D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915" y="1475417"/>
              <a:ext cx="381000" cy="487292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866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96296E-6 L 0.30208 0.00047 C 0.26822 0.07408 0.22513 0.17477 0.19544 0.24746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4" y="1236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44 0.24746 C 0.22916 0.21204 0.2526 0.20463 0.31184 0.16389 C 0.37122 0.12315 0.45169 0.08102 0.50768 0.0206 C 0.48984 0.02084 0.39205 0.01922 0.37057 0.02037 " pathEditMode="relative" rAng="0" ptsTypes="AAAA">
                                      <p:cBhvr>
                                        <p:cTn id="19" dur="20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12" y="-1136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" grpId="0"/>
      <p:bldP spid="64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999694" cy="894622"/>
          </a:xfrm>
        </p:spPr>
        <p:txBody>
          <a:bodyPr>
            <a:noAutofit/>
          </a:bodyPr>
          <a:lstStyle/>
          <a:p>
            <a:r>
              <a:rPr lang="en-US" b="0" dirty="0">
                <a:latin typeface="+mn-lt"/>
              </a:rPr>
              <a:t>A day in the life…TCP connection carrying HTTP</a:t>
            </a:r>
            <a:endParaRPr lang="en-US" sz="3200" b="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3" y="1792392"/>
            <a:ext cx="3486028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0" name="Freeform 94">
            <a:extLst>
              <a:ext uri="{FF2B5EF4-FFF2-40B4-BE49-F238E27FC236}">
                <a16:creationId xmlns:a16="http://schemas.microsoft.com/office/drawing/2014/main" id="{DB154763-7D17-3045-99D6-33E2B8DEBEF3}"/>
              </a:ext>
            </a:extLst>
          </p:cNvPr>
          <p:cNvSpPr>
            <a:spLocks/>
          </p:cNvSpPr>
          <p:nvPr/>
        </p:nvSpPr>
        <p:spPr bwMode="auto">
          <a:xfrm>
            <a:off x="915707" y="47643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1" name="Line 134">
            <a:extLst>
              <a:ext uri="{FF2B5EF4-FFF2-40B4-BE49-F238E27FC236}">
                <a16:creationId xmlns:a16="http://schemas.microsoft.com/office/drawing/2014/main" id="{23269057-3E10-0842-B50F-AD9089B214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6607" y="36928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3" name="Line 136">
            <a:extLst>
              <a:ext uri="{FF2B5EF4-FFF2-40B4-BE49-F238E27FC236}">
                <a16:creationId xmlns:a16="http://schemas.microsoft.com/office/drawing/2014/main" id="{3AFEBAD8-BCD5-3045-B4AF-E50B6AEA17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5795" y="55120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4" name="Text Box 137">
            <a:extLst>
              <a:ext uri="{FF2B5EF4-FFF2-40B4-BE49-F238E27FC236}">
                <a16:creationId xmlns:a16="http://schemas.microsoft.com/office/drawing/2014/main" id="{B02E6458-4F99-D348-B986-C3DBF7171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05" name="Text Box 138">
            <a:extLst>
              <a:ext uri="{FF2B5EF4-FFF2-40B4-BE49-F238E27FC236}">
                <a16:creationId xmlns:a16="http://schemas.microsoft.com/office/drawing/2014/main" id="{B04C2766-4464-6446-87AB-67B8CB7F6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 web server</a:t>
            </a:r>
          </a:p>
        </p:txBody>
      </p:sp>
      <p:grpSp>
        <p:nvGrpSpPr>
          <p:cNvPr id="312" name="Group 194">
            <a:extLst>
              <a:ext uri="{FF2B5EF4-FFF2-40B4-BE49-F238E27FC236}">
                <a16:creationId xmlns:a16="http://schemas.microsoft.com/office/drawing/2014/main" id="{E84BEC05-5A7F-224F-95D4-9DAB0F871EA1}"/>
              </a:ext>
            </a:extLst>
          </p:cNvPr>
          <p:cNvGrpSpPr>
            <a:grpSpLocks/>
          </p:cNvGrpSpPr>
          <p:nvPr/>
        </p:nvGrpSpPr>
        <p:grpSpPr bwMode="auto">
          <a:xfrm>
            <a:off x="3765270" y="5718455"/>
            <a:ext cx="295275" cy="114300"/>
            <a:chOff x="3228" y="1776"/>
            <a:chExt cx="252" cy="96"/>
          </a:xfrm>
        </p:grpSpPr>
        <p:sp>
          <p:nvSpPr>
            <p:cNvPr id="313" name="Line 195">
              <a:extLst>
                <a:ext uri="{FF2B5EF4-FFF2-40B4-BE49-F238E27FC236}">
                  <a16:creationId xmlns:a16="http://schemas.microsoft.com/office/drawing/2014/main" id="{5A3176AD-244A-FC40-803C-74F3441D6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4" name="Line 196">
              <a:extLst>
                <a:ext uri="{FF2B5EF4-FFF2-40B4-BE49-F238E27FC236}">
                  <a16:creationId xmlns:a16="http://schemas.microsoft.com/office/drawing/2014/main" id="{6B3ADCCD-5CCA-E245-804F-105E3A97E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5" name="Group 197">
            <a:extLst>
              <a:ext uri="{FF2B5EF4-FFF2-40B4-BE49-F238E27FC236}">
                <a16:creationId xmlns:a16="http://schemas.microsoft.com/office/drawing/2014/main" id="{11561174-0DD6-384F-ADA8-7238039F917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403445" y="5718455"/>
            <a:ext cx="295275" cy="114300"/>
            <a:chOff x="3228" y="1776"/>
            <a:chExt cx="252" cy="96"/>
          </a:xfrm>
        </p:grpSpPr>
        <p:sp>
          <p:nvSpPr>
            <p:cNvPr id="316" name="Line 198">
              <a:extLst>
                <a:ext uri="{FF2B5EF4-FFF2-40B4-BE49-F238E27FC236}">
                  <a16:creationId xmlns:a16="http://schemas.microsoft.com/office/drawing/2014/main" id="{163D3623-F55F-6248-89FA-5C316BDD2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7" name="Line 199">
              <a:extLst>
                <a:ext uri="{FF2B5EF4-FFF2-40B4-BE49-F238E27FC236}">
                  <a16:creationId xmlns:a16="http://schemas.microsoft.com/office/drawing/2014/main" id="{00F61339-BB36-F44F-AD77-22B4AA912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8" name="Group 200">
            <a:extLst>
              <a:ext uri="{FF2B5EF4-FFF2-40B4-BE49-F238E27FC236}">
                <a16:creationId xmlns:a16="http://schemas.microsoft.com/office/drawing/2014/main" id="{99A70FAB-0459-7A43-BC2D-6A7CFE6F862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608232" y="5423180"/>
            <a:ext cx="295275" cy="114300"/>
            <a:chOff x="3228" y="1776"/>
            <a:chExt cx="252" cy="96"/>
          </a:xfrm>
        </p:grpSpPr>
        <p:sp>
          <p:nvSpPr>
            <p:cNvPr id="319" name="Line 201">
              <a:extLst>
                <a:ext uri="{FF2B5EF4-FFF2-40B4-BE49-F238E27FC236}">
                  <a16:creationId xmlns:a16="http://schemas.microsoft.com/office/drawing/2014/main" id="{DAF385D4-A4D0-AA41-8C33-83D0C4D89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0" name="Line 202">
              <a:extLst>
                <a:ext uri="{FF2B5EF4-FFF2-40B4-BE49-F238E27FC236}">
                  <a16:creationId xmlns:a16="http://schemas.microsoft.com/office/drawing/2014/main" id="{9EF706F5-A8DC-BF46-B040-1A4D47171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34858D1-1FE7-0841-97C3-49C70001FDDA}"/>
              </a:ext>
            </a:extLst>
          </p:cNvPr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372B1AC8-74B7-C34C-8289-9B65FDFB6CC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2961F798-D661-3D46-B5CE-6D402C201D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673344D6-1FC8-1A47-97EC-9418BA45005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7C4028CC-B424-154D-BD93-E61E50C24CE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552CB30F-0709-FE43-BD31-587F8E1B154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F3ECD5A3-700D-4346-A225-E4F327AF7D7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8FD5A214-3BBB-7F48-B4FD-71505D61E3A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248">
            <a:extLst>
              <a:ext uri="{FF2B5EF4-FFF2-40B4-BE49-F238E27FC236}">
                <a16:creationId xmlns:a16="http://schemas.microsoft.com/office/drawing/2014/main" id="{78FE3AED-24A8-6C4B-823D-34D843152649}"/>
              </a:ext>
            </a:extLst>
          </p:cNvPr>
          <p:cNvGrpSpPr>
            <a:grpSpLocks/>
          </p:cNvGrpSpPr>
          <p:nvPr/>
        </p:nvGrpSpPr>
        <p:grpSpPr bwMode="auto"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346" name="Freeform 148">
              <a:extLst>
                <a:ext uri="{FF2B5EF4-FFF2-40B4-BE49-F238E27FC236}">
                  <a16:creationId xmlns:a16="http://schemas.microsoft.com/office/drawing/2014/main" id="{85451C8D-4747-E845-BDD8-6D7746970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Rectangle 149">
              <a:extLst>
                <a:ext uri="{FF2B5EF4-FFF2-40B4-BE49-F238E27FC236}">
                  <a16:creationId xmlns:a16="http://schemas.microsoft.com/office/drawing/2014/main" id="{720F8F77-9254-F144-9D40-FF595E87F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8" name="Freeform 150">
              <a:extLst>
                <a:ext uri="{FF2B5EF4-FFF2-40B4-BE49-F238E27FC236}">
                  <a16:creationId xmlns:a16="http://schemas.microsoft.com/office/drawing/2014/main" id="{6A486C96-F765-2943-90E4-63862879C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9" name="Freeform 151">
              <a:extLst>
                <a:ext uri="{FF2B5EF4-FFF2-40B4-BE49-F238E27FC236}">
                  <a16:creationId xmlns:a16="http://schemas.microsoft.com/office/drawing/2014/main" id="{A86769A5-BBB3-024C-B65A-503F62823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Rectangle 152">
              <a:extLst>
                <a:ext uri="{FF2B5EF4-FFF2-40B4-BE49-F238E27FC236}">
                  <a16:creationId xmlns:a16="http://schemas.microsoft.com/office/drawing/2014/main" id="{EDEA3D72-19C4-0445-996E-0463B4F73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1" name="Group 153">
              <a:extLst>
                <a:ext uri="{FF2B5EF4-FFF2-40B4-BE49-F238E27FC236}">
                  <a16:creationId xmlns:a16="http://schemas.microsoft.com/office/drawing/2014/main" id="{1F11C69D-094E-F747-B5C0-2DA1FE020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6" name="AutoShape 154">
                <a:extLst>
                  <a:ext uri="{FF2B5EF4-FFF2-40B4-BE49-F238E27FC236}">
                    <a16:creationId xmlns:a16="http://schemas.microsoft.com/office/drawing/2014/main" id="{C55CA8C4-32A7-154A-B758-95A762915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7" name="AutoShape 155">
                <a:extLst>
                  <a:ext uri="{FF2B5EF4-FFF2-40B4-BE49-F238E27FC236}">
                    <a16:creationId xmlns:a16="http://schemas.microsoft.com/office/drawing/2014/main" id="{7184AF16-B87E-9F43-917C-2C88AAEF0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2" name="Rectangle 156">
              <a:extLst>
                <a:ext uri="{FF2B5EF4-FFF2-40B4-BE49-F238E27FC236}">
                  <a16:creationId xmlns:a16="http://schemas.microsoft.com/office/drawing/2014/main" id="{48FF4647-B309-D64A-B015-19391B161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3" name="Group 157">
              <a:extLst>
                <a:ext uri="{FF2B5EF4-FFF2-40B4-BE49-F238E27FC236}">
                  <a16:creationId xmlns:a16="http://schemas.microsoft.com/office/drawing/2014/main" id="{BABA5FE5-37CC-EC4C-BDFC-7DCFD023A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4" name="AutoShape 158">
                <a:extLst>
                  <a:ext uri="{FF2B5EF4-FFF2-40B4-BE49-F238E27FC236}">
                    <a16:creationId xmlns:a16="http://schemas.microsoft.com/office/drawing/2014/main" id="{5C52FD21-5CA0-3043-8E83-A75B2F33F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5" name="AutoShape 159">
                <a:extLst>
                  <a:ext uri="{FF2B5EF4-FFF2-40B4-BE49-F238E27FC236}">
                    <a16:creationId xmlns:a16="http://schemas.microsoft.com/office/drawing/2014/main" id="{9026DFAE-BC0A-DB40-AA40-5414F6E19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4" name="Rectangle 160">
              <a:extLst>
                <a:ext uri="{FF2B5EF4-FFF2-40B4-BE49-F238E27FC236}">
                  <a16:creationId xmlns:a16="http://schemas.microsoft.com/office/drawing/2014/main" id="{B0BD4174-1E2C-CC47-8B22-39E3AD432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Rectangle 161">
              <a:extLst>
                <a:ext uri="{FF2B5EF4-FFF2-40B4-BE49-F238E27FC236}">
                  <a16:creationId xmlns:a16="http://schemas.microsoft.com/office/drawing/2014/main" id="{5D1D6DF0-40D7-0D45-A917-4840AE931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6" name="Group 162">
              <a:extLst>
                <a:ext uri="{FF2B5EF4-FFF2-40B4-BE49-F238E27FC236}">
                  <a16:creationId xmlns:a16="http://schemas.microsoft.com/office/drawing/2014/main" id="{7594B754-6C4A-7748-BFD2-4996DB6EF7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2" name="AutoShape 163">
                <a:extLst>
                  <a:ext uri="{FF2B5EF4-FFF2-40B4-BE49-F238E27FC236}">
                    <a16:creationId xmlns:a16="http://schemas.microsoft.com/office/drawing/2014/main" id="{5F147DEA-3B24-5D47-B987-8996EBD1E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3" name="AutoShape 164">
                <a:extLst>
                  <a:ext uri="{FF2B5EF4-FFF2-40B4-BE49-F238E27FC236}">
                    <a16:creationId xmlns:a16="http://schemas.microsoft.com/office/drawing/2014/main" id="{ED721BA0-A51B-AB48-8703-6EE160A82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7" name="Freeform 165">
              <a:extLst>
                <a:ext uri="{FF2B5EF4-FFF2-40B4-BE49-F238E27FC236}">
                  <a16:creationId xmlns:a16="http://schemas.microsoft.com/office/drawing/2014/main" id="{780D91FC-F251-D942-B17A-68640A718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8" name="Group 166">
              <a:extLst>
                <a:ext uri="{FF2B5EF4-FFF2-40B4-BE49-F238E27FC236}">
                  <a16:creationId xmlns:a16="http://schemas.microsoft.com/office/drawing/2014/main" id="{C9B91C48-BF55-C149-9929-BFB6413B7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0" name="AutoShape 167">
                <a:extLst>
                  <a:ext uri="{FF2B5EF4-FFF2-40B4-BE49-F238E27FC236}">
                    <a16:creationId xmlns:a16="http://schemas.microsoft.com/office/drawing/2014/main" id="{CA38CE73-BBD3-F144-8AD8-FFFF8346D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1" name="AutoShape 168">
                <a:extLst>
                  <a:ext uri="{FF2B5EF4-FFF2-40B4-BE49-F238E27FC236}">
                    <a16:creationId xmlns:a16="http://schemas.microsoft.com/office/drawing/2014/main" id="{FCAA7936-D811-CE4C-92B6-2D0E1B549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9" name="Rectangle 169">
              <a:extLst>
                <a:ext uri="{FF2B5EF4-FFF2-40B4-BE49-F238E27FC236}">
                  <a16:creationId xmlns:a16="http://schemas.microsoft.com/office/drawing/2014/main" id="{86075665-1B3C-684E-8884-99FC7886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0" name="Freeform 170">
              <a:extLst>
                <a:ext uri="{FF2B5EF4-FFF2-40B4-BE49-F238E27FC236}">
                  <a16:creationId xmlns:a16="http://schemas.microsoft.com/office/drawing/2014/main" id="{3F8E3655-B42F-284B-8ADF-B4BA131AB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Freeform 171">
              <a:extLst>
                <a:ext uri="{FF2B5EF4-FFF2-40B4-BE49-F238E27FC236}">
                  <a16:creationId xmlns:a16="http://schemas.microsoft.com/office/drawing/2014/main" id="{3E7B122E-A4D1-0149-86F1-E7947F9C7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Oval 172">
              <a:extLst>
                <a:ext uri="{FF2B5EF4-FFF2-40B4-BE49-F238E27FC236}">
                  <a16:creationId xmlns:a16="http://schemas.microsoft.com/office/drawing/2014/main" id="{3A381F49-16C5-C44C-8033-6EB7B98D6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3" name="Freeform 173">
              <a:extLst>
                <a:ext uri="{FF2B5EF4-FFF2-40B4-BE49-F238E27FC236}">
                  <a16:creationId xmlns:a16="http://schemas.microsoft.com/office/drawing/2014/main" id="{53DD2DD1-F942-774A-9AD8-909D94CF0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4" name="AutoShape 174">
              <a:extLst>
                <a:ext uri="{FF2B5EF4-FFF2-40B4-BE49-F238E27FC236}">
                  <a16:creationId xmlns:a16="http://schemas.microsoft.com/office/drawing/2014/main" id="{51AB5E8C-DA29-F543-AA82-E3C0444BB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5" name="AutoShape 175">
              <a:extLst>
                <a:ext uri="{FF2B5EF4-FFF2-40B4-BE49-F238E27FC236}">
                  <a16:creationId xmlns:a16="http://schemas.microsoft.com/office/drawing/2014/main" id="{ECC97CA2-9BF9-AC42-93A7-08F531929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Oval 176">
              <a:extLst>
                <a:ext uri="{FF2B5EF4-FFF2-40B4-BE49-F238E27FC236}">
                  <a16:creationId xmlns:a16="http://schemas.microsoft.com/office/drawing/2014/main" id="{7DFF487A-620D-B94B-8455-1E84061B6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7" name="Oval 177">
              <a:extLst>
                <a:ext uri="{FF2B5EF4-FFF2-40B4-BE49-F238E27FC236}">
                  <a16:creationId xmlns:a16="http://schemas.microsoft.com/office/drawing/2014/main" id="{A16BD41A-B6A4-D04A-8EB2-0316CCD30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8" name="Oval 178">
              <a:extLst>
                <a:ext uri="{FF2B5EF4-FFF2-40B4-BE49-F238E27FC236}">
                  <a16:creationId xmlns:a16="http://schemas.microsoft.com/office/drawing/2014/main" id="{FC2BA1AF-4A9A-4243-B0EC-76AAE9F13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Rectangle 179">
              <a:extLst>
                <a:ext uri="{FF2B5EF4-FFF2-40B4-BE49-F238E27FC236}">
                  <a16:creationId xmlns:a16="http://schemas.microsoft.com/office/drawing/2014/main" id="{8BFA87B3-0B70-5640-BD33-A553E40D4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33" name="Group 43">
            <a:extLst>
              <a:ext uri="{FF2B5EF4-FFF2-40B4-BE49-F238E27FC236}">
                <a16:creationId xmlns:a16="http://schemas.microsoft.com/office/drawing/2014/main" id="{C4F663FE-5F45-CE47-85DD-15B11F49D43C}"/>
              </a:ext>
            </a:extLst>
          </p:cNvPr>
          <p:cNvGrpSpPr>
            <a:grpSpLocks/>
          </p:cNvGrpSpPr>
          <p:nvPr/>
        </p:nvGrpSpPr>
        <p:grpSpPr bwMode="auto"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534" name="Freeform 44">
              <a:extLst>
                <a:ext uri="{FF2B5EF4-FFF2-40B4-BE49-F238E27FC236}">
                  <a16:creationId xmlns:a16="http://schemas.microsoft.com/office/drawing/2014/main" id="{891F45F2-C6F3-C642-99A3-916BE7A36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7951 w 10000"/>
                <a:gd name="connsiteY3" fmla="*/ 8723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alpha val="78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5" name="Group 45">
              <a:extLst>
                <a:ext uri="{FF2B5EF4-FFF2-40B4-BE49-F238E27FC236}">
                  <a16:creationId xmlns:a16="http://schemas.microsoft.com/office/drawing/2014/main" id="{03424AF6-F140-5044-B424-F839DC56C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536" name="Rectangle 46">
                <a:extLst>
                  <a:ext uri="{FF2B5EF4-FFF2-40B4-BE49-F238E27FC236}">
                    <a16:creationId xmlns:a16="http://schemas.microsoft.com/office/drawing/2014/main" id="{2A83F15E-AC56-9047-933E-C7FC4B751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7" name="Text Box 47">
                <a:extLst>
                  <a:ext uri="{FF2B5EF4-FFF2-40B4-BE49-F238E27FC236}">
                    <a16:creationId xmlns:a16="http://schemas.microsoft.com/office/drawing/2014/main" id="{40B4C487-0D29-384E-9FBF-2933FC189F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538" name="Line 48">
                <a:extLst>
                  <a:ext uri="{FF2B5EF4-FFF2-40B4-BE49-F238E27FC236}">
                    <a16:creationId xmlns:a16="http://schemas.microsoft.com/office/drawing/2014/main" id="{E5855A0A-4145-524E-AF03-40B19030B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9" name="Line 49">
                <a:extLst>
                  <a:ext uri="{FF2B5EF4-FFF2-40B4-BE49-F238E27FC236}">
                    <a16:creationId xmlns:a16="http://schemas.microsoft.com/office/drawing/2014/main" id="{5337342B-4FDA-0646-A04C-3117B3209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Line 50">
                <a:extLst>
                  <a:ext uri="{FF2B5EF4-FFF2-40B4-BE49-F238E27FC236}">
                    <a16:creationId xmlns:a16="http://schemas.microsoft.com/office/drawing/2014/main" id="{B1569789-ADB1-1343-8746-60FF932C5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1" name="Line 51">
                <a:extLst>
                  <a:ext uri="{FF2B5EF4-FFF2-40B4-BE49-F238E27FC236}">
                    <a16:creationId xmlns:a16="http://schemas.microsoft.com/office/drawing/2014/main" id="{3227A074-26EB-4F40-9804-D2ECB13D8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542" name="Group 325">
            <a:extLst>
              <a:ext uri="{FF2B5EF4-FFF2-40B4-BE49-F238E27FC236}">
                <a16:creationId xmlns:a16="http://schemas.microsoft.com/office/drawing/2014/main" id="{44BB38E6-E14F-E243-A361-68D05E58CCCB}"/>
              </a:ext>
            </a:extLst>
          </p:cNvPr>
          <p:cNvGrpSpPr>
            <a:grpSpLocks/>
          </p:cNvGrpSpPr>
          <p:nvPr/>
        </p:nvGrpSpPr>
        <p:grpSpPr bwMode="auto">
          <a:xfrm>
            <a:off x="571500" y="1568450"/>
            <a:ext cx="515937" cy="333375"/>
            <a:chOff x="328" y="678"/>
            <a:chExt cx="325" cy="210"/>
          </a:xfrm>
        </p:grpSpPr>
        <p:grpSp>
          <p:nvGrpSpPr>
            <p:cNvPr id="543" name="Group 52">
              <a:extLst>
                <a:ext uri="{FF2B5EF4-FFF2-40B4-BE49-F238E27FC236}">
                  <a16:creationId xmlns:a16="http://schemas.microsoft.com/office/drawing/2014/main" id="{0A8D6708-4609-6945-A946-E47D0AA23B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545" name="Rectangle 53">
                <a:extLst>
                  <a:ext uri="{FF2B5EF4-FFF2-40B4-BE49-F238E27FC236}">
                    <a16:creationId xmlns:a16="http://schemas.microsoft.com/office/drawing/2014/main" id="{B6E73418-9916-914F-BAF1-61EBBD28B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6" name="Text Box 54">
                <a:extLst>
                  <a:ext uri="{FF2B5EF4-FFF2-40B4-BE49-F238E27FC236}">
                    <a16:creationId xmlns:a16="http://schemas.microsoft.com/office/drawing/2014/main" id="{EB3D178B-2079-974C-BBAF-D1859C342A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sp>
          <p:nvSpPr>
            <p:cNvPr id="544" name="AutoShape 85">
              <a:extLst>
                <a:ext uri="{FF2B5EF4-FFF2-40B4-BE49-F238E27FC236}">
                  <a16:creationId xmlns:a16="http://schemas.microsoft.com/office/drawing/2014/main" id="{B164A8CC-CDC1-E443-A720-0B9C1A59C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47" name="Rectangle 100">
            <a:extLst>
              <a:ext uri="{FF2B5EF4-FFF2-40B4-BE49-F238E27FC236}">
                <a16:creationId xmlns:a16="http://schemas.microsoft.com/office/drawing/2014/main" id="{736B0FF4-A2E8-AE45-921A-22C015CB3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8" y="1568450"/>
            <a:ext cx="4227512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to send HTTP request, client first opens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TCP socket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to web server</a:t>
            </a:r>
          </a:p>
        </p:txBody>
      </p:sp>
      <p:sp>
        <p:nvSpPr>
          <p:cNvPr id="548" name="Rectangle 101">
            <a:extLst>
              <a:ext uri="{FF2B5EF4-FFF2-40B4-BE49-F238E27FC236}">
                <a16:creationId xmlns:a16="http://schemas.microsoft.com/office/drawing/2014/main" id="{FC65F5D7-75A7-7843-969E-B8C83BD5E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2" y="2924175"/>
            <a:ext cx="4783138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TCP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SYN segment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(step 1 in TCP 3-way handshake)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inter-domain routed to web server</a:t>
            </a:r>
          </a:p>
        </p:txBody>
      </p:sp>
      <p:sp>
        <p:nvSpPr>
          <p:cNvPr id="549" name="Rectangle 102">
            <a:extLst>
              <a:ext uri="{FF2B5EF4-FFF2-40B4-BE49-F238E27FC236}">
                <a16:creationId xmlns:a16="http://schemas.microsoft.com/office/drawing/2014/main" id="{51C744F0-EF71-344A-B333-4EEF1D802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837" y="5397500"/>
            <a:ext cx="4997745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TCP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connection established!</a:t>
            </a:r>
          </a:p>
        </p:txBody>
      </p:sp>
      <p:grpSp>
        <p:nvGrpSpPr>
          <p:cNvPr id="550" name="Group 314">
            <a:extLst>
              <a:ext uri="{FF2B5EF4-FFF2-40B4-BE49-F238E27FC236}">
                <a16:creationId xmlns:a16="http://schemas.microsoft.com/office/drawing/2014/main" id="{4E3B24CA-FEEE-3E47-9A58-189AE2727095}"/>
              </a:ext>
            </a:extLst>
          </p:cNvPr>
          <p:cNvGrpSpPr>
            <a:grpSpLocks/>
          </p:cNvGrpSpPr>
          <p:nvPr/>
        </p:nvGrpSpPr>
        <p:grpSpPr bwMode="auto">
          <a:xfrm>
            <a:off x="207962" y="2414588"/>
            <a:ext cx="1081088" cy="244475"/>
            <a:chOff x="410" y="1508"/>
            <a:chExt cx="681" cy="154"/>
          </a:xfrm>
        </p:grpSpPr>
        <p:sp>
          <p:nvSpPr>
            <p:cNvPr id="551" name="Rectangle 99">
              <a:extLst>
                <a:ext uri="{FF2B5EF4-FFF2-40B4-BE49-F238E27FC236}">
                  <a16:creationId xmlns:a16="http://schemas.microsoft.com/office/drawing/2014/main" id="{287E07CE-E274-3F4D-96B8-D3177BBB1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" y="1511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2" name="Rectangle 95">
              <a:extLst>
                <a:ext uri="{FF2B5EF4-FFF2-40B4-BE49-F238E27FC236}">
                  <a16:creationId xmlns:a16="http://schemas.microsoft.com/office/drawing/2014/main" id="{8886EA9A-C5FF-A347-84C6-EC7C6AFE8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1536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3" name="Rectangle 96">
              <a:extLst>
                <a:ext uri="{FF2B5EF4-FFF2-40B4-BE49-F238E27FC236}">
                  <a16:creationId xmlns:a16="http://schemas.microsoft.com/office/drawing/2014/main" id="{3E962067-480B-FE47-A3AE-7153A4C45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" y="1525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4" name="Rectangle 97">
              <a:extLst>
                <a:ext uri="{FF2B5EF4-FFF2-40B4-BE49-F238E27FC236}">
                  <a16:creationId xmlns:a16="http://schemas.microsoft.com/office/drawing/2014/main" id="{B4CDB1AD-3C2F-3347-A517-1F1AEEF6D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" y="1527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5" name="Rectangle 98">
              <a:extLst>
                <a:ext uri="{FF2B5EF4-FFF2-40B4-BE49-F238E27FC236}">
                  <a16:creationId xmlns:a16="http://schemas.microsoft.com/office/drawing/2014/main" id="{B0AC5248-EFDD-2142-9FBF-32AD6EF4B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" y="1526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6" name="Group 310">
              <a:extLst>
                <a:ext uri="{FF2B5EF4-FFF2-40B4-BE49-F238E27FC236}">
                  <a16:creationId xmlns:a16="http://schemas.microsoft.com/office/drawing/2014/main" id="{24999875-A88C-FD45-9FAA-ED70B2D1AA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557" name="Rectangle 311">
                <a:extLst>
                  <a:ext uri="{FF2B5EF4-FFF2-40B4-BE49-F238E27FC236}">
                    <a16:creationId xmlns:a16="http://schemas.microsoft.com/office/drawing/2014/main" id="{D865E817-3F6A-2344-8E60-F652C9FDE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8" name="Rectangle 312">
                <a:extLst>
                  <a:ext uri="{FF2B5EF4-FFF2-40B4-BE49-F238E27FC236}">
                    <a16:creationId xmlns:a16="http://schemas.microsoft.com/office/drawing/2014/main" id="{197093E6-8F10-9442-89AF-4F26EE9D4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9" name="Text Box 313">
                <a:extLst>
                  <a:ext uri="{FF2B5EF4-FFF2-40B4-BE49-F238E27FC236}">
                    <a16:creationId xmlns:a16="http://schemas.microsoft.com/office/drawing/2014/main" id="{4A84191B-BE9C-EE49-85DF-BE63E57CAE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</p:grpSp>
      <p:grpSp>
        <p:nvGrpSpPr>
          <p:cNvPr id="560" name="Group 326">
            <a:extLst>
              <a:ext uri="{FF2B5EF4-FFF2-40B4-BE49-F238E27FC236}">
                <a16:creationId xmlns:a16="http://schemas.microsoft.com/office/drawing/2014/main" id="{6035F0FF-3872-4E4A-B014-49029AA39D2F}"/>
              </a:ext>
            </a:extLst>
          </p:cNvPr>
          <p:cNvGrpSpPr>
            <a:grpSpLocks/>
          </p:cNvGrpSpPr>
          <p:nvPr/>
        </p:nvGrpSpPr>
        <p:grpSpPr bwMode="auto">
          <a:xfrm>
            <a:off x="549275" y="4546600"/>
            <a:ext cx="1081088" cy="782638"/>
            <a:chOff x="59" y="863"/>
            <a:chExt cx="681" cy="493"/>
          </a:xfrm>
        </p:grpSpPr>
        <p:grpSp>
          <p:nvGrpSpPr>
            <p:cNvPr id="561" name="Group 68">
              <a:extLst>
                <a:ext uri="{FF2B5EF4-FFF2-40B4-BE49-F238E27FC236}">
                  <a16:creationId xmlns:a16="http://schemas.microsoft.com/office/drawing/2014/main" id="{05F3B1DD-FD64-574D-A15D-8719F0552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723" name="Rectangle 69">
                <a:extLst>
                  <a:ext uri="{FF2B5EF4-FFF2-40B4-BE49-F238E27FC236}">
                    <a16:creationId xmlns:a16="http://schemas.microsoft.com/office/drawing/2014/main" id="{0ECCD2F8-075F-0A4D-B835-3EDF82D22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4" name="Rectangle 70">
                <a:extLst>
                  <a:ext uri="{FF2B5EF4-FFF2-40B4-BE49-F238E27FC236}">
                    <a16:creationId xmlns:a16="http://schemas.microsoft.com/office/drawing/2014/main" id="{EBF470C4-203D-234A-BB30-E9BF4F288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62" name="Group 301">
              <a:extLst>
                <a:ext uri="{FF2B5EF4-FFF2-40B4-BE49-F238E27FC236}">
                  <a16:creationId xmlns:a16="http://schemas.microsoft.com/office/drawing/2014/main" id="{E2F59A8B-1798-8245-B3C6-525C81A835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646" name="Rectangle 59">
                <a:extLst>
                  <a:ext uri="{FF2B5EF4-FFF2-40B4-BE49-F238E27FC236}">
                    <a16:creationId xmlns:a16="http://schemas.microsoft.com/office/drawing/2014/main" id="{9FDB2F95-1041-4549-879B-1B6E036E1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47" name="Rectangle 60">
                <a:extLst>
                  <a:ext uri="{FF2B5EF4-FFF2-40B4-BE49-F238E27FC236}">
                    <a16:creationId xmlns:a16="http://schemas.microsoft.com/office/drawing/2014/main" id="{D867A23D-4E29-624B-9F72-E29177D4C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3" name="Text Box 297">
                <a:extLst>
                  <a:ext uri="{FF2B5EF4-FFF2-40B4-BE49-F238E27FC236}">
                    <a16:creationId xmlns:a16="http://schemas.microsoft.com/office/drawing/2014/main" id="{2CD54253-7CF3-C34D-B65E-37D425B451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563" name="Group 302">
              <a:extLst>
                <a:ext uri="{FF2B5EF4-FFF2-40B4-BE49-F238E27FC236}">
                  <a16:creationId xmlns:a16="http://schemas.microsoft.com/office/drawing/2014/main" id="{27EAE6D6-CC8D-BC4B-985B-D73103885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574" name="Rectangle 303">
                <a:extLst>
                  <a:ext uri="{FF2B5EF4-FFF2-40B4-BE49-F238E27FC236}">
                    <a16:creationId xmlns:a16="http://schemas.microsoft.com/office/drawing/2014/main" id="{161A0B61-4B46-1246-B317-2A22E46F6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5" name="Rectangle 304">
                <a:extLst>
                  <a:ext uri="{FF2B5EF4-FFF2-40B4-BE49-F238E27FC236}">
                    <a16:creationId xmlns:a16="http://schemas.microsoft.com/office/drawing/2014/main" id="{6CF3ECE3-58C4-8F4C-91B7-8E5A9B5C9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6" name="Text Box 305">
                <a:extLst>
                  <a:ext uri="{FF2B5EF4-FFF2-40B4-BE49-F238E27FC236}">
                    <a16:creationId xmlns:a16="http://schemas.microsoft.com/office/drawing/2014/main" id="{BADE4FCB-B8A8-034E-9598-B068A15725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564" name="Group 315">
              <a:extLst>
                <a:ext uri="{FF2B5EF4-FFF2-40B4-BE49-F238E27FC236}">
                  <a16:creationId xmlns:a16="http://schemas.microsoft.com/office/drawing/2014/main" id="{D29235BE-BACD-D946-AB55-0AA77A9B45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565" name="Rectangle 316">
                <a:extLst>
                  <a:ext uri="{FF2B5EF4-FFF2-40B4-BE49-F238E27FC236}">
                    <a16:creationId xmlns:a16="http://schemas.microsoft.com/office/drawing/2014/main" id="{71D1FC90-B0D4-0748-B73C-0C001AABA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6" name="Rectangle 317">
                <a:extLst>
                  <a:ext uri="{FF2B5EF4-FFF2-40B4-BE49-F238E27FC236}">
                    <a16:creationId xmlns:a16="http://schemas.microsoft.com/office/drawing/2014/main" id="{259D6AF6-E31C-B04A-985C-2997A516D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7" name="Rectangle 318">
                <a:extLst>
                  <a:ext uri="{FF2B5EF4-FFF2-40B4-BE49-F238E27FC236}">
                    <a16:creationId xmlns:a16="http://schemas.microsoft.com/office/drawing/2014/main" id="{2A231446-5FA9-CF40-928B-8DF94AD2E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8" name="Rectangle 319">
                <a:extLst>
                  <a:ext uri="{FF2B5EF4-FFF2-40B4-BE49-F238E27FC236}">
                    <a16:creationId xmlns:a16="http://schemas.microsoft.com/office/drawing/2014/main" id="{8323599A-5DB9-4848-8D70-91081A64A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9" name="Rectangle 320">
                <a:extLst>
                  <a:ext uri="{FF2B5EF4-FFF2-40B4-BE49-F238E27FC236}">
                    <a16:creationId xmlns:a16="http://schemas.microsoft.com/office/drawing/2014/main" id="{F497CB89-2EBF-0144-AF05-9D589F900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570" name="Group 321">
                <a:extLst>
                  <a:ext uri="{FF2B5EF4-FFF2-40B4-BE49-F238E27FC236}">
                    <a16:creationId xmlns:a16="http://schemas.microsoft.com/office/drawing/2014/main" id="{BD18992D-86F7-8246-A366-53CBF4FFE4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571" name="Rectangle 322">
                  <a:extLst>
                    <a:ext uri="{FF2B5EF4-FFF2-40B4-BE49-F238E27FC236}">
                      <a16:creationId xmlns:a16="http://schemas.microsoft.com/office/drawing/2014/main" id="{D1798245-1945-B24B-957C-B072AF1AF4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72" name="Rectangle 323">
                  <a:extLst>
                    <a:ext uri="{FF2B5EF4-FFF2-40B4-BE49-F238E27FC236}">
                      <a16:creationId xmlns:a16="http://schemas.microsoft.com/office/drawing/2014/main" id="{E643A63C-1C57-B945-8DAB-10DAD13D9A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73" name="Text Box 324">
                  <a:extLst>
                    <a:ext uri="{FF2B5EF4-FFF2-40B4-BE49-F238E27FC236}">
                      <a16:creationId xmlns:a16="http://schemas.microsoft.com/office/drawing/2014/main" id="{A6BFAAD3-2439-FF41-9F7B-7FAA3A2AAC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SYN</a:t>
                  </a:r>
                </a:p>
              </p:txBody>
            </p:sp>
          </p:grpSp>
        </p:grpSp>
      </p:grpSp>
      <p:grpSp>
        <p:nvGrpSpPr>
          <p:cNvPr id="725" name="Group 336">
            <a:extLst>
              <a:ext uri="{FF2B5EF4-FFF2-40B4-BE49-F238E27FC236}">
                <a16:creationId xmlns:a16="http://schemas.microsoft.com/office/drawing/2014/main" id="{107D05EF-6115-084F-86DB-BA3615F99A17}"/>
              </a:ext>
            </a:extLst>
          </p:cNvPr>
          <p:cNvGrpSpPr>
            <a:grpSpLocks/>
          </p:cNvGrpSpPr>
          <p:nvPr/>
        </p:nvGrpSpPr>
        <p:grpSpPr bwMode="auto"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726" name="Freeform 328">
              <a:extLst>
                <a:ext uri="{FF2B5EF4-FFF2-40B4-BE49-F238E27FC236}">
                  <a16:creationId xmlns:a16="http://schemas.microsoft.com/office/drawing/2014/main" id="{C808993F-94F8-8A45-897A-1CEA5B97A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1912"/>
              <a:ext cx="602" cy="87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9536 w 10000"/>
                <a:gd name="connsiteY1" fmla="*/ 7497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9967"/>
                <a:gd name="connsiteY0" fmla="*/ 0 h 9690"/>
                <a:gd name="connsiteX1" fmla="*/ 9867 w 9967"/>
                <a:gd name="connsiteY1" fmla="*/ 6212 h 9690"/>
                <a:gd name="connsiteX2" fmla="*/ 9967 w 9967"/>
                <a:gd name="connsiteY2" fmla="*/ 9690 h 9690"/>
                <a:gd name="connsiteX3" fmla="*/ 0 w 9967"/>
                <a:gd name="connsiteY3" fmla="*/ 8726 h 9690"/>
                <a:gd name="connsiteX4" fmla="*/ 7550 w 9967"/>
                <a:gd name="connsiteY4" fmla="*/ 8306 h 9690"/>
                <a:gd name="connsiteX5" fmla="*/ 8212 w 9967"/>
                <a:gd name="connsiteY5" fmla="*/ 0 h 9690"/>
                <a:gd name="connsiteX0" fmla="*/ 8239 w 10000"/>
                <a:gd name="connsiteY0" fmla="*/ 0 h 10000"/>
                <a:gd name="connsiteX1" fmla="*/ 9900 w 10000"/>
                <a:gd name="connsiteY1" fmla="*/ 6411 h 10000"/>
                <a:gd name="connsiteX2" fmla="*/ 10000 w 10000"/>
                <a:gd name="connsiteY2" fmla="*/ 10000 h 10000"/>
                <a:gd name="connsiteX3" fmla="*/ 0 w 10000"/>
                <a:gd name="connsiteY3" fmla="*/ 9005 h 10000"/>
                <a:gd name="connsiteX4" fmla="*/ 7575 w 10000"/>
                <a:gd name="connsiteY4" fmla="*/ 8572 h 10000"/>
                <a:gd name="connsiteX5" fmla="*/ 8239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alpha val="82000"/>
                  </a:schemeClr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27" name="Group 329">
              <a:extLst>
                <a:ext uri="{FF2B5EF4-FFF2-40B4-BE49-F238E27FC236}">
                  <a16:creationId xmlns:a16="http://schemas.microsoft.com/office/drawing/2014/main" id="{B5BE8796-97B9-3644-B950-2C1616F27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728" name="Rectangle 330">
                <a:extLst>
                  <a:ext uri="{FF2B5EF4-FFF2-40B4-BE49-F238E27FC236}">
                    <a16:creationId xmlns:a16="http://schemas.microsoft.com/office/drawing/2014/main" id="{91474FC9-D174-724F-8612-26D3BA8DB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9" name="Text Box 331">
                <a:extLst>
                  <a:ext uri="{FF2B5EF4-FFF2-40B4-BE49-F238E27FC236}">
                    <a16:creationId xmlns:a16="http://schemas.microsoft.com/office/drawing/2014/main" id="{A5CD626E-60BB-A74C-964A-D17E6993C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5" y="2954"/>
                <a:ext cx="374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730" name="Line 332">
                <a:extLst>
                  <a:ext uri="{FF2B5EF4-FFF2-40B4-BE49-F238E27FC236}">
                    <a16:creationId xmlns:a16="http://schemas.microsoft.com/office/drawing/2014/main" id="{92735F6A-D69A-0741-B5A9-AD43554A9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1" name="Line 333">
                <a:extLst>
                  <a:ext uri="{FF2B5EF4-FFF2-40B4-BE49-F238E27FC236}">
                    <a16:creationId xmlns:a16="http://schemas.microsoft.com/office/drawing/2014/main" id="{8EFB313E-BEDF-E246-B22C-448C44512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2" name="Line 334">
                <a:extLst>
                  <a:ext uri="{FF2B5EF4-FFF2-40B4-BE49-F238E27FC236}">
                    <a16:creationId xmlns:a16="http://schemas.microsoft.com/office/drawing/2014/main" id="{826CB045-CB87-5742-B58C-FEAC79CB0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3" name="Line 335">
                <a:extLst>
                  <a:ext uri="{FF2B5EF4-FFF2-40B4-BE49-F238E27FC236}">
                    <a16:creationId xmlns:a16="http://schemas.microsoft.com/office/drawing/2014/main" id="{8B5391D7-FC0B-6B43-8C19-675DAEA82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34" name="Group 337">
            <a:extLst>
              <a:ext uri="{FF2B5EF4-FFF2-40B4-BE49-F238E27FC236}">
                <a16:creationId xmlns:a16="http://schemas.microsoft.com/office/drawing/2014/main" id="{BDBCD45F-1F7A-9543-8559-5895A90FD148}"/>
              </a:ext>
            </a:extLst>
          </p:cNvPr>
          <p:cNvGrpSpPr>
            <a:grpSpLocks/>
          </p:cNvGrpSpPr>
          <p:nvPr/>
        </p:nvGrpSpPr>
        <p:grpSpPr bwMode="auto">
          <a:xfrm>
            <a:off x="207962" y="1870075"/>
            <a:ext cx="1081088" cy="782638"/>
            <a:chOff x="59" y="863"/>
            <a:chExt cx="681" cy="493"/>
          </a:xfrm>
        </p:grpSpPr>
        <p:grpSp>
          <p:nvGrpSpPr>
            <p:cNvPr id="735" name="Group 338">
              <a:extLst>
                <a:ext uri="{FF2B5EF4-FFF2-40B4-BE49-F238E27FC236}">
                  <a16:creationId xmlns:a16="http://schemas.microsoft.com/office/drawing/2014/main" id="{0241F242-E3E0-E04C-9D42-A8DA1F4635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754" name="Rectangle 339">
                <a:extLst>
                  <a:ext uri="{FF2B5EF4-FFF2-40B4-BE49-F238E27FC236}">
                    <a16:creationId xmlns:a16="http://schemas.microsoft.com/office/drawing/2014/main" id="{40719677-5F13-A547-B939-37B964C39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5" name="Rectangle 340">
                <a:extLst>
                  <a:ext uri="{FF2B5EF4-FFF2-40B4-BE49-F238E27FC236}">
                    <a16:creationId xmlns:a16="http://schemas.microsoft.com/office/drawing/2014/main" id="{8FBD903F-689E-1E4F-A4E8-B865330E9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736" name="Group 341">
              <a:extLst>
                <a:ext uri="{FF2B5EF4-FFF2-40B4-BE49-F238E27FC236}">
                  <a16:creationId xmlns:a16="http://schemas.microsoft.com/office/drawing/2014/main" id="{D3A49F13-3F7D-AF43-A7B5-75D42D3F0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751" name="Rectangle 342">
                <a:extLst>
                  <a:ext uri="{FF2B5EF4-FFF2-40B4-BE49-F238E27FC236}">
                    <a16:creationId xmlns:a16="http://schemas.microsoft.com/office/drawing/2014/main" id="{6560040F-827B-4144-9A62-12A938DFB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2" name="Rectangle 343">
                <a:extLst>
                  <a:ext uri="{FF2B5EF4-FFF2-40B4-BE49-F238E27FC236}">
                    <a16:creationId xmlns:a16="http://schemas.microsoft.com/office/drawing/2014/main" id="{4979BB7B-93B5-3A44-9BF4-72A3A854B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3" name="Text Box 344">
                <a:extLst>
                  <a:ext uri="{FF2B5EF4-FFF2-40B4-BE49-F238E27FC236}">
                    <a16:creationId xmlns:a16="http://schemas.microsoft.com/office/drawing/2014/main" id="{C02CFF55-650B-AD4A-92D7-CDA2D2C4C1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737" name="Group 345">
              <a:extLst>
                <a:ext uri="{FF2B5EF4-FFF2-40B4-BE49-F238E27FC236}">
                  <a16:creationId xmlns:a16="http://schemas.microsoft.com/office/drawing/2014/main" id="{B6AC2CCC-A76E-2445-8246-899C8784EA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748" name="Rectangle 346">
                <a:extLst>
                  <a:ext uri="{FF2B5EF4-FFF2-40B4-BE49-F238E27FC236}">
                    <a16:creationId xmlns:a16="http://schemas.microsoft.com/office/drawing/2014/main" id="{91D927BE-A5DA-AB48-AF73-32631E45B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9" name="Rectangle 347">
                <a:extLst>
                  <a:ext uri="{FF2B5EF4-FFF2-40B4-BE49-F238E27FC236}">
                    <a16:creationId xmlns:a16="http://schemas.microsoft.com/office/drawing/2014/main" id="{7BE391C6-43DB-3043-B89D-6DEE17F0E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0" name="Text Box 348">
                <a:extLst>
                  <a:ext uri="{FF2B5EF4-FFF2-40B4-BE49-F238E27FC236}">
                    <a16:creationId xmlns:a16="http://schemas.microsoft.com/office/drawing/2014/main" id="{78193E8E-5EDB-3C4B-908D-01FFF86C6A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738" name="Group 349">
              <a:extLst>
                <a:ext uri="{FF2B5EF4-FFF2-40B4-BE49-F238E27FC236}">
                  <a16:creationId xmlns:a16="http://schemas.microsoft.com/office/drawing/2014/main" id="{63AF8189-9A3F-D542-9CEC-58D39BCAEE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739" name="Rectangle 350">
                <a:extLst>
                  <a:ext uri="{FF2B5EF4-FFF2-40B4-BE49-F238E27FC236}">
                    <a16:creationId xmlns:a16="http://schemas.microsoft.com/office/drawing/2014/main" id="{A020A05E-94BF-C640-A8CB-AF123AA2F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0" name="Rectangle 351">
                <a:extLst>
                  <a:ext uri="{FF2B5EF4-FFF2-40B4-BE49-F238E27FC236}">
                    <a16:creationId xmlns:a16="http://schemas.microsoft.com/office/drawing/2014/main" id="{22E1DFE5-9FD3-AA4B-BDC5-018CD8E70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1" name="Rectangle 352">
                <a:extLst>
                  <a:ext uri="{FF2B5EF4-FFF2-40B4-BE49-F238E27FC236}">
                    <a16:creationId xmlns:a16="http://schemas.microsoft.com/office/drawing/2014/main" id="{0849A1A5-14E0-374C-BA02-9C63B614DB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2" name="Rectangle 353">
                <a:extLst>
                  <a:ext uri="{FF2B5EF4-FFF2-40B4-BE49-F238E27FC236}">
                    <a16:creationId xmlns:a16="http://schemas.microsoft.com/office/drawing/2014/main" id="{82BE04FB-4B53-BA46-B018-3B9000714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3" name="Rectangle 354">
                <a:extLst>
                  <a:ext uri="{FF2B5EF4-FFF2-40B4-BE49-F238E27FC236}">
                    <a16:creationId xmlns:a16="http://schemas.microsoft.com/office/drawing/2014/main" id="{13D8F146-B1F3-FA41-A508-298A5DADE5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744" name="Group 355">
                <a:extLst>
                  <a:ext uri="{FF2B5EF4-FFF2-40B4-BE49-F238E27FC236}">
                    <a16:creationId xmlns:a16="http://schemas.microsoft.com/office/drawing/2014/main" id="{87B22912-5DB4-CC4E-8302-A587515DDD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745" name="Rectangle 356">
                  <a:extLst>
                    <a:ext uri="{FF2B5EF4-FFF2-40B4-BE49-F238E27FC236}">
                      <a16:creationId xmlns:a16="http://schemas.microsoft.com/office/drawing/2014/main" id="{E761A945-3F5E-CA4E-A896-C01C89521E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46" name="Rectangle 357">
                  <a:extLst>
                    <a:ext uri="{FF2B5EF4-FFF2-40B4-BE49-F238E27FC236}">
                      <a16:creationId xmlns:a16="http://schemas.microsoft.com/office/drawing/2014/main" id="{84134D3E-13F8-6042-9D38-AF73D970B8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47" name="Text Box 358">
                  <a:extLst>
                    <a:ext uri="{FF2B5EF4-FFF2-40B4-BE49-F238E27FC236}">
                      <a16:creationId xmlns:a16="http://schemas.microsoft.com/office/drawing/2014/main" id="{360C0654-D2F5-A249-98C0-8B4B35A822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SYN</a:t>
                  </a:r>
                </a:p>
              </p:txBody>
            </p:sp>
          </p:grpSp>
        </p:grpSp>
      </p:grpSp>
      <p:sp>
        <p:nvSpPr>
          <p:cNvPr id="756" name="Rectangle 359">
            <a:extLst>
              <a:ext uri="{FF2B5EF4-FFF2-40B4-BE49-F238E27FC236}">
                <a16:creationId xmlns:a16="http://schemas.microsoft.com/office/drawing/2014/main" id="{A9BE400C-E7A8-814F-9EFA-D314343C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788" y="4757738"/>
            <a:ext cx="184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57" name="Group 391">
            <a:extLst>
              <a:ext uri="{FF2B5EF4-FFF2-40B4-BE49-F238E27FC236}">
                <a16:creationId xmlns:a16="http://schemas.microsoft.com/office/drawing/2014/main" id="{17C83498-6185-2647-828E-58DDFAF371A4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4546600"/>
            <a:ext cx="1081087" cy="782638"/>
            <a:chOff x="2675" y="3676"/>
            <a:chExt cx="681" cy="493"/>
          </a:xfrm>
        </p:grpSpPr>
        <p:grpSp>
          <p:nvGrpSpPr>
            <p:cNvPr id="758" name="Group 361">
              <a:extLst>
                <a:ext uri="{FF2B5EF4-FFF2-40B4-BE49-F238E27FC236}">
                  <a16:creationId xmlns:a16="http://schemas.microsoft.com/office/drawing/2014/main" id="{18FD13CD-0315-B647-B6AF-39F23BA874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810" name="Rectangle 362">
                <a:extLst>
                  <a:ext uri="{FF2B5EF4-FFF2-40B4-BE49-F238E27FC236}">
                    <a16:creationId xmlns:a16="http://schemas.microsoft.com/office/drawing/2014/main" id="{9C3274D0-8E72-FF4D-AA28-A8EAE39D6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11" name="Rectangle 363">
                <a:extLst>
                  <a:ext uri="{FF2B5EF4-FFF2-40B4-BE49-F238E27FC236}">
                    <a16:creationId xmlns:a16="http://schemas.microsoft.com/office/drawing/2014/main" id="{2A85A536-6D67-544C-8670-9B17244FB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759" name="Group 382">
              <a:extLst>
                <a:ext uri="{FF2B5EF4-FFF2-40B4-BE49-F238E27FC236}">
                  <a16:creationId xmlns:a16="http://schemas.microsoft.com/office/drawing/2014/main" id="{A64FBDF6-0E86-E740-A72D-FB97797F5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807" name="Rectangle 365">
                <a:extLst>
                  <a:ext uri="{FF2B5EF4-FFF2-40B4-BE49-F238E27FC236}">
                    <a16:creationId xmlns:a16="http://schemas.microsoft.com/office/drawing/2014/main" id="{8E976F92-FA7A-AB47-9B21-9CC5C1911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8" name="Rectangle 366">
                <a:extLst>
                  <a:ext uri="{FF2B5EF4-FFF2-40B4-BE49-F238E27FC236}">
                    <a16:creationId xmlns:a16="http://schemas.microsoft.com/office/drawing/2014/main" id="{6AD327EE-B6BC-D741-A7C2-B834A5D593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9" name="Text Box 367">
                <a:extLst>
                  <a:ext uri="{FF2B5EF4-FFF2-40B4-BE49-F238E27FC236}">
                    <a16:creationId xmlns:a16="http://schemas.microsoft.com/office/drawing/2014/main" id="{96F9A0CD-789B-D04C-9566-4A2973C5EF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sp>
          <p:nvSpPr>
            <p:cNvPr id="760" name="Rectangle 373">
              <a:extLst>
                <a:ext uri="{FF2B5EF4-FFF2-40B4-BE49-F238E27FC236}">
                  <a16:creationId xmlns:a16="http://schemas.microsoft.com/office/drawing/2014/main" id="{F2EBED54-BD1B-ED40-89CC-56E9651CA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1" name="Rectangle 374">
              <a:extLst>
                <a:ext uri="{FF2B5EF4-FFF2-40B4-BE49-F238E27FC236}">
                  <a16:creationId xmlns:a16="http://schemas.microsoft.com/office/drawing/2014/main" id="{74AF0931-1E02-754D-9005-03A58D5C2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2" name="Rectangle 375">
              <a:extLst>
                <a:ext uri="{FF2B5EF4-FFF2-40B4-BE49-F238E27FC236}">
                  <a16:creationId xmlns:a16="http://schemas.microsoft.com/office/drawing/2014/main" id="{9DE1570C-335C-9C44-9681-536C219A3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3" name="Rectangle 376">
              <a:extLst>
                <a:ext uri="{FF2B5EF4-FFF2-40B4-BE49-F238E27FC236}">
                  <a16:creationId xmlns:a16="http://schemas.microsoft.com/office/drawing/2014/main" id="{1A5BAEF7-331F-F14B-B97F-78D5BE86A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4" name="Rectangle 377">
              <a:extLst>
                <a:ext uri="{FF2B5EF4-FFF2-40B4-BE49-F238E27FC236}">
                  <a16:creationId xmlns:a16="http://schemas.microsoft.com/office/drawing/2014/main" id="{84336569-B3A7-6A49-A82B-99D5EC339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65" name="Group 383">
              <a:extLst>
                <a:ext uri="{FF2B5EF4-FFF2-40B4-BE49-F238E27FC236}">
                  <a16:creationId xmlns:a16="http://schemas.microsoft.com/office/drawing/2014/main" id="{28790B64-9067-B544-9439-EB76C10C1F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804" name="Rectangle 384">
                <a:extLst>
                  <a:ext uri="{FF2B5EF4-FFF2-40B4-BE49-F238E27FC236}">
                    <a16:creationId xmlns:a16="http://schemas.microsoft.com/office/drawing/2014/main" id="{BEF7727E-C16B-5F45-BAA7-AE952E8936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5" name="Rectangle 385">
                <a:extLst>
                  <a:ext uri="{FF2B5EF4-FFF2-40B4-BE49-F238E27FC236}">
                    <a16:creationId xmlns:a16="http://schemas.microsoft.com/office/drawing/2014/main" id="{FB8C79D1-4376-1A40-B6C0-F73357935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6" name="Text Box 386">
                <a:extLst>
                  <a:ext uri="{FF2B5EF4-FFF2-40B4-BE49-F238E27FC236}">
                    <a16:creationId xmlns:a16="http://schemas.microsoft.com/office/drawing/2014/main" id="{7D800199-8CF4-F44C-B339-C1A2622895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grpSp>
          <p:nvGrpSpPr>
            <p:cNvPr id="766" name="Group 387">
              <a:extLst>
                <a:ext uri="{FF2B5EF4-FFF2-40B4-BE49-F238E27FC236}">
                  <a16:creationId xmlns:a16="http://schemas.microsoft.com/office/drawing/2014/main" id="{A3096BC9-64B5-ED4E-A43F-70809FA8A1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801" name="Rectangle 388">
                <a:extLst>
                  <a:ext uri="{FF2B5EF4-FFF2-40B4-BE49-F238E27FC236}">
                    <a16:creationId xmlns:a16="http://schemas.microsoft.com/office/drawing/2014/main" id="{F61F578C-8BF0-8341-943D-39CDE967F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2" name="Rectangle 389">
                <a:extLst>
                  <a:ext uri="{FF2B5EF4-FFF2-40B4-BE49-F238E27FC236}">
                    <a16:creationId xmlns:a16="http://schemas.microsoft.com/office/drawing/2014/main" id="{E8B4EC9C-05C8-C142-955E-B40BA2278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3" name="Text Box 390">
                <a:extLst>
                  <a:ext uri="{FF2B5EF4-FFF2-40B4-BE49-F238E27FC236}">
                    <a16:creationId xmlns:a16="http://schemas.microsoft.com/office/drawing/2014/main" id="{AEB443BC-BE15-5740-B309-D2DC97FAE9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grpSp>
        <p:nvGrpSpPr>
          <p:cNvPr id="812" name="Group 423">
            <a:extLst>
              <a:ext uri="{FF2B5EF4-FFF2-40B4-BE49-F238E27FC236}">
                <a16:creationId xmlns:a16="http://schemas.microsoft.com/office/drawing/2014/main" id="{A6880A50-5449-0E46-A5C1-4F3EDBB5D53B}"/>
              </a:ext>
            </a:extLst>
          </p:cNvPr>
          <p:cNvGrpSpPr>
            <a:grpSpLocks/>
          </p:cNvGrpSpPr>
          <p:nvPr/>
        </p:nvGrpSpPr>
        <p:grpSpPr bwMode="auto">
          <a:xfrm>
            <a:off x="211137" y="1868488"/>
            <a:ext cx="1081088" cy="782637"/>
            <a:chOff x="2613" y="3554"/>
            <a:chExt cx="681" cy="493"/>
          </a:xfrm>
        </p:grpSpPr>
        <p:grpSp>
          <p:nvGrpSpPr>
            <p:cNvPr id="813" name="Group 393">
              <a:extLst>
                <a:ext uri="{FF2B5EF4-FFF2-40B4-BE49-F238E27FC236}">
                  <a16:creationId xmlns:a16="http://schemas.microsoft.com/office/drawing/2014/main" id="{C0CC2508-5523-1E46-8737-BE4E4E429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831" name="Rectangle 394">
                <a:extLst>
                  <a:ext uri="{FF2B5EF4-FFF2-40B4-BE49-F238E27FC236}">
                    <a16:creationId xmlns:a16="http://schemas.microsoft.com/office/drawing/2014/main" id="{90649956-CFA3-AB44-82F9-1A40A1314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32" name="Rectangle 395">
                <a:extLst>
                  <a:ext uri="{FF2B5EF4-FFF2-40B4-BE49-F238E27FC236}">
                    <a16:creationId xmlns:a16="http://schemas.microsoft.com/office/drawing/2014/main" id="{8BD70DAB-651C-5047-B975-B174CE645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814" name="Group 396">
              <a:extLst>
                <a:ext uri="{FF2B5EF4-FFF2-40B4-BE49-F238E27FC236}">
                  <a16:creationId xmlns:a16="http://schemas.microsoft.com/office/drawing/2014/main" id="{40C19D6E-09EE-3045-9039-85D4B044B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828" name="Rectangle 397">
                <a:extLst>
                  <a:ext uri="{FF2B5EF4-FFF2-40B4-BE49-F238E27FC236}">
                    <a16:creationId xmlns:a16="http://schemas.microsoft.com/office/drawing/2014/main" id="{66D59E5F-377E-C549-9CE6-0433DF2E0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9" name="Rectangle 398">
                <a:extLst>
                  <a:ext uri="{FF2B5EF4-FFF2-40B4-BE49-F238E27FC236}">
                    <a16:creationId xmlns:a16="http://schemas.microsoft.com/office/drawing/2014/main" id="{D1732789-3643-5E46-94EF-A715FF8A5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30" name="Text Box 399">
                <a:extLst>
                  <a:ext uri="{FF2B5EF4-FFF2-40B4-BE49-F238E27FC236}">
                    <a16:creationId xmlns:a16="http://schemas.microsoft.com/office/drawing/2014/main" id="{D256CEEF-EDB6-0E44-963C-AB56839D6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sp>
          <p:nvSpPr>
            <p:cNvPr id="815" name="Rectangle 400">
              <a:extLst>
                <a:ext uri="{FF2B5EF4-FFF2-40B4-BE49-F238E27FC236}">
                  <a16:creationId xmlns:a16="http://schemas.microsoft.com/office/drawing/2014/main" id="{CAD9F45E-35B7-F24A-8A08-33EC261E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" y="3896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6" name="Rectangle 401">
              <a:extLst>
                <a:ext uri="{FF2B5EF4-FFF2-40B4-BE49-F238E27FC236}">
                  <a16:creationId xmlns:a16="http://schemas.microsoft.com/office/drawing/2014/main" id="{6A723820-5A3C-934C-8004-55656E64C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" y="3921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7" name="Rectangle 402">
              <a:extLst>
                <a:ext uri="{FF2B5EF4-FFF2-40B4-BE49-F238E27FC236}">
                  <a16:creationId xmlns:a16="http://schemas.microsoft.com/office/drawing/2014/main" id="{6334C52D-28B6-7248-A490-DD6B1607A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3910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8" name="Rectangle 403">
              <a:extLst>
                <a:ext uri="{FF2B5EF4-FFF2-40B4-BE49-F238E27FC236}">
                  <a16:creationId xmlns:a16="http://schemas.microsoft.com/office/drawing/2014/main" id="{43965A11-3A3A-9842-98E9-480DC62F6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391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9" name="Rectangle 404">
              <a:extLst>
                <a:ext uri="{FF2B5EF4-FFF2-40B4-BE49-F238E27FC236}">
                  <a16:creationId xmlns:a16="http://schemas.microsoft.com/office/drawing/2014/main" id="{CF02A561-A967-8146-9791-21417B4AD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4" y="391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20" name="Group 405">
              <a:extLst>
                <a:ext uri="{FF2B5EF4-FFF2-40B4-BE49-F238E27FC236}">
                  <a16:creationId xmlns:a16="http://schemas.microsoft.com/office/drawing/2014/main" id="{931BB545-418C-D04E-BE16-C1DDB3B30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825" name="Rectangle 406">
                <a:extLst>
                  <a:ext uri="{FF2B5EF4-FFF2-40B4-BE49-F238E27FC236}">
                    <a16:creationId xmlns:a16="http://schemas.microsoft.com/office/drawing/2014/main" id="{F4D73D91-C3AE-5048-A766-146F05C8D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6" name="Rectangle 407">
                <a:extLst>
                  <a:ext uri="{FF2B5EF4-FFF2-40B4-BE49-F238E27FC236}">
                    <a16:creationId xmlns:a16="http://schemas.microsoft.com/office/drawing/2014/main" id="{06CF0FC6-D090-2D4F-8B68-D98E606A3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7" name="Text Box 408">
                <a:extLst>
                  <a:ext uri="{FF2B5EF4-FFF2-40B4-BE49-F238E27FC236}">
                    <a16:creationId xmlns:a16="http://schemas.microsoft.com/office/drawing/2014/main" id="{B109233B-D33D-6A48-8899-85AA2DD4C2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grpSp>
          <p:nvGrpSpPr>
            <p:cNvPr id="821" name="Group 409">
              <a:extLst>
                <a:ext uri="{FF2B5EF4-FFF2-40B4-BE49-F238E27FC236}">
                  <a16:creationId xmlns:a16="http://schemas.microsoft.com/office/drawing/2014/main" id="{CD622C02-5474-6A42-8C31-C4287EECC1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822" name="Rectangle 410">
                <a:extLst>
                  <a:ext uri="{FF2B5EF4-FFF2-40B4-BE49-F238E27FC236}">
                    <a16:creationId xmlns:a16="http://schemas.microsoft.com/office/drawing/2014/main" id="{C53E0714-5945-D949-987E-678D2F53E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3" name="Rectangle 411">
                <a:extLst>
                  <a:ext uri="{FF2B5EF4-FFF2-40B4-BE49-F238E27FC236}">
                    <a16:creationId xmlns:a16="http://schemas.microsoft.com/office/drawing/2014/main" id="{74E3AA68-A459-0A4D-A8C4-09CDD067BC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4" name="Text Box 412">
                <a:extLst>
                  <a:ext uri="{FF2B5EF4-FFF2-40B4-BE49-F238E27FC236}">
                    <a16:creationId xmlns:a16="http://schemas.microsoft.com/office/drawing/2014/main" id="{8CCC7B6F-8CBE-7B40-BA63-57B01F1C6D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grpSp>
        <p:nvGrpSpPr>
          <p:cNvPr id="833" name="Group 422">
            <a:extLst>
              <a:ext uri="{FF2B5EF4-FFF2-40B4-BE49-F238E27FC236}">
                <a16:creationId xmlns:a16="http://schemas.microsoft.com/office/drawing/2014/main" id="{4A286599-58F8-7C4A-A7A6-AE8BCFB5D157}"/>
              </a:ext>
            </a:extLst>
          </p:cNvPr>
          <p:cNvGrpSpPr>
            <a:grpSpLocks/>
          </p:cNvGrpSpPr>
          <p:nvPr/>
        </p:nvGrpSpPr>
        <p:grpSpPr bwMode="auto">
          <a:xfrm>
            <a:off x="552450" y="5076825"/>
            <a:ext cx="1081088" cy="244475"/>
            <a:chOff x="2709" y="3989"/>
            <a:chExt cx="681" cy="154"/>
          </a:xfrm>
        </p:grpSpPr>
        <p:sp>
          <p:nvSpPr>
            <p:cNvPr id="834" name="Rectangle 413">
              <a:extLst>
                <a:ext uri="{FF2B5EF4-FFF2-40B4-BE49-F238E27FC236}">
                  <a16:creationId xmlns:a16="http://schemas.microsoft.com/office/drawing/2014/main" id="{FD8A8249-C601-C946-91D0-25E0C9B3D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9" y="3992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5" name="Rectangle 414">
              <a:extLst>
                <a:ext uri="{FF2B5EF4-FFF2-40B4-BE49-F238E27FC236}">
                  <a16:creationId xmlns:a16="http://schemas.microsoft.com/office/drawing/2014/main" id="{9BE238B3-D908-7344-ACF3-4F7D0E8BE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17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6" name="Rectangle 415">
              <a:extLst>
                <a:ext uri="{FF2B5EF4-FFF2-40B4-BE49-F238E27FC236}">
                  <a16:creationId xmlns:a16="http://schemas.microsoft.com/office/drawing/2014/main" id="{D85BA8BC-478D-F344-8115-DC7B5B39F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8" y="4006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7" name="Rectangle 416">
              <a:extLst>
                <a:ext uri="{FF2B5EF4-FFF2-40B4-BE49-F238E27FC236}">
                  <a16:creationId xmlns:a16="http://schemas.microsoft.com/office/drawing/2014/main" id="{7E72D931-C69A-D547-A589-54D811811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4008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8" name="Rectangle 417">
              <a:extLst>
                <a:ext uri="{FF2B5EF4-FFF2-40B4-BE49-F238E27FC236}">
                  <a16:creationId xmlns:a16="http://schemas.microsoft.com/office/drawing/2014/main" id="{96929BF6-5BEC-064E-823F-64C7B6097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4007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39" name="Group 418">
              <a:extLst>
                <a:ext uri="{FF2B5EF4-FFF2-40B4-BE49-F238E27FC236}">
                  <a16:creationId xmlns:a16="http://schemas.microsoft.com/office/drawing/2014/main" id="{B9FE97D1-EB90-084D-832B-370177733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840" name="Rectangle 419">
                <a:extLst>
                  <a:ext uri="{FF2B5EF4-FFF2-40B4-BE49-F238E27FC236}">
                    <a16:creationId xmlns:a16="http://schemas.microsoft.com/office/drawing/2014/main" id="{A7398EAD-94A6-2C46-88ED-F3EAEE4C7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41" name="Rectangle 420">
                <a:extLst>
                  <a:ext uri="{FF2B5EF4-FFF2-40B4-BE49-F238E27FC236}">
                    <a16:creationId xmlns:a16="http://schemas.microsoft.com/office/drawing/2014/main" id="{4C167B55-EB55-FD4C-A289-D74D3CBC3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42" name="Text Box 421">
                <a:extLst>
                  <a:ext uri="{FF2B5EF4-FFF2-40B4-BE49-F238E27FC236}">
                    <a16:creationId xmlns:a16="http://schemas.microsoft.com/office/drawing/2014/main" id="{B28E28A9-E5F1-E142-B8BF-E0874F48D6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sp>
        <p:nvSpPr>
          <p:cNvPr id="843" name="Rectangle 424">
            <a:extLst>
              <a:ext uri="{FF2B5EF4-FFF2-40B4-BE49-F238E27FC236}">
                <a16:creationId xmlns:a16="http://schemas.microsoft.com/office/drawing/2014/main" id="{6E37BF3E-D4DC-974D-992C-BCA1B9A0E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388" y="4141788"/>
            <a:ext cx="4652603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web server responds with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TCP SYNACK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(step 2 in TCP 3-way handshake)</a:t>
            </a:r>
            <a:endParaRPr lang="en-US" sz="2800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077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44444E-6 C 0.00052 0.02477 -0.0017 0.01806 -0.00117 0.04468 L 0.30299 0.04584 C 0.25677 0.14121 0.25455 0.14862 0.20924 0.23473 C 0.26836 0.18542 0.34922 0.13797 0.40846 0.08843 C 0.35976 0.20903 0.30924 0.34121 0.2612 0.46181 L 0.02838 0.46274 C 0.02838 0.42547 0.02786 0.42223 0.02786 0.38588 " pathEditMode="relative" rAng="0" ptsTypes="AAAAAAAA">
                                      <p:cBhvr>
                                        <p:cTn id="29" dur="3000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65" y="2312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92 L -0.00052 0.09421 L 0.25287 0.09121 L 0.39297 -0.29166 L 0.18503 -0.15208 L 0.28034 -0.33079 L -0.02916 -0.3331 C -0.02916 -0.3618 -0.02916 -0.3618 -0.02877 -0.39051 " pathEditMode="relative" rAng="0" ptsTypes="AAAAAAAA">
                                      <p:cBhvr>
                                        <p:cTn id="66" dur="30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42" y="-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10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" grpId="0"/>
      <p:bldP spid="548" grpId="0"/>
      <p:bldP spid="549" grpId="0"/>
      <p:bldP spid="84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999694" cy="894622"/>
          </a:xfrm>
        </p:spPr>
        <p:txBody>
          <a:bodyPr>
            <a:noAutofit/>
          </a:bodyPr>
          <a:lstStyle/>
          <a:p>
            <a:r>
              <a:rPr lang="en-US" b="0" dirty="0">
                <a:latin typeface="+mn-lt"/>
              </a:rPr>
              <a:t>A day in the life… HTTP request/reply </a:t>
            </a:r>
            <a:endParaRPr lang="en-US" sz="3200" b="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Link Layer: 6-</a:t>
            </a:r>
            <a:fld id="{C4204591-24BD-A542-B9D5-F8D8A88D2FE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3" y="1792392"/>
            <a:ext cx="3486028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0" name="Freeform 94">
            <a:extLst>
              <a:ext uri="{FF2B5EF4-FFF2-40B4-BE49-F238E27FC236}">
                <a16:creationId xmlns:a16="http://schemas.microsoft.com/office/drawing/2014/main" id="{DB154763-7D17-3045-99D6-33E2B8DEBEF3}"/>
              </a:ext>
            </a:extLst>
          </p:cNvPr>
          <p:cNvSpPr>
            <a:spLocks/>
          </p:cNvSpPr>
          <p:nvPr/>
        </p:nvSpPr>
        <p:spPr bwMode="auto">
          <a:xfrm>
            <a:off x="915707" y="47643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1" name="Line 134">
            <a:extLst>
              <a:ext uri="{FF2B5EF4-FFF2-40B4-BE49-F238E27FC236}">
                <a16:creationId xmlns:a16="http://schemas.microsoft.com/office/drawing/2014/main" id="{23269057-3E10-0842-B50F-AD9089B214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6607" y="36928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3" name="Line 136">
            <a:extLst>
              <a:ext uri="{FF2B5EF4-FFF2-40B4-BE49-F238E27FC236}">
                <a16:creationId xmlns:a16="http://schemas.microsoft.com/office/drawing/2014/main" id="{3AFEBAD8-BCD5-3045-B4AF-E50B6AEA17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5795" y="55120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4" name="Text Box 137">
            <a:extLst>
              <a:ext uri="{FF2B5EF4-FFF2-40B4-BE49-F238E27FC236}">
                <a16:creationId xmlns:a16="http://schemas.microsoft.com/office/drawing/2014/main" id="{B02E6458-4F99-D348-B986-C3DBF7171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05" name="Text Box 138">
            <a:extLst>
              <a:ext uri="{FF2B5EF4-FFF2-40B4-BE49-F238E27FC236}">
                <a16:creationId xmlns:a16="http://schemas.microsoft.com/office/drawing/2014/main" id="{B04C2766-4464-6446-87AB-67B8CB7F6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 web server</a:t>
            </a:r>
          </a:p>
        </p:txBody>
      </p:sp>
      <p:grpSp>
        <p:nvGrpSpPr>
          <p:cNvPr id="312" name="Group 194">
            <a:extLst>
              <a:ext uri="{FF2B5EF4-FFF2-40B4-BE49-F238E27FC236}">
                <a16:creationId xmlns:a16="http://schemas.microsoft.com/office/drawing/2014/main" id="{E84BEC05-5A7F-224F-95D4-9DAB0F871EA1}"/>
              </a:ext>
            </a:extLst>
          </p:cNvPr>
          <p:cNvGrpSpPr>
            <a:grpSpLocks/>
          </p:cNvGrpSpPr>
          <p:nvPr/>
        </p:nvGrpSpPr>
        <p:grpSpPr bwMode="auto">
          <a:xfrm>
            <a:off x="3765270" y="5718455"/>
            <a:ext cx="295275" cy="114300"/>
            <a:chOff x="3228" y="1776"/>
            <a:chExt cx="252" cy="96"/>
          </a:xfrm>
        </p:grpSpPr>
        <p:sp>
          <p:nvSpPr>
            <p:cNvPr id="313" name="Line 195">
              <a:extLst>
                <a:ext uri="{FF2B5EF4-FFF2-40B4-BE49-F238E27FC236}">
                  <a16:creationId xmlns:a16="http://schemas.microsoft.com/office/drawing/2014/main" id="{5A3176AD-244A-FC40-803C-74F3441D6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4" name="Line 196">
              <a:extLst>
                <a:ext uri="{FF2B5EF4-FFF2-40B4-BE49-F238E27FC236}">
                  <a16:creationId xmlns:a16="http://schemas.microsoft.com/office/drawing/2014/main" id="{6B3ADCCD-5CCA-E245-804F-105E3A97E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5" name="Group 197">
            <a:extLst>
              <a:ext uri="{FF2B5EF4-FFF2-40B4-BE49-F238E27FC236}">
                <a16:creationId xmlns:a16="http://schemas.microsoft.com/office/drawing/2014/main" id="{11561174-0DD6-384F-ADA8-7238039F917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403445" y="5718455"/>
            <a:ext cx="295275" cy="114300"/>
            <a:chOff x="3228" y="1776"/>
            <a:chExt cx="252" cy="96"/>
          </a:xfrm>
        </p:grpSpPr>
        <p:sp>
          <p:nvSpPr>
            <p:cNvPr id="316" name="Line 198">
              <a:extLst>
                <a:ext uri="{FF2B5EF4-FFF2-40B4-BE49-F238E27FC236}">
                  <a16:creationId xmlns:a16="http://schemas.microsoft.com/office/drawing/2014/main" id="{163D3623-F55F-6248-89FA-5C316BDD2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7" name="Line 199">
              <a:extLst>
                <a:ext uri="{FF2B5EF4-FFF2-40B4-BE49-F238E27FC236}">
                  <a16:creationId xmlns:a16="http://schemas.microsoft.com/office/drawing/2014/main" id="{00F61339-BB36-F44F-AD77-22B4AA912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8" name="Group 200">
            <a:extLst>
              <a:ext uri="{FF2B5EF4-FFF2-40B4-BE49-F238E27FC236}">
                <a16:creationId xmlns:a16="http://schemas.microsoft.com/office/drawing/2014/main" id="{99A70FAB-0459-7A43-BC2D-6A7CFE6F862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608232" y="5423180"/>
            <a:ext cx="295275" cy="114300"/>
            <a:chOff x="3228" y="1776"/>
            <a:chExt cx="252" cy="96"/>
          </a:xfrm>
        </p:grpSpPr>
        <p:sp>
          <p:nvSpPr>
            <p:cNvPr id="319" name="Line 201">
              <a:extLst>
                <a:ext uri="{FF2B5EF4-FFF2-40B4-BE49-F238E27FC236}">
                  <a16:creationId xmlns:a16="http://schemas.microsoft.com/office/drawing/2014/main" id="{DAF385D4-A4D0-AA41-8C33-83D0C4D89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0" name="Line 202">
              <a:extLst>
                <a:ext uri="{FF2B5EF4-FFF2-40B4-BE49-F238E27FC236}">
                  <a16:creationId xmlns:a16="http://schemas.microsoft.com/office/drawing/2014/main" id="{9EF706F5-A8DC-BF46-B040-1A4D47171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34858D1-1FE7-0841-97C3-49C70001FDDA}"/>
              </a:ext>
            </a:extLst>
          </p:cNvPr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372B1AC8-74B7-C34C-8289-9B65FDFB6CC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2961F798-D661-3D46-B5CE-6D402C201D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673344D6-1FC8-1A47-97EC-9418BA45005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7C4028CC-B424-154D-BD93-E61E50C24CE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552CB30F-0709-FE43-BD31-587F8E1B154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F3ECD5A3-700D-4346-A225-E4F327AF7D7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8FD5A214-3BBB-7F48-B4FD-71505D61E3A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248">
            <a:extLst>
              <a:ext uri="{FF2B5EF4-FFF2-40B4-BE49-F238E27FC236}">
                <a16:creationId xmlns:a16="http://schemas.microsoft.com/office/drawing/2014/main" id="{78FE3AED-24A8-6C4B-823D-34D843152649}"/>
              </a:ext>
            </a:extLst>
          </p:cNvPr>
          <p:cNvGrpSpPr>
            <a:grpSpLocks/>
          </p:cNvGrpSpPr>
          <p:nvPr/>
        </p:nvGrpSpPr>
        <p:grpSpPr bwMode="auto"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346" name="Freeform 148">
              <a:extLst>
                <a:ext uri="{FF2B5EF4-FFF2-40B4-BE49-F238E27FC236}">
                  <a16:creationId xmlns:a16="http://schemas.microsoft.com/office/drawing/2014/main" id="{85451C8D-4747-E845-BDD8-6D7746970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Rectangle 149">
              <a:extLst>
                <a:ext uri="{FF2B5EF4-FFF2-40B4-BE49-F238E27FC236}">
                  <a16:creationId xmlns:a16="http://schemas.microsoft.com/office/drawing/2014/main" id="{720F8F77-9254-F144-9D40-FF595E87F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8" name="Freeform 150">
              <a:extLst>
                <a:ext uri="{FF2B5EF4-FFF2-40B4-BE49-F238E27FC236}">
                  <a16:creationId xmlns:a16="http://schemas.microsoft.com/office/drawing/2014/main" id="{6A486C96-F765-2943-90E4-63862879C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9" name="Freeform 151">
              <a:extLst>
                <a:ext uri="{FF2B5EF4-FFF2-40B4-BE49-F238E27FC236}">
                  <a16:creationId xmlns:a16="http://schemas.microsoft.com/office/drawing/2014/main" id="{A86769A5-BBB3-024C-B65A-503F62823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Rectangle 152">
              <a:extLst>
                <a:ext uri="{FF2B5EF4-FFF2-40B4-BE49-F238E27FC236}">
                  <a16:creationId xmlns:a16="http://schemas.microsoft.com/office/drawing/2014/main" id="{EDEA3D72-19C4-0445-996E-0463B4F73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1" name="Group 153">
              <a:extLst>
                <a:ext uri="{FF2B5EF4-FFF2-40B4-BE49-F238E27FC236}">
                  <a16:creationId xmlns:a16="http://schemas.microsoft.com/office/drawing/2014/main" id="{1F11C69D-094E-F747-B5C0-2DA1FE020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6" name="AutoShape 154">
                <a:extLst>
                  <a:ext uri="{FF2B5EF4-FFF2-40B4-BE49-F238E27FC236}">
                    <a16:creationId xmlns:a16="http://schemas.microsoft.com/office/drawing/2014/main" id="{C55CA8C4-32A7-154A-B758-95A762915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7" name="AutoShape 155">
                <a:extLst>
                  <a:ext uri="{FF2B5EF4-FFF2-40B4-BE49-F238E27FC236}">
                    <a16:creationId xmlns:a16="http://schemas.microsoft.com/office/drawing/2014/main" id="{7184AF16-B87E-9F43-917C-2C88AAEF0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2" name="Rectangle 156">
              <a:extLst>
                <a:ext uri="{FF2B5EF4-FFF2-40B4-BE49-F238E27FC236}">
                  <a16:creationId xmlns:a16="http://schemas.microsoft.com/office/drawing/2014/main" id="{48FF4647-B309-D64A-B015-19391B161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3" name="Group 157">
              <a:extLst>
                <a:ext uri="{FF2B5EF4-FFF2-40B4-BE49-F238E27FC236}">
                  <a16:creationId xmlns:a16="http://schemas.microsoft.com/office/drawing/2014/main" id="{BABA5FE5-37CC-EC4C-BDFC-7DCFD023A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4" name="AutoShape 158">
                <a:extLst>
                  <a:ext uri="{FF2B5EF4-FFF2-40B4-BE49-F238E27FC236}">
                    <a16:creationId xmlns:a16="http://schemas.microsoft.com/office/drawing/2014/main" id="{5C52FD21-5CA0-3043-8E83-A75B2F33F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5" name="AutoShape 159">
                <a:extLst>
                  <a:ext uri="{FF2B5EF4-FFF2-40B4-BE49-F238E27FC236}">
                    <a16:creationId xmlns:a16="http://schemas.microsoft.com/office/drawing/2014/main" id="{9026DFAE-BC0A-DB40-AA40-5414F6E19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4" name="Rectangle 160">
              <a:extLst>
                <a:ext uri="{FF2B5EF4-FFF2-40B4-BE49-F238E27FC236}">
                  <a16:creationId xmlns:a16="http://schemas.microsoft.com/office/drawing/2014/main" id="{B0BD4174-1E2C-CC47-8B22-39E3AD432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Rectangle 161">
              <a:extLst>
                <a:ext uri="{FF2B5EF4-FFF2-40B4-BE49-F238E27FC236}">
                  <a16:creationId xmlns:a16="http://schemas.microsoft.com/office/drawing/2014/main" id="{5D1D6DF0-40D7-0D45-A917-4840AE931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6" name="Group 162">
              <a:extLst>
                <a:ext uri="{FF2B5EF4-FFF2-40B4-BE49-F238E27FC236}">
                  <a16:creationId xmlns:a16="http://schemas.microsoft.com/office/drawing/2014/main" id="{7594B754-6C4A-7748-BFD2-4996DB6EF7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2" name="AutoShape 163">
                <a:extLst>
                  <a:ext uri="{FF2B5EF4-FFF2-40B4-BE49-F238E27FC236}">
                    <a16:creationId xmlns:a16="http://schemas.microsoft.com/office/drawing/2014/main" id="{5F147DEA-3B24-5D47-B987-8996EBD1E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3" name="AutoShape 164">
                <a:extLst>
                  <a:ext uri="{FF2B5EF4-FFF2-40B4-BE49-F238E27FC236}">
                    <a16:creationId xmlns:a16="http://schemas.microsoft.com/office/drawing/2014/main" id="{ED721BA0-A51B-AB48-8703-6EE160A82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7" name="Freeform 165">
              <a:extLst>
                <a:ext uri="{FF2B5EF4-FFF2-40B4-BE49-F238E27FC236}">
                  <a16:creationId xmlns:a16="http://schemas.microsoft.com/office/drawing/2014/main" id="{780D91FC-F251-D942-B17A-68640A718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8" name="Group 166">
              <a:extLst>
                <a:ext uri="{FF2B5EF4-FFF2-40B4-BE49-F238E27FC236}">
                  <a16:creationId xmlns:a16="http://schemas.microsoft.com/office/drawing/2014/main" id="{C9B91C48-BF55-C149-9929-BFB6413B7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0" name="AutoShape 167">
                <a:extLst>
                  <a:ext uri="{FF2B5EF4-FFF2-40B4-BE49-F238E27FC236}">
                    <a16:creationId xmlns:a16="http://schemas.microsoft.com/office/drawing/2014/main" id="{CA38CE73-BBD3-F144-8AD8-FFFF8346D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1" name="AutoShape 168">
                <a:extLst>
                  <a:ext uri="{FF2B5EF4-FFF2-40B4-BE49-F238E27FC236}">
                    <a16:creationId xmlns:a16="http://schemas.microsoft.com/office/drawing/2014/main" id="{FCAA7936-D811-CE4C-92B6-2D0E1B549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9" name="Rectangle 169">
              <a:extLst>
                <a:ext uri="{FF2B5EF4-FFF2-40B4-BE49-F238E27FC236}">
                  <a16:creationId xmlns:a16="http://schemas.microsoft.com/office/drawing/2014/main" id="{86075665-1B3C-684E-8884-99FC7886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0" name="Freeform 170">
              <a:extLst>
                <a:ext uri="{FF2B5EF4-FFF2-40B4-BE49-F238E27FC236}">
                  <a16:creationId xmlns:a16="http://schemas.microsoft.com/office/drawing/2014/main" id="{3F8E3655-B42F-284B-8ADF-B4BA131AB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Freeform 171">
              <a:extLst>
                <a:ext uri="{FF2B5EF4-FFF2-40B4-BE49-F238E27FC236}">
                  <a16:creationId xmlns:a16="http://schemas.microsoft.com/office/drawing/2014/main" id="{3E7B122E-A4D1-0149-86F1-E7947F9C7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Oval 172">
              <a:extLst>
                <a:ext uri="{FF2B5EF4-FFF2-40B4-BE49-F238E27FC236}">
                  <a16:creationId xmlns:a16="http://schemas.microsoft.com/office/drawing/2014/main" id="{3A381F49-16C5-C44C-8033-6EB7B98D6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3" name="Freeform 173">
              <a:extLst>
                <a:ext uri="{FF2B5EF4-FFF2-40B4-BE49-F238E27FC236}">
                  <a16:creationId xmlns:a16="http://schemas.microsoft.com/office/drawing/2014/main" id="{53DD2DD1-F942-774A-9AD8-909D94CF0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4" name="AutoShape 174">
              <a:extLst>
                <a:ext uri="{FF2B5EF4-FFF2-40B4-BE49-F238E27FC236}">
                  <a16:creationId xmlns:a16="http://schemas.microsoft.com/office/drawing/2014/main" id="{51AB5E8C-DA29-F543-AA82-E3C0444BB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5" name="AutoShape 175">
              <a:extLst>
                <a:ext uri="{FF2B5EF4-FFF2-40B4-BE49-F238E27FC236}">
                  <a16:creationId xmlns:a16="http://schemas.microsoft.com/office/drawing/2014/main" id="{ECC97CA2-9BF9-AC42-93A7-08F531929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Oval 176">
              <a:extLst>
                <a:ext uri="{FF2B5EF4-FFF2-40B4-BE49-F238E27FC236}">
                  <a16:creationId xmlns:a16="http://schemas.microsoft.com/office/drawing/2014/main" id="{7DFF487A-620D-B94B-8455-1E84061B6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7" name="Oval 177">
              <a:extLst>
                <a:ext uri="{FF2B5EF4-FFF2-40B4-BE49-F238E27FC236}">
                  <a16:creationId xmlns:a16="http://schemas.microsoft.com/office/drawing/2014/main" id="{A16BD41A-B6A4-D04A-8EB2-0316CCD30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8" name="Oval 178">
              <a:extLst>
                <a:ext uri="{FF2B5EF4-FFF2-40B4-BE49-F238E27FC236}">
                  <a16:creationId xmlns:a16="http://schemas.microsoft.com/office/drawing/2014/main" id="{FC2BA1AF-4A9A-4243-B0EC-76AAE9F13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Rectangle 179">
              <a:extLst>
                <a:ext uri="{FF2B5EF4-FFF2-40B4-BE49-F238E27FC236}">
                  <a16:creationId xmlns:a16="http://schemas.microsoft.com/office/drawing/2014/main" id="{8BFA87B3-0B70-5640-BD33-A553E40D4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33" name="Group 43">
            <a:extLst>
              <a:ext uri="{FF2B5EF4-FFF2-40B4-BE49-F238E27FC236}">
                <a16:creationId xmlns:a16="http://schemas.microsoft.com/office/drawing/2014/main" id="{C4F663FE-5F45-CE47-85DD-15B11F49D43C}"/>
              </a:ext>
            </a:extLst>
          </p:cNvPr>
          <p:cNvGrpSpPr>
            <a:grpSpLocks/>
          </p:cNvGrpSpPr>
          <p:nvPr/>
        </p:nvGrpSpPr>
        <p:grpSpPr bwMode="auto"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534" name="Freeform 44">
              <a:extLst>
                <a:ext uri="{FF2B5EF4-FFF2-40B4-BE49-F238E27FC236}">
                  <a16:creationId xmlns:a16="http://schemas.microsoft.com/office/drawing/2014/main" id="{891F45F2-C6F3-C642-99A3-916BE7A36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7951 w 10000"/>
                <a:gd name="connsiteY3" fmla="*/ 8723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alpha val="78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5" name="Group 45">
              <a:extLst>
                <a:ext uri="{FF2B5EF4-FFF2-40B4-BE49-F238E27FC236}">
                  <a16:creationId xmlns:a16="http://schemas.microsoft.com/office/drawing/2014/main" id="{03424AF6-F140-5044-B424-F839DC56C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536" name="Rectangle 46">
                <a:extLst>
                  <a:ext uri="{FF2B5EF4-FFF2-40B4-BE49-F238E27FC236}">
                    <a16:creationId xmlns:a16="http://schemas.microsoft.com/office/drawing/2014/main" id="{2A83F15E-AC56-9047-933E-C7FC4B751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7" name="Text Box 47">
                <a:extLst>
                  <a:ext uri="{FF2B5EF4-FFF2-40B4-BE49-F238E27FC236}">
                    <a16:creationId xmlns:a16="http://schemas.microsoft.com/office/drawing/2014/main" id="{40B4C487-0D29-384E-9FBF-2933FC189F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538" name="Line 48">
                <a:extLst>
                  <a:ext uri="{FF2B5EF4-FFF2-40B4-BE49-F238E27FC236}">
                    <a16:creationId xmlns:a16="http://schemas.microsoft.com/office/drawing/2014/main" id="{E5855A0A-4145-524E-AF03-40B19030B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9" name="Line 49">
                <a:extLst>
                  <a:ext uri="{FF2B5EF4-FFF2-40B4-BE49-F238E27FC236}">
                    <a16:creationId xmlns:a16="http://schemas.microsoft.com/office/drawing/2014/main" id="{5337342B-4FDA-0646-A04C-3117B3209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Line 50">
                <a:extLst>
                  <a:ext uri="{FF2B5EF4-FFF2-40B4-BE49-F238E27FC236}">
                    <a16:creationId xmlns:a16="http://schemas.microsoft.com/office/drawing/2014/main" id="{B1569789-ADB1-1343-8746-60FF932C5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1" name="Line 51">
                <a:extLst>
                  <a:ext uri="{FF2B5EF4-FFF2-40B4-BE49-F238E27FC236}">
                    <a16:creationId xmlns:a16="http://schemas.microsoft.com/office/drawing/2014/main" id="{3227A074-26EB-4F40-9804-D2ECB13D8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25" name="Group 336">
            <a:extLst>
              <a:ext uri="{FF2B5EF4-FFF2-40B4-BE49-F238E27FC236}">
                <a16:creationId xmlns:a16="http://schemas.microsoft.com/office/drawing/2014/main" id="{107D05EF-6115-084F-86DB-BA3615F99A17}"/>
              </a:ext>
            </a:extLst>
          </p:cNvPr>
          <p:cNvGrpSpPr>
            <a:grpSpLocks/>
          </p:cNvGrpSpPr>
          <p:nvPr/>
        </p:nvGrpSpPr>
        <p:grpSpPr bwMode="auto"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726" name="Freeform 328">
              <a:extLst>
                <a:ext uri="{FF2B5EF4-FFF2-40B4-BE49-F238E27FC236}">
                  <a16:creationId xmlns:a16="http://schemas.microsoft.com/office/drawing/2014/main" id="{C808993F-94F8-8A45-897A-1CEA5B97A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1912"/>
              <a:ext cx="602" cy="87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9536 w 10000"/>
                <a:gd name="connsiteY1" fmla="*/ 7497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9967"/>
                <a:gd name="connsiteY0" fmla="*/ 0 h 9690"/>
                <a:gd name="connsiteX1" fmla="*/ 9867 w 9967"/>
                <a:gd name="connsiteY1" fmla="*/ 6212 h 9690"/>
                <a:gd name="connsiteX2" fmla="*/ 9967 w 9967"/>
                <a:gd name="connsiteY2" fmla="*/ 9690 h 9690"/>
                <a:gd name="connsiteX3" fmla="*/ 0 w 9967"/>
                <a:gd name="connsiteY3" fmla="*/ 8726 h 9690"/>
                <a:gd name="connsiteX4" fmla="*/ 7550 w 9967"/>
                <a:gd name="connsiteY4" fmla="*/ 8306 h 9690"/>
                <a:gd name="connsiteX5" fmla="*/ 8212 w 9967"/>
                <a:gd name="connsiteY5" fmla="*/ 0 h 9690"/>
                <a:gd name="connsiteX0" fmla="*/ 8239 w 10000"/>
                <a:gd name="connsiteY0" fmla="*/ 0 h 10000"/>
                <a:gd name="connsiteX1" fmla="*/ 9900 w 10000"/>
                <a:gd name="connsiteY1" fmla="*/ 6411 h 10000"/>
                <a:gd name="connsiteX2" fmla="*/ 10000 w 10000"/>
                <a:gd name="connsiteY2" fmla="*/ 10000 h 10000"/>
                <a:gd name="connsiteX3" fmla="*/ 0 w 10000"/>
                <a:gd name="connsiteY3" fmla="*/ 9005 h 10000"/>
                <a:gd name="connsiteX4" fmla="*/ 7575 w 10000"/>
                <a:gd name="connsiteY4" fmla="*/ 8572 h 10000"/>
                <a:gd name="connsiteX5" fmla="*/ 8239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alpha val="82000"/>
                  </a:schemeClr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27" name="Group 329">
              <a:extLst>
                <a:ext uri="{FF2B5EF4-FFF2-40B4-BE49-F238E27FC236}">
                  <a16:creationId xmlns:a16="http://schemas.microsoft.com/office/drawing/2014/main" id="{B5BE8796-97B9-3644-B950-2C1616F27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728" name="Rectangle 330">
                <a:extLst>
                  <a:ext uri="{FF2B5EF4-FFF2-40B4-BE49-F238E27FC236}">
                    <a16:creationId xmlns:a16="http://schemas.microsoft.com/office/drawing/2014/main" id="{91474FC9-D174-724F-8612-26D3BA8DB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9" name="Text Box 331">
                <a:extLst>
                  <a:ext uri="{FF2B5EF4-FFF2-40B4-BE49-F238E27FC236}">
                    <a16:creationId xmlns:a16="http://schemas.microsoft.com/office/drawing/2014/main" id="{A5CD626E-60BB-A74C-964A-D17E6993C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730" name="Line 332">
                <a:extLst>
                  <a:ext uri="{FF2B5EF4-FFF2-40B4-BE49-F238E27FC236}">
                    <a16:creationId xmlns:a16="http://schemas.microsoft.com/office/drawing/2014/main" id="{92735F6A-D69A-0741-B5A9-AD43554A9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1" name="Line 333">
                <a:extLst>
                  <a:ext uri="{FF2B5EF4-FFF2-40B4-BE49-F238E27FC236}">
                    <a16:creationId xmlns:a16="http://schemas.microsoft.com/office/drawing/2014/main" id="{8EFB313E-BEDF-E246-B22C-448C44512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2" name="Line 334">
                <a:extLst>
                  <a:ext uri="{FF2B5EF4-FFF2-40B4-BE49-F238E27FC236}">
                    <a16:creationId xmlns:a16="http://schemas.microsoft.com/office/drawing/2014/main" id="{826CB045-CB87-5742-B58C-FEAC79CB0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3" name="Line 335">
                <a:extLst>
                  <a:ext uri="{FF2B5EF4-FFF2-40B4-BE49-F238E27FC236}">
                    <a16:creationId xmlns:a16="http://schemas.microsoft.com/office/drawing/2014/main" id="{8B5391D7-FC0B-6B43-8C19-675DAEA82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25" name="Group 44">
            <a:extLst>
              <a:ext uri="{FF2B5EF4-FFF2-40B4-BE49-F238E27FC236}">
                <a16:creationId xmlns:a16="http://schemas.microsoft.com/office/drawing/2014/main" id="{7D080CBD-9770-0F45-BF83-E0C84073A156}"/>
              </a:ext>
            </a:extLst>
          </p:cNvPr>
          <p:cNvGrpSpPr>
            <a:grpSpLocks/>
          </p:cNvGrpSpPr>
          <p:nvPr/>
        </p:nvGrpSpPr>
        <p:grpSpPr bwMode="auto">
          <a:xfrm>
            <a:off x="544513" y="1574800"/>
            <a:ext cx="515937" cy="333375"/>
            <a:chOff x="328" y="678"/>
            <a:chExt cx="325" cy="210"/>
          </a:xfrm>
        </p:grpSpPr>
        <p:grpSp>
          <p:nvGrpSpPr>
            <p:cNvPr id="1326" name="Group 45">
              <a:extLst>
                <a:ext uri="{FF2B5EF4-FFF2-40B4-BE49-F238E27FC236}">
                  <a16:creationId xmlns:a16="http://schemas.microsoft.com/office/drawing/2014/main" id="{7590256B-9C4F-0C4E-9BC9-B6D369E67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1328" name="Rectangle 46">
                <a:extLst>
                  <a:ext uri="{FF2B5EF4-FFF2-40B4-BE49-F238E27FC236}">
                    <a16:creationId xmlns:a16="http://schemas.microsoft.com/office/drawing/2014/main" id="{0A2ACA70-A173-A945-A6CE-F1BA1D552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29" name="Text Box 47">
                <a:extLst>
                  <a:ext uri="{FF2B5EF4-FFF2-40B4-BE49-F238E27FC236}">
                    <a16:creationId xmlns:a16="http://schemas.microsoft.com/office/drawing/2014/main" id="{C6594267-3465-984D-9173-0264280355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sp>
          <p:nvSpPr>
            <p:cNvPr id="1327" name="AutoShape 48">
              <a:extLst>
                <a:ext uri="{FF2B5EF4-FFF2-40B4-BE49-F238E27FC236}">
                  <a16:creationId xmlns:a16="http://schemas.microsoft.com/office/drawing/2014/main" id="{318DC197-ADA3-8D40-B2D1-6A3B69CE6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330" name="Rectangle 49">
            <a:extLst>
              <a:ext uri="{FF2B5EF4-FFF2-40B4-BE49-F238E27FC236}">
                <a16:creationId xmlns:a16="http://schemas.microsoft.com/office/drawing/2014/main" id="{99FA9281-64A1-3C45-962E-4C46EDCFA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800" y="1581150"/>
            <a:ext cx="4383088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HTTP request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sent into TCP socket</a:t>
            </a:r>
          </a:p>
        </p:txBody>
      </p:sp>
      <p:sp>
        <p:nvSpPr>
          <p:cNvPr id="1331" name="Rectangle 50">
            <a:extLst>
              <a:ext uri="{FF2B5EF4-FFF2-40B4-BE49-F238E27FC236}">
                <a16:creationId xmlns:a16="http://schemas.microsoft.com/office/drawing/2014/main" id="{AA08BDAE-F57E-5E40-9927-D2F1F7617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991" y="2527300"/>
            <a:ext cx="4558710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IP datagram containing HTTP request routed to www.google.com</a:t>
            </a:r>
          </a:p>
        </p:txBody>
      </p:sp>
      <p:sp>
        <p:nvSpPr>
          <p:cNvPr id="1332" name="Rectangle 51">
            <a:extLst>
              <a:ext uri="{FF2B5EF4-FFF2-40B4-BE49-F238E27FC236}">
                <a16:creationId xmlns:a16="http://schemas.microsoft.com/office/drawing/2014/main" id="{266F9D11-DB8B-9746-BCB5-3E2896050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114" y="5168900"/>
            <a:ext cx="4364086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IP datagram containing HTTP reply routed back to client</a:t>
            </a:r>
          </a:p>
        </p:txBody>
      </p:sp>
      <p:sp>
        <p:nvSpPr>
          <p:cNvPr id="1335" name="Rectangle 229">
            <a:extLst>
              <a:ext uri="{FF2B5EF4-FFF2-40B4-BE49-F238E27FC236}">
                <a16:creationId xmlns:a16="http://schemas.microsoft.com/office/drawing/2014/main" id="{C5EC8EF9-6B00-CE43-96D3-46334FDB5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1340" y="3859213"/>
            <a:ext cx="4823823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web server responds with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HTTP reply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(containing web page)</a:t>
            </a:r>
          </a:p>
        </p:txBody>
      </p:sp>
      <p:grpSp>
        <p:nvGrpSpPr>
          <p:cNvPr id="1336" name="Group 357">
            <a:extLst>
              <a:ext uri="{FF2B5EF4-FFF2-40B4-BE49-F238E27FC236}">
                <a16:creationId xmlns:a16="http://schemas.microsoft.com/office/drawing/2014/main" id="{498FC3B9-C849-D046-93C0-E903FF687CA1}"/>
              </a:ext>
            </a:extLst>
          </p:cNvPr>
          <p:cNvGrpSpPr>
            <a:grpSpLocks/>
          </p:cNvGrpSpPr>
          <p:nvPr/>
        </p:nvGrpSpPr>
        <p:grpSpPr bwMode="auto">
          <a:xfrm>
            <a:off x="190500" y="1884363"/>
            <a:ext cx="1081088" cy="1058862"/>
            <a:chOff x="56" y="859"/>
            <a:chExt cx="681" cy="667"/>
          </a:xfrm>
        </p:grpSpPr>
        <p:grpSp>
          <p:nvGrpSpPr>
            <p:cNvPr id="1337" name="Group 230">
              <a:extLst>
                <a:ext uri="{FF2B5EF4-FFF2-40B4-BE49-F238E27FC236}">
                  <a16:creationId xmlns:a16="http://schemas.microsoft.com/office/drawing/2014/main" id="{211485D0-CF18-8243-B23E-3DF2FE0182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1363" name="Group 231">
                <a:extLst>
                  <a:ext uri="{FF2B5EF4-FFF2-40B4-BE49-F238E27FC236}">
                    <a16:creationId xmlns:a16="http://schemas.microsoft.com/office/drawing/2014/main" id="{60D840E1-BAA7-6747-854D-AC0EC3094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1366" name="Rectangle 232">
                  <a:extLst>
                    <a:ext uri="{FF2B5EF4-FFF2-40B4-BE49-F238E27FC236}">
                      <a16:creationId xmlns:a16="http://schemas.microsoft.com/office/drawing/2014/main" id="{F6DEB09B-85EA-8A4F-B600-C0A42D5F16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7" name="Text Box 233">
                  <a:extLst>
                    <a:ext uri="{FF2B5EF4-FFF2-40B4-BE49-F238E27FC236}">
                      <a16:creationId xmlns:a16="http://schemas.microsoft.com/office/drawing/2014/main" id="{6BB9D797-F7E1-EE4F-9126-32E8EE8549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sp>
            <p:nvSpPr>
              <p:cNvPr id="1364" name="Rectangle 234">
                <a:extLst>
                  <a:ext uri="{FF2B5EF4-FFF2-40B4-BE49-F238E27FC236}">
                    <a16:creationId xmlns:a16="http://schemas.microsoft.com/office/drawing/2014/main" id="{0133C8DE-62B1-B14A-8153-6B446DA19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65" name="Rectangle 235">
                <a:extLst>
                  <a:ext uri="{FF2B5EF4-FFF2-40B4-BE49-F238E27FC236}">
                    <a16:creationId xmlns:a16="http://schemas.microsoft.com/office/drawing/2014/main" id="{35F0D385-1891-B544-83AB-60FBCA31A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338" name="Group 236">
              <a:extLst>
                <a:ext uri="{FF2B5EF4-FFF2-40B4-BE49-F238E27FC236}">
                  <a16:creationId xmlns:a16="http://schemas.microsoft.com/office/drawing/2014/main" id="{D35C09D2-55E4-1E46-A8DD-4F7F9A32BB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1357" name="Group 237">
                <a:extLst>
                  <a:ext uri="{FF2B5EF4-FFF2-40B4-BE49-F238E27FC236}">
                    <a16:creationId xmlns:a16="http://schemas.microsoft.com/office/drawing/2014/main" id="{8568F975-82C6-A245-BE57-C6B8341A2A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1361" name="Rectangle 238">
                  <a:extLst>
                    <a:ext uri="{FF2B5EF4-FFF2-40B4-BE49-F238E27FC236}">
                      <a16:creationId xmlns:a16="http://schemas.microsoft.com/office/drawing/2014/main" id="{95728DE9-470A-9F4E-82B4-F58E4FC882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2" name="Text Box 239">
                  <a:extLst>
                    <a:ext uri="{FF2B5EF4-FFF2-40B4-BE49-F238E27FC236}">
                      <a16:creationId xmlns:a16="http://schemas.microsoft.com/office/drawing/2014/main" id="{6497CDFB-8416-6643-AC3B-D3BAAE9565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grpSp>
            <p:nvGrpSpPr>
              <p:cNvPr id="1358" name="Group 240">
                <a:extLst>
                  <a:ext uri="{FF2B5EF4-FFF2-40B4-BE49-F238E27FC236}">
                    <a16:creationId xmlns:a16="http://schemas.microsoft.com/office/drawing/2014/main" id="{BC9BDF36-2BB9-284A-9094-CEABBD97B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359" name="Rectangle 241">
                  <a:extLst>
                    <a:ext uri="{FF2B5EF4-FFF2-40B4-BE49-F238E27FC236}">
                      <a16:creationId xmlns:a16="http://schemas.microsoft.com/office/drawing/2014/main" id="{015762AE-9D71-7F43-AB3C-5771B544E6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0" name="Rectangle 242">
                  <a:extLst>
                    <a:ext uri="{FF2B5EF4-FFF2-40B4-BE49-F238E27FC236}">
                      <a16:creationId xmlns:a16="http://schemas.microsoft.com/office/drawing/2014/main" id="{BB45A8C1-A77B-CF46-87CA-131561CF2E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339" name="Group 243">
              <a:extLst>
                <a:ext uri="{FF2B5EF4-FFF2-40B4-BE49-F238E27FC236}">
                  <a16:creationId xmlns:a16="http://schemas.microsoft.com/office/drawing/2014/main" id="{1C89D901-01BF-A841-BD93-150D9FBDE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1355" name="Rectangle 244">
                <a:extLst>
                  <a:ext uri="{FF2B5EF4-FFF2-40B4-BE49-F238E27FC236}">
                    <a16:creationId xmlns:a16="http://schemas.microsoft.com/office/drawing/2014/main" id="{DDCC2DC4-37D5-AD43-AD6B-0CDC2F621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56" name="Rectangle 245">
                <a:extLst>
                  <a:ext uri="{FF2B5EF4-FFF2-40B4-BE49-F238E27FC236}">
                    <a16:creationId xmlns:a16="http://schemas.microsoft.com/office/drawing/2014/main" id="{A9608D03-34B6-A04D-9860-20DD5F48C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340" name="Group 246">
              <a:extLst>
                <a:ext uri="{FF2B5EF4-FFF2-40B4-BE49-F238E27FC236}">
                  <a16:creationId xmlns:a16="http://schemas.microsoft.com/office/drawing/2014/main" id="{16BA17B6-D2AB-8E47-B2F9-3F2DED5ABB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1342" name="Group 247">
                <a:extLst>
                  <a:ext uri="{FF2B5EF4-FFF2-40B4-BE49-F238E27FC236}">
                    <a16:creationId xmlns:a16="http://schemas.microsoft.com/office/drawing/2014/main" id="{C160BE36-EC02-D940-9D1D-9591143A06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1346" name="Group 248">
                  <a:extLst>
                    <a:ext uri="{FF2B5EF4-FFF2-40B4-BE49-F238E27FC236}">
                      <a16:creationId xmlns:a16="http://schemas.microsoft.com/office/drawing/2014/main" id="{283F0D02-4B90-6143-8184-A9DB804018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1349" name="Group 249">
                    <a:extLst>
                      <a:ext uri="{FF2B5EF4-FFF2-40B4-BE49-F238E27FC236}">
                        <a16:creationId xmlns:a16="http://schemas.microsoft.com/office/drawing/2014/main" id="{67049BBA-983F-3D41-8E5A-CD1393902B9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1353" name="Rectangle 250">
                      <a:extLst>
                        <a:ext uri="{FF2B5EF4-FFF2-40B4-BE49-F238E27FC236}">
                          <a16:creationId xmlns:a16="http://schemas.microsoft.com/office/drawing/2014/main" id="{68B3C2DF-C8E3-124D-BFEC-8D6B75EA471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354" name="Text Box 251">
                      <a:extLst>
                        <a:ext uri="{FF2B5EF4-FFF2-40B4-BE49-F238E27FC236}">
                          <a16:creationId xmlns:a16="http://schemas.microsoft.com/office/drawing/2014/main" id="{7C7E334C-58E7-9A43-AE59-87AF2FEDF35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1350" name="Group 252">
                    <a:extLst>
                      <a:ext uri="{FF2B5EF4-FFF2-40B4-BE49-F238E27FC236}">
                        <a16:creationId xmlns:a16="http://schemas.microsoft.com/office/drawing/2014/main" id="{8F9FBDEA-818E-9640-98FC-B4BED7F4807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351" name="Rectangle 253">
                      <a:extLst>
                        <a:ext uri="{FF2B5EF4-FFF2-40B4-BE49-F238E27FC236}">
                          <a16:creationId xmlns:a16="http://schemas.microsoft.com/office/drawing/2014/main" id="{6A64B999-D129-854E-B639-2BFA092804A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352" name="Rectangle 254">
                      <a:extLst>
                        <a:ext uri="{FF2B5EF4-FFF2-40B4-BE49-F238E27FC236}">
                          <a16:creationId xmlns:a16="http://schemas.microsoft.com/office/drawing/2014/main" id="{F4C7C486-565F-8C44-97CC-F98A59FD7EF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CC99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1347" name="Rectangle 255">
                  <a:extLst>
                    <a:ext uri="{FF2B5EF4-FFF2-40B4-BE49-F238E27FC236}">
                      <a16:creationId xmlns:a16="http://schemas.microsoft.com/office/drawing/2014/main" id="{4557EB11-2CE1-A94C-A3B8-AC3F6671A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48" name="Rectangle 256">
                  <a:extLst>
                    <a:ext uri="{FF2B5EF4-FFF2-40B4-BE49-F238E27FC236}">
                      <a16:creationId xmlns:a16="http://schemas.microsoft.com/office/drawing/2014/main" id="{06C978F1-F28F-B246-B76C-56C2AE79DC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343" name="Rectangle 257">
                <a:extLst>
                  <a:ext uri="{FF2B5EF4-FFF2-40B4-BE49-F238E27FC236}">
                    <a16:creationId xmlns:a16="http://schemas.microsoft.com/office/drawing/2014/main" id="{72D59FC1-58FA-6140-A61A-9A23AED6B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545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44" name="Rectangle 258">
                <a:extLst>
                  <a:ext uri="{FF2B5EF4-FFF2-40B4-BE49-F238E27FC236}">
                    <a16:creationId xmlns:a16="http://schemas.microsoft.com/office/drawing/2014/main" id="{DD90E8AF-5786-D844-9163-A5312426F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" y="3544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45" name="Rectangle 259">
                <a:extLst>
                  <a:ext uri="{FF2B5EF4-FFF2-40B4-BE49-F238E27FC236}">
                    <a16:creationId xmlns:a16="http://schemas.microsoft.com/office/drawing/2014/main" id="{F29D8D75-D4E7-BC40-B894-F7552FDC1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3529"/>
                <a:ext cx="681" cy="13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341" name="AutoShape 356">
              <a:extLst>
                <a:ext uri="{FF2B5EF4-FFF2-40B4-BE49-F238E27FC236}">
                  <a16:creationId xmlns:a16="http://schemas.microsoft.com/office/drawing/2014/main" id="{821D161B-1E7C-EE45-B496-924C0605B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" y="859"/>
              <a:ext cx="240" cy="667"/>
            </a:xfrm>
            <a:prstGeom prst="downArrow">
              <a:avLst>
                <a:gd name="adj1" fmla="val 49167"/>
                <a:gd name="adj2" fmla="val 675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68" name="Group 389">
            <a:extLst>
              <a:ext uri="{FF2B5EF4-FFF2-40B4-BE49-F238E27FC236}">
                <a16:creationId xmlns:a16="http://schemas.microsoft.com/office/drawing/2014/main" id="{5FF729A6-CAC3-2349-9B60-CAA70F09B9AD}"/>
              </a:ext>
            </a:extLst>
          </p:cNvPr>
          <p:cNvGrpSpPr>
            <a:grpSpLocks/>
          </p:cNvGrpSpPr>
          <p:nvPr/>
        </p:nvGrpSpPr>
        <p:grpSpPr bwMode="auto">
          <a:xfrm>
            <a:off x="193675" y="2411413"/>
            <a:ext cx="1081088" cy="244475"/>
            <a:chOff x="0" y="2762"/>
            <a:chExt cx="681" cy="154"/>
          </a:xfrm>
        </p:grpSpPr>
        <p:sp>
          <p:nvSpPr>
            <p:cNvPr id="1369" name="Rectangle 388">
              <a:extLst>
                <a:ext uri="{FF2B5EF4-FFF2-40B4-BE49-F238E27FC236}">
                  <a16:creationId xmlns:a16="http://schemas.microsoft.com/office/drawing/2014/main" id="{E399C489-E20D-234E-A19C-FF79E5C6C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68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370" name="Group 376">
              <a:extLst>
                <a:ext uri="{FF2B5EF4-FFF2-40B4-BE49-F238E27FC236}">
                  <a16:creationId xmlns:a16="http://schemas.microsoft.com/office/drawing/2014/main" id="{8BFB1694-C915-7847-9185-7CD60899D0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1373" name="Group 377">
                <a:extLst>
                  <a:ext uri="{FF2B5EF4-FFF2-40B4-BE49-F238E27FC236}">
                    <a16:creationId xmlns:a16="http://schemas.microsoft.com/office/drawing/2014/main" id="{361FD504-1404-A149-B3B0-047E46A73E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376" name="Group 378">
                  <a:extLst>
                    <a:ext uri="{FF2B5EF4-FFF2-40B4-BE49-F238E27FC236}">
                      <a16:creationId xmlns:a16="http://schemas.microsoft.com/office/drawing/2014/main" id="{AAC045A9-76D6-2F49-8E91-19BB1CDAAB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380" name="Rectangle 379">
                    <a:extLst>
                      <a:ext uri="{FF2B5EF4-FFF2-40B4-BE49-F238E27FC236}">
                        <a16:creationId xmlns:a16="http://schemas.microsoft.com/office/drawing/2014/main" id="{9D5B8A86-4BAE-264F-8BFD-27D84CC4E3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81" name="Text Box 380">
                    <a:extLst>
                      <a:ext uri="{FF2B5EF4-FFF2-40B4-BE49-F238E27FC236}">
                        <a16:creationId xmlns:a16="http://schemas.microsoft.com/office/drawing/2014/main" id="{D060CE99-A218-C244-9EC4-755E76B54F1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377" name="Group 381">
                  <a:extLst>
                    <a:ext uri="{FF2B5EF4-FFF2-40B4-BE49-F238E27FC236}">
                      <a16:creationId xmlns:a16="http://schemas.microsoft.com/office/drawing/2014/main" id="{4756CFF7-7124-2C43-BF13-A00B2EDF51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378" name="Rectangle 382">
                    <a:extLst>
                      <a:ext uri="{FF2B5EF4-FFF2-40B4-BE49-F238E27FC236}">
                        <a16:creationId xmlns:a16="http://schemas.microsoft.com/office/drawing/2014/main" id="{241A9728-0FEA-4540-A0EA-B61A59FBD9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79" name="Rectangle 383">
                    <a:extLst>
                      <a:ext uri="{FF2B5EF4-FFF2-40B4-BE49-F238E27FC236}">
                        <a16:creationId xmlns:a16="http://schemas.microsoft.com/office/drawing/2014/main" id="{D78C14E3-D995-1340-ADB9-4D5A5327F9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1374" name="Rectangle 384">
                <a:extLst>
                  <a:ext uri="{FF2B5EF4-FFF2-40B4-BE49-F238E27FC236}">
                    <a16:creationId xmlns:a16="http://schemas.microsoft.com/office/drawing/2014/main" id="{3002B227-5C5A-C245-A8B9-F5EEF9AAD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75" name="Rectangle 385">
                <a:extLst>
                  <a:ext uri="{FF2B5EF4-FFF2-40B4-BE49-F238E27FC236}">
                    <a16:creationId xmlns:a16="http://schemas.microsoft.com/office/drawing/2014/main" id="{79FACD39-A2D2-2E45-AC4A-B5B1F0B51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371" name="Rectangle 386">
              <a:extLst>
                <a:ext uri="{FF2B5EF4-FFF2-40B4-BE49-F238E27FC236}">
                  <a16:creationId xmlns:a16="http://schemas.microsoft.com/office/drawing/2014/main" id="{7D8F1886-A84D-7341-AA77-305A78453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" y="278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72" name="Rectangle 387">
              <a:extLst>
                <a:ext uri="{FF2B5EF4-FFF2-40B4-BE49-F238E27FC236}">
                  <a16:creationId xmlns:a16="http://schemas.microsoft.com/office/drawing/2014/main" id="{CE065416-38D0-E342-B700-A10B7D715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" y="278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82" name="Group 391">
            <a:extLst>
              <a:ext uri="{FF2B5EF4-FFF2-40B4-BE49-F238E27FC236}">
                <a16:creationId xmlns:a16="http://schemas.microsoft.com/office/drawing/2014/main" id="{1D3A8E6C-9163-1E40-91B0-9B85B7BC2F78}"/>
              </a:ext>
            </a:extLst>
          </p:cNvPr>
          <p:cNvGrpSpPr>
            <a:grpSpLocks/>
          </p:cNvGrpSpPr>
          <p:nvPr/>
        </p:nvGrpSpPr>
        <p:grpSpPr bwMode="auto">
          <a:xfrm>
            <a:off x="665163" y="4308475"/>
            <a:ext cx="1081087" cy="949325"/>
            <a:chOff x="2231" y="3555"/>
            <a:chExt cx="681" cy="598"/>
          </a:xfrm>
        </p:grpSpPr>
        <p:grpSp>
          <p:nvGrpSpPr>
            <p:cNvPr id="1383" name="Group 392">
              <a:extLst>
                <a:ext uri="{FF2B5EF4-FFF2-40B4-BE49-F238E27FC236}">
                  <a16:creationId xmlns:a16="http://schemas.microsoft.com/office/drawing/2014/main" id="{A674A9D4-6F7C-B94A-9520-EAA53D16DE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1387" name="Group 393">
                <a:extLst>
                  <a:ext uri="{FF2B5EF4-FFF2-40B4-BE49-F238E27FC236}">
                    <a16:creationId xmlns:a16="http://schemas.microsoft.com/office/drawing/2014/main" id="{ECA31A49-36D5-D046-A36F-1F01D82268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1412" name="Group 394">
                  <a:extLst>
                    <a:ext uri="{FF2B5EF4-FFF2-40B4-BE49-F238E27FC236}">
                      <a16:creationId xmlns:a16="http://schemas.microsoft.com/office/drawing/2014/main" id="{4D848505-175F-5146-A9DC-10D8133DE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1415" name="Rectangle 395">
                    <a:extLst>
                      <a:ext uri="{FF2B5EF4-FFF2-40B4-BE49-F238E27FC236}">
                        <a16:creationId xmlns:a16="http://schemas.microsoft.com/office/drawing/2014/main" id="{1B7B2BFE-FCCC-0443-9DE6-4C9F521507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16" name="Text Box 396">
                    <a:extLst>
                      <a:ext uri="{FF2B5EF4-FFF2-40B4-BE49-F238E27FC236}">
                        <a16:creationId xmlns:a16="http://schemas.microsoft.com/office/drawing/2014/main" id="{5EBE232F-06DA-C84A-B28A-9D91E0CB5E5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sp>
              <p:nvSpPr>
                <p:cNvPr id="1413" name="Rectangle 397">
                  <a:extLst>
                    <a:ext uri="{FF2B5EF4-FFF2-40B4-BE49-F238E27FC236}">
                      <a16:creationId xmlns:a16="http://schemas.microsoft.com/office/drawing/2014/main" id="{3165F2EA-E309-9D44-B809-074990ED4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14" name="Rectangle 398">
                  <a:extLst>
                    <a:ext uri="{FF2B5EF4-FFF2-40B4-BE49-F238E27FC236}">
                      <a16:creationId xmlns:a16="http://schemas.microsoft.com/office/drawing/2014/main" id="{347F2916-D218-544D-BCF9-22D27D084E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388" name="Group 399">
                <a:extLst>
                  <a:ext uri="{FF2B5EF4-FFF2-40B4-BE49-F238E27FC236}">
                    <a16:creationId xmlns:a16="http://schemas.microsoft.com/office/drawing/2014/main" id="{F06582F6-491B-3C4A-9DBF-38DAE177E3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1406" name="Group 400">
                  <a:extLst>
                    <a:ext uri="{FF2B5EF4-FFF2-40B4-BE49-F238E27FC236}">
                      <a16:creationId xmlns:a16="http://schemas.microsoft.com/office/drawing/2014/main" id="{2B3331E0-1512-1948-88F6-2A59A45EE2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410" name="Rectangle 401">
                    <a:extLst>
                      <a:ext uri="{FF2B5EF4-FFF2-40B4-BE49-F238E27FC236}">
                        <a16:creationId xmlns:a16="http://schemas.microsoft.com/office/drawing/2014/main" id="{6CB9829F-BDFE-534D-A81C-6B90328697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11" name="Text Box 402">
                    <a:extLst>
                      <a:ext uri="{FF2B5EF4-FFF2-40B4-BE49-F238E27FC236}">
                        <a16:creationId xmlns:a16="http://schemas.microsoft.com/office/drawing/2014/main" id="{BF046B08-009C-B54A-845D-3EA97CF8A40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407" name="Group 403">
                  <a:extLst>
                    <a:ext uri="{FF2B5EF4-FFF2-40B4-BE49-F238E27FC236}">
                      <a16:creationId xmlns:a16="http://schemas.microsoft.com/office/drawing/2014/main" id="{14C1AB36-B354-F748-BB41-D28297A570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08" name="Rectangle 404">
                    <a:extLst>
                      <a:ext uri="{FF2B5EF4-FFF2-40B4-BE49-F238E27FC236}">
                        <a16:creationId xmlns:a16="http://schemas.microsoft.com/office/drawing/2014/main" id="{92BCB4D4-EE6B-3A4F-90D1-058BD26F82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09" name="Rectangle 405">
                    <a:extLst>
                      <a:ext uri="{FF2B5EF4-FFF2-40B4-BE49-F238E27FC236}">
                        <a16:creationId xmlns:a16="http://schemas.microsoft.com/office/drawing/2014/main" id="{9DE8286C-561B-0248-8949-7BED3AE934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389" name="Group 406">
                <a:extLst>
                  <a:ext uri="{FF2B5EF4-FFF2-40B4-BE49-F238E27FC236}">
                    <a16:creationId xmlns:a16="http://schemas.microsoft.com/office/drawing/2014/main" id="{8DE10AE3-BBFE-BE40-96BF-7BE290E4E2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1404" name="Rectangle 407">
                  <a:extLst>
                    <a:ext uri="{FF2B5EF4-FFF2-40B4-BE49-F238E27FC236}">
                      <a16:creationId xmlns:a16="http://schemas.microsoft.com/office/drawing/2014/main" id="{398CBED0-24D0-4848-B4EC-C60335559E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05" name="Rectangle 408">
                  <a:extLst>
                    <a:ext uri="{FF2B5EF4-FFF2-40B4-BE49-F238E27FC236}">
                      <a16:creationId xmlns:a16="http://schemas.microsoft.com/office/drawing/2014/main" id="{F397ABF4-0C69-5B41-89DC-2D08E00F39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390" name="Group 409">
                <a:extLst>
                  <a:ext uri="{FF2B5EF4-FFF2-40B4-BE49-F238E27FC236}">
                    <a16:creationId xmlns:a16="http://schemas.microsoft.com/office/drawing/2014/main" id="{819ED642-BF66-A94A-97DC-306DF96BBF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1391" name="Group 410">
                  <a:extLst>
                    <a:ext uri="{FF2B5EF4-FFF2-40B4-BE49-F238E27FC236}">
                      <a16:creationId xmlns:a16="http://schemas.microsoft.com/office/drawing/2014/main" id="{27961D25-0616-CA42-9129-0E007FA92F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1395" name="Group 411">
                    <a:extLst>
                      <a:ext uri="{FF2B5EF4-FFF2-40B4-BE49-F238E27FC236}">
                        <a16:creationId xmlns:a16="http://schemas.microsoft.com/office/drawing/2014/main" id="{88AB7FD9-A804-4E47-8E9D-B9E88C6B035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1398" name="Group 412">
                      <a:extLst>
                        <a:ext uri="{FF2B5EF4-FFF2-40B4-BE49-F238E27FC236}">
                          <a16:creationId xmlns:a16="http://schemas.microsoft.com/office/drawing/2014/main" id="{D14E5602-12F4-B74A-8804-5BC51007E9F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1402" name="Rectangle 413">
                        <a:extLst>
                          <a:ext uri="{FF2B5EF4-FFF2-40B4-BE49-F238E27FC236}">
                            <a16:creationId xmlns:a16="http://schemas.microsoft.com/office/drawing/2014/main" id="{1538BE46-64CA-5D4A-8631-B40DF60A873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403" name="Text Box 414">
                        <a:extLst>
                          <a:ext uri="{FF2B5EF4-FFF2-40B4-BE49-F238E27FC236}">
                            <a16:creationId xmlns:a16="http://schemas.microsoft.com/office/drawing/2014/main" id="{98BC5D4F-31BF-2A4D-8E15-113129FDE3D3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HTTP</a:t>
                        </a:r>
                      </a:p>
                    </p:txBody>
                  </p:sp>
                </p:grpSp>
                <p:grpSp>
                  <p:nvGrpSpPr>
                    <p:cNvPr id="1399" name="Group 415">
                      <a:extLst>
                        <a:ext uri="{FF2B5EF4-FFF2-40B4-BE49-F238E27FC236}">
                          <a16:creationId xmlns:a16="http://schemas.microsoft.com/office/drawing/2014/main" id="{F8E7AA7B-7457-2048-A1CB-FCD0F323A5A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400" name="Rectangle 416">
                        <a:extLst>
                          <a:ext uri="{FF2B5EF4-FFF2-40B4-BE49-F238E27FC236}">
                            <a16:creationId xmlns:a16="http://schemas.microsoft.com/office/drawing/2014/main" id="{9A530D9A-28C0-DA45-B8C2-416245B6065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401" name="Rectangle 417">
                        <a:extLst>
                          <a:ext uri="{FF2B5EF4-FFF2-40B4-BE49-F238E27FC236}">
                            <a16:creationId xmlns:a16="http://schemas.microsoft.com/office/drawing/2014/main" id="{E8D004B1-9E38-DB47-9093-6438F10B136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1396" name="Rectangle 418">
                    <a:extLst>
                      <a:ext uri="{FF2B5EF4-FFF2-40B4-BE49-F238E27FC236}">
                        <a16:creationId xmlns:a16="http://schemas.microsoft.com/office/drawing/2014/main" id="{51FC546D-DB83-D444-A1E1-5B29F5568A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97" name="Rectangle 419">
                    <a:extLst>
                      <a:ext uri="{FF2B5EF4-FFF2-40B4-BE49-F238E27FC236}">
                        <a16:creationId xmlns:a16="http://schemas.microsoft.com/office/drawing/2014/main" id="{1EE5FD5E-781E-E945-A579-35AC91704A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392" name="Rectangle 420">
                  <a:extLst>
                    <a:ext uri="{FF2B5EF4-FFF2-40B4-BE49-F238E27FC236}">
                      <a16:creationId xmlns:a16="http://schemas.microsoft.com/office/drawing/2014/main" id="{CC7E642E-916D-4741-8C6E-2D74E8F4EA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93" name="Rectangle 421">
                  <a:extLst>
                    <a:ext uri="{FF2B5EF4-FFF2-40B4-BE49-F238E27FC236}">
                      <a16:creationId xmlns:a16="http://schemas.microsoft.com/office/drawing/2014/main" id="{3CD93751-BB57-E447-9D5E-3A454DEA47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94" name="Rectangle 422">
                  <a:extLst>
                    <a:ext uri="{FF2B5EF4-FFF2-40B4-BE49-F238E27FC236}">
                      <a16:creationId xmlns:a16="http://schemas.microsoft.com/office/drawing/2014/main" id="{9BFC2B4B-48CE-FA4B-944F-9260DEDC69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384" name="Group 423">
              <a:extLst>
                <a:ext uri="{FF2B5EF4-FFF2-40B4-BE49-F238E27FC236}">
                  <a16:creationId xmlns:a16="http://schemas.microsoft.com/office/drawing/2014/main" id="{56B3D7BE-60AE-B744-BD7F-65431AF8A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1385" name="Rectangle 424">
                <a:extLst>
                  <a:ext uri="{FF2B5EF4-FFF2-40B4-BE49-F238E27FC236}">
                    <a16:creationId xmlns:a16="http://schemas.microsoft.com/office/drawing/2014/main" id="{078E811A-5E74-2C43-9551-F7CA4814E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86" name="Text Box 425">
                <a:extLst>
                  <a:ext uri="{FF2B5EF4-FFF2-40B4-BE49-F238E27FC236}">
                    <a16:creationId xmlns:a16="http://schemas.microsoft.com/office/drawing/2014/main" id="{C98D3C61-0CBD-0E48-9913-A3ACE809D1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</p:grpSp>
      <p:grpSp>
        <p:nvGrpSpPr>
          <p:cNvPr id="1417" name="Group 477">
            <a:extLst>
              <a:ext uri="{FF2B5EF4-FFF2-40B4-BE49-F238E27FC236}">
                <a16:creationId xmlns:a16="http://schemas.microsoft.com/office/drawing/2014/main" id="{211C3B45-DEF5-3748-8F2C-7B72A758CBEC}"/>
              </a:ext>
            </a:extLst>
          </p:cNvPr>
          <p:cNvGrpSpPr>
            <a:grpSpLocks/>
          </p:cNvGrpSpPr>
          <p:nvPr/>
        </p:nvGrpSpPr>
        <p:grpSpPr bwMode="auto">
          <a:xfrm>
            <a:off x="177800" y="1639888"/>
            <a:ext cx="1081088" cy="1016000"/>
            <a:chOff x="2256" y="3531"/>
            <a:chExt cx="681" cy="640"/>
          </a:xfrm>
        </p:grpSpPr>
        <p:grpSp>
          <p:nvGrpSpPr>
            <p:cNvPr id="1418" name="Group 321">
              <a:extLst>
                <a:ext uri="{FF2B5EF4-FFF2-40B4-BE49-F238E27FC236}">
                  <a16:creationId xmlns:a16="http://schemas.microsoft.com/office/drawing/2014/main" id="{51DFE365-F84E-B542-A999-2F3E40E5DF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1446" name="Group 322">
                <a:extLst>
                  <a:ext uri="{FF2B5EF4-FFF2-40B4-BE49-F238E27FC236}">
                    <a16:creationId xmlns:a16="http://schemas.microsoft.com/office/drawing/2014/main" id="{FF5F03F3-DB12-2D40-BC2F-D32AB1400F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1449" name="Rectangle 323">
                  <a:extLst>
                    <a:ext uri="{FF2B5EF4-FFF2-40B4-BE49-F238E27FC236}">
                      <a16:creationId xmlns:a16="http://schemas.microsoft.com/office/drawing/2014/main" id="{A5F0BBB9-9229-8B40-9DA3-EC3C89CAD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50" name="Text Box 324">
                  <a:extLst>
                    <a:ext uri="{FF2B5EF4-FFF2-40B4-BE49-F238E27FC236}">
                      <a16:creationId xmlns:a16="http://schemas.microsoft.com/office/drawing/2014/main" id="{27765596-C3DB-9A4F-821F-F5B670F90A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sp>
            <p:nvSpPr>
              <p:cNvPr id="1447" name="Rectangle 325">
                <a:extLst>
                  <a:ext uri="{FF2B5EF4-FFF2-40B4-BE49-F238E27FC236}">
                    <a16:creationId xmlns:a16="http://schemas.microsoft.com/office/drawing/2014/main" id="{ADED085D-E105-DD45-9113-079F9044A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8" name="Rectangle 326">
                <a:extLst>
                  <a:ext uri="{FF2B5EF4-FFF2-40B4-BE49-F238E27FC236}">
                    <a16:creationId xmlns:a16="http://schemas.microsoft.com/office/drawing/2014/main" id="{A856D64F-FDE8-0541-901B-7521D7AA7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19" name="Group 327">
              <a:extLst>
                <a:ext uri="{FF2B5EF4-FFF2-40B4-BE49-F238E27FC236}">
                  <a16:creationId xmlns:a16="http://schemas.microsoft.com/office/drawing/2014/main" id="{87D9BB31-BDC2-DB42-B051-33D1994329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1440" name="Group 328">
                <a:extLst>
                  <a:ext uri="{FF2B5EF4-FFF2-40B4-BE49-F238E27FC236}">
                    <a16:creationId xmlns:a16="http://schemas.microsoft.com/office/drawing/2014/main" id="{834AC66A-2ADC-614D-AFB0-B60FCC706A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1444" name="Rectangle 329">
                  <a:extLst>
                    <a:ext uri="{FF2B5EF4-FFF2-40B4-BE49-F238E27FC236}">
                      <a16:creationId xmlns:a16="http://schemas.microsoft.com/office/drawing/2014/main" id="{E68B387B-1AE2-364D-93EE-781BBE6CBB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45" name="Text Box 330">
                  <a:extLst>
                    <a:ext uri="{FF2B5EF4-FFF2-40B4-BE49-F238E27FC236}">
                      <a16:creationId xmlns:a16="http://schemas.microsoft.com/office/drawing/2014/main" id="{C35B73DB-836E-4544-A452-72E2DD4348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grpSp>
            <p:nvGrpSpPr>
              <p:cNvPr id="1441" name="Group 331">
                <a:extLst>
                  <a:ext uri="{FF2B5EF4-FFF2-40B4-BE49-F238E27FC236}">
                    <a16:creationId xmlns:a16="http://schemas.microsoft.com/office/drawing/2014/main" id="{271D17BC-6EB1-CB4F-AC93-B1D6D5DB19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442" name="Rectangle 332">
                  <a:extLst>
                    <a:ext uri="{FF2B5EF4-FFF2-40B4-BE49-F238E27FC236}">
                      <a16:creationId xmlns:a16="http://schemas.microsoft.com/office/drawing/2014/main" id="{30B08293-1768-064C-B8D7-62AD59137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43" name="Rectangle 333">
                  <a:extLst>
                    <a:ext uri="{FF2B5EF4-FFF2-40B4-BE49-F238E27FC236}">
                      <a16:creationId xmlns:a16="http://schemas.microsoft.com/office/drawing/2014/main" id="{471AE46F-12CE-3E43-A551-BD371717F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420" name="Group 334">
              <a:extLst>
                <a:ext uri="{FF2B5EF4-FFF2-40B4-BE49-F238E27FC236}">
                  <a16:creationId xmlns:a16="http://schemas.microsoft.com/office/drawing/2014/main" id="{1826B60C-86D4-BF49-8F23-9B303D150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1438" name="Rectangle 335">
                <a:extLst>
                  <a:ext uri="{FF2B5EF4-FFF2-40B4-BE49-F238E27FC236}">
                    <a16:creationId xmlns:a16="http://schemas.microsoft.com/office/drawing/2014/main" id="{43BF521B-C604-944A-8712-1E6D618DD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9" name="Rectangle 336">
                <a:extLst>
                  <a:ext uri="{FF2B5EF4-FFF2-40B4-BE49-F238E27FC236}">
                    <a16:creationId xmlns:a16="http://schemas.microsoft.com/office/drawing/2014/main" id="{5DD50717-750D-C440-911C-0F048BF11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21" name="Group 360">
              <a:extLst>
                <a:ext uri="{FF2B5EF4-FFF2-40B4-BE49-F238E27FC236}">
                  <a16:creationId xmlns:a16="http://schemas.microsoft.com/office/drawing/2014/main" id="{E57035F4-47DE-374E-88DF-0E40274A1B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1436" name="Rectangle 361">
                <a:extLst>
                  <a:ext uri="{FF2B5EF4-FFF2-40B4-BE49-F238E27FC236}">
                    <a16:creationId xmlns:a16="http://schemas.microsoft.com/office/drawing/2014/main" id="{A4B5DAF7-F3AE-4E49-882A-B6B9DF7946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7" name="Text Box 362">
                <a:extLst>
                  <a:ext uri="{FF2B5EF4-FFF2-40B4-BE49-F238E27FC236}">
                    <a16:creationId xmlns:a16="http://schemas.microsoft.com/office/drawing/2014/main" id="{A6FC6CE1-9969-BB45-B842-8352A46F94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grpSp>
          <p:nvGrpSpPr>
            <p:cNvPr id="1422" name="Group 461">
              <a:extLst>
                <a:ext uri="{FF2B5EF4-FFF2-40B4-BE49-F238E27FC236}">
                  <a16:creationId xmlns:a16="http://schemas.microsoft.com/office/drawing/2014/main" id="{945F125E-4877-4C4F-B8B3-80B0B45580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1423" name="Rectangle 457">
                <a:extLst>
                  <a:ext uri="{FF2B5EF4-FFF2-40B4-BE49-F238E27FC236}">
                    <a16:creationId xmlns:a16="http://schemas.microsoft.com/office/drawing/2014/main" id="{96F48ABE-9A07-9745-8CD8-1838BDF3E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1" y="3186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424" name="Group 445">
                <a:extLst>
                  <a:ext uri="{FF2B5EF4-FFF2-40B4-BE49-F238E27FC236}">
                    <a16:creationId xmlns:a16="http://schemas.microsoft.com/office/drawing/2014/main" id="{1AC9A35B-D88E-304C-8099-6944F5F112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1427" name="Group 446">
                  <a:extLst>
                    <a:ext uri="{FF2B5EF4-FFF2-40B4-BE49-F238E27FC236}">
                      <a16:creationId xmlns:a16="http://schemas.microsoft.com/office/drawing/2014/main" id="{DB702BD7-8957-2C44-A226-AF80D4754C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1430" name="Group 447">
                    <a:extLst>
                      <a:ext uri="{FF2B5EF4-FFF2-40B4-BE49-F238E27FC236}">
                        <a16:creationId xmlns:a16="http://schemas.microsoft.com/office/drawing/2014/main" id="{F6B64FB3-38BD-6B4E-8E78-9C99B1A82B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1434" name="Rectangle 448">
                      <a:extLst>
                        <a:ext uri="{FF2B5EF4-FFF2-40B4-BE49-F238E27FC236}">
                          <a16:creationId xmlns:a16="http://schemas.microsoft.com/office/drawing/2014/main" id="{F1F639F6-C05B-494B-8B4D-1888EBE26A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435" name="Text Box 449">
                      <a:extLst>
                        <a:ext uri="{FF2B5EF4-FFF2-40B4-BE49-F238E27FC236}">
                          <a16:creationId xmlns:a16="http://schemas.microsoft.com/office/drawing/2014/main" id="{949DB487-3E28-E144-AC2C-1C40E26D334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1431" name="Group 450">
                    <a:extLst>
                      <a:ext uri="{FF2B5EF4-FFF2-40B4-BE49-F238E27FC236}">
                        <a16:creationId xmlns:a16="http://schemas.microsoft.com/office/drawing/2014/main" id="{6E6B73B0-D0C2-7D46-92E5-29ADF12876D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432" name="Rectangle 451">
                      <a:extLst>
                        <a:ext uri="{FF2B5EF4-FFF2-40B4-BE49-F238E27FC236}">
                          <a16:creationId xmlns:a16="http://schemas.microsoft.com/office/drawing/2014/main" id="{4C610DFE-363B-F74F-BA64-A87F67D852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433" name="Rectangle 452">
                      <a:extLst>
                        <a:ext uri="{FF2B5EF4-FFF2-40B4-BE49-F238E27FC236}">
                          <a16:creationId xmlns:a16="http://schemas.microsoft.com/office/drawing/2014/main" id="{86A71122-100D-224A-9DBF-53DE8D970F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CC99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1428" name="Rectangle 453">
                  <a:extLst>
                    <a:ext uri="{FF2B5EF4-FFF2-40B4-BE49-F238E27FC236}">
                      <a16:creationId xmlns:a16="http://schemas.microsoft.com/office/drawing/2014/main" id="{9BCD973F-4C32-9E44-994F-5153EE8D03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29" name="Rectangle 454">
                  <a:extLst>
                    <a:ext uri="{FF2B5EF4-FFF2-40B4-BE49-F238E27FC236}">
                      <a16:creationId xmlns:a16="http://schemas.microsoft.com/office/drawing/2014/main" id="{852A6FFA-C875-754E-8259-955A851310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25" name="Rectangle 455">
                <a:extLst>
                  <a:ext uri="{FF2B5EF4-FFF2-40B4-BE49-F238E27FC236}">
                    <a16:creationId xmlns:a16="http://schemas.microsoft.com/office/drawing/2014/main" id="{86F66628-5236-984B-B9C7-68FAFC46A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28" y="3202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6" name="Rectangle 456">
                <a:extLst>
                  <a:ext uri="{FF2B5EF4-FFF2-40B4-BE49-F238E27FC236}">
                    <a16:creationId xmlns:a16="http://schemas.microsoft.com/office/drawing/2014/main" id="{7831360A-68BA-9C48-8798-45611A892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" y="3201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451" name="Group 462">
            <a:extLst>
              <a:ext uri="{FF2B5EF4-FFF2-40B4-BE49-F238E27FC236}">
                <a16:creationId xmlns:a16="http://schemas.microsoft.com/office/drawing/2014/main" id="{0D9DBC59-E587-F447-95DB-826B98FC265E}"/>
              </a:ext>
            </a:extLst>
          </p:cNvPr>
          <p:cNvGrpSpPr>
            <a:grpSpLocks/>
          </p:cNvGrpSpPr>
          <p:nvPr/>
        </p:nvGrpSpPr>
        <p:grpSpPr bwMode="auto">
          <a:xfrm>
            <a:off x="668338" y="5013325"/>
            <a:ext cx="1081087" cy="244475"/>
            <a:chOff x="-341" y="3180"/>
            <a:chExt cx="681" cy="154"/>
          </a:xfrm>
        </p:grpSpPr>
        <p:sp>
          <p:nvSpPr>
            <p:cNvPr id="1452" name="Rectangle 463">
              <a:extLst>
                <a:ext uri="{FF2B5EF4-FFF2-40B4-BE49-F238E27FC236}">
                  <a16:creationId xmlns:a16="http://schemas.microsoft.com/office/drawing/2014/main" id="{A49E1639-B461-5B40-A731-1377E4315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3186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53" name="Group 464">
              <a:extLst>
                <a:ext uri="{FF2B5EF4-FFF2-40B4-BE49-F238E27FC236}">
                  <a16:creationId xmlns:a16="http://schemas.microsoft.com/office/drawing/2014/main" id="{D5FA2E0E-0A78-F049-BE06-25BFB15F0D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1456" name="Group 465">
                <a:extLst>
                  <a:ext uri="{FF2B5EF4-FFF2-40B4-BE49-F238E27FC236}">
                    <a16:creationId xmlns:a16="http://schemas.microsoft.com/office/drawing/2014/main" id="{8A2C9457-2B63-E445-A642-A19BC33E7D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459" name="Group 466">
                  <a:extLst>
                    <a:ext uri="{FF2B5EF4-FFF2-40B4-BE49-F238E27FC236}">
                      <a16:creationId xmlns:a16="http://schemas.microsoft.com/office/drawing/2014/main" id="{0ED7C792-6D2F-7244-AE5D-4733C0D41C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463" name="Rectangle 467">
                    <a:extLst>
                      <a:ext uri="{FF2B5EF4-FFF2-40B4-BE49-F238E27FC236}">
                        <a16:creationId xmlns:a16="http://schemas.microsoft.com/office/drawing/2014/main" id="{AB75B8C7-1B46-B54B-BDB3-1BAFD73A47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64" name="Text Box 468">
                    <a:extLst>
                      <a:ext uri="{FF2B5EF4-FFF2-40B4-BE49-F238E27FC236}">
                        <a16:creationId xmlns:a16="http://schemas.microsoft.com/office/drawing/2014/main" id="{F3F7FB78-D532-E842-8C80-77FEABCA4D3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460" name="Group 469">
                  <a:extLst>
                    <a:ext uri="{FF2B5EF4-FFF2-40B4-BE49-F238E27FC236}">
                      <a16:creationId xmlns:a16="http://schemas.microsoft.com/office/drawing/2014/main" id="{416C1FF9-E113-504D-9EE2-4327347FD8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61" name="Rectangle 470">
                    <a:extLst>
                      <a:ext uri="{FF2B5EF4-FFF2-40B4-BE49-F238E27FC236}">
                        <a16:creationId xmlns:a16="http://schemas.microsoft.com/office/drawing/2014/main" id="{DE3A100E-198F-E448-AA6A-4DF941945B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62" name="Rectangle 471">
                    <a:extLst>
                      <a:ext uri="{FF2B5EF4-FFF2-40B4-BE49-F238E27FC236}">
                        <a16:creationId xmlns:a16="http://schemas.microsoft.com/office/drawing/2014/main" id="{A7D239DD-5743-5846-B6BE-3318EA79F3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1457" name="Rectangle 472">
                <a:extLst>
                  <a:ext uri="{FF2B5EF4-FFF2-40B4-BE49-F238E27FC236}">
                    <a16:creationId xmlns:a16="http://schemas.microsoft.com/office/drawing/2014/main" id="{731ADE56-4682-664C-BC51-BB88883F0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8" name="Rectangle 473">
                <a:extLst>
                  <a:ext uri="{FF2B5EF4-FFF2-40B4-BE49-F238E27FC236}">
                    <a16:creationId xmlns:a16="http://schemas.microsoft.com/office/drawing/2014/main" id="{547100D8-7A3A-1D41-9B15-FFBF05B77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454" name="Rectangle 474">
              <a:extLst>
                <a:ext uri="{FF2B5EF4-FFF2-40B4-BE49-F238E27FC236}">
                  <a16:creationId xmlns:a16="http://schemas.microsoft.com/office/drawing/2014/main" id="{886DAE83-F1EB-BC48-B19C-265C33E86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28" y="320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455" name="Rectangle 475">
              <a:extLst>
                <a:ext uri="{FF2B5EF4-FFF2-40B4-BE49-F238E27FC236}">
                  <a16:creationId xmlns:a16="http://schemas.microsoft.com/office/drawing/2014/main" id="{E6874F5F-698C-3C4C-B3C1-75898F0DD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20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1465" name="Picture 478">
            <a:extLst>
              <a:ext uri="{FF2B5EF4-FFF2-40B4-BE49-F238E27FC236}">
                <a16:creationId xmlns:a16="http://schemas.microsoft.com/office/drawing/2014/main" id="{D1685B0C-7F85-E147-A4EA-AFA2AE215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776" y="2632037"/>
            <a:ext cx="639182" cy="395101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466" name="Rectangle 480">
            <a:extLst>
              <a:ext uri="{FF2B5EF4-FFF2-40B4-BE49-F238E27FC236}">
                <a16:creationId xmlns:a16="http://schemas.microsoft.com/office/drawing/2014/main" id="{E8C6E2EE-B2B4-8144-9BCC-BFAF064D1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47" y="1988349"/>
            <a:ext cx="2595553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8125" indent="-18732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charset="0"/>
              </a:rPr>
              <a:t>web page </a:t>
            </a:r>
            <a:r>
              <a:rPr lang="en-US" sz="2000" i="1" dirty="0">
                <a:solidFill>
                  <a:srgbClr val="C00000"/>
                </a:solidFill>
                <a:ea typeface="ＭＳ Ｐゴシック" charset="0"/>
              </a:rPr>
              <a:t>finally (!!!) </a:t>
            </a:r>
            <a:r>
              <a:rPr lang="en-US" sz="2000" dirty="0">
                <a:solidFill>
                  <a:srgbClr val="000000"/>
                </a:solidFill>
                <a:ea typeface="ＭＳ Ｐゴシック" charset="0"/>
              </a:rPr>
              <a:t>displayed</a:t>
            </a:r>
          </a:p>
        </p:txBody>
      </p:sp>
    </p:spTree>
    <p:extLst>
      <p:ext uri="{BB962C8B-B14F-4D97-AF65-F5344CB8AC3E}">
        <p14:creationId xmlns:p14="http://schemas.microsoft.com/office/powerpoint/2010/main" val="50428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44444E-6 L 3.75E-6 0.07338 L 0.29205 0.06899 L 0.19596 0.25764 L 0.41562 0.11088 L 0.26731 0.51227 C 0.18945 0.51459 0.11744 0.50787 0.03971 0.50996 L 0.03971 0.38079 " pathEditMode="relative" rAng="0" ptsTypes="AAAAAAAA">
                                      <p:cBhvr>
                                        <p:cTn id="39" dur="3000" fill="hold"/>
                                        <p:tgtEl>
                                          <p:spTgt spid="1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81" y="2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023 C -0.00078 0.03264 -0.00143 0.06598 -0.00143 0.09908 L 0.23477 0.09699 L 0.37122 -0.27083 L 0.15104 -0.11944 L 0.25 -0.31666 L -0.03529 -0.31481 C -0.03594 -0.33078 -0.03529 -0.34143 -0.03529 -0.36342 C -0.03529 -0.38263 -0.03893 -0.35995 -0.03893 -0.37939 " pathEditMode="relative" rAng="0" ptsTypes="AAAAAAAAA">
                                      <p:cBhvr>
                                        <p:cTn id="70" dur="3000" fill="hold"/>
                                        <p:tgtEl>
                                          <p:spTgt spid="1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93" y="-14005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1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0" grpId="0"/>
      <p:bldP spid="1331" grpId="0"/>
      <p:bldP spid="1332" grpId="0"/>
      <p:bldP spid="1335" grpId="0"/>
      <p:bldP spid="1466" grpId="0"/>
      <p:bldP spid="1466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Calibri" panose="020F0502020204030204"/>
              </a:rPr>
              <a:t>Chapter 6: Summary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6737" y="6492875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A4B12346-C21D-2B4E-816C-10F5298F6A06}"/>
              </a:ext>
            </a:extLst>
          </p:cNvPr>
          <p:cNvSpPr txBox="1">
            <a:spLocks noChangeArrowheads="1"/>
          </p:cNvSpPr>
          <p:nvPr/>
        </p:nvSpPr>
        <p:spPr>
          <a:xfrm>
            <a:off x="757518" y="1324816"/>
            <a:ext cx="11434482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>
              <a:defRPr/>
            </a:pPr>
            <a:r>
              <a:rPr lang="en-US" sz="3200" dirty="0"/>
              <a:t>principles behind data link layer services:</a:t>
            </a:r>
          </a:p>
          <a:p>
            <a:pPr lvl="1">
              <a:defRPr/>
            </a:pPr>
            <a:r>
              <a:rPr lang="en-US" sz="2800" dirty="0"/>
              <a:t>error detection, correction</a:t>
            </a:r>
          </a:p>
          <a:p>
            <a:pPr lvl="1">
              <a:defRPr/>
            </a:pPr>
            <a:r>
              <a:rPr lang="en-US" sz="2800" dirty="0"/>
              <a:t>sharing a broadcast channel: multiple access</a:t>
            </a:r>
          </a:p>
          <a:p>
            <a:pPr lvl="1">
              <a:defRPr/>
            </a:pPr>
            <a:r>
              <a:rPr lang="en-US" sz="2800" dirty="0"/>
              <a:t>link layer addressing</a:t>
            </a:r>
          </a:p>
          <a:p>
            <a:pPr indent="-285750">
              <a:defRPr/>
            </a:pPr>
            <a:r>
              <a:rPr lang="en-US" sz="3200" dirty="0"/>
              <a:t>instantiation, implementation of various link layer technologies</a:t>
            </a:r>
          </a:p>
          <a:p>
            <a:pPr lvl="1">
              <a:defRPr/>
            </a:pPr>
            <a:r>
              <a:rPr lang="en-US" sz="2800" dirty="0"/>
              <a:t>Ethernet</a:t>
            </a:r>
          </a:p>
          <a:p>
            <a:pPr lvl="1">
              <a:defRPr/>
            </a:pPr>
            <a:r>
              <a:rPr lang="en-US" sz="2800" dirty="0"/>
              <a:t>switched LANS, VLANs</a:t>
            </a:r>
          </a:p>
          <a:p>
            <a:pPr lvl="1">
              <a:defRPr/>
            </a:pPr>
            <a:r>
              <a:rPr lang="en-US" sz="2800" dirty="0"/>
              <a:t>virtualized networks as a link layer: MPLS</a:t>
            </a:r>
          </a:p>
          <a:p>
            <a:pPr indent="-285750">
              <a:defRPr/>
            </a:pPr>
            <a:r>
              <a:rPr lang="en-US" sz="3200" dirty="0"/>
              <a:t>synthesis: a day in the life of a web request</a:t>
            </a:r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23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23919</TotalTime>
  <Words>3560</Words>
  <Application>Microsoft Office PowerPoint</Application>
  <PresentationFormat>Widescreen</PresentationFormat>
  <Paragraphs>1056</Paragraphs>
  <Slides>45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60" baseType="lpstr">
      <vt:lpstr>MS PGothic</vt:lpstr>
      <vt:lpstr>MS PGothic</vt:lpstr>
      <vt:lpstr>游ゴシック</vt:lpstr>
      <vt:lpstr>Arial</vt:lpstr>
      <vt:lpstr>Calibri</vt:lpstr>
      <vt:lpstr>Calibri Light</vt:lpstr>
      <vt:lpstr>Cambria Math</vt:lpstr>
      <vt:lpstr>Comic Sans MS</vt:lpstr>
      <vt:lpstr>Courier New</vt:lpstr>
      <vt:lpstr>Gill Sans MT</vt:lpstr>
      <vt:lpstr>Tahoma</vt:lpstr>
      <vt:lpstr>Times New Roman</vt:lpstr>
      <vt:lpstr>Wingdings</vt:lpstr>
      <vt:lpstr>Office Theme</vt:lpstr>
      <vt:lpstr>12_Default Design</vt:lpstr>
      <vt:lpstr>PowerPoint Presentation</vt:lpstr>
      <vt:lpstr>Link layer and LANs: our goals</vt:lpstr>
      <vt:lpstr>Link layer, LANs: roadmap</vt:lpstr>
      <vt:lpstr>Link layer: introduction</vt:lpstr>
      <vt:lpstr>Link layer: context</vt:lpstr>
      <vt:lpstr>Link layer: services</vt:lpstr>
      <vt:lpstr>Link layer: services (more)</vt:lpstr>
      <vt:lpstr>Where is the link layer implemented?</vt:lpstr>
      <vt:lpstr>Multiple access links, protocols</vt:lpstr>
      <vt:lpstr>Multiple access protocols</vt:lpstr>
      <vt:lpstr>MAC protocols: taxonomy</vt:lpstr>
      <vt:lpstr>Channel partitioning MAC protocols: TDMA</vt:lpstr>
      <vt:lpstr>Channel partitioning MAC protocols: FDMA</vt:lpstr>
      <vt:lpstr>Random access protocols</vt:lpstr>
      <vt:lpstr>CSMA (carrier sense multiple access)</vt:lpstr>
      <vt:lpstr>“Taking turns” MAC protocols</vt:lpstr>
      <vt:lpstr>“Taking turns” MAC protocols</vt:lpstr>
      <vt:lpstr>“Taking turns” MAC protocols</vt:lpstr>
      <vt:lpstr>MAC addresses</vt:lpstr>
      <vt:lpstr>MAC addresses</vt:lpstr>
      <vt:lpstr>ARP: address resolution protocol</vt:lpstr>
      <vt:lpstr>ARP protocol in action</vt:lpstr>
      <vt:lpstr>ARP protocol in action</vt:lpstr>
      <vt:lpstr>ARP protocol in action</vt:lpstr>
      <vt:lpstr>Routing to another subnet: addressing</vt:lpstr>
      <vt:lpstr>Routing to another subnet: addressing</vt:lpstr>
      <vt:lpstr>Routing to another subnet: addressing</vt:lpstr>
      <vt:lpstr>Routing to another subnet: addressing</vt:lpstr>
      <vt:lpstr>Routing to another subnet: addressing</vt:lpstr>
      <vt:lpstr>Routing to another subnet: addressing</vt:lpstr>
      <vt:lpstr>Ethernet switch</vt:lpstr>
      <vt:lpstr>Switch: multiple simultaneous transmissions</vt:lpstr>
      <vt:lpstr>Switch: multiple simultaneous transmissions</vt:lpstr>
      <vt:lpstr>Switch forwarding table</vt:lpstr>
      <vt:lpstr>Switch: self-learning</vt:lpstr>
      <vt:lpstr>Self-learning, forwarding: example</vt:lpstr>
      <vt:lpstr>Synthesis: a day in the life of a web request</vt:lpstr>
      <vt:lpstr>A day in the life: scenario</vt:lpstr>
      <vt:lpstr>A day in the life: connecting to the Internet</vt:lpstr>
      <vt:lpstr>A day in the life: connecting to the Internet</vt:lpstr>
      <vt:lpstr>A day in the life… ARP  (before DNS, before HTTP)</vt:lpstr>
      <vt:lpstr>A day in the life… using DNS</vt:lpstr>
      <vt:lpstr>A day in the life…TCP connection carrying HTTP</vt:lpstr>
      <vt:lpstr>A day in the life… HTTP request/reply </vt:lpstr>
      <vt:lpstr>Chapter 6: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Lenovo</cp:lastModifiedBy>
  <cp:revision>867</cp:revision>
  <dcterms:created xsi:type="dcterms:W3CDTF">2020-01-18T07:24:59Z</dcterms:created>
  <dcterms:modified xsi:type="dcterms:W3CDTF">2022-09-09T23:54:40Z</dcterms:modified>
</cp:coreProperties>
</file>