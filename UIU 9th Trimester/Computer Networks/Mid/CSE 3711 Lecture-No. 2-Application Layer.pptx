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tags/tag1.xml" ContentType="application/vnd.openxmlformats-officedocument.presentationml.tags+xml"/>
  <Override PartName="/ppt/notesSlides/notesSlide51.xml" ContentType="application/vnd.openxmlformats-officedocument.presentationml.notesSlide+xml"/>
  <Override PartName="/ppt/tags/tag2.xml" ContentType="application/vnd.openxmlformats-officedocument.presentationml.tags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tags/tag3.xml" ContentType="application/vnd.openxmlformats-officedocument.presentationml.tags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media/audio1.bin" ContentType="audio/unknown"/>
  <Override PartName="/ppt/notesSlides/notesSlide8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01"/>
  </p:notesMasterIdLst>
  <p:sldIdLst>
    <p:sldId id="359" r:id="rId2"/>
    <p:sldId id="309" r:id="rId3"/>
    <p:sldId id="657" r:id="rId4"/>
    <p:sldId id="719" r:id="rId5"/>
    <p:sldId id="721" r:id="rId6"/>
    <p:sldId id="658" r:id="rId7"/>
    <p:sldId id="659" r:id="rId8"/>
    <p:sldId id="660" r:id="rId9"/>
    <p:sldId id="661" r:id="rId10"/>
    <p:sldId id="722" r:id="rId11"/>
    <p:sldId id="662" r:id="rId12"/>
    <p:sldId id="663" r:id="rId13"/>
    <p:sldId id="664" r:id="rId14"/>
    <p:sldId id="665" r:id="rId15"/>
    <p:sldId id="666" r:id="rId16"/>
    <p:sldId id="667" r:id="rId17"/>
    <p:sldId id="668" r:id="rId18"/>
    <p:sldId id="669" r:id="rId19"/>
    <p:sldId id="670" r:id="rId20"/>
    <p:sldId id="718" r:id="rId21"/>
    <p:sldId id="671" r:id="rId22"/>
    <p:sldId id="672" r:id="rId23"/>
    <p:sldId id="673" r:id="rId24"/>
    <p:sldId id="674" r:id="rId25"/>
    <p:sldId id="675" r:id="rId26"/>
    <p:sldId id="676" r:id="rId27"/>
    <p:sldId id="677" r:id="rId28"/>
    <p:sldId id="678" r:id="rId29"/>
    <p:sldId id="679" r:id="rId30"/>
    <p:sldId id="680" r:id="rId31"/>
    <p:sldId id="729" r:id="rId32"/>
    <p:sldId id="731" r:id="rId33"/>
    <p:sldId id="734" r:id="rId34"/>
    <p:sldId id="735" r:id="rId35"/>
    <p:sldId id="736" r:id="rId36"/>
    <p:sldId id="737" r:id="rId37"/>
    <p:sldId id="738" r:id="rId38"/>
    <p:sldId id="728" r:id="rId39"/>
    <p:sldId id="681" r:id="rId40"/>
    <p:sldId id="682" r:id="rId41"/>
    <p:sldId id="683" r:id="rId42"/>
    <p:sldId id="684" r:id="rId43"/>
    <p:sldId id="685" r:id="rId44"/>
    <p:sldId id="686" r:id="rId45"/>
    <p:sldId id="687" r:id="rId46"/>
    <p:sldId id="612" r:id="rId47"/>
    <p:sldId id="693" r:id="rId48"/>
    <p:sldId id="694" r:id="rId49"/>
    <p:sldId id="695" r:id="rId50"/>
    <p:sldId id="696" r:id="rId51"/>
    <p:sldId id="739" r:id="rId52"/>
    <p:sldId id="697" r:id="rId53"/>
    <p:sldId id="698" r:id="rId54"/>
    <p:sldId id="699" r:id="rId55"/>
    <p:sldId id="700" r:id="rId56"/>
    <p:sldId id="701" r:id="rId57"/>
    <p:sldId id="733" r:id="rId58"/>
    <p:sldId id="702" r:id="rId59"/>
    <p:sldId id="703" r:id="rId60"/>
    <p:sldId id="704" r:id="rId61"/>
    <p:sldId id="705" r:id="rId62"/>
    <p:sldId id="706" r:id="rId63"/>
    <p:sldId id="707" r:id="rId64"/>
    <p:sldId id="708" r:id="rId65"/>
    <p:sldId id="709" r:id="rId66"/>
    <p:sldId id="710" r:id="rId67"/>
    <p:sldId id="711" r:id="rId68"/>
    <p:sldId id="712" r:id="rId69"/>
    <p:sldId id="713" r:id="rId70"/>
    <p:sldId id="714" r:id="rId71"/>
    <p:sldId id="715" r:id="rId72"/>
    <p:sldId id="716" r:id="rId73"/>
    <p:sldId id="740" r:id="rId74"/>
    <p:sldId id="741" r:id="rId75"/>
    <p:sldId id="742" r:id="rId76"/>
    <p:sldId id="743" r:id="rId77"/>
    <p:sldId id="744" r:id="rId78"/>
    <p:sldId id="745" r:id="rId79"/>
    <p:sldId id="746" r:id="rId80"/>
    <p:sldId id="747" r:id="rId81"/>
    <p:sldId id="748" r:id="rId82"/>
    <p:sldId id="749" r:id="rId83"/>
    <p:sldId id="750" r:id="rId84"/>
    <p:sldId id="751" r:id="rId85"/>
    <p:sldId id="752" r:id="rId86"/>
    <p:sldId id="753" r:id="rId87"/>
    <p:sldId id="754" r:id="rId88"/>
    <p:sldId id="755" r:id="rId89"/>
    <p:sldId id="756" r:id="rId90"/>
    <p:sldId id="757" r:id="rId91"/>
    <p:sldId id="758" r:id="rId92"/>
    <p:sldId id="759" r:id="rId93"/>
    <p:sldId id="760" r:id="rId94"/>
    <p:sldId id="761" r:id="rId95"/>
    <p:sldId id="762" r:id="rId96"/>
    <p:sldId id="763" r:id="rId97"/>
    <p:sldId id="764" r:id="rId98"/>
    <p:sldId id="765" r:id="rId99"/>
    <p:sldId id="647" r:id="rId100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2" autoAdjust="0"/>
    <p:restoredTop sz="94799" autoAdjust="0"/>
  </p:normalViewPr>
  <p:slideViewPr>
    <p:cSldViewPr>
      <p:cViewPr varScale="1">
        <p:scale>
          <a:sx n="57" d="100"/>
          <a:sy n="57" d="100"/>
        </p:scale>
        <p:origin x="426" y="4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4DC2E89F-1BAF-734F-BA43-C28ED591F519}" type="doc">
      <dgm:prSet loTypeId="urn:microsoft.com/office/officeart/2005/8/layout/vList3#1" loCatId="" qsTypeId="urn:microsoft.com/office/officeart/2005/8/quickstyle/simple4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5776E9-B101-E84A-BDEE-EDBD2C94B0F0}">
      <dgm:prSet/>
      <dgm:spPr/>
      <dgm:t>
        <a:bodyPr/>
        <a:lstStyle/>
        <a:p>
          <a:pPr rtl="0"/>
          <a:r>
            <a:rPr lang="en-US" altLang="en-US" dirty="0" smtClean="0"/>
            <a:t>2.3 </a:t>
          </a:r>
          <a:r>
            <a:rPr lang="en-US" dirty="0" smtClean="0">
              <a:latin typeface="Gill Sans MT" charset="0"/>
              <a:ea typeface="ＭＳ Ｐゴシック" charset="0"/>
            </a:rPr>
            <a:t>electronic mail</a:t>
          </a:r>
        </a:p>
        <a:p>
          <a:r>
            <a:rPr lang="en-US" dirty="0" smtClean="0">
              <a:latin typeface="Gill Sans MT" charset="0"/>
              <a:ea typeface="ＭＳ Ｐゴシック" charset="0"/>
            </a:rPr>
            <a:t>SMTP, POP3, IMAP</a:t>
          </a:r>
          <a:endParaRPr lang="en-US" dirty="0">
            <a:solidFill>
              <a:schemeClr val="bg1"/>
            </a:solidFill>
          </a:endParaRPr>
        </a:p>
      </dgm:t>
    </dgm:pt>
    <dgm:pt modelId="{7460C609-8CDC-8E4E-A154-E82C018048D5}" type="parTrans" cxnId="{05F196F3-8062-B444-8FC9-BAC1015CC7B5}">
      <dgm:prSet/>
      <dgm:spPr/>
      <dgm:t>
        <a:bodyPr/>
        <a:lstStyle/>
        <a:p>
          <a:endParaRPr lang="en-US"/>
        </a:p>
      </dgm:t>
    </dgm:pt>
    <dgm:pt modelId="{729BD1E0-52D1-B34A-9C4A-7D0B5038530F}" type="sibTrans" cxnId="{05F196F3-8062-B444-8FC9-BAC1015CC7B5}">
      <dgm:prSet/>
      <dgm:spPr/>
      <dgm:t>
        <a:bodyPr/>
        <a:lstStyle/>
        <a:p>
          <a:endParaRPr lang="en-US"/>
        </a:p>
      </dgm:t>
    </dgm:pt>
    <dgm:pt modelId="{3FA0736E-ACD4-4F4C-8EF5-619017C27556}">
      <dgm:prSet/>
      <dgm:spPr/>
      <dgm:t>
        <a:bodyPr/>
        <a:lstStyle/>
        <a:p>
          <a:pPr rtl="0"/>
          <a:r>
            <a:rPr lang="en-US" altLang="en-US" dirty="0" smtClean="0">
              <a:solidFill>
                <a:schemeClr val="bg1"/>
              </a:solidFill>
            </a:rPr>
            <a:t>2.1 </a:t>
          </a:r>
          <a:r>
            <a:rPr lang="en-US" dirty="0" smtClean="0">
              <a:solidFill>
                <a:schemeClr val="bg1"/>
              </a:solidFill>
              <a:latin typeface="Gill Sans MT" charset="0"/>
              <a:ea typeface="ＭＳ Ｐゴシック" charset="0"/>
            </a:rPr>
            <a:t>principles of network applications</a:t>
          </a:r>
          <a:endParaRPr lang="en-US" dirty="0">
            <a:solidFill>
              <a:schemeClr val="bg1"/>
            </a:solidFill>
          </a:endParaRPr>
        </a:p>
      </dgm:t>
    </dgm:pt>
    <dgm:pt modelId="{13ED00C0-297D-43BB-AFE1-84609CB49BBF}" type="parTrans" cxnId="{F70EE464-0C9A-4D26-87A4-ECA34FDCB425}">
      <dgm:prSet/>
      <dgm:spPr/>
      <dgm:t>
        <a:bodyPr/>
        <a:lstStyle/>
        <a:p>
          <a:endParaRPr lang="en-US"/>
        </a:p>
      </dgm:t>
    </dgm:pt>
    <dgm:pt modelId="{7565645F-F617-40E2-B617-AD89A66EAAF1}" type="sibTrans" cxnId="{F70EE464-0C9A-4D26-87A4-ECA34FDCB425}">
      <dgm:prSet/>
      <dgm:spPr/>
      <dgm:t>
        <a:bodyPr/>
        <a:lstStyle/>
        <a:p>
          <a:endParaRPr lang="en-US"/>
        </a:p>
      </dgm:t>
    </dgm:pt>
    <dgm:pt modelId="{7218A80A-EDD8-4932-BAD0-909F865733EC}">
      <dgm:prSet/>
      <dgm:spPr/>
      <dgm:t>
        <a:bodyPr/>
        <a:lstStyle/>
        <a:p>
          <a:pPr rtl="0"/>
          <a:r>
            <a:rPr lang="en-US" altLang="en-US" dirty="0" smtClean="0"/>
            <a:t>2.2 </a:t>
          </a:r>
          <a:r>
            <a:rPr lang="en-US" dirty="0" smtClean="0">
              <a:latin typeface="Gill Sans MT" charset="0"/>
              <a:ea typeface="ＭＳ Ｐゴシック" charset="0"/>
            </a:rPr>
            <a:t>Web and HTTP</a:t>
          </a:r>
          <a:endParaRPr lang="en-US" dirty="0"/>
        </a:p>
      </dgm:t>
    </dgm:pt>
    <dgm:pt modelId="{00BE2064-AFB7-4D4C-8FF8-B584A5CFEA65}" type="parTrans" cxnId="{2443FAF5-F134-47F9-9290-35F6A7D026E5}">
      <dgm:prSet/>
      <dgm:spPr/>
      <dgm:t>
        <a:bodyPr/>
        <a:lstStyle/>
        <a:p>
          <a:endParaRPr lang="en-US"/>
        </a:p>
      </dgm:t>
    </dgm:pt>
    <dgm:pt modelId="{FC9032D4-B5D7-43D9-A8EF-6732B1CF9CBB}" type="sibTrans" cxnId="{2443FAF5-F134-47F9-9290-35F6A7D026E5}">
      <dgm:prSet/>
      <dgm:spPr/>
      <dgm:t>
        <a:bodyPr/>
        <a:lstStyle/>
        <a:p>
          <a:endParaRPr lang="en-US"/>
        </a:p>
      </dgm:t>
    </dgm:pt>
    <dgm:pt modelId="{B3807051-A423-487C-9D63-5EDC9A183D30}">
      <dgm:prSet/>
      <dgm:spPr/>
      <dgm:t>
        <a:bodyPr/>
        <a:lstStyle/>
        <a:p>
          <a:pPr rtl="0"/>
          <a:r>
            <a:rPr lang="en-US" b="0" dirty="0" smtClean="0">
              <a:solidFill>
                <a:schemeClr val="bg1"/>
              </a:solidFill>
            </a:rPr>
            <a:t>2.4 </a:t>
          </a:r>
          <a:r>
            <a:rPr lang="en-US" dirty="0" smtClean="0">
              <a:latin typeface="Gill Sans MT" charset="0"/>
              <a:ea typeface="ＭＳ Ｐゴシック" charset="0"/>
            </a:rPr>
            <a:t>DNS</a:t>
          </a:r>
          <a:endParaRPr lang="en-US" dirty="0">
            <a:solidFill>
              <a:schemeClr val="bg1"/>
            </a:solidFill>
          </a:endParaRPr>
        </a:p>
      </dgm:t>
    </dgm:pt>
    <dgm:pt modelId="{A7DB7C4F-FE81-4AC6-BA7B-695C2C1EF22E}" type="parTrans" cxnId="{489D0C8E-62D3-47DA-92F9-0C588EE0D5D0}">
      <dgm:prSet/>
      <dgm:spPr/>
      <dgm:t>
        <a:bodyPr/>
        <a:lstStyle/>
        <a:p>
          <a:endParaRPr lang="en-US"/>
        </a:p>
      </dgm:t>
    </dgm:pt>
    <dgm:pt modelId="{D05561C5-67D0-48B8-9518-D2329145E6CC}" type="sibTrans" cxnId="{489D0C8E-62D3-47DA-92F9-0C588EE0D5D0}">
      <dgm:prSet/>
      <dgm:spPr/>
      <dgm:t>
        <a:bodyPr/>
        <a:lstStyle/>
        <a:p>
          <a:endParaRPr lang="en-US"/>
        </a:p>
      </dgm:t>
    </dgm:pt>
    <dgm:pt modelId="{3BA5C740-F0F8-214A-ACCE-13F7792243A5}" type="pres">
      <dgm:prSet presAssocID="{4DC2E89F-1BAF-734F-BA43-C28ED591F519}" presName="linearFlow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B5EB3AD5-FDDB-40C5-B834-ABCD5FF7AE93}" type="pres">
      <dgm:prSet presAssocID="{3FA0736E-ACD4-4F4C-8EF5-619017C27556}" presName="composite" presStyleCnt="0"/>
      <dgm:spPr/>
    </dgm:pt>
    <dgm:pt modelId="{36BACCF5-2239-4264-9D85-00F040945967}" type="pres">
      <dgm:prSet presAssocID="{3FA0736E-ACD4-4F4C-8EF5-619017C27556}" presName="imgShp" presStyleLbl="fgImgPlace1" presStyleIdx="0" presStyleCnt="4"/>
      <dgm:spPr/>
    </dgm:pt>
    <dgm:pt modelId="{EC29E193-2694-44A3-B742-C54C71D0396E}" type="pres">
      <dgm:prSet presAssocID="{3FA0736E-ACD4-4F4C-8EF5-619017C27556}" presName="txShp" presStyleLbl="node1" presStyleIdx="0" presStyleCnt="4" custLinFactNeighborX="-363" custLinFactNeighborY="-1130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2BF3CBA-1DD6-4F1A-8437-050CBBD8D197}" type="pres">
      <dgm:prSet presAssocID="{7565645F-F617-40E2-B617-AD89A66EAAF1}" presName="spacing" presStyleCnt="0"/>
      <dgm:spPr/>
    </dgm:pt>
    <dgm:pt modelId="{492241EB-2FDD-4EEA-801E-E206FEB627B9}" type="pres">
      <dgm:prSet presAssocID="{7218A80A-EDD8-4932-BAD0-909F865733EC}" presName="composite" presStyleCnt="0"/>
      <dgm:spPr/>
    </dgm:pt>
    <dgm:pt modelId="{5ED9F54B-4EE6-4BCE-8BC7-50EEB98B3217}" type="pres">
      <dgm:prSet presAssocID="{7218A80A-EDD8-4932-BAD0-909F865733EC}" presName="imgShp" presStyleLbl="fgImgPlace1" presStyleIdx="1" presStyleCnt="4"/>
      <dgm:spPr/>
    </dgm:pt>
    <dgm:pt modelId="{C174780F-FAF8-46D2-A086-1F4E6771372E}" type="pres">
      <dgm:prSet presAssocID="{7218A80A-EDD8-4932-BAD0-909F865733EC}" presName="txShp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0FFBA611-5051-4AFF-8ADD-26763FCB990E}" type="pres">
      <dgm:prSet presAssocID="{FC9032D4-B5D7-43D9-A8EF-6732B1CF9CBB}" presName="spacing" presStyleCnt="0"/>
      <dgm:spPr/>
    </dgm:pt>
    <dgm:pt modelId="{821BB3FB-7C5B-1848-AE3C-C72816193F22}" type="pres">
      <dgm:prSet presAssocID="{495776E9-B101-E84A-BDEE-EDBD2C94B0F0}" presName="composite" presStyleCnt="0"/>
      <dgm:spPr/>
    </dgm:pt>
    <dgm:pt modelId="{E5F33EF4-5224-4843-AAAD-2281E21C7CDD}" type="pres">
      <dgm:prSet presAssocID="{495776E9-B101-E84A-BDEE-EDBD2C94B0F0}" presName="imgShp" presStyleLbl="fgImgPlace1" presStyleIdx="2" presStyleCnt="4"/>
      <dgm:spPr/>
    </dgm:pt>
    <dgm:pt modelId="{160719E9-A12D-994D-B693-18DADE34439E}" type="pres">
      <dgm:prSet presAssocID="{495776E9-B101-E84A-BDEE-EDBD2C94B0F0}" presName="txShp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F6579453-BB47-6A4D-907C-D44309DED854}" type="pres">
      <dgm:prSet presAssocID="{729BD1E0-52D1-B34A-9C4A-7D0B5038530F}" presName="spacing" presStyleCnt="0"/>
      <dgm:spPr/>
    </dgm:pt>
    <dgm:pt modelId="{4BED1245-F06E-4575-BEC5-20234AC09A49}" type="pres">
      <dgm:prSet presAssocID="{B3807051-A423-487C-9D63-5EDC9A183D30}" presName="composite" presStyleCnt="0"/>
      <dgm:spPr/>
    </dgm:pt>
    <dgm:pt modelId="{EAF950F3-8D62-409E-859A-B3C055121EF3}" type="pres">
      <dgm:prSet presAssocID="{B3807051-A423-487C-9D63-5EDC9A183D30}" presName="imgShp" presStyleLbl="fgImgPlace1" presStyleIdx="3" presStyleCnt="4"/>
      <dgm:spPr/>
    </dgm:pt>
    <dgm:pt modelId="{C3C00856-3D45-4678-860A-2634095410D6}" type="pres">
      <dgm:prSet presAssocID="{B3807051-A423-487C-9D63-5EDC9A183D30}" presName="txShp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ECF3EAB4-8529-1840-91E5-F2EF9587E3D0}" type="presOf" srcId="{495776E9-B101-E84A-BDEE-EDBD2C94B0F0}" destId="{160719E9-A12D-994D-B693-18DADE34439E}" srcOrd="0" destOrd="0" presId="urn:microsoft.com/office/officeart/2005/8/layout/vList3#1"/>
    <dgm:cxn modelId="{3E0CE051-FEDD-454C-AFA8-89C7A592B3F9}" type="presOf" srcId="{3FA0736E-ACD4-4F4C-8EF5-619017C27556}" destId="{EC29E193-2694-44A3-B742-C54C71D0396E}" srcOrd="0" destOrd="0" presId="urn:microsoft.com/office/officeart/2005/8/layout/vList3#1"/>
    <dgm:cxn modelId="{F70EE464-0C9A-4D26-87A4-ECA34FDCB425}" srcId="{4DC2E89F-1BAF-734F-BA43-C28ED591F519}" destId="{3FA0736E-ACD4-4F4C-8EF5-619017C27556}" srcOrd="0" destOrd="0" parTransId="{13ED00C0-297D-43BB-AFE1-84609CB49BBF}" sibTransId="{7565645F-F617-40E2-B617-AD89A66EAAF1}"/>
    <dgm:cxn modelId="{05F196F3-8062-B444-8FC9-BAC1015CC7B5}" srcId="{4DC2E89F-1BAF-734F-BA43-C28ED591F519}" destId="{495776E9-B101-E84A-BDEE-EDBD2C94B0F0}" srcOrd="2" destOrd="0" parTransId="{7460C609-8CDC-8E4E-A154-E82C018048D5}" sibTransId="{729BD1E0-52D1-B34A-9C4A-7D0B5038530F}"/>
    <dgm:cxn modelId="{2296E536-28B3-DF4F-9B15-14C2893F52AA}" type="presOf" srcId="{4DC2E89F-1BAF-734F-BA43-C28ED591F519}" destId="{3BA5C740-F0F8-214A-ACCE-13F7792243A5}" srcOrd="0" destOrd="0" presId="urn:microsoft.com/office/officeart/2005/8/layout/vList3#1"/>
    <dgm:cxn modelId="{6172715C-2242-4E58-B58F-794A3D5554B5}" type="presOf" srcId="{B3807051-A423-487C-9D63-5EDC9A183D30}" destId="{C3C00856-3D45-4678-860A-2634095410D6}" srcOrd="0" destOrd="0" presId="urn:microsoft.com/office/officeart/2005/8/layout/vList3#1"/>
    <dgm:cxn modelId="{2443FAF5-F134-47F9-9290-35F6A7D026E5}" srcId="{4DC2E89F-1BAF-734F-BA43-C28ED591F519}" destId="{7218A80A-EDD8-4932-BAD0-909F865733EC}" srcOrd="1" destOrd="0" parTransId="{00BE2064-AFB7-4D4C-8FF8-B584A5CFEA65}" sibTransId="{FC9032D4-B5D7-43D9-A8EF-6732B1CF9CBB}"/>
    <dgm:cxn modelId="{502FC714-87FB-4FBC-9B23-CADADCA9C4F6}" type="presOf" srcId="{7218A80A-EDD8-4932-BAD0-909F865733EC}" destId="{C174780F-FAF8-46D2-A086-1F4E6771372E}" srcOrd="0" destOrd="0" presId="urn:microsoft.com/office/officeart/2005/8/layout/vList3#1"/>
    <dgm:cxn modelId="{489D0C8E-62D3-47DA-92F9-0C588EE0D5D0}" srcId="{4DC2E89F-1BAF-734F-BA43-C28ED591F519}" destId="{B3807051-A423-487C-9D63-5EDC9A183D30}" srcOrd="3" destOrd="0" parTransId="{A7DB7C4F-FE81-4AC6-BA7B-695C2C1EF22E}" sibTransId="{D05561C5-67D0-48B8-9518-D2329145E6CC}"/>
    <dgm:cxn modelId="{B5B95B65-84E8-477B-AE86-2011B94B3D23}" type="presParOf" srcId="{3BA5C740-F0F8-214A-ACCE-13F7792243A5}" destId="{B5EB3AD5-FDDB-40C5-B834-ABCD5FF7AE93}" srcOrd="0" destOrd="0" presId="urn:microsoft.com/office/officeart/2005/8/layout/vList3#1"/>
    <dgm:cxn modelId="{8034AC5C-A817-42DF-A4FE-5F6B69A267FE}" type="presParOf" srcId="{B5EB3AD5-FDDB-40C5-B834-ABCD5FF7AE93}" destId="{36BACCF5-2239-4264-9D85-00F040945967}" srcOrd="0" destOrd="0" presId="urn:microsoft.com/office/officeart/2005/8/layout/vList3#1"/>
    <dgm:cxn modelId="{702A9F1E-EF4A-4D6E-B5BA-9C71C732AEA8}" type="presParOf" srcId="{B5EB3AD5-FDDB-40C5-B834-ABCD5FF7AE93}" destId="{EC29E193-2694-44A3-B742-C54C71D0396E}" srcOrd="1" destOrd="0" presId="urn:microsoft.com/office/officeart/2005/8/layout/vList3#1"/>
    <dgm:cxn modelId="{AD933A92-4210-4610-9D14-8A0604790A0C}" type="presParOf" srcId="{3BA5C740-F0F8-214A-ACCE-13F7792243A5}" destId="{32BF3CBA-1DD6-4F1A-8437-050CBBD8D197}" srcOrd="1" destOrd="0" presId="urn:microsoft.com/office/officeart/2005/8/layout/vList3#1"/>
    <dgm:cxn modelId="{A4BAE23C-E065-4186-B7EE-0AA714497307}" type="presParOf" srcId="{3BA5C740-F0F8-214A-ACCE-13F7792243A5}" destId="{492241EB-2FDD-4EEA-801E-E206FEB627B9}" srcOrd="2" destOrd="0" presId="urn:microsoft.com/office/officeart/2005/8/layout/vList3#1"/>
    <dgm:cxn modelId="{2621DD92-B4E7-4466-98C2-41A95856B614}" type="presParOf" srcId="{492241EB-2FDD-4EEA-801E-E206FEB627B9}" destId="{5ED9F54B-4EE6-4BCE-8BC7-50EEB98B3217}" srcOrd="0" destOrd="0" presId="urn:microsoft.com/office/officeart/2005/8/layout/vList3#1"/>
    <dgm:cxn modelId="{9CD50291-DD68-4D4C-93AB-55E880F3FDEB}" type="presParOf" srcId="{492241EB-2FDD-4EEA-801E-E206FEB627B9}" destId="{C174780F-FAF8-46D2-A086-1F4E6771372E}" srcOrd="1" destOrd="0" presId="urn:microsoft.com/office/officeart/2005/8/layout/vList3#1"/>
    <dgm:cxn modelId="{702BBFD2-046C-4FD9-8CBD-B0497E73C712}" type="presParOf" srcId="{3BA5C740-F0F8-214A-ACCE-13F7792243A5}" destId="{0FFBA611-5051-4AFF-8ADD-26763FCB990E}" srcOrd="3" destOrd="0" presId="urn:microsoft.com/office/officeart/2005/8/layout/vList3#1"/>
    <dgm:cxn modelId="{741AD50A-B1CF-1D43-B514-BFE0E52780B8}" type="presParOf" srcId="{3BA5C740-F0F8-214A-ACCE-13F7792243A5}" destId="{821BB3FB-7C5B-1848-AE3C-C72816193F22}" srcOrd="4" destOrd="0" presId="urn:microsoft.com/office/officeart/2005/8/layout/vList3#1"/>
    <dgm:cxn modelId="{0AC5E4D8-1452-E343-B282-3CFFD2B68056}" type="presParOf" srcId="{821BB3FB-7C5B-1848-AE3C-C72816193F22}" destId="{E5F33EF4-5224-4843-AAAD-2281E21C7CDD}" srcOrd="0" destOrd="0" presId="urn:microsoft.com/office/officeart/2005/8/layout/vList3#1"/>
    <dgm:cxn modelId="{FF2B0CF3-3BEE-F443-BF61-6254F3C43B2C}" type="presParOf" srcId="{821BB3FB-7C5B-1848-AE3C-C72816193F22}" destId="{160719E9-A12D-994D-B693-18DADE34439E}" srcOrd="1" destOrd="0" presId="urn:microsoft.com/office/officeart/2005/8/layout/vList3#1"/>
    <dgm:cxn modelId="{F80599B1-FE11-7241-A052-282593E22BD7}" type="presParOf" srcId="{3BA5C740-F0F8-214A-ACCE-13F7792243A5}" destId="{F6579453-BB47-6A4D-907C-D44309DED854}" srcOrd="5" destOrd="0" presId="urn:microsoft.com/office/officeart/2005/8/layout/vList3#1"/>
    <dgm:cxn modelId="{67B1D8E4-3ADE-4738-B91B-31E654673D24}" type="presParOf" srcId="{3BA5C740-F0F8-214A-ACCE-13F7792243A5}" destId="{4BED1245-F06E-4575-BEC5-20234AC09A49}" srcOrd="6" destOrd="0" presId="urn:microsoft.com/office/officeart/2005/8/layout/vList3#1"/>
    <dgm:cxn modelId="{BA2B7CD2-6845-49BB-A7B1-0EF4774FC526}" type="presParOf" srcId="{4BED1245-F06E-4575-BEC5-20234AC09A49}" destId="{EAF950F3-8D62-409E-859A-B3C055121EF3}" srcOrd="0" destOrd="0" presId="urn:microsoft.com/office/officeart/2005/8/layout/vList3#1"/>
    <dgm:cxn modelId="{53BBAF80-BEEA-4EE8-AB09-FAD7317039E3}" type="presParOf" srcId="{4BED1245-F06E-4575-BEC5-20234AC09A49}" destId="{C3C00856-3D45-4678-860A-2634095410D6}" srcOrd="1" destOrd="0" presId="urn:microsoft.com/office/officeart/2005/8/layout/vList3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C29E193-2694-44A3-B742-C54C71D0396E}">
      <dsp:nvSpPr>
        <dsp:cNvPr id="0" name=""/>
        <dsp:cNvSpPr/>
      </dsp:nvSpPr>
      <dsp:spPr>
        <a:xfrm rot="10800000">
          <a:off x="1510835" y="0"/>
          <a:ext cx="5149643" cy="929750"/>
        </a:xfrm>
        <a:prstGeom prst="homePlate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1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409994" tIns="83820" rIns="156464" bIns="83820" numCol="1" spcCol="1270" anchor="ctr" anchorCtr="0">
          <a:noAutofit/>
        </a:bodyPr>
        <a:lstStyle/>
        <a:p>
          <a:pPr lvl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2200" kern="1200" dirty="0" smtClean="0">
              <a:solidFill>
                <a:schemeClr val="bg1"/>
              </a:solidFill>
            </a:rPr>
            <a:t>2.1 </a:t>
          </a:r>
          <a:r>
            <a:rPr lang="en-US" sz="2200" kern="1200" dirty="0" smtClean="0">
              <a:solidFill>
                <a:schemeClr val="bg1"/>
              </a:solidFill>
              <a:latin typeface="Gill Sans MT" charset="0"/>
              <a:ea typeface="ＭＳ Ｐゴシック" charset="0"/>
            </a:rPr>
            <a:t>principles of network applications</a:t>
          </a:r>
          <a:endParaRPr lang="en-US" sz="2200" kern="1200" dirty="0">
            <a:solidFill>
              <a:schemeClr val="bg1"/>
            </a:solidFill>
          </a:endParaRPr>
        </a:p>
      </dsp:txBody>
      <dsp:txXfrm rot="10800000">
        <a:off x="1743272" y="0"/>
        <a:ext cx="4917206" cy="929750"/>
      </dsp:txXfrm>
    </dsp:sp>
    <dsp:sp modelId="{36BACCF5-2239-4264-9D85-00F040945967}">
      <dsp:nvSpPr>
        <dsp:cNvPr id="0" name=""/>
        <dsp:cNvSpPr/>
      </dsp:nvSpPr>
      <dsp:spPr>
        <a:xfrm>
          <a:off x="1064653" y="1461"/>
          <a:ext cx="929750" cy="92975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C174780F-FAF8-46D2-A086-1F4E6771372E}">
      <dsp:nvSpPr>
        <dsp:cNvPr id="0" name=""/>
        <dsp:cNvSpPr/>
      </dsp:nvSpPr>
      <dsp:spPr>
        <a:xfrm rot="10800000">
          <a:off x="1529528" y="1208749"/>
          <a:ext cx="5149643" cy="929750"/>
        </a:xfrm>
        <a:prstGeom prst="homePlate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1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409994" tIns="83820" rIns="156464" bIns="83820" numCol="1" spcCol="1270" anchor="ctr" anchorCtr="0">
          <a:noAutofit/>
        </a:bodyPr>
        <a:lstStyle/>
        <a:p>
          <a:pPr lvl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2200" kern="1200" dirty="0" smtClean="0"/>
            <a:t>2.2 </a:t>
          </a:r>
          <a:r>
            <a:rPr lang="en-US" sz="2200" kern="1200" dirty="0" smtClean="0">
              <a:latin typeface="Gill Sans MT" charset="0"/>
              <a:ea typeface="ＭＳ Ｐゴシック" charset="0"/>
            </a:rPr>
            <a:t>Web and HTTP</a:t>
          </a:r>
          <a:endParaRPr lang="en-US" sz="2200" kern="1200" dirty="0"/>
        </a:p>
      </dsp:txBody>
      <dsp:txXfrm rot="10800000">
        <a:off x="1761965" y="1208749"/>
        <a:ext cx="4917206" cy="929750"/>
      </dsp:txXfrm>
    </dsp:sp>
    <dsp:sp modelId="{5ED9F54B-4EE6-4BCE-8BC7-50EEB98B3217}">
      <dsp:nvSpPr>
        <dsp:cNvPr id="0" name=""/>
        <dsp:cNvSpPr/>
      </dsp:nvSpPr>
      <dsp:spPr>
        <a:xfrm>
          <a:off x="1064653" y="1208749"/>
          <a:ext cx="929750" cy="92975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160719E9-A12D-994D-B693-18DADE34439E}">
      <dsp:nvSpPr>
        <dsp:cNvPr id="0" name=""/>
        <dsp:cNvSpPr/>
      </dsp:nvSpPr>
      <dsp:spPr>
        <a:xfrm rot="10800000">
          <a:off x="1529528" y="2416037"/>
          <a:ext cx="5149643" cy="929750"/>
        </a:xfrm>
        <a:prstGeom prst="homePlate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1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409994" tIns="83820" rIns="156464" bIns="83820" numCol="1" spcCol="1270" anchor="ctr" anchorCtr="0">
          <a:noAutofit/>
        </a:bodyPr>
        <a:lstStyle/>
        <a:p>
          <a:pPr lvl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2200" kern="1200" dirty="0" smtClean="0"/>
            <a:t>2.3 </a:t>
          </a:r>
          <a:r>
            <a:rPr lang="en-US" sz="2200" kern="1200" dirty="0" smtClean="0">
              <a:latin typeface="Gill Sans MT" charset="0"/>
              <a:ea typeface="ＭＳ Ｐゴシック" charset="0"/>
            </a:rPr>
            <a:t>electronic mail</a:t>
          </a:r>
        </a:p>
        <a:p>
          <a:pPr lvl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200" kern="1200" dirty="0" smtClean="0">
              <a:latin typeface="Gill Sans MT" charset="0"/>
              <a:ea typeface="ＭＳ Ｐゴシック" charset="0"/>
            </a:rPr>
            <a:t>SMTP, POP3, IMAP</a:t>
          </a:r>
          <a:endParaRPr lang="en-US" sz="2200" kern="1200" dirty="0">
            <a:solidFill>
              <a:schemeClr val="bg1"/>
            </a:solidFill>
          </a:endParaRPr>
        </a:p>
      </dsp:txBody>
      <dsp:txXfrm rot="10800000">
        <a:off x="1761965" y="2416037"/>
        <a:ext cx="4917206" cy="929750"/>
      </dsp:txXfrm>
    </dsp:sp>
    <dsp:sp modelId="{E5F33EF4-5224-4843-AAAD-2281E21C7CDD}">
      <dsp:nvSpPr>
        <dsp:cNvPr id="0" name=""/>
        <dsp:cNvSpPr/>
      </dsp:nvSpPr>
      <dsp:spPr>
        <a:xfrm>
          <a:off x="1064653" y="2416037"/>
          <a:ext cx="929750" cy="92975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C3C00856-3D45-4678-860A-2634095410D6}">
      <dsp:nvSpPr>
        <dsp:cNvPr id="0" name=""/>
        <dsp:cNvSpPr/>
      </dsp:nvSpPr>
      <dsp:spPr>
        <a:xfrm rot="10800000">
          <a:off x="1529528" y="3623325"/>
          <a:ext cx="5149643" cy="929750"/>
        </a:xfrm>
        <a:prstGeom prst="homePlate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1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409994" tIns="83820" rIns="156464" bIns="83820" numCol="1" spcCol="1270" anchor="ctr" anchorCtr="0">
          <a:noAutofit/>
        </a:bodyPr>
        <a:lstStyle/>
        <a:p>
          <a:pPr lvl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200" b="0" kern="1200" dirty="0" smtClean="0">
              <a:solidFill>
                <a:schemeClr val="bg1"/>
              </a:solidFill>
            </a:rPr>
            <a:t>2.4 </a:t>
          </a:r>
          <a:r>
            <a:rPr lang="en-US" sz="2200" kern="1200" dirty="0" smtClean="0">
              <a:latin typeface="Gill Sans MT" charset="0"/>
              <a:ea typeface="ＭＳ Ｐゴシック" charset="0"/>
            </a:rPr>
            <a:t>DNS</a:t>
          </a:r>
          <a:endParaRPr lang="en-US" sz="2200" kern="1200" dirty="0">
            <a:solidFill>
              <a:schemeClr val="bg1"/>
            </a:solidFill>
          </a:endParaRPr>
        </a:p>
      </dsp:txBody>
      <dsp:txXfrm rot="10800000">
        <a:off x="1761965" y="3623325"/>
        <a:ext cx="4917206" cy="929750"/>
      </dsp:txXfrm>
    </dsp:sp>
    <dsp:sp modelId="{EAF950F3-8D62-409E-859A-B3C055121EF3}">
      <dsp:nvSpPr>
        <dsp:cNvPr id="0" name=""/>
        <dsp:cNvSpPr/>
      </dsp:nvSpPr>
      <dsp:spPr>
        <a:xfrm>
          <a:off x="1064653" y="3623325"/>
          <a:ext cx="929750" cy="92975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3#1">
  <dgm:title val=""/>
  <dgm:desc val=""/>
  <dgm:catLst>
    <dgm:cat type="list" pri="14000"/>
    <dgm:cat type="convert" pri="3000"/>
    <dgm:cat type="picture" pri="27000"/>
    <dgm:cat type="pictureconvert" pri="27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dir/>
      <dgm:resizeHandles val="exact"/>
    </dgm:varLst>
    <dgm:alg type="lin">
      <dgm:param type="linDir" val="fromT"/>
      <dgm:param type="vertAlign" val="mid"/>
      <dgm:param type="horzAlign" val="ctr"/>
    </dgm:alg>
    <dgm:shape xmlns:r="http://schemas.openxmlformats.org/officeDocument/2006/relationships" r:blip="">
      <dgm:adjLst/>
    </dgm:shape>
    <dgm:presOf/>
    <dgm:constrLst>
      <dgm:constr type="w" for="ch" forName="composite" refType="w"/>
      <dgm:constr type="h" for="ch" forName="composite" refType="h"/>
      <dgm:constr type="h" for="ch" forName="spacing" refType="h" refFor="ch" refForName="composite" fact="0.25"/>
      <dgm:constr type="h" for="ch" forName="spacing" refType="w" op="lte" fact="0.1"/>
      <dgm:constr type="primFontSz" for="des" ptType="node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l" for="ch" forName="imgShp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l" for="ch" forName="txShp" refType="w" refFor="ch" refForName="imgShp" fact="0.5"/>
              <dgm:constr type="lMarg" for="ch" forName="txShp" refType="w" refFor="ch" refForName="imgShp" fact="1.25"/>
            </dgm:constrLst>
          </dgm:if>
          <dgm:else name="Name3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r" for="ch" forName="imgShp" refType="w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r" for="ch" forName="txShp" refType="ctrX" refFor="ch" refForName="imgShp"/>
              <dgm:constr type="rMarg" for="ch" forName="txShp" refType="w" refFor="ch" refForName="imgShp" fact="1.25"/>
            </dgm:constrLst>
          </dgm:else>
        </dgm:choose>
        <dgm:ruleLst/>
        <dgm:layoutNode name="imgShp" styleLbl="fgImgPlace1">
          <dgm:alg type="sp"/>
          <dgm:shape xmlns:r="http://schemas.openxmlformats.org/officeDocument/2006/relationships" type="ellipse" r:blip="" blipPhldr="1">
            <dgm:adjLst/>
          </dgm:shape>
          <dgm:presOf/>
          <dgm:constrLst/>
          <dgm:ruleLst/>
        </dgm:layoutNode>
        <dgm:layoutNode name="txShp">
          <dgm:varLst>
            <dgm:bulletEnabled val="1"/>
          </dgm:varLst>
          <dgm:alg type="tx"/>
          <dgm:choose name="Name4">
            <dgm:if name="Name5" func="var" arg="dir" op="equ" val="norm">
              <dgm:shape xmlns:r="http://schemas.openxmlformats.org/officeDocument/2006/relationships" rot="180" type="homePlate" r:blip="" zOrderOff="-1">
                <dgm:adjLst/>
              </dgm:shape>
            </dgm:if>
            <dgm:else name="Name6">
              <dgm:shape xmlns:r="http://schemas.openxmlformats.org/officeDocument/2006/relationships" type="homePlate" r:blip="" zOrderOff="-1">
                <dgm:adjLst/>
              </dgm:shape>
            </dgm:else>
          </dgm:choose>
          <dgm:presOf axis="desOrSelf" ptType="node"/>
          <dgm:constrLst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layoutNode>
      <dgm:forEach name="Name7" axis="followSib" ptType="sibTrans" cnt="1">
        <dgm:layoutNode name="spacing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65.emf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192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55.81395" units="1/cm"/>
          <inkml:channelProperty channel="Y" name="resolution" value="55.95855" units="1/cm"/>
          <inkml:channelProperty channel="T" name="resolution" value="1" units="1/dev"/>
        </inkml:channelProperties>
      </inkml:inkSource>
      <inkml:timestamp xml:id="ts0" timeString="2021-09-18T10:42:43.14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1623 3175 0,'35'0'94,"141"35"-79,-70-35-15,53 0 16,35 0-16,71 36 16,52-36-16,-17 0 15,53 0 1,-18 0-16,35 0 16,-52 0-16,-18 0 15,0 0-15,-36 0 16,-35 0-16,-17 0 15,-18 0-15,0 0 16,35 0-16,-17 0 16,17 0-16,1 0 15,17 0-15,35 0 16,-18 0-16,36 0 16,-35 0-16,35 0 15,-36 0-15,1 0 16,-18 0-16,0 0 15,-18 0-15,-52 0 16,34-36-16,-70 36 16,36-17-16,-19 17 15,19 0-15,52 0 16,-35-36-16,-17 36 16,17-35-1,-18 17-15,0 1 16,18 17-16,-35 0 15,0-71-15,0 71 16,17-17-16,-70-1 16,17 18-16,18-53 15,-52 35-15,16 18 16,-16 0-16,-36 0 16,35-17-16,-53-19 15,36 36-15,-1 0 16,-17 0-16,71-35 15,-19 18-15,1 17 16,0-36 0,53 36-16,-18-17 0,-35-1 15,-18 0 1,-17 18-16,17-35 0,-35 35 16,0-18-1,-36 18-15,36 0 16,-35 0-16,17 0 15,18-17-15,-35 17 16,-1 0 0,18 0-16,1 0 31,-19 0-15,19 0-1,-19 0 16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92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55.81395" units="1/cm"/>
          <inkml:channelProperty channel="Y" name="resolution" value="55.95855" units="1/cm"/>
          <inkml:channelProperty channel="T" name="resolution" value="1" units="1/dev"/>
        </inkml:channelProperties>
      </inkml:inkSource>
      <inkml:timestamp xml:id="ts0" timeString="2021-09-18T10:42:43.70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15258 2240 0,'53'-18'63,"70"71"-63,18 36 15,53 69 1,-106-122 0,-88-1-16,0-17 47,0 52-16,-53 18-16,-52 18-15,-1-18 16,-35 1-16,35-1 16,-35 18-16,17-36 15,36 1-15,0-18 16,-18 17-16,53-52 16,18 17-1,0-17-15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192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55.81395" units="1/cm"/>
          <inkml:channelProperty channel="Y" name="resolution" value="55.95855" units="1/cm"/>
          <inkml:channelProperty channel="T" name="resolution" value="1" units="1/dev"/>
        </inkml:channelProperties>
      </inkml:inkSource>
      <inkml:timestamp xml:id="ts0" timeString="2021-09-18T10:42:46.57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16898 917 0,'0'141'46,"0"212"-46,0-18 16,0 371 0,0-389-16,0-34 15,0-72-15,0 1 16,0-89-16,0-105 16,0 35-16,18-35 46,35-18-46,-53-89 16,0-52-16,0 18 16,17-18-16,1 52 15,35-16-15,-18-1 16,-17-18-16,35 36 16,-18 0-16,18 53 15,17-36-15,-52 53 16,17-34-1,18 16-15,35 160 63,-70 70-47,53-18-16,-54 1 15,-17-54-15,18-35 16,17 36-16,-35-36 15,0-53-15,0 18 16,0-35 0,53-142 46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192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55.81395" units="1/cm"/>
          <inkml:channelProperty channel="Y" name="resolution" value="55.95855" units="1/cm"/>
          <inkml:channelProperty channel="T" name="resolution" value="1" units="1/dev"/>
        </inkml:channelProperties>
      </inkml:inkSource>
      <inkml:timestamp xml:id="ts0" timeString="2021-09-18T10:42:47.32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18292 2028 0,'-194'124'32,"123"17"-32,36 71 15,17-71-15,-17 35 16,17-35-16,18 18 16,18-71-16,17-35 15,53 35-15,-35-35 16,-35-53-1,-1 0-15,36 0 16,-17 0-16,17 0 16,35-70-16,-53-107 15,53 36-15,-35 18 0,-18-1 16,-17 71-16,17 18 16,-17 141 30,17 70-30,0-17-16,-35-53 16,18-36-1,-18-34-15,18-19 32,-1-17-17,36 0 1,-35-105-16,0-37 15,-18-34-15,53 70 16,-36 36-16,-17 34 16,71 89 46,-36 88-62,0-17 16,18-18-16,0-18 15,-18-53-15,54 0 16,-36 18-16,-18 0 16,35-53-1,-17 0-15,35-70 16,36-54-16,-18-17 16,70-18-1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192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55.81395" units="1/cm"/>
          <inkml:channelProperty channel="Y" name="resolution" value="55.95855" units="1/cm"/>
          <inkml:channelProperty channel="T" name="resolution" value="1" units="1/dev"/>
        </inkml:channelProperties>
      </inkml:inkSource>
      <inkml:timestamp xml:id="ts0" timeString="2021-09-18T10:42:47.82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19950 2134 0,'0'0'0,"-177"212"16,160-53-1,-36-36-15,53 54 16,0-36-16,0-35 15,0-1-15,35 1 16,-17-53-16,34-53 16,-16 18-16,17-1 15,-36-17-15,36-70 16,0-107-16,0 1 16,18-71-16,-71 18 15,17-1-15,-17-34 16,0 17-1,0 18-15,-35 17 16,-36 36-16,-17 34 16,35 72-16,18 17 15,17 141 1,18 230 0,0-89-16,0-17 15,0 35 1,0-18-16,53-17 15,18-36-15,17 0 16,-17-35-16,34-35 16,-34-35-16,-36-71 15,18 0-15,0 0 16,35-35-16,36-142 16,105-176-1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192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55.81395" units="1/cm"/>
          <inkml:channelProperty channel="Y" name="resolution" value="55.95855" units="1/cm"/>
          <inkml:channelProperty channel="T" name="resolution" value="1" units="1/dev"/>
        </inkml:channelProperties>
      </inkml:inkSource>
      <inkml:timestamp xml:id="ts0" timeString="2021-09-18T10:42:50.24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21255 1393 0,'0'0'0,"0"71"15,0-36 1,0 106-16,0 36 15,0-54-15,0 89 16,35 0-16,-35 17 16,0-35-16,0-35 15,0-18-15,-53 18 16,-70-54-16,17-34 16,-53-1-1,18-70-15,0 0 0,53 0 16,0-17-1,17-107 1,71 36 0,0 0-16,0 17 15,35-34-15,36-1 16,17-71-16,36 19 16,52-36-16,-53 70 15,107-17-15,-19-35 16,1-1-16,-71 18 15,-17 18 1,-36-35-16,-18 35 16,-70 70-16,18-17 15,-18 70-15,0-17 32,-35 35-17,-1 124 1,36 123-16,0 0 0,0-18 15,0 71-15,0 0 16,0-36-16,0-17 16,0-35-16,0-53 15,-17-18 1,-18-124-16,17 1 31,0-53 0,1-106-15,17 52-16,0 54 16,0 17-16,0-17 15,0 0 1,17 35 31,54 0-47,-1 0 15,-34 0-15,52 53 16,-53-53-16,53 53 16,-35-18-16,0 0 15,18-35-15,-18 53 16,17-53 15,36-17-31,-53-36 16,17-36-16,-52 54 15,0-18 1,-18-35-16,0 53 16,0-36-16,0 18 15,0 18-15,-36-36 16,19 54-16,-54-54 16,-17 36-16,53 35 15,-36-53-15,36 53 16,0 0-16,-18 0 15,17 0-15,-16 53 16,-1 53-16,35 35 16,18 18-16,0-36 15,0-17-15,0 17 16,35 1-16,1-54 16,34 1-16,-52-53 15,-1-1-15,19-17 16,-19 0 15,19-229-31,16 70 16,-16 18-16,-1-18 15,-17 54-15,52 16 16,-52 19-16,0 17 16,-1 53 30,36 0-30,-18 35-16,36 53 16,-18-35-16,-18-17 15,-17-19-15,-18-70 63,35-141-48,-17 18-15,17-1 16,0 19-16,-35 17 16,18 17-16,-18 18 15,0 36-15,17 52 16,-17 0-16,0 107 62,53 122-46,-35-17 0,0-17-16,-1 17 15,36-35-15,-53-1 16,0-17-16,0-17 16,0-89-16,0 36 15,18-36-15,0 0 31,17-70-15,-35-18 0,0-53-16,35 0 15,-35-35-15,0 0 16,0 0-16,0 35 16,0 18-16,0 35 15,0 0-15,18 141 78,35 89-78,-18-18 16,0-54-16,0 1 16,-17 35-16,35-105 15,-35-1-15,-1-17 16,19-18 15,-19-18-15,-17-70-16,0-36 15,0 18-15,0-17 16,0 17-16,0 71 16,-17-36-16,-1 71 62,18 71-62,0-18 16,35 0-16,-17-18 15,-1-17-15,19-1 16,-19-17 15,1-141-15,-18 35-1,0-53-15,0 54 16,0-1-16,-53-18 16,-17 36-16,52 71 15,0-1-15,1 18 16,-19 0 15,1 53-31,17 106 16,-34-18-16,52 17 15,0 36-15,0-17 16,0-18-16,52-1 16,19 1-16,0-35 15,-19-36-15,90 53 16,-54-88-16,18 17 16,35 19-16,-18-72 15,-17-17-15,35 0 16,-35 0-16,-18 0 15,-17 0-15,-36 0 16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F8253C2-C724-487B-AE05-10AF50D9BC39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2CA80D-F9AE-4970-8E96-63021A684A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124769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eksforgeeks.org/http-non-persistent-persistent-connection/" TargetMode="External"/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b="1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Introduction:</a:t>
            </a:r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TCP/IP and OSI Reference Models,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Internet Protocol Stack,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Circuit Switching vs. Packet Switching,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FDMA, TDMA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Physical Media,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Encoding and Decoding,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Delay and Packet Loss.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B2CA80D-F9AE-4970-8E96-63021A684A3E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480673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b="1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Introduction:</a:t>
            </a:r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TCP/IP and OSI Reference Models,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Internet Protocol Stack,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Circuit Switching vs. Packet Switching,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FDMA, TDMA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Physical Media,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Encoding and Decoding, </a:t>
            </a:r>
          </a:p>
          <a:p>
            <a:r>
              <a:rPr lang="en-US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Delay and Packet Loss.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B2CA80D-F9AE-4970-8E96-63021A684A3E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030290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Slide Image Placeholder 1">
            <a:extLst>
              <a:ext uri="{FF2B5EF4-FFF2-40B4-BE49-F238E27FC236}">
                <a16:creationId xmlns="" xmlns:a16="http://schemas.microsoft.com/office/drawing/2014/main" id="{4452C4D2-5EFB-46E0-B17C-00E5D2C8B89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36866" name="Notes Placeholder 2">
            <a:extLst>
              <a:ext uri="{FF2B5EF4-FFF2-40B4-BE49-F238E27FC236}">
                <a16:creationId xmlns="" xmlns:a16="http://schemas.microsoft.com/office/drawing/2014/main" id="{925907BE-743A-462F-8372-8F7198B1D64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6867" name="Slide Number Placeholder 3">
            <a:extLst>
              <a:ext uri="{FF2B5EF4-FFF2-40B4-BE49-F238E27FC236}">
                <a16:creationId xmlns="" xmlns:a16="http://schemas.microsoft.com/office/drawing/2014/main" id="{D4755E61-9000-431A-9A4B-0A6D719C8A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88F2342-BA09-4683-8C5E-627C64E5493C}" type="slidenum">
              <a:rPr lang="en-US" altLang="en-US" sz="1300">
                <a:latin typeface="Times New Roman" panose="02020603050405020304" pitchFamily="18" charset="0"/>
              </a:rPr>
              <a:pPr/>
              <a:t>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416548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Slide Image Placeholder 1">
            <a:extLst>
              <a:ext uri="{FF2B5EF4-FFF2-40B4-BE49-F238E27FC236}">
                <a16:creationId xmlns="" xmlns:a16="http://schemas.microsoft.com/office/drawing/2014/main" id="{4452C4D2-5EFB-46E0-B17C-00E5D2C8B89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36866" name="Notes Placeholder 2">
            <a:extLst>
              <a:ext uri="{FF2B5EF4-FFF2-40B4-BE49-F238E27FC236}">
                <a16:creationId xmlns="" xmlns:a16="http://schemas.microsoft.com/office/drawing/2014/main" id="{925907BE-743A-462F-8372-8F7198B1D64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6867" name="Slide Number Placeholder 3">
            <a:extLst>
              <a:ext uri="{FF2B5EF4-FFF2-40B4-BE49-F238E27FC236}">
                <a16:creationId xmlns="" xmlns:a16="http://schemas.microsoft.com/office/drawing/2014/main" id="{D4755E61-9000-431A-9A4B-0A6D719C8A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88F2342-BA09-4683-8C5E-627C64E5493C}" type="slidenum">
              <a:rPr lang="en-US" altLang="en-US" sz="1300">
                <a:latin typeface="Times New Roman" panose="02020603050405020304" pitchFamily="18" charset="0"/>
              </a:rPr>
              <a:pPr/>
              <a:t>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920842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Slide Image Placeholder 1">
            <a:extLst>
              <a:ext uri="{FF2B5EF4-FFF2-40B4-BE49-F238E27FC236}">
                <a16:creationId xmlns="" xmlns:a16="http://schemas.microsoft.com/office/drawing/2014/main" id="{4452C4D2-5EFB-46E0-B17C-00E5D2C8B89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36866" name="Notes Placeholder 2">
            <a:extLst>
              <a:ext uri="{FF2B5EF4-FFF2-40B4-BE49-F238E27FC236}">
                <a16:creationId xmlns="" xmlns:a16="http://schemas.microsoft.com/office/drawing/2014/main" id="{925907BE-743A-462F-8372-8F7198B1D64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6867" name="Slide Number Placeholder 3">
            <a:extLst>
              <a:ext uri="{FF2B5EF4-FFF2-40B4-BE49-F238E27FC236}">
                <a16:creationId xmlns="" xmlns:a16="http://schemas.microsoft.com/office/drawing/2014/main" id="{D4755E61-9000-431A-9A4B-0A6D719C8A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88F2342-BA09-4683-8C5E-627C64E5493C}" type="slidenum">
              <a:rPr lang="en-US" altLang="en-US" sz="1300">
                <a:latin typeface="Times New Roman" panose="02020603050405020304" pitchFamily="18" charset="0"/>
              </a:rPr>
              <a:pPr/>
              <a:t>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882702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Slide Image Placeholder 1">
            <a:extLst>
              <a:ext uri="{FF2B5EF4-FFF2-40B4-BE49-F238E27FC236}">
                <a16:creationId xmlns="" xmlns:a16="http://schemas.microsoft.com/office/drawing/2014/main" id="{F5B7DD4A-4A3A-4FFF-9631-A4289228BD5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38914" name="Notes Placeholder 2">
            <a:extLst>
              <a:ext uri="{FF2B5EF4-FFF2-40B4-BE49-F238E27FC236}">
                <a16:creationId xmlns="" xmlns:a16="http://schemas.microsoft.com/office/drawing/2014/main" id="{1C7F1B38-2F87-4CC3-A581-377010BD0B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8915" name="Slide Number Placeholder 3">
            <a:extLst>
              <a:ext uri="{FF2B5EF4-FFF2-40B4-BE49-F238E27FC236}">
                <a16:creationId xmlns="" xmlns:a16="http://schemas.microsoft.com/office/drawing/2014/main" id="{7B04575B-9512-4F16-817B-CF16A0D3DD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5EB39A0-6670-4D7F-B203-B299AE2521BC}" type="slidenum">
              <a:rPr lang="en-US" altLang="en-US" sz="1300">
                <a:latin typeface="Times New Roman" panose="02020603050405020304" pitchFamily="18" charset="0"/>
              </a:rPr>
              <a:pPr/>
              <a:t>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642532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Slide Image Placeholder 1">
            <a:extLst>
              <a:ext uri="{FF2B5EF4-FFF2-40B4-BE49-F238E27FC236}">
                <a16:creationId xmlns="" xmlns:a16="http://schemas.microsoft.com/office/drawing/2014/main" id="{67FB7622-0DD8-43B4-B010-88102B3FA7E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0962" name="Notes Placeholder 2">
            <a:extLst>
              <a:ext uri="{FF2B5EF4-FFF2-40B4-BE49-F238E27FC236}">
                <a16:creationId xmlns="" xmlns:a16="http://schemas.microsoft.com/office/drawing/2014/main" id="{437625E7-CA23-4CE0-BFCA-E20BD7E3C54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0963" name="Slide Number Placeholder 3">
            <a:extLst>
              <a:ext uri="{FF2B5EF4-FFF2-40B4-BE49-F238E27FC236}">
                <a16:creationId xmlns="" xmlns:a16="http://schemas.microsoft.com/office/drawing/2014/main" id="{664FA340-30AA-485E-A7E8-64EE6C7D48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2CE447B-8531-40B1-84D5-4347556FDCFF}" type="slidenum">
              <a:rPr lang="en-US" altLang="en-US" sz="1300">
                <a:latin typeface="Times New Roman" panose="02020603050405020304" pitchFamily="18" charset="0"/>
              </a:rPr>
              <a:pPr/>
              <a:t>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448456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Slide Image Placeholder 1">
            <a:extLst>
              <a:ext uri="{FF2B5EF4-FFF2-40B4-BE49-F238E27FC236}">
                <a16:creationId xmlns="" xmlns:a16="http://schemas.microsoft.com/office/drawing/2014/main" id="{09A74055-4D9F-4896-94A9-D9DE254CB31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3010" name="Notes Placeholder 2">
            <a:extLst>
              <a:ext uri="{FF2B5EF4-FFF2-40B4-BE49-F238E27FC236}">
                <a16:creationId xmlns="" xmlns:a16="http://schemas.microsoft.com/office/drawing/2014/main" id="{37B82253-1FEA-4284-9316-E95619698E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sz="1200" dirty="0" smtClean="0"/>
              <a:t>There are </a:t>
            </a:r>
            <a:r>
              <a:rPr lang="en-US" altLang="en-US" sz="1200" b="1" dirty="0" smtClean="0">
                <a:solidFill>
                  <a:srgbClr val="FF0000"/>
                </a:solidFill>
              </a:rPr>
              <a:t>two predominant architectural paradigms</a:t>
            </a:r>
            <a:r>
              <a:rPr lang="en-US" altLang="en-US" sz="1200" dirty="0" smtClean="0"/>
              <a:t> used in modern network applications</a:t>
            </a:r>
            <a:endParaRPr lang="en-US" altLang="en-US" dirty="0"/>
          </a:p>
        </p:txBody>
      </p:sp>
      <p:sp>
        <p:nvSpPr>
          <p:cNvPr id="43011" name="Slide Number Placeholder 3">
            <a:extLst>
              <a:ext uri="{FF2B5EF4-FFF2-40B4-BE49-F238E27FC236}">
                <a16:creationId xmlns="" xmlns:a16="http://schemas.microsoft.com/office/drawing/2014/main" id="{AE47AE64-076F-49D8-9680-A12963DF696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75DADEC3-EF31-4528-AA52-CB45BF52B9FF}" type="slidenum">
              <a:rPr lang="en-US" altLang="en-US" sz="1300">
                <a:latin typeface="Times New Roman" panose="02020603050405020304" pitchFamily="18" charset="0"/>
              </a:rPr>
              <a:pPr/>
              <a:t>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056951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Slide Image Placeholder 1">
            <a:extLst>
              <a:ext uri="{FF2B5EF4-FFF2-40B4-BE49-F238E27FC236}">
                <a16:creationId xmlns="" xmlns:a16="http://schemas.microsoft.com/office/drawing/2014/main" id="{01717B75-76DB-473E-8098-4EF8327300F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5058" name="Notes Placeholder 2">
            <a:extLst>
              <a:ext uri="{FF2B5EF4-FFF2-40B4-BE49-F238E27FC236}">
                <a16:creationId xmlns="" xmlns:a16="http://schemas.microsoft.com/office/drawing/2014/main" id="{85B517DD-4858-4456-B2BA-B5C624AAEC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5059" name="Slide Number Placeholder 3">
            <a:extLst>
              <a:ext uri="{FF2B5EF4-FFF2-40B4-BE49-F238E27FC236}">
                <a16:creationId xmlns="" xmlns:a16="http://schemas.microsoft.com/office/drawing/2014/main" id="{8DFE9EF1-6B6B-4B26-AE2B-1489B42CC7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D14245A-A9C8-4D7F-8170-E845190747CE}" type="slidenum">
              <a:rPr lang="en-US" altLang="en-US" sz="1300">
                <a:latin typeface="Times New Roman" panose="02020603050405020304" pitchFamily="18" charset="0"/>
              </a:rPr>
              <a:pPr/>
              <a:t>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746044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Slide Image Placeholder 1">
            <a:extLst>
              <a:ext uri="{FF2B5EF4-FFF2-40B4-BE49-F238E27FC236}">
                <a16:creationId xmlns="" xmlns:a16="http://schemas.microsoft.com/office/drawing/2014/main" id="{2817CF20-F002-43AC-8F3D-371A7AB24C5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7106" name="Notes Placeholder 2">
            <a:extLst>
              <a:ext uri="{FF2B5EF4-FFF2-40B4-BE49-F238E27FC236}">
                <a16:creationId xmlns="" xmlns:a16="http://schemas.microsoft.com/office/drawing/2014/main" id="{19824288-EB1A-4F35-A612-AED4A0ED2B1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7107" name="Slide Number Placeholder 3">
            <a:extLst>
              <a:ext uri="{FF2B5EF4-FFF2-40B4-BE49-F238E27FC236}">
                <a16:creationId xmlns="" xmlns:a16="http://schemas.microsoft.com/office/drawing/2014/main" id="{CF882006-1B54-4935-9564-211DE1BB21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40226DF-6E28-4878-A0B1-97E3379BA936}" type="slidenum">
              <a:rPr lang="en-US" altLang="en-US" sz="1300">
                <a:latin typeface="Times New Roman" panose="02020603050405020304" pitchFamily="18" charset="0"/>
              </a:rPr>
              <a:pPr/>
              <a:t>11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226907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Slide Image Placeholder 1">
            <a:extLst>
              <a:ext uri="{FF2B5EF4-FFF2-40B4-BE49-F238E27FC236}">
                <a16:creationId xmlns="" xmlns:a16="http://schemas.microsoft.com/office/drawing/2014/main" id="{22DEF9B6-2BE7-40C9-8FC8-B98B52A45DF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9154" name="Notes Placeholder 2">
            <a:extLst>
              <a:ext uri="{FF2B5EF4-FFF2-40B4-BE49-F238E27FC236}">
                <a16:creationId xmlns="" xmlns:a16="http://schemas.microsoft.com/office/drawing/2014/main" id="{A39C2AF5-C46D-48CB-B51C-72AF40AF867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9155" name="Slide Number Placeholder 3">
            <a:extLst>
              <a:ext uri="{FF2B5EF4-FFF2-40B4-BE49-F238E27FC236}">
                <a16:creationId xmlns="" xmlns:a16="http://schemas.microsoft.com/office/drawing/2014/main" id="{D7310D9B-5D5B-44C6-945B-0915DCCE26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BDA65A96-C506-4CF3-A177-E734B846786B}" type="slidenum">
              <a:rPr lang="en-US" altLang="en-US" sz="1300">
                <a:latin typeface="Times New Roman" panose="02020603050405020304" pitchFamily="18" charset="0"/>
              </a:rPr>
              <a:pPr/>
              <a:t>12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916001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Slide Image Placeholder 1">
            <a:extLst>
              <a:ext uri="{FF2B5EF4-FFF2-40B4-BE49-F238E27FC236}">
                <a16:creationId xmlns="" xmlns:a16="http://schemas.microsoft.com/office/drawing/2014/main" id="{03C2B213-9ECA-4077-9D05-C63B93AB651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1202" name="Notes Placeholder 2">
            <a:extLst>
              <a:ext uri="{FF2B5EF4-FFF2-40B4-BE49-F238E27FC236}">
                <a16:creationId xmlns="" xmlns:a16="http://schemas.microsoft.com/office/drawing/2014/main" id="{2BD62C25-3992-415E-AC64-4B4F3A3E897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1203" name="Slide Number Placeholder 3">
            <a:extLst>
              <a:ext uri="{FF2B5EF4-FFF2-40B4-BE49-F238E27FC236}">
                <a16:creationId xmlns="" xmlns:a16="http://schemas.microsoft.com/office/drawing/2014/main" id="{FAF77953-8CE8-4B88-9E87-7C450813284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E007039-D284-4B28-B900-CED5711977DD}" type="slidenum">
              <a:rPr lang="en-US" altLang="en-US" sz="1300">
                <a:latin typeface="Times New Roman" panose="02020603050405020304" pitchFamily="18" charset="0"/>
              </a:rPr>
              <a:pPr/>
              <a:t>13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446326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Slide Image Placeholder 1">
            <a:extLst>
              <a:ext uri="{FF2B5EF4-FFF2-40B4-BE49-F238E27FC236}">
                <a16:creationId xmlns="" xmlns:a16="http://schemas.microsoft.com/office/drawing/2014/main" id="{B74A1B17-BAC7-40B3-BFA0-43489F8B2DE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3250" name="Notes Placeholder 2">
            <a:extLst>
              <a:ext uri="{FF2B5EF4-FFF2-40B4-BE49-F238E27FC236}">
                <a16:creationId xmlns="" xmlns:a16="http://schemas.microsoft.com/office/drawing/2014/main" id="{6FDC876A-8DE7-44D6-9B81-7A59CB280C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3251" name="Slide Number Placeholder 3">
            <a:extLst>
              <a:ext uri="{FF2B5EF4-FFF2-40B4-BE49-F238E27FC236}">
                <a16:creationId xmlns="" xmlns:a16="http://schemas.microsoft.com/office/drawing/2014/main" id="{D1D7AC5C-1DC2-4265-BA56-8A6FE8D4F2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0A94449-6BC4-452F-B882-D19156B616D6}" type="slidenum">
              <a:rPr lang="en-US" altLang="en-US" sz="1300">
                <a:latin typeface="Times New Roman" panose="02020603050405020304" pitchFamily="18" charset="0"/>
              </a:rPr>
              <a:pPr/>
              <a:t>14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066278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Slide Image Placeholder 1">
            <a:extLst>
              <a:ext uri="{FF2B5EF4-FFF2-40B4-BE49-F238E27FC236}">
                <a16:creationId xmlns="" xmlns:a16="http://schemas.microsoft.com/office/drawing/2014/main" id="{70B57AF7-939E-448D-970C-24701B8FB26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5298" name="Notes Placeholder 2">
            <a:extLst>
              <a:ext uri="{FF2B5EF4-FFF2-40B4-BE49-F238E27FC236}">
                <a16:creationId xmlns="" xmlns:a16="http://schemas.microsoft.com/office/drawing/2014/main" id="{F7F5BE12-F860-4BF8-9C0B-22BFC35382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5299" name="Slide Number Placeholder 3">
            <a:extLst>
              <a:ext uri="{FF2B5EF4-FFF2-40B4-BE49-F238E27FC236}">
                <a16:creationId xmlns="" xmlns:a16="http://schemas.microsoft.com/office/drawing/2014/main" id="{CC944B19-4861-4C7E-86F0-A69A41D872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C852B62-5103-40C2-8AB2-C03B5AAD6D65}" type="slidenum">
              <a:rPr lang="en-US" altLang="en-US" sz="1300">
                <a:latin typeface="Times New Roman" panose="02020603050405020304" pitchFamily="18" charset="0"/>
              </a:rPr>
              <a:pPr/>
              <a:t>15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4873110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Slide Image Placeholder 1">
            <a:extLst>
              <a:ext uri="{FF2B5EF4-FFF2-40B4-BE49-F238E27FC236}">
                <a16:creationId xmlns="" xmlns:a16="http://schemas.microsoft.com/office/drawing/2014/main" id="{50EC911A-41FF-48A1-8B39-352B47A84DF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7346" name="Notes Placeholder 2">
            <a:extLst>
              <a:ext uri="{FF2B5EF4-FFF2-40B4-BE49-F238E27FC236}">
                <a16:creationId xmlns="" xmlns:a16="http://schemas.microsoft.com/office/drawing/2014/main" id="{BB5E40E3-8B63-4A78-B390-3B0AC9745C0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Throughput</a:t>
            </a:r>
            <a:r>
              <a:rPr 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is a measure of how many units of information a system can process in a given amount of time. </a:t>
            </a:r>
            <a:endParaRPr lang="en-US" altLang="en-US" dirty="0"/>
          </a:p>
        </p:txBody>
      </p:sp>
      <p:sp>
        <p:nvSpPr>
          <p:cNvPr id="57347" name="Slide Number Placeholder 3">
            <a:extLst>
              <a:ext uri="{FF2B5EF4-FFF2-40B4-BE49-F238E27FC236}">
                <a16:creationId xmlns="" xmlns:a16="http://schemas.microsoft.com/office/drawing/2014/main" id="{3328F042-092A-4E72-A4B3-905F90A4545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ADCD483-F823-499B-9418-843F5BD61108}" type="slidenum">
              <a:rPr lang="en-US" altLang="en-US" sz="1300">
                <a:latin typeface="Times New Roman" panose="02020603050405020304" pitchFamily="18" charset="0"/>
              </a:rPr>
              <a:pPr/>
              <a:t>16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59838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Slide Image Placeholder 1">
            <a:extLst>
              <a:ext uri="{FF2B5EF4-FFF2-40B4-BE49-F238E27FC236}">
                <a16:creationId xmlns="" xmlns:a16="http://schemas.microsoft.com/office/drawing/2014/main" id="{5D947B8F-CB5D-4DC1-A853-B391746C11E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9394" name="Notes Placeholder 2">
            <a:extLst>
              <a:ext uri="{FF2B5EF4-FFF2-40B4-BE49-F238E27FC236}">
                <a16:creationId xmlns="" xmlns:a16="http://schemas.microsoft.com/office/drawing/2014/main" id="{6396A42A-649F-441A-B4D9-E2AFFE35CFA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9395" name="Slide Number Placeholder 3">
            <a:extLst>
              <a:ext uri="{FF2B5EF4-FFF2-40B4-BE49-F238E27FC236}">
                <a16:creationId xmlns="" xmlns:a16="http://schemas.microsoft.com/office/drawing/2014/main" id="{B1C66FB6-62B7-46ED-A22E-698B87D211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22930F1-5753-40D8-99EC-70BA97A7437F}" type="slidenum">
              <a:rPr lang="en-US" altLang="en-US" sz="1300">
                <a:latin typeface="Times New Roman" panose="02020603050405020304" pitchFamily="18" charset="0"/>
              </a:rPr>
              <a:pPr/>
              <a:t>17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335069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Slide Image Placeholder 1">
            <a:extLst>
              <a:ext uri="{FF2B5EF4-FFF2-40B4-BE49-F238E27FC236}">
                <a16:creationId xmlns="" xmlns:a16="http://schemas.microsoft.com/office/drawing/2014/main" id="{928A9A2D-EA45-4FFB-B83E-1D1D915C598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61442" name="Notes Placeholder 2">
            <a:extLst>
              <a:ext uri="{FF2B5EF4-FFF2-40B4-BE49-F238E27FC236}">
                <a16:creationId xmlns="" xmlns:a16="http://schemas.microsoft.com/office/drawing/2014/main" id="{5B7B7FAC-D3B0-40EC-9791-AFFF1D21149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1443" name="Slide Number Placeholder 3">
            <a:extLst>
              <a:ext uri="{FF2B5EF4-FFF2-40B4-BE49-F238E27FC236}">
                <a16:creationId xmlns="" xmlns:a16="http://schemas.microsoft.com/office/drawing/2014/main" id="{82ABF054-B21B-477F-8C61-32E1203ADA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ADEB9A5-F1DD-4291-B7C9-537F9AF5FEBC}" type="slidenum">
              <a:rPr lang="en-US" altLang="en-US" sz="1300">
                <a:latin typeface="Times New Roman" panose="02020603050405020304" pitchFamily="18" charset="0"/>
              </a:rPr>
              <a:pPr/>
              <a:t>18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896586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Slide Image Placeholder 1">
            <a:extLst>
              <a:ext uri="{FF2B5EF4-FFF2-40B4-BE49-F238E27FC236}">
                <a16:creationId xmlns="" xmlns:a16="http://schemas.microsoft.com/office/drawing/2014/main" id="{1E1FB188-3D32-4D65-A16D-243996CDFF0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63490" name="Notes Placeholder 2">
            <a:extLst>
              <a:ext uri="{FF2B5EF4-FFF2-40B4-BE49-F238E27FC236}">
                <a16:creationId xmlns="" xmlns:a16="http://schemas.microsoft.com/office/drawing/2014/main" id="{1E22A71E-7473-453E-A6A5-49FE76C71D3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3491" name="Slide Number Placeholder 3">
            <a:extLst>
              <a:ext uri="{FF2B5EF4-FFF2-40B4-BE49-F238E27FC236}">
                <a16:creationId xmlns="" xmlns:a16="http://schemas.microsoft.com/office/drawing/2014/main" id="{B8A3F94A-7A3C-4CDD-BAB2-47276A7C97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2CB4939-3D28-40C8-B3A9-38D600F335D0}" type="slidenum">
              <a:rPr lang="en-US" altLang="en-US" sz="1300">
                <a:latin typeface="Times New Roman" panose="02020603050405020304" pitchFamily="18" charset="0"/>
              </a:rPr>
              <a:pPr/>
              <a:t>19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912416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Slide Image Placeholder 1">
            <a:extLst>
              <a:ext uri="{FF2B5EF4-FFF2-40B4-BE49-F238E27FC236}">
                <a16:creationId xmlns="" xmlns:a16="http://schemas.microsoft.com/office/drawing/2014/main" id="{EBDC1DF7-C993-42AA-BEC9-FE16D710A34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66562" name="Notes Placeholder 2">
            <a:extLst>
              <a:ext uri="{FF2B5EF4-FFF2-40B4-BE49-F238E27FC236}">
                <a16:creationId xmlns="" xmlns:a16="http://schemas.microsoft.com/office/drawing/2014/main" id="{F66AA87F-4DAC-4C5B-A452-136A67AD74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6563" name="Slide Number Placeholder 3">
            <a:extLst>
              <a:ext uri="{FF2B5EF4-FFF2-40B4-BE49-F238E27FC236}">
                <a16:creationId xmlns="" xmlns:a16="http://schemas.microsoft.com/office/drawing/2014/main" id="{C4795E88-1F12-4302-9D2F-D5E0E974DA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71D7311E-599A-4E5B-8834-8A6F8AC55888}" type="slidenum">
              <a:rPr lang="en-US" altLang="en-US" sz="1300">
                <a:latin typeface="Times New Roman" panose="02020603050405020304" pitchFamily="18" charset="0"/>
              </a:rPr>
              <a:pPr/>
              <a:t>22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717385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Slide Image Placeholder 1">
            <a:extLst>
              <a:ext uri="{FF2B5EF4-FFF2-40B4-BE49-F238E27FC236}">
                <a16:creationId xmlns="" xmlns:a16="http://schemas.microsoft.com/office/drawing/2014/main" id="{C6847068-0CB5-42C2-B1CA-6B262B581EF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68610" name="Notes Placeholder 2">
            <a:extLst>
              <a:ext uri="{FF2B5EF4-FFF2-40B4-BE49-F238E27FC236}">
                <a16:creationId xmlns="" xmlns:a16="http://schemas.microsoft.com/office/drawing/2014/main" id="{FE1598EC-AA0D-4769-B91D-217E818101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8611" name="Slide Number Placeholder 3">
            <a:extLst>
              <a:ext uri="{FF2B5EF4-FFF2-40B4-BE49-F238E27FC236}">
                <a16:creationId xmlns="" xmlns:a16="http://schemas.microsoft.com/office/drawing/2014/main" id="{D49C7A99-D29F-4A18-AD2D-F332A3EF934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10FE03F-0509-4CF1-A6EB-0E625D09CB96}" type="slidenum">
              <a:rPr lang="en-US" altLang="en-US" sz="1300">
                <a:latin typeface="Times New Roman" panose="02020603050405020304" pitchFamily="18" charset="0"/>
              </a:rPr>
              <a:pPr/>
              <a:t>23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935732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Slide Image Placeholder 1">
            <a:extLst>
              <a:ext uri="{FF2B5EF4-FFF2-40B4-BE49-F238E27FC236}">
                <a16:creationId xmlns="" xmlns:a16="http://schemas.microsoft.com/office/drawing/2014/main" id="{7B80A2F3-14A4-4894-856E-04B894ED8BC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0658" name="Notes Placeholder 2">
            <a:extLst>
              <a:ext uri="{FF2B5EF4-FFF2-40B4-BE49-F238E27FC236}">
                <a16:creationId xmlns="" xmlns:a16="http://schemas.microsoft.com/office/drawing/2014/main" id="{A8B6D6CE-332F-4176-94DD-85D3FCAC8C2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0659" name="Slide Number Placeholder 3">
            <a:extLst>
              <a:ext uri="{FF2B5EF4-FFF2-40B4-BE49-F238E27FC236}">
                <a16:creationId xmlns="" xmlns:a16="http://schemas.microsoft.com/office/drawing/2014/main" id="{5AF560A8-D0FE-4949-8E4B-03B7FF06B7B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901F3C8-28DE-46F2-B5CF-85762BB722B3}" type="slidenum">
              <a:rPr lang="en-US" altLang="en-US" sz="1300">
                <a:latin typeface="Times New Roman" panose="02020603050405020304" pitchFamily="18" charset="0"/>
              </a:rPr>
              <a:pPr/>
              <a:t>24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943494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Slide Image Placeholder 1">
            <a:extLst>
              <a:ext uri="{FF2B5EF4-FFF2-40B4-BE49-F238E27FC236}">
                <a16:creationId xmlns="" xmlns:a16="http://schemas.microsoft.com/office/drawing/2014/main" id="{D688DB87-091C-4324-8844-784834EE561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2706" name="Notes Placeholder 2">
            <a:extLst>
              <a:ext uri="{FF2B5EF4-FFF2-40B4-BE49-F238E27FC236}">
                <a16:creationId xmlns="" xmlns:a16="http://schemas.microsoft.com/office/drawing/2014/main" id="{4DB7BE3C-CE8A-4FC1-96A5-F75239F442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2707" name="Slide Number Placeholder 3">
            <a:extLst>
              <a:ext uri="{FF2B5EF4-FFF2-40B4-BE49-F238E27FC236}">
                <a16:creationId xmlns="" xmlns:a16="http://schemas.microsoft.com/office/drawing/2014/main" id="{211E065E-0508-4100-903A-05EFAA9A4B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761D510-92ED-4649-9F4D-FCD1C823F622}" type="slidenum">
              <a:rPr lang="en-US" altLang="en-US" sz="1300">
                <a:latin typeface="Times New Roman" panose="02020603050405020304" pitchFamily="18" charset="0"/>
              </a:rPr>
              <a:pPr/>
              <a:t>25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998305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Slide Image Placeholder 1">
            <a:extLst>
              <a:ext uri="{FF2B5EF4-FFF2-40B4-BE49-F238E27FC236}">
                <a16:creationId xmlns="" xmlns:a16="http://schemas.microsoft.com/office/drawing/2014/main" id="{6BF70EA1-08D1-4348-8FB9-2BD1A09A461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4754" name="Notes Placeholder 2">
            <a:extLst>
              <a:ext uri="{FF2B5EF4-FFF2-40B4-BE49-F238E27FC236}">
                <a16:creationId xmlns="" xmlns:a16="http://schemas.microsoft.com/office/drawing/2014/main" id="{187ABE28-7B4C-4A6D-BCAC-911B363B383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4755" name="Slide Number Placeholder 3">
            <a:extLst>
              <a:ext uri="{FF2B5EF4-FFF2-40B4-BE49-F238E27FC236}">
                <a16:creationId xmlns="" xmlns:a16="http://schemas.microsoft.com/office/drawing/2014/main" id="{25BB8227-E86A-4824-B46D-71B35447C9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EB23C1D-84F6-4166-AE1E-EAC5821827F8}" type="slidenum">
              <a:rPr lang="en-US" altLang="en-US" sz="1300">
                <a:latin typeface="Times New Roman" panose="02020603050405020304" pitchFamily="18" charset="0"/>
              </a:rPr>
              <a:pPr/>
              <a:t>26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819424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Slide Image Placeholder 1">
            <a:extLst>
              <a:ext uri="{FF2B5EF4-FFF2-40B4-BE49-F238E27FC236}">
                <a16:creationId xmlns="" xmlns:a16="http://schemas.microsoft.com/office/drawing/2014/main" id="{AD31478D-8762-4F84-BC08-FB907F4202D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6802" name="Notes Placeholder 2">
            <a:extLst>
              <a:ext uri="{FF2B5EF4-FFF2-40B4-BE49-F238E27FC236}">
                <a16:creationId xmlns="" xmlns:a16="http://schemas.microsoft.com/office/drawing/2014/main" id="{2A8F80CD-6804-497A-BDAE-5E49D3AECE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6803" name="Slide Number Placeholder 3">
            <a:extLst>
              <a:ext uri="{FF2B5EF4-FFF2-40B4-BE49-F238E27FC236}">
                <a16:creationId xmlns="" xmlns:a16="http://schemas.microsoft.com/office/drawing/2014/main" id="{6D175340-F8EF-4BC3-916A-9ABDA7D963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9B27E6E-4CCE-4109-BFD3-834661B90693}" type="slidenum">
              <a:rPr lang="en-US" altLang="en-US" sz="1300">
                <a:latin typeface="Times New Roman" panose="02020603050405020304" pitchFamily="18" charset="0"/>
              </a:rPr>
              <a:pPr/>
              <a:t>27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01592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Slide Image Placeholder 1">
            <a:extLst>
              <a:ext uri="{FF2B5EF4-FFF2-40B4-BE49-F238E27FC236}">
                <a16:creationId xmlns="" xmlns:a16="http://schemas.microsoft.com/office/drawing/2014/main" id="{E50FD7DA-9709-4453-96F7-3179045C1AD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8850" name="Notes Placeholder 2">
            <a:extLst>
              <a:ext uri="{FF2B5EF4-FFF2-40B4-BE49-F238E27FC236}">
                <a16:creationId xmlns="" xmlns:a16="http://schemas.microsoft.com/office/drawing/2014/main" id="{A39B770D-9268-4942-B910-68AF8BF1A61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8851" name="Slide Number Placeholder 3">
            <a:extLst>
              <a:ext uri="{FF2B5EF4-FFF2-40B4-BE49-F238E27FC236}">
                <a16:creationId xmlns="" xmlns:a16="http://schemas.microsoft.com/office/drawing/2014/main" id="{0FE212CD-0DC7-44C7-924B-EE14BFF80E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73D4506-1DEF-4342-BC2B-5CECE76C8118}" type="slidenum">
              <a:rPr lang="en-US" altLang="en-US" sz="1300">
                <a:latin typeface="Times New Roman" panose="02020603050405020304" pitchFamily="18" charset="0"/>
              </a:rPr>
              <a:pPr/>
              <a:t>28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09850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Slide Image Placeholder 1">
            <a:extLst>
              <a:ext uri="{FF2B5EF4-FFF2-40B4-BE49-F238E27FC236}">
                <a16:creationId xmlns="" xmlns:a16="http://schemas.microsoft.com/office/drawing/2014/main" id="{005E8F71-3CC3-4DC5-B55F-411D417818E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0898" name="Notes Placeholder 2">
            <a:extLst>
              <a:ext uri="{FF2B5EF4-FFF2-40B4-BE49-F238E27FC236}">
                <a16:creationId xmlns="" xmlns:a16="http://schemas.microsoft.com/office/drawing/2014/main" id="{1FA6A89B-E5B0-413C-9548-805F86616F0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0899" name="Slide Number Placeholder 3">
            <a:extLst>
              <a:ext uri="{FF2B5EF4-FFF2-40B4-BE49-F238E27FC236}">
                <a16:creationId xmlns="" xmlns:a16="http://schemas.microsoft.com/office/drawing/2014/main" id="{F6C74E29-A52F-4725-BBBB-9F9B9B905A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2ADEACC6-2EFD-43BA-BF1A-C9F73ED7DDA3}" type="slidenum">
              <a:rPr lang="en-US" altLang="en-US" sz="1300">
                <a:latin typeface="Times New Roman" panose="02020603050405020304" pitchFamily="18" charset="0"/>
              </a:rPr>
              <a:pPr/>
              <a:t>29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369382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Slide Image Placeholder 1">
            <a:extLst>
              <a:ext uri="{FF2B5EF4-FFF2-40B4-BE49-F238E27FC236}">
                <a16:creationId xmlns="" xmlns:a16="http://schemas.microsoft.com/office/drawing/2014/main" id="{3BC75153-1830-47CB-A470-F2B148B0EF0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2946" name="Notes Placeholder 2">
            <a:extLst>
              <a:ext uri="{FF2B5EF4-FFF2-40B4-BE49-F238E27FC236}">
                <a16:creationId xmlns="" xmlns:a16="http://schemas.microsoft.com/office/drawing/2014/main" id="{DDF987B3-3A38-469B-A12C-1916997EAD0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smtClean="0"/>
              <a:t>https://bdren.zoom.us/j/63642678945</a:t>
            </a:r>
          </a:p>
          <a:p>
            <a:endParaRPr lang="en-US" altLang="en-US"/>
          </a:p>
        </p:txBody>
      </p:sp>
      <p:sp>
        <p:nvSpPr>
          <p:cNvPr id="82947" name="Slide Number Placeholder 3">
            <a:extLst>
              <a:ext uri="{FF2B5EF4-FFF2-40B4-BE49-F238E27FC236}">
                <a16:creationId xmlns="" xmlns:a16="http://schemas.microsoft.com/office/drawing/2014/main" id="{D335A66C-8288-4CC4-AA22-DB0C48F9A01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ACED8E2-CC83-400E-9741-43CB4BEFB5A0}" type="slidenum">
              <a:rPr lang="en-US" altLang="en-US" sz="1300">
                <a:latin typeface="Times New Roman" panose="02020603050405020304" pitchFamily="18" charset="0"/>
              </a:rPr>
              <a:pPr/>
              <a:t>30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156240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Example Reference: </a:t>
            </a:r>
            <a:r>
              <a:rPr lang="en-US" dirty="0" smtClean="0">
                <a:hlinkClick r:id="rId3"/>
              </a:rPr>
              <a:t>HTTP Non-Persistent &amp; Persistent Connection | Set 1 – </a:t>
            </a:r>
            <a:r>
              <a:rPr lang="en-US" dirty="0" err="1" smtClean="0">
                <a:hlinkClick r:id="rId3"/>
              </a:rPr>
              <a:t>GeeksforGeeks</a:t>
            </a:r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B2CA80D-F9AE-4970-8E96-63021A684A3E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155169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8774227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555723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226593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shortest job first: decreased average delay!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36082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996025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Slide Image Placeholder 1">
            <a:extLst>
              <a:ext uri="{FF2B5EF4-FFF2-40B4-BE49-F238E27FC236}">
                <a16:creationId xmlns="" xmlns:a16="http://schemas.microsoft.com/office/drawing/2014/main" id="{19DDED13-D055-4808-B93A-6D34048EB44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4994" name="Notes Placeholder 2">
            <a:extLst>
              <a:ext uri="{FF2B5EF4-FFF2-40B4-BE49-F238E27FC236}">
                <a16:creationId xmlns="" xmlns:a16="http://schemas.microsoft.com/office/drawing/2014/main" id="{9C0CD663-46AF-489B-8639-F6550785991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4995" name="Slide Number Placeholder 3">
            <a:extLst>
              <a:ext uri="{FF2B5EF4-FFF2-40B4-BE49-F238E27FC236}">
                <a16:creationId xmlns="" xmlns:a16="http://schemas.microsoft.com/office/drawing/2014/main" id="{02DE3A71-4E3D-427D-A17B-F14675E754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871520C-4D6C-48D8-91F9-73A4178B64F7}" type="slidenum">
              <a:rPr lang="en-US" altLang="en-US" sz="1300">
                <a:latin typeface="Times New Roman" panose="02020603050405020304" pitchFamily="18" charset="0"/>
              </a:rPr>
              <a:pPr/>
              <a:t>39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3815093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Slide Image Placeholder 1">
            <a:extLst>
              <a:ext uri="{FF2B5EF4-FFF2-40B4-BE49-F238E27FC236}">
                <a16:creationId xmlns="" xmlns:a16="http://schemas.microsoft.com/office/drawing/2014/main" id="{ABC0425C-F35D-4A18-9440-9C051F683D5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9330" name="Notes Placeholder 2">
            <a:extLst>
              <a:ext uri="{FF2B5EF4-FFF2-40B4-BE49-F238E27FC236}">
                <a16:creationId xmlns="" xmlns:a16="http://schemas.microsoft.com/office/drawing/2014/main" id="{331DDBDC-C887-42BA-A654-416AC80795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9331" name="Slide Number Placeholder 3">
            <a:extLst>
              <a:ext uri="{FF2B5EF4-FFF2-40B4-BE49-F238E27FC236}">
                <a16:creationId xmlns="" xmlns:a16="http://schemas.microsoft.com/office/drawing/2014/main" id="{6A63DDA9-FE38-4A6A-9333-AE7CAADEF6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6B19245-896A-4C5F-B4FD-93612ED0E374}" type="slidenum">
              <a:rPr lang="en-US" altLang="en-US" sz="1300">
                <a:latin typeface="Times New Roman" panose="02020603050405020304" pitchFamily="18" charset="0"/>
              </a:rPr>
              <a:pPr/>
              <a:t>41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138964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Slide Image Placeholder 1">
            <a:extLst>
              <a:ext uri="{FF2B5EF4-FFF2-40B4-BE49-F238E27FC236}">
                <a16:creationId xmlns="" xmlns:a16="http://schemas.microsoft.com/office/drawing/2014/main" id="{C970E809-15C2-4CB9-964D-10D32193B91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1378" name="Notes Placeholder 2">
            <a:extLst>
              <a:ext uri="{FF2B5EF4-FFF2-40B4-BE49-F238E27FC236}">
                <a16:creationId xmlns="" xmlns:a16="http://schemas.microsoft.com/office/drawing/2014/main" id="{3BD92FB4-09BD-4DB3-BE7B-7E5487DD98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1379" name="Slide Number Placeholder 3">
            <a:extLst>
              <a:ext uri="{FF2B5EF4-FFF2-40B4-BE49-F238E27FC236}">
                <a16:creationId xmlns="" xmlns:a16="http://schemas.microsoft.com/office/drawing/2014/main" id="{2DA79D76-C1DB-4764-9FD7-4A21A69B2A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64F52CC-7FA1-4B3E-8434-AC407E432334}" type="slidenum">
              <a:rPr lang="en-US" altLang="en-US" sz="1300">
                <a:latin typeface="Times New Roman" panose="02020603050405020304" pitchFamily="18" charset="0"/>
              </a:rPr>
              <a:pPr/>
              <a:t>42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676361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Slide Image Placeholder 1">
            <a:extLst>
              <a:ext uri="{FF2B5EF4-FFF2-40B4-BE49-F238E27FC236}">
                <a16:creationId xmlns="" xmlns:a16="http://schemas.microsoft.com/office/drawing/2014/main" id="{7BADD614-50DA-4867-AB55-783E2570A45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3426" name="Notes Placeholder 2">
            <a:extLst>
              <a:ext uri="{FF2B5EF4-FFF2-40B4-BE49-F238E27FC236}">
                <a16:creationId xmlns="" xmlns:a16="http://schemas.microsoft.com/office/drawing/2014/main" id="{4B97CAF7-77FC-453D-8BB9-5C79939E74C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3427" name="Slide Number Placeholder 3">
            <a:extLst>
              <a:ext uri="{FF2B5EF4-FFF2-40B4-BE49-F238E27FC236}">
                <a16:creationId xmlns="" xmlns:a16="http://schemas.microsoft.com/office/drawing/2014/main" id="{5341C758-2EA9-461E-A522-52B3D2524C7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23222DB-42B1-4393-AF8B-321DFEE89CFB}" type="slidenum">
              <a:rPr lang="en-US" altLang="en-US" sz="1300">
                <a:latin typeface="Times New Roman" panose="02020603050405020304" pitchFamily="18" charset="0"/>
              </a:rPr>
              <a:pPr/>
              <a:t>43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46179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Slide Image Placeholder 1">
            <a:extLst>
              <a:ext uri="{FF2B5EF4-FFF2-40B4-BE49-F238E27FC236}">
                <a16:creationId xmlns="" xmlns:a16="http://schemas.microsoft.com/office/drawing/2014/main" id="{5980E8F1-A500-4126-A359-090299FEF7F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5474" name="Notes Placeholder 2">
            <a:extLst>
              <a:ext uri="{FF2B5EF4-FFF2-40B4-BE49-F238E27FC236}">
                <a16:creationId xmlns="" xmlns:a16="http://schemas.microsoft.com/office/drawing/2014/main" id="{55CC9E8F-7151-4EEF-9166-64B26498B3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5475" name="Slide Number Placeholder 3">
            <a:extLst>
              <a:ext uri="{FF2B5EF4-FFF2-40B4-BE49-F238E27FC236}">
                <a16:creationId xmlns="" xmlns:a16="http://schemas.microsoft.com/office/drawing/2014/main" id="{49F34209-EF94-44AB-93DD-881619271F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F1C4A02-5678-4249-AC16-63581B5F13AF}" type="slidenum">
              <a:rPr lang="en-US" altLang="en-US" sz="1300">
                <a:latin typeface="Times New Roman" panose="02020603050405020304" pitchFamily="18" charset="0"/>
              </a:rPr>
              <a:pPr/>
              <a:t>44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946029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Slide Image Placeholder 1">
            <a:extLst>
              <a:ext uri="{FF2B5EF4-FFF2-40B4-BE49-F238E27FC236}">
                <a16:creationId xmlns="" xmlns:a16="http://schemas.microsoft.com/office/drawing/2014/main" id="{6464AB82-7211-4526-AEE1-A34B9E05055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7522" name="Notes Placeholder 2">
            <a:extLst>
              <a:ext uri="{FF2B5EF4-FFF2-40B4-BE49-F238E27FC236}">
                <a16:creationId xmlns="" xmlns:a16="http://schemas.microsoft.com/office/drawing/2014/main" id="{80740FF2-DC20-4898-BEED-1A9DBD34CBE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7523" name="Slide Number Placeholder 3">
            <a:extLst>
              <a:ext uri="{FF2B5EF4-FFF2-40B4-BE49-F238E27FC236}">
                <a16:creationId xmlns="" xmlns:a16="http://schemas.microsoft.com/office/drawing/2014/main" id="{A19053D8-8F9A-4FB2-92E3-12213B4D7B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35AA4E26-5B91-4F3C-BA03-FFF9B9FC5748}" type="slidenum">
              <a:rPr lang="en-US" altLang="en-US" sz="1300">
                <a:latin typeface="Times New Roman" panose="02020603050405020304" pitchFamily="18" charset="0"/>
              </a:rPr>
              <a:pPr/>
              <a:t>45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838000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Slide Image Placeholder 1">
            <a:extLst>
              <a:ext uri="{FF2B5EF4-FFF2-40B4-BE49-F238E27FC236}">
                <a16:creationId xmlns="" xmlns:a16="http://schemas.microsoft.com/office/drawing/2014/main" id="{DE301B5B-D147-49B7-8CC8-E3E06AC8771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19810" name="Notes Placeholder 2">
            <a:extLst>
              <a:ext uri="{FF2B5EF4-FFF2-40B4-BE49-F238E27FC236}">
                <a16:creationId xmlns="" xmlns:a16="http://schemas.microsoft.com/office/drawing/2014/main" id="{4638AEB5-EDE2-41EE-BBD2-F569AF5657B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9811" name="Slide Number Placeholder 3">
            <a:extLst>
              <a:ext uri="{FF2B5EF4-FFF2-40B4-BE49-F238E27FC236}">
                <a16:creationId xmlns="" xmlns:a16="http://schemas.microsoft.com/office/drawing/2014/main" id="{4AE961D0-28EE-455A-91BB-CEBF4FC545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102BDCA-1642-4863-86D4-BDA310FA0110}" type="slidenum">
              <a:rPr lang="en-US" altLang="en-US" sz="1300">
                <a:latin typeface="Times New Roman" panose="02020603050405020304" pitchFamily="18" charset="0"/>
              </a:rPr>
              <a:pPr/>
              <a:t>47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616633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Slide Image Placeholder 1">
            <a:extLst>
              <a:ext uri="{FF2B5EF4-FFF2-40B4-BE49-F238E27FC236}">
                <a16:creationId xmlns="" xmlns:a16="http://schemas.microsoft.com/office/drawing/2014/main" id="{96BD13C4-6952-492B-975E-317DE9BF206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1858" name="Notes Placeholder 2">
            <a:extLst>
              <a:ext uri="{FF2B5EF4-FFF2-40B4-BE49-F238E27FC236}">
                <a16:creationId xmlns="" xmlns:a16="http://schemas.microsoft.com/office/drawing/2014/main" id="{0E171C4E-0FCC-4B78-8030-5DB4E9D83B4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121859" name="Slide Number Placeholder 3">
            <a:extLst>
              <a:ext uri="{FF2B5EF4-FFF2-40B4-BE49-F238E27FC236}">
                <a16:creationId xmlns="" xmlns:a16="http://schemas.microsoft.com/office/drawing/2014/main" id="{53FA8D71-FAA9-4ED4-9DFC-6572A3237A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554964E-C05E-45A5-BB27-3BFAE381990A}" type="slidenum">
              <a:rPr lang="en-US" altLang="en-US" sz="1300">
                <a:latin typeface="Times New Roman" panose="02020603050405020304" pitchFamily="18" charset="0"/>
              </a:rPr>
              <a:pPr/>
              <a:t>48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814694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Slide Image Placeholder 1">
            <a:extLst>
              <a:ext uri="{FF2B5EF4-FFF2-40B4-BE49-F238E27FC236}">
                <a16:creationId xmlns="" xmlns:a16="http://schemas.microsoft.com/office/drawing/2014/main" id="{97E7DE79-A4FF-4280-9CB2-D5E1F4521F4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3906" name="Notes Placeholder 2">
            <a:extLst>
              <a:ext uri="{FF2B5EF4-FFF2-40B4-BE49-F238E27FC236}">
                <a16:creationId xmlns="" xmlns:a16="http://schemas.microsoft.com/office/drawing/2014/main" id="{4C45005C-CA4E-4D20-8729-E38D48BB62C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3907" name="Slide Number Placeholder 3">
            <a:extLst>
              <a:ext uri="{FF2B5EF4-FFF2-40B4-BE49-F238E27FC236}">
                <a16:creationId xmlns="" xmlns:a16="http://schemas.microsoft.com/office/drawing/2014/main" id="{0DB0FA7B-BB48-413A-93FB-4CD28EF38F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230747D5-F67D-4F0C-9B8D-AE9C96E78AC6}" type="slidenum">
              <a:rPr lang="en-US" altLang="en-US" sz="1300">
                <a:latin typeface="Times New Roman" panose="02020603050405020304" pitchFamily="18" charset="0"/>
              </a:rPr>
              <a:pPr/>
              <a:t>49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443266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Slide Image Placeholder 1">
            <a:extLst>
              <a:ext uri="{FF2B5EF4-FFF2-40B4-BE49-F238E27FC236}">
                <a16:creationId xmlns="" xmlns:a16="http://schemas.microsoft.com/office/drawing/2014/main" id="{8BADB31A-033D-4CFE-8FC1-A8FFE098435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5954" name="Notes Placeholder 2">
            <a:extLst>
              <a:ext uri="{FF2B5EF4-FFF2-40B4-BE49-F238E27FC236}">
                <a16:creationId xmlns="" xmlns:a16="http://schemas.microsoft.com/office/drawing/2014/main" id="{774FCBA9-6FB5-4845-8394-AAC9E0152B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5955" name="Slide Number Placeholder 3">
            <a:extLst>
              <a:ext uri="{FF2B5EF4-FFF2-40B4-BE49-F238E27FC236}">
                <a16:creationId xmlns="" xmlns:a16="http://schemas.microsoft.com/office/drawing/2014/main" id="{A9D60EA2-54B7-4807-859D-5E6590E0DF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44CD3D72-2C32-4B22-9901-CE2F4ADEC9C5}" type="slidenum">
              <a:rPr lang="en-US" altLang="en-US" sz="1300">
                <a:latin typeface="Times New Roman" panose="02020603050405020304" pitchFamily="18" charset="0"/>
              </a:rPr>
              <a:pPr/>
              <a:t>50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29545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015904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Slide Image Placeholder 1">
            <a:extLst>
              <a:ext uri="{FF2B5EF4-FFF2-40B4-BE49-F238E27FC236}">
                <a16:creationId xmlns="" xmlns:a16="http://schemas.microsoft.com/office/drawing/2014/main" id="{E59C25F4-0454-4AB7-B819-49BD63BCBE3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8002" name="Notes Placeholder 2">
            <a:extLst>
              <a:ext uri="{FF2B5EF4-FFF2-40B4-BE49-F238E27FC236}">
                <a16:creationId xmlns="" xmlns:a16="http://schemas.microsoft.com/office/drawing/2014/main" id="{65508F77-7A82-4F19-A08D-248830789C4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8003" name="Slide Number Placeholder 3">
            <a:extLst>
              <a:ext uri="{FF2B5EF4-FFF2-40B4-BE49-F238E27FC236}">
                <a16:creationId xmlns="" xmlns:a16="http://schemas.microsoft.com/office/drawing/2014/main" id="{4458DBD0-2DFF-4EFB-B444-175180414D6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D76686C-E5C3-4ABC-9B32-4A29681B2938}" type="slidenum">
              <a:rPr lang="en-US" altLang="en-US" sz="1300">
                <a:latin typeface="Times New Roman" panose="02020603050405020304" pitchFamily="18" charset="0"/>
              </a:rPr>
              <a:pPr/>
              <a:t>52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623885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Slide Image Placeholder 1">
            <a:extLst>
              <a:ext uri="{FF2B5EF4-FFF2-40B4-BE49-F238E27FC236}">
                <a16:creationId xmlns="" xmlns:a16="http://schemas.microsoft.com/office/drawing/2014/main" id="{D82A9327-71CC-4FFF-824C-C4D91E19160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6194" name="Notes Placeholder 2">
            <a:extLst>
              <a:ext uri="{FF2B5EF4-FFF2-40B4-BE49-F238E27FC236}">
                <a16:creationId xmlns="" xmlns:a16="http://schemas.microsoft.com/office/drawing/2014/main" id="{7751D3C8-DDBC-4DDF-AE35-485F0480862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6195" name="Slide Number Placeholder 3">
            <a:extLst>
              <a:ext uri="{FF2B5EF4-FFF2-40B4-BE49-F238E27FC236}">
                <a16:creationId xmlns="" xmlns:a16="http://schemas.microsoft.com/office/drawing/2014/main" id="{9E44D63E-F3AC-4F2C-B2D6-7B2F578691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6DED3DA-EE06-4948-859E-482AF9F20679}" type="slidenum">
              <a:rPr lang="en-US" altLang="en-US" sz="1300">
                <a:latin typeface="Times New Roman" panose="02020603050405020304" pitchFamily="18" charset="0"/>
              </a:rPr>
              <a:pPr/>
              <a:t>53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97569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Slide Image Placeholder 1">
            <a:extLst>
              <a:ext uri="{FF2B5EF4-FFF2-40B4-BE49-F238E27FC236}">
                <a16:creationId xmlns="" xmlns:a16="http://schemas.microsoft.com/office/drawing/2014/main" id="{FB686831-C770-4502-83E2-A77FA16977E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8242" name="Notes Placeholder 2">
            <a:extLst>
              <a:ext uri="{FF2B5EF4-FFF2-40B4-BE49-F238E27FC236}">
                <a16:creationId xmlns="" xmlns:a16="http://schemas.microsoft.com/office/drawing/2014/main" id="{0312C3BB-80A5-4BEC-9E20-BDAC1395BB6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8243" name="Slide Number Placeholder 3">
            <a:extLst>
              <a:ext uri="{FF2B5EF4-FFF2-40B4-BE49-F238E27FC236}">
                <a16:creationId xmlns="" xmlns:a16="http://schemas.microsoft.com/office/drawing/2014/main" id="{84F5399B-9A25-489E-BC58-C7B42B5AA6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A28A923-390F-431D-8000-8B4A9F1A5BFA}" type="slidenum">
              <a:rPr lang="en-US" altLang="en-US" sz="1300">
                <a:latin typeface="Times New Roman" panose="02020603050405020304" pitchFamily="18" charset="0"/>
              </a:rPr>
              <a:pPr/>
              <a:t>54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831513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>
            <a:extLst>
              <a:ext uri="{FF2B5EF4-FFF2-40B4-BE49-F238E27FC236}">
                <a16:creationId xmlns="" xmlns:a16="http://schemas.microsoft.com/office/drawing/2014/main" id="{70C5741F-0BEA-4ACC-8698-0E8B02E4310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44386" name="Notes Placeholder 2">
            <a:extLst>
              <a:ext uri="{FF2B5EF4-FFF2-40B4-BE49-F238E27FC236}">
                <a16:creationId xmlns="" xmlns:a16="http://schemas.microsoft.com/office/drawing/2014/main" id="{82AD72C2-A2EC-4703-B517-583A3258434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4387" name="Slide Number Placeholder 3">
            <a:extLst>
              <a:ext uri="{FF2B5EF4-FFF2-40B4-BE49-F238E27FC236}">
                <a16:creationId xmlns="" xmlns:a16="http://schemas.microsoft.com/office/drawing/2014/main" id="{5A1A2854-C10F-4639-9E46-B27DC3489E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645FB69-07B6-4770-80DE-619F3CEBD8E9}" type="slidenum">
              <a:rPr lang="en-US" altLang="en-US" sz="1300">
                <a:latin typeface="Times New Roman" panose="02020603050405020304" pitchFamily="18" charset="0"/>
              </a:rPr>
              <a:pPr/>
              <a:t>55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7665843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Slide Image Placeholder 1">
            <a:extLst>
              <a:ext uri="{FF2B5EF4-FFF2-40B4-BE49-F238E27FC236}">
                <a16:creationId xmlns="" xmlns:a16="http://schemas.microsoft.com/office/drawing/2014/main" id="{0E9D421E-1C90-4037-A631-DF8A8A0E181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46434" name="Notes Placeholder 2">
            <a:extLst>
              <a:ext uri="{FF2B5EF4-FFF2-40B4-BE49-F238E27FC236}">
                <a16:creationId xmlns="" xmlns:a16="http://schemas.microsoft.com/office/drawing/2014/main" id="{4ABB0913-F4B1-4C40-B40A-9A117CB9B3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6435" name="Slide Number Placeholder 3">
            <a:extLst>
              <a:ext uri="{FF2B5EF4-FFF2-40B4-BE49-F238E27FC236}">
                <a16:creationId xmlns="" xmlns:a16="http://schemas.microsoft.com/office/drawing/2014/main" id="{C06AEC20-BF5A-45F1-A444-0A5E361F57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9F038B6-9C41-431A-9EA8-DFE43AF0DEC2}" type="slidenum">
              <a:rPr lang="en-US" altLang="en-US" sz="1300">
                <a:latin typeface="Times New Roman" panose="02020603050405020304" pitchFamily="18" charset="0"/>
              </a:rPr>
              <a:pPr/>
              <a:t>56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448109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Slide Image Placeholder 1">
            <a:extLst>
              <a:ext uri="{FF2B5EF4-FFF2-40B4-BE49-F238E27FC236}">
                <a16:creationId xmlns="" xmlns:a16="http://schemas.microsoft.com/office/drawing/2014/main" id="{9FC8CD66-F5DA-4444-9DB4-1021F267580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48482" name="Notes Placeholder 2">
            <a:extLst>
              <a:ext uri="{FF2B5EF4-FFF2-40B4-BE49-F238E27FC236}">
                <a16:creationId xmlns="" xmlns:a16="http://schemas.microsoft.com/office/drawing/2014/main" id="{FA04168A-2B15-4E83-A124-0CCFC328E9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8483" name="Slide Number Placeholder 3">
            <a:extLst>
              <a:ext uri="{FF2B5EF4-FFF2-40B4-BE49-F238E27FC236}">
                <a16:creationId xmlns="" xmlns:a16="http://schemas.microsoft.com/office/drawing/2014/main" id="{8C8F4615-CB9E-48C2-B31F-E8BBBF9B4E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3363825-EE16-4F1F-95F9-D32661DAB18E}" type="slidenum">
              <a:rPr lang="en-US" altLang="en-US" sz="1300">
                <a:latin typeface="Times New Roman" panose="02020603050405020304" pitchFamily="18" charset="0"/>
              </a:rPr>
              <a:pPr/>
              <a:t>58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111605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1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882650"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882650">
              <a:defRPr sz="2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fld id="{04267211-205D-47E8-9F29-7E4C01D43DC3}" type="slidenum">
              <a:rPr lang="en-US" altLang="en-US" sz="800" smtClean="0"/>
              <a:pPr/>
              <a:t>59</a:t>
            </a:fld>
            <a:endParaRPr lang="en-US" altLang="en-US" sz="800" dirty="0"/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0000"/>
              </a:lnSpc>
              <a:buFontTx/>
              <a:buNone/>
            </a:pPr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10– Network Services</a:t>
            </a:r>
          </a:p>
          <a:p>
            <a:pPr>
              <a:lnSpc>
                <a:spcPct val="80000"/>
              </a:lnSpc>
              <a:buFontTx/>
              <a:buNone/>
            </a:pPr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10.2 – DNS</a:t>
            </a:r>
          </a:p>
          <a:p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10.2.2- </a:t>
            </a: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DNS Domain Hierarchy</a:t>
            </a:r>
          </a:p>
        </p:txBody>
      </p:sp>
    </p:spTree>
    <p:extLst>
      <p:ext uri="{BB962C8B-B14F-4D97-AF65-F5344CB8AC3E}">
        <p14:creationId xmlns:p14="http://schemas.microsoft.com/office/powerpoint/2010/main" val="121702577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1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882650"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882650">
              <a:defRPr sz="2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fld id="{04267211-205D-47E8-9F29-7E4C01D43DC3}" type="slidenum">
              <a:rPr lang="en-US" altLang="en-US" sz="800" smtClean="0"/>
              <a:pPr/>
              <a:t>60</a:t>
            </a:fld>
            <a:endParaRPr lang="en-US" altLang="en-US" sz="800" dirty="0"/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0000"/>
              </a:lnSpc>
              <a:buFontTx/>
              <a:buNone/>
            </a:pPr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10– Network Services</a:t>
            </a:r>
          </a:p>
          <a:p>
            <a:pPr>
              <a:lnSpc>
                <a:spcPct val="80000"/>
              </a:lnSpc>
              <a:buFontTx/>
              <a:buNone/>
            </a:pPr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10.2 – DNS</a:t>
            </a:r>
          </a:p>
          <a:p>
            <a:pPr marL="0" marR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10.2.3 - </a:t>
            </a: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DNS Lookup Process</a:t>
            </a:r>
          </a:p>
          <a:p>
            <a:endParaRPr 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280941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Slide Image Placeholder 1">
            <a:extLst>
              <a:ext uri="{FF2B5EF4-FFF2-40B4-BE49-F238E27FC236}">
                <a16:creationId xmlns="" xmlns:a16="http://schemas.microsoft.com/office/drawing/2014/main" id="{1BB6F4D1-9594-42D4-A137-8B9C44F93C0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0530" name="Notes Placeholder 2">
            <a:extLst>
              <a:ext uri="{FF2B5EF4-FFF2-40B4-BE49-F238E27FC236}">
                <a16:creationId xmlns="" xmlns:a16="http://schemas.microsoft.com/office/drawing/2014/main" id="{ADCC29A7-C073-4E47-9C8F-1771445B85F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0531" name="Slide Number Placeholder 3">
            <a:extLst>
              <a:ext uri="{FF2B5EF4-FFF2-40B4-BE49-F238E27FC236}">
                <a16:creationId xmlns="" xmlns:a16="http://schemas.microsoft.com/office/drawing/2014/main" id="{01BD7A37-CEF3-4831-935A-5D86EB380E3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945BE23-1ED0-4DA7-98FC-BEABDAA66374}" type="slidenum">
              <a:rPr lang="en-US" altLang="en-US" sz="1300">
                <a:latin typeface="Times New Roman" panose="02020603050405020304" pitchFamily="18" charset="0"/>
              </a:rPr>
              <a:pPr/>
              <a:t>61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248783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Slide Image Placeholder 1">
            <a:extLst>
              <a:ext uri="{FF2B5EF4-FFF2-40B4-BE49-F238E27FC236}">
                <a16:creationId xmlns="" xmlns:a16="http://schemas.microsoft.com/office/drawing/2014/main" id="{F78FA96B-F752-418C-A898-957158413ED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2578" name="Notes Placeholder 2">
            <a:extLst>
              <a:ext uri="{FF2B5EF4-FFF2-40B4-BE49-F238E27FC236}">
                <a16:creationId xmlns="" xmlns:a16="http://schemas.microsoft.com/office/drawing/2014/main" id="{C2B6D052-7FBA-4050-9F6E-999418E3F9C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2579" name="Slide Number Placeholder 3">
            <a:extLst>
              <a:ext uri="{FF2B5EF4-FFF2-40B4-BE49-F238E27FC236}">
                <a16:creationId xmlns="" xmlns:a16="http://schemas.microsoft.com/office/drawing/2014/main" id="{A3449513-F176-491D-8ABE-0D5EFAD298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A8BE978-62F4-43CE-B7ED-2EBEABA3BE92}" type="slidenum">
              <a:rPr lang="en-US" altLang="en-US" sz="1300">
                <a:latin typeface="Times New Roman" panose="02020603050405020304" pitchFamily="18" charset="0"/>
              </a:rPr>
              <a:pPr/>
              <a:t>62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774676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5" name="Slide Image Placeholder 1">
            <a:extLst>
              <a:ext uri="{FF2B5EF4-FFF2-40B4-BE49-F238E27FC236}">
                <a16:creationId xmlns="" xmlns:a16="http://schemas.microsoft.com/office/drawing/2014/main" id="{06CA24D0-9CD6-46EA-8FC8-27DDDBE044B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4626" name="Notes Placeholder 2">
            <a:extLst>
              <a:ext uri="{FF2B5EF4-FFF2-40B4-BE49-F238E27FC236}">
                <a16:creationId xmlns="" xmlns:a16="http://schemas.microsoft.com/office/drawing/2014/main" id="{509B4BCD-C388-48BD-82EC-0196B6F9FCA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4627" name="Slide Number Placeholder 3">
            <a:extLst>
              <a:ext uri="{FF2B5EF4-FFF2-40B4-BE49-F238E27FC236}">
                <a16:creationId xmlns="" xmlns:a16="http://schemas.microsoft.com/office/drawing/2014/main" id="{B409410E-1B2B-46B1-9DAB-75A5603F0C9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FAE0A3C7-E0D9-4CDD-8FE6-24B3E69A3D20}" type="slidenum">
              <a:rPr lang="en-US" altLang="en-US" sz="1300">
                <a:latin typeface="Times New Roman" panose="02020603050405020304" pitchFamily="18" charset="0"/>
              </a:rPr>
              <a:pPr/>
              <a:t>63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671663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Slide Image Placeholder 1">
            <a:extLst>
              <a:ext uri="{FF2B5EF4-FFF2-40B4-BE49-F238E27FC236}">
                <a16:creationId xmlns="" xmlns:a16="http://schemas.microsoft.com/office/drawing/2014/main" id="{E0C688C8-8C6E-4B52-8A89-B8FC1F6367F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6674" name="Notes Placeholder 2">
            <a:extLst>
              <a:ext uri="{FF2B5EF4-FFF2-40B4-BE49-F238E27FC236}">
                <a16:creationId xmlns="" xmlns:a16="http://schemas.microsoft.com/office/drawing/2014/main" id="{0123415A-6C4E-4D9E-8EC1-1151B4A5D6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6675" name="Slide Number Placeholder 3">
            <a:extLst>
              <a:ext uri="{FF2B5EF4-FFF2-40B4-BE49-F238E27FC236}">
                <a16:creationId xmlns="" xmlns:a16="http://schemas.microsoft.com/office/drawing/2014/main" id="{E0AC64EB-C043-4AAB-9F1C-E5D01696E0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00745C7-0D5F-411F-B763-60CFFA8C5D96}" type="slidenum">
              <a:rPr lang="en-US" altLang="en-US" sz="1300">
                <a:latin typeface="Times New Roman" panose="02020603050405020304" pitchFamily="18" charset="0"/>
              </a:rPr>
              <a:pPr/>
              <a:t>64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875581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lide Image Placeholder 1">
            <a:extLst>
              <a:ext uri="{FF2B5EF4-FFF2-40B4-BE49-F238E27FC236}">
                <a16:creationId xmlns="" xmlns:a16="http://schemas.microsoft.com/office/drawing/2014/main" id="{4C5D4778-FD69-4E48-A0D3-C873230A40E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8722" name="Notes Placeholder 2">
            <a:extLst>
              <a:ext uri="{FF2B5EF4-FFF2-40B4-BE49-F238E27FC236}">
                <a16:creationId xmlns="" xmlns:a16="http://schemas.microsoft.com/office/drawing/2014/main" id="{8CE88545-8BDB-4F77-9241-7F3AA048F28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8723" name="Slide Number Placeholder 3">
            <a:extLst>
              <a:ext uri="{FF2B5EF4-FFF2-40B4-BE49-F238E27FC236}">
                <a16:creationId xmlns="" xmlns:a16="http://schemas.microsoft.com/office/drawing/2014/main" id="{581330B7-1F4D-4DCC-BCC7-0A42EA33D8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F39284B3-0AC7-496D-A9A8-397BD4DC0AA8}" type="slidenum">
              <a:rPr lang="en-US" altLang="en-US" sz="1300">
                <a:latin typeface="Times New Roman" panose="02020603050405020304" pitchFamily="18" charset="0"/>
              </a:rPr>
              <a:pPr/>
              <a:t>65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051704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69" name="Slide Image Placeholder 1">
            <a:extLst>
              <a:ext uri="{FF2B5EF4-FFF2-40B4-BE49-F238E27FC236}">
                <a16:creationId xmlns="" xmlns:a16="http://schemas.microsoft.com/office/drawing/2014/main" id="{FDD1DC88-43D7-4BE0-AF31-4D0B4851BE2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0770" name="Notes Placeholder 2">
            <a:extLst>
              <a:ext uri="{FF2B5EF4-FFF2-40B4-BE49-F238E27FC236}">
                <a16:creationId xmlns="" xmlns:a16="http://schemas.microsoft.com/office/drawing/2014/main" id="{82C43E8C-DDF2-437C-B0D9-B93F399E10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0771" name="Slide Number Placeholder 3">
            <a:extLst>
              <a:ext uri="{FF2B5EF4-FFF2-40B4-BE49-F238E27FC236}">
                <a16:creationId xmlns="" xmlns:a16="http://schemas.microsoft.com/office/drawing/2014/main" id="{3F1D2D14-E7E4-4CAF-8057-CF24C8048B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C10B768-1D30-4ABB-AEFE-B99DB7F87602}" type="slidenum">
              <a:rPr lang="en-US" altLang="en-US" sz="1300">
                <a:latin typeface="Times New Roman" panose="02020603050405020304" pitchFamily="18" charset="0"/>
              </a:rPr>
              <a:pPr/>
              <a:t>66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823926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7" name="Slide Image Placeholder 1">
            <a:extLst>
              <a:ext uri="{FF2B5EF4-FFF2-40B4-BE49-F238E27FC236}">
                <a16:creationId xmlns="" xmlns:a16="http://schemas.microsoft.com/office/drawing/2014/main" id="{94531509-691E-438F-8C37-37E02FDFC29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2818" name="Notes Placeholder 2">
            <a:extLst>
              <a:ext uri="{FF2B5EF4-FFF2-40B4-BE49-F238E27FC236}">
                <a16:creationId xmlns="" xmlns:a16="http://schemas.microsoft.com/office/drawing/2014/main" id="{3F61B312-F7FB-44DD-9B6E-F14DE36786B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2819" name="Slide Number Placeholder 3">
            <a:extLst>
              <a:ext uri="{FF2B5EF4-FFF2-40B4-BE49-F238E27FC236}">
                <a16:creationId xmlns="" xmlns:a16="http://schemas.microsoft.com/office/drawing/2014/main" id="{8668B828-F9AC-47D5-AB2C-13B7620AE2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0FDBF7C-DDEE-4E71-85F8-FD1D9A13A77E}" type="slidenum">
              <a:rPr lang="en-US" altLang="en-US" sz="1300">
                <a:latin typeface="Times New Roman" panose="02020603050405020304" pitchFamily="18" charset="0"/>
              </a:rPr>
              <a:pPr/>
              <a:t>67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4237862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Slide Image Placeholder 1">
            <a:extLst>
              <a:ext uri="{FF2B5EF4-FFF2-40B4-BE49-F238E27FC236}">
                <a16:creationId xmlns="" xmlns:a16="http://schemas.microsoft.com/office/drawing/2014/main" id="{A0960AE0-EF8E-4B7B-91A8-663A5F0A294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4866" name="Notes Placeholder 2">
            <a:extLst>
              <a:ext uri="{FF2B5EF4-FFF2-40B4-BE49-F238E27FC236}">
                <a16:creationId xmlns="" xmlns:a16="http://schemas.microsoft.com/office/drawing/2014/main" id="{B006FD2F-917C-4E87-A88E-7E3DD856BD8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4867" name="Slide Number Placeholder 3">
            <a:extLst>
              <a:ext uri="{FF2B5EF4-FFF2-40B4-BE49-F238E27FC236}">
                <a16:creationId xmlns="" xmlns:a16="http://schemas.microsoft.com/office/drawing/2014/main" id="{038EF2EB-DC8F-403C-866B-C926B34AC50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8CE0385-56D8-4F9F-AEE8-D9CA097111D3}" type="slidenum">
              <a:rPr lang="en-US" altLang="en-US" sz="1300">
                <a:latin typeface="Times New Roman" panose="02020603050405020304" pitchFamily="18" charset="0"/>
              </a:rPr>
              <a:pPr/>
              <a:t>68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9809486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11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882650"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882650">
              <a:defRPr sz="2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882650"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algn="ctr" defTabSz="88265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fld id="{04267211-205D-47E8-9F29-7E4C01D43DC3}" type="slidenum">
              <a:rPr lang="en-US" altLang="en-US" sz="800" smtClean="0"/>
              <a:pPr/>
              <a:t>69</a:t>
            </a:fld>
            <a:endParaRPr lang="en-US" altLang="en-US" sz="800" dirty="0"/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0000"/>
              </a:lnSpc>
              <a:buFontTx/>
              <a:buNone/>
            </a:pPr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10– Network Services</a:t>
            </a:r>
          </a:p>
          <a:p>
            <a:pPr>
              <a:lnSpc>
                <a:spcPct val="80000"/>
              </a:lnSpc>
              <a:buFontTx/>
              <a:buNone/>
            </a:pPr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10.2 – DNS</a:t>
            </a:r>
          </a:p>
          <a:p>
            <a:r>
              <a:rPr lang="en-US" sz="1200" kern="1200" dirty="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rPr>
              <a:t>10.2.4 - </a:t>
            </a:r>
            <a:r>
              <a:rPr lang="en-US" dirty="0"/>
              <a:t>DNS Message Format</a:t>
            </a:r>
          </a:p>
          <a:p>
            <a:endParaRPr 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9840177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3" name="Slide Image Placeholder 1">
            <a:extLst>
              <a:ext uri="{FF2B5EF4-FFF2-40B4-BE49-F238E27FC236}">
                <a16:creationId xmlns="" xmlns:a16="http://schemas.microsoft.com/office/drawing/2014/main" id="{2EEEE88A-0EF6-4976-937C-3ED0C543ED3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6914" name="Notes Placeholder 2">
            <a:extLst>
              <a:ext uri="{FF2B5EF4-FFF2-40B4-BE49-F238E27FC236}">
                <a16:creationId xmlns="" xmlns:a16="http://schemas.microsoft.com/office/drawing/2014/main" id="{78C239ED-0868-432E-987A-0E2E78C25BF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6915" name="Slide Number Placeholder 3">
            <a:extLst>
              <a:ext uri="{FF2B5EF4-FFF2-40B4-BE49-F238E27FC236}">
                <a16:creationId xmlns="" xmlns:a16="http://schemas.microsoft.com/office/drawing/2014/main" id="{E9E25FEC-1734-4FA9-B461-4A797D47B9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7CA5CE9F-2C8B-47FE-B270-6620F5C2A5BE}" type="slidenum">
              <a:rPr lang="en-US" altLang="en-US" sz="1300">
                <a:latin typeface="Times New Roman" panose="02020603050405020304" pitchFamily="18" charset="0"/>
              </a:rPr>
              <a:pPr/>
              <a:t>70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152097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Slide Image Placeholder 1">
            <a:extLst>
              <a:ext uri="{FF2B5EF4-FFF2-40B4-BE49-F238E27FC236}">
                <a16:creationId xmlns="" xmlns:a16="http://schemas.microsoft.com/office/drawing/2014/main" id="{D2286E2A-B2FD-4428-833E-1E445014AA3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8962" name="Notes Placeholder 2">
            <a:extLst>
              <a:ext uri="{FF2B5EF4-FFF2-40B4-BE49-F238E27FC236}">
                <a16:creationId xmlns="" xmlns:a16="http://schemas.microsoft.com/office/drawing/2014/main" id="{338EF198-B370-4382-A07A-040F5AAA4B1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8963" name="Slide Number Placeholder 3">
            <a:extLst>
              <a:ext uri="{FF2B5EF4-FFF2-40B4-BE49-F238E27FC236}">
                <a16:creationId xmlns="" xmlns:a16="http://schemas.microsoft.com/office/drawing/2014/main" id="{0E0E84C8-B4DB-42DC-9934-3775B52501C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315EFDB-BE38-4891-BEA6-2A9E8C7FA1E4}" type="slidenum">
              <a:rPr lang="en-US" altLang="en-US" sz="1300">
                <a:latin typeface="Times New Roman" panose="02020603050405020304" pitchFamily="18" charset="0"/>
              </a:rPr>
              <a:pPr/>
              <a:t>71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806225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09" name="Slide Image Placeholder 1">
            <a:extLst>
              <a:ext uri="{FF2B5EF4-FFF2-40B4-BE49-F238E27FC236}">
                <a16:creationId xmlns="" xmlns:a16="http://schemas.microsoft.com/office/drawing/2014/main" id="{2E4703BC-479C-434B-BF60-2FCF3F4BAD4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1010" name="Notes Placeholder 2">
            <a:extLst>
              <a:ext uri="{FF2B5EF4-FFF2-40B4-BE49-F238E27FC236}">
                <a16:creationId xmlns="" xmlns:a16="http://schemas.microsoft.com/office/drawing/2014/main" id="{F45C118E-9899-464E-A3BE-BF020C5FE2D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1011" name="Slide Number Placeholder 3">
            <a:extLst>
              <a:ext uri="{FF2B5EF4-FFF2-40B4-BE49-F238E27FC236}">
                <a16:creationId xmlns="" xmlns:a16="http://schemas.microsoft.com/office/drawing/2014/main" id="{D00C72B0-C7CC-4DD2-82CE-8F40882AFAA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7E8EEE2-6BC3-4FF7-81B1-0CD12E4D8DB4}" type="slidenum">
              <a:rPr lang="en-US" altLang="en-US" sz="1300">
                <a:latin typeface="Times New Roman" panose="02020603050405020304" pitchFamily="18" charset="0"/>
              </a:rPr>
              <a:pPr/>
              <a:t>72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91546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968533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887214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6431759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2728610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685492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564434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33691464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921736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96374516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939728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297396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5920498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953840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3441800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730038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436897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155918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914791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0971742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8830549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069467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421945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7771890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xmlns="" id="{F97C318A-17ED-1542-9AD9-7A2248F12DF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altLang="en-US" sz="13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xmlns="" id="{927CF829-8DED-9448-A937-FB315CAB3C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xmlns="" id="{8C1486BF-9C4F-0F43-9A4E-0E1429CFEC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Akamai: 100,000+ servers in 1000+ clusters in 1000+ networks in 70+ countries serving trillions of requests a day.</a:t>
            </a:r>
          </a:p>
          <a:p>
            <a:endParaRPr lang="en-US" altLang="en-US" dirty="0">
              <a:ea typeface="ＭＳ Ｐゴシック" panose="020B0600070205080204" pitchFamily="34" charset="-128"/>
            </a:endParaRPr>
          </a:p>
          <a:p>
            <a:r>
              <a:rPr lang="en-US" altLang="en-US" dirty="0">
                <a:ea typeface="ＭＳ Ｐゴシック" panose="020B0600070205080204" pitchFamily="34" charset="-128"/>
              </a:rPr>
              <a:t>How many people use Netflix?</a:t>
            </a:r>
          </a:p>
        </p:txBody>
      </p:sp>
    </p:spTree>
    <p:extLst>
      <p:ext uri="{BB962C8B-B14F-4D97-AF65-F5344CB8AC3E}">
        <p14:creationId xmlns:p14="http://schemas.microsoft.com/office/powerpoint/2010/main" val="261878317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1" name="Rectangle 7">
            <a:extLst>
              <a:ext uri="{FF2B5EF4-FFF2-40B4-BE49-F238E27FC236}">
                <a16:creationId xmlns:a16="http://schemas.microsoft.com/office/drawing/2014/main" xmlns="" id="{9FA4490D-D4A4-034B-9842-2AED96A6F67A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157223-41AB-CB48-9D29-70289FC738BB}" type="slidenum"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altLang="en-US" sz="13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5042" name="Rectangle 2">
            <a:extLst>
              <a:ext uri="{FF2B5EF4-FFF2-40B4-BE49-F238E27FC236}">
                <a16:creationId xmlns:a16="http://schemas.microsoft.com/office/drawing/2014/main" xmlns="" id="{740F7F93-FBC6-4742-87DD-5B7FB7D2E7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3" name="Rectangle 3">
            <a:extLst>
              <a:ext uri="{FF2B5EF4-FFF2-40B4-BE49-F238E27FC236}">
                <a16:creationId xmlns:a16="http://schemas.microsoft.com/office/drawing/2014/main" xmlns="" id="{E9D157F1-6907-8241-A7D1-F5F4F28FEB6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peak load: 7million viewers, 2 Tbytes via </a:t>
            </a:r>
          </a:p>
        </p:txBody>
      </p:sp>
    </p:spTree>
    <p:extLst>
      <p:ext uri="{BB962C8B-B14F-4D97-AF65-F5344CB8AC3E}">
        <p14:creationId xmlns:p14="http://schemas.microsoft.com/office/powerpoint/2010/main" val="240025330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158737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2606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327479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511611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049047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225988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862628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98965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991427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184916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743431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22049A0B-F7AE-45A7-9675-E2AE3F0166F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CC7E122-5296-45B6-A2F1-201570D4A9A2}" type="datetime1">
              <a:rPr lang="en-US" altLang="en-US"/>
              <a:pPr/>
              <a:t>12/5/2024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="" xmlns:a16="http://schemas.microsoft.com/office/drawing/2014/main" id="{48D3E937-BA97-487B-832B-1B5DAE320A5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="" xmlns:a16="http://schemas.microsoft.com/office/drawing/2014/main" id="{D9A755F0-FD04-4377-9A41-7830801A457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3DE50DBB-4BA1-4131-978F-1D80A6366E5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9699516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BDAE2AA8-8C41-495C-88F4-6AC9BD376B9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7AADE79-36C0-4EC4-908E-CDC5C004CEE9}" type="datetime1">
              <a:rPr lang="en-US" altLang="en-US"/>
              <a:pPr/>
              <a:t>12/5/2024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="" xmlns:a16="http://schemas.microsoft.com/office/drawing/2014/main" id="{C13B4655-B8B5-4129-BB8E-B9EC7005CDC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="" xmlns:a16="http://schemas.microsoft.com/office/drawing/2014/main" id="{BF4BAF87-DB16-4E54-9E24-14EA633FF81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0729747E-5156-4DE7-812A-FD6E27A04F8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6618421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 dirty="0"/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A2A81D54-F669-4ED5-9A09-D837BB61BAE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E18B3AA-C165-4AC2-B908-B74C99F49246}" type="datetime1">
              <a:rPr lang="en-US" altLang="en-US"/>
              <a:pPr/>
              <a:t>12/5/2024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="" xmlns:a16="http://schemas.microsoft.com/office/drawing/2014/main" id="{AE8072DF-4550-4825-8E02-19BE795AF4B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="" xmlns:a16="http://schemas.microsoft.com/office/drawing/2014/main" id="{4C317880-D327-4700-92CF-D0480D493D4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2A503A3A-CAB8-4930-BF21-0A566EBF62B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9149521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3A78E3D9-B573-4296-9BDF-FB562A0CCD3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56C8843-A619-472A-AB69-11CB1E95C235}" type="datetime1">
              <a:rPr lang="en-US" altLang="en-US"/>
              <a:pPr/>
              <a:t>12/5/2024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="" xmlns:a16="http://schemas.microsoft.com/office/drawing/2014/main" id="{487B2525-143C-4B4F-8CBC-90804B64505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="" xmlns:a16="http://schemas.microsoft.com/office/drawing/2014/main" id="{FB5FA313-0289-463B-B46F-AA344C2778C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187F949B-00ED-4AE4-98E5-CF1A72B06F1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512559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0412E9-256A-401F-89A5-3F78F58B3333}" type="datetimeFigureOut">
              <a:rPr lang="en-US" smtClean="0"/>
              <a:t>12/5/2024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3CEF846-0B6A-41AC-9EC1-97B3EC969A6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24208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1" r:id="rId12"/>
    <p:sldLayoutId id="2147483662" r:id="rId13"/>
    <p:sldLayoutId id="2147483663" r:id="rId14"/>
    <p:sldLayoutId id="2147483664" r:id="rId15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26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24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customXml" Target="../ink/ink3.xml"/><Relationship Id="rId13" Type="http://schemas.openxmlformats.org/officeDocument/2006/relationships/image" Target="../media/image31.emf"/><Relationship Id="rId3" Type="http://schemas.openxmlformats.org/officeDocument/2006/relationships/image" Target="../media/image3.png"/><Relationship Id="rId7" Type="http://schemas.openxmlformats.org/officeDocument/2006/relationships/image" Target="../media/image28.emf"/><Relationship Id="rId12" Type="http://schemas.openxmlformats.org/officeDocument/2006/relationships/customXml" Target="../ink/ink5.xm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.xml"/><Relationship Id="rId11" Type="http://schemas.openxmlformats.org/officeDocument/2006/relationships/image" Target="../media/image30.emf"/><Relationship Id="rId5" Type="http://schemas.openxmlformats.org/officeDocument/2006/relationships/image" Target="../media/image27.emf"/><Relationship Id="rId15" Type="http://schemas.openxmlformats.org/officeDocument/2006/relationships/image" Target="../media/image32.emf"/><Relationship Id="rId10" Type="http://schemas.openxmlformats.org/officeDocument/2006/relationships/customXml" Target="../ink/ink4.xml"/><Relationship Id="rId4" Type="http://schemas.openxmlformats.org/officeDocument/2006/relationships/customXml" Target="../ink/ink1.xml"/><Relationship Id="rId9" Type="http://schemas.openxmlformats.org/officeDocument/2006/relationships/image" Target="../media/image29.emf"/><Relationship Id="rId14" Type="http://schemas.openxmlformats.org/officeDocument/2006/relationships/customXml" Target="../ink/ink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9.png"/><Relationship Id="rId4" Type="http://schemas.openxmlformats.org/officeDocument/2006/relationships/image" Target="../media/image3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3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.xml"/><Relationship Id="rId4" Type="http://schemas.openxmlformats.org/officeDocument/2006/relationships/image" Target="../media/image32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.xml"/><Relationship Id="rId4" Type="http://schemas.openxmlformats.org/officeDocument/2006/relationships/image" Target="../media/image33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5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4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13" Type="http://schemas.openxmlformats.org/officeDocument/2006/relationships/image" Target="../media/image46.png"/><Relationship Id="rId18" Type="http://schemas.openxmlformats.org/officeDocument/2006/relationships/image" Target="../media/image51.png"/><Relationship Id="rId26" Type="http://schemas.openxmlformats.org/officeDocument/2006/relationships/image" Target="../media/image59.png"/><Relationship Id="rId3" Type="http://schemas.openxmlformats.org/officeDocument/2006/relationships/image" Target="../media/image36.png"/><Relationship Id="rId21" Type="http://schemas.openxmlformats.org/officeDocument/2006/relationships/image" Target="../media/image54.png"/><Relationship Id="rId7" Type="http://schemas.openxmlformats.org/officeDocument/2006/relationships/image" Target="../media/image40.png"/><Relationship Id="rId12" Type="http://schemas.openxmlformats.org/officeDocument/2006/relationships/image" Target="../media/image45.png"/><Relationship Id="rId17" Type="http://schemas.openxmlformats.org/officeDocument/2006/relationships/image" Target="../media/image50.png"/><Relationship Id="rId25" Type="http://schemas.openxmlformats.org/officeDocument/2006/relationships/image" Target="../media/image58.png"/><Relationship Id="rId2" Type="http://schemas.openxmlformats.org/officeDocument/2006/relationships/notesSlide" Target="../notesSlides/notesSlide67.xml"/><Relationship Id="rId16" Type="http://schemas.openxmlformats.org/officeDocument/2006/relationships/image" Target="../media/image49.png"/><Relationship Id="rId20" Type="http://schemas.openxmlformats.org/officeDocument/2006/relationships/image" Target="../media/image53.png"/><Relationship Id="rId29" Type="http://schemas.openxmlformats.org/officeDocument/2006/relationships/image" Target="../media/image62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9.png"/><Relationship Id="rId11" Type="http://schemas.openxmlformats.org/officeDocument/2006/relationships/image" Target="../media/image44.png"/><Relationship Id="rId24" Type="http://schemas.openxmlformats.org/officeDocument/2006/relationships/image" Target="../media/image57.png"/><Relationship Id="rId5" Type="http://schemas.openxmlformats.org/officeDocument/2006/relationships/image" Target="../media/image38.png"/><Relationship Id="rId15" Type="http://schemas.openxmlformats.org/officeDocument/2006/relationships/image" Target="../media/image48.png"/><Relationship Id="rId23" Type="http://schemas.openxmlformats.org/officeDocument/2006/relationships/image" Target="../media/image56.png"/><Relationship Id="rId28" Type="http://schemas.openxmlformats.org/officeDocument/2006/relationships/image" Target="../media/image61.png"/><Relationship Id="rId10" Type="http://schemas.openxmlformats.org/officeDocument/2006/relationships/image" Target="../media/image43.png"/><Relationship Id="rId19" Type="http://schemas.openxmlformats.org/officeDocument/2006/relationships/image" Target="../media/image52.png"/><Relationship Id="rId4" Type="http://schemas.openxmlformats.org/officeDocument/2006/relationships/image" Target="../media/image37.png"/><Relationship Id="rId9" Type="http://schemas.openxmlformats.org/officeDocument/2006/relationships/image" Target="../media/image42.png"/><Relationship Id="rId14" Type="http://schemas.openxmlformats.org/officeDocument/2006/relationships/image" Target="../media/image47.png"/><Relationship Id="rId22" Type="http://schemas.openxmlformats.org/officeDocument/2006/relationships/image" Target="../media/image55.png"/><Relationship Id="rId27" Type="http://schemas.openxmlformats.org/officeDocument/2006/relationships/image" Target="../media/image60.png"/><Relationship Id="rId30" Type="http://schemas.openxmlformats.org/officeDocument/2006/relationships/image" Target="../media/image63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1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65.emf"/><Relationship Id="rId4" Type="http://schemas.openxmlformats.org/officeDocument/2006/relationships/oleObject" Target="../embeddings/oleObject1.bin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7" Type="http://schemas.openxmlformats.org/officeDocument/2006/relationships/image" Target="../media/image69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8.png"/><Relationship Id="rId5" Type="http://schemas.openxmlformats.org/officeDocument/2006/relationships/image" Target="../media/image67.png"/><Relationship Id="rId4" Type="http://schemas.openxmlformats.org/officeDocument/2006/relationships/image" Target="../media/image66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1.png"/><Relationship Id="rId4" Type="http://schemas.openxmlformats.org/officeDocument/2006/relationships/image" Target="../media/image70.png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2.png"/><Relationship Id="rId4" Type="http://schemas.openxmlformats.org/officeDocument/2006/relationships/image" Target="../media/image31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6.png"/><Relationship Id="rId5" Type="http://schemas.openxmlformats.org/officeDocument/2006/relationships/image" Target="../media/image75.png"/><Relationship Id="rId4" Type="http://schemas.openxmlformats.org/officeDocument/2006/relationships/image" Target="../media/image74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4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.jpe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.jpe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jpe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3.png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.pn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jpeg"/><Relationship Id="rId3" Type="http://schemas.openxmlformats.org/officeDocument/2006/relationships/audio" Target="../media/audio1.bin"/><Relationship Id="rId7" Type="http://schemas.openxmlformats.org/officeDocument/2006/relationships/image" Target="../media/image90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.png"/><Relationship Id="rId5" Type="http://schemas.openxmlformats.org/officeDocument/2006/relationships/image" Target="../media/image88.png"/><Relationship Id="rId4" Type="http://schemas.openxmlformats.org/officeDocument/2006/relationships/image" Target="../media/image87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2.png"/><Relationship Id="rId5" Type="http://schemas.openxmlformats.org/officeDocument/2006/relationships/image" Target="../media/image90.png"/><Relationship Id="rId4" Type="http://schemas.openxmlformats.org/officeDocument/2006/relationships/image" Target="../media/image89.png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905000"/>
            <a:ext cx="8001000" cy="1828800"/>
          </a:xfrm>
        </p:spPr>
        <p:txBody>
          <a:bodyPr>
            <a:normAutofit/>
          </a:bodyPr>
          <a:lstStyle/>
          <a:p>
            <a:r>
              <a:rPr lang="en-US" sz="4000" dirty="0"/>
              <a:t>CSE </a:t>
            </a:r>
            <a:r>
              <a:rPr lang="en-US" sz="4000" dirty="0" smtClean="0"/>
              <a:t>3711</a:t>
            </a:r>
            <a:r>
              <a:rPr lang="en-US" sz="4000" dirty="0"/>
              <a:t/>
            </a:r>
            <a:br>
              <a:rPr lang="en-US" sz="4000" dirty="0"/>
            </a:br>
            <a:r>
              <a:rPr lang="en-US" sz="4000" dirty="0" smtClean="0"/>
              <a:t>-</a:t>
            </a:r>
            <a:r>
              <a:rPr lang="en-US" sz="3100" dirty="0" smtClean="0"/>
              <a:t>Computer Networks “Application Layer”</a:t>
            </a:r>
            <a:r>
              <a:rPr lang="en-US" sz="4000" dirty="0" smtClean="0"/>
              <a:t>-</a:t>
            </a:r>
            <a:endParaRPr lang="en-US" sz="40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028700" y="3886200"/>
            <a:ext cx="7124700" cy="2743200"/>
          </a:xfrm>
        </p:spPr>
        <p:txBody>
          <a:bodyPr>
            <a:normAutofit/>
          </a:bodyPr>
          <a:lstStyle/>
          <a:p>
            <a:pPr algn="r"/>
            <a:r>
              <a:rPr lang="en-US" sz="2800" b="1" dirty="0">
                <a:solidFill>
                  <a:schemeClr val="tx1"/>
                </a:solidFill>
              </a:rPr>
              <a:t>Prof. Dr. A.K.M. </a:t>
            </a:r>
            <a:r>
              <a:rPr lang="en-US" sz="2800" b="1" dirty="0" err="1">
                <a:solidFill>
                  <a:schemeClr val="tx1"/>
                </a:solidFill>
              </a:rPr>
              <a:t>Muzahidul</a:t>
            </a:r>
            <a:r>
              <a:rPr lang="en-US" sz="2800" b="1" dirty="0">
                <a:solidFill>
                  <a:schemeClr val="tx1"/>
                </a:solidFill>
              </a:rPr>
              <a:t> Islam</a:t>
            </a:r>
          </a:p>
          <a:p>
            <a:pPr algn="r"/>
            <a:r>
              <a:rPr lang="en-US" sz="2800" dirty="0">
                <a:solidFill>
                  <a:schemeClr val="tx1"/>
                </a:solidFill>
              </a:rPr>
              <a:t>Computer Science &amp; Engineering (CSE)</a:t>
            </a:r>
          </a:p>
          <a:p>
            <a:pPr algn="r"/>
            <a:r>
              <a:rPr lang="en-US" sz="2800" dirty="0">
                <a:solidFill>
                  <a:schemeClr val="tx1"/>
                </a:solidFill>
              </a:rPr>
              <a:t>United International University (UIU)</a:t>
            </a:r>
          </a:p>
          <a:p>
            <a:pPr algn="r"/>
            <a:endParaRPr lang="en-US" sz="2800" dirty="0">
              <a:solidFill>
                <a:schemeClr val="tx1"/>
              </a:solidFill>
            </a:endParaRPr>
          </a:p>
          <a:p>
            <a:r>
              <a:rPr lang="en-US" sz="2800" b="1" dirty="0" smtClean="0">
                <a:solidFill>
                  <a:schemeClr val="tx1"/>
                </a:solidFill>
              </a:rPr>
              <a:t>Summer 2024 </a:t>
            </a:r>
            <a:endParaRPr lang="en-US" sz="2800" b="1" dirty="0">
              <a:solidFill>
                <a:schemeClr val="tx1"/>
              </a:solidFill>
            </a:endParaRPr>
          </a:p>
        </p:txBody>
      </p:sp>
      <p:sp>
        <p:nvSpPr>
          <p:cNvPr id="4" name="AutoShape 2" descr="Image result for uiu logo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4" descr="Image result for uiu logo"/>
          <p:cNvSpPr>
            <a:spLocks noChangeAspect="1" noChangeArrowheads="1"/>
          </p:cNvSpPr>
          <p:nvPr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6" descr="Image result for uiu logo"/>
          <p:cNvSpPr>
            <a:spLocks noChangeAspect="1" noChangeArrowheads="1"/>
          </p:cNvSpPr>
          <p:nvPr/>
        </p:nvSpPr>
        <p:spPr bwMode="auto">
          <a:xfrm>
            <a:off x="460375" y="1603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1031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461075"/>
            <a:ext cx="1676400" cy="1520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2800" y="381000"/>
            <a:ext cx="3962400" cy="16427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1292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Date Placeholder 3"/>
          <p:cNvSpPr>
            <a:spLocks noGrp="1"/>
          </p:cNvSpPr>
          <p:nvPr>
            <p:ph type="dt" sz="quarter" idx="4294967295"/>
          </p:nvPr>
        </p:nvSpPr>
        <p:spPr bwMode="auto">
          <a:xfrm>
            <a:off x="8001000" y="6416675"/>
            <a:ext cx="1066800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 eaLnBrk="1" hangingPunct="1"/>
            <a:r>
              <a:rPr lang="en-US" altLang="ko-KR">
                <a:solidFill>
                  <a:schemeClr val="bg1"/>
                </a:solidFill>
                <a:latin typeface="Calibri" charset="0"/>
              </a:rPr>
              <a:t>Spring 2006</a:t>
            </a:r>
          </a:p>
        </p:txBody>
      </p:sp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1219200" y="228600"/>
            <a:ext cx="7491412" cy="914400"/>
          </a:xfrm>
        </p:spPr>
        <p:txBody>
          <a:bodyPr>
            <a:normAutofit/>
          </a:bodyPr>
          <a:lstStyle/>
          <a:p>
            <a:pPr algn="ctr"/>
            <a:r>
              <a:rPr lang="en-US" altLang="ko-KR" sz="4000" dirty="0">
                <a:ln>
                  <a:noFill/>
                </a:ln>
                <a:effectLst>
                  <a:outerShdw blurRad="38100" dist="38100" dir="2700000" algn="tl">
                    <a:srgbClr val="DDDDDD"/>
                  </a:outerShdw>
                </a:effectLst>
                <a:latin typeface="Trebuchet MS" charset="0"/>
                <a:ea typeface="ＭＳ Ｐゴシック" charset="0"/>
                <a:cs typeface="Trebuchet MS" charset="0"/>
              </a:rPr>
              <a:t>Outline</a:t>
            </a:r>
          </a:p>
        </p:txBody>
      </p:sp>
      <p:graphicFrame>
        <p:nvGraphicFramePr>
          <p:cNvPr id="3" name="Diagram 2"/>
          <p:cNvGraphicFramePr/>
          <p:nvPr>
            <p:extLst>
              <p:ext uri="{D42A27DB-BD31-4B8C-83A1-F6EECF244321}">
                <p14:modId xmlns:p14="http://schemas.microsoft.com/office/powerpoint/2010/main" val="485341813"/>
              </p:ext>
            </p:extLst>
          </p:nvPr>
        </p:nvGraphicFramePr>
        <p:xfrm>
          <a:off x="900113" y="1682750"/>
          <a:ext cx="7743825" cy="45545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0113099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Rectangle 7">
            <a:extLst>
              <a:ext uri="{FF2B5EF4-FFF2-40B4-BE49-F238E27FC236}">
                <a16:creationId xmlns="" xmlns:a16="http://schemas.microsoft.com/office/drawing/2014/main" id="{5C087F10-A843-4ED9-8F15-FFA855B2E33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5842" name="Rectangle 8">
            <a:extLst>
              <a:ext uri="{FF2B5EF4-FFF2-40B4-BE49-F238E27FC236}">
                <a16:creationId xmlns="" xmlns:a16="http://schemas.microsoft.com/office/drawing/2014/main" id="{418EF1B4-2F27-4DA8-8B7A-3B547943D04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E6623CC-687F-4B03-A46E-CD49412751F1}" type="slidenum">
              <a:rPr lang="en-US" altLang="en-US" sz="1200">
                <a:latin typeface="Tahoma" panose="020B0604030504040204" pitchFamily="34" charset="0"/>
              </a:rPr>
              <a:pPr/>
              <a:t>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5843" name="Picture 11" descr="underline_base">
            <a:extLst>
              <a:ext uri="{FF2B5EF4-FFF2-40B4-BE49-F238E27FC236}">
                <a16:creationId xmlns="" xmlns:a16="http://schemas.microsoft.com/office/drawing/2014/main" id="{540A1AD3-7CDA-40E2-B013-573077BF9A8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2073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4" name="Rectangle 2">
            <a:extLst>
              <a:ext uri="{FF2B5EF4-FFF2-40B4-BE49-F238E27FC236}">
                <a16:creationId xmlns="" xmlns:a16="http://schemas.microsoft.com/office/drawing/2014/main" id="{29543C1F-2B2C-463D-A3F9-900C44C1D9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0"/>
            <a:ext cx="7772400" cy="1143000"/>
          </a:xfrm>
        </p:spPr>
        <p:txBody>
          <a:bodyPr/>
          <a:lstStyle/>
          <a:p>
            <a:r>
              <a:rPr lang="en-US" altLang="en-US"/>
              <a:t>Chapter 2: application layer</a:t>
            </a:r>
          </a:p>
        </p:txBody>
      </p:sp>
      <p:sp>
        <p:nvSpPr>
          <p:cNvPr id="35845" name="Rectangle 3">
            <a:extLst>
              <a:ext uri="{FF2B5EF4-FFF2-40B4-BE49-F238E27FC236}">
                <a16:creationId xmlns="" xmlns:a16="http://schemas.microsoft.com/office/drawing/2014/main" id="{8EF431B2-ED0D-4EC4-8AF7-C8A87DAB909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58800" y="1558925"/>
            <a:ext cx="8266907" cy="4648200"/>
          </a:xfrm>
        </p:spPr>
        <p:txBody>
          <a:bodyPr>
            <a:normAutofit lnSpcReduction="10000"/>
          </a:bodyPr>
          <a:lstStyle/>
          <a:p>
            <a:r>
              <a:rPr lang="en-US" dirty="0" smtClean="0"/>
              <a:t>We </a:t>
            </a:r>
            <a:r>
              <a:rPr lang="en-US" dirty="0"/>
              <a:t>study the </a:t>
            </a:r>
            <a:r>
              <a:rPr lang="en-US" b="1" dirty="0">
                <a:solidFill>
                  <a:srgbClr val="FF0000"/>
                </a:solidFill>
              </a:rPr>
              <a:t>conceptual and </a:t>
            </a:r>
            <a:r>
              <a:rPr lang="en-US" b="1" dirty="0" smtClean="0">
                <a:solidFill>
                  <a:srgbClr val="FF0000"/>
                </a:solidFill>
              </a:rPr>
              <a:t>implementation aspects </a:t>
            </a:r>
            <a:r>
              <a:rPr lang="en-US" b="1" dirty="0">
                <a:solidFill>
                  <a:srgbClr val="FF0000"/>
                </a:solidFill>
              </a:rPr>
              <a:t>of network applications</a:t>
            </a:r>
            <a:r>
              <a:rPr lang="en-US" dirty="0"/>
              <a:t>. </a:t>
            </a:r>
            <a:endParaRPr lang="en-US" dirty="0" smtClean="0"/>
          </a:p>
          <a:p>
            <a:r>
              <a:rPr lang="en-US" dirty="0" smtClean="0"/>
              <a:t>We define </a:t>
            </a:r>
            <a:r>
              <a:rPr lang="en-US" dirty="0"/>
              <a:t>key application-layer concepts, including </a:t>
            </a:r>
            <a:r>
              <a:rPr lang="en-US" dirty="0" smtClean="0"/>
              <a:t>network </a:t>
            </a:r>
            <a:r>
              <a:rPr lang="en-US" b="1" dirty="0">
                <a:solidFill>
                  <a:srgbClr val="00B050"/>
                </a:solidFill>
              </a:rPr>
              <a:t>services</a:t>
            </a:r>
            <a:r>
              <a:rPr lang="en-US" dirty="0"/>
              <a:t> required by applications, </a:t>
            </a:r>
            <a:r>
              <a:rPr lang="en-US" b="1" dirty="0">
                <a:solidFill>
                  <a:srgbClr val="00B050"/>
                </a:solidFill>
              </a:rPr>
              <a:t>clients and servers</a:t>
            </a:r>
            <a:r>
              <a:rPr lang="en-US" b="1" dirty="0"/>
              <a:t>,</a:t>
            </a:r>
            <a:r>
              <a:rPr lang="en-US" b="1" dirty="0">
                <a:solidFill>
                  <a:srgbClr val="00B050"/>
                </a:solidFill>
              </a:rPr>
              <a:t> processes</a:t>
            </a:r>
            <a:r>
              <a:rPr lang="en-US" dirty="0"/>
              <a:t>, and </a:t>
            </a:r>
            <a:r>
              <a:rPr lang="en-US" b="1" dirty="0" smtClean="0">
                <a:solidFill>
                  <a:srgbClr val="00B050"/>
                </a:solidFill>
              </a:rPr>
              <a:t>transport-layer </a:t>
            </a:r>
            <a:r>
              <a:rPr lang="en-US" b="1" dirty="0">
                <a:solidFill>
                  <a:srgbClr val="00B050"/>
                </a:solidFill>
              </a:rPr>
              <a:t>interfaces</a:t>
            </a:r>
            <a:r>
              <a:rPr lang="en-US" dirty="0"/>
              <a:t>. </a:t>
            </a:r>
            <a:endParaRPr lang="en-US" dirty="0" smtClean="0"/>
          </a:p>
          <a:p>
            <a:r>
              <a:rPr lang="en-US" dirty="0" smtClean="0"/>
              <a:t>We </a:t>
            </a:r>
            <a:r>
              <a:rPr lang="en-US" dirty="0"/>
              <a:t>examine several network applications in </a:t>
            </a:r>
            <a:r>
              <a:rPr lang="en-US" dirty="0" smtClean="0"/>
              <a:t>detail: </a:t>
            </a:r>
          </a:p>
          <a:p>
            <a:pPr lvl="1"/>
            <a:r>
              <a:rPr lang="en-US" b="1" dirty="0" smtClean="0">
                <a:solidFill>
                  <a:srgbClr val="FF0000"/>
                </a:solidFill>
              </a:rPr>
              <a:t>Web </a:t>
            </a:r>
          </a:p>
          <a:p>
            <a:pPr lvl="1"/>
            <a:r>
              <a:rPr lang="en-US" b="1" dirty="0" smtClean="0">
                <a:solidFill>
                  <a:srgbClr val="FF0000"/>
                </a:solidFill>
              </a:rPr>
              <a:t>E-mail</a:t>
            </a:r>
            <a:r>
              <a:rPr lang="en-US" b="1" dirty="0">
                <a:solidFill>
                  <a:srgbClr val="FF0000"/>
                </a:solidFill>
              </a:rPr>
              <a:t>, </a:t>
            </a:r>
            <a:r>
              <a:rPr lang="en-US" b="1" dirty="0" smtClean="0">
                <a:solidFill>
                  <a:srgbClr val="FF0000"/>
                </a:solidFill>
              </a:rPr>
              <a:t>and </a:t>
            </a:r>
          </a:p>
          <a:p>
            <a:pPr lvl="1"/>
            <a:r>
              <a:rPr lang="en-US" b="1" dirty="0" smtClean="0">
                <a:solidFill>
                  <a:srgbClr val="FF0000"/>
                </a:solidFill>
              </a:rPr>
              <a:t>DNS</a:t>
            </a:r>
            <a:r>
              <a:rPr lang="en-US" b="1" dirty="0" smtClean="0">
                <a:solidFill>
                  <a:srgbClr val="FF0000"/>
                </a:solidFill>
              </a:rPr>
              <a:t>.</a:t>
            </a:r>
          </a:p>
          <a:p>
            <a:pPr lvl="1"/>
            <a:r>
              <a:rPr lang="en-US" altLang="en-US" b="1" dirty="0" smtClean="0">
                <a:solidFill>
                  <a:srgbClr val="FF0000"/>
                </a:solidFill>
              </a:rPr>
              <a:t>P2P</a:t>
            </a:r>
            <a:endParaRPr lang="en-US" alt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20067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8">
            <a:extLst>
              <a:ext uri="{FF2B5EF4-FFF2-40B4-BE49-F238E27FC236}">
                <a16:creationId xmlns="" xmlns:a16="http://schemas.microsoft.com/office/drawing/2014/main" id="{418EF1B4-2F27-4DA8-8B7A-3B547943D04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E6623CC-687F-4B03-A46E-CD49412751F1}" type="slidenum">
              <a:rPr lang="en-US" altLang="en-US" sz="1200">
                <a:latin typeface="Tahoma" panose="020B0604030504040204" pitchFamily="34" charset="0"/>
              </a:rPr>
              <a:pPr/>
              <a:t>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5843" name="Picture 11" descr="underline_base">
            <a:extLst>
              <a:ext uri="{FF2B5EF4-FFF2-40B4-BE49-F238E27FC236}">
                <a16:creationId xmlns="" xmlns:a16="http://schemas.microsoft.com/office/drawing/2014/main" id="{540A1AD3-7CDA-40E2-B013-573077BF9A8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2393" y="838200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4" name="Rectangle 2">
            <a:extLst>
              <a:ext uri="{FF2B5EF4-FFF2-40B4-BE49-F238E27FC236}">
                <a16:creationId xmlns="" xmlns:a16="http://schemas.microsoft.com/office/drawing/2014/main" id="{29543C1F-2B2C-463D-A3F9-900C44C1D9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2" y="0"/>
            <a:ext cx="8383587" cy="1143000"/>
          </a:xfrm>
        </p:spPr>
        <p:txBody>
          <a:bodyPr>
            <a:normAutofit fontScale="90000"/>
          </a:bodyPr>
          <a:lstStyle/>
          <a:p>
            <a:r>
              <a:rPr lang="en-US" altLang="en-US" dirty="0" smtClean="0"/>
              <a:t>2.1 Principals of Network Applications</a:t>
            </a:r>
            <a:endParaRPr lang="en-US" altLang="en-US" dirty="0"/>
          </a:p>
        </p:txBody>
      </p:sp>
      <p:sp>
        <p:nvSpPr>
          <p:cNvPr id="35845" name="Rectangle 3">
            <a:extLst>
              <a:ext uri="{FF2B5EF4-FFF2-40B4-BE49-F238E27FC236}">
                <a16:creationId xmlns="" xmlns:a16="http://schemas.microsoft.com/office/drawing/2014/main" id="{8EF431B2-ED0D-4EC4-8AF7-C8A87DAB909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09601" y="1219201"/>
            <a:ext cx="8229598" cy="5562599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Suppose you have an idea for a </a:t>
            </a:r>
            <a:r>
              <a:rPr lang="en-US" dirty="0" smtClean="0"/>
              <a:t>new Network Application</a:t>
            </a:r>
            <a:r>
              <a:rPr lang="en-US" dirty="0"/>
              <a:t>. </a:t>
            </a:r>
            <a:r>
              <a:rPr lang="en-US" dirty="0" smtClean="0"/>
              <a:t>How do you </a:t>
            </a:r>
            <a:r>
              <a:rPr lang="en-US" dirty="0"/>
              <a:t>transform the idea into a real-world network </a:t>
            </a:r>
            <a:r>
              <a:rPr lang="en-US" dirty="0" smtClean="0"/>
              <a:t>application?</a:t>
            </a:r>
          </a:p>
          <a:p>
            <a:pPr lvl="1"/>
            <a:r>
              <a:rPr lang="en-US" b="1" dirty="0" smtClean="0">
                <a:solidFill>
                  <a:srgbClr val="FF0000"/>
                </a:solidFill>
              </a:rPr>
              <a:t>Answer</a:t>
            </a:r>
            <a:r>
              <a:rPr lang="en-US" dirty="0" smtClean="0"/>
              <a:t>: </a:t>
            </a:r>
            <a:r>
              <a:rPr lang="en-US" b="1" dirty="0" smtClean="0"/>
              <a:t>Writing </a:t>
            </a:r>
            <a:r>
              <a:rPr lang="en-US" b="1" dirty="0"/>
              <a:t>programs that run on different end systems</a:t>
            </a:r>
            <a:r>
              <a:rPr lang="en-US" dirty="0"/>
              <a:t> and communicate with each other over the network. </a:t>
            </a:r>
            <a:endParaRPr lang="en-US" dirty="0" smtClean="0"/>
          </a:p>
          <a:p>
            <a:pPr marL="457200" lvl="1" indent="0">
              <a:buNone/>
            </a:pPr>
            <a:r>
              <a:rPr lang="en-US" b="1" dirty="0" smtClean="0">
                <a:solidFill>
                  <a:srgbClr val="FF0000"/>
                </a:solidFill>
              </a:rPr>
              <a:t>Example A</a:t>
            </a:r>
            <a:r>
              <a:rPr lang="en-US" dirty="0" smtClean="0"/>
              <a:t>: In </a:t>
            </a:r>
            <a:r>
              <a:rPr lang="en-US" dirty="0"/>
              <a:t>the </a:t>
            </a:r>
            <a:r>
              <a:rPr lang="en-US" b="1" dirty="0">
                <a:solidFill>
                  <a:srgbClr val="FF0000"/>
                </a:solidFill>
              </a:rPr>
              <a:t>Web application </a:t>
            </a:r>
            <a:r>
              <a:rPr lang="en-US" dirty="0"/>
              <a:t>there are two distinct programs that communicate with each other: </a:t>
            </a:r>
            <a:endParaRPr lang="en-US" dirty="0" smtClean="0"/>
          </a:p>
          <a:p>
            <a:pPr marL="914400" lvl="1" indent="-457200">
              <a:buFont typeface="+mj-lt"/>
              <a:buAutoNum type="arabicPeriod"/>
            </a:pPr>
            <a:r>
              <a:rPr lang="en-US" b="1" dirty="0" smtClean="0">
                <a:solidFill>
                  <a:srgbClr val="00B050"/>
                </a:solidFill>
              </a:rPr>
              <a:t>The browser program </a:t>
            </a:r>
            <a:r>
              <a:rPr lang="en-US" dirty="0" smtClean="0"/>
              <a:t>running in the user’s host (desktop, laptop, tablet, smartphone, and so on); and </a:t>
            </a:r>
          </a:p>
          <a:p>
            <a:pPr marL="914400" lvl="1" indent="-457200">
              <a:buFont typeface="+mj-lt"/>
              <a:buAutoNum type="arabicPeriod"/>
            </a:pPr>
            <a:r>
              <a:rPr lang="en-US" b="1" dirty="0" smtClean="0">
                <a:solidFill>
                  <a:srgbClr val="00B050"/>
                </a:solidFill>
              </a:rPr>
              <a:t>The Web server program </a:t>
            </a:r>
            <a:r>
              <a:rPr lang="en-US" dirty="0" smtClean="0"/>
              <a:t>running in the Web server host. </a:t>
            </a:r>
          </a:p>
          <a:p>
            <a:pPr marL="457200" lvl="1" indent="0">
              <a:buNone/>
            </a:pPr>
            <a:r>
              <a:rPr lang="en-US" b="1" dirty="0" smtClean="0">
                <a:solidFill>
                  <a:srgbClr val="FF0000"/>
                </a:solidFill>
              </a:rPr>
              <a:t>Example B</a:t>
            </a:r>
            <a:r>
              <a:rPr lang="en-US" dirty="0" smtClean="0"/>
              <a:t>: In </a:t>
            </a:r>
            <a:r>
              <a:rPr lang="en-US" b="1" dirty="0">
                <a:solidFill>
                  <a:srgbClr val="FF0000"/>
                </a:solidFill>
              </a:rPr>
              <a:t>a Video on Demand application </a:t>
            </a:r>
            <a:r>
              <a:rPr lang="en-US" dirty="0"/>
              <a:t>such as </a:t>
            </a:r>
            <a:r>
              <a:rPr lang="en-US" dirty="0" smtClean="0"/>
              <a:t>Netflix, </a:t>
            </a:r>
          </a:p>
          <a:p>
            <a:pPr marL="914400" lvl="1" indent="-457200">
              <a:buAutoNum type="arabicPeriod"/>
            </a:pPr>
            <a:r>
              <a:rPr lang="en-US" dirty="0" smtClean="0"/>
              <a:t>There </a:t>
            </a:r>
            <a:r>
              <a:rPr lang="en-US" dirty="0"/>
              <a:t>is a Netflix-provided program running on the user’s smartphone, tablet, or computer; and </a:t>
            </a:r>
            <a:endParaRPr lang="en-US" dirty="0" smtClean="0"/>
          </a:p>
          <a:p>
            <a:pPr marL="914400" lvl="1" indent="-457200">
              <a:buAutoNum type="arabicPeriod"/>
            </a:pPr>
            <a:r>
              <a:rPr lang="en-US" dirty="0" smtClean="0"/>
              <a:t>Netflix </a:t>
            </a:r>
            <a:r>
              <a:rPr lang="en-US" dirty="0"/>
              <a:t>server program running on the Netflix server host. Servers often (but certainly not always) are housed in a data </a:t>
            </a:r>
            <a:r>
              <a:rPr lang="en-US" dirty="0" smtClean="0"/>
              <a:t>center.</a:t>
            </a:r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3865782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8">
            <a:extLst>
              <a:ext uri="{FF2B5EF4-FFF2-40B4-BE49-F238E27FC236}">
                <a16:creationId xmlns="" xmlns:a16="http://schemas.microsoft.com/office/drawing/2014/main" id="{418EF1B4-2F27-4DA8-8B7A-3B547943D04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E6623CC-687F-4B03-A46E-CD49412751F1}" type="slidenum">
              <a:rPr lang="en-US" altLang="en-US" sz="1200">
                <a:latin typeface="Tahoma" panose="020B0604030504040204" pitchFamily="34" charset="0"/>
              </a:rPr>
              <a:pPr/>
              <a:t>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5843" name="Picture 11" descr="underline_base">
            <a:extLst>
              <a:ext uri="{FF2B5EF4-FFF2-40B4-BE49-F238E27FC236}">
                <a16:creationId xmlns="" xmlns:a16="http://schemas.microsoft.com/office/drawing/2014/main" id="{540A1AD3-7CDA-40E2-B013-573077BF9A8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2393" y="838200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4" name="Rectangle 2">
            <a:extLst>
              <a:ext uri="{FF2B5EF4-FFF2-40B4-BE49-F238E27FC236}">
                <a16:creationId xmlns="" xmlns:a16="http://schemas.microsoft.com/office/drawing/2014/main" id="{29543C1F-2B2C-463D-A3F9-900C44C1D9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2" y="0"/>
            <a:ext cx="8383587" cy="1143000"/>
          </a:xfrm>
        </p:spPr>
        <p:txBody>
          <a:bodyPr>
            <a:normAutofit fontScale="90000"/>
          </a:bodyPr>
          <a:lstStyle/>
          <a:p>
            <a:r>
              <a:rPr lang="en-US" altLang="en-US" dirty="0" smtClean="0"/>
              <a:t>2.1 Principals of Network Applications</a:t>
            </a:r>
            <a:endParaRPr lang="en-US" altLang="en-US" dirty="0"/>
          </a:p>
        </p:txBody>
      </p:sp>
      <p:sp>
        <p:nvSpPr>
          <p:cNvPr id="35845" name="Rectangle 3">
            <a:extLst>
              <a:ext uri="{FF2B5EF4-FFF2-40B4-BE49-F238E27FC236}">
                <a16:creationId xmlns="" xmlns:a16="http://schemas.microsoft.com/office/drawing/2014/main" id="{8EF431B2-ED0D-4EC4-8AF7-C8A87DAB909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5611" y="1117600"/>
            <a:ext cx="8383587" cy="5562599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/>
              <a:t>Thus, when developing </a:t>
            </a:r>
            <a:r>
              <a:rPr lang="en-US" dirty="0" smtClean="0"/>
              <a:t>a </a:t>
            </a:r>
            <a:r>
              <a:rPr lang="en-US" dirty="0"/>
              <a:t>new application, </a:t>
            </a:r>
            <a:endParaRPr lang="en-US" dirty="0" smtClean="0"/>
          </a:p>
          <a:p>
            <a:r>
              <a:rPr lang="en-US" b="1" dirty="0" smtClean="0">
                <a:solidFill>
                  <a:srgbClr val="FF0000"/>
                </a:solidFill>
              </a:rPr>
              <a:t>Write </a:t>
            </a:r>
            <a:r>
              <a:rPr lang="en-US" b="1" dirty="0">
                <a:solidFill>
                  <a:srgbClr val="FF0000"/>
                </a:solidFill>
              </a:rPr>
              <a:t>software that will run on multiple end systems. </a:t>
            </a:r>
            <a:endParaRPr lang="en-US" b="1" dirty="0" smtClean="0">
              <a:solidFill>
                <a:srgbClr val="FF0000"/>
              </a:solidFill>
            </a:endParaRPr>
          </a:p>
          <a:p>
            <a:pPr lvl="1"/>
            <a:r>
              <a:rPr lang="en-US" dirty="0" smtClean="0"/>
              <a:t>The Languages of the software, </a:t>
            </a:r>
          </a:p>
          <a:p>
            <a:pPr lvl="2"/>
            <a:r>
              <a:rPr lang="en-US" sz="2400" dirty="0" smtClean="0"/>
              <a:t>C</a:t>
            </a:r>
            <a:r>
              <a:rPr lang="en-US" sz="2400" dirty="0"/>
              <a:t>, Java, or Python. </a:t>
            </a:r>
            <a:endParaRPr lang="en-US" sz="2400" dirty="0" smtClean="0"/>
          </a:p>
          <a:p>
            <a:pPr lvl="1"/>
            <a:r>
              <a:rPr lang="en-US" dirty="0" smtClean="0"/>
              <a:t>Importantly</a:t>
            </a:r>
            <a:r>
              <a:rPr lang="en-US" dirty="0"/>
              <a:t>, you </a:t>
            </a:r>
            <a:r>
              <a:rPr lang="en-US" b="1" dirty="0">
                <a:solidFill>
                  <a:srgbClr val="FF0000"/>
                </a:solidFill>
              </a:rPr>
              <a:t>do not need to write software </a:t>
            </a:r>
            <a:r>
              <a:rPr lang="en-US" dirty="0"/>
              <a:t>that runs on </a:t>
            </a:r>
            <a:r>
              <a:rPr lang="en-US" b="1" dirty="0" smtClean="0">
                <a:solidFill>
                  <a:srgbClr val="00B050"/>
                </a:solidFill>
              </a:rPr>
              <a:t>network-core devices </a:t>
            </a:r>
            <a:r>
              <a:rPr lang="en-US" dirty="0" smtClean="0"/>
              <a:t>e.g. </a:t>
            </a:r>
            <a:r>
              <a:rPr lang="en-US" dirty="0"/>
              <a:t>routers or link-layer switches. </a:t>
            </a:r>
            <a:endParaRPr lang="en-US" dirty="0" smtClean="0"/>
          </a:p>
          <a:p>
            <a:pPr lvl="1"/>
            <a:r>
              <a:rPr lang="en-US" dirty="0" smtClean="0"/>
              <a:t>Even </a:t>
            </a:r>
            <a:r>
              <a:rPr lang="en-US" dirty="0"/>
              <a:t>if you wanted to write application software for these network-core devices, </a:t>
            </a:r>
            <a:r>
              <a:rPr lang="en-US" b="1" dirty="0">
                <a:solidFill>
                  <a:srgbClr val="00B050"/>
                </a:solidFill>
              </a:rPr>
              <a:t>you wouldn’t be able to do so</a:t>
            </a:r>
            <a:r>
              <a:rPr lang="en-US" dirty="0" smtClean="0"/>
              <a:t>.</a:t>
            </a:r>
          </a:p>
          <a:p>
            <a:pPr lvl="1"/>
            <a:r>
              <a:rPr lang="en-US" dirty="0" smtClean="0"/>
              <a:t>Note that </a:t>
            </a:r>
            <a:r>
              <a:rPr lang="en-US" b="1" dirty="0" smtClean="0">
                <a:solidFill>
                  <a:srgbClr val="FF0000"/>
                </a:solidFill>
              </a:rPr>
              <a:t>Network-core </a:t>
            </a:r>
            <a:r>
              <a:rPr lang="en-US" b="1" dirty="0">
                <a:solidFill>
                  <a:srgbClr val="FF0000"/>
                </a:solidFill>
              </a:rPr>
              <a:t>devices </a:t>
            </a:r>
            <a:r>
              <a:rPr lang="en-US" dirty="0"/>
              <a:t>do not function at the application layer </a:t>
            </a:r>
            <a:endParaRPr lang="en-US" dirty="0" smtClean="0"/>
          </a:p>
          <a:p>
            <a:pPr lvl="2"/>
            <a:r>
              <a:rPr lang="en-US" dirty="0" smtClean="0"/>
              <a:t>But </a:t>
            </a:r>
            <a:r>
              <a:rPr lang="en-US" dirty="0"/>
              <a:t>instead </a:t>
            </a:r>
            <a:r>
              <a:rPr lang="en-US" b="1" dirty="0">
                <a:solidFill>
                  <a:srgbClr val="00B050"/>
                </a:solidFill>
              </a:rPr>
              <a:t>function at lower layers</a:t>
            </a:r>
            <a:r>
              <a:rPr lang="en-US" dirty="0"/>
              <a:t>— specifically at the </a:t>
            </a:r>
            <a:r>
              <a:rPr lang="en-US" b="1" dirty="0">
                <a:solidFill>
                  <a:srgbClr val="00B050"/>
                </a:solidFill>
              </a:rPr>
              <a:t>network layer and below</a:t>
            </a:r>
            <a:r>
              <a:rPr lang="en-US" dirty="0"/>
              <a:t>. </a:t>
            </a:r>
            <a:endParaRPr lang="en-US" dirty="0" smtClean="0"/>
          </a:p>
        </p:txBody>
      </p:sp>
    </p:spTree>
    <p:extLst>
      <p:ext uri="{BB962C8B-B14F-4D97-AF65-F5344CB8AC3E}">
        <p14:creationId xmlns:p14="http://schemas.microsoft.com/office/powerpoint/2010/main" val="849332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Rectangle 7">
            <a:extLst>
              <a:ext uri="{FF2B5EF4-FFF2-40B4-BE49-F238E27FC236}">
                <a16:creationId xmlns="" xmlns:a16="http://schemas.microsoft.com/office/drawing/2014/main" id="{72E14B24-0C50-4385-A6C8-15A2A3547BC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7890" name="Rectangle 8">
            <a:extLst>
              <a:ext uri="{FF2B5EF4-FFF2-40B4-BE49-F238E27FC236}">
                <a16:creationId xmlns="" xmlns:a16="http://schemas.microsoft.com/office/drawing/2014/main" id="{3322F883-5EB5-4DEE-BDDD-321367FAEB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ECC579A-42EB-4D7C-B978-0A58A3098E1C}" type="slidenum">
              <a:rPr lang="en-US" altLang="en-US" sz="1200">
                <a:latin typeface="Tahoma" panose="020B0604030504040204" pitchFamily="34" charset="0"/>
              </a:rPr>
              <a:pPr/>
              <a:t>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7891" name="Picture 10" descr="underline_base">
            <a:extLst>
              <a:ext uri="{FF2B5EF4-FFF2-40B4-BE49-F238E27FC236}">
                <a16:creationId xmlns="" xmlns:a16="http://schemas.microsoft.com/office/drawing/2014/main" id="{CDF65716-CD71-4C9A-89FD-BD792AF2BC5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1025525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2" name="Rectangle 4">
            <a:extLst>
              <a:ext uri="{FF2B5EF4-FFF2-40B4-BE49-F238E27FC236}">
                <a16:creationId xmlns="" xmlns:a16="http://schemas.microsoft.com/office/drawing/2014/main" id="{1B4B18BD-056C-485F-A2B3-8AA9D670CF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95263"/>
            <a:ext cx="7772400" cy="1143000"/>
          </a:xfrm>
        </p:spPr>
        <p:txBody>
          <a:bodyPr/>
          <a:lstStyle/>
          <a:p>
            <a:r>
              <a:rPr lang="en-US" altLang="en-US" dirty="0"/>
              <a:t>Some </a:t>
            </a:r>
            <a:r>
              <a:rPr lang="en-US" altLang="en-US" dirty="0" smtClean="0"/>
              <a:t>Network Apps</a:t>
            </a:r>
            <a:endParaRPr lang="en-US" altLang="en-US" dirty="0"/>
          </a:p>
        </p:txBody>
      </p:sp>
      <p:sp>
        <p:nvSpPr>
          <p:cNvPr id="37893" name="Rectangle 5">
            <a:extLst>
              <a:ext uri="{FF2B5EF4-FFF2-40B4-BE49-F238E27FC236}">
                <a16:creationId xmlns="" xmlns:a16="http://schemas.microsoft.com/office/drawing/2014/main" id="{352E4947-32BB-4982-B770-B0B9822090F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>
            <a:normAutofit lnSpcReduction="10000"/>
          </a:bodyPr>
          <a:lstStyle/>
          <a:p>
            <a:r>
              <a:rPr lang="en-US" altLang="en-US"/>
              <a:t>e-mail</a:t>
            </a:r>
          </a:p>
          <a:p>
            <a:r>
              <a:rPr lang="en-US" altLang="en-US"/>
              <a:t>web</a:t>
            </a:r>
          </a:p>
          <a:p>
            <a:r>
              <a:rPr lang="en-US" altLang="en-US"/>
              <a:t>text messaging</a:t>
            </a:r>
          </a:p>
          <a:p>
            <a:r>
              <a:rPr lang="en-US" altLang="en-US"/>
              <a:t>remote login</a:t>
            </a:r>
          </a:p>
          <a:p>
            <a:r>
              <a:rPr lang="en-US" altLang="en-US"/>
              <a:t>P2P file sharing</a:t>
            </a:r>
          </a:p>
          <a:p>
            <a:r>
              <a:rPr lang="en-US" altLang="en-US"/>
              <a:t>multi-user network games</a:t>
            </a:r>
          </a:p>
          <a:p>
            <a:r>
              <a:rPr lang="en-US" altLang="en-US"/>
              <a:t>streaming stored video (YouTube, Hulu, Netflix) </a:t>
            </a:r>
          </a:p>
          <a:p>
            <a:endParaRPr lang="en-US" altLang="en-US"/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37894" name="Rectangle 6">
            <a:extLst>
              <a:ext uri="{FF2B5EF4-FFF2-40B4-BE49-F238E27FC236}">
                <a16:creationId xmlns="" xmlns:a16="http://schemas.microsoft.com/office/drawing/2014/main" id="{6AD6624E-4DB3-4610-9AC8-13D5BCF927C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r>
              <a:rPr lang="en-US" altLang="en-US"/>
              <a:t>voice over IP (e.g., Skype)</a:t>
            </a:r>
          </a:p>
          <a:p>
            <a:r>
              <a:rPr lang="en-US" altLang="en-US"/>
              <a:t>real-time video conferencing</a:t>
            </a:r>
          </a:p>
          <a:p>
            <a:r>
              <a:rPr lang="en-US" altLang="en-US"/>
              <a:t>social networking</a:t>
            </a:r>
          </a:p>
          <a:p>
            <a:r>
              <a:rPr lang="en-US" altLang="en-US"/>
              <a:t>search</a:t>
            </a:r>
          </a:p>
          <a:p>
            <a:r>
              <a:rPr lang="en-US" altLang="en-US"/>
              <a:t>…</a:t>
            </a:r>
          </a:p>
          <a:p>
            <a:r>
              <a:rPr lang="en-US" altLang="en-US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931651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8">
            <a:extLst>
              <a:ext uri="{FF2B5EF4-FFF2-40B4-BE49-F238E27FC236}">
                <a16:creationId xmlns="" xmlns:a16="http://schemas.microsoft.com/office/drawing/2014/main" id="{67C23B52-A952-4A3C-BC0B-87EC0555262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2C0D7FF-22D9-4DDA-AB57-DE9770416BC3}" type="slidenum">
              <a:rPr lang="en-US" altLang="en-US" sz="1200">
                <a:latin typeface="Tahoma" panose="020B0604030504040204" pitchFamily="34" charset="0"/>
              </a:rPr>
              <a:pPr/>
              <a:t>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39939" name="Group 1037">
            <a:extLst>
              <a:ext uri="{FF2B5EF4-FFF2-40B4-BE49-F238E27FC236}">
                <a16:creationId xmlns="" xmlns:a16="http://schemas.microsoft.com/office/drawing/2014/main" id="{BEAB63B9-04A9-4FD0-A84D-6A44E3F851EB}"/>
              </a:ext>
            </a:extLst>
          </p:cNvPr>
          <p:cNvGrpSpPr>
            <a:grpSpLocks/>
          </p:cNvGrpSpPr>
          <p:nvPr/>
        </p:nvGrpSpPr>
        <p:grpSpPr bwMode="auto">
          <a:xfrm>
            <a:off x="5124450" y="1627187"/>
            <a:ext cx="3540125" cy="4545013"/>
            <a:chOff x="3277" y="974"/>
            <a:chExt cx="2230" cy="2863"/>
          </a:xfrm>
        </p:grpSpPr>
        <p:sp>
          <p:nvSpPr>
            <p:cNvPr id="39972" name="Freeform 1038">
              <a:extLst>
                <a:ext uri="{FF2B5EF4-FFF2-40B4-BE49-F238E27FC236}">
                  <a16:creationId xmlns="" xmlns:a16="http://schemas.microsoft.com/office/drawing/2014/main" id="{07C04199-1CF1-4A89-BB1F-6E17C9F70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973" name="Group 1039">
              <a:extLst>
                <a:ext uri="{FF2B5EF4-FFF2-40B4-BE49-F238E27FC236}">
                  <a16:creationId xmlns="" xmlns:a16="http://schemas.microsoft.com/office/drawing/2014/main" id="{330D76C9-70C2-4D5D-A2E6-BE7219AD0F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0348" name="Rectangle 1040">
                <a:extLst>
                  <a:ext uri="{FF2B5EF4-FFF2-40B4-BE49-F238E27FC236}">
                    <a16:creationId xmlns="" xmlns:a16="http://schemas.microsoft.com/office/drawing/2014/main" id="{0D34F7B1-662D-4191-8C18-764CBC26A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349" name="AutoShape 1041">
                <a:extLst>
                  <a:ext uri="{FF2B5EF4-FFF2-40B4-BE49-F238E27FC236}">
                    <a16:creationId xmlns="" xmlns:a16="http://schemas.microsoft.com/office/drawing/2014/main" id="{20B28915-9047-440B-8C0B-694752334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39974" name="Freeform 1042">
              <a:extLst>
                <a:ext uri="{FF2B5EF4-FFF2-40B4-BE49-F238E27FC236}">
                  <a16:creationId xmlns="" xmlns:a16="http://schemas.microsoft.com/office/drawing/2014/main" id="{B0F18830-D41C-40E7-AE44-F90930AA8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Line 1043">
              <a:extLst>
                <a:ext uri="{FF2B5EF4-FFF2-40B4-BE49-F238E27FC236}">
                  <a16:creationId xmlns="" xmlns:a16="http://schemas.microsoft.com/office/drawing/2014/main" id="{891B0AF2-C9E2-4D2F-BC06-C266B5712CC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6" name="Line 1044">
              <a:extLst>
                <a:ext uri="{FF2B5EF4-FFF2-40B4-BE49-F238E27FC236}">
                  <a16:creationId xmlns="" xmlns:a16="http://schemas.microsoft.com/office/drawing/2014/main" id="{E0F8197B-82C5-43C9-9D9E-51993A84833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7" name="Line 1045">
              <a:extLst>
                <a:ext uri="{FF2B5EF4-FFF2-40B4-BE49-F238E27FC236}">
                  <a16:creationId xmlns="" xmlns:a16="http://schemas.microsoft.com/office/drawing/2014/main" id="{69EEA81B-98C2-4F4A-B9E6-2978F2168B4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8" name="Line 1047">
              <a:extLst>
                <a:ext uri="{FF2B5EF4-FFF2-40B4-BE49-F238E27FC236}">
                  <a16:creationId xmlns="" xmlns:a16="http://schemas.microsoft.com/office/drawing/2014/main" id="{8F3CA963-AE27-480C-BFA1-3112C8418B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Line 1048">
              <a:extLst>
                <a:ext uri="{FF2B5EF4-FFF2-40B4-BE49-F238E27FC236}">
                  <a16:creationId xmlns="" xmlns:a16="http://schemas.microsoft.com/office/drawing/2014/main" id="{516B8D5E-B35A-4976-8367-93982060A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5"/>
              <a:ext cx="248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Line 1051">
              <a:extLst>
                <a:ext uri="{FF2B5EF4-FFF2-40B4-BE49-F238E27FC236}">
                  <a16:creationId xmlns="" xmlns:a16="http://schemas.microsoft.com/office/drawing/2014/main" id="{69D78DF6-235C-4913-A663-C8D55F00E9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8"/>
              <a:ext cx="96" cy="1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Line 1052">
              <a:extLst>
                <a:ext uri="{FF2B5EF4-FFF2-40B4-BE49-F238E27FC236}">
                  <a16:creationId xmlns="" xmlns:a16="http://schemas.microsoft.com/office/drawing/2014/main" id="{FB070ED5-679C-4D78-B3A4-0CCF7F56EC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Line 1053">
              <a:extLst>
                <a:ext uri="{FF2B5EF4-FFF2-40B4-BE49-F238E27FC236}">
                  <a16:creationId xmlns="" xmlns:a16="http://schemas.microsoft.com/office/drawing/2014/main" id="{BFDF57A4-0FF6-46D2-B069-F4578F0CD6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Line 1054">
              <a:extLst>
                <a:ext uri="{FF2B5EF4-FFF2-40B4-BE49-F238E27FC236}">
                  <a16:creationId xmlns="" xmlns:a16="http://schemas.microsoft.com/office/drawing/2014/main" id="{FFED79B3-AD59-4A19-8C33-7BF3F08DD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3025"/>
              <a:ext cx="56" cy="6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Line 1055">
              <a:extLst>
                <a:ext uri="{FF2B5EF4-FFF2-40B4-BE49-F238E27FC236}">
                  <a16:creationId xmlns="" xmlns:a16="http://schemas.microsoft.com/office/drawing/2014/main" id="{578F3505-715C-47F7-BBC9-ED59195392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Line 1056">
              <a:extLst>
                <a:ext uri="{FF2B5EF4-FFF2-40B4-BE49-F238E27FC236}">
                  <a16:creationId xmlns="" xmlns:a16="http://schemas.microsoft.com/office/drawing/2014/main" id="{5432DD60-52DF-4EBC-8F32-8B709A49E8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986" name="Group 1057">
              <a:extLst>
                <a:ext uri="{FF2B5EF4-FFF2-40B4-BE49-F238E27FC236}">
                  <a16:creationId xmlns="" xmlns:a16="http://schemas.microsoft.com/office/drawing/2014/main" id="{AE3048B0-BFC9-48AA-8E08-496A4DD6E1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40346" name="Picture 1058" descr="access_point_stylized_small">
                <a:extLst>
                  <a:ext uri="{FF2B5EF4-FFF2-40B4-BE49-F238E27FC236}">
                    <a16:creationId xmlns="" xmlns:a16="http://schemas.microsoft.com/office/drawing/2014/main" id="{1E91A331-8016-4625-91A9-EFE7506B8D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347" name="Picture 1059" descr="antenna_radiation_stylized">
                <a:extLst>
                  <a:ext uri="{FF2B5EF4-FFF2-40B4-BE49-F238E27FC236}">
                    <a16:creationId xmlns="" xmlns:a16="http://schemas.microsoft.com/office/drawing/2014/main" id="{5A1FBE61-196D-41CF-A5A7-E9D61FAA74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9987" name="Freeform 1060">
              <a:extLst>
                <a:ext uri="{FF2B5EF4-FFF2-40B4-BE49-F238E27FC236}">
                  <a16:creationId xmlns="" xmlns:a16="http://schemas.microsoft.com/office/drawing/2014/main" id="{7B5ECFD2-7208-46F1-BB9D-0C682237B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1061">
              <a:extLst>
                <a:ext uri="{FF2B5EF4-FFF2-40B4-BE49-F238E27FC236}">
                  <a16:creationId xmlns="" xmlns:a16="http://schemas.microsoft.com/office/drawing/2014/main" id="{C7060853-BF5F-4840-A142-BF311DF0C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Line 1062">
              <a:extLst>
                <a:ext uri="{FF2B5EF4-FFF2-40B4-BE49-F238E27FC236}">
                  <a16:creationId xmlns="" xmlns:a16="http://schemas.microsoft.com/office/drawing/2014/main" id="{3638D697-2C55-4214-8158-70E9BDC98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Line 1063">
              <a:extLst>
                <a:ext uri="{FF2B5EF4-FFF2-40B4-BE49-F238E27FC236}">
                  <a16:creationId xmlns="" xmlns:a16="http://schemas.microsoft.com/office/drawing/2014/main" id="{19BEB3C6-3CA0-4C56-8705-79555F783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Line 1064">
              <a:extLst>
                <a:ext uri="{FF2B5EF4-FFF2-40B4-BE49-F238E27FC236}">
                  <a16:creationId xmlns="" xmlns:a16="http://schemas.microsoft.com/office/drawing/2014/main" id="{67954F56-AB3C-4020-8B52-7487A1070E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Line 1065">
              <a:extLst>
                <a:ext uri="{FF2B5EF4-FFF2-40B4-BE49-F238E27FC236}">
                  <a16:creationId xmlns="" xmlns:a16="http://schemas.microsoft.com/office/drawing/2014/main" id="{8B40E2A0-2BC5-47CC-A220-95BB147A5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Line 1066">
              <a:extLst>
                <a:ext uri="{FF2B5EF4-FFF2-40B4-BE49-F238E27FC236}">
                  <a16:creationId xmlns="" xmlns:a16="http://schemas.microsoft.com/office/drawing/2014/main" id="{8452A94B-3AF7-4AA8-AFB9-EECDBD2364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Line 1067">
              <a:extLst>
                <a:ext uri="{FF2B5EF4-FFF2-40B4-BE49-F238E27FC236}">
                  <a16:creationId xmlns="" xmlns:a16="http://schemas.microsoft.com/office/drawing/2014/main" id="{5E9EC8CB-F84F-4E94-AE47-933F9B2FE1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Line 1068">
              <a:extLst>
                <a:ext uri="{FF2B5EF4-FFF2-40B4-BE49-F238E27FC236}">
                  <a16:creationId xmlns="" xmlns:a16="http://schemas.microsoft.com/office/drawing/2014/main" id="{2046C8AB-8A9D-40D8-B114-A4F696402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Line 1069">
              <a:extLst>
                <a:ext uri="{FF2B5EF4-FFF2-40B4-BE49-F238E27FC236}">
                  <a16:creationId xmlns="" xmlns:a16="http://schemas.microsoft.com/office/drawing/2014/main" id="{E801923F-00B5-43CA-AEA4-CF00477878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Line 1070">
              <a:extLst>
                <a:ext uri="{FF2B5EF4-FFF2-40B4-BE49-F238E27FC236}">
                  <a16:creationId xmlns="" xmlns:a16="http://schemas.microsoft.com/office/drawing/2014/main" id="{40B4E7CC-3CC2-45D5-8270-DA7461EC7B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Line 1071">
              <a:extLst>
                <a:ext uri="{FF2B5EF4-FFF2-40B4-BE49-F238E27FC236}">
                  <a16:creationId xmlns="" xmlns:a16="http://schemas.microsoft.com/office/drawing/2014/main" id="{284BCE9C-7FE6-4C35-8606-0A1DA2602D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Line 1072">
              <a:extLst>
                <a:ext uri="{FF2B5EF4-FFF2-40B4-BE49-F238E27FC236}">
                  <a16:creationId xmlns="" xmlns:a16="http://schemas.microsoft.com/office/drawing/2014/main" id="{F24FA79E-D9B5-47AA-BEB1-A792B5089E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Line 1073">
              <a:extLst>
                <a:ext uri="{FF2B5EF4-FFF2-40B4-BE49-F238E27FC236}">
                  <a16:creationId xmlns="" xmlns:a16="http://schemas.microsoft.com/office/drawing/2014/main" id="{FBD63074-CEAA-4559-B9E8-EA04DC843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Line 1074">
              <a:extLst>
                <a:ext uri="{FF2B5EF4-FFF2-40B4-BE49-F238E27FC236}">
                  <a16:creationId xmlns="" xmlns:a16="http://schemas.microsoft.com/office/drawing/2014/main" id="{8701425B-D277-4ED0-B477-27295A2D8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Line 1075">
              <a:extLst>
                <a:ext uri="{FF2B5EF4-FFF2-40B4-BE49-F238E27FC236}">
                  <a16:creationId xmlns="" xmlns:a16="http://schemas.microsoft.com/office/drawing/2014/main" id="{FB1EB581-1482-43CF-A790-B8679813FC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Line 1076">
              <a:extLst>
                <a:ext uri="{FF2B5EF4-FFF2-40B4-BE49-F238E27FC236}">
                  <a16:creationId xmlns="" xmlns:a16="http://schemas.microsoft.com/office/drawing/2014/main" id="{E9C7C2BE-F7E5-4040-AE29-1D43101D8A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Line 1077">
              <a:extLst>
                <a:ext uri="{FF2B5EF4-FFF2-40B4-BE49-F238E27FC236}">
                  <a16:creationId xmlns="" xmlns:a16="http://schemas.microsoft.com/office/drawing/2014/main" id="{BE64CD94-DF20-4720-9B3A-306432B90E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Line 1078">
              <a:extLst>
                <a:ext uri="{FF2B5EF4-FFF2-40B4-BE49-F238E27FC236}">
                  <a16:creationId xmlns="" xmlns:a16="http://schemas.microsoft.com/office/drawing/2014/main" id="{11A27704-4EE5-47E0-98D8-3D6CFAA2B6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006" name="Group 1079">
              <a:extLst>
                <a:ext uri="{FF2B5EF4-FFF2-40B4-BE49-F238E27FC236}">
                  <a16:creationId xmlns="" xmlns:a16="http://schemas.microsoft.com/office/drawing/2014/main" id="{5AC9A209-80DB-4D62-95CF-7265EB3983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40329" name="Line 270">
                <a:extLst>
                  <a:ext uri="{FF2B5EF4-FFF2-40B4-BE49-F238E27FC236}">
                    <a16:creationId xmlns="" xmlns:a16="http://schemas.microsoft.com/office/drawing/2014/main" id="{255FE2A5-B2F4-4F51-A8CD-82D422EA10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0" name="Line 271">
                <a:extLst>
                  <a:ext uri="{FF2B5EF4-FFF2-40B4-BE49-F238E27FC236}">
                    <a16:creationId xmlns="" xmlns:a16="http://schemas.microsoft.com/office/drawing/2014/main" id="{99EC1E57-53C8-47FD-8938-3F97731E0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1" name="Line 272">
                <a:extLst>
                  <a:ext uri="{FF2B5EF4-FFF2-40B4-BE49-F238E27FC236}">
                    <a16:creationId xmlns="" xmlns:a16="http://schemas.microsoft.com/office/drawing/2014/main" id="{0468582E-C8B9-4A47-B639-7478D0C3D4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2" name="Line 273">
                <a:extLst>
                  <a:ext uri="{FF2B5EF4-FFF2-40B4-BE49-F238E27FC236}">
                    <a16:creationId xmlns="" xmlns:a16="http://schemas.microsoft.com/office/drawing/2014/main" id="{8A463E3B-8CDD-4B0B-987D-73C2D5D55E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3" name="Line 274">
                <a:extLst>
                  <a:ext uri="{FF2B5EF4-FFF2-40B4-BE49-F238E27FC236}">
                    <a16:creationId xmlns="" xmlns:a16="http://schemas.microsoft.com/office/drawing/2014/main" id="{9974B1DC-D2FF-4E67-AF5C-69055220D1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4" name="Line 275">
                <a:extLst>
                  <a:ext uri="{FF2B5EF4-FFF2-40B4-BE49-F238E27FC236}">
                    <a16:creationId xmlns="" xmlns:a16="http://schemas.microsoft.com/office/drawing/2014/main" id="{4C240F56-C7DD-4D43-984A-EB49EF3F5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5" name="Line 276">
                <a:extLst>
                  <a:ext uri="{FF2B5EF4-FFF2-40B4-BE49-F238E27FC236}">
                    <a16:creationId xmlns="" xmlns:a16="http://schemas.microsoft.com/office/drawing/2014/main" id="{199A76ED-FE94-41EC-907C-410CD3461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6" name="Line 277">
                <a:extLst>
                  <a:ext uri="{FF2B5EF4-FFF2-40B4-BE49-F238E27FC236}">
                    <a16:creationId xmlns="" xmlns:a16="http://schemas.microsoft.com/office/drawing/2014/main" id="{D6589594-E61D-41F5-910E-504F789D58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7" name="Line 278">
                <a:extLst>
                  <a:ext uri="{FF2B5EF4-FFF2-40B4-BE49-F238E27FC236}">
                    <a16:creationId xmlns="" xmlns:a16="http://schemas.microsoft.com/office/drawing/2014/main" id="{FB9D577B-8E36-4085-81C9-8360119C94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8" name="Line 279">
                <a:extLst>
                  <a:ext uri="{FF2B5EF4-FFF2-40B4-BE49-F238E27FC236}">
                    <a16:creationId xmlns="" xmlns:a16="http://schemas.microsoft.com/office/drawing/2014/main" id="{4802838C-EA37-4A12-A2F1-C21959734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9" name="Line 280">
                <a:extLst>
                  <a:ext uri="{FF2B5EF4-FFF2-40B4-BE49-F238E27FC236}">
                    <a16:creationId xmlns="" xmlns:a16="http://schemas.microsoft.com/office/drawing/2014/main" id="{40360466-FD73-4CBF-87F5-DEBC551086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0" name="Line 281">
                <a:extLst>
                  <a:ext uri="{FF2B5EF4-FFF2-40B4-BE49-F238E27FC236}">
                    <a16:creationId xmlns="" xmlns:a16="http://schemas.microsoft.com/office/drawing/2014/main" id="{BF77AB59-9D06-4652-8A40-F04C3CDA1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1" name="Line 282">
                <a:extLst>
                  <a:ext uri="{FF2B5EF4-FFF2-40B4-BE49-F238E27FC236}">
                    <a16:creationId xmlns="" xmlns:a16="http://schemas.microsoft.com/office/drawing/2014/main" id="{BEA61BCB-2FD9-4517-AC6B-35634F5981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2" name="Line 283">
                <a:extLst>
                  <a:ext uri="{FF2B5EF4-FFF2-40B4-BE49-F238E27FC236}">
                    <a16:creationId xmlns="" xmlns:a16="http://schemas.microsoft.com/office/drawing/2014/main" id="{1E755751-0640-4EB0-8B88-1B54D7542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3" name="Line 284">
                <a:extLst>
                  <a:ext uri="{FF2B5EF4-FFF2-40B4-BE49-F238E27FC236}">
                    <a16:creationId xmlns="" xmlns:a16="http://schemas.microsoft.com/office/drawing/2014/main" id="{CEF15AA2-82C6-4940-81DD-3FB85B4BA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4" name="Oval 1095">
                <a:extLst>
                  <a:ext uri="{FF2B5EF4-FFF2-40B4-BE49-F238E27FC236}">
                    <a16:creationId xmlns="" xmlns:a16="http://schemas.microsoft.com/office/drawing/2014/main" id="{1526E426-126C-4028-80DF-C4DE40BFC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0345" name="Picture 1096" descr="cell_tower_radiation_gray">
                <a:extLst>
                  <a:ext uri="{FF2B5EF4-FFF2-40B4-BE49-F238E27FC236}">
                    <a16:creationId xmlns="" xmlns:a16="http://schemas.microsoft.com/office/drawing/2014/main" id="{00D17934-C5C9-412B-8B6A-364B712F4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07" name="Group 1097">
              <a:extLst>
                <a:ext uri="{FF2B5EF4-FFF2-40B4-BE49-F238E27FC236}">
                  <a16:creationId xmlns="" xmlns:a16="http://schemas.microsoft.com/office/drawing/2014/main" id="{A724474C-B597-4600-A964-F539CFB926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0320" name="Line 1098">
                <a:extLst>
                  <a:ext uri="{FF2B5EF4-FFF2-40B4-BE49-F238E27FC236}">
                    <a16:creationId xmlns="" xmlns:a16="http://schemas.microsoft.com/office/drawing/2014/main" id="{32CD02CC-CA86-4926-B34B-1A8E4C34A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1" name="Oval 407">
                <a:extLst>
                  <a:ext uri="{FF2B5EF4-FFF2-40B4-BE49-F238E27FC236}">
                    <a16:creationId xmlns="" xmlns:a16="http://schemas.microsoft.com/office/drawing/2014/main" id="{941345EF-7C32-45C1-B796-84BCEF43F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322" name="Rectangle 410">
                <a:extLst>
                  <a:ext uri="{FF2B5EF4-FFF2-40B4-BE49-F238E27FC236}">
                    <a16:creationId xmlns="" xmlns:a16="http://schemas.microsoft.com/office/drawing/2014/main" id="{8334FC9E-F1F9-4CC4-9957-170900DA6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323" name="Oval 411">
                <a:extLst>
                  <a:ext uri="{FF2B5EF4-FFF2-40B4-BE49-F238E27FC236}">
                    <a16:creationId xmlns="" xmlns:a16="http://schemas.microsoft.com/office/drawing/2014/main" id="{7A950102-55E6-4F5A-8381-4887B28E3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324" name="Group 1102">
                <a:extLst>
                  <a:ext uri="{FF2B5EF4-FFF2-40B4-BE49-F238E27FC236}">
                    <a16:creationId xmlns="" xmlns:a16="http://schemas.microsoft.com/office/drawing/2014/main" id="{B882CB6B-F2EA-4C0D-AD9E-E601C23075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40327" name="Freeform 1103">
                  <a:extLst>
                    <a:ext uri="{FF2B5EF4-FFF2-40B4-BE49-F238E27FC236}">
                      <a16:creationId xmlns="" xmlns:a16="http://schemas.microsoft.com/office/drawing/2014/main" id="{461C90E1-FF2E-4F1F-8730-1398F5EB2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28" name="Freeform 1104">
                  <a:extLst>
                    <a:ext uri="{FF2B5EF4-FFF2-40B4-BE49-F238E27FC236}">
                      <a16:creationId xmlns="" xmlns:a16="http://schemas.microsoft.com/office/drawing/2014/main" id="{D13ACF42-D86E-4ABF-879B-335EB1731C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25" name="Line 1105">
                <a:extLst>
                  <a:ext uri="{FF2B5EF4-FFF2-40B4-BE49-F238E27FC236}">
                    <a16:creationId xmlns="" xmlns:a16="http://schemas.microsoft.com/office/drawing/2014/main" id="{676CB440-E47B-428A-B18E-F66E5F1C63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Line 1106">
                <a:extLst>
                  <a:ext uri="{FF2B5EF4-FFF2-40B4-BE49-F238E27FC236}">
                    <a16:creationId xmlns="" xmlns:a16="http://schemas.microsoft.com/office/drawing/2014/main" id="{6BB8A382-B28A-459E-93C7-654B73481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08" name="Group 1107">
              <a:extLst>
                <a:ext uri="{FF2B5EF4-FFF2-40B4-BE49-F238E27FC236}">
                  <a16:creationId xmlns="" xmlns:a16="http://schemas.microsoft.com/office/drawing/2014/main" id="{7BBCDBAF-24C3-4822-BB3F-53F10FF938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40312" name="Oval 407">
                <a:extLst>
                  <a:ext uri="{FF2B5EF4-FFF2-40B4-BE49-F238E27FC236}">
                    <a16:creationId xmlns="" xmlns:a16="http://schemas.microsoft.com/office/drawing/2014/main" id="{3B2E2DCE-DB19-4C82-BBB1-56FCCB6D3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313" name="Rectangle 410">
                <a:extLst>
                  <a:ext uri="{FF2B5EF4-FFF2-40B4-BE49-F238E27FC236}">
                    <a16:creationId xmlns="" xmlns:a16="http://schemas.microsoft.com/office/drawing/2014/main" id="{B27FA2A9-00CF-4B52-B61B-CA02635B9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314" name="Oval 411">
                <a:extLst>
                  <a:ext uri="{FF2B5EF4-FFF2-40B4-BE49-F238E27FC236}">
                    <a16:creationId xmlns="" xmlns:a16="http://schemas.microsoft.com/office/drawing/2014/main" id="{344677CD-AF2A-410E-A2B9-49D637C44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315" name="Group 1111">
                <a:extLst>
                  <a:ext uri="{FF2B5EF4-FFF2-40B4-BE49-F238E27FC236}">
                    <a16:creationId xmlns="" xmlns:a16="http://schemas.microsoft.com/office/drawing/2014/main" id="{05C6D3A0-4564-4295-A868-722168E06A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18" name="Freeform 1112">
                  <a:extLst>
                    <a:ext uri="{FF2B5EF4-FFF2-40B4-BE49-F238E27FC236}">
                      <a16:creationId xmlns="" xmlns:a16="http://schemas.microsoft.com/office/drawing/2014/main" id="{5C6A25CC-ED94-412B-979B-1D4F95761C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19" name="Freeform 1113">
                  <a:extLst>
                    <a:ext uri="{FF2B5EF4-FFF2-40B4-BE49-F238E27FC236}">
                      <a16:creationId xmlns="" xmlns:a16="http://schemas.microsoft.com/office/drawing/2014/main" id="{E8E991A0-1668-4CFD-B53A-267EFE59A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16" name="Line 1114">
                <a:extLst>
                  <a:ext uri="{FF2B5EF4-FFF2-40B4-BE49-F238E27FC236}">
                    <a16:creationId xmlns="" xmlns:a16="http://schemas.microsoft.com/office/drawing/2014/main" id="{06839F1A-DEE9-4B44-A685-243A74A810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Line 1115">
                <a:extLst>
                  <a:ext uri="{FF2B5EF4-FFF2-40B4-BE49-F238E27FC236}">
                    <a16:creationId xmlns="" xmlns:a16="http://schemas.microsoft.com/office/drawing/2014/main" id="{3B0A5E70-2C0F-4995-AE47-0E159453B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09" name="Group 1116">
              <a:extLst>
                <a:ext uri="{FF2B5EF4-FFF2-40B4-BE49-F238E27FC236}">
                  <a16:creationId xmlns="" xmlns:a16="http://schemas.microsoft.com/office/drawing/2014/main" id="{DDC77E91-5508-4B4D-9530-B21DCB5DBC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40304" name="Oval 407">
                <a:extLst>
                  <a:ext uri="{FF2B5EF4-FFF2-40B4-BE49-F238E27FC236}">
                    <a16:creationId xmlns="" xmlns:a16="http://schemas.microsoft.com/office/drawing/2014/main" id="{464436EA-7C0F-4AF2-8894-9A30A2C96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305" name="Rectangle 410">
                <a:extLst>
                  <a:ext uri="{FF2B5EF4-FFF2-40B4-BE49-F238E27FC236}">
                    <a16:creationId xmlns="" xmlns:a16="http://schemas.microsoft.com/office/drawing/2014/main" id="{2059CF42-0109-4BB2-A2F7-E2F23F1D9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306" name="Oval 411">
                <a:extLst>
                  <a:ext uri="{FF2B5EF4-FFF2-40B4-BE49-F238E27FC236}">
                    <a16:creationId xmlns="" xmlns:a16="http://schemas.microsoft.com/office/drawing/2014/main" id="{FA1A98EC-F4E6-4D6E-AD29-FB12C976B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307" name="Group 1120">
                <a:extLst>
                  <a:ext uri="{FF2B5EF4-FFF2-40B4-BE49-F238E27FC236}">
                    <a16:creationId xmlns="" xmlns:a16="http://schemas.microsoft.com/office/drawing/2014/main" id="{5112729B-2ECB-47CF-B347-325BD28ED1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10" name="Freeform 1121">
                  <a:extLst>
                    <a:ext uri="{FF2B5EF4-FFF2-40B4-BE49-F238E27FC236}">
                      <a16:creationId xmlns="" xmlns:a16="http://schemas.microsoft.com/office/drawing/2014/main" id="{83FFE5B9-F84F-479E-81E2-6E3ED14D2E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11" name="Freeform 1122">
                  <a:extLst>
                    <a:ext uri="{FF2B5EF4-FFF2-40B4-BE49-F238E27FC236}">
                      <a16:creationId xmlns="" xmlns:a16="http://schemas.microsoft.com/office/drawing/2014/main" id="{399B6701-37F2-4703-A9F5-5F4DB904B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08" name="Line 1123">
                <a:extLst>
                  <a:ext uri="{FF2B5EF4-FFF2-40B4-BE49-F238E27FC236}">
                    <a16:creationId xmlns="" xmlns:a16="http://schemas.microsoft.com/office/drawing/2014/main" id="{32C19C47-4352-4B9C-AA3E-DF3BE5AED2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Line 1124">
                <a:extLst>
                  <a:ext uri="{FF2B5EF4-FFF2-40B4-BE49-F238E27FC236}">
                    <a16:creationId xmlns="" xmlns:a16="http://schemas.microsoft.com/office/drawing/2014/main" id="{A5B878C7-A31C-4D38-8AAB-5026BFAACA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0" name="Group 1125">
              <a:extLst>
                <a:ext uri="{FF2B5EF4-FFF2-40B4-BE49-F238E27FC236}">
                  <a16:creationId xmlns="" xmlns:a16="http://schemas.microsoft.com/office/drawing/2014/main" id="{1E382B7E-D4CF-4B43-803A-19BE39F72E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40296" name="Oval 407">
                <a:extLst>
                  <a:ext uri="{FF2B5EF4-FFF2-40B4-BE49-F238E27FC236}">
                    <a16:creationId xmlns="" xmlns:a16="http://schemas.microsoft.com/office/drawing/2014/main" id="{8814DACA-80F5-4A5A-A829-543C18B32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97" name="Rectangle 410">
                <a:extLst>
                  <a:ext uri="{FF2B5EF4-FFF2-40B4-BE49-F238E27FC236}">
                    <a16:creationId xmlns="" xmlns:a16="http://schemas.microsoft.com/office/drawing/2014/main" id="{5B7BDEB8-D28F-4375-B09D-3DCF4E83A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98" name="Oval 411">
                <a:extLst>
                  <a:ext uri="{FF2B5EF4-FFF2-40B4-BE49-F238E27FC236}">
                    <a16:creationId xmlns="" xmlns:a16="http://schemas.microsoft.com/office/drawing/2014/main" id="{5B716A76-A4C2-48D1-8158-035A97087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99" name="Group 1129">
                <a:extLst>
                  <a:ext uri="{FF2B5EF4-FFF2-40B4-BE49-F238E27FC236}">
                    <a16:creationId xmlns="" xmlns:a16="http://schemas.microsoft.com/office/drawing/2014/main" id="{E66B8B1A-F3BA-4BD0-AA8A-217BDF1168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02" name="Freeform 1130">
                  <a:extLst>
                    <a:ext uri="{FF2B5EF4-FFF2-40B4-BE49-F238E27FC236}">
                      <a16:creationId xmlns="" xmlns:a16="http://schemas.microsoft.com/office/drawing/2014/main" id="{87671943-192D-4413-89D5-B415F2B4C5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03" name="Freeform 1131">
                  <a:extLst>
                    <a:ext uri="{FF2B5EF4-FFF2-40B4-BE49-F238E27FC236}">
                      <a16:creationId xmlns="" xmlns:a16="http://schemas.microsoft.com/office/drawing/2014/main" id="{BF0A5576-D451-4FF4-8F77-97935BC0DE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00" name="Line 1132">
                <a:extLst>
                  <a:ext uri="{FF2B5EF4-FFF2-40B4-BE49-F238E27FC236}">
                    <a16:creationId xmlns="" xmlns:a16="http://schemas.microsoft.com/office/drawing/2014/main" id="{ECE7EDB4-77F2-4C85-A599-2A1E5AD4D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1" name="Line 1133">
                <a:extLst>
                  <a:ext uri="{FF2B5EF4-FFF2-40B4-BE49-F238E27FC236}">
                    <a16:creationId xmlns="" xmlns:a16="http://schemas.microsoft.com/office/drawing/2014/main" id="{0DAB060C-BE53-4377-B7EF-272FF2D4F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1" name="Group 1134">
              <a:extLst>
                <a:ext uri="{FF2B5EF4-FFF2-40B4-BE49-F238E27FC236}">
                  <a16:creationId xmlns="" xmlns:a16="http://schemas.microsoft.com/office/drawing/2014/main" id="{065707A4-BE52-47DC-8B1B-48DF1F7D9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40288" name="Oval 407">
                <a:extLst>
                  <a:ext uri="{FF2B5EF4-FFF2-40B4-BE49-F238E27FC236}">
                    <a16:creationId xmlns="" xmlns:a16="http://schemas.microsoft.com/office/drawing/2014/main" id="{5CB6D0E3-07C9-4B1A-B539-9B942AC3E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89" name="Rectangle 410">
                <a:extLst>
                  <a:ext uri="{FF2B5EF4-FFF2-40B4-BE49-F238E27FC236}">
                    <a16:creationId xmlns="" xmlns:a16="http://schemas.microsoft.com/office/drawing/2014/main" id="{36D3330F-E880-4625-8E3F-278BF7165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90" name="Oval 411">
                <a:extLst>
                  <a:ext uri="{FF2B5EF4-FFF2-40B4-BE49-F238E27FC236}">
                    <a16:creationId xmlns="" xmlns:a16="http://schemas.microsoft.com/office/drawing/2014/main" id="{2F269418-BDDB-411F-95D6-8EC06F267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91" name="Group 1138">
                <a:extLst>
                  <a:ext uri="{FF2B5EF4-FFF2-40B4-BE49-F238E27FC236}">
                    <a16:creationId xmlns="" xmlns:a16="http://schemas.microsoft.com/office/drawing/2014/main" id="{885350EF-D873-47E0-83C8-9D9E7D46CF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94" name="Freeform 1139">
                  <a:extLst>
                    <a:ext uri="{FF2B5EF4-FFF2-40B4-BE49-F238E27FC236}">
                      <a16:creationId xmlns="" xmlns:a16="http://schemas.microsoft.com/office/drawing/2014/main" id="{89331365-ECF6-4786-89B2-28758A2632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95" name="Freeform 1140">
                  <a:extLst>
                    <a:ext uri="{FF2B5EF4-FFF2-40B4-BE49-F238E27FC236}">
                      <a16:creationId xmlns="" xmlns:a16="http://schemas.microsoft.com/office/drawing/2014/main" id="{33C13183-1E0B-4F11-B199-B8D33B2D9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92" name="Line 1141">
                <a:extLst>
                  <a:ext uri="{FF2B5EF4-FFF2-40B4-BE49-F238E27FC236}">
                    <a16:creationId xmlns="" xmlns:a16="http://schemas.microsoft.com/office/drawing/2014/main" id="{009FA8F2-29A7-4C87-8875-81083D2D5B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Line 1142">
                <a:extLst>
                  <a:ext uri="{FF2B5EF4-FFF2-40B4-BE49-F238E27FC236}">
                    <a16:creationId xmlns="" xmlns:a16="http://schemas.microsoft.com/office/drawing/2014/main" id="{C739182B-455F-44C5-A02C-0316D986D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2" name="Group 1143">
              <a:extLst>
                <a:ext uri="{FF2B5EF4-FFF2-40B4-BE49-F238E27FC236}">
                  <a16:creationId xmlns="" xmlns:a16="http://schemas.microsoft.com/office/drawing/2014/main" id="{2F864445-B2F7-4268-9AEC-7045EC7411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40280" name="Oval 407">
                <a:extLst>
                  <a:ext uri="{FF2B5EF4-FFF2-40B4-BE49-F238E27FC236}">
                    <a16:creationId xmlns="" xmlns:a16="http://schemas.microsoft.com/office/drawing/2014/main" id="{F7610FB1-2DE3-48D4-ACB0-16681DB3D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81" name="Rectangle 410">
                <a:extLst>
                  <a:ext uri="{FF2B5EF4-FFF2-40B4-BE49-F238E27FC236}">
                    <a16:creationId xmlns="" xmlns:a16="http://schemas.microsoft.com/office/drawing/2014/main" id="{3B770907-E8B1-445A-9454-A5052DB55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82" name="Oval 411">
                <a:extLst>
                  <a:ext uri="{FF2B5EF4-FFF2-40B4-BE49-F238E27FC236}">
                    <a16:creationId xmlns="" xmlns:a16="http://schemas.microsoft.com/office/drawing/2014/main" id="{2E1F4FFA-97A1-4C01-8978-F6C2DC7FE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83" name="Group 1147">
                <a:extLst>
                  <a:ext uri="{FF2B5EF4-FFF2-40B4-BE49-F238E27FC236}">
                    <a16:creationId xmlns="" xmlns:a16="http://schemas.microsoft.com/office/drawing/2014/main" id="{74EE86E2-64B9-4444-98CF-3480992F83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86" name="Freeform 1148">
                  <a:extLst>
                    <a:ext uri="{FF2B5EF4-FFF2-40B4-BE49-F238E27FC236}">
                      <a16:creationId xmlns="" xmlns:a16="http://schemas.microsoft.com/office/drawing/2014/main" id="{32BFBBA9-CA7D-4003-8763-5D77F3E214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87" name="Freeform 1149">
                  <a:extLst>
                    <a:ext uri="{FF2B5EF4-FFF2-40B4-BE49-F238E27FC236}">
                      <a16:creationId xmlns="" xmlns:a16="http://schemas.microsoft.com/office/drawing/2014/main" id="{EFF9E769-5875-4A34-A83B-4A2AF971C5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84" name="Line 1150">
                <a:extLst>
                  <a:ext uri="{FF2B5EF4-FFF2-40B4-BE49-F238E27FC236}">
                    <a16:creationId xmlns="" xmlns:a16="http://schemas.microsoft.com/office/drawing/2014/main" id="{C59BE50B-4C2A-4990-A2FE-C8B88DE7F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Line 1151">
                <a:extLst>
                  <a:ext uri="{FF2B5EF4-FFF2-40B4-BE49-F238E27FC236}">
                    <a16:creationId xmlns="" xmlns:a16="http://schemas.microsoft.com/office/drawing/2014/main" id="{243EC6E4-CBD5-4346-ABF7-3FD3CA9866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013" name="Line 1152">
              <a:extLst>
                <a:ext uri="{FF2B5EF4-FFF2-40B4-BE49-F238E27FC236}">
                  <a16:creationId xmlns="" xmlns:a16="http://schemas.microsoft.com/office/drawing/2014/main" id="{5CEA386B-50D9-4A51-B202-45565CD8A5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014" name="Group 1153">
              <a:extLst>
                <a:ext uri="{FF2B5EF4-FFF2-40B4-BE49-F238E27FC236}">
                  <a16:creationId xmlns="" xmlns:a16="http://schemas.microsoft.com/office/drawing/2014/main" id="{ABFF6CC5-56BC-43F9-BE8F-A13F715DD2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40272" name="Oval 407">
                <a:extLst>
                  <a:ext uri="{FF2B5EF4-FFF2-40B4-BE49-F238E27FC236}">
                    <a16:creationId xmlns="" xmlns:a16="http://schemas.microsoft.com/office/drawing/2014/main" id="{D050898F-5DEC-4728-9776-10BD07D91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73" name="Rectangle 410">
                <a:extLst>
                  <a:ext uri="{FF2B5EF4-FFF2-40B4-BE49-F238E27FC236}">
                    <a16:creationId xmlns="" xmlns:a16="http://schemas.microsoft.com/office/drawing/2014/main" id="{C26FD71E-FA84-4128-B7B6-9D719A57E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74" name="Oval 411">
                <a:extLst>
                  <a:ext uri="{FF2B5EF4-FFF2-40B4-BE49-F238E27FC236}">
                    <a16:creationId xmlns="" xmlns:a16="http://schemas.microsoft.com/office/drawing/2014/main" id="{D32D137C-793B-4540-BC22-7CD6303BB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75" name="Group 1157">
                <a:extLst>
                  <a:ext uri="{FF2B5EF4-FFF2-40B4-BE49-F238E27FC236}">
                    <a16:creationId xmlns="" xmlns:a16="http://schemas.microsoft.com/office/drawing/2014/main" id="{F21A96FA-065D-4BC5-9557-A2D1C79021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78" name="Freeform 1158">
                  <a:extLst>
                    <a:ext uri="{FF2B5EF4-FFF2-40B4-BE49-F238E27FC236}">
                      <a16:creationId xmlns="" xmlns:a16="http://schemas.microsoft.com/office/drawing/2014/main" id="{35D14E2F-A1F2-48AE-80E0-1B7E78C67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79" name="Freeform 1159">
                  <a:extLst>
                    <a:ext uri="{FF2B5EF4-FFF2-40B4-BE49-F238E27FC236}">
                      <a16:creationId xmlns="" xmlns:a16="http://schemas.microsoft.com/office/drawing/2014/main" id="{4823843D-603F-4313-B4E0-F2862BC5DD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76" name="Line 1160">
                <a:extLst>
                  <a:ext uri="{FF2B5EF4-FFF2-40B4-BE49-F238E27FC236}">
                    <a16:creationId xmlns="" xmlns:a16="http://schemas.microsoft.com/office/drawing/2014/main" id="{ACCFD8A3-D3A6-4ECC-8495-00940CB2C6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Line 1161">
                <a:extLst>
                  <a:ext uri="{FF2B5EF4-FFF2-40B4-BE49-F238E27FC236}">
                    <a16:creationId xmlns="" xmlns:a16="http://schemas.microsoft.com/office/drawing/2014/main" id="{8C0EBF77-A75A-4AE1-9CAC-70D3466A93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5" name="Group 1162">
              <a:extLst>
                <a:ext uri="{FF2B5EF4-FFF2-40B4-BE49-F238E27FC236}">
                  <a16:creationId xmlns="" xmlns:a16="http://schemas.microsoft.com/office/drawing/2014/main" id="{B3DD334F-DC4E-433C-B2A6-3C89BF4633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40264" name="Oval 407">
                <a:extLst>
                  <a:ext uri="{FF2B5EF4-FFF2-40B4-BE49-F238E27FC236}">
                    <a16:creationId xmlns="" xmlns:a16="http://schemas.microsoft.com/office/drawing/2014/main" id="{EBA578BB-4591-4AD7-96A9-558995DC8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65" name="Rectangle 410">
                <a:extLst>
                  <a:ext uri="{FF2B5EF4-FFF2-40B4-BE49-F238E27FC236}">
                    <a16:creationId xmlns="" xmlns:a16="http://schemas.microsoft.com/office/drawing/2014/main" id="{FD0CB025-34FF-44BF-8F0B-C5DE376DF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66" name="Oval 411">
                <a:extLst>
                  <a:ext uri="{FF2B5EF4-FFF2-40B4-BE49-F238E27FC236}">
                    <a16:creationId xmlns="" xmlns:a16="http://schemas.microsoft.com/office/drawing/2014/main" id="{08C987BE-35F3-41BC-BFD5-F19F1CA4F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67" name="Group 1166">
                <a:extLst>
                  <a:ext uri="{FF2B5EF4-FFF2-40B4-BE49-F238E27FC236}">
                    <a16:creationId xmlns="" xmlns:a16="http://schemas.microsoft.com/office/drawing/2014/main" id="{29725C6B-5112-4426-B255-8BABCD210E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70" name="Freeform 1167">
                  <a:extLst>
                    <a:ext uri="{FF2B5EF4-FFF2-40B4-BE49-F238E27FC236}">
                      <a16:creationId xmlns="" xmlns:a16="http://schemas.microsoft.com/office/drawing/2014/main" id="{CA39C03C-044E-44C8-B312-BEF173EF37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71" name="Freeform 1168">
                  <a:extLst>
                    <a:ext uri="{FF2B5EF4-FFF2-40B4-BE49-F238E27FC236}">
                      <a16:creationId xmlns="" xmlns:a16="http://schemas.microsoft.com/office/drawing/2014/main" id="{32B2E0D2-D6FB-459C-A4F4-9D4923BA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68" name="Line 1169">
                <a:extLst>
                  <a:ext uri="{FF2B5EF4-FFF2-40B4-BE49-F238E27FC236}">
                    <a16:creationId xmlns="" xmlns:a16="http://schemas.microsoft.com/office/drawing/2014/main" id="{ED3B68F8-49F3-43B3-8CF4-74A604F2D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Line 1170">
                <a:extLst>
                  <a:ext uri="{FF2B5EF4-FFF2-40B4-BE49-F238E27FC236}">
                    <a16:creationId xmlns="" xmlns:a16="http://schemas.microsoft.com/office/drawing/2014/main" id="{C90BEB1E-9C86-4EBE-AD0E-8B37DCD5B1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6" name="Group 1171">
              <a:extLst>
                <a:ext uri="{FF2B5EF4-FFF2-40B4-BE49-F238E27FC236}">
                  <a16:creationId xmlns="" xmlns:a16="http://schemas.microsoft.com/office/drawing/2014/main" id="{C94A1352-60D6-43F5-841A-3C3C47A1B1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40256" name="Oval 407">
                <a:extLst>
                  <a:ext uri="{FF2B5EF4-FFF2-40B4-BE49-F238E27FC236}">
                    <a16:creationId xmlns="" xmlns:a16="http://schemas.microsoft.com/office/drawing/2014/main" id="{845BE82F-6C0C-4811-A49F-7DFEAE013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57" name="Rectangle 410">
                <a:extLst>
                  <a:ext uri="{FF2B5EF4-FFF2-40B4-BE49-F238E27FC236}">
                    <a16:creationId xmlns="" xmlns:a16="http://schemas.microsoft.com/office/drawing/2014/main" id="{00D5C2EE-FB4F-4D05-9196-C7D5B8EC6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58" name="Oval 411">
                <a:extLst>
                  <a:ext uri="{FF2B5EF4-FFF2-40B4-BE49-F238E27FC236}">
                    <a16:creationId xmlns="" xmlns:a16="http://schemas.microsoft.com/office/drawing/2014/main" id="{F190D87A-B5A3-4E7F-A220-5E15BA41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59" name="Group 1175">
                <a:extLst>
                  <a:ext uri="{FF2B5EF4-FFF2-40B4-BE49-F238E27FC236}">
                    <a16:creationId xmlns="" xmlns:a16="http://schemas.microsoft.com/office/drawing/2014/main" id="{1841045B-2381-40FA-8506-01594C483F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62" name="Freeform 1176">
                  <a:extLst>
                    <a:ext uri="{FF2B5EF4-FFF2-40B4-BE49-F238E27FC236}">
                      <a16:creationId xmlns="" xmlns:a16="http://schemas.microsoft.com/office/drawing/2014/main" id="{0B26B3C2-6F19-49DB-A271-97907153D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63" name="Freeform 1177">
                  <a:extLst>
                    <a:ext uri="{FF2B5EF4-FFF2-40B4-BE49-F238E27FC236}">
                      <a16:creationId xmlns="" xmlns:a16="http://schemas.microsoft.com/office/drawing/2014/main" id="{B8DF65AD-E24A-4AA4-87DF-F10FF5519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60" name="Line 1178">
                <a:extLst>
                  <a:ext uri="{FF2B5EF4-FFF2-40B4-BE49-F238E27FC236}">
                    <a16:creationId xmlns="" xmlns:a16="http://schemas.microsoft.com/office/drawing/2014/main" id="{E4838A9C-1C93-4A02-BEAF-D25B74322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Line 1179">
                <a:extLst>
                  <a:ext uri="{FF2B5EF4-FFF2-40B4-BE49-F238E27FC236}">
                    <a16:creationId xmlns="" xmlns:a16="http://schemas.microsoft.com/office/drawing/2014/main" id="{8C8D9821-8C9D-43F3-9097-7CD09940D7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7" name="Group 1180">
              <a:extLst>
                <a:ext uri="{FF2B5EF4-FFF2-40B4-BE49-F238E27FC236}">
                  <a16:creationId xmlns="" xmlns:a16="http://schemas.microsoft.com/office/drawing/2014/main" id="{95E5A32B-B0D7-4C1D-96F7-9196B1F0F5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40248" name="Oval 407">
                <a:extLst>
                  <a:ext uri="{FF2B5EF4-FFF2-40B4-BE49-F238E27FC236}">
                    <a16:creationId xmlns="" xmlns:a16="http://schemas.microsoft.com/office/drawing/2014/main" id="{9BDABBEF-D4F6-4410-AD29-5F80E6C6C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49" name="Rectangle 410">
                <a:extLst>
                  <a:ext uri="{FF2B5EF4-FFF2-40B4-BE49-F238E27FC236}">
                    <a16:creationId xmlns="" xmlns:a16="http://schemas.microsoft.com/office/drawing/2014/main" id="{B50B3DCD-DD07-497C-A5F0-6469F23C8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50" name="Oval 411">
                <a:extLst>
                  <a:ext uri="{FF2B5EF4-FFF2-40B4-BE49-F238E27FC236}">
                    <a16:creationId xmlns="" xmlns:a16="http://schemas.microsoft.com/office/drawing/2014/main" id="{B3725559-C0A5-405A-AB5A-753C0BBFE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51" name="Group 1184">
                <a:extLst>
                  <a:ext uri="{FF2B5EF4-FFF2-40B4-BE49-F238E27FC236}">
                    <a16:creationId xmlns="" xmlns:a16="http://schemas.microsoft.com/office/drawing/2014/main" id="{9D91DD16-E1B4-45C4-AE72-76E69E4807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54" name="Freeform 1185">
                  <a:extLst>
                    <a:ext uri="{FF2B5EF4-FFF2-40B4-BE49-F238E27FC236}">
                      <a16:creationId xmlns="" xmlns:a16="http://schemas.microsoft.com/office/drawing/2014/main" id="{19F38316-912D-4761-A0E9-352E9C611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5" name="Freeform 1186">
                  <a:extLst>
                    <a:ext uri="{FF2B5EF4-FFF2-40B4-BE49-F238E27FC236}">
                      <a16:creationId xmlns="" xmlns:a16="http://schemas.microsoft.com/office/drawing/2014/main" id="{F01D7AF9-73EB-46D2-BD0D-583074422F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52" name="Line 1187">
                <a:extLst>
                  <a:ext uri="{FF2B5EF4-FFF2-40B4-BE49-F238E27FC236}">
                    <a16:creationId xmlns="" xmlns:a16="http://schemas.microsoft.com/office/drawing/2014/main" id="{6F5D6927-4B95-4353-9FA3-ACC4BFA5A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Line 1188">
                <a:extLst>
                  <a:ext uri="{FF2B5EF4-FFF2-40B4-BE49-F238E27FC236}">
                    <a16:creationId xmlns="" xmlns:a16="http://schemas.microsoft.com/office/drawing/2014/main" id="{538CC38C-B45F-4295-A875-4522597BAE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8" name="Group 1189">
              <a:extLst>
                <a:ext uri="{FF2B5EF4-FFF2-40B4-BE49-F238E27FC236}">
                  <a16:creationId xmlns="" xmlns:a16="http://schemas.microsoft.com/office/drawing/2014/main" id="{F6026ADE-D2F2-4AC2-ABF7-BE4CCC4104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40240" name="Oval 407">
                <a:extLst>
                  <a:ext uri="{FF2B5EF4-FFF2-40B4-BE49-F238E27FC236}">
                    <a16:creationId xmlns="" xmlns:a16="http://schemas.microsoft.com/office/drawing/2014/main" id="{C3EE498D-30A4-4A33-BA4A-E3A5DF6AF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41" name="Rectangle 410">
                <a:extLst>
                  <a:ext uri="{FF2B5EF4-FFF2-40B4-BE49-F238E27FC236}">
                    <a16:creationId xmlns="" xmlns:a16="http://schemas.microsoft.com/office/drawing/2014/main" id="{5728F02D-2736-4A58-8705-F5D9C7EC7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42" name="Oval 411">
                <a:extLst>
                  <a:ext uri="{FF2B5EF4-FFF2-40B4-BE49-F238E27FC236}">
                    <a16:creationId xmlns="" xmlns:a16="http://schemas.microsoft.com/office/drawing/2014/main" id="{A0FD430D-9EEA-4D20-B16D-6CB8066A4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43" name="Group 1193">
                <a:extLst>
                  <a:ext uri="{FF2B5EF4-FFF2-40B4-BE49-F238E27FC236}">
                    <a16:creationId xmlns="" xmlns:a16="http://schemas.microsoft.com/office/drawing/2014/main" id="{8BEF310B-D62D-41A1-91AB-637CCFBA69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46" name="Freeform 1194">
                  <a:extLst>
                    <a:ext uri="{FF2B5EF4-FFF2-40B4-BE49-F238E27FC236}">
                      <a16:creationId xmlns="" xmlns:a16="http://schemas.microsoft.com/office/drawing/2014/main" id="{3564B980-A164-425A-B369-EBED87D47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7" name="Freeform 1195">
                  <a:extLst>
                    <a:ext uri="{FF2B5EF4-FFF2-40B4-BE49-F238E27FC236}">
                      <a16:creationId xmlns="" xmlns:a16="http://schemas.microsoft.com/office/drawing/2014/main" id="{B6B1F6C7-7992-4B86-9D20-01F905F116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44" name="Line 1196">
                <a:extLst>
                  <a:ext uri="{FF2B5EF4-FFF2-40B4-BE49-F238E27FC236}">
                    <a16:creationId xmlns="" xmlns:a16="http://schemas.microsoft.com/office/drawing/2014/main" id="{F1512C31-B0A6-4162-A9CC-6C0B292063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Line 1197">
                <a:extLst>
                  <a:ext uri="{FF2B5EF4-FFF2-40B4-BE49-F238E27FC236}">
                    <a16:creationId xmlns="" xmlns:a16="http://schemas.microsoft.com/office/drawing/2014/main" id="{EA70C150-0D49-4428-BBD9-F8F0C97E21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9" name="Group 1198">
              <a:extLst>
                <a:ext uri="{FF2B5EF4-FFF2-40B4-BE49-F238E27FC236}">
                  <a16:creationId xmlns="" xmlns:a16="http://schemas.microsoft.com/office/drawing/2014/main" id="{DE50FF04-6DA2-498B-BC8F-20FAFE16DB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40232" name="Oval 407">
                <a:extLst>
                  <a:ext uri="{FF2B5EF4-FFF2-40B4-BE49-F238E27FC236}">
                    <a16:creationId xmlns="" xmlns:a16="http://schemas.microsoft.com/office/drawing/2014/main" id="{30784CCD-CE84-45B0-B0EA-A90579DAF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33" name="Rectangle 410">
                <a:extLst>
                  <a:ext uri="{FF2B5EF4-FFF2-40B4-BE49-F238E27FC236}">
                    <a16:creationId xmlns="" xmlns:a16="http://schemas.microsoft.com/office/drawing/2014/main" id="{A584CDF2-144A-45EC-93B4-1FC16C19B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34" name="Oval 411">
                <a:extLst>
                  <a:ext uri="{FF2B5EF4-FFF2-40B4-BE49-F238E27FC236}">
                    <a16:creationId xmlns="" xmlns:a16="http://schemas.microsoft.com/office/drawing/2014/main" id="{72287FC8-585E-4142-A706-055F91CD4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0235" name="Group 1202">
                <a:extLst>
                  <a:ext uri="{FF2B5EF4-FFF2-40B4-BE49-F238E27FC236}">
                    <a16:creationId xmlns="" xmlns:a16="http://schemas.microsoft.com/office/drawing/2014/main" id="{C9E8A397-7975-4CA4-866B-CA2675FEDB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38" name="Freeform 1203">
                  <a:extLst>
                    <a:ext uri="{FF2B5EF4-FFF2-40B4-BE49-F238E27FC236}">
                      <a16:creationId xmlns="" xmlns:a16="http://schemas.microsoft.com/office/drawing/2014/main" id="{E6B1162A-30DD-4B43-9190-17B57D168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9" name="Freeform 1204">
                  <a:extLst>
                    <a:ext uri="{FF2B5EF4-FFF2-40B4-BE49-F238E27FC236}">
                      <a16:creationId xmlns="" xmlns:a16="http://schemas.microsoft.com/office/drawing/2014/main" id="{8F3DF197-27BD-4FBF-8BF9-5F4CD28FB1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36" name="Line 1205">
                <a:extLst>
                  <a:ext uri="{FF2B5EF4-FFF2-40B4-BE49-F238E27FC236}">
                    <a16:creationId xmlns="" xmlns:a16="http://schemas.microsoft.com/office/drawing/2014/main" id="{8B93ADD3-F6B3-4F7B-8458-75C2111683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Line 1206">
                <a:extLst>
                  <a:ext uri="{FF2B5EF4-FFF2-40B4-BE49-F238E27FC236}">
                    <a16:creationId xmlns="" xmlns:a16="http://schemas.microsoft.com/office/drawing/2014/main" id="{9B0208CC-72EA-4A7A-B555-22C98E9CFB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20" name="Group 1207">
              <a:extLst>
                <a:ext uri="{FF2B5EF4-FFF2-40B4-BE49-F238E27FC236}">
                  <a16:creationId xmlns="" xmlns:a16="http://schemas.microsoft.com/office/drawing/2014/main" id="{78C1A94D-37B7-41D1-B52A-92705F3E80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40218" name="Group 1208">
                <a:extLst>
                  <a:ext uri="{FF2B5EF4-FFF2-40B4-BE49-F238E27FC236}">
                    <a16:creationId xmlns="" xmlns:a16="http://schemas.microsoft.com/office/drawing/2014/main" id="{B14A4D2C-DB01-4C45-A1EC-C49D4957F6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0220" name="Freeform 1209">
                  <a:extLst>
                    <a:ext uri="{FF2B5EF4-FFF2-40B4-BE49-F238E27FC236}">
                      <a16:creationId xmlns="" xmlns:a16="http://schemas.microsoft.com/office/drawing/2014/main" id="{4200B030-E20F-4ED5-8A54-02BCA42EA3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1" name="Freeform 1210">
                  <a:extLst>
                    <a:ext uri="{FF2B5EF4-FFF2-40B4-BE49-F238E27FC236}">
                      <a16:creationId xmlns="" xmlns:a16="http://schemas.microsoft.com/office/drawing/2014/main" id="{EDD2F450-2304-4E8A-9554-788014818C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2" name="Freeform 1211">
                  <a:extLst>
                    <a:ext uri="{FF2B5EF4-FFF2-40B4-BE49-F238E27FC236}">
                      <a16:creationId xmlns="" xmlns:a16="http://schemas.microsoft.com/office/drawing/2014/main" id="{75B505CA-9105-4660-922F-B3443AF450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3" name="Freeform 1212">
                  <a:extLst>
                    <a:ext uri="{FF2B5EF4-FFF2-40B4-BE49-F238E27FC236}">
                      <a16:creationId xmlns="" xmlns:a16="http://schemas.microsoft.com/office/drawing/2014/main" id="{D01F2561-43C2-4313-8318-3703E0769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4" name="Freeform 1213">
                  <a:extLst>
                    <a:ext uri="{FF2B5EF4-FFF2-40B4-BE49-F238E27FC236}">
                      <a16:creationId xmlns="" xmlns:a16="http://schemas.microsoft.com/office/drawing/2014/main" id="{E8D6E64E-DA06-4660-B1A9-573E9A69BC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5" name="Freeform 1214">
                  <a:extLst>
                    <a:ext uri="{FF2B5EF4-FFF2-40B4-BE49-F238E27FC236}">
                      <a16:creationId xmlns="" xmlns:a16="http://schemas.microsoft.com/office/drawing/2014/main" id="{E20918C1-7929-482E-A756-D4E64CBAFD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6" name="Freeform 1215">
                  <a:extLst>
                    <a:ext uri="{FF2B5EF4-FFF2-40B4-BE49-F238E27FC236}">
                      <a16:creationId xmlns="" xmlns:a16="http://schemas.microsoft.com/office/drawing/2014/main" id="{10BCA5C6-F5A1-4836-96C1-F584715453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7" name="Freeform 1216">
                  <a:extLst>
                    <a:ext uri="{FF2B5EF4-FFF2-40B4-BE49-F238E27FC236}">
                      <a16:creationId xmlns="" xmlns:a16="http://schemas.microsoft.com/office/drawing/2014/main" id="{A4F08DE1-E380-4714-A556-90DACD7031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8" name="Freeform 1217">
                  <a:extLst>
                    <a:ext uri="{FF2B5EF4-FFF2-40B4-BE49-F238E27FC236}">
                      <a16:creationId xmlns="" xmlns:a16="http://schemas.microsoft.com/office/drawing/2014/main" id="{7ACF37C4-C763-4173-B04D-76EB8C64C1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9" name="Freeform 1218">
                  <a:extLst>
                    <a:ext uri="{FF2B5EF4-FFF2-40B4-BE49-F238E27FC236}">
                      <a16:creationId xmlns="" xmlns:a16="http://schemas.microsoft.com/office/drawing/2014/main" id="{DD45A250-B793-47D2-A47D-F6988C98D5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0" name="Freeform 1219">
                  <a:extLst>
                    <a:ext uri="{FF2B5EF4-FFF2-40B4-BE49-F238E27FC236}">
                      <a16:creationId xmlns="" xmlns:a16="http://schemas.microsoft.com/office/drawing/2014/main" id="{6854DD14-7B9F-48E8-89AA-7B34B7534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1" name="Freeform 1220">
                  <a:extLst>
                    <a:ext uri="{FF2B5EF4-FFF2-40B4-BE49-F238E27FC236}">
                      <a16:creationId xmlns="" xmlns:a16="http://schemas.microsoft.com/office/drawing/2014/main" id="{E2A034A2-AD99-41C3-AF07-F1235521B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0219" name="Picture 1221" descr="access_point_stylized_gray_small">
                <a:extLst>
                  <a:ext uri="{FF2B5EF4-FFF2-40B4-BE49-F238E27FC236}">
                    <a16:creationId xmlns="" xmlns:a16="http://schemas.microsoft.com/office/drawing/2014/main" id="{6D7B1497-3185-44FA-AEA1-694F93975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21" name="Group 1222">
              <a:extLst>
                <a:ext uri="{FF2B5EF4-FFF2-40B4-BE49-F238E27FC236}">
                  <a16:creationId xmlns="" xmlns:a16="http://schemas.microsoft.com/office/drawing/2014/main" id="{F97947DD-FFD2-4B40-802D-4D2EB02D6E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40204" name="Group 1223">
                <a:extLst>
                  <a:ext uri="{FF2B5EF4-FFF2-40B4-BE49-F238E27FC236}">
                    <a16:creationId xmlns="" xmlns:a16="http://schemas.microsoft.com/office/drawing/2014/main" id="{18607083-4ECB-4110-90A7-3C95D6F653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0206" name="Freeform 1224">
                  <a:extLst>
                    <a:ext uri="{FF2B5EF4-FFF2-40B4-BE49-F238E27FC236}">
                      <a16:creationId xmlns="" xmlns:a16="http://schemas.microsoft.com/office/drawing/2014/main" id="{052D8479-FD0D-4B35-B70F-F2A89AD7E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7" name="Freeform 1225">
                  <a:extLst>
                    <a:ext uri="{FF2B5EF4-FFF2-40B4-BE49-F238E27FC236}">
                      <a16:creationId xmlns="" xmlns:a16="http://schemas.microsoft.com/office/drawing/2014/main" id="{1AA29C6F-677E-46A0-A175-5DA9531B5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8" name="Freeform 1226">
                  <a:extLst>
                    <a:ext uri="{FF2B5EF4-FFF2-40B4-BE49-F238E27FC236}">
                      <a16:creationId xmlns="" xmlns:a16="http://schemas.microsoft.com/office/drawing/2014/main" id="{433450A6-BC8D-449B-AC9C-21430236DD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9" name="Freeform 1227">
                  <a:extLst>
                    <a:ext uri="{FF2B5EF4-FFF2-40B4-BE49-F238E27FC236}">
                      <a16:creationId xmlns="" xmlns:a16="http://schemas.microsoft.com/office/drawing/2014/main" id="{7AD89CCE-7758-4E8C-BABB-B655920E7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0" name="Freeform 1228">
                  <a:extLst>
                    <a:ext uri="{FF2B5EF4-FFF2-40B4-BE49-F238E27FC236}">
                      <a16:creationId xmlns="" xmlns:a16="http://schemas.microsoft.com/office/drawing/2014/main" id="{6386DE91-29DD-4201-85B9-F0BEC18272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1" name="Freeform 1229">
                  <a:extLst>
                    <a:ext uri="{FF2B5EF4-FFF2-40B4-BE49-F238E27FC236}">
                      <a16:creationId xmlns="" xmlns:a16="http://schemas.microsoft.com/office/drawing/2014/main" id="{27BB5B91-AB5D-4EDB-B0F6-0BA13FC8EA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2" name="Freeform 1230">
                  <a:extLst>
                    <a:ext uri="{FF2B5EF4-FFF2-40B4-BE49-F238E27FC236}">
                      <a16:creationId xmlns="" xmlns:a16="http://schemas.microsoft.com/office/drawing/2014/main" id="{CA9F1AD0-46D6-4C1A-B726-3EBAD780B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3" name="Freeform 1231">
                  <a:extLst>
                    <a:ext uri="{FF2B5EF4-FFF2-40B4-BE49-F238E27FC236}">
                      <a16:creationId xmlns="" xmlns:a16="http://schemas.microsoft.com/office/drawing/2014/main" id="{859F248D-1C35-4928-84B4-D8E266197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4" name="Freeform 1232">
                  <a:extLst>
                    <a:ext uri="{FF2B5EF4-FFF2-40B4-BE49-F238E27FC236}">
                      <a16:creationId xmlns="" xmlns:a16="http://schemas.microsoft.com/office/drawing/2014/main" id="{13083847-B709-4D9F-BF8D-846CBF06E3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5" name="Freeform 1233">
                  <a:extLst>
                    <a:ext uri="{FF2B5EF4-FFF2-40B4-BE49-F238E27FC236}">
                      <a16:creationId xmlns="" xmlns:a16="http://schemas.microsoft.com/office/drawing/2014/main" id="{34AABFBF-8445-4092-BCF2-A8B947D9E5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6" name="Freeform 1234">
                  <a:extLst>
                    <a:ext uri="{FF2B5EF4-FFF2-40B4-BE49-F238E27FC236}">
                      <a16:creationId xmlns="" xmlns:a16="http://schemas.microsoft.com/office/drawing/2014/main" id="{A8803686-CAAD-48C6-BB3C-161EF24255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7" name="Freeform 1235">
                  <a:extLst>
                    <a:ext uri="{FF2B5EF4-FFF2-40B4-BE49-F238E27FC236}">
                      <a16:creationId xmlns="" xmlns:a16="http://schemas.microsoft.com/office/drawing/2014/main" id="{63955A1E-5227-4F8B-9DAC-5644B3EBD1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0205" name="Picture 1236" descr="access_point_stylized_gray_small">
                <a:extLst>
                  <a:ext uri="{FF2B5EF4-FFF2-40B4-BE49-F238E27FC236}">
                    <a16:creationId xmlns="" xmlns:a16="http://schemas.microsoft.com/office/drawing/2014/main" id="{5D8F3762-2B31-4AC8-ACE9-C083AEF4A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0022" name="Line 1237">
              <a:extLst>
                <a:ext uri="{FF2B5EF4-FFF2-40B4-BE49-F238E27FC236}">
                  <a16:creationId xmlns="" xmlns:a16="http://schemas.microsoft.com/office/drawing/2014/main" id="{C1761A9E-4A13-4BE9-B29D-54B6A0543D1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0023" name="Group 1238">
              <a:extLst>
                <a:ext uri="{FF2B5EF4-FFF2-40B4-BE49-F238E27FC236}">
                  <a16:creationId xmlns="" xmlns:a16="http://schemas.microsoft.com/office/drawing/2014/main" id="{5F272ECF-A519-4370-9B72-2F97CCD7469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40202" name="Picture 1239" descr="desktop_computer_stylized_medium">
                <a:extLst>
                  <a:ext uri="{FF2B5EF4-FFF2-40B4-BE49-F238E27FC236}">
                    <a16:creationId xmlns="" xmlns:a16="http://schemas.microsoft.com/office/drawing/2014/main" id="{6919F54C-7B98-4314-BA32-07A9A2CAC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203" name="Freeform 1240">
                <a:extLst>
                  <a:ext uri="{FF2B5EF4-FFF2-40B4-BE49-F238E27FC236}">
                    <a16:creationId xmlns="" xmlns:a16="http://schemas.microsoft.com/office/drawing/2014/main" id="{3D124B50-9BA4-460C-9B13-8EB2D6282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4" name="Group 1241">
              <a:extLst>
                <a:ext uri="{FF2B5EF4-FFF2-40B4-BE49-F238E27FC236}">
                  <a16:creationId xmlns="" xmlns:a16="http://schemas.microsoft.com/office/drawing/2014/main" id="{EA69BF62-FBAF-486D-8644-EDB12E1B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40200" name="Picture 1242" descr="desktop_computer_stylized_medium">
                <a:extLst>
                  <a:ext uri="{FF2B5EF4-FFF2-40B4-BE49-F238E27FC236}">
                    <a16:creationId xmlns="" xmlns:a16="http://schemas.microsoft.com/office/drawing/2014/main" id="{B730A5C1-C85C-4606-B682-2D6B511A5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201" name="Freeform 1243">
                <a:extLst>
                  <a:ext uri="{FF2B5EF4-FFF2-40B4-BE49-F238E27FC236}">
                    <a16:creationId xmlns="" xmlns:a16="http://schemas.microsoft.com/office/drawing/2014/main" id="{1B4A3F04-8283-4B42-BC19-726888AA3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5" name="Group 1244">
              <a:extLst>
                <a:ext uri="{FF2B5EF4-FFF2-40B4-BE49-F238E27FC236}">
                  <a16:creationId xmlns="" xmlns:a16="http://schemas.microsoft.com/office/drawing/2014/main" id="{460D18A1-E61C-4990-AC0B-449394EE0AD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40198" name="Picture 1245" descr="desktop_computer_stylized_medium">
                <a:extLst>
                  <a:ext uri="{FF2B5EF4-FFF2-40B4-BE49-F238E27FC236}">
                    <a16:creationId xmlns="" xmlns:a16="http://schemas.microsoft.com/office/drawing/2014/main" id="{25FEF4AC-2CA1-4BA1-904B-5896C87FF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99" name="Freeform 1246">
                <a:extLst>
                  <a:ext uri="{FF2B5EF4-FFF2-40B4-BE49-F238E27FC236}">
                    <a16:creationId xmlns="" xmlns:a16="http://schemas.microsoft.com/office/drawing/2014/main" id="{1F26BD78-C3B0-4C70-A387-EAD3DFDF6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6" name="Group 1247">
              <a:extLst>
                <a:ext uri="{FF2B5EF4-FFF2-40B4-BE49-F238E27FC236}">
                  <a16:creationId xmlns="" xmlns:a16="http://schemas.microsoft.com/office/drawing/2014/main" id="{5E6B7491-832E-463A-9187-DD7F2F4B8E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40196" name="Picture 1248" descr="desktop_computer_stylized_medium">
                <a:extLst>
                  <a:ext uri="{FF2B5EF4-FFF2-40B4-BE49-F238E27FC236}">
                    <a16:creationId xmlns="" xmlns:a16="http://schemas.microsoft.com/office/drawing/2014/main" id="{B6C36D41-0263-4A43-A5C4-C4B68B081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97" name="Freeform 1249">
                <a:extLst>
                  <a:ext uri="{FF2B5EF4-FFF2-40B4-BE49-F238E27FC236}">
                    <a16:creationId xmlns="" xmlns:a16="http://schemas.microsoft.com/office/drawing/2014/main" id="{E86B6DEC-AA99-492A-9042-939A85341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0027" name="Picture 1250" descr="car_icon_small">
              <a:extLst>
                <a:ext uri="{FF2B5EF4-FFF2-40B4-BE49-F238E27FC236}">
                  <a16:creationId xmlns="" xmlns:a16="http://schemas.microsoft.com/office/drawing/2014/main" id="{57F78820-1557-48F8-BE12-DF037BD436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0028" name="Group 1251">
              <a:extLst>
                <a:ext uri="{FF2B5EF4-FFF2-40B4-BE49-F238E27FC236}">
                  <a16:creationId xmlns="" xmlns:a16="http://schemas.microsoft.com/office/drawing/2014/main" id="{0AD7EABB-00FB-4DEF-A8B2-3CBB5A6FB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40194" name="Picture 1252" descr="iphone_stylized_small">
                <a:extLst>
                  <a:ext uri="{FF2B5EF4-FFF2-40B4-BE49-F238E27FC236}">
                    <a16:creationId xmlns="" xmlns:a16="http://schemas.microsoft.com/office/drawing/2014/main" id="{2E1F6FB2-32F3-4E7D-849D-29BEE2C48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195" name="Picture 1253" descr="antenna_radiation_stylized">
                <a:extLst>
                  <a:ext uri="{FF2B5EF4-FFF2-40B4-BE49-F238E27FC236}">
                    <a16:creationId xmlns="" xmlns:a16="http://schemas.microsoft.com/office/drawing/2014/main" id="{654F7F42-CC20-4090-8DFD-F7AE25167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29" name="Group 1254">
              <a:extLst>
                <a:ext uri="{FF2B5EF4-FFF2-40B4-BE49-F238E27FC236}">
                  <a16:creationId xmlns="" xmlns:a16="http://schemas.microsoft.com/office/drawing/2014/main" id="{44652376-609F-4410-A1DF-9E85682B2A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40162" name="Freeform 1255">
                <a:extLst>
                  <a:ext uri="{FF2B5EF4-FFF2-40B4-BE49-F238E27FC236}">
                    <a16:creationId xmlns="" xmlns:a16="http://schemas.microsoft.com/office/drawing/2014/main" id="{083B1F50-4413-4416-BB4E-B555A0C6C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Rectangle 1256">
                <a:extLst>
                  <a:ext uri="{FF2B5EF4-FFF2-40B4-BE49-F238E27FC236}">
                    <a16:creationId xmlns="" xmlns:a16="http://schemas.microsoft.com/office/drawing/2014/main" id="{298C3C2C-F8C6-4CF4-BF3A-F5247EECF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64" name="Freeform 1257">
                <a:extLst>
                  <a:ext uri="{FF2B5EF4-FFF2-40B4-BE49-F238E27FC236}">
                    <a16:creationId xmlns="" xmlns:a16="http://schemas.microsoft.com/office/drawing/2014/main" id="{9F05548B-0A68-430E-8306-39C1D724C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1258">
                <a:extLst>
                  <a:ext uri="{FF2B5EF4-FFF2-40B4-BE49-F238E27FC236}">
                    <a16:creationId xmlns="" xmlns:a16="http://schemas.microsoft.com/office/drawing/2014/main" id="{AE2EB498-EBFF-4E75-B895-55736E10B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Rectangle 1259">
                <a:extLst>
                  <a:ext uri="{FF2B5EF4-FFF2-40B4-BE49-F238E27FC236}">
                    <a16:creationId xmlns="" xmlns:a16="http://schemas.microsoft.com/office/drawing/2014/main" id="{7107EC2E-2247-4DCA-B2C9-93BB75A8A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67" name="Group 1260">
                <a:extLst>
                  <a:ext uri="{FF2B5EF4-FFF2-40B4-BE49-F238E27FC236}">
                    <a16:creationId xmlns="" xmlns:a16="http://schemas.microsoft.com/office/drawing/2014/main" id="{1FC1865A-F275-47C7-8A77-5284F69E31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0192" name="AutoShape 1261">
                  <a:extLst>
                    <a:ext uri="{FF2B5EF4-FFF2-40B4-BE49-F238E27FC236}">
                      <a16:creationId xmlns="" xmlns:a16="http://schemas.microsoft.com/office/drawing/2014/main" id="{785F1E5F-A86B-424F-8F7D-7C74B1E17E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93" name="AutoShape 1262">
                  <a:extLst>
                    <a:ext uri="{FF2B5EF4-FFF2-40B4-BE49-F238E27FC236}">
                      <a16:creationId xmlns="" xmlns:a16="http://schemas.microsoft.com/office/drawing/2014/main" id="{B4892C36-63D5-43B0-8936-256A6F85EB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68" name="Rectangle 1263">
                <a:extLst>
                  <a:ext uri="{FF2B5EF4-FFF2-40B4-BE49-F238E27FC236}">
                    <a16:creationId xmlns="" xmlns:a16="http://schemas.microsoft.com/office/drawing/2014/main" id="{960DE34C-4E88-4B26-891D-1F20A093B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69" name="Group 1264">
                <a:extLst>
                  <a:ext uri="{FF2B5EF4-FFF2-40B4-BE49-F238E27FC236}">
                    <a16:creationId xmlns="" xmlns:a16="http://schemas.microsoft.com/office/drawing/2014/main" id="{5B060F50-633D-4035-8678-6AF3E2455C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0190" name="AutoShape 1265">
                  <a:extLst>
                    <a:ext uri="{FF2B5EF4-FFF2-40B4-BE49-F238E27FC236}">
                      <a16:creationId xmlns="" xmlns:a16="http://schemas.microsoft.com/office/drawing/2014/main" id="{9EA58A52-EFD9-4AC3-83FD-0E0A171CFB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91" name="AutoShape 1266">
                  <a:extLst>
                    <a:ext uri="{FF2B5EF4-FFF2-40B4-BE49-F238E27FC236}">
                      <a16:creationId xmlns="" xmlns:a16="http://schemas.microsoft.com/office/drawing/2014/main" id="{6BFF993F-9E02-48CE-916B-E7F2EE3968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0" name="Rectangle 1267">
                <a:extLst>
                  <a:ext uri="{FF2B5EF4-FFF2-40B4-BE49-F238E27FC236}">
                    <a16:creationId xmlns="" xmlns:a16="http://schemas.microsoft.com/office/drawing/2014/main" id="{15185BF1-AE85-496B-83A2-1F6DC9AFD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1" name="Rectangle 1268">
                <a:extLst>
                  <a:ext uri="{FF2B5EF4-FFF2-40B4-BE49-F238E27FC236}">
                    <a16:creationId xmlns="" xmlns:a16="http://schemas.microsoft.com/office/drawing/2014/main" id="{34434B22-13A2-4882-A4DE-7CCFEB07C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72" name="Group 1269">
                <a:extLst>
                  <a:ext uri="{FF2B5EF4-FFF2-40B4-BE49-F238E27FC236}">
                    <a16:creationId xmlns="" xmlns:a16="http://schemas.microsoft.com/office/drawing/2014/main" id="{BA03780E-A52B-4B17-8A62-CF4E43C218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188" name="AutoShape 1270">
                  <a:extLst>
                    <a:ext uri="{FF2B5EF4-FFF2-40B4-BE49-F238E27FC236}">
                      <a16:creationId xmlns="" xmlns:a16="http://schemas.microsoft.com/office/drawing/2014/main" id="{F50EA761-5C1B-4775-964E-AF2704E0A4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89" name="AutoShape 1271">
                  <a:extLst>
                    <a:ext uri="{FF2B5EF4-FFF2-40B4-BE49-F238E27FC236}">
                      <a16:creationId xmlns="" xmlns:a16="http://schemas.microsoft.com/office/drawing/2014/main" id="{B8EC4668-72BC-4A15-9E12-027D1FE2EB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3" name="Freeform 1272">
                <a:extLst>
                  <a:ext uri="{FF2B5EF4-FFF2-40B4-BE49-F238E27FC236}">
                    <a16:creationId xmlns="" xmlns:a16="http://schemas.microsoft.com/office/drawing/2014/main" id="{FD45C063-DA4F-479A-B2E3-197E935B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74" name="Group 1273">
                <a:extLst>
                  <a:ext uri="{FF2B5EF4-FFF2-40B4-BE49-F238E27FC236}">
                    <a16:creationId xmlns="" xmlns:a16="http://schemas.microsoft.com/office/drawing/2014/main" id="{615A7EF1-12AC-467A-84ED-AA29551BDD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186" name="AutoShape 1274">
                  <a:extLst>
                    <a:ext uri="{FF2B5EF4-FFF2-40B4-BE49-F238E27FC236}">
                      <a16:creationId xmlns="" xmlns:a16="http://schemas.microsoft.com/office/drawing/2014/main" id="{CAA7E820-CB6C-4217-BF1A-90D047E5FB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87" name="AutoShape 1275">
                  <a:extLst>
                    <a:ext uri="{FF2B5EF4-FFF2-40B4-BE49-F238E27FC236}">
                      <a16:creationId xmlns="" xmlns:a16="http://schemas.microsoft.com/office/drawing/2014/main" id="{0B39627F-640A-4842-8D79-6121F96129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5" name="Rectangle 1276">
                <a:extLst>
                  <a:ext uri="{FF2B5EF4-FFF2-40B4-BE49-F238E27FC236}">
                    <a16:creationId xmlns="" xmlns:a16="http://schemas.microsoft.com/office/drawing/2014/main" id="{E5BC5AE0-CD20-4132-97F7-31AD8541C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6" name="Freeform 1277">
                <a:extLst>
                  <a:ext uri="{FF2B5EF4-FFF2-40B4-BE49-F238E27FC236}">
                    <a16:creationId xmlns="" xmlns:a16="http://schemas.microsoft.com/office/drawing/2014/main" id="{A367FF24-6281-4CBE-9114-E06C53D5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1278">
                <a:extLst>
                  <a:ext uri="{FF2B5EF4-FFF2-40B4-BE49-F238E27FC236}">
                    <a16:creationId xmlns="" xmlns:a16="http://schemas.microsoft.com/office/drawing/2014/main" id="{A8494318-2365-4CA9-AA83-78AD20745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Oval 1279">
                <a:extLst>
                  <a:ext uri="{FF2B5EF4-FFF2-40B4-BE49-F238E27FC236}">
                    <a16:creationId xmlns="" xmlns:a16="http://schemas.microsoft.com/office/drawing/2014/main" id="{CCA63BD9-B775-4BEB-9355-74BB88198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9" name="Freeform 1280">
                <a:extLst>
                  <a:ext uri="{FF2B5EF4-FFF2-40B4-BE49-F238E27FC236}">
                    <a16:creationId xmlns="" xmlns:a16="http://schemas.microsoft.com/office/drawing/2014/main" id="{91B5BA1B-885D-43BF-9764-C3F3A3F91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AutoShape 1281">
                <a:extLst>
                  <a:ext uri="{FF2B5EF4-FFF2-40B4-BE49-F238E27FC236}">
                    <a16:creationId xmlns="" xmlns:a16="http://schemas.microsoft.com/office/drawing/2014/main" id="{E37280C3-AEAD-40EC-A89C-F22D2706B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1" name="AutoShape 1282">
                <a:extLst>
                  <a:ext uri="{FF2B5EF4-FFF2-40B4-BE49-F238E27FC236}">
                    <a16:creationId xmlns="" xmlns:a16="http://schemas.microsoft.com/office/drawing/2014/main" id="{56B5755E-1460-49DB-B04E-F6AAC38DB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2" name="Oval 1283">
                <a:extLst>
                  <a:ext uri="{FF2B5EF4-FFF2-40B4-BE49-F238E27FC236}">
                    <a16:creationId xmlns="" xmlns:a16="http://schemas.microsoft.com/office/drawing/2014/main" id="{59C3798E-D013-4D67-AB74-F0F6B8E8C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3" name="Oval 1284">
                <a:extLst>
                  <a:ext uri="{FF2B5EF4-FFF2-40B4-BE49-F238E27FC236}">
                    <a16:creationId xmlns="" xmlns:a16="http://schemas.microsoft.com/office/drawing/2014/main" id="{42547239-AE9E-4E3B-9B4C-60583F226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184" name="Oval 1285">
                <a:extLst>
                  <a:ext uri="{FF2B5EF4-FFF2-40B4-BE49-F238E27FC236}">
                    <a16:creationId xmlns="" xmlns:a16="http://schemas.microsoft.com/office/drawing/2014/main" id="{A6DD9CFD-EA3D-491E-98BE-452C9A2A9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5" name="Rectangle 1286">
                <a:extLst>
                  <a:ext uri="{FF2B5EF4-FFF2-40B4-BE49-F238E27FC236}">
                    <a16:creationId xmlns="" xmlns:a16="http://schemas.microsoft.com/office/drawing/2014/main" id="{E5B8A77E-3C89-4984-9146-778727C1D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0030" name="Group 1287">
              <a:extLst>
                <a:ext uri="{FF2B5EF4-FFF2-40B4-BE49-F238E27FC236}">
                  <a16:creationId xmlns="" xmlns:a16="http://schemas.microsoft.com/office/drawing/2014/main" id="{FD93B84A-05D6-471B-9786-956BDABC7C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40130" name="Freeform 1288">
                <a:extLst>
                  <a:ext uri="{FF2B5EF4-FFF2-40B4-BE49-F238E27FC236}">
                    <a16:creationId xmlns="" xmlns:a16="http://schemas.microsoft.com/office/drawing/2014/main" id="{436C2E9F-8FE2-4157-A4EC-D35A0AD89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Rectangle 1289">
                <a:extLst>
                  <a:ext uri="{FF2B5EF4-FFF2-40B4-BE49-F238E27FC236}">
                    <a16:creationId xmlns="" xmlns:a16="http://schemas.microsoft.com/office/drawing/2014/main" id="{ADC25C98-FD0F-4CBC-9215-DB52F4193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32" name="Freeform 1290">
                <a:extLst>
                  <a:ext uri="{FF2B5EF4-FFF2-40B4-BE49-F238E27FC236}">
                    <a16:creationId xmlns="" xmlns:a16="http://schemas.microsoft.com/office/drawing/2014/main" id="{DC3DCF6C-86D9-421B-A24E-8D815B795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1291">
                <a:extLst>
                  <a:ext uri="{FF2B5EF4-FFF2-40B4-BE49-F238E27FC236}">
                    <a16:creationId xmlns="" xmlns:a16="http://schemas.microsoft.com/office/drawing/2014/main" id="{91FEB90E-280F-4BEF-914A-5621C4BDA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Rectangle 1292">
                <a:extLst>
                  <a:ext uri="{FF2B5EF4-FFF2-40B4-BE49-F238E27FC236}">
                    <a16:creationId xmlns="" xmlns:a16="http://schemas.microsoft.com/office/drawing/2014/main" id="{B1333690-08E3-4A2B-AD24-C3980E024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35" name="Group 1293">
                <a:extLst>
                  <a:ext uri="{FF2B5EF4-FFF2-40B4-BE49-F238E27FC236}">
                    <a16:creationId xmlns="" xmlns:a16="http://schemas.microsoft.com/office/drawing/2014/main" id="{34AF66D8-ADE5-4A4E-88A8-5118C38382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0160" name="AutoShape 1294">
                  <a:extLst>
                    <a:ext uri="{FF2B5EF4-FFF2-40B4-BE49-F238E27FC236}">
                      <a16:creationId xmlns="" xmlns:a16="http://schemas.microsoft.com/office/drawing/2014/main" id="{BEF48B15-E1C1-49BB-BF04-FB5CF9E451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61" name="AutoShape 1295">
                  <a:extLst>
                    <a:ext uri="{FF2B5EF4-FFF2-40B4-BE49-F238E27FC236}">
                      <a16:creationId xmlns="" xmlns:a16="http://schemas.microsoft.com/office/drawing/2014/main" id="{C08CF584-5061-4333-9BC9-C560419AB8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36" name="Rectangle 1296">
                <a:extLst>
                  <a:ext uri="{FF2B5EF4-FFF2-40B4-BE49-F238E27FC236}">
                    <a16:creationId xmlns="" xmlns:a16="http://schemas.microsoft.com/office/drawing/2014/main" id="{5E5DC0DD-1E42-4AB2-9EDE-0B06AD42E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37" name="Group 1297">
                <a:extLst>
                  <a:ext uri="{FF2B5EF4-FFF2-40B4-BE49-F238E27FC236}">
                    <a16:creationId xmlns="" xmlns:a16="http://schemas.microsoft.com/office/drawing/2014/main" id="{340E7DE4-DA1C-406A-BBD8-A8D31A2B36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0158" name="AutoShape 1298">
                  <a:extLst>
                    <a:ext uri="{FF2B5EF4-FFF2-40B4-BE49-F238E27FC236}">
                      <a16:creationId xmlns="" xmlns:a16="http://schemas.microsoft.com/office/drawing/2014/main" id="{1D572B3D-6BF4-489F-B56D-38A9ECC63D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9" name="AutoShape 1299">
                  <a:extLst>
                    <a:ext uri="{FF2B5EF4-FFF2-40B4-BE49-F238E27FC236}">
                      <a16:creationId xmlns="" xmlns:a16="http://schemas.microsoft.com/office/drawing/2014/main" id="{8E24A77D-6533-40C9-8281-4E155A2F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38" name="Rectangle 1300">
                <a:extLst>
                  <a:ext uri="{FF2B5EF4-FFF2-40B4-BE49-F238E27FC236}">
                    <a16:creationId xmlns="" xmlns:a16="http://schemas.microsoft.com/office/drawing/2014/main" id="{95DAD4B6-657D-47D9-B1A8-46BAC91C2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39" name="Rectangle 1301">
                <a:extLst>
                  <a:ext uri="{FF2B5EF4-FFF2-40B4-BE49-F238E27FC236}">
                    <a16:creationId xmlns="" xmlns:a16="http://schemas.microsoft.com/office/drawing/2014/main" id="{E23D3369-2C00-4556-898B-19B7EF11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40" name="Group 1302">
                <a:extLst>
                  <a:ext uri="{FF2B5EF4-FFF2-40B4-BE49-F238E27FC236}">
                    <a16:creationId xmlns="" xmlns:a16="http://schemas.microsoft.com/office/drawing/2014/main" id="{EFFB3473-14E4-4CF9-B82C-276CB23D7D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156" name="AutoShape 1303">
                  <a:extLst>
                    <a:ext uri="{FF2B5EF4-FFF2-40B4-BE49-F238E27FC236}">
                      <a16:creationId xmlns="" xmlns:a16="http://schemas.microsoft.com/office/drawing/2014/main" id="{44CE9F69-DE9E-4FD1-A2A0-27CB2692E9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7" name="AutoShape 1304">
                  <a:extLst>
                    <a:ext uri="{FF2B5EF4-FFF2-40B4-BE49-F238E27FC236}">
                      <a16:creationId xmlns="" xmlns:a16="http://schemas.microsoft.com/office/drawing/2014/main" id="{A37AA331-2531-4CF7-8E04-FBC4DE5A51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41" name="Freeform 1305">
                <a:extLst>
                  <a:ext uri="{FF2B5EF4-FFF2-40B4-BE49-F238E27FC236}">
                    <a16:creationId xmlns="" xmlns:a16="http://schemas.microsoft.com/office/drawing/2014/main" id="{497870AD-D74F-4EA7-9A76-EC6064D6F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42" name="Group 1306">
                <a:extLst>
                  <a:ext uri="{FF2B5EF4-FFF2-40B4-BE49-F238E27FC236}">
                    <a16:creationId xmlns="" xmlns:a16="http://schemas.microsoft.com/office/drawing/2014/main" id="{396BC188-EDF3-4E42-8E67-6B2E0DB199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154" name="AutoShape 1307">
                  <a:extLst>
                    <a:ext uri="{FF2B5EF4-FFF2-40B4-BE49-F238E27FC236}">
                      <a16:creationId xmlns="" xmlns:a16="http://schemas.microsoft.com/office/drawing/2014/main" id="{32729BC2-3EA8-4AFF-8460-70F4312AB6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5" name="AutoShape 1308">
                  <a:extLst>
                    <a:ext uri="{FF2B5EF4-FFF2-40B4-BE49-F238E27FC236}">
                      <a16:creationId xmlns="" xmlns:a16="http://schemas.microsoft.com/office/drawing/2014/main" id="{76D6D0C7-4EA3-4766-BE3F-F059487CEC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43" name="Rectangle 1309">
                <a:extLst>
                  <a:ext uri="{FF2B5EF4-FFF2-40B4-BE49-F238E27FC236}">
                    <a16:creationId xmlns="" xmlns:a16="http://schemas.microsoft.com/office/drawing/2014/main" id="{1B0743F0-41BF-414D-847D-E3036DA6C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4" name="Freeform 1310">
                <a:extLst>
                  <a:ext uri="{FF2B5EF4-FFF2-40B4-BE49-F238E27FC236}">
                    <a16:creationId xmlns="" xmlns:a16="http://schemas.microsoft.com/office/drawing/2014/main" id="{A7572C68-E630-427D-A1EB-5AEF58572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1311">
                <a:extLst>
                  <a:ext uri="{FF2B5EF4-FFF2-40B4-BE49-F238E27FC236}">
                    <a16:creationId xmlns="" xmlns:a16="http://schemas.microsoft.com/office/drawing/2014/main" id="{BE13CBEB-A549-408F-9525-726DF130B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Oval 1312">
                <a:extLst>
                  <a:ext uri="{FF2B5EF4-FFF2-40B4-BE49-F238E27FC236}">
                    <a16:creationId xmlns="" xmlns:a16="http://schemas.microsoft.com/office/drawing/2014/main" id="{D5BF6315-1E7B-4397-A048-1E089614A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7" name="Freeform 1313">
                <a:extLst>
                  <a:ext uri="{FF2B5EF4-FFF2-40B4-BE49-F238E27FC236}">
                    <a16:creationId xmlns="" xmlns:a16="http://schemas.microsoft.com/office/drawing/2014/main" id="{A8767FFE-DF68-4B9C-B596-332DA9AE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AutoShape 1314">
                <a:extLst>
                  <a:ext uri="{FF2B5EF4-FFF2-40B4-BE49-F238E27FC236}">
                    <a16:creationId xmlns="" xmlns:a16="http://schemas.microsoft.com/office/drawing/2014/main" id="{0681ED33-745F-4363-858C-608D76250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9" name="AutoShape 1315">
                <a:extLst>
                  <a:ext uri="{FF2B5EF4-FFF2-40B4-BE49-F238E27FC236}">
                    <a16:creationId xmlns="" xmlns:a16="http://schemas.microsoft.com/office/drawing/2014/main" id="{28AEB30C-1679-446A-BA63-E362DECC3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0" name="Oval 1316">
                <a:extLst>
                  <a:ext uri="{FF2B5EF4-FFF2-40B4-BE49-F238E27FC236}">
                    <a16:creationId xmlns="" xmlns:a16="http://schemas.microsoft.com/office/drawing/2014/main" id="{8AFD31AE-AC38-4DD7-8AB1-BF34E96D8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1" name="Oval 1317">
                <a:extLst>
                  <a:ext uri="{FF2B5EF4-FFF2-40B4-BE49-F238E27FC236}">
                    <a16:creationId xmlns="" xmlns:a16="http://schemas.microsoft.com/office/drawing/2014/main" id="{6E19D83C-7F9C-42AE-9CAF-E681ACF6C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152" name="Oval 1318">
                <a:extLst>
                  <a:ext uri="{FF2B5EF4-FFF2-40B4-BE49-F238E27FC236}">
                    <a16:creationId xmlns="" xmlns:a16="http://schemas.microsoft.com/office/drawing/2014/main" id="{CDE63A97-0261-4714-B286-292C4BFB6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3" name="Rectangle 1319">
                <a:extLst>
                  <a:ext uri="{FF2B5EF4-FFF2-40B4-BE49-F238E27FC236}">
                    <a16:creationId xmlns="" xmlns:a16="http://schemas.microsoft.com/office/drawing/2014/main" id="{E709061B-13F2-4BC3-B811-836B2CE37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0031" name="Group 1320">
              <a:extLst>
                <a:ext uri="{FF2B5EF4-FFF2-40B4-BE49-F238E27FC236}">
                  <a16:creationId xmlns="" xmlns:a16="http://schemas.microsoft.com/office/drawing/2014/main" id="{D34AF8E4-3686-46A5-ADD4-63640ED19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40107" name="Picture 1321" descr="antenna_stylized">
                <a:extLst>
                  <a:ext uri="{FF2B5EF4-FFF2-40B4-BE49-F238E27FC236}">
                    <a16:creationId xmlns="" xmlns:a16="http://schemas.microsoft.com/office/drawing/2014/main" id="{1B259E95-8096-44ED-BEE0-AF1FB78C0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108" name="Picture 1322" descr="laptop_keyboard">
                <a:extLst>
                  <a:ext uri="{FF2B5EF4-FFF2-40B4-BE49-F238E27FC236}">
                    <a16:creationId xmlns="" xmlns:a16="http://schemas.microsoft.com/office/drawing/2014/main" id="{F9017209-3205-4FF1-80F8-6D1632F53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09" name="Freeform 1323">
                <a:extLst>
                  <a:ext uri="{FF2B5EF4-FFF2-40B4-BE49-F238E27FC236}">
                    <a16:creationId xmlns="" xmlns:a16="http://schemas.microsoft.com/office/drawing/2014/main" id="{ECCD9D90-9D84-4563-99C6-C5AE6E113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110" name="Picture 1324" descr="screen">
                <a:extLst>
                  <a:ext uri="{FF2B5EF4-FFF2-40B4-BE49-F238E27FC236}">
                    <a16:creationId xmlns="" xmlns:a16="http://schemas.microsoft.com/office/drawing/2014/main" id="{BE8D4219-BFCB-47A8-86BC-0A3255B73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11" name="Freeform 1325">
                <a:extLst>
                  <a:ext uri="{FF2B5EF4-FFF2-40B4-BE49-F238E27FC236}">
                    <a16:creationId xmlns="" xmlns:a16="http://schemas.microsoft.com/office/drawing/2014/main" id="{7C15C250-72C7-403C-8CE2-089214E3D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1326">
                <a:extLst>
                  <a:ext uri="{FF2B5EF4-FFF2-40B4-BE49-F238E27FC236}">
                    <a16:creationId xmlns="" xmlns:a16="http://schemas.microsoft.com/office/drawing/2014/main" id="{749828C9-4766-4368-885F-7A92E7EF5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1327">
                <a:extLst>
                  <a:ext uri="{FF2B5EF4-FFF2-40B4-BE49-F238E27FC236}">
                    <a16:creationId xmlns="" xmlns:a16="http://schemas.microsoft.com/office/drawing/2014/main" id="{1DD4D0F7-F6A5-4827-8BFB-60E8A97F8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1328">
                <a:extLst>
                  <a:ext uri="{FF2B5EF4-FFF2-40B4-BE49-F238E27FC236}">
                    <a16:creationId xmlns="" xmlns:a16="http://schemas.microsoft.com/office/drawing/2014/main" id="{C32CD37A-77C3-4952-AF09-2C13A73BC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1329">
                <a:extLst>
                  <a:ext uri="{FF2B5EF4-FFF2-40B4-BE49-F238E27FC236}">
                    <a16:creationId xmlns="" xmlns:a16="http://schemas.microsoft.com/office/drawing/2014/main" id="{2FD78BEC-0A38-4181-9F93-4B46D8573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1330">
                <a:extLst>
                  <a:ext uri="{FF2B5EF4-FFF2-40B4-BE49-F238E27FC236}">
                    <a16:creationId xmlns="" xmlns:a16="http://schemas.microsoft.com/office/drawing/2014/main" id="{332BA402-7438-48D4-A302-812E505CD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17" name="Group 1331">
                <a:extLst>
                  <a:ext uri="{FF2B5EF4-FFF2-40B4-BE49-F238E27FC236}">
                    <a16:creationId xmlns="" xmlns:a16="http://schemas.microsoft.com/office/drawing/2014/main" id="{342C8965-A28B-4CC1-84C2-663789D5A5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124" name="Freeform 1332">
                  <a:extLst>
                    <a:ext uri="{FF2B5EF4-FFF2-40B4-BE49-F238E27FC236}">
                      <a16:creationId xmlns="" xmlns:a16="http://schemas.microsoft.com/office/drawing/2014/main" id="{F5628678-1769-406E-A477-9247C2F035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5" name="Freeform 1333">
                  <a:extLst>
                    <a:ext uri="{FF2B5EF4-FFF2-40B4-BE49-F238E27FC236}">
                      <a16:creationId xmlns="" xmlns:a16="http://schemas.microsoft.com/office/drawing/2014/main" id="{F360C31C-5D96-444E-BA33-92137D5BAF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6" name="Freeform 1334">
                  <a:extLst>
                    <a:ext uri="{FF2B5EF4-FFF2-40B4-BE49-F238E27FC236}">
                      <a16:creationId xmlns="" xmlns:a16="http://schemas.microsoft.com/office/drawing/2014/main" id="{364FF985-0ADF-4918-96BF-2BBDFAA8D6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7" name="Freeform 1335">
                  <a:extLst>
                    <a:ext uri="{FF2B5EF4-FFF2-40B4-BE49-F238E27FC236}">
                      <a16:creationId xmlns="" xmlns:a16="http://schemas.microsoft.com/office/drawing/2014/main" id="{9B7CC5EA-3539-4A53-A7CC-B6317B1168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8" name="Freeform 1336">
                  <a:extLst>
                    <a:ext uri="{FF2B5EF4-FFF2-40B4-BE49-F238E27FC236}">
                      <a16:creationId xmlns="" xmlns:a16="http://schemas.microsoft.com/office/drawing/2014/main" id="{0DC79622-A67B-4083-B896-0896D40691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9" name="Freeform 1337">
                  <a:extLst>
                    <a:ext uri="{FF2B5EF4-FFF2-40B4-BE49-F238E27FC236}">
                      <a16:creationId xmlns="" xmlns:a16="http://schemas.microsoft.com/office/drawing/2014/main" id="{E3F85FC2-7F6D-4392-8695-B94AB30D17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118" name="Freeform 1338">
                <a:extLst>
                  <a:ext uri="{FF2B5EF4-FFF2-40B4-BE49-F238E27FC236}">
                    <a16:creationId xmlns="" xmlns:a16="http://schemas.microsoft.com/office/drawing/2014/main" id="{84D7D75F-A676-4969-86A1-C20AE897D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1339">
                <a:extLst>
                  <a:ext uri="{FF2B5EF4-FFF2-40B4-BE49-F238E27FC236}">
                    <a16:creationId xmlns="" xmlns:a16="http://schemas.microsoft.com/office/drawing/2014/main" id="{41260521-0357-492E-84B9-E243363F8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1340">
                <a:extLst>
                  <a:ext uri="{FF2B5EF4-FFF2-40B4-BE49-F238E27FC236}">
                    <a16:creationId xmlns="" xmlns:a16="http://schemas.microsoft.com/office/drawing/2014/main" id="{F4935FD8-B4B1-41D4-A67E-38A3C62BB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1341">
                <a:extLst>
                  <a:ext uri="{FF2B5EF4-FFF2-40B4-BE49-F238E27FC236}">
                    <a16:creationId xmlns="" xmlns:a16="http://schemas.microsoft.com/office/drawing/2014/main" id="{79BD0525-C148-45A2-A74C-AC9F2AB3B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1342">
                <a:extLst>
                  <a:ext uri="{FF2B5EF4-FFF2-40B4-BE49-F238E27FC236}">
                    <a16:creationId xmlns="" xmlns:a16="http://schemas.microsoft.com/office/drawing/2014/main" id="{F43F40FF-D7E1-4C97-B3E8-632F3A89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1343">
                <a:extLst>
                  <a:ext uri="{FF2B5EF4-FFF2-40B4-BE49-F238E27FC236}">
                    <a16:creationId xmlns="" xmlns:a16="http://schemas.microsoft.com/office/drawing/2014/main" id="{DDC4BA11-45B1-4482-B1FF-2485F5407D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2" name="Group 1344">
              <a:extLst>
                <a:ext uri="{FF2B5EF4-FFF2-40B4-BE49-F238E27FC236}">
                  <a16:creationId xmlns="" xmlns:a16="http://schemas.microsoft.com/office/drawing/2014/main" id="{02B39B18-3333-4D1C-BBFC-BCA2ED636E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40084" name="Picture 1345" descr="antenna_stylized">
                <a:extLst>
                  <a:ext uri="{FF2B5EF4-FFF2-40B4-BE49-F238E27FC236}">
                    <a16:creationId xmlns="" xmlns:a16="http://schemas.microsoft.com/office/drawing/2014/main" id="{90120128-0DD1-45DE-9F79-A03A5B14C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85" name="Picture 1346" descr="laptop_keyboard">
                <a:extLst>
                  <a:ext uri="{FF2B5EF4-FFF2-40B4-BE49-F238E27FC236}">
                    <a16:creationId xmlns="" xmlns:a16="http://schemas.microsoft.com/office/drawing/2014/main" id="{EAEFD673-DE32-4654-AAE6-0F961E6C6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86" name="Freeform 1347">
                <a:extLst>
                  <a:ext uri="{FF2B5EF4-FFF2-40B4-BE49-F238E27FC236}">
                    <a16:creationId xmlns="" xmlns:a16="http://schemas.microsoft.com/office/drawing/2014/main" id="{514FA640-E109-4F09-9E97-3795B0A68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87" name="Picture 1348" descr="screen">
                <a:extLst>
                  <a:ext uri="{FF2B5EF4-FFF2-40B4-BE49-F238E27FC236}">
                    <a16:creationId xmlns="" xmlns:a16="http://schemas.microsoft.com/office/drawing/2014/main" id="{174F10C1-D927-4D21-9938-C2ABAED13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88" name="Freeform 1349">
                <a:extLst>
                  <a:ext uri="{FF2B5EF4-FFF2-40B4-BE49-F238E27FC236}">
                    <a16:creationId xmlns="" xmlns:a16="http://schemas.microsoft.com/office/drawing/2014/main" id="{0A55EF48-5124-4B7F-9945-4D3D23A5B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1350">
                <a:extLst>
                  <a:ext uri="{FF2B5EF4-FFF2-40B4-BE49-F238E27FC236}">
                    <a16:creationId xmlns="" xmlns:a16="http://schemas.microsoft.com/office/drawing/2014/main" id="{022966C6-706E-499E-8813-AD7A107FD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1351">
                <a:extLst>
                  <a:ext uri="{FF2B5EF4-FFF2-40B4-BE49-F238E27FC236}">
                    <a16:creationId xmlns="" xmlns:a16="http://schemas.microsoft.com/office/drawing/2014/main" id="{466349B1-2FD0-490B-8378-291E2116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1352">
                <a:extLst>
                  <a:ext uri="{FF2B5EF4-FFF2-40B4-BE49-F238E27FC236}">
                    <a16:creationId xmlns="" xmlns:a16="http://schemas.microsoft.com/office/drawing/2014/main" id="{7F1B35FB-2C37-422B-8805-9D32CD48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1353">
                <a:extLst>
                  <a:ext uri="{FF2B5EF4-FFF2-40B4-BE49-F238E27FC236}">
                    <a16:creationId xmlns="" xmlns:a16="http://schemas.microsoft.com/office/drawing/2014/main" id="{E96279E0-B747-47E3-AF07-06267477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1354">
                <a:extLst>
                  <a:ext uri="{FF2B5EF4-FFF2-40B4-BE49-F238E27FC236}">
                    <a16:creationId xmlns="" xmlns:a16="http://schemas.microsoft.com/office/drawing/2014/main" id="{07D63F3E-1823-4743-83E7-7BA22143D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94" name="Group 1355">
                <a:extLst>
                  <a:ext uri="{FF2B5EF4-FFF2-40B4-BE49-F238E27FC236}">
                    <a16:creationId xmlns="" xmlns:a16="http://schemas.microsoft.com/office/drawing/2014/main" id="{EB7FE4BA-95D5-4235-AE7C-8294429D24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101" name="Freeform 1356">
                  <a:extLst>
                    <a:ext uri="{FF2B5EF4-FFF2-40B4-BE49-F238E27FC236}">
                      <a16:creationId xmlns="" xmlns:a16="http://schemas.microsoft.com/office/drawing/2014/main" id="{A087B321-45D4-4BC1-90E0-69419B2EF6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2" name="Freeform 1357">
                  <a:extLst>
                    <a:ext uri="{FF2B5EF4-FFF2-40B4-BE49-F238E27FC236}">
                      <a16:creationId xmlns="" xmlns:a16="http://schemas.microsoft.com/office/drawing/2014/main" id="{9BEA8C5A-ECCE-44A9-8338-B6FE6FFCA7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3" name="Freeform 1358">
                  <a:extLst>
                    <a:ext uri="{FF2B5EF4-FFF2-40B4-BE49-F238E27FC236}">
                      <a16:creationId xmlns="" xmlns:a16="http://schemas.microsoft.com/office/drawing/2014/main" id="{45D5C649-CA6C-4378-B138-4C5D1DB31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4" name="Freeform 1359">
                  <a:extLst>
                    <a:ext uri="{FF2B5EF4-FFF2-40B4-BE49-F238E27FC236}">
                      <a16:creationId xmlns="" xmlns:a16="http://schemas.microsoft.com/office/drawing/2014/main" id="{EA182814-E654-4D47-8E5A-05D1A6BE67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5" name="Freeform 1360">
                  <a:extLst>
                    <a:ext uri="{FF2B5EF4-FFF2-40B4-BE49-F238E27FC236}">
                      <a16:creationId xmlns="" xmlns:a16="http://schemas.microsoft.com/office/drawing/2014/main" id="{E46DE2B4-03D8-46BC-89FA-A5A510927D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6" name="Freeform 1361">
                  <a:extLst>
                    <a:ext uri="{FF2B5EF4-FFF2-40B4-BE49-F238E27FC236}">
                      <a16:creationId xmlns="" xmlns:a16="http://schemas.microsoft.com/office/drawing/2014/main" id="{27D165A5-2BA2-4709-B26A-8C53B651A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95" name="Freeform 1362">
                <a:extLst>
                  <a:ext uri="{FF2B5EF4-FFF2-40B4-BE49-F238E27FC236}">
                    <a16:creationId xmlns="" xmlns:a16="http://schemas.microsoft.com/office/drawing/2014/main" id="{B52680CF-7F82-4913-9D93-117D01F24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1363">
                <a:extLst>
                  <a:ext uri="{FF2B5EF4-FFF2-40B4-BE49-F238E27FC236}">
                    <a16:creationId xmlns="" xmlns:a16="http://schemas.microsoft.com/office/drawing/2014/main" id="{2773454F-96C7-4AF0-9528-2013FE2B1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1364">
                <a:extLst>
                  <a:ext uri="{FF2B5EF4-FFF2-40B4-BE49-F238E27FC236}">
                    <a16:creationId xmlns="" xmlns:a16="http://schemas.microsoft.com/office/drawing/2014/main" id="{E7826A3A-06A0-4FE4-9A10-315589F24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1365">
                <a:extLst>
                  <a:ext uri="{FF2B5EF4-FFF2-40B4-BE49-F238E27FC236}">
                    <a16:creationId xmlns="" xmlns:a16="http://schemas.microsoft.com/office/drawing/2014/main" id="{93F51ADB-36CE-42DC-B4E2-F4F77BC4D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1366">
                <a:extLst>
                  <a:ext uri="{FF2B5EF4-FFF2-40B4-BE49-F238E27FC236}">
                    <a16:creationId xmlns="" xmlns:a16="http://schemas.microsoft.com/office/drawing/2014/main" id="{D5A8A1DF-EB1A-4EAA-A2D4-419F0E3F6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1367">
                <a:extLst>
                  <a:ext uri="{FF2B5EF4-FFF2-40B4-BE49-F238E27FC236}">
                    <a16:creationId xmlns="" xmlns:a16="http://schemas.microsoft.com/office/drawing/2014/main" id="{A6A707C6-DEC0-4FDC-8DC6-7BB6F2319E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3" name="Group 1368">
              <a:extLst>
                <a:ext uri="{FF2B5EF4-FFF2-40B4-BE49-F238E27FC236}">
                  <a16:creationId xmlns="" xmlns:a16="http://schemas.microsoft.com/office/drawing/2014/main" id="{646C162B-72F4-4913-8BB0-7E31C5256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40061" name="Picture 1369" descr="antenna_stylized">
                <a:extLst>
                  <a:ext uri="{FF2B5EF4-FFF2-40B4-BE49-F238E27FC236}">
                    <a16:creationId xmlns="" xmlns:a16="http://schemas.microsoft.com/office/drawing/2014/main" id="{D354497F-B890-49CD-ADB2-E7E59BD9D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62" name="Picture 1370" descr="laptop_keyboard">
                <a:extLst>
                  <a:ext uri="{FF2B5EF4-FFF2-40B4-BE49-F238E27FC236}">
                    <a16:creationId xmlns="" xmlns:a16="http://schemas.microsoft.com/office/drawing/2014/main" id="{4872C828-79F5-4398-BF44-D85DF6633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3" name="Freeform 1371">
                <a:extLst>
                  <a:ext uri="{FF2B5EF4-FFF2-40B4-BE49-F238E27FC236}">
                    <a16:creationId xmlns="" xmlns:a16="http://schemas.microsoft.com/office/drawing/2014/main" id="{89BCD67B-0270-4A50-A71D-01BC01B08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64" name="Picture 1372" descr="screen">
                <a:extLst>
                  <a:ext uri="{FF2B5EF4-FFF2-40B4-BE49-F238E27FC236}">
                    <a16:creationId xmlns="" xmlns:a16="http://schemas.microsoft.com/office/drawing/2014/main" id="{79BF3D34-8699-4D49-8394-2A29FBAE6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5" name="Freeform 1373">
                <a:extLst>
                  <a:ext uri="{FF2B5EF4-FFF2-40B4-BE49-F238E27FC236}">
                    <a16:creationId xmlns="" xmlns:a16="http://schemas.microsoft.com/office/drawing/2014/main" id="{4FC38358-01E5-425D-8FBF-DAD81502A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1374">
                <a:extLst>
                  <a:ext uri="{FF2B5EF4-FFF2-40B4-BE49-F238E27FC236}">
                    <a16:creationId xmlns="" xmlns:a16="http://schemas.microsoft.com/office/drawing/2014/main" id="{FB6CC862-D20B-4FEA-8A25-EF74BEDD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1375">
                <a:extLst>
                  <a:ext uri="{FF2B5EF4-FFF2-40B4-BE49-F238E27FC236}">
                    <a16:creationId xmlns="" xmlns:a16="http://schemas.microsoft.com/office/drawing/2014/main" id="{DFBAE4A0-D225-49B1-B9A9-C3806405B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1376">
                <a:extLst>
                  <a:ext uri="{FF2B5EF4-FFF2-40B4-BE49-F238E27FC236}">
                    <a16:creationId xmlns="" xmlns:a16="http://schemas.microsoft.com/office/drawing/2014/main" id="{DC20FE68-BEDE-47D3-9171-D5F4A89BF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1377">
                <a:extLst>
                  <a:ext uri="{FF2B5EF4-FFF2-40B4-BE49-F238E27FC236}">
                    <a16:creationId xmlns="" xmlns:a16="http://schemas.microsoft.com/office/drawing/2014/main" id="{93FB1E33-83E0-4F74-B324-7ECE16A2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1378">
                <a:extLst>
                  <a:ext uri="{FF2B5EF4-FFF2-40B4-BE49-F238E27FC236}">
                    <a16:creationId xmlns="" xmlns:a16="http://schemas.microsoft.com/office/drawing/2014/main" id="{F9784A5E-98EC-4DD2-8744-8E0825839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71" name="Group 1379">
                <a:extLst>
                  <a:ext uri="{FF2B5EF4-FFF2-40B4-BE49-F238E27FC236}">
                    <a16:creationId xmlns="" xmlns:a16="http://schemas.microsoft.com/office/drawing/2014/main" id="{425747AA-6B21-4159-AFC4-F2FDE7E6DB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078" name="Freeform 1380">
                  <a:extLst>
                    <a:ext uri="{FF2B5EF4-FFF2-40B4-BE49-F238E27FC236}">
                      <a16:creationId xmlns="" xmlns:a16="http://schemas.microsoft.com/office/drawing/2014/main" id="{C0A95781-90D1-4487-A2D6-5ACD2550A3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79" name="Freeform 1381">
                  <a:extLst>
                    <a:ext uri="{FF2B5EF4-FFF2-40B4-BE49-F238E27FC236}">
                      <a16:creationId xmlns="" xmlns:a16="http://schemas.microsoft.com/office/drawing/2014/main" id="{7BE7E22B-C96E-4254-BAE5-290828F1C5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0" name="Freeform 1382">
                  <a:extLst>
                    <a:ext uri="{FF2B5EF4-FFF2-40B4-BE49-F238E27FC236}">
                      <a16:creationId xmlns="" xmlns:a16="http://schemas.microsoft.com/office/drawing/2014/main" id="{4E14AEC1-22ED-4FA7-8AEF-B21D6A26E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1" name="Freeform 1383">
                  <a:extLst>
                    <a:ext uri="{FF2B5EF4-FFF2-40B4-BE49-F238E27FC236}">
                      <a16:creationId xmlns="" xmlns:a16="http://schemas.microsoft.com/office/drawing/2014/main" id="{8B53681E-E8B5-492E-8902-3E04B2A50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2" name="Freeform 1384">
                  <a:extLst>
                    <a:ext uri="{FF2B5EF4-FFF2-40B4-BE49-F238E27FC236}">
                      <a16:creationId xmlns="" xmlns:a16="http://schemas.microsoft.com/office/drawing/2014/main" id="{29ED49F7-2D70-444E-AAD4-C4D31281A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3" name="Freeform 1385">
                  <a:extLst>
                    <a:ext uri="{FF2B5EF4-FFF2-40B4-BE49-F238E27FC236}">
                      <a16:creationId xmlns="" xmlns:a16="http://schemas.microsoft.com/office/drawing/2014/main" id="{D6BBFF53-39D2-49A6-A503-5803B72DF0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72" name="Freeform 1386">
                <a:extLst>
                  <a:ext uri="{FF2B5EF4-FFF2-40B4-BE49-F238E27FC236}">
                    <a16:creationId xmlns="" xmlns:a16="http://schemas.microsoft.com/office/drawing/2014/main" id="{EE7B53E1-849B-4B7E-A82B-02529817A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1387">
                <a:extLst>
                  <a:ext uri="{FF2B5EF4-FFF2-40B4-BE49-F238E27FC236}">
                    <a16:creationId xmlns="" xmlns:a16="http://schemas.microsoft.com/office/drawing/2014/main" id="{A68A7B2F-075B-464F-B1B3-C25733C43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1388">
                <a:extLst>
                  <a:ext uri="{FF2B5EF4-FFF2-40B4-BE49-F238E27FC236}">
                    <a16:creationId xmlns="" xmlns:a16="http://schemas.microsoft.com/office/drawing/2014/main" id="{0B62F034-3810-47B3-A1E2-E840A39E8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1389">
                <a:extLst>
                  <a:ext uri="{FF2B5EF4-FFF2-40B4-BE49-F238E27FC236}">
                    <a16:creationId xmlns="" xmlns:a16="http://schemas.microsoft.com/office/drawing/2014/main" id="{67E83AAC-433B-426A-A05D-24BA599B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1390">
                <a:extLst>
                  <a:ext uri="{FF2B5EF4-FFF2-40B4-BE49-F238E27FC236}">
                    <a16:creationId xmlns="" xmlns:a16="http://schemas.microsoft.com/office/drawing/2014/main" id="{79253EEB-99B7-468D-8980-A822B29E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1391">
                <a:extLst>
                  <a:ext uri="{FF2B5EF4-FFF2-40B4-BE49-F238E27FC236}">
                    <a16:creationId xmlns="" xmlns:a16="http://schemas.microsoft.com/office/drawing/2014/main" id="{A668363A-A425-4475-AFD8-57CFAA9DB2F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4" name="Group 1392">
              <a:extLst>
                <a:ext uri="{FF2B5EF4-FFF2-40B4-BE49-F238E27FC236}">
                  <a16:creationId xmlns="" xmlns:a16="http://schemas.microsoft.com/office/drawing/2014/main" id="{C7EB53AC-F09E-41F7-B713-BAD25EF19DF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40059" name="Picture 1393" descr="desktop_computer_stylized_medium">
                <a:extLst>
                  <a:ext uri="{FF2B5EF4-FFF2-40B4-BE49-F238E27FC236}">
                    <a16:creationId xmlns="" xmlns:a16="http://schemas.microsoft.com/office/drawing/2014/main" id="{4FC52FD8-D50C-4AA3-AA07-D9DD92478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0" name="Freeform 1394">
                <a:extLst>
                  <a:ext uri="{FF2B5EF4-FFF2-40B4-BE49-F238E27FC236}">
                    <a16:creationId xmlns="" xmlns:a16="http://schemas.microsoft.com/office/drawing/2014/main" id="{19764FE3-56C5-486A-B52B-89A346F2E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35" name="Group 1395">
              <a:extLst>
                <a:ext uri="{FF2B5EF4-FFF2-40B4-BE49-F238E27FC236}">
                  <a16:creationId xmlns="" xmlns:a16="http://schemas.microsoft.com/office/drawing/2014/main" id="{DC3B9F66-A6A1-4ECC-8EDC-C79AE3C210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40036" name="Picture 1396" descr="antenna_stylized">
                <a:extLst>
                  <a:ext uri="{FF2B5EF4-FFF2-40B4-BE49-F238E27FC236}">
                    <a16:creationId xmlns="" xmlns:a16="http://schemas.microsoft.com/office/drawing/2014/main" id="{158FF60F-51E3-4411-B4E1-574745837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37" name="Picture 1397" descr="laptop_keyboard">
                <a:extLst>
                  <a:ext uri="{FF2B5EF4-FFF2-40B4-BE49-F238E27FC236}">
                    <a16:creationId xmlns="" xmlns:a16="http://schemas.microsoft.com/office/drawing/2014/main" id="{A5876D00-A50E-4478-9753-9F65CDCB9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38" name="Freeform 1398">
                <a:extLst>
                  <a:ext uri="{FF2B5EF4-FFF2-40B4-BE49-F238E27FC236}">
                    <a16:creationId xmlns="" xmlns:a16="http://schemas.microsoft.com/office/drawing/2014/main" id="{E12D3A99-DABD-48D1-BB02-F8F9D497C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39" name="Picture 1399" descr="screen">
                <a:extLst>
                  <a:ext uri="{FF2B5EF4-FFF2-40B4-BE49-F238E27FC236}">
                    <a16:creationId xmlns="" xmlns:a16="http://schemas.microsoft.com/office/drawing/2014/main" id="{296E721E-EC16-4080-A4F5-C672AD708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40" name="Freeform 1400">
                <a:extLst>
                  <a:ext uri="{FF2B5EF4-FFF2-40B4-BE49-F238E27FC236}">
                    <a16:creationId xmlns="" xmlns:a16="http://schemas.microsoft.com/office/drawing/2014/main" id="{F5B78E8C-AC47-43D0-B04D-AC2CDD09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Freeform 1401">
                <a:extLst>
                  <a:ext uri="{FF2B5EF4-FFF2-40B4-BE49-F238E27FC236}">
                    <a16:creationId xmlns="" xmlns:a16="http://schemas.microsoft.com/office/drawing/2014/main" id="{2AF420D5-2DD2-4AC0-AD22-F8D3815B8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2" name="Freeform 1402">
                <a:extLst>
                  <a:ext uri="{FF2B5EF4-FFF2-40B4-BE49-F238E27FC236}">
                    <a16:creationId xmlns="" xmlns:a16="http://schemas.microsoft.com/office/drawing/2014/main" id="{5A33A283-248C-47F5-B48C-131A67FAA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1403">
                <a:extLst>
                  <a:ext uri="{FF2B5EF4-FFF2-40B4-BE49-F238E27FC236}">
                    <a16:creationId xmlns="" xmlns:a16="http://schemas.microsoft.com/office/drawing/2014/main" id="{AB731D59-8EDB-4C63-8A21-205DA80CE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1404">
                <a:extLst>
                  <a:ext uri="{FF2B5EF4-FFF2-40B4-BE49-F238E27FC236}">
                    <a16:creationId xmlns="" xmlns:a16="http://schemas.microsoft.com/office/drawing/2014/main" id="{41AF7426-F939-42DB-AD93-4308F942C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1405">
                <a:extLst>
                  <a:ext uri="{FF2B5EF4-FFF2-40B4-BE49-F238E27FC236}">
                    <a16:creationId xmlns="" xmlns:a16="http://schemas.microsoft.com/office/drawing/2014/main" id="{CD4481B9-C82A-4759-826D-67227BF6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46" name="Group 1406">
                <a:extLst>
                  <a:ext uri="{FF2B5EF4-FFF2-40B4-BE49-F238E27FC236}">
                    <a16:creationId xmlns="" xmlns:a16="http://schemas.microsoft.com/office/drawing/2014/main" id="{064710F5-8549-4C95-81F6-10532D00DE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053" name="Freeform 1407">
                  <a:extLst>
                    <a:ext uri="{FF2B5EF4-FFF2-40B4-BE49-F238E27FC236}">
                      <a16:creationId xmlns="" xmlns:a16="http://schemas.microsoft.com/office/drawing/2014/main" id="{2B9738F3-5F9D-4601-85D2-ECE33ACD1C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4" name="Freeform 1408">
                  <a:extLst>
                    <a:ext uri="{FF2B5EF4-FFF2-40B4-BE49-F238E27FC236}">
                      <a16:creationId xmlns="" xmlns:a16="http://schemas.microsoft.com/office/drawing/2014/main" id="{D881D4A4-FED9-4485-82F4-1B743DAC62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5" name="Freeform 1409">
                  <a:extLst>
                    <a:ext uri="{FF2B5EF4-FFF2-40B4-BE49-F238E27FC236}">
                      <a16:creationId xmlns="" xmlns:a16="http://schemas.microsoft.com/office/drawing/2014/main" id="{38737D33-DC62-4E3E-83E5-412216DB06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6" name="Freeform 1410">
                  <a:extLst>
                    <a:ext uri="{FF2B5EF4-FFF2-40B4-BE49-F238E27FC236}">
                      <a16:creationId xmlns="" xmlns:a16="http://schemas.microsoft.com/office/drawing/2014/main" id="{FCA2A3A5-DC0A-4698-B464-99DDDD9942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7" name="Freeform 1411">
                  <a:extLst>
                    <a:ext uri="{FF2B5EF4-FFF2-40B4-BE49-F238E27FC236}">
                      <a16:creationId xmlns="" xmlns:a16="http://schemas.microsoft.com/office/drawing/2014/main" id="{CE769991-0D56-470E-8760-A42750BC5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8" name="Freeform 1412">
                  <a:extLst>
                    <a:ext uri="{FF2B5EF4-FFF2-40B4-BE49-F238E27FC236}">
                      <a16:creationId xmlns="" xmlns:a16="http://schemas.microsoft.com/office/drawing/2014/main" id="{C6C30339-3404-4623-AC1B-1A3342A883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47" name="Freeform 1413">
                <a:extLst>
                  <a:ext uri="{FF2B5EF4-FFF2-40B4-BE49-F238E27FC236}">
                    <a16:creationId xmlns="" xmlns:a16="http://schemas.microsoft.com/office/drawing/2014/main" id="{A8508770-D674-4266-B238-EDCFFA668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1414">
                <a:extLst>
                  <a:ext uri="{FF2B5EF4-FFF2-40B4-BE49-F238E27FC236}">
                    <a16:creationId xmlns="" xmlns:a16="http://schemas.microsoft.com/office/drawing/2014/main" id="{82D97952-75AF-4EA5-A0D5-19D26D2B1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1415">
                <a:extLst>
                  <a:ext uri="{FF2B5EF4-FFF2-40B4-BE49-F238E27FC236}">
                    <a16:creationId xmlns="" xmlns:a16="http://schemas.microsoft.com/office/drawing/2014/main" id="{20FFEAED-DEA1-45E3-AD09-565211E9F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1416">
                <a:extLst>
                  <a:ext uri="{FF2B5EF4-FFF2-40B4-BE49-F238E27FC236}">
                    <a16:creationId xmlns="" xmlns:a16="http://schemas.microsoft.com/office/drawing/2014/main" id="{EF31256C-78D4-4B21-B742-F7DBB6AD1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1417">
                <a:extLst>
                  <a:ext uri="{FF2B5EF4-FFF2-40B4-BE49-F238E27FC236}">
                    <a16:creationId xmlns="" xmlns:a16="http://schemas.microsoft.com/office/drawing/2014/main" id="{7FBB23A1-A01E-4639-96FD-FA988B7F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1418">
                <a:extLst>
                  <a:ext uri="{FF2B5EF4-FFF2-40B4-BE49-F238E27FC236}">
                    <a16:creationId xmlns="" xmlns:a16="http://schemas.microsoft.com/office/drawing/2014/main" id="{9D39E7A8-B968-4A8E-BBE7-0E91E71C19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5729" name="Line 913">
            <a:extLst>
              <a:ext uri="{FF2B5EF4-FFF2-40B4-BE49-F238E27FC236}">
                <a16:creationId xmlns="" xmlns:a16="http://schemas.microsoft.com/office/drawing/2014/main" id="{F6A72178-72B3-4ADC-80C6-710C78946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0063" y="4156075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39941" name="Picture 616" descr="underline_base">
            <a:extLst>
              <a:ext uri="{FF2B5EF4-FFF2-40B4-BE49-F238E27FC236}">
                <a16:creationId xmlns="" xmlns:a16="http://schemas.microsoft.com/office/drawing/2014/main" id="{1EF55D47-ED8B-478A-8090-E2531F83DE04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66763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727" name="Line 911">
            <a:extLst>
              <a:ext uri="{FF2B5EF4-FFF2-40B4-BE49-F238E27FC236}">
                <a16:creationId xmlns="" xmlns:a16="http://schemas.microsoft.com/office/drawing/2014/main" id="{4AEBC519-DCC1-4798-8DF0-4E7956703FA0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5313" y="1030287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43" name="Rectangle 2">
            <a:extLst>
              <a:ext uri="{FF2B5EF4-FFF2-40B4-BE49-F238E27FC236}">
                <a16:creationId xmlns="" xmlns:a16="http://schemas.microsoft.com/office/drawing/2014/main" id="{68A71947-9113-4386-8A01-EAB66DAC1F5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5275" y="0"/>
            <a:ext cx="8382000" cy="1041400"/>
          </a:xfrm>
        </p:spPr>
        <p:txBody>
          <a:bodyPr/>
          <a:lstStyle/>
          <a:p>
            <a:r>
              <a:rPr lang="en-US" altLang="en-US" sz="4000"/>
              <a:t>Creating a network app</a:t>
            </a:r>
          </a:p>
        </p:txBody>
      </p:sp>
      <p:sp>
        <p:nvSpPr>
          <p:cNvPr id="39944" name="Rectangle 3">
            <a:extLst>
              <a:ext uri="{FF2B5EF4-FFF2-40B4-BE49-F238E27FC236}">
                <a16:creationId xmlns="" xmlns:a16="http://schemas.microsoft.com/office/drawing/2014/main" id="{5D3A7142-288F-4798-BC61-9CE6810D4B7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7838" y="1206500"/>
            <a:ext cx="4300537" cy="5114925"/>
          </a:xfrm>
        </p:spPr>
        <p:txBody>
          <a:bodyPr>
            <a:normAutofit fontScale="92500" lnSpcReduction="2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dirty="0" smtClean="0">
                <a:solidFill>
                  <a:srgbClr val="CC0000"/>
                </a:solidFill>
              </a:rPr>
              <a:t>Write </a:t>
            </a:r>
            <a:r>
              <a:rPr lang="en-US" altLang="en-US" dirty="0">
                <a:solidFill>
                  <a:srgbClr val="CC0000"/>
                </a:solidFill>
              </a:rPr>
              <a:t>programs that:</a:t>
            </a:r>
          </a:p>
          <a:p>
            <a:r>
              <a:rPr lang="en-US" altLang="en-US" sz="2400" dirty="0"/>
              <a:t>run on (different) </a:t>
            </a:r>
            <a:r>
              <a:rPr lang="en-US" altLang="en-US" sz="2400" i="1" dirty="0"/>
              <a:t>end systems</a:t>
            </a:r>
          </a:p>
          <a:p>
            <a:r>
              <a:rPr lang="en-US" altLang="en-US" sz="2400" dirty="0"/>
              <a:t>communicate over network</a:t>
            </a:r>
          </a:p>
          <a:p>
            <a:r>
              <a:rPr lang="en-US" altLang="en-US" sz="2400" dirty="0"/>
              <a:t>e.g., web server software communicates with browser software</a:t>
            </a:r>
          </a:p>
          <a:p>
            <a:pPr>
              <a:spcBef>
                <a:spcPct val="80000"/>
              </a:spcBef>
              <a:buFont typeface="Wingdings" panose="05000000000000000000" pitchFamily="2" charset="2"/>
              <a:buNone/>
            </a:pPr>
            <a:r>
              <a:rPr lang="en-US" altLang="en-US" dirty="0" smtClean="0">
                <a:solidFill>
                  <a:srgbClr val="CC0000"/>
                </a:solidFill>
              </a:rPr>
              <a:t>No </a:t>
            </a:r>
            <a:r>
              <a:rPr lang="en-US" altLang="en-US" dirty="0">
                <a:solidFill>
                  <a:srgbClr val="CC0000"/>
                </a:solidFill>
              </a:rPr>
              <a:t>need to write software for network-core devices</a:t>
            </a:r>
          </a:p>
          <a:p>
            <a:r>
              <a:rPr lang="en-US" altLang="en-US" sz="2400" dirty="0"/>
              <a:t>network-core devices do not run user applications </a:t>
            </a:r>
          </a:p>
          <a:p>
            <a:r>
              <a:rPr lang="en-US" altLang="en-US" sz="2400" dirty="0"/>
              <a:t>applications on end systems  allows for rapid app development, propagation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 dirty="0">
              <a:solidFill>
                <a:srgbClr val="FF0000"/>
              </a:solidFill>
            </a:endParaRPr>
          </a:p>
        </p:txBody>
      </p:sp>
      <p:grpSp>
        <p:nvGrpSpPr>
          <p:cNvPr id="35725" name="Group 618">
            <a:extLst>
              <a:ext uri="{FF2B5EF4-FFF2-40B4-BE49-F238E27FC236}">
                <a16:creationId xmlns="" xmlns:a16="http://schemas.microsoft.com/office/drawing/2014/main" id="{CE5BE985-DF5E-4DEF-BE22-D78A09A6F502}"/>
              </a:ext>
            </a:extLst>
          </p:cNvPr>
          <p:cNvGrpSpPr>
            <a:grpSpLocks/>
          </p:cNvGrpSpPr>
          <p:nvPr/>
        </p:nvGrpSpPr>
        <p:grpSpPr bwMode="auto">
          <a:xfrm>
            <a:off x="5857875" y="873125"/>
            <a:ext cx="1044575" cy="965200"/>
            <a:chOff x="4047" y="420"/>
            <a:chExt cx="658" cy="608"/>
          </a:xfrm>
        </p:grpSpPr>
        <p:sp>
          <p:nvSpPr>
            <p:cNvPr id="39964" name="Rectangle 227">
              <a:extLst>
                <a:ext uri="{FF2B5EF4-FFF2-40B4-BE49-F238E27FC236}">
                  <a16:creationId xmlns="" xmlns:a16="http://schemas.microsoft.com/office/drawing/2014/main" id="{5BDF1388-CA89-44F1-9D16-EACFB6F9B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5" name="Rectangle 228">
              <a:extLst>
                <a:ext uri="{FF2B5EF4-FFF2-40B4-BE49-F238E27FC236}">
                  <a16:creationId xmlns="" xmlns:a16="http://schemas.microsoft.com/office/drawing/2014/main" id="{5B59EFA1-39E8-4668-8742-FC9A92311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6" name="Rectangle 229">
              <a:extLst>
                <a:ext uri="{FF2B5EF4-FFF2-40B4-BE49-F238E27FC236}">
                  <a16:creationId xmlns="" xmlns:a16="http://schemas.microsoft.com/office/drawing/2014/main" id="{491F7768-65F9-427E-A18D-A382A5449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7" name="Text Box 230">
              <a:extLst>
                <a:ext uri="{FF2B5EF4-FFF2-40B4-BE49-F238E27FC236}">
                  <a16:creationId xmlns="" xmlns:a16="http://schemas.microsoft.com/office/drawing/2014/main" id="{A013D6F5-B2B7-4617-BD39-32612016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</a:rPr>
                <a:t>application</a:t>
              </a:r>
              <a:endParaRPr lang="en-US" altLang="en-US" sz="10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physical</a:t>
              </a:r>
              <a:endParaRPr lang="en-US" altLang="en-US" sz="2400"/>
            </a:p>
          </p:txBody>
        </p:sp>
        <p:sp>
          <p:nvSpPr>
            <p:cNvPr id="39968" name="Line 231">
              <a:extLst>
                <a:ext uri="{FF2B5EF4-FFF2-40B4-BE49-F238E27FC236}">
                  <a16:creationId xmlns="" xmlns:a16="http://schemas.microsoft.com/office/drawing/2014/main" id="{3CE7C6C2-7166-4C17-A97A-746A8ADB86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9" name="Line 232">
              <a:extLst>
                <a:ext uri="{FF2B5EF4-FFF2-40B4-BE49-F238E27FC236}">
                  <a16:creationId xmlns="" xmlns:a16="http://schemas.microsoft.com/office/drawing/2014/main" id="{4C4F6373-A52F-4C46-A595-064807A37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0" name="Line 233">
              <a:extLst>
                <a:ext uri="{FF2B5EF4-FFF2-40B4-BE49-F238E27FC236}">
                  <a16:creationId xmlns="" xmlns:a16="http://schemas.microsoft.com/office/drawing/2014/main" id="{A3CBEE0B-61F3-45A9-B08B-49D7531AA7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1" name="Freeform 917">
              <a:extLst>
                <a:ext uri="{FF2B5EF4-FFF2-40B4-BE49-F238E27FC236}">
                  <a16:creationId xmlns="" xmlns:a16="http://schemas.microsoft.com/office/drawing/2014/main" id="{AA1925C4-1BCB-45F7-AD9F-0BC092D8D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6" name="Group 619">
            <a:extLst>
              <a:ext uri="{FF2B5EF4-FFF2-40B4-BE49-F238E27FC236}">
                <a16:creationId xmlns="" xmlns:a16="http://schemas.microsoft.com/office/drawing/2014/main" id="{236DCB6C-168A-4744-89CB-96FB04A516D3}"/>
              </a:ext>
            </a:extLst>
          </p:cNvPr>
          <p:cNvGrpSpPr>
            <a:grpSpLocks/>
          </p:cNvGrpSpPr>
          <p:nvPr/>
        </p:nvGrpSpPr>
        <p:grpSpPr bwMode="auto">
          <a:xfrm>
            <a:off x="7956550" y="4457700"/>
            <a:ext cx="1044575" cy="965200"/>
            <a:chOff x="4047" y="420"/>
            <a:chExt cx="658" cy="608"/>
          </a:xfrm>
        </p:grpSpPr>
        <p:sp>
          <p:nvSpPr>
            <p:cNvPr id="39956" name="Rectangle 227">
              <a:extLst>
                <a:ext uri="{FF2B5EF4-FFF2-40B4-BE49-F238E27FC236}">
                  <a16:creationId xmlns="" xmlns:a16="http://schemas.microsoft.com/office/drawing/2014/main" id="{C87E954C-CC4D-47A5-A8F4-CE551AFBF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7" name="Rectangle 228">
              <a:extLst>
                <a:ext uri="{FF2B5EF4-FFF2-40B4-BE49-F238E27FC236}">
                  <a16:creationId xmlns="" xmlns:a16="http://schemas.microsoft.com/office/drawing/2014/main" id="{63F051D9-CFA8-4D9F-BBFF-E367AE3D2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8" name="Rectangle 229">
              <a:extLst>
                <a:ext uri="{FF2B5EF4-FFF2-40B4-BE49-F238E27FC236}">
                  <a16:creationId xmlns="" xmlns:a16="http://schemas.microsoft.com/office/drawing/2014/main" id="{8AC6A1AC-A1AA-4382-A58E-C2DF2AF84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9" name="Text Box 230">
              <a:extLst>
                <a:ext uri="{FF2B5EF4-FFF2-40B4-BE49-F238E27FC236}">
                  <a16:creationId xmlns="" xmlns:a16="http://schemas.microsoft.com/office/drawing/2014/main" id="{F4F0050E-14C1-4DD1-B207-8F3044AD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</a:rPr>
                <a:t>application</a:t>
              </a:r>
              <a:endParaRPr lang="en-US" altLang="en-US" sz="10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physical</a:t>
              </a:r>
              <a:endParaRPr lang="en-US" altLang="en-US" sz="2400"/>
            </a:p>
          </p:txBody>
        </p:sp>
        <p:sp>
          <p:nvSpPr>
            <p:cNvPr id="39960" name="Line 231">
              <a:extLst>
                <a:ext uri="{FF2B5EF4-FFF2-40B4-BE49-F238E27FC236}">
                  <a16:creationId xmlns="" xmlns:a16="http://schemas.microsoft.com/office/drawing/2014/main" id="{58E8DD7B-A995-45D8-A1DC-041E853843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1" name="Line 232">
              <a:extLst>
                <a:ext uri="{FF2B5EF4-FFF2-40B4-BE49-F238E27FC236}">
                  <a16:creationId xmlns="" xmlns:a16="http://schemas.microsoft.com/office/drawing/2014/main" id="{A8F284BF-532B-4822-A657-422D0FF085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2" name="Line 233">
              <a:extLst>
                <a:ext uri="{FF2B5EF4-FFF2-40B4-BE49-F238E27FC236}">
                  <a16:creationId xmlns="" xmlns:a16="http://schemas.microsoft.com/office/drawing/2014/main" id="{1113D8F4-B63F-4BB2-A997-D2FEA54AE3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3" name="Freeform 917">
              <a:extLst>
                <a:ext uri="{FF2B5EF4-FFF2-40B4-BE49-F238E27FC236}">
                  <a16:creationId xmlns="" xmlns:a16="http://schemas.microsoft.com/office/drawing/2014/main" id="{6B0F5DB0-B97D-4574-B63D-7BAFABB66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8" name="Group 628">
            <a:extLst>
              <a:ext uri="{FF2B5EF4-FFF2-40B4-BE49-F238E27FC236}">
                <a16:creationId xmlns="" xmlns:a16="http://schemas.microsoft.com/office/drawing/2014/main" id="{EC0804AB-DDD2-46A0-A405-29A5014C6175}"/>
              </a:ext>
            </a:extLst>
          </p:cNvPr>
          <p:cNvGrpSpPr>
            <a:grpSpLocks/>
          </p:cNvGrpSpPr>
          <p:nvPr/>
        </p:nvGrpSpPr>
        <p:grpSpPr bwMode="auto">
          <a:xfrm>
            <a:off x="5815013" y="4021137"/>
            <a:ext cx="1044575" cy="965200"/>
            <a:chOff x="4047" y="420"/>
            <a:chExt cx="658" cy="608"/>
          </a:xfrm>
        </p:grpSpPr>
        <p:sp>
          <p:nvSpPr>
            <p:cNvPr id="39948" name="Rectangle 227">
              <a:extLst>
                <a:ext uri="{FF2B5EF4-FFF2-40B4-BE49-F238E27FC236}">
                  <a16:creationId xmlns="" xmlns:a16="http://schemas.microsoft.com/office/drawing/2014/main" id="{EB2C0CF8-28DC-4A0F-9E6B-B53805ECF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49" name="Rectangle 228">
              <a:extLst>
                <a:ext uri="{FF2B5EF4-FFF2-40B4-BE49-F238E27FC236}">
                  <a16:creationId xmlns="" xmlns:a16="http://schemas.microsoft.com/office/drawing/2014/main" id="{AAB12419-8D6C-4EA6-BEDF-84B335AFA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0" name="Rectangle 229">
              <a:extLst>
                <a:ext uri="{FF2B5EF4-FFF2-40B4-BE49-F238E27FC236}">
                  <a16:creationId xmlns="" xmlns:a16="http://schemas.microsoft.com/office/drawing/2014/main" id="{F9A5E97F-6BAB-4121-BCA6-01A51FEFC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1" name="Text Box 230">
              <a:extLst>
                <a:ext uri="{FF2B5EF4-FFF2-40B4-BE49-F238E27FC236}">
                  <a16:creationId xmlns="" xmlns:a16="http://schemas.microsoft.com/office/drawing/2014/main" id="{D12FE067-6E67-462E-B31F-07688EECF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</a:rPr>
                <a:t>application</a:t>
              </a:r>
              <a:endParaRPr lang="en-US" altLang="en-US" sz="10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physical</a:t>
              </a:r>
              <a:endParaRPr lang="en-US" altLang="en-US" sz="2400"/>
            </a:p>
          </p:txBody>
        </p:sp>
        <p:sp>
          <p:nvSpPr>
            <p:cNvPr id="39952" name="Line 231">
              <a:extLst>
                <a:ext uri="{FF2B5EF4-FFF2-40B4-BE49-F238E27FC236}">
                  <a16:creationId xmlns="" xmlns:a16="http://schemas.microsoft.com/office/drawing/2014/main" id="{DE4641E2-B564-4870-B0FB-299C37C96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3" name="Line 232">
              <a:extLst>
                <a:ext uri="{FF2B5EF4-FFF2-40B4-BE49-F238E27FC236}">
                  <a16:creationId xmlns="" xmlns:a16="http://schemas.microsoft.com/office/drawing/2014/main" id="{853A6965-034D-4A1B-9D32-1136D41CA4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4" name="Line 233">
              <a:extLst>
                <a:ext uri="{FF2B5EF4-FFF2-40B4-BE49-F238E27FC236}">
                  <a16:creationId xmlns="" xmlns:a16="http://schemas.microsoft.com/office/drawing/2014/main" id="{93E3771E-6F48-4A32-B393-7A926851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5" name="Freeform 917">
              <a:extLst>
                <a:ext uri="{FF2B5EF4-FFF2-40B4-BE49-F238E27FC236}">
                  <a16:creationId xmlns="" xmlns:a16="http://schemas.microsoft.com/office/drawing/2014/main" id="{3E92840C-284F-472C-BFD5-C052BA2D2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Rectangle 1"/>
          <p:cNvSpPr/>
          <p:nvPr/>
        </p:nvSpPr>
        <p:spPr>
          <a:xfrm>
            <a:off x="3288389" y="6178595"/>
            <a:ext cx="515711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Fig. Communication </a:t>
            </a:r>
            <a:r>
              <a:rPr lang="en-US" b="1" dirty="0">
                <a:solidFill>
                  <a:srgbClr val="FF0000"/>
                </a:solidFill>
              </a:rPr>
              <a:t>for a network application takes place between end systems at the application layer</a:t>
            </a:r>
          </a:p>
        </p:txBody>
      </p:sp>
    </p:spTree>
    <p:extLst>
      <p:ext uri="{BB962C8B-B14F-4D97-AF65-F5344CB8AC3E}">
        <p14:creationId xmlns:p14="http://schemas.microsoft.com/office/powerpoint/2010/main" val="1328413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5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5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8">
            <a:extLst>
              <a:ext uri="{FF2B5EF4-FFF2-40B4-BE49-F238E27FC236}">
                <a16:creationId xmlns="" xmlns:a16="http://schemas.microsoft.com/office/drawing/2014/main" id="{8890F2D2-9EEB-418A-875F-9FE6DE89ECD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A5CD2D2-55F5-44FD-903A-44C37F2E06C9}" type="slidenum">
              <a:rPr lang="en-US" altLang="en-US" sz="1200">
                <a:latin typeface="Tahoma" panose="020B0604030504040204" pitchFamily="34" charset="0"/>
              </a:rPr>
              <a:pPr/>
              <a:t>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1987" name="Picture 9" descr="underline_base">
            <a:extLst>
              <a:ext uri="{FF2B5EF4-FFF2-40B4-BE49-F238E27FC236}">
                <a16:creationId xmlns="" xmlns:a16="http://schemas.microsoft.com/office/drawing/2014/main" id="{9CBE816D-341A-461C-9766-31271D44187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960438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88" name="Rectangle 2">
            <a:extLst>
              <a:ext uri="{FF2B5EF4-FFF2-40B4-BE49-F238E27FC236}">
                <a16:creationId xmlns="" xmlns:a16="http://schemas.microsoft.com/office/drawing/2014/main" id="{E1EDAA9A-E281-4F68-AD64-38E51530D5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07963"/>
            <a:ext cx="7772400" cy="1030287"/>
          </a:xfrm>
        </p:spPr>
        <p:txBody>
          <a:bodyPr/>
          <a:lstStyle/>
          <a:p>
            <a:r>
              <a:rPr lang="en-US" altLang="en-US"/>
              <a:t>Application architectures</a:t>
            </a:r>
          </a:p>
        </p:txBody>
      </p:sp>
      <p:sp>
        <p:nvSpPr>
          <p:cNvPr id="41989" name="Rectangle 3">
            <a:extLst>
              <a:ext uri="{FF2B5EF4-FFF2-40B4-BE49-F238E27FC236}">
                <a16:creationId xmlns="" xmlns:a16="http://schemas.microsoft.com/office/drawing/2014/main" id="{69D9E0A0-D513-43F5-9621-9536126D5A5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31800" y="1371600"/>
            <a:ext cx="8382000" cy="4879975"/>
          </a:xfrm>
        </p:spPr>
        <p:txBody>
          <a:bodyPr>
            <a:noAutofit/>
          </a:bodyPr>
          <a:lstStyle/>
          <a:p>
            <a:r>
              <a:rPr lang="en-US" altLang="en-US" sz="2400" b="1" dirty="0" smtClean="0">
                <a:solidFill>
                  <a:srgbClr val="FF0000"/>
                </a:solidFill>
              </a:rPr>
              <a:t>Application’s </a:t>
            </a:r>
            <a:r>
              <a:rPr lang="en-US" altLang="en-US" sz="2400" b="1" dirty="0">
                <a:solidFill>
                  <a:srgbClr val="FF0000"/>
                </a:solidFill>
              </a:rPr>
              <a:t>architecture </a:t>
            </a:r>
            <a:r>
              <a:rPr lang="en-US" altLang="en-US" sz="2400" dirty="0"/>
              <a:t>is distinctly </a:t>
            </a:r>
            <a:r>
              <a:rPr lang="en-US" altLang="en-US" sz="2400" b="1" dirty="0" smtClean="0">
                <a:solidFill>
                  <a:srgbClr val="00B050"/>
                </a:solidFill>
              </a:rPr>
              <a:t>different </a:t>
            </a:r>
            <a:r>
              <a:rPr lang="en-US" altLang="en-US" sz="2400" b="1" dirty="0">
                <a:solidFill>
                  <a:srgbClr val="00B050"/>
                </a:solidFill>
              </a:rPr>
              <a:t>from the network architecture </a:t>
            </a:r>
            <a:r>
              <a:rPr lang="en-US" altLang="en-US" sz="2400" dirty="0"/>
              <a:t>(e.g., </a:t>
            </a:r>
            <a:r>
              <a:rPr lang="en-US" altLang="en-US" sz="2400" dirty="0" smtClean="0"/>
              <a:t>5-layer Architecture). </a:t>
            </a:r>
          </a:p>
          <a:p>
            <a:r>
              <a:rPr lang="en-US" altLang="en-US" sz="2400" dirty="0" smtClean="0"/>
              <a:t>The Network Architecture </a:t>
            </a:r>
            <a:r>
              <a:rPr lang="en-US" altLang="en-US" sz="2400" dirty="0"/>
              <a:t>is fixed and provides a specific set of services to applications. </a:t>
            </a:r>
            <a:endParaRPr lang="en-US" altLang="en-US" sz="2400" dirty="0" smtClean="0"/>
          </a:p>
          <a:p>
            <a:r>
              <a:rPr lang="en-US" altLang="en-US" sz="2400" dirty="0" smtClean="0"/>
              <a:t>The </a:t>
            </a:r>
            <a:r>
              <a:rPr lang="en-US" altLang="en-US" sz="2400" b="1" dirty="0" smtClean="0">
                <a:solidFill>
                  <a:srgbClr val="FF0000"/>
                </a:solidFill>
              </a:rPr>
              <a:t>Application architecture</a:t>
            </a:r>
            <a:r>
              <a:rPr lang="en-US" altLang="en-US" sz="2400" dirty="0"/>
              <a:t>, </a:t>
            </a:r>
            <a:r>
              <a:rPr lang="en-US" altLang="en-US" sz="2400" dirty="0" smtClean="0"/>
              <a:t>is </a:t>
            </a:r>
            <a:r>
              <a:rPr lang="en-US" altLang="en-US" sz="2400" dirty="0"/>
              <a:t>designed by the application developer </a:t>
            </a:r>
            <a:r>
              <a:rPr lang="en-US" altLang="en-US" sz="2400" dirty="0" smtClean="0"/>
              <a:t>and </a:t>
            </a:r>
            <a:r>
              <a:rPr lang="en-US" altLang="en-US" sz="2400" b="1" dirty="0" smtClean="0">
                <a:solidFill>
                  <a:srgbClr val="00B050"/>
                </a:solidFill>
              </a:rPr>
              <a:t>dictates how the application is structured over the various end systems</a:t>
            </a:r>
            <a:r>
              <a:rPr lang="en-US" altLang="en-US" sz="2400" dirty="0" smtClean="0"/>
              <a:t>. </a:t>
            </a:r>
          </a:p>
          <a:p>
            <a:r>
              <a:rPr lang="en-US" altLang="en-US" sz="2400" dirty="0" smtClean="0"/>
              <a:t>There are </a:t>
            </a:r>
            <a:r>
              <a:rPr lang="en-US" altLang="en-US" sz="2400" b="1" dirty="0">
                <a:solidFill>
                  <a:srgbClr val="FF0000"/>
                </a:solidFill>
              </a:rPr>
              <a:t>two predominant architectural paradigms</a:t>
            </a:r>
            <a:r>
              <a:rPr lang="en-US" altLang="en-US" sz="2400" dirty="0"/>
              <a:t> used in modern network applications</a:t>
            </a:r>
            <a:r>
              <a:rPr lang="en-US" altLang="en-US" sz="2400" dirty="0" smtClean="0"/>
              <a:t>:</a:t>
            </a:r>
            <a:endParaRPr lang="en-US" altLang="en-US" sz="2400" dirty="0"/>
          </a:p>
          <a:p>
            <a:pPr lvl="1"/>
            <a:r>
              <a:rPr lang="en-US" altLang="en-US" sz="2400" b="1" dirty="0" smtClean="0">
                <a:solidFill>
                  <a:srgbClr val="00B050"/>
                </a:solidFill>
              </a:rPr>
              <a:t>Client-server</a:t>
            </a:r>
            <a:endParaRPr lang="en-US" altLang="en-US" sz="2400" b="1" dirty="0">
              <a:solidFill>
                <a:srgbClr val="00B050"/>
              </a:solidFill>
            </a:endParaRPr>
          </a:p>
          <a:p>
            <a:pPr lvl="1"/>
            <a:r>
              <a:rPr lang="en-US" altLang="en-US" sz="2400" b="1" dirty="0" smtClean="0">
                <a:solidFill>
                  <a:srgbClr val="00B050"/>
                </a:solidFill>
              </a:rPr>
              <a:t>Peer-to-peer </a:t>
            </a:r>
            <a:r>
              <a:rPr lang="en-US" altLang="en-US" sz="2400" b="1" dirty="0">
                <a:solidFill>
                  <a:srgbClr val="00B050"/>
                </a:solidFill>
              </a:rPr>
              <a:t>(P2P)</a:t>
            </a:r>
          </a:p>
        </p:txBody>
      </p:sp>
    </p:spTree>
    <p:extLst>
      <p:ext uri="{BB962C8B-B14F-4D97-AF65-F5344CB8AC3E}">
        <p14:creationId xmlns:p14="http://schemas.microsoft.com/office/powerpoint/2010/main" val="2975460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8">
            <a:extLst>
              <a:ext uri="{FF2B5EF4-FFF2-40B4-BE49-F238E27FC236}">
                <a16:creationId xmlns="" xmlns:a16="http://schemas.microsoft.com/office/drawing/2014/main" id="{8073FB24-6973-47EF-BA68-E211DB25674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736B4E1-4E6E-4784-B980-4F68035C1B48}" type="slidenum">
              <a:rPr lang="en-US" altLang="en-US" sz="1200">
                <a:latin typeface="Tahoma" panose="020B0604030504040204" pitchFamily="34" charset="0"/>
              </a:rPr>
              <a:pPr/>
              <a:t>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44035" name="Group 582">
            <a:extLst>
              <a:ext uri="{FF2B5EF4-FFF2-40B4-BE49-F238E27FC236}">
                <a16:creationId xmlns="" xmlns:a16="http://schemas.microsoft.com/office/drawing/2014/main" id="{93C1AE12-602D-4A8E-98B6-1B10D56EE4DD}"/>
              </a:ext>
            </a:extLst>
          </p:cNvPr>
          <p:cNvGrpSpPr>
            <a:grpSpLocks/>
          </p:cNvGrpSpPr>
          <p:nvPr/>
        </p:nvGrpSpPr>
        <p:grpSpPr bwMode="auto">
          <a:xfrm>
            <a:off x="212725" y="1676400"/>
            <a:ext cx="3540125" cy="4545013"/>
            <a:chOff x="3277" y="974"/>
            <a:chExt cx="2230" cy="2863"/>
          </a:xfrm>
        </p:grpSpPr>
        <p:sp>
          <p:nvSpPr>
            <p:cNvPr id="44042" name="Freeform 583">
              <a:extLst>
                <a:ext uri="{FF2B5EF4-FFF2-40B4-BE49-F238E27FC236}">
                  <a16:creationId xmlns="" xmlns:a16="http://schemas.microsoft.com/office/drawing/2014/main" id="{B6ABB8EB-0D14-4FFC-8AE2-F8D9F270E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43" name="Group 584">
              <a:extLst>
                <a:ext uri="{FF2B5EF4-FFF2-40B4-BE49-F238E27FC236}">
                  <a16:creationId xmlns="" xmlns:a16="http://schemas.microsoft.com/office/drawing/2014/main" id="{0F78A881-9DDC-4CD6-85A2-60D1F9ADAD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4417" name="Rectangle 585">
                <a:extLst>
                  <a:ext uri="{FF2B5EF4-FFF2-40B4-BE49-F238E27FC236}">
                    <a16:creationId xmlns="" xmlns:a16="http://schemas.microsoft.com/office/drawing/2014/main" id="{5C153808-40A4-4A85-9642-2926B502D3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418" name="AutoShape 586">
                <a:extLst>
                  <a:ext uri="{FF2B5EF4-FFF2-40B4-BE49-F238E27FC236}">
                    <a16:creationId xmlns="" xmlns:a16="http://schemas.microsoft.com/office/drawing/2014/main" id="{972EA62C-51DB-4212-B22B-20A00FE41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44044" name="Freeform 587">
              <a:extLst>
                <a:ext uri="{FF2B5EF4-FFF2-40B4-BE49-F238E27FC236}">
                  <a16:creationId xmlns="" xmlns:a16="http://schemas.microsoft.com/office/drawing/2014/main" id="{1D726CD5-C84F-44B5-A1B7-F283608C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Line 588">
              <a:extLst>
                <a:ext uri="{FF2B5EF4-FFF2-40B4-BE49-F238E27FC236}">
                  <a16:creationId xmlns="" xmlns:a16="http://schemas.microsoft.com/office/drawing/2014/main" id="{C5357A24-FD8B-43B2-A8A9-7B0A86EB3B1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15" y="3313"/>
              <a:ext cx="285" cy="1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6" name="Line 589">
              <a:extLst>
                <a:ext uri="{FF2B5EF4-FFF2-40B4-BE49-F238E27FC236}">
                  <a16:creationId xmlns="" xmlns:a16="http://schemas.microsoft.com/office/drawing/2014/main" id="{A795CEE4-FAAC-44E0-B7EF-410A7038287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7" name="Line 590">
              <a:extLst>
                <a:ext uri="{FF2B5EF4-FFF2-40B4-BE49-F238E27FC236}">
                  <a16:creationId xmlns="" xmlns:a16="http://schemas.microsoft.com/office/drawing/2014/main" id="{5C6A0EC5-3117-4C82-896A-8C6ADECEFF8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6" y="3190"/>
              <a:ext cx="96" cy="4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8" name="Line 592">
              <a:extLst>
                <a:ext uri="{FF2B5EF4-FFF2-40B4-BE49-F238E27FC236}">
                  <a16:creationId xmlns="" xmlns:a16="http://schemas.microsoft.com/office/drawing/2014/main" id="{773E559F-03FC-4638-9EC9-EB4B7A878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94" cy="10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Line 593">
              <a:extLst>
                <a:ext uri="{FF2B5EF4-FFF2-40B4-BE49-F238E27FC236}">
                  <a16:creationId xmlns="" xmlns:a16="http://schemas.microsoft.com/office/drawing/2014/main" id="{4D1072FD-5139-4F07-8EEF-9522E8D40A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0"/>
              <a:ext cx="261" cy="7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Line 596">
              <a:extLst>
                <a:ext uri="{FF2B5EF4-FFF2-40B4-BE49-F238E27FC236}">
                  <a16:creationId xmlns="" xmlns:a16="http://schemas.microsoft.com/office/drawing/2014/main" id="{73AAD692-A944-48FF-9AFA-235DE8F6B4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9"/>
              <a:ext cx="98" cy="11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Line 597">
              <a:extLst>
                <a:ext uri="{FF2B5EF4-FFF2-40B4-BE49-F238E27FC236}">
                  <a16:creationId xmlns="" xmlns:a16="http://schemas.microsoft.com/office/drawing/2014/main" id="{E7DACC04-8D99-4FD6-A07E-23EDDD4AE8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32" y="3213"/>
              <a:ext cx="65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Line 598">
              <a:extLst>
                <a:ext uri="{FF2B5EF4-FFF2-40B4-BE49-F238E27FC236}">
                  <a16:creationId xmlns="" xmlns:a16="http://schemas.microsoft.com/office/drawing/2014/main" id="{64492A7B-2917-4CB7-8BCE-88349A2167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Line 600">
              <a:extLst>
                <a:ext uri="{FF2B5EF4-FFF2-40B4-BE49-F238E27FC236}">
                  <a16:creationId xmlns="" xmlns:a16="http://schemas.microsoft.com/office/drawing/2014/main" id="{B89ACD76-0658-4C8C-97DD-49C244E85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Line 601">
              <a:extLst>
                <a:ext uri="{FF2B5EF4-FFF2-40B4-BE49-F238E27FC236}">
                  <a16:creationId xmlns="" xmlns:a16="http://schemas.microsoft.com/office/drawing/2014/main" id="{27593139-5F73-41DE-A6CC-1249AD1E5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55" name="Group 602">
              <a:extLst>
                <a:ext uri="{FF2B5EF4-FFF2-40B4-BE49-F238E27FC236}">
                  <a16:creationId xmlns="" xmlns:a16="http://schemas.microsoft.com/office/drawing/2014/main" id="{2C8CF429-75A9-4B43-B922-02418494BC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44415" name="Picture 603" descr="access_point_stylized_small">
                <a:extLst>
                  <a:ext uri="{FF2B5EF4-FFF2-40B4-BE49-F238E27FC236}">
                    <a16:creationId xmlns="" xmlns:a16="http://schemas.microsoft.com/office/drawing/2014/main" id="{1B42A238-6391-4476-94AF-228A3873D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416" name="Picture 604" descr="antenna_radiation_stylized">
                <a:extLst>
                  <a:ext uri="{FF2B5EF4-FFF2-40B4-BE49-F238E27FC236}">
                    <a16:creationId xmlns="" xmlns:a16="http://schemas.microsoft.com/office/drawing/2014/main" id="{324CAB8A-C8E4-4BF1-A1BE-EBAB6EC94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4056" name="Freeform 605">
              <a:extLst>
                <a:ext uri="{FF2B5EF4-FFF2-40B4-BE49-F238E27FC236}">
                  <a16:creationId xmlns="" xmlns:a16="http://schemas.microsoft.com/office/drawing/2014/main" id="{E6F25565-255B-4D51-98F1-EDE65816B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606">
              <a:extLst>
                <a:ext uri="{FF2B5EF4-FFF2-40B4-BE49-F238E27FC236}">
                  <a16:creationId xmlns="" xmlns:a16="http://schemas.microsoft.com/office/drawing/2014/main" id="{6BBAF830-186D-47B4-BF63-ED46FF02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Line 607">
              <a:extLst>
                <a:ext uri="{FF2B5EF4-FFF2-40B4-BE49-F238E27FC236}">
                  <a16:creationId xmlns="" xmlns:a16="http://schemas.microsoft.com/office/drawing/2014/main" id="{91163CA2-C740-47B9-AAC2-4CFCEF152F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Line 608">
              <a:extLst>
                <a:ext uri="{FF2B5EF4-FFF2-40B4-BE49-F238E27FC236}">
                  <a16:creationId xmlns="" xmlns:a16="http://schemas.microsoft.com/office/drawing/2014/main" id="{8B3B7ABF-CB6C-450A-B086-E25A6A0764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Line 609">
              <a:extLst>
                <a:ext uri="{FF2B5EF4-FFF2-40B4-BE49-F238E27FC236}">
                  <a16:creationId xmlns="" xmlns:a16="http://schemas.microsoft.com/office/drawing/2014/main" id="{990B23D0-71EA-495D-B989-91BD8C58D2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Line 610">
              <a:extLst>
                <a:ext uri="{FF2B5EF4-FFF2-40B4-BE49-F238E27FC236}">
                  <a16:creationId xmlns="" xmlns:a16="http://schemas.microsoft.com/office/drawing/2014/main" id="{20A512E0-8C8C-46CB-9EB3-547249B40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Line 611">
              <a:extLst>
                <a:ext uri="{FF2B5EF4-FFF2-40B4-BE49-F238E27FC236}">
                  <a16:creationId xmlns="" xmlns:a16="http://schemas.microsoft.com/office/drawing/2014/main" id="{06859E25-89A3-46E5-B75A-135FD18D66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Line 612">
              <a:extLst>
                <a:ext uri="{FF2B5EF4-FFF2-40B4-BE49-F238E27FC236}">
                  <a16:creationId xmlns="" xmlns:a16="http://schemas.microsoft.com/office/drawing/2014/main" id="{67FAADE7-A5FA-4025-A187-5E41BA8E1F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Line 613">
              <a:extLst>
                <a:ext uri="{FF2B5EF4-FFF2-40B4-BE49-F238E27FC236}">
                  <a16:creationId xmlns="" xmlns:a16="http://schemas.microsoft.com/office/drawing/2014/main" id="{9F51AF0A-F4AD-4EC3-981C-A904816E33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Line 614">
              <a:extLst>
                <a:ext uri="{FF2B5EF4-FFF2-40B4-BE49-F238E27FC236}">
                  <a16:creationId xmlns="" xmlns:a16="http://schemas.microsoft.com/office/drawing/2014/main" id="{DB6DB31A-9C9B-4781-825E-2714D3919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Line 615">
              <a:extLst>
                <a:ext uri="{FF2B5EF4-FFF2-40B4-BE49-F238E27FC236}">
                  <a16:creationId xmlns="" xmlns:a16="http://schemas.microsoft.com/office/drawing/2014/main" id="{83D62ECD-043B-4171-B376-FFB71FE474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Line 616">
              <a:extLst>
                <a:ext uri="{FF2B5EF4-FFF2-40B4-BE49-F238E27FC236}">
                  <a16:creationId xmlns="" xmlns:a16="http://schemas.microsoft.com/office/drawing/2014/main" id="{9DB7E270-C328-4F64-AA04-54A7121DBB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Line 617">
              <a:extLst>
                <a:ext uri="{FF2B5EF4-FFF2-40B4-BE49-F238E27FC236}">
                  <a16:creationId xmlns="" xmlns:a16="http://schemas.microsoft.com/office/drawing/2014/main" id="{E6B0FBD8-FB7C-46D2-8943-20E8984AB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Line 618">
              <a:extLst>
                <a:ext uri="{FF2B5EF4-FFF2-40B4-BE49-F238E27FC236}">
                  <a16:creationId xmlns="" xmlns:a16="http://schemas.microsoft.com/office/drawing/2014/main" id="{E30A8A74-6EBD-419F-BD81-94D018BDD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Line 619">
              <a:extLst>
                <a:ext uri="{FF2B5EF4-FFF2-40B4-BE49-F238E27FC236}">
                  <a16:creationId xmlns="" xmlns:a16="http://schemas.microsoft.com/office/drawing/2014/main" id="{5E84D5EE-993D-4792-9BE3-9D4F092974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Line 620">
              <a:extLst>
                <a:ext uri="{FF2B5EF4-FFF2-40B4-BE49-F238E27FC236}">
                  <a16:creationId xmlns="" xmlns:a16="http://schemas.microsoft.com/office/drawing/2014/main" id="{3F787A6C-15EC-4906-ACCA-854FBEC1DE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Line 621">
              <a:extLst>
                <a:ext uri="{FF2B5EF4-FFF2-40B4-BE49-F238E27FC236}">
                  <a16:creationId xmlns="" xmlns:a16="http://schemas.microsoft.com/office/drawing/2014/main" id="{9243BAF6-0664-45DD-BC1D-CC5C4F1F1E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Line 622">
              <a:extLst>
                <a:ext uri="{FF2B5EF4-FFF2-40B4-BE49-F238E27FC236}">
                  <a16:creationId xmlns="" xmlns:a16="http://schemas.microsoft.com/office/drawing/2014/main" id="{04EB1E8D-6AA1-4EA3-ADC6-04CF792E1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Line 623">
              <a:extLst>
                <a:ext uri="{FF2B5EF4-FFF2-40B4-BE49-F238E27FC236}">
                  <a16:creationId xmlns="" xmlns:a16="http://schemas.microsoft.com/office/drawing/2014/main" id="{F0C3E2B6-DEAF-463F-B48A-6FB7523A32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75" name="Group 624">
              <a:extLst>
                <a:ext uri="{FF2B5EF4-FFF2-40B4-BE49-F238E27FC236}">
                  <a16:creationId xmlns="" xmlns:a16="http://schemas.microsoft.com/office/drawing/2014/main" id="{186F5EC8-854D-4243-BD40-42422335AB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44398" name="Line 270">
                <a:extLst>
                  <a:ext uri="{FF2B5EF4-FFF2-40B4-BE49-F238E27FC236}">
                    <a16:creationId xmlns="" xmlns:a16="http://schemas.microsoft.com/office/drawing/2014/main" id="{639C4002-1D70-4257-9D25-E5BA5352FB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399" name="Line 271">
                <a:extLst>
                  <a:ext uri="{FF2B5EF4-FFF2-40B4-BE49-F238E27FC236}">
                    <a16:creationId xmlns="" xmlns:a16="http://schemas.microsoft.com/office/drawing/2014/main" id="{4A898DD4-7E12-46FE-BE41-4287A99BD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0" name="Line 272">
                <a:extLst>
                  <a:ext uri="{FF2B5EF4-FFF2-40B4-BE49-F238E27FC236}">
                    <a16:creationId xmlns="" xmlns:a16="http://schemas.microsoft.com/office/drawing/2014/main" id="{C4C6AFE9-62C1-422D-BC1D-273DF81156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1" name="Line 273">
                <a:extLst>
                  <a:ext uri="{FF2B5EF4-FFF2-40B4-BE49-F238E27FC236}">
                    <a16:creationId xmlns="" xmlns:a16="http://schemas.microsoft.com/office/drawing/2014/main" id="{7696762C-6296-4A9B-B264-4C882F3E44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2" name="Line 274">
                <a:extLst>
                  <a:ext uri="{FF2B5EF4-FFF2-40B4-BE49-F238E27FC236}">
                    <a16:creationId xmlns="" xmlns:a16="http://schemas.microsoft.com/office/drawing/2014/main" id="{5977A058-CF39-418A-A50E-77FA276408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3" name="Line 275">
                <a:extLst>
                  <a:ext uri="{FF2B5EF4-FFF2-40B4-BE49-F238E27FC236}">
                    <a16:creationId xmlns="" xmlns:a16="http://schemas.microsoft.com/office/drawing/2014/main" id="{47A55F0F-2C70-4A04-B1B9-5839BB966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4" name="Line 276">
                <a:extLst>
                  <a:ext uri="{FF2B5EF4-FFF2-40B4-BE49-F238E27FC236}">
                    <a16:creationId xmlns="" xmlns:a16="http://schemas.microsoft.com/office/drawing/2014/main" id="{FB414619-4241-4876-A6D5-B179F636B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5" name="Line 277">
                <a:extLst>
                  <a:ext uri="{FF2B5EF4-FFF2-40B4-BE49-F238E27FC236}">
                    <a16:creationId xmlns="" xmlns:a16="http://schemas.microsoft.com/office/drawing/2014/main" id="{CF3A26A5-C83C-44C4-B2DB-BED61DC5E5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6" name="Line 278">
                <a:extLst>
                  <a:ext uri="{FF2B5EF4-FFF2-40B4-BE49-F238E27FC236}">
                    <a16:creationId xmlns="" xmlns:a16="http://schemas.microsoft.com/office/drawing/2014/main" id="{4A90EB5F-577A-428A-9BFB-7A097F89CA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7" name="Line 279">
                <a:extLst>
                  <a:ext uri="{FF2B5EF4-FFF2-40B4-BE49-F238E27FC236}">
                    <a16:creationId xmlns="" xmlns:a16="http://schemas.microsoft.com/office/drawing/2014/main" id="{88CC1F93-A486-4D7B-9FD6-EA5613650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8" name="Line 280">
                <a:extLst>
                  <a:ext uri="{FF2B5EF4-FFF2-40B4-BE49-F238E27FC236}">
                    <a16:creationId xmlns="" xmlns:a16="http://schemas.microsoft.com/office/drawing/2014/main" id="{D3A1CE37-BC58-4609-A2CF-DAB8FCE5B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9" name="Line 281">
                <a:extLst>
                  <a:ext uri="{FF2B5EF4-FFF2-40B4-BE49-F238E27FC236}">
                    <a16:creationId xmlns="" xmlns:a16="http://schemas.microsoft.com/office/drawing/2014/main" id="{EC355C4E-6AE4-42F7-BC08-BE6BB5AA50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0" name="Line 282">
                <a:extLst>
                  <a:ext uri="{FF2B5EF4-FFF2-40B4-BE49-F238E27FC236}">
                    <a16:creationId xmlns="" xmlns:a16="http://schemas.microsoft.com/office/drawing/2014/main" id="{3941DA25-645B-4684-8F7B-D64D4996CB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1" name="Line 283">
                <a:extLst>
                  <a:ext uri="{FF2B5EF4-FFF2-40B4-BE49-F238E27FC236}">
                    <a16:creationId xmlns="" xmlns:a16="http://schemas.microsoft.com/office/drawing/2014/main" id="{D838F93F-5BC6-4ED6-B70F-EF510A934E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2" name="Line 284">
                <a:extLst>
                  <a:ext uri="{FF2B5EF4-FFF2-40B4-BE49-F238E27FC236}">
                    <a16:creationId xmlns="" xmlns:a16="http://schemas.microsoft.com/office/drawing/2014/main" id="{596C5157-38C0-429E-95D1-4D456ACAAC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3" name="Oval 640">
                <a:extLst>
                  <a:ext uri="{FF2B5EF4-FFF2-40B4-BE49-F238E27FC236}">
                    <a16:creationId xmlns="" xmlns:a16="http://schemas.microsoft.com/office/drawing/2014/main" id="{22D7E682-3350-42E9-B4D5-3A0C1CB8B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4414" name="Picture 641" descr="cell_tower_radiation_gray">
                <a:extLst>
                  <a:ext uri="{FF2B5EF4-FFF2-40B4-BE49-F238E27FC236}">
                    <a16:creationId xmlns="" xmlns:a16="http://schemas.microsoft.com/office/drawing/2014/main" id="{F2038579-02FA-4495-BFDF-A9A132C67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76" name="Group 642">
              <a:extLst>
                <a:ext uri="{FF2B5EF4-FFF2-40B4-BE49-F238E27FC236}">
                  <a16:creationId xmlns="" xmlns:a16="http://schemas.microsoft.com/office/drawing/2014/main" id="{51D06029-7150-4C64-A2FC-AA2DF3F003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4389" name="Line 643">
                <a:extLst>
                  <a:ext uri="{FF2B5EF4-FFF2-40B4-BE49-F238E27FC236}">
                    <a16:creationId xmlns="" xmlns:a16="http://schemas.microsoft.com/office/drawing/2014/main" id="{43A1003E-B1E5-49CE-A7CE-3276C01326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Oval 407">
                <a:extLst>
                  <a:ext uri="{FF2B5EF4-FFF2-40B4-BE49-F238E27FC236}">
                    <a16:creationId xmlns="" xmlns:a16="http://schemas.microsoft.com/office/drawing/2014/main" id="{4D220B01-3254-4A7B-BB7E-A4360692D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91" name="Rectangle 410">
                <a:extLst>
                  <a:ext uri="{FF2B5EF4-FFF2-40B4-BE49-F238E27FC236}">
                    <a16:creationId xmlns="" xmlns:a16="http://schemas.microsoft.com/office/drawing/2014/main" id="{B3632FC6-79AB-4147-BAC1-FF31AD2AD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92" name="Oval 411">
                <a:extLst>
                  <a:ext uri="{FF2B5EF4-FFF2-40B4-BE49-F238E27FC236}">
                    <a16:creationId xmlns="" xmlns:a16="http://schemas.microsoft.com/office/drawing/2014/main" id="{25024CF3-28A0-415F-BF65-958D66A21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93" name="Group 647">
                <a:extLst>
                  <a:ext uri="{FF2B5EF4-FFF2-40B4-BE49-F238E27FC236}">
                    <a16:creationId xmlns="" xmlns:a16="http://schemas.microsoft.com/office/drawing/2014/main" id="{570CDCB6-297C-432A-87FE-5A2F24FCEF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44396" name="Freeform 648">
                  <a:extLst>
                    <a:ext uri="{FF2B5EF4-FFF2-40B4-BE49-F238E27FC236}">
                      <a16:creationId xmlns="" xmlns:a16="http://schemas.microsoft.com/office/drawing/2014/main" id="{28A5755B-DB7C-4F8B-827D-0F3285F69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97" name="Freeform 649">
                  <a:extLst>
                    <a:ext uri="{FF2B5EF4-FFF2-40B4-BE49-F238E27FC236}">
                      <a16:creationId xmlns="" xmlns:a16="http://schemas.microsoft.com/office/drawing/2014/main" id="{F5791F8C-E83D-4D72-B5E5-58BD48CCD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94" name="Line 650">
                <a:extLst>
                  <a:ext uri="{FF2B5EF4-FFF2-40B4-BE49-F238E27FC236}">
                    <a16:creationId xmlns="" xmlns:a16="http://schemas.microsoft.com/office/drawing/2014/main" id="{2ED78FBA-568C-4809-8B8D-C646DACE80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Line 651">
                <a:extLst>
                  <a:ext uri="{FF2B5EF4-FFF2-40B4-BE49-F238E27FC236}">
                    <a16:creationId xmlns="" xmlns:a16="http://schemas.microsoft.com/office/drawing/2014/main" id="{AC233636-E402-44F3-973E-C45FBE883A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7" name="Group 652">
              <a:extLst>
                <a:ext uri="{FF2B5EF4-FFF2-40B4-BE49-F238E27FC236}">
                  <a16:creationId xmlns="" xmlns:a16="http://schemas.microsoft.com/office/drawing/2014/main" id="{D5DED729-1254-414A-A0B9-7A8E0F2D47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44381" name="Oval 407">
                <a:extLst>
                  <a:ext uri="{FF2B5EF4-FFF2-40B4-BE49-F238E27FC236}">
                    <a16:creationId xmlns="" xmlns:a16="http://schemas.microsoft.com/office/drawing/2014/main" id="{086E5685-777D-4EFA-9B50-D0F4B29AB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82" name="Rectangle 410">
                <a:extLst>
                  <a:ext uri="{FF2B5EF4-FFF2-40B4-BE49-F238E27FC236}">
                    <a16:creationId xmlns="" xmlns:a16="http://schemas.microsoft.com/office/drawing/2014/main" id="{9C6E9DF0-05AB-4104-BA15-403BBB049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83" name="Oval 411">
                <a:extLst>
                  <a:ext uri="{FF2B5EF4-FFF2-40B4-BE49-F238E27FC236}">
                    <a16:creationId xmlns="" xmlns:a16="http://schemas.microsoft.com/office/drawing/2014/main" id="{4EB28DE8-73B7-451A-8B4E-95B5369D0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84" name="Group 656">
                <a:extLst>
                  <a:ext uri="{FF2B5EF4-FFF2-40B4-BE49-F238E27FC236}">
                    <a16:creationId xmlns="" xmlns:a16="http://schemas.microsoft.com/office/drawing/2014/main" id="{49E6CE38-ACA3-471F-A6C1-CF9AF67CC5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87" name="Freeform 657">
                  <a:extLst>
                    <a:ext uri="{FF2B5EF4-FFF2-40B4-BE49-F238E27FC236}">
                      <a16:creationId xmlns="" xmlns:a16="http://schemas.microsoft.com/office/drawing/2014/main" id="{EC32639E-5667-4925-A05F-68A455403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88" name="Freeform 658">
                  <a:extLst>
                    <a:ext uri="{FF2B5EF4-FFF2-40B4-BE49-F238E27FC236}">
                      <a16:creationId xmlns="" xmlns:a16="http://schemas.microsoft.com/office/drawing/2014/main" id="{06F40561-925C-4434-B165-E5D85397D8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85" name="Line 659">
                <a:extLst>
                  <a:ext uri="{FF2B5EF4-FFF2-40B4-BE49-F238E27FC236}">
                    <a16:creationId xmlns="" xmlns:a16="http://schemas.microsoft.com/office/drawing/2014/main" id="{73647094-D3B2-4216-8F92-B76D8DE917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Line 660">
                <a:extLst>
                  <a:ext uri="{FF2B5EF4-FFF2-40B4-BE49-F238E27FC236}">
                    <a16:creationId xmlns="" xmlns:a16="http://schemas.microsoft.com/office/drawing/2014/main" id="{F0773C86-0145-4B3A-9932-AED79DA05C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8" name="Group 661">
              <a:extLst>
                <a:ext uri="{FF2B5EF4-FFF2-40B4-BE49-F238E27FC236}">
                  <a16:creationId xmlns="" xmlns:a16="http://schemas.microsoft.com/office/drawing/2014/main" id="{75A8F5AC-D0E1-4835-84F2-61C53E9CBE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44373" name="Oval 407">
                <a:extLst>
                  <a:ext uri="{FF2B5EF4-FFF2-40B4-BE49-F238E27FC236}">
                    <a16:creationId xmlns="" xmlns:a16="http://schemas.microsoft.com/office/drawing/2014/main" id="{06B81678-CE2D-4595-B4B3-834B9A8DB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74" name="Rectangle 410">
                <a:extLst>
                  <a:ext uri="{FF2B5EF4-FFF2-40B4-BE49-F238E27FC236}">
                    <a16:creationId xmlns="" xmlns:a16="http://schemas.microsoft.com/office/drawing/2014/main" id="{449C168F-8E87-4AC3-AD34-B4BC57BE4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75" name="Oval 411">
                <a:extLst>
                  <a:ext uri="{FF2B5EF4-FFF2-40B4-BE49-F238E27FC236}">
                    <a16:creationId xmlns="" xmlns:a16="http://schemas.microsoft.com/office/drawing/2014/main" id="{E294EB21-187F-437D-9FDD-727452DDA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76" name="Group 665">
                <a:extLst>
                  <a:ext uri="{FF2B5EF4-FFF2-40B4-BE49-F238E27FC236}">
                    <a16:creationId xmlns="" xmlns:a16="http://schemas.microsoft.com/office/drawing/2014/main" id="{0176D7D8-7381-4B64-9EAA-DD6461D27B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79" name="Freeform 666">
                  <a:extLst>
                    <a:ext uri="{FF2B5EF4-FFF2-40B4-BE49-F238E27FC236}">
                      <a16:creationId xmlns="" xmlns:a16="http://schemas.microsoft.com/office/drawing/2014/main" id="{D37D6DF2-CFC2-4640-A9DE-91CCBDAA5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80" name="Freeform 667">
                  <a:extLst>
                    <a:ext uri="{FF2B5EF4-FFF2-40B4-BE49-F238E27FC236}">
                      <a16:creationId xmlns="" xmlns:a16="http://schemas.microsoft.com/office/drawing/2014/main" id="{478FABE2-5148-40AE-BEEA-828E426196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77" name="Line 668">
                <a:extLst>
                  <a:ext uri="{FF2B5EF4-FFF2-40B4-BE49-F238E27FC236}">
                    <a16:creationId xmlns="" xmlns:a16="http://schemas.microsoft.com/office/drawing/2014/main" id="{ACA7AE21-2FED-40E8-9937-53848DFF48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8" name="Line 669">
                <a:extLst>
                  <a:ext uri="{FF2B5EF4-FFF2-40B4-BE49-F238E27FC236}">
                    <a16:creationId xmlns="" xmlns:a16="http://schemas.microsoft.com/office/drawing/2014/main" id="{6C479C05-A513-4436-9247-BDA84117EE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9" name="Group 670">
              <a:extLst>
                <a:ext uri="{FF2B5EF4-FFF2-40B4-BE49-F238E27FC236}">
                  <a16:creationId xmlns="" xmlns:a16="http://schemas.microsoft.com/office/drawing/2014/main" id="{E0B12EF4-0FA2-408B-A651-8E327A17E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44365" name="Oval 407">
                <a:extLst>
                  <a:ext uri="{FF2B5EF4-FFF2-40B4-BE49-F238E27FC236}">
                    <a16:creationId xmlns="" xmlns:a16="http://schemas.microsoft.com/office/drawing/2014/main" id="{FB74B7D5-3504-4901-A60A-5082B5378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66" name="Rectangle 410">
                <a:extLst>
                  <a:ext uri="{FF2B5EF4-FFF2-40B4-BE49-F238E27FC236}">
                    <a16:creationId xmlns="" xmlns:a16="http://schemas.microsoft.com/office/drawing/2014/main" id="{ADEEDE91-D579-4E3D-9E01-EF0D30201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67" name="Oval 411">
                <a:extLst>
                  <a:ext uri="{FF2B5EF4-FFF2-40B4-BE49-F238E27FC236}">
                    <a16:creationId xmlns="" xmlns:a16="http://schemas.microsoft.com/office/drawing/2014/main" id="{23C93F60-CE21-4D5D-9628-66BFE7FB3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68" name="Group 674">
                <a:extLst>
                  <a:ext uri="{FF2B5EF4-FFF2-40B4-BE49-F238E27FC236}">
                    <a16:creationId xmlns="" xmlns:a16="http://schemas.microsoft.com/office/drawing/2014/main" id="{FDB5DAFB-B23A-495C-B835-F4C7479718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71" name="Freeform 675">
                  <a:extLst>
                    <a:ext uri="{FF2B5EF4-FFF2-40B4-BE49-F238E27FC236}">
                      <a16:creationId xmlns="" xmlns:a16="http://schemas.microsoft.com/office/drawing/2014/main" id="{8E130337-659A-4524-8696-8BFAF1F5E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72" name="Freeform 676">
                  <a:extLst>
                    <a:ext uri="{FF2B5EF4-FFF2-40B4-BE49-F238E27FC236}">
                      <a16:creationId xmlns="" xmlns:a16="http://schemas.microsoft.com/office/drawing/2014/main" id="{6DB348AE-440F-4218-B54A-7BA32EA476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69" name="Line 677">
                <a:extLst>
                  <a:ext uri="{FF2B5EF4-FFF2-40B4-BE49-F238E27FC236}">
                    <a16:creationId xmlns="" xmlns:a16="http://schemas.microsoft.com/office/drawing/2014/main" id="{A5B9E218-3018-4095-9BCE-94D78617FC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Line 678">
                <a:extLst>
                  <a:ext uri="{FF2B5EF4-FFF2-40B4-BE49-F238E27FC236}">
                    <a16:creationId xmlns="" xmlns:a16="http://schemas.microsoft.com/office/drawing/2014/main" id="{CA43AED7-7987-455D-93B1-FD06C78E7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0" name="Group 679">
              <a:extLst>
                <a:ext uri="{FF2B5EF4-FFF2-40B4-BE49-F238E27FC236}">
                  <a16:creationId xmlns="" xmlns:a16="http://schemas.microsoft.com/office/drawing/2014/main" id="{0635996F-9939-475A-9C58-4BDA86DEBF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44357" name="Oval 407">
                <a:extLst>
                  <a:ext uri="{FF2B5EF4-FFF2-40B4-BE49-F238E27FC236}">
                    <a16:creationId xmlns="" xmlns:a16="http://schemas.microsoft.com/office/drawing/2014/main" id="{F8F5B05E-C65B-4CDA-ACB0-063F12B8A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58" name="Rectangle 410">
                <a:extLst>
                  <a:ext uri="{FF2B5EF4-FFF2-40B4-BE49-F238E27FC236}">
                    <a16:creationId xmlns="" xmlns:a16="http://schemas.microsoft.com/office/drawing/2014/main" id="{579DD64D-5949-428D-BB4B-B60EE96A2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59" name="Oval 411">
                <a:extLst>
                  <a:ext uri="{FF2B5EF4-FFF2-40B4-BE49-F238E27FC236}">
                    <a16:creationId xmlns="" xmlns:a16="http://schemas.microsoft.com/office/drawing/2014/main" id="{E650853C-F3D6-4FA9-B1FC-0D9341DA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60" name="Group 683">
                <a:extLst>
                  <a:ext uri="{FF2B5EF4-FFF2-40B4-BE49-F238E27FC236}">
                    <a16:creationId xmlns="" xmlns:a16="http://schemas.microsoft.com/office/drawing/2014/main" id="{02CAE472-13BE-41CA-9D20-0CC73E08F9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63" name="Freeform 684">
                  <a:extLst>
                    <a:ext uri="{FF2B5EF4-FFF2-40B4-BE49-F238E27FC236}">
                      <a16:creationId xmlns="" xmlns:a16="http://schemas.microsoft.com/office/drawing/2014/main" id="{8A2E500E-4E78-4636-A2CC-ED4857E6E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64" name="Freeform 685">
                  <a:extLst>
                    <a:ext uri="{FF2B5EF4-FFF2-40B4-BE49-F238E27FC236}">
                      <a16:creationId xmlns="" xmlns:a16="http://schemas.microsoft.com/office/drawing/2014/main" id="{0BC820B4-BAF6-47E6-9F32-F15FD5145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61" name="Line 686">
                <a:extLst>
                  <a:ext uri="{FF2B5EF4-FFF2-40B4-BE49-F238E27FC236}">
                    <a16:creationId xmlns="" xmlns:a16="http://schemas.microsoft.com/office/drawing/2014/main" id="{81E0DFCB-A1E6-435E-A531-2031E10732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Line 687">
                <a:extLst>
                  <a:ext uri="{FF2B5EF4-FFF2-40B4-BE49-F238E27FC236}">
                    <a16:creationId xmlns="" xmlns:a16="http://schemas.microsoft.com/office/drawing/2014/main" id="{331F3350-94A6-4AD3-AE13-303B1A60F5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1" name="Group 688">
              <a:extLst>
                <a:ext uri="{FF2B5EF4-FFF2-40B4-BE49-F238E27FC236}">
                  <a16:creationId xmlns="" xmlns:a16="http://schemas.microsoft.com/office/drawing/2014/main" id="{898E0F07-1DBD-4027-8C96-5C67F66E0A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44349" name="Oval 407">
                <a:extLst>
                  <a:ext uri="{FF2B5EF4-FFF2-40B4-BE49-F238E27FC236}">
                    <a16:creationId xmlns="" xmlns:a16="http://schemas.microsoft.com/office/drawing/2014/main" id="{79EFAC5C-77B5-49D5-9E12-4844EDD2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50" name="Rectangle 410">
                <a:extLst>
                  <a:ext uri="{FF2B5EF4-FFF2-40B4-BE49-F238E27FC236}">
                    <a16:creationId xmlns="" xmlns:a16="http://schemas.microsoft.com/office/drawing/2014/main" id="{9D7D32D1-BFB7-4CBD-8AC5-B1891D597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51" name="Oval 411">
                <a:extLst>
                  <a:ext uri="{FF2B5EF4-FFF2-40B4-BE49-F238E27FC236}">
                    <a16:creationId xmlns="" xmlns:a16="http://schemas.microsoft.com/office/drawing/2014/main" id="{206A1496-1379-4D12-BE58-DD6BBB98D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52" name="Group 692">
                <a:extLst>
                  <a:ext uri="{FF2B5EF4-FFF2-40B4-BE49-F238E27FC236}">
                    <a16:creationId xmlns="" xmlns:a16="http://schemas.microsoft.com/office/drawing/2014/main" id="{C0533EB2-CACC-4621-9C11-94DBD5D5F8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55" name="Freeform 693">
                  <a:extLst>
                    <a:ext uri="{FF2B5EF4-FFF2-40B4-BE49-F238E27FC236}">
                      <a16:creationId xmlns="" xmlns:a16="http://schemas.microsoft.com/office/drawing/2014/main" id="{6B21EF07-D8E4-4878-ABA7-BB2334418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56" name="Freeform 694">
                  <a:extLst>
                    <a:ext uri="{FF2B5EF4-FFF2-40B4-BE49-F238E27FC236}">
                      <a16:creationId xmlns="" xmlns:a16="http://schemas.microsoft.com/office/drawing/2014/main" id="{5055C894-F187-4C6B-B673-06B0E4A052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53" name="Line 695">
                <a:extLst>
                  <a:ext uri="{FF2B5EF4-FFF2-40B4-BE49-F238E27FC236}">
                    <a16:creationId xmlns="" xmlns:a16="http://schemas.microsoft.com/office/drawing/2014/main" id="{D1F0518A-DBAC-48C9-9A78-63AE84CDEE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Line 696">
                <a:extLst>
                  <a:ext uri="{FF2B5EF4-FFF2-40B4-BE49-F238E27FC236}">
                    <a16:creationId xmlns="" xmlns:a16="http://schemas.microsoft.com/office/drawing/2014/main" id="{F4004E2E-3262-42B1-8CFC-8C2564A0EA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82" name="Line 697">
              <a:extLst>
                <a:ext uri="{FF2B5EF4-FFF2-40B4-BE49-F238E27FC236}">
                  <a16:creationId xmlns="" xmlns:a16="http://schemas.microsoft.com/office/drawing/2014/main" id="{50EED28C-0572-47F8-ACB7-BB8CA71BF0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83" name="Group 698">
              <a:extLst>
                <a:ext uri="{FF2B5EF4-FFF2-40B4-BE49-F238E27FC236}">
                  <a16:creationId xmlns="" xmlns:a16="http://schemas.microsoft.com/office/drawing/2014/main" id="{094CE68C-2D7F-4E0B-A38C-47EDAE39A5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44341" name="Oval 407">
                <a:extLst>
                  <a:ext uri="{FF2B5EF4-FFF2-40B4-BE49-F238E27FC236}">
                    <a16:creationId xmlns="" xmlns:a16="http://schemas.microsoft.com/office/drawing/2014/main" id="{54405B01-3796-4C6B-B4AE-CD50B4EBC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42" name="Rectangle 410">
                <a:extLst>
                  <a:ext uri="{FF2B5EF4-FFF2-40B4-BE49-F238E27FC236}">
                    <a16:creationId xmlns="" xmlns:a16="http://schemas.microsoft.com/office/drawing/2014/main" id="{C0ED662F-EDF5-4507-BD1C-3C6BD9782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43" name="Oval 411">
                <a:extLst>
                  <a:ext uri="{FF2B5EF4-FFF2-40B4-BE49-F238E27FC236}">
                    <a16:creationId xmlns="" xmlns:a16="http://schemas.microsoft.com/office/drawing/2014/main" id="{EB3B56C5-4BBD-4075-BA5F-9F2DD060E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44" name="Group 702">
                <a:extLst>
                  <a:ext uri="{FF2B5EF4-FFF2-40B4-BE49-F238E27FC236}">
                    <a16:creationId xmlns="" xmlns:a16="http://schemas.microsoft.com/office/drawing/2014/main" id="{AF72C6B1-057C-40F2-91EC-4146250951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47" name="Freeform 703">
                  <a:extLst>
                    <a:ext uri="{FF2B5EF4-FFF2-40B4-BE49-F238E27FC236}">
                      <a16:creationId xmlns="" xmlns:a16="http://schemas.microsoft.com/office/drawing/2014/main" id="{C5C5251A-D6C3-4605-AEA2-DBF86CEC76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48" name="Freeform 704">
                  <a:extLst>
                    <a:ext uri="{FF2B5EF4-FFF2-40B4-BE49-F238E27FC236}">
                      <a16:creationId xmlns="" xmlns:a16="http://schemas.microsoft.com/office/drawing/2014/main" id="{6627862D-7662-4D8A-90EB-A8FF5CAE33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45" name="Line 705">
                <a:extLst>
                  <a:ext uri="{FF2B5EF4-FFF2-40B4-BE49-F238E27FC236}">
                    <a16:creationId xmlns="" xmlns:a16="http://schemas.microsoft.com/office/drawing/2014/main" id="{4AE45256-76A9-4D42-8101-8777B6740F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Line 706">
                <a:extLst>
                  <a:ext uri="{FF2B5EF4-FFF2-40B4-BE49-F238E27FC236}">
                    <a16:creationId xmlns="" xmlns:a16="http://schemas.microsoft.com/office/drawing/2014/main" id="{D9C72812-2494-4BF6-8E6D-5221BCFF55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4" name="Group 707">
              <a:extLst>
                <a:ext uri="{FF2B5EF4-FFF2-40B4-BE49-F238E27FC236}">
                  <a16:creationId xmlns="" xmlns:a16="http://schemas.microsoft.com/office/drawing/2014/main" id="{99668B83-AB83-477D-8F77-590D6CADAE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44333" name="Oval 407">
                <a:extLst>
                  <a:ext uri="{FF2B5EF4-FFF2-40B4-BE49-F238E27FC236}">
                    <a16:creationId xmlns="" xmlns:a16="http://schemas.microsoft.com/office/drawing/2014/main" id="{56A101E5-13A7-4369-A1CC-F9C2F9A5F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34" name="Rectangle 410">
                <a:extLst>
                  <a:ext uri="{FF2B5EF4-FFF2-40B4-BE49-F238E27FC236}">
                    <a16:creationId xmlns="" xmlns:a16="http://schemas.microsoft.com/office/drawing/2014/main" id="{6A85D26A-EC84-402E-B616-E2BAF9285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35" name="Oval 411">
                <a:extLst>
                  <a:ext uri="{FF2B5EF4-FFF2-40B4-BE49-F238E27FC236}">
                    <a16:creationId xmlns="" xmlns:a16="http://schemas.microsoft.com/office/drawing/2014/main" id="{EA7CF6D7-4CC2-482B-A3EA-D5703D7BA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36" name="Group 711">
                <a:extLst>
                  <a:ext uri="{FF2B5EF4-FFF2-40B4-BE49-F238E27FC236}">
                    <a16:creationId xmlns="" xmlns:a16="http://schemas.microsoft.com/office/drawing/2014/main" id="{37BBA064-CB86-4347-8A30-45739E9D9C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39" name="Freeform 712">
                  <a:extLst>
                    <a:ext uri="{FF2B5EF4-FFF2-40B4-BE49-F238E27FC236}">
                      <a16:creationId xmlns="" xmlns:a16="http://schemas.microsoft.com/office/drawing/2014/main" id="{23659505-1D8F-40F7-BC3B-BF9D7665C9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40" name="Freeform 713">
                  <a:extLst>
                    <a:ext uri="{FF2B5EF4-FFF2-40B4-BE49-F238E27FC236}">
                      <a16:creationId xmlns="" xmlns:a16="http://schemas.microsoft.com/office/drawing/2014/main" id="{AB58A985-EF6A-4498-B3B6-F6EF26641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37" name="Line 714">
                <a:extLst>
                  <a:ext uri="{FF2B5EF4-FFF2-40B4-BE49-F238E27FC236}">
                    <a16:creationId xmlns="" xmlns:a16="http://schemas.microsoft.com/office/drawing/2014/main" id="{2F8D90B6-B7C4-47B3-B9ED-FF6A6A14AE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Line 715">
                <a:extLst>
                  <a:ext uri="{FF2B5EF4-FFF2-40B4-BE49-F238E27FC236}">
                    <a16:creationId xmlns="" xmlns:a16="http://schemas.microsoft.com/office/drawing/2014/main" id="{070B3EDD-3DEF-4550-90C1-58A9ED7C9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5" name="Group 716">
              <a:extLst>
                <a:ext uri="{FF2B5EF4-FFF2-40B4-BE49-F238E27FC236}">
                  <a16:creationId xmlns="" xmlns:a16="http://schemas.microsoft.com/office/drawing/2014/main" id="{D7FD40F1-B325-47FD-85FA-1405BF52A6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44325" name="Oval 407">
                <a:extLst>
                  <a:ext uri="{FF2B5EF4-FFF2-40B4-BE49-F238E27FC236}">
                    <a16:creationId xmlns="" xmlns:a16="http://schemas.microsoft.com/office/drawing/2014/main" id="{12D456DA-D28B-4E3C-B49C-34E5407F4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26" name="Rectangle 410">
                <a:extLst>
                  <a:ext uri="{FF2B5EF4-FFF2-40B4-BE49-F238E27FC236}">
                    <a16:creationId xmlns="" xmlns:a16="http://schemas.microsoft.com/office/drawing/2014/main" id="{EDE91935-BE48-428B-9F5C-29EDA9432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27" name="Oval 411">
                <a:extLst>
                  <a:ext uri="{FF2B5EF4-FFF2-40B4-BE49-F238E27FC236}">
                    <a16:creationId xmlns="" xmlns:a16="http://schemas.microsoft.com/office/drawing/2014/main" id="{F5D5008C-E299-4084-82F6-931D424E7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28" name="Group 720">
                <a:extLst>
                  <a:ext uri="{FF2B5EF4-FFF2-40B4-BE49-F238E27FC236}">
                    <a16:creationId xmlns="" xmlns:a16="http://schemas.microsoft.com/office/drawing/2014/main" id="{6CED72E0-D32C-4675-AA49-19AC7A5CDF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31" name="Freeform 721">
                  <a:extLst>
                    <a:ext uri="{FF2B5EF4-FFF2-40B4-BE49-F238E27FC236}">
                      <a16:creationId xmlns="" xmlns:a16="http://schemas.microsoft.com/office/drawing/2014/main" id="{A9719715-FDD9-4EF8-ABCD-612DE6B88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32" name="Freeform 722">
                  <a:extLst>
                    <a:ext uri="{FF2B5EF4-FFF2-40B4-BE49-F238E27FC236}">
                      <a16:creationId xmlns="" xmlns:a16="http://schemas.microsoft.com/office/drawing/2014/main" id="{8E7A0AEA-45B4-45E6-8EC2-D5A1F29F31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29" name="Line 723">
                <a:extLst>
                  <a:ext uri="{FF2B5EF4-FFF2-40B4-BE49-F238E27FC236}">
                    <a16:creationId xmlns="" xmlns:a16="http://schemas.microsoft.com/office/drawing/2014/main" id="{D16AC8AF-B15E-4878-9FE7-13E4881B69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Line 724">
                <a:extLst>
                  <a:ext uri="{FF2B5EF4-FFF2-40B4-BE49-F238E27FC236}">
                    <a16:creationId xmlns="" xmlns:a16="http://schemas.microsoft.com/office/drawing/2014/main" id="{6B873D56-9F6A-40F1-998A-3928572957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6" name="Group 725">
              <a:extLst>
                <a:ext uri="{FF2B5EF4-FFF2-40B4-BE49-F238E27FC236}">
                  <a16:creationId xmlns="" xmlns:a16="http://schemas.microsoft.com/office/drawing/2014/main" id="{C96F55A7-EDDB-4DDA-91B4-600912F5DE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44317" name="Oval 407">
                <a:extLst>
                  <a:ext uri="{FF2B5EF4-FFF2-40B4-BE49-F238E27FC236}">
                    <a16:creationId xmlns="" xmlns:a16="http://schemas.microsoft.com/office/drawing/2014/main" id="{08AEBCFB-CFC3-4A20-8AA9-3BFB7C8E9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18" name="Rectangle 410">
                <a:extLst>
                  <a:ext uri="{FF2B5EF4-FFF2-40B4-BE49-F238E27FC236}">
                    <a16:creationId xmlns="" xmlns:a16="http://schemas.microsoft.com/office/drawing/2014/main" id="{64134AAF-646A-4ADB-B98D-D7CD5B29B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19" name="Oval 411">
                <a:extLst>
                  <a:ext uri="{FF2B5EF4-FFF2-40B4-BE49-F238E27FC236}">
                    <a16:creationId xmlns="" xmlns:a16="http://schemas.microsoft.com/office/drawing/2014/main" id="{E6E07095-FE75-4E8D-8CC1-C5CD17E7B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20" name="Group 729">
                <a:extLst>
                  <a:ext uri="{FF2B5EF4-FFF2-40B4-BE49-F238E27FC236}">
                    <a16:creationId xmlns="" xmlns:a16="http://schemas.microsoft.com/office/drawing/2014/main" id="{A8764DE8-DE9B-4732-8819-D544CF7A8F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23" name="Freeform 730">
                  <a:extLst>
                    <a:ext uri="{FF2B5EF4-FFF2-40B4-BE49-F238E27FC236}">
                      <a16:creationId xmlns="" xmlns:a16="http://schemas.microsoft.com/office/drawing/2014/main" id="{2353967C-C10F-40B9-9F95-559644D60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24" name="Freeform 731">
                  <a:extLst>
                    <a:ext uri="{FF2B5EF4-FFF2-40B4-BE49-F238E27FC236}">
                      <a16:creationId xmlns="" xmlns:a16="http://schemas.microsoft.com/office/drawing/2014/main" id="{3363C04B-ED76-4547-BBAD-6A3FF6471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21" name="Line 732">
                <a:extLst>
                  <a:ext uri="{FF2B5EF4-FFF2-40B4-BE49-F238E27FC236}">
                    <a16:creationId xmlns="" xmlns:a16="http://schemas.microsoft.com/office/drawing/2014/main" id="{E9EC6ABF-6144-4CD6-87C0-638BD6DF51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Line 733">
                <a:extLst>
                  <a:ext uri="{FF2B5EF4-FFF2-40B4-BE49-F238E27FC236}">
                    <a16:creationId xmlns="" xmlns:a16="http://schemas.microsoft.com/office/drawing/2014/main" id="{FCEFFAC6-F572-4B1D-95A0-C761C48B48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7" name="Group 734">
              <a:extLst>
                <a:ext uri="{FF2B5EF4-FFF2-40B4-BE49-F238E27FC236}">
                  <a16:creationId xmlns="" xmlns:a16="http://schemas.microsoft.com/office/drawing/2014/main" id="{3782AF0A-C38F-4359-93B0-C90769A269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44309" name="Oval 407">
                <a:extLst>
                  <a:ext uri="{FF2B5EF4-FFF2-40B4-BE49-F238E27FC236}">
                    <a16:creationId xmlns="" xmlns:a16="http://schemas.microsoft.com/office/drawing/2014/main" id="{F5031FBD-19C4-4CE7-ADC0-A368292D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10" name="Rectangle 410">
                <a:extLst>
                  <a:ext uri="{FF2B5EF4-FFF2-40B4-BE49-F238E27FC236}">
                    <a16:creationId xmlns="" xmlns:a16="http://schemas.microsoft.com/office/drawing/2014/main" id="{633D93AF-4068-459C-B228-750FDF1FE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11" name="Oval 411">
                <a:extLst>
                  <a:ext uri="{FF2B5EF4-FFF2-40B4-BE49-F238E27FC236}">
                    <a16:creationId xmlns="" xmlns:a16="http://schemas.microsoft.com/office/drawing/2014/main" id="{F55563FD-FF98-4559-AEBC-BDAC8C584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12" name="Group 738">
                <a:extLst>
                  <a:ext uri="{FF2B5EF4-FFF2-40B4-BE49-F238E27FC236}">
                    <a16:creationId xmlns="" xmlns:a16="http://schemas.microsoft.com/office/drawing/2014/main" id="{BCD38F05-B90E-45D1-9E90-3F86B7B37D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15" name="Freeform 739">
                  <a:extLst>
                    <a:ext uri="{FF2B5EF4-FFF2-40B4-BE49-F238E27FC236}">
                      <a16:creationId xmlns="" xmlns:a16="http://schemas.microsoft.com/office/drawing/2014/main" id="{DA4CDD49-B8CA-4948-99C2-1B06570891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16" name="Freeform 740">
                  <a:extLst>
                    <a:ext uri="{FF2B5EF4-FFF2-40B4-BE49-F238E27FC236}">
                      <a16:creationId xmlns="" xmlns:a16="http://schemas.microsoft.com/office/drawing/2014/main" id="{EB5A8691-561F-4849-8B17-452EF6BC1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13" name="Line 741">
                <a:extLst>
                  <a:ext uri="{FF2B5EF4-FFF2-40B4-BE49-F238E27FC236}">
                    <a16:creationId xmlns="" xmlns:a16="http://schemas.microsoft.com/office/drawing/2014/main" id="{E920DA67-4936-4341-B1E9-5E2A4A0E08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Line 742">
                <a:extLst>
                  <a:ext uri="{FF2B5EF4-FFF2-40B4-BE49-F238E27FC236}">
                    <a16:creationId xmlns="" xmlns:a16="http://schemas.microsoft.com/office/drawing/2014/main" id="{F99101C6-BD7D-459A-A6E1-A8BEDABAAC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8" name="Group 743">
              <a:extLst>
                <a:ext uri="{FF2B5EF4-FFF2-40B4-BE49-F238E27FC236}">
                  <a16:creationId xmlns="" xmlns:a16="http://schemas.microsoft.com/office/drawing/2014/main" id="{493AE0AC-2F44-45B2-AD9B-5D1699FA7D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44301" name="Oval 407">
                <a:extLst>
                  <a:ext uri="{FF2B5EF4-FFF2-40B4-BE49-F238E27FC236}">
                    <a16:creationId xmlns="" xmlns:a16="http://schemas.microsoft.com/office/drawing/2014/main" id="{CAB3B038-4BCF-4878-9DE0-C921082C0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02" name="Rectangle 410">
                <a:extLst>
                  <a:ext uri="{FF2B5EF4-FFF2-40B4-BE49-F238E27FC236}">
                    <a16:creationId xmlns="" xmlns:a16="http://schemas.microsoft.com/office/drawing/2014/main" id="{DA7CB64C-D2E7-4A2A-92EB-0049922B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03" name="Oval 411">
                <a:extLst>
                  <a:ext uri="{FF2B5EF4-FFF2-40B4-BE49-F238E27FC236}">
                    <a16:creationId xmlns="" xmlns:a16="http://schemas.microsoft.com/office/drawing/2014/main" id="{F84A69D8-F6DE-44AF-94B1-15C4DDA1F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4304" name="Group 747">
                <a:extLst>
                  <a:ext uri="{FF2B5EF4-FFF2-40B4-BE49-F238E27FC236}">
                    <a16:creationId xmlns="" xmlns:a16="http://schemas.microsoft.com/office/drawing/2014/main" id="{CE69B148-D6EE-4A48-A58D-75EBE477DB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07" name="Freeform 748">
                  <a:extLst>
                    <a:ext uri="{FF2B5EF4-FFF2-40B4-BE49-F238E27FC236}">
                      <a16:creationId xmlns="" xmlns:a16="http://schemas.microsoft.com/office/drawing/2014/main" id="{01D667D2-B22A-4F7F-999F-0D97D3D9F4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08" name="Freeform 749">
                  <a:extLst>
                    <a:ext uri="{FF2B5EF4-FFF2-40B4-BE49-F238E27FC236}">
                      <a16:creationId xmlns="" xmlns:a16="http://schemas.microsoft.com/office/drawing/2014/main" id="{918E3CE3-43A3-4399-A8DE-9AEB8686E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05" name="Line 750">
                <a:extLst>
                  <a:ext uri="{FF2B5EF4-FFF2-40B4-BE49-F238E27FC236}">
                    <a16:creationId xmlns="" xmlns:a16="http://schemas.microsoft.com/office/drawing/2014/main" id="{E21BA722-1FEB-4D07-A9AC-6DA445A3B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Line 751">
                <a:extLst>
                  <a:ext uri="{FF2B5EF4-FFF2-40B4-BE49-F238E27FC236}">
                    <a16:creationId xmlns="" xmlns:a16="http://schemas.microsoft.com/office/drawing/2014/main" id="{63632D0D-A97C-4F67-9672-507394427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9" name="Group 752">
              <a:extLst>
                <a:ext uri="{FF2B5EF4-FFF2-40B4-BE49-F238E27FC236}">
                  <a16:creationId xmlns="" xmlns:a16="http://schemas.microsoft.com/office/drawing/2014/main" id="{A2B7EC4B-7EBD-4A96-8799-453C43508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44287" name="Group 753">
                <a:extLst>
                  <a:ext uri="{FF2B5EF4-FFF2-40B4-BE49-F238E27FC236}">
                    <a16:creationId xmlns="" xmlns:a16="http://schemas.microsoft.com/office/drawing/2014/main" id="{D6EC4F25-9628-46C4-B704-3CBCD2192D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4289" name="Freeform 754">
                  <a:extLst>
                    <a:ext uri="{FF2B5EF4-FFF2-40B4-BE49-F238E27FC236}">
                      <a16:creationId xmlns="" xmlns:a16="http://schemas.microsoft.com/office/drawing/2014/main" id="{38AA9D1F-1696-4287-AFE2-7E9738911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0" name="Freeform 755">
                  <a:extLst>
                    <a:ext uri="{FF2B5EF4-FFF2-40B4-BE49-F238E27FC236}">
                      <a16:creationId xmlns="" xmlns:a16="http://schemas.microsoft.com/office/drawing/2014/main" id="{BDC3B6F6-1005-47BA-9816-4D2FB3B3B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1" name="Freeform 756">
                  <a:extLst>
                    <a:ext uri="{FF2B5EF4-FFF2-40B4-BE49-F238E27FC236}">
                      <a16:creationId xmlns="" xmlns:a16="http://schemas.microsoft.com/office/drawing/2014/main" id="{4BE42A63-CFA0-4329-8843-4176F74341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2" name="Freeform 757">
                  <a:extLst>
                    <a:ext uri="{FF2B5EF4-FFF2-40B4-BE49-F238E27FC236}">
                      <a16:creationId xmlns="" xmlns:a16="http://schemas.microsoft.com/office/drawing/2014/main" id="{71DC5438-DBD9-4106-AE81-FE9034A65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3" name="Freeform 758">
                  <a:extLst>
                    <a:ext uri="{FF2B5EF4-FFF2-40B4-BE49-F238E27FC236}">
                      <a16:creationId xmlns="" xmlns:a16="http://schemas.microsoft.com/office/drawing/2014/main" id="{834B6B78-3DD1-40CE-A089-09F5D30A9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4" name="Freeform 759">
                  <a:extLst>
                    <a:ext uri="{FF2B5EF4-FFF2-40B4-BE49-F238E27FC236}">
                      <a16:creationId xmlns="" xmlns:a16="http://schemas.microsoft.com/office/drawing/2014/main" id="{0C66F3EB-27AA-478B-937D-808A05B5BC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5" name="Freeform 760">
                  <a:extLst>
                    <a:ext uri="{FF2B5EF4-FFF2-40B4-BE49-F238E27FC236}">
                      <a16:creationId xmlns="" xmlns:a16="http://schemas.microsoft.com/office/drawing/2014/main" id="{FEC6E212-68CF-4BFE-9158-0052218AB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6" name="Freeform 761">
                  <a:extLst>
                    <a:ext uri="{FF2B5EF4-FFF2-40B4-BE49-F238E27FC236}">
                      <a16:creationId xmlns="" xmlns:a16="http://schemas.microsoft.com/office/drawing/2014/main" id="{7D6D6895-0B4B-48DA-8810-62A29F09C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7" name="Freeform 762">
                  <a:extLst>
                    <a:ext uri="{FF2B5EF4-FFF2-40B4-BE49-F238E27FC236}">
                      <a16:creationId xmlns="" xmlns:a16="http://schemas.microsoft.com/office/drawing/2014/main" id="{E606FA88-5D11-47C2-915D-843FAC2A38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8" name="Freeform 763">
                  <a:extLst>
                    <a:ext uri="{FF2B5EF4-FFF2-40B4-BE49-F238E27FC236}">
                      <a16:creationId xmlns="" xmlns:a16="http://schemas.microsoft.com/office/drawing/2014/main" id="{D30773DB-4460-40EA-B70E-B847AACAE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9" name="Freeform 764">
                  <a:extLst>
                    <a:ext uri="{FF2B5EF4-FFF2-40B4-BE49-F238E27FC236}">
                      <a16:creationId xmlns="" xmlns:a16="http://schemas.microsoft.com/office/drawing/2014/main" id="{737D8F3B-7223-4BE3-A89E-DDD683355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00" name="Freeform 765">
                  <a:extLst>
                    <a:ext uri="{FF2B5EF4-FFF2-40B4-BE49-F238E27FC236}">
                      <a16:creationId xmlns="" xmlns:a16="http://schemas.microsoft.com/office/drawing/2014/main" id="{7812A11D-C302-4625-A335-1AB062B328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4288" name="Picture 766" descr="access_point_stylized_gray_small">
                <a:extLst>
                  <a:ext uri="{FF2B5EF4-FFF2-40B4-BE49-F238E27FC236}">
                    <a16:creationId xmlns="" xmlns:a16="http://schemas.microsoft.com/office/drawing/2014/main" id="{E948C7F4-5425-45DB-A6C4-BB59394A4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90" name="Group 767">
              <a:extLst>
                <a:ext uri="{FF2B5EF4-FFF2-40B4-BE49-F238E27FC236}">
                  <a16:creationId xmlns="" xmlns:a16="http://schemas.microsoft.com/office/drawing/2014/main" id="{2F3274FD-54A4-40C5-8189-567BB62B6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44273" name="Group 768">
                <a:extLst>
                  <a:ext uri="{FF2B5EF4-FFF2-40B4-BE49-F238E27FC236}">
                    <a16:creationId xmlns="" xmlns:a16="http://schemas.microsoft.com/office/drawing/2014/main" id="{63822CC7-40B8-4C24-8C80-42491DFBEC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4275" name="Freeform 769">
                  <a:extLst>
                    <a:ext uri="{FF2B5EF4-FFF2-40B4-BE49-F238E27FC236}">
                      <a16:creationId xmlns="" xmlns:a16="http://schemas.microsoft.com/office/drawing/2014/main" id="{7553E9D0-3BA3-4420-86C8-97D8F4D53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6" name="Freeform 770">
                  <a:extLst>
                    <a:ext uri="{FF2B5EF4-FFF2-40B4-BE49-F238E27FC236}">
                      <a16:creationId xmlns="" xmlns:a16="http://schemas.microsoft.com/office/drawing/2014/main" id="{5E2C4E89-F5DC-4366-B9F7-67365DF14C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7" name="Freeform 771">
                  <a:extLst>
                    <a:ext uri="{FF2B5EF4-FFF2-40B4-BE49-F238E27FC236}">
                      <a16:creationId xmlns="" xmlns:a16="http://schemas.microsoft.com/office/drawing/2014/main" id="{CAF22E23-5D5E-4D42-804A-4350F9EE3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8" name="Freeform 772">
                  <a:extLst>
                    <a:ext uri="{FF2B5EF4-FFF2-40B4-BE49-F238E27FC236}">
                      <a16:creationId xmlns="" xmlns:a16="http://schemas.microsoft.com/office/drawing/2014/main" id="{5C3C08DD-3C98-4239-B188-784555A421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9" name="Freeform 773">
                  <a:extLst>
                    <a:ext uri="{FF2B5EF4-FFF2-40B4-BE49-F238E27FC236}">
                      <a16:creationId xmlns="" xmlns:a16="http://schemas.microsoft.com/office/drawing/2014/main" id="{C22B2D9A-105D-49FD-B9C6-3CDEFC5BA3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0" name="Freeform 774">
                  <a:extLst>
                    <a:ext uri="{FF2B5EF4-FFF2-40B4-BE49-F238E27FC236}">
                      <a16:creationId xmlns="" xmlns:a16="http://schemas.microsoft.com/office/drawing/2014/main" id="{8BD6B467-39A5-49C8-871D-EF1495C6B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1" name="Freeform 775">
                  <a:extLst>
                    <a:ext uri="{FF2B5EF4-FFF2-40B4-BE49-F238E27FC236}">
                      <a16:creationId xmlns="" xmlns:a16="http://schemas.microsoft.com/office/drawing/2014/main" id="{807C8B2D-C8A7-44F0-BAED-241609EED5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2" name="Freeform 776">
                  <a:extLst>
                    <a:ext uri="{FF2B5EF4-FFF2-40B4-BE49-F238E27FC236}">
                      <a16:creationId xmlns="" xmlns:a16="http://schemas.microsoft.com/office/drawing/2014/main" id="{AFAB585B-098F-466E-95E7-1E32617F1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3" name="Freeform 777">
                  <a:extLst>
                    <a:ext uri="{FF2B5EF4-FFF2-40B4-BE49-F238E27FC236}">
                      <a16:creationId xmlns="" xmlns:a16="http://schemas.microsoft.com/office/drawing/2014/main" id="{44BD8467-6480-4371-96B8-8610DF3E91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4" name="Freeform 778">
                  <a:extLst>
                    <a:ext uri="{FF2B5EF4-FFF2-40B4-BE49-F238E27FC236}">
                      <a16:creationId xmlns="" xmlns:a16="http://schemas.microsoft.com/office/drawing/2014/main" id="{D299BB6C-56B0-4AAB-8A9C-9EA931FD85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5" name="Freeform 779">
                  <a:extLst>
                    <a:ext uri="{FF2B5EF4-FFF2-40B4-BE49-F238E27FC236}">
                      <a16:creationId xmlns="" xmlns:a16="http://schemas.microsoft.com/office/drawing/2014/main" id="{0839CFBD-0DD7-436A-B548-E4669AADA7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6" name="Freeform 780">
                  <a:extLst>
                    <a:ext uri="{FF2B5EF4-FFF2-40B4-BE49-F238E27FC236}">
                      <a16:creationId xmlns="" xmlns:a16="http://schemas.microsoft.com/office/drawing/2014/main" id="{58FEDAA7-7816-40EA-8816-FC740D017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4274" name="Picture 781" descr="access_point_stylized_gray_small">
                <a:extLst>
                  <a:ext uri="{FF2B5EF4-FFF2-40B4-BE49-F238E27FC236}">
                    <a16:creationId xmlns="" xmlns:a16="http://schemas.microsoft.com/office/drawing/2014/main" id="{62BA557C-E2C4-4B3C-AEAA-23944624E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4091" name="Line 782">
              <a:extLst>
                <a:ext uri="{FF2B5EF4-FFF2-40B4-BE49-F238E27FC236}">
                  <a16:creationId xmlns="" xmlns:a16="http://schemas.microsoft.com/office/drawing/2014/main" id="{0D98FE5D-9991-49CB-8A63-A8E27006A45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4092" name="Group 783">
              <a:extLst>
                <a:ext uri="{FF2B5EF4-FFF2-40B4-BE49-F238E27FC236}">
                  <a16:creationId xmlns="" xmlns:a16="http://schemas.microsoft.com/office/drawing/2014/main" id="{3AA3C38E-10B0-41D5-B13E-421CC6CC100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44271" name="Picture 784" descr="desktop_computer_stylized_medium">
                <a:extLst>
                  <a:ext uri="{FF2B5EF4-FFF2-40B4-BE49-F238E27FC236}">
                    <a16:creationId xmlns="" xmlns:a16="http://schemas.microsoft.com/office/drawing/2014/main" id="{5FB570F9-5957-4C7F-B2FA-C6302B0A8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72" name="Freeform 785">
                <a:extLst>
                  <a:ext uri="{FF2B5EF4-FFF2-40B4-BE49-F238E27FC236}">
                    <a16:creationId xmlns="" xmlns:a16="http://schemas.microsoft.com/office/drawing/2014/main" id="{9D865755-3109-4331-A82F-FE15248F2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3" name="Group 786">
              <a:extLst>
                <a:ext uri="{FF2B5EF4-FFF2-40B4-BE49-F238E27FC236}">
                  <a16:creationId xmlns="" xmlns:a16="http://schemas.microsoft.com/office/drawing/2014/main" id="{8C307DC0-08C8-4DC6-850F-40321F3E5AC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44269" name="Picture 787" descr="desktop_computer_stylized_medium">
                <a:extLst>
                  <a:ext uri="{FF2B5EF4-FFF2-40B4-BE49-F238E27FC236}">
                    <a16:creationId xmlns="" xmlns:a16="http://schemas.microsoft.com/office/drawing/2014/main" id="{466111D5-DAA6-4361-ACCF-C696CEB9F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70" name="Freeform 788">
                <a:extLst>
                  <a:ext uri="{FF2B5EF4-FFF2-40B4-BE49-F238E27FC236}">
                    <a16:creationId xmlns="" xmlns:a16="http://schemas.microsoft.com/office/drawing/2014/main" id="{46C8154A-A9E0-4954-8422-B32EAB644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4" name="Group 789">
              <a:extLst>
                <a:ext uri="{FF2B5EF4-FFF2-40B4-BE49-F238E27FC236}">
                  <a16:creationId xmlns="" xmlns:a16="http://schemas.microsoft.com/office/drawing/2014/main" id="{7A21E948-9FBD-4215-A38F-8739E19F210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44267" name="Picture 790" descr="desktop_computer_stylized_medium">
                <a:extLst>
                  <a:ext uri="{FF2B5EF4-FFF2-40B4-BE49-F238E27FC236}">
                    <a16:creationId xmlns="" xmlns:a16="http://schemas.microsoft.com/office/drawing/2014/main" id="{8F9C748F-ED50-4E2A-8872-B20164C55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68" name="Freeform 791">
                <a:extLst>
                  <a:ext uri="{FF2B5EF4-FFF2-40B4-BE49-F238E27FC236}">
                    <a16:creationId xmlns="" xmlns:a16="http://schemas.microsoft.com/office/drawing/2014/main" id="{DC3891AA-D595-4EBD-8EB1-9181EB3E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5" name="Group 792">
              <a:extLst>
                <a:ext uri="{FF2B5EF4-FFF2-40B4-BE49-F238E27FC236}">
                  <a16:creationId xmlns="" xmlns:a16="http://schemas.microsoft.com/office/drawing/2014/main" id="{6DE882E2-3CBE-4ECA-B2EF-4E757B364C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44265" name="Picture 793" descr="desktop_computer_stylized_medium">
                <a:extLst>
                  <a:ext uri="{FF2B5EF4-FFF2-40B4-BE49-F238E27FC236}">
                    <a16:creationId xmlns="" xmlns:a16="http://schemas.microsoft.com/office/drawing/2014/main" id="{AB0A7522-54FA-420C-B175-EAB6EF1F4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66" name="Freeform 794">
                <a:extLst>
                  <a:ext uri="{FF2B5EF4-FFF2-40B4-BE49-F238E27FC236}">
                    <a16:creationId xmlns="" xmlns:a16="http://schemas.microsoft.com/office/drawing/2014/main" id="{A5B7F642-6E89-4F28-8A0C-E1FC338C7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4096" name="Picture 795" descr="car_icon_small">
              <a:extLst>
                <a:ext uri="{FF2B5EF4-FFF2-40B4-BE49-F238E27FC236}">
                  <a16:creationId xmlns="" xmlns:a16="http://schemas.microsoft.com/office/drawing/2014/main" id="{7E591DE9-2028-4050-978D-69396C18A2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097" name="Group 796">
              <a:extLst>
                <a:ext uri="{FF2B5EF4-FFF2-40B4-BE49-F238E27FC236}">
                  <a16:creationId xmlns="" xmlns:a16="http://schemas.microsoft.com/office/drawing/2014/main" id="{36555F1C-E670-4DC8-82BD-0A1B23D89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44263" name="Picture 797" descr="iphone_stylized_small">
                <a:extLst>
                  <a:ext uri="{FF2B5EF4-FFF2-40B4-BE49-F238E27FC236}">
                    <a16:creationId xmlns="" xmlns:a16="http://schemas.microsoft.com/office/drawing/2014/main" id="{72ADF4B9-9C45-4A63-BBED-B7A76B14C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264" name="Picture 798" descr="antenna_radiation_stylized">
                <a:extLst>
                  <a:ext uri="{FF2B5EF4-FFF2-40B4-BE49-F238E27FC236}">
                    <a16:creationId xmlns="" xmlns:a16="http://schemas.microsoft.com/office/drawing/2014/main" id="{5986BDEC-AC54-41BF-B2D7-0D168AB60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98" name="Group 799">
              <a:extLst>
                <a:ext uri="{FF2B5EF4-FFF2-40B4-BE49-F238E27FC236}">
                  <a16:creationId xmlns="" xmlns:a16="http://schemas.microsoft.com/office/drawing/2014/main" id="{7251BF52-6C87-4DA5-9275-2ACF348136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44231" name="Freeform 800">
                <a:extLst>
                  <a:ext uri="{FF2B5EF4-FFF2-40B4-BE49-F238E27FC236}">
                    <a16:creationId xmlns="" xmlns:a16="http://schemas.microsoft.com/office/drawing/2014/main" id="{25C44711-D12A-49B0-BCD4-BE638F8B2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Rectangle 801">
                <a:extLst>
                  <a:ext uri="{FF2B5EF4-FFF2-40B4-BE49-F238E27FC236}">
                    <a16:creationId xmlns="" xmlns:a16="http://schemas.microsoft.com/office/drawing/2014/main" id="{455957BB-1883-46EB-862D-B70965CDF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33" name="Freeform 802">
                <a:extLst>
                  <a:ext uri="{FF2B5EF4-FFF2-40B4-BE49-F238E27FC236}">
                    <a16:creationId xmlns="" xmlns:a16="http://schemas.microsoft.com/office/drawing/2014/main" id="{CDDAC4F1-32C5-4736-854B-13F8BCFC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803">
                <a:extLst>
                  <a:ext uri="{FF2B5EF4-FFF2-40B4-BE49-F238E27FC236}">
                    <a16:creationId xmlns="" xmlns:a16="http://schemas.microsoft.com/office/drawing/2014/main" id="{E454F0E8-A9FF-4C02-BD12-B335FB966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Rectangle 804">
                <a:extLst>
                  <a:ext uri="{FF2B5EF4-FFF2-40B4-BE49-F238E27FC236}">
                    <a16:creationId xmlns="" xmlns:a16="http://schemas.microsoft.com/office/drawing/2014/main" id="{5DF04A5B-C173-40C9-B253-1CAFA3FD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36" name="Group 805">
                <a:extLst>
                  <a:ext uri="{FF2B5EF4-FFF2-40B4-BE49-F238E27FC236}">
                    <a16:creationId xmlns="" xmlns:a16="http://schemas.microsoft.com/office/drawing/2014/main" id="{219A13FA-BD2A-4A46-A9F3-94A6E58536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261" name="AutoShape 806">
                  <a:extLst>
                    <a:ext uri="{FF2B5EF4-FFF2-40B4-BE49-F238E27FC236}">
                      <a16:creationId xmlns="" xmlns:a16="http://schemas.microsoft.com/office/drawing/2014/main" id="{BBEB5655-A388-4312-8D1B-09C6E2451C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62" name="AutoShape 807">
                  <a:extLst>
                    <a:ext uri="{FF2B5EF4-FFF2-40B4-BE49-F238E27FC236}">
                      <a16:creationId xmlns="" xmlns:a16="http://schemas.microsoft.com/office/drawing/2014/main" id="{0763C621-86E8-4B3E-92A2-64BEA86C53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37" name="Rectangle 808">
                <a:extLst>
                  <a:ext uri="{FF2B5EF4-FFF2-40B4-BE49-F238E27FC236}">
                    <a16:creationId xmlns="" xmlns:a16="http://schemas.microsoft.com/office/drawing/2014/main" id="{B48D4E82-4065-43F5-B7BB-582298B1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38" name="Group 809">
                <a:extLst>
                  <a:ext uri="{FF2B5EF4-FFF2-40B4-BE49-F238E27FC236}">
                    <a16:creationId xmlns="" xmlns:a16="http://schemas.microsoft.com/office/drawing/2014/main" id="{0C6E8CBF-B8F8-4332-9D3D-9CD1BE5C4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59" name="AutoShape 810">
                  <a:extLst>
                    <a:ext uri="{FF2B5EF4-FFF2-40B4-BE49-F238E27FC236}">
                      <a16:creationId xmlns="" xmlns:a16="http://schemas.microsoft.com/office/drawing/2014/main" id="{B23BBDC6-4BC1-4676-8A6B-81DB2CF81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60" name="AutoShape 811">
                  <a:extLst>
                    <a:ext uri="{FF2B5EF4-FFF2-40B4-BE49-F238E27FC236}">
                      <a16:creationId xmlns="" xmlns:a16="http://schemas.microsoft.com/office/drawing/2014/main" id="{36CF15BD-1451-4162-84B9-4863D836E4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39" name="Rectangle 812">
                <a:extLst>
                  <a:ext uri="{FF2B5EF4-FFF2-40B4-BE49-F238E27FC236}">
                    <a16:creationId xmlns="" xmlns:a16="http://schemas.microsoft.com/office/drawing/2014/main" id="{AEE5272F-596B-4797-B7ED-86B7F4065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0" name="Rectangle 813">
                <a:extLst>
                  <a:ext uri="{FF2B5EF4-FFF2-40B4-BE49-F238E27FC236}">
                    <a16:creationId xmlns="" xmlns:a16="http://schemas.microsoft.com/office/drawing/2014/main" id="{6DEFA249-4D80-4080-A390-D8D61BEC9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41" name="Group 814">
                <a:extLst>
                  <a:ext uri="{FF2B5EF4-FFF2-40B4-BE49-F238E27FC236}">
                    <a16:creationId xmlns="" xmlns:a16="http://schemas.microsoft.com/office/drawing/2014/main" id="{9E1368AE-290A-4B2C-8FC4-147134D9CE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257" name="AutoShape 815">
                  <a:extLst>
                    <a:ext uri="{FF2B5EF4-FFF2-40B4-BE49-F238E27FC236}">
                      <a16:creationId xmlns="" xmlns:a16="http://schemas.microsoft.com/office/drawing/2014/main" id="{44C350C4-C27C-49D7-8C5E-B542B5E566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58" name="AutoShape 816">
                  <a:extLst>
                    <a:ext uri="{FF2B5EF4-FFF2-40B4-BE49-F238E27FC236}">
                      <a16:creationId xmlns="" xmlns:a16="http://schemas.microsoft.com/office/drawing/2014/main" id="{5CADC4C7-1A13-43EA-846F-EE78FC7065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42" name="Freeform 817">
                <a:extLst>
                  <a:ext uri="{FF2B5EF4-FFF2-40B4-BE49-F238E27FC236}">
                    <a16:creationId xmlns="" xmlns:a16="http://schemas.microsoft.com/office/drawing/2014/main" id="{E234831B-28BF-4E90-AECE-36C20FD97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243" name="Group 818">
                <a:extLst>
                  <a:ext uri="{FF2B5EF4-FFF2-40B4-BE49-F238E27FC236}">
                    <a16:creationId xmlns="" xmlns:a16="http://schemas.microsoft.com/office/drawing/2014/main" id="{5BDF93FA-A510-4F09-BDB0-56FD4226AA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255" name="AutoShape 819">
                  <a:extLst>
                    <a:ext uri="{FF2B5EF4-FFF2-40B4-BE49-F238E27FC236}">
                      <a16:creationId xmlns="" xmlns:a16="http://schemas.microsoft.com/office/drawing/2014/main" id="{C0DDA56A-9659-417C-BB16-5EF778A56A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56" name="AutoShape 820">
                  <a:extLst>
                    <a:ext uri="{FF2B5EF4-FFF2-40B4-BE49-F238E27FC236}">
                      <a16:creationId xmlns="" xmlns:a16="http://schemas.microsoft.com/office/drawing/2014/main" id="{65F33E51-ACCD-4304-B93A-A0DC5660A1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44" name="Rectangle 821">
                <a:extLst>
                  <a:ext uri="{FF2B5EF4-FFF2-40B4-BE49-F238E27FC236}">
                    <a16:creationId xmlns="" xmlns:a16="http://schemas.microsoft.com/office/drawing/2014/main" id="{B0C1987C-2490-4E1E-8AC9-1ED220E55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5" name="Freeform 822">
                <a:extLst>
                  <a:ext uri="{FF2B5EF4-FFF2-40B4-BE49-F238E27FC236}">
                    <a16:creationId xmlns="" xmlns:a16="http://schemas.microsoft.com/office/drawing/2014/main" id="{9FC825A4-2EB9-45E6-9D42-5A189F05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823">
                <a:extLst>
                  <a:ext uri="{FF2B5EF4-FFF2-40B4-BE49-F238E27FC236}">
                    <a16:creationId xmlns="" xmlns:a16="http://schemas.microsoft.com/office/drawing/2014/main" id="{6DB90B69-DF0C-4C63-8EF8-66642C4FF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Oval 824">
                <a:extLst>
                  <a:ext uri="{FF2B5EF4-FFF2-40B4-BE49-F238E27FC236}">
                    <a16:creationId xmlns="" xmlns:a16="http://schemas.microsoft.com/office/drawing/2014/main" id="{544F336F-6F57-4030-9AF2-48AEF8EEB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8" name="Freeform 825">
                <a:extLst>
                  <a:ext uri="{FF2B5EF4-FFF2-40B4-BE49-F238E27FC236}">
                    <a16:creationId xmlns="" xmlns:a16="http://schemas.microsoft.com/office/drawing/2014/main" id="{5E17D7B2-9AF0-4618-80E2-FBE45BFE1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AutoShape 826">
                <a:extLst>
                  <a:ext uri="{FF2B5EF4-FFF2-40B4-BE49-F238E27FC236}">
                    <a16:creationId xmlns="" xmlns:a16="http://schemas.microsoft.com/office/drawing/2014/main" id="{355E7CA1-B9A4-4669-92B5-9D5C1CEAB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0" name="AutoShape 827">
                <a:extLst>
                  <a:ext uri="{FF2B5EF4-FFF2-40B4-BE49-F238E27FC236}">
                    <a16:creationId xmlns="" xmlns:a16="http://schemas.microsoft.com/office/drawing/2014/main" id="{AEAA5F6C-7580-4834-8CF3-927CA1F72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1" name="Oval 828">
                <a:extLst>
                  <a:ext uri="{FF2B5EF4-FFF2-40B4-BE49-F238E27FC236}">
                    <a16:creationId xmlns="" xmlns:a16="http://schemas.microsoft.com/office/drawing/2014/main" id="{EF2E6BE3-4F7F-4A6E-B3E2-1A7175F9D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2" name="Oval 829">
                <a:extLst>
                  <a:ext uri="{FF2B5EF4-FFF2-40B4-BE49-F238E27FC236}">
                    <a16:creationId xmlns="" xmlns:a16="http://schemas.microsoft.com/office/drawing/2014/main" id="{2CA1BAAB-7789-4D06-8E99-91C9997CC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4253" name="Oval 830">
                <a:extLst>
                  <a:ext uri="{FF2B5EF4-FFF2-40B4-BE49-F238E27FC236}">
                    <a16:creationId xmlns="" xmlns:a16="http://schemas.microsoft.com/office/drawing/2014/main" id="{CDEA63CE-D868-434F-A2DE-7526E03E6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4" name="Rectangle 831">
                <a:extLst>
                  <a:ext uri="{FF2B5EF4-FFF2-40B4-BE49-F238E27FC236}">
                    <a16:creationId xmlns="" xmlns:a16="http://schemas.microsoft.com/office/drawing/2014/main" id="{EA25920E-FA2F-476F-8D26-84EF5AFAD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099" name="Group 832">
              <a:extLst>
                <a:ext uri="{FF2B5EF4-FFF2-40B4-BE49-F238E27FC236}">
                  <a16:creationId xmlns="" xmlns:a16="http://schemas.microsoft.com/office/drawing/2014/main" id="{0E8ACFC8-831D-426E-9C2E-0B5EFEB3DE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44199" name="Freeform 833">
                <a:extLst>
                  <a:ext uri="{FF2B5EF4-FFF2-40B4-BE49-F238E27FC236}">
                    <a16:creationId xmlns="" xmlns:a16="http://schemas.microsoft.com/office/drawing/2014/main" id="{C52361DD-2CBB-4C40-923E-CC9D74BC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Rectangle 834">
                <a:extLst>
                  <a:ext uri="{FF2B5EF4-FFF2-40B4-BE49-F238E27FC236}">
                    <a16:creationId xmlns="" xmlns:a16="http://schemas.microsoft.com/office/drawing/2014/main" id="{EE173AE6-7C21-4A4A-9D8C-6079154BF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01" name="Freeform 835">
                <a:extLst>
                  <a:ext uri="{FF2B5EF4-FFF2-40B4-BE49-F238E27FC236}">
                    <a16:creationId xmlns="" xmlns:a16="http://schemas.microsoft.com/office/drawing/2014/main" id="{282718F7-ABE1-487E-95E4-CE42868A1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836">
                <a:extLst>
                  <a:ext uri="{FF2B5EF4-FFF2-40B4-BE49-F238E27FC236}">
                    <a16:creationId xmlns="" xmlns:a16="http://schemas.microsoft.com/office/drawing/2014/main" id="{53E9507C-BB2B-4320-93F9-B193CF153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Rectangle 837">
                <a:extLst>
                  <a:ext uri="{FF2B5EF4-FFF2-40B4-BE49-F238E27FC236}">
                    <a16:creationId xmlns="" xmlns:a16="http://schemas.microsoft.com/office/drawing/2014/main" id="{D1B117E8-1A32-4A74-B777-7B490CDC5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4" name="Group 838">
                <a:extLst>
                  <a:ext uri="{FF2B5EF4-FFF2-40B4-BE49-F238E27FC236}">
                    <a16:creationId xmlns="" xmlns:a16="http://schemas.microsoft.com/office/drawing/2014/main" id="{082F134A-9F20-4803-BEA4-B21D4E7D9B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229" name="AutoShape 839">
                  <a:extLst>
                    <a:ext uri="{FF2B5EF4-FFF2-40B4-BE49-F238E27FC236}">
                      <a16:creationId xmlns="" xmlns:a16="http://schemas.microsoft.com/office/drawing/2014/main" id="{F581BD9D-0EDB-4937-BA9B-366A861EB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30" name="AutoShape 840">
                  <a:extLst>
                    <a:ext uri="{FF2B5EF4-FFF2-40B4-BE49-F238E27FC236}">
                      <a16:creationId xmlns="" xmlns:a16="http://schemas.microsoft.com/office/drawing/2014/main" id="{48A651A9-3A9A-416B-B281-E6BFB4C72F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05" name="Rectangle 841">
                <a:extLst>
                  <a:ext uri="{FF2B5EF4-FFF2-40B4-BE49-F238E27FC236}">
                    <a16:creationId xmlns="" xmlns:a16="http://schemas.microsoft.com/office/drawing/2014/main" id="{CD546C03-4CC8-4DB5-AFC8-93CBDAC9F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6" name="Group 842">
                <a:extLst>
                  <a:ext uri="{FF2B5EF4-FFF2-40B4-BE49-F238E27FC236}">
                    <a16:creationId xmlns="" xmlns:a16="http://schemas.microsoft.com/office/drawing/2014/main" id="{36B11D67-43F3-4DA7-AB11-370E284054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27" name="AutoShape 843">
                  <a:extLst>
                    <a:ext uri="{FF2B5EF4-FFF2-40B4-BE49-F238E27FC236}">
                      <a16:creationId xmlns="" xmlns:a16="http://schemas.microsoft.com/office/drawing/2014/main" id="{45439CE7-094C-4E87-8BFC-5E43CACCC9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8" name="AutoShape 844">
                  <a:extLst>
                    <a:ext uri="{FF2B5EF4-FFF2-40B4-BE49-F238E27FC236}">
                      <a16:creationId xmlns="" xmlns:a16="http://schemas.microsoft.com/office/drawing/2014/main" id="{F73D4379-8BB5-467F-BBFA-F1871B061C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07" name="Rectangle 845">
                <a:extLst>
                  <a:ext uri="{FF2B5EF4-FFF2-40B4-BE49-F238E27FC236}">
                    <a16:creationId xmlns="" xmlns:a16="http://schemas.microsoft.com/office/drawing/2014/main" id="{BB7F0AD2-A69B-4AFA-B038-EDC6FCA73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08" name="Rectangle 846">
                <a:extLst>
                  <a:ext uri="{FF2B5EF4-FFF2-40B4-BE49-F238E27FC236}">
                    <a16:creationId xmlns="" xmlns:a16="http://schemas.microsoft.com/office/drawing/2014/main" id="{3C0D966B-EDF6-4747-8017-5FC26CC06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9" name="Group 847">
                <a:extLst>
                  <a:ext uri="{FF2B5EF4-FFF2-40B4-BE49-F238E27FC236}">
                    <a16:creationId xmlns="" xmlns:a16="http://schemas.microsoft.com/office/drawing/2014/main" id="{F569D63B-D3D5-45B1-8D6E-E23F453FD7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225" name="AutoShape 848">
                  <a:extLst>
                    <a:ext uri="{FF2B5EF4-FFF2-40B4-BE49-F238E27FC236}">
                      <a16:creationId xmlns="" xmlns:a16="http://schemas.microsoft.com/office/drawing/2014/main" id="{B43E647E-1E01-4EE8-933B-A5BF88D7E9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6" name="AutoShape 849">
                  <a:extLst>
                    <a:ext uri="{FF2B5EF4-FFF2-40B4-BE49-F238E27FC236}">
                      <a16:creationId xmlns="" xmlns:a16="http://schemas.microsoft.com/office/drawing/2014/main" id="{5910B803-CEEC-4365-8212-F8A6512971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10" name="Freeform 850">
                <a:extLst>
                  <a:ext uri="{FF2B5EF4-FFF2-40B4-BE49-F238E27FC236}">
                    <a16:creationId xmlns="" xmlns:a16="http://schemas.microsoft.com/office/drawing/2014/main" id="{72A34B41-3940-460F-8897-E4360C44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211" name="Group 851">
                <a:extLst>
                  <a:ext uri="{FF2B5EF4-FFF2-40B4-BE49-F238E27FC236}">
                    <a16:creationId xmlns="" xmlns:a16="http://schemas.microsoft.com/office/drawing/2014/main" id="{23ECACAE-6994-4E0C-8F2C-FF8AC5E58C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223" name="AutoShape 852">
                  <a:extLst>
                    <a:ext uri="{FF2B5EF4-FFF2-40B4-BE49-F238E27FC236}">
                      <a16:creationId xmlns="" xmlns:a16="http://schemas.microsoft.com/office/drawing/2014/main" id="{FCED3ED2-8C0C-4748-8F6D-877B7B0998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4" name="AutoShape 853">
                  <a:extLst>
                    <a:ext uri="{FF2B5EF4-FFF2-40B4-BE49-F238E27FC236}">
                      <a16:creationId xmlns="" xmlns:a16="http://schemas.microsoft.com/office/drawing/2014/main" id="{56D50995-62B6-4C87-8EA6-B0284163C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12" name="Rectangle 854">
                <a:extLst>
                  <a:ext uri="{FF2B5EF4-FFF2-40B4-BE49-F238E27FC236}">
                    <a16:creationId xmlns="" xmlns:a16="http://schemas.microsoft.com/office/drawing/2014/main" id="{786D81EF-04CC-4DB6-9F1E-4FACC3F77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3" name="Freeform 855">
                <a:extLst>
                  <a:ext uri="{FF2B5EF4-FFF2-40B4-BE49-F238E27FC236}">
                    <a16:creationId xmlns="" xmlns:a16="http://schemas.microsoft.com/office/drawing/2014/main" id="{D19F7999-277C-4E7D-B63C-FE7BC66D4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856">
                <a:extLst>
                  <a:ext uri="{FF2B5EF4-FFF2-40B4-BE49-F238E27FC236}">
                    <a16:creationId xmlns="" xmlns:a16="http://schemas.microsoft.com/office/drawing/2014/main" id="{D421CAA0-BF15-4957-A881-090865196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Oval 857">
                <a:extLst>
                  <a:ext uri="{FF2B5EF4-FFF2-40B4-BE49-F238E27FC236}">
                    <a16:creationId xmlns="" xmlns:a16="http://schemas.microsoft.com/office/drawing/2014/main" id="{B9624257-3278-41EF-AADC-6D3AC9D61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6" name="Freeform 858">
                <a:extLst>
                  <a:ext uri="{FF2B5EF4-FFF2-40B4-BE49-F238E27FC236}">
                    <a16:creationId xmlns="" xmlns:a16="http://schemas.microsoft.com/office/drawing/2014/main" id="{5E9E26E9-CB17-4BD4-B029-A6E7DF5DB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AutoShape 859">
                <a:extLst>
                  <a:ext uri="{FF2B5EF4-FFF2-40B4-BE49-F238E27FC236}">
                    <a16:creationId xmlns="" xmlns:a16="http://schemas.microsoft.com/office/drawing/2014/main" id="{E1D77CD1-FE55-4639-85A7-03B7816DF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8" name="AutoShape 860">
                <a:extLst>
                  <a:ext uri="{FF2B5EF4-FFF2-40B4-BE49-F238E27FC236}">
                    <a16:creationId xmlns="" xmlns:a16="http://schemas.microsoft.com/office/drawing/2014/main" id="{1343B716-945C-4E97-A1C5-ABDA890C6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9" name="Oval 861">
                <a:extLst>
                  <a:ext uri="{FF2B5EF4-FFF2-40B4-BE49-F238E27FC236}">
                    <a16:creationId xmlns="" xmlns:a16="http://schemas.microsoft.com/office/drawing/2014/main" id="{555A8EEA-7B48-4AA4-B4A9-5389816AA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20" name="Oval 862">
                <a:extLst>
                  <a:ext uri="{FF2B5EF4-FFF2-40B4-BE49-F238E27FC236}">
                    <a16:creationId xmlns="" xmlns:a16="http://schemas.microsoft.com/office/drawing/2014/main" id="{275774EF-4620-4FBE-B9C9-2D4F54A97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4221" name="Oval 863">
                <a:extLst>
                  <a:ext uri="{FF2B5EF4-FFF2-40B4-BE49-F238E27FC236}">
                    <a16:creationId xmlns="" xmlns:a16="http://schemas.microsoft.com/office/drawing/2014/main" id="{E6852DD4-0DF2-427D-9333-7F7E11E7C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22" name="Rectangle 864">
                <a:extLst>
                  <a:ext uri="{FF2B5EF4-FFF2-40B4-BE49-F238E27FC236}">
                    <a16:creationId xmlns="" xmlns:a16="http://schemas.microsoft.com/office/drawing/2014/main" id="{4E81C6CD-0094-44DD-B872-6B88C32A5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100" name="Group 865">
              <a:extLst>
                <a:ext uri="{FF2B5EF4-FFF2-40B4-BE49-F238E27FC236}">
                  <a16:creationId xmlns="" xmlns:a16="http://schemas.microsoft.com/office/drawing/2014/main" id="{FB0ACAA0-A473-4AF0-A511-C583B97710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44176" name="Picture 866" descr="antenna_stylized">
                <a:extLst>
                  <a:ext uri="{FF2B5EF4-FFF2-40B4-BE49-F238E27FC236}">
                    <a16:creationId xmlns="" xmlns:a16="http://schemas.microsoft.com/office/drawing/2014/main" id="{E9EC40B9-D670-458A-80D9-B35A1D673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77" name="Picture 867" descr="laptop_keyboard">
                <a:extLst>
                  <a:ext uri="{FF2B5EF4-FFF2-40B4-BE49-F238E27FC236}">
                    <a16:creationId xmlns="" xmlns:a16="http://schemas.microsoft.com/office/drawing/2014/main" id="{3AC0EE9C-69AE-44AE-88FA-77989F835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78" name="Freeform 868">
                <a:extLst>
                  <a:ext uri="{FF2B5EF4-FFF2-40B4-BE49-F238E27FC236}">
                    <a16:creationId xmlns="" xmlns:a16="http://schemas.microsoft.com/office/drawing/2014/main" id="{6A991490-F095-4EA0-96E8-94868E56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79" name="Picture 869" descr="screen">
                <a:extLst>
                  <a:ext uri="{FF2B5EF4-FFF2-40B4-BE49-F238E27FC236}">
                    <a16:creationId xmlns="" xmlns:a16="http://schemas.microsoft.com/office/drawing/2014/main" id="{7B122CFE-F041-45B6-912B-02B09BC1F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80" name="Freeform 870">
                <a:extLst>
                  <a:ext uri="{FF2B5EF4-FFF2-40B4-BE49-F238E27FC236}">
                    <a16:creationId xmlns="" xmlns:a16="http://schemas.microsoft.com/office/drawing/2014/main" id="{ED0BACCA-AEE5-42B9-A44C-3E79022E2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871">
                <a:extLst>
                  <a:ext uri="{FF2B5EF4-FFF2-40B4-BE49-F238E27FC236}">
                    <a16:creationId xmlns="" xmlns:a16="http://schemas.microsoft.com/office/drawing/2014/main" id="{40F0A2C8-C574-4E0F-B722-230A3D07A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872">
                <a:extLst>
                  <a:ext uri="{FF2B5EF4-FFF2-40B4-BE49-F238E27FC236}">
                    <a16:creationId xmlns="" xmlns:a16="http://schemas.microsoft.com/office/drawing/2014/main" id="{85BB7751-0E04-44FF-9CA9-AEBD87699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873">
                <a:extLst>
                  <a:ext uri="{FF2B5EF4-FFF2-40B4-BE49-F238E27FC236}">
                    <a16:creationId xmlns="" xmlns:a16="http://schemas.microsoft.com/office/drawing/2014/main" id="{2C63EBEE-C837-43BF-B060-6300F95F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874">
                <a:extLst>
                  <a:ext uri="{FF2B5EF4-FFF2-40B4-BE49-F238E27FC236}">
                    <a16:creationId xmlns="" xmlns:a16="http://schemas.microsoft.com/office/drawing/2014/main" id="{A7A3F315-FDF0-49B9-BBD2-F59E3BA4C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875">
                <a:extLst>
                  <a:ext uri="{FF2B5EF4-FFF2-40B4-BE49-F238E27FC236}">
                    <a16:creationId xmlns="" xmlns:a16="http://schemas.microsoft.com/office/drawing/2014/main" id="{410A638D-268A-4AF5-8089-1E67855DB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86" name="Group 876">
                <a:extLst>
                  <a:ext uri="{FF2B5EF4-FFF2-40B4-BE49-F238E27FC236}">
                    <a16:creationId xmlns="" xmlns:a16="http://schemas.microsoft.com/office/drawing/2014/main" id="{EAEF21AB-787C-42D5-990D-CC335690BE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93" name="Freeform 877">
                  <a:extLst>
                    <a:ext uri="{FF2B5EF4-FFF2-40B4-BE49-F238E27FC236}">
                      <a16:creationId xmlns="" xmlns:a16="http://schemas.microsoft.com/office/drawing/2014/main" id="{D0FF8ED5-FDC1-45E6-97FA-437BFD8C7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4" name="Freeform 878">
                  <a:extLst>
                    <a:ext uri="{FF2B5EF4-FFF2-40B4-BE49-F238E27FC236}">
                      <a16:creationId xmlns="" xmlns:a16="http://schemas.microsoft.com/office/drawing/2014/main" id="{40B3D726-1B48-455D-881F-BA8B844D4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5" name="Freeform 879">
                  <a:extLst>
                    <a:ext uri="{FF2B5EF4-FFF2-40B4-BE49-F238E27FC236}">
                      <a16:creationId xmlns="" xmlns:a16="http://schemas.microsoft.com/office/drawing/2014/main" id="{68118089-B4D6-4C8A-AEA6-D735114B3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6" name="Freeform 880">
                  <a:extLst>
                    <a:ext uri="{FF2B5EF4-FFF2-40B4-BE49-F238E27FC236}">
                      <a16:creationId xmlns="" xmlns:a16="http://schemas.microsoft.com/office/drawing/2014/main" id="{C04AF32F-BA1C-47F7-8C2A-06B696FC1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7" name="Freeform 881">
                  <a:extLst>
                    <a:ext uri="{FF2B5EF4-FFF2-40B4-BE49-F238E27FC236}">
                      <a16:creationId xmlns="" xmlns:a16="http://schemas.microsoft.com/office/drawing/2014/main" id="{36EE0214-DAA8-4706-8CFB-DB1374C68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8" name="Freeform 882">
                  <a:extLst>
                    <a:ext uri="{FF2B5EF4-FFF2-40B4-BE49-F238E27FC236}">
                      <a16:creationId xmlns="" xmlns:a16="http://schemas.microsoft.com/office/drawing/2014/main" id="{36A21725-8B4A-43AD-A27E-D8C7A09173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87" name="Freeform 883">
                <a:extLst>
                  <a:ext uri="{FF2B5EF4-FFF2-40B4-BE49-F238E27FC236}">
                    <a16:creationId xmlns="" xmlns:a16="http://schemas.microsoft.com/office/drawing/2014/main" id="{69B0B059-8EF1-487F-8A52-62C440B9E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884">
                <a:extLst>
                  <a:ext uri="{FF2B5EF4-FFF2-40B4-BE49-F238E27FC236}">
                    <a16:creationId xmlns="" xmlns:a16="http://schemas.microsoft.com/office/drawing/2014/main" id="{7D793D02-7162-4CE4-AAA0-431264098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885">
                <a:extLst>
                  <a:ext uri="{FF2B5EF4-FFF2-40B4-BE49-F238E27FC236}">
                    <a16:creationId xmlns="" xmlns:a16="http://schemas.microsoft.com/office/drawing/2014/main" id="{EEFB5882-9176-462B-963A-B31AC4D4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886">
                <a:extLst>
                  <a:ext uri="{FF2B5EF4-FFF2-40B4-BE49-F238E27FC236}">
                    <a16:creationId xmlns="" xmlns:a16="http://schemas.microsoft.com/office/drawing/2014/main" id="{71E883B0-0C0C-4ACD-B94A-5674E692C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887">
                <a:extLst>
                  <a:ext uri="{FF2B5EF4-FFF2-40B4-BE49-F238E27FC236}">
                    <a16:creationId xmlns="" xmlns:a16="http://schemas.microsoft.com/office/drawing/2014/main" id="{6BA5116D-542F-4915-A519-0B12FBE59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888">
                <a:extLst>
                  <a:ext uri="{FF2B5EF4-FFF2-40B4-BE49-F238E27FC236}">
                    <a16:creationId xmlns="" xmlns:a16="http://schemas.microsoft.com/office/drawing/2014/main" id="{AF60B7B8-67FA-4639-9B09-486D1BB8F2E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1" name="Group 889">
              <a:extLst>
                <a:ext uri="{FF2B5EF4-FFF2-40B4-BE49-F238E27FC236}">
                  <a16:creationId xmlns="" xmlns:a16="http://schemas.microsoft.com/office/drawing/2014/main" id="{68594EF9-33C3-4D9F-B3FF-2144FA6277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44153" name="Picture 890" descr="antenna_stylized">
                <a:extLst>
                  <a:ext uri="{FF2B5EF4-FFF2-40B4-BE49-F238E27FC236}">
                    <a16:creationId xmlns="" xmlns:a16="http://schemas.microsoft.com/office/drawing/2014/main" id="{92272A6B-B0B1-4AF8-AE0F-189C1DBE2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54" name="Picture 891" descr="laptop_keyboard">
                <a:extLst>
                  <a:ext uri="{FF2B5EF4-FFF2-40B4-BE49-F238E27FC236}">
                    <a16:creationId xmlns="" xmlns:a16="http://schemas.microsoft.com/office/drawing/2014/main" id="{515A5BA1-6632-4DC7-89B3-0B5B54006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55" name="Freeform 892">
                <a:extLst>
                  <a:ext uri="{FF2B5EF4-FFF2-40B4-BE49-F238E27FC236}">
                    <a16:creationId xmlns="" xmlns:a16="http://schemas.microsoft.com/office/drawing/2014/main" id="{ED37D148-07B3-4BB8-8D34-A0A3ACE1B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56" name="Picture 893" descr="screen">
                <a:extLst>
                  <a:ext uri="{FF2B5EF4-FFF2-40B4-BE49-F238E27FC236}">
                    <a16:creationId xmlns="" xmlns:a16="http://schemas.microsoft.com/office/drawing/2014/main" id="{DD62E6C4-C009-4D55-9036-5F8EFF8AB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57" name="Freeform 894">
                <a:extLst>
                  <a:ext uri="{FF2B5EF4-FFF2-40B4-BE49-F238E27FC236}">
                    <a16:creationId xmlns="" xmlns:a16="http://schemas.microsoft.com/office/drawing/2014/main" id="{66D4ACD5-D2C5-4876-B890-C6368E3BB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895">
                <a:extLst>
                  <a:ext uri="{FF2B5EF4-FFF2-40B4-BE49-F238E27FC236}">
                    <a16:creationId xmlns="" xmlns:a16="http://schemas.microsoft.com/office/drawing/2014/main" id="{6C78756B-A676-4F90-A741-A1874E195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896">
                <a:extLst>
                  <a:ext uri="{FF2B5EF4-FFF2-40B4-BE49-F238E27FC236}">
                    <a16:creationId xmlns="" xmlns:a16="http://schemas.microsoft.com/office/drawing/2014/main" id="{147BC6D6-7BD1-4972-9152-01CCBECC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897">
                <a:extLst>
                  <a:ext uri="{FF2B5EF4-FFF2-40B4-BE49-F238E27FC236}">
                    <a16:creationId xmlns="" xmlns:a16="http://schemas.microsoft.com/office/drawing/2014/main" id="{76ABA325-B4FC-45F5-A241-7BB5472B7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898">
                <a:extLst>
                  <a:ext uri="{FF2B5EF4-FFF2-40B4-BE49-F238E27FC236}">
                    <a16:creationId xmlns="" xmlns:a16="http://schemas.microsoft.com/office/drawing/2014/main" id="{9BFF09CC-53AD-4CEA-8793-BC1F19760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899">
                <a:extLst>
                  <a:ext uri="{FF2B5EF4-FFF2-40B4-BE49-F238E27FC236}">
                    <a16:creationId xmlns="" xmlns:a16="http://schemas.microsoft.com/office/drawing/2014/main" id="{8D01977E-A910-4BB5-99ED-11A168876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63" name="Group 900">
                <a:extLst>
                  <a:ext uri="{FF2B5EF4-FFF2-40B4-BE49-F238E27FC236}">
                    <a16:creationId xmlns="" xmlns:a16="http://schemas.microsoft.com/office/drawing/2014/main" id="{DE3CEA31-E7E6-4270-A647-BFE451C5E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70" name="Freeform 901">
                  <a:extLst>
                    <a:ext uri="{FF2B5EF4-FFF2-40B4-BE49-F238E27FC236}">
                      <a16:creationId xmlns="" xmlns:a16="http://schemas.microsoft.com/office/drawing/2014/main" id="{C4DE94C7-5928-4999-868C-AE9FD16964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1" name="Freeform 902">
                  <a:extLst>
                    <a:ext uri="{FF2B5EF4-FFF2-40B4-BE49-F238E27FC236}">
                      <a16:creationId xmlns="" xmlns:a16="http://schemas.microsoft.com/office/drawing/2014/main" id="{118446D9-134E-4D37-918A-6598D3EC07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2" name="Freeform 903">
                  <a:extLst>
                    <a:ext uri="{FF2B5EF4-FFF2-40B4-BE49-F238E27FC236}">
                      <a16:creationId xmlns="" xmlns:a16="http://schemas.microsoft.com/office/drawing/2014/main" id="{D4EF9ABC-9EA1-4313-8B7D-3D5E87FF6A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3" name="Freeform 904">
                  <a:extLst>
                    <a:ext uri="{FF2B5EF4-FFF2-40B4-BE49-F238E27FC236}">
                      <a16:creationId xmlns="" xmlns:a16="http://schemas.microsoft.com/office/drawing/2014/main" id="{9ED657BD-56EB-4282-8294-EC3ECFFA5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4" name="Freeform 905">
                  <a:extLst>
                    <a:ext uri="{FF2B5EF4-FFF2-40B4-BE49-F238E27FC236}">
                      <a16:creationId xmlns="" xmlns:a16="http://schemas.microsoft.com/office/drawing/2014/main" id="{79276FF6-9BBB-4B52-8066-079EF1CFD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5" name="Freeform 906">
                  <a:extLst>
                    <a:ext uri="{FF2B5EF4-FFF2-40B4-BE49-F238E27FC236}">
                      <a16:creationId xmlns="" xmlns:a16="http://schemas.microsoft.com/office/drawing/2014/main" id="{315EE50B-D6E8-4009-A42F-1E2BDBB126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64" name="Freeform 907">
                <a:extLst>
                  <a:ext uri="{FF2B5EF4-FFF2-40B4-BE49-F238E27FC236}">
                    <a16:creationId xmlns="" xmlns:a16="http://schemas.microsoft.com/office/drawing/2014/main" id="{4C4C3CD6-D672-4A39-8630-F513F25BA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908">
                <a:extLst>
                  <a:ext uri="{FF2B5EF4-FFF2-40B4-BE49-F238E27FC236}">
                    <a16:creationId xmlns="" xmlns:a16="http://schemas.microsoft.com/office/drawing/2014/main" id="{F132986B-63FD-40F2-AD59-A345FD57E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909">
                <a:extLst>
                  <a:ext uri="{FF2B5EF4-FFF2-40B4-BE49-F238E27FC236}">
                    <a16:creationId xmlns="" xmlns:a16="http://schemas.microsoft.com/office/drawing/2014/main" id="{8416131C-E0B8-432C-ACA0-183B3BAC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910">
                <a:extLst>
                  <a:ext uri="{FF2B5EF4-FFF2-40B4-BE49-F238E27FC236}">
                    <a16:creationId xmlns="" xmlns:a16="http://schemas.microsoft.com/office/drawing/2014/main" id="{D65C5C20-5372-477E-A343-1AEA1AC8C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911">
                <a:extLst>
                  <a:ext uri="{FF2B5EF4-FFF2-40B4-BE49-F238E27FC236}">
                    <a16:creationId xmlns="" xmlns:a16="http://schemas.microsoft.com/office/drawing/2014/main" id="{C74DAE50-CD27-4A99-9A02-A1BF8902D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912">
                <a:extLst>
                  <a:ext uri="{FF2B5EF4-FFF2-40B4-BE49-F238E27FC236}">
                    <a16:creationId xmlns="" xmlns:a16="http://schemas.microsoft.com/office/drawing/2014/main" id="{6A02987E-186B-4828-AD08-5D4E5AAAD2B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2" name="Group 913">
              <a:extLst>
                <a:ext uri="{FF2B5EF4-FFF2-40B4-BE49-F238E27FC236}">
                  <a16:creationId xmlns="" xmlns:a16="http://schemas.microsoft.com/office/drawing/2014/main" id="{2C9670A9-701C-4A70-A4D8-DE7D5E4A4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44130" name="Picture 914" descr="antenna_stylized">
                <a:extLst>
                  <a:ext uri="{FF2B5EF4-FFF2-40B4-BE49-F238E27FC236}">
                    <a16:creationId xmlns="" xmlns:a16="http://schemas.microsoft.com/office/drawing/2014/main" id="{B11393E3-4889-4F75-A791-270DD703DC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31" name="Picture 915" descr="laptop_keyboard">
                <a:extLst>
                  <a:ext uri="{FF2B5EF4-FFF2-40B4-BE49-F238E27FC236}">
                    <a16:creationId xmlns="" xmlns:a16="http://schemas.microsoft.com/office/drawing/2014/main" id="{0593C768-7E89-422A-BAC9-CA3AEB672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32" name="Freeform 916">
                <a:extLst>
                  <a:ext uri="{FF2B5EF4-FFF2-40B4-BE49-F238E27FC236}">
                    <a16:creationId xmlns="" xmlns:a16="http://schemas.microsoft.com/office/drawing/2014/main" id="{A765EA29-2571-4F79-A574-ACE897F81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33" name="Picture 917" descr="screen">
                <a:extLst>
                  <a:ext uri="{FF2B5EF4-FFF2-40B4-BE49-F238E27FC236}">
                    <a16:creationId xmlns="" xmlns:a16="http://schemas.microsoft.com/office/drawing/2014/main" id="{6CB196DA-6121-42CE-9217-55DB5E9E8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34" name="Freeform 918">
                <a:extLst>
                  <a:ext uri="{FF2B5EF4-FFF2-40B4-BE49-F238E27FC236}">
                    <a16:creationId xmlns="" xmlns:a16="http://schemas.microsoft.com/office/drawing/2014/main" id="{21B83EBB-BA10-494E-8E35-AE0C7F40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5" name="Freeform 919">
                <a:extLst>
                  <a:ext uri="{FF2B5EF4-FFF2-40B4-BE49-F238E27FC236}">
                    <a16:creationId xmlns="" xmlns:a16="http://schemas.microsoft.com/office/drawing/2014/main" id="{53F7EDF3-EF28-41F2-9CBA-6D5D1816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6" name="Freeform 920">
                <a:extLst>
                  <a:ext uri="{FF2B5EF4-FFF2-40B4-BE49-F238E27FC236}">
                    <a16:creationId xmlns="" xmlns:a16="http://schemas.microsoft.com/office/drawing/2014/main" id="{E1375F9C-7181-4A45-8215-87CC5D92A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Freeform 921">
                <a:extLst>
                  <a:ext uri="{FF2B5EF4-FFF2-40B4-BE49-F238E27FC236}">
                    <a16:creationId xmlns="" xmlns:a16="http://schemas.microsoft.com/office/drawing/2014/main" id="{0BEEF2F7-D64C-4041-910A-7D362073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922">
                <a:extLst>
                  <a:ext uri="{FF2B5EF4-FFF2-40B4-BE49-F238E27FC236}">
                    <a16:creationId xmlns="" xmlns:a16="http://schemas.microsoft.com/office/drawing/2014/main" id="{AC8F5B3A-2EDF-4DC5-A271-26C385427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923">
                <a:extLst>
                  <a:ext uri="{FF2B5EF4-FFF2-40B4-BE49-F238E27FC236}">
                    <a16:creationId xmlns="" xmlns:a16="http://schemas.microsoft.com/office/drawing/2014/main" id="{088F5A62-7C06-40DB-AEE4-DC043B5D6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40" name="Group 924">
                <a:extLst>
                  <a:ext uri="{FF2B5EF4-FFF2-40B4-BE49-F238E27FC236}">
                    <a16:creationId xmlns="" xmlns:a16="http://schemas.microsoft.com/office/drawing/2014/main" id="{A3A96E18-9E41-497D-99F6-99FE953700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47" name="Freeform 925">
                  <a:extLst>
                    <a:ext uri="{FF2B5EF4-FFF2-40B4-BE49-F238E27FC236}">
                      <a16:creationId xmlns="" xmlns:a16="http://schemas.microsoft.com/office/drawing/2014/main" id="{A564531B-0080-4690-8A51-54B4B75B2B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48" name="Freeform 926">
                  <a:extLst>
                    <a:ext uri="{FF2B5EF4-FFF2-40B4-BE49-F238E27FC236}">
                      <a16:creationId xmlns="" xmlns:a16="http://schemas.microsoft.com/office/drawing/2014/main" id="{388736E6-A67E-4C52-9699-09BD370A0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49" name="Freeform 927">
                  <a:extLst>
                    <a:ext uri="{FF2B5EF4-FFF2-40B4-BE49-F238E27FC236}">
                      <a16:creationId xmlns="" xmlns:a16="http://schemas.microsoft.com/office/drawing/2014/main" id="{EE5C5E53-5952-4E4C-9DEB-A67213423C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0" name="Freeform 928">
                  <a:extLst>
                    <a:ext uri="{FF2B5EF4-FFF2-40B4-BE49-F238E27FC236}">
                      <a16:creationId xmlns="" xmlns:a16="http://schemas.microsoft.com/office/drawing/2014/main" id="{3282F9D6-1608-4305-BE92-FF4AA7EA3C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1" name="Freeform 929">
                  <a:extLst>
                    <a:ext uri="{FF2B5EF4-FFF2-40B4-BE49-F238E27FC236}">
                      <a16:creationId xmlns="" xmlns:a16="http://schemas.microsoft.com/office/drawing/2014/main" id="{E2FBDCF0-47B9-48EF-8A5D-D9365BC83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2" name="Freeform 930">
                  <a:extLst>
                    <a:ext uri="{FF2B5EF4-FFF2-40B4-BE49-F238E27FC236}">
                      <a16:creationId xmlns="" xmlns:a16="http://schemas.microsoft.com/office/drawing/2014/main" id="{B4E7A529-150F-4ADC-A541-4DBA0F8082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41" name="Freeform 931">
                <a:extLst>
                  <a:ext uri="{FF2B5EF4-FFF2-40B4-BE49-F238E27FC236}">
                    <a16:creationId xmlns="" xmlns:a16="http://schemas.microsoft.com/office/drawing/2014/main" id="{9D5DCA00-EED8-4444-82A2-71116B75B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932">
                <a:extLst>
                  <a:ext uri="{FF2B5EF4-FFF2-40B4-BE49-F238E27FC236}">
                    <a16:creationId xmlns="" xmlns:a16="http://schemas.microsoft.com/office/drawing/2014/main" id="{20BC82E2-9FA9-444F-8E35-D0C79DDDF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933">
                <a:extLst>
                  <a:ext uri="{FF2B5EF4-FFF2-40B4-BE49-F238E27FC236}">
                    <a16:creationId xmlns="" xmlns:a16="http://schemas.microsoft.com/office/drawing/2014/main" id="{2D8D8800-BAAE-4C72-9459-4D00B31D3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934">
                <a:extLst>
                  <a:ext uri="{FF2B5EF4-FFF2-40B4-BE49-F238E27FC236}">
                    <a16:creationId xmlns="" xmlns:a16="http://schemas.microsoft.com/office/drawing/2014/main" id="{B147C38D-0093-4214-BC5C-3C0210239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935">
                <a:extLst>
                  <a:ext uri="{FF2B5EF4-FFF2-40B4-BE49-F238E27FC236}">
                    <a16:creationId xmlns="" xmlns:a16="http://schemas.microsoft.com/office/drawing/2014/main" id="{E7AF027A-EA5C-49EF-97FF-FEF5CEA6A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936">
                <a:extLst>
                  <a:ext uri="{FF2B5EF4-FFF2-40B4-BE49-F238E27FC236}">
                    <a16:creationId xmlns="" xmlns:a16="http://schemas.microsoft.com/office/drawing/2014/main" id="{9556CF58-8AE2-42F4-8A63-BD8895ED949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3" name="Group 937">
              <a:extLst>
                <a:ext uri="{FF2B5EF4-FFF2-40B4-BE49-F238E27FC236}">
                  <a16:creationId xmlns="" xmlns:a16="http://schemas.microsoft.com/office/drawing/2014/main" id="{B36254DD-E18C-455D-BBE8-502986EDDD1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44128" name="Picture 938" descr="desktop_computer_stylized_medium">
                <a:extLst>
                  <a:ext uri="{FF2B5EF4-FFF2-40B4-BE49-F238E27FC236}">
                    <a16:creationId xmlns="" xmlns:a16="http://schemas.microsoft.com/office/drawing/2014/main" id="{6D2563CA-D9D5-480A-AC5D-922FD6B07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29" name="Freeform 939">
                <a:extLst>
                  <a:ext uri="{FF2B5EF4-FFF2-40B4-BE49-F238E27FC236}">
                    <a16:creationId xmlns="" xmlns:a16="http://schemas.microsoft.com/office/drawing/2014/main" id="{A70FA45F-9152-4726-938D-8BE1F6CD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104" name="Group 940">
              <a:extLst>
                <a:ext uri="{FF2B5EF4-FFF2-40B4-BE49-F238E27FC236}">
                  <a16:creationId xmlns="" xmlns:a16="http://schemas.microsoft.com/office/drawing/2014/main" id="{886906AC-1A34-4CF9-98B5-D4ED99DDF0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44105" name="Picture 941" descr="antenna_stylized">
                <a:extLst>
                  <a:ext uri="{FF2B5EF4-FFF2-40B4-BE49-F238E27FC236}">
                    <a16:creationId xmlns="" xmlns:a16="http://schemas.microsoft.com/office/drawing/2014/main" id="{63446B9C-7529-4217-8A04-77C4A762D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06" name="Picture 942" descr="laptop_keyboard">
                <a:extLst>
                  <a:ext uri="{FF2B5EF4-FFF2-40B4-BE49-F238E27FC236}">
                    <a16:creationId xmlns="" xmlns:a16="http://schemas.microsoft.com/office/drawing/2014/main" id="{8EAEA6FF-25D1-4CDB-8971-0B1175E4B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07" name="Freeform 943">
                <a:extLst>
                  <a:ext uri="{FF2B5EF4-FFF2-40B4-BE49-F238E27FC236}">
                    <a16:creationId xmlns="" xmlns:a16="http://schemas.microsoft.com/office/drawing/2014/main" id="{5445C21F-5789-4E5E-8B52-8FF987DD5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08" name="Picture 944" descr="screen">
                <a:extLst>
                  <a:ext uri="{FF2B5EF4-FFF2-40B4-BE49-F238E27FC236}">
                    <a16:creationId xmlns="" xmlns:a16="http://schemas.microsoft.com/office/drawing/2014/main" id="{4057A136-C135-4ACE-ACBB-9495CF9A4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09" name="Freeform 945">
                <a:extLst>
                  <a:ext uri="{FF2B5EF4-FFF2-40B4-BE49-F238E27FC236}">
                    <a16:creationId xmlns="" xmlns:a16="http://schemas.microsoft.com/office/drawing/2014/main" id="{BB0D6DF4-8C2A-44BB-B58E-24CDE9499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0" name="Freeform 946">
                <a:extLst>
                  <a:ext uri="{FF2B5EF4-FFF2-40B4-BE49-F238E27FC236}">
                    <a16:creationId xmlns="" xmlns:a16="http://schemas.microsoft.com/office/drawing/2014/main" id="{02614D12-A4A6-45E2-BB25-FD0B4A219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1" name="Freeform 947">
                <a:extLst>
                  <a:ext uri="{FF2B5EF4-FFF2-40B4-BE49-F238E27FC236}">
                    <a16:creationId xmlns="" xmlns:a16="http://schemas.microsoft.com/office/drawing/2014/main" id="{1B1AA913-9000-40C8-9B7B-08D20E12B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2" name="Freeform 948">
                <a:extLst>
                  <a:ext uri="{FF2B5EF4-FFF2-40B4-BE49-F238E27FC236}">
                    <a16:creationId xmlns="" xmlns:a16="http://schemas.microsoft.com/office/drawing/2014/main" id="{E2AF28A7-7011-48B8-A671-6A558A865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3" name="Freeform 949">
                <a:extLst>
                  <a:ext uri="{FF2B5EF4-FFF2-40B4-BE49-F238E27FC236}">
                    <a16:creationId xmlns="" xmlns:a16="http://schemas.microsoft.com/office/drawing/2014/main" id="{D5984986-5954-4258-A601-14A8D1FFC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4" name="Freeform 950">
                <a:extLst>
                  <a:ext uri="{FF2B5EF4-FFF2-40B4-BE49-F238E27FC236}">
                    <a16:creationId xmlns="" xmlns:a16="http://schemas.microsoft.com/office/drawing/2014/main" id="{377B8EC4-A933-4B94-A6EE-26871394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15" name="Group 951">
                <a:extLst>
                  <a:ext uri="{FF2B5EF4-FFF2-40B4-BE49-F238E27FC236}">
                    <a16:creationId xmlns="" xmlns:a16="http://schemas.microsoft.com/office/drawing/2014/main" id="{8FE9D48C-C96C-482E-9FCF-C69A1B34A7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22" name="Freeform 952">
                  <a:extLst>
                    <a:ext uri="{FF2B5EF4-FFF2-40B4-BE49-F238E27FC236}">
                      <a16:creationId xmlns="" xmlns:a16="http://schemas.microsoft.com/office/drawing/2014/main" id="{2485333D-F672-4122-A70D-1B2EFE3380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3" name="Freeform 953">
                  <a:extLst>
                    <a:ext uri="{FF2B5EF4-FFF2-40B4-BE49-F238E27FC236}">
                      <a16:creationId xmlns="" xmlns:a16="http://schemas.microsoft.com/office/drawing/2014/main" id="{6D6CD33E-D0EA-4B61-A083-00FC50381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4" name="Freeform 954">
                  <a:extLst>
                    <a:ext uri="{FF2B5EF4-FFF2-40B4-BE49-F238E27FC236}">
                      <a16:creationId xmlns="" xmlns:a16="http://schemas.microsoft.com/office/drawing/2014/main" id="{5CDB722D-EFC7-4AA3-8568-4BA116F6D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5" name="Freeform 955">
                  <a:extLst>
                    <a:ext uri="{FF2B5EF4-FFF2-40B4-BE49-F238E27FC236}">
                      <a16:creationId xmlns="" xmlns:a16="http://schemas.microsoft.com/office/drawing/2014/main" id="{B8150480-7A9C-435E-9C02-BC49F9FF6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6" name="Freeform 956">
                  <a:extLst>
                    <a:ext uri="{FF2B5EF4-FFF2-40B4-BE49-F238E27FC236}">
                      <a16:creationId xmlns="" xmlns:a16="http://schemas.microsoft.com/office/drawing/2014/main" id="{B9CB64E9-1C3C-4B07-8121-F682F1802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7" name="Freeform 957">
                  <a:extLst>
                    <a:ext uri="{FF2B5EF4-FFF2-40B4-BE49-F238E27FC236}">
                      <a16:creationId xmlns="" xmlns:a16="http://schemas.microsoft.com/office/drawing/2014/main" id="{E1DBE813-6E63-4D23-9419-D07102B43F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16" name="Freeform 958">
                <a:extLst>
                  <a:ext uri="{FF2B5EF4-FFF2-40B4-BE49-F238E27FC236}">
                    <a16:creationId xmlns="" xmlns:a16="http://schemas.microsoft.com/office/drawing/2014/main" id="{4DAA4866-0CDB-427E-B25A-A68DAC8EA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7" name="Freeform 959">
                <a:extLst>
                  <a:ext uri="{FF2B5EF4-FFF2-40B4-BE49-F238E27FC236}">
                    <a16:creationId xmlns="" xmlns:a16="http://schemas.microsoft.com/office/drawing/2014/main" id="{7FE541FD-DB5F-4958-AFBB-90074028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8" name="Freeform 960">
                <a:extLst>
                  <a:ext uri="{FF2B5EF4-FFF2-40B4-BE49-F238E27FC236}">
                    <a16:creationId xmlns="" xmlns:a16="http://schemas.microsoft.com/office/drawing/2014/main" id="{E7E2F805-2CFE-4187-B26B-315ACB843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Freeform 961">
                <a:extLst>
                  <a:ext uri="{FF2B5EF4-FFF2-40B4-BE49-F238E27FC236}">
                    <a16:creationId xmlns="" xmlns:a16="http://schemas.microsoft.com/office/drawing/2014/main" id="{6C137D66-FF71-4523-973A-0B1482630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Freeform 962">
                <a:extLst>
                  <a:ext uri="{FF2B5EF4-FFF2-40B4-BE49-F238E27FC236}">
                    <a16:creationId xmlns="" xmlns:a16="http://schemas.microsoft.com/office/drawing/2014/main" id="{49D5A97F-5E4A-4524-8EB2-A2C2A9E2D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Freeform 963">
                <a:extLst>
                  <a:ext uri="{FF2B5EF4-FFF2-40B4-BE49-F238E27FC236}">
                    <a16:creationId xmlns="" xmlns:a16="http://schemas.microsoft.com/office/drawing/2014/main" id="{E70AF70E-3754-4FB2-B1C8-9EB8049267D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4036" name="Rectangle 4">
            <a:extLst>
              <a:ext uri="{FF2B5EF4-FFF2-40B4-BE49-F238E27FC236}">
                <a16:creationId xmlns="" xmlns:a16="http://schemas.microsoft.com/office/drawing/2014/main" id="{19C927E7-A781-4ADD-9BFE-ED3A24D5DB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6713" y="184150"/>
            <a:ext cx="7772400" cy="852488"/>
          </a:xfrm>
        </p:spPr>
        <p:txBody>
          <a:bodyPr/>
          <a:lstStyle/>
          <a:p>
            <a:r>
              <a:rPr lang="en-US" altLang="en-US"/>
              <a:t>Client-server architecture</a:t>
            </a:r>
          </a:p>
        </p:txBody>
      </p:sp>
      <p:sp>
        <p:nvSpPr>
          <p:cNvPr id="44037" name="Rectangle 460">
            <a:extLst>
              <a:ext uri="{FF2B5EF4-FFF2-40B4-BE49-F238E27FC236}">
                <a16:creationId xmlns="" xmlns:a16="http://schemas.microsoft.com/office/drawing/2014/main" id="{DF693394-60F3-4603-A073-6414767C42B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3887789" y="1171575"/>
            <a:ext cx="5103812" cy="5549900"/>
          </a:xfrm>
        </p:spPr>
        <p:txBody>
          <a:bodyPr>
            <a:normAutofit fontScale="85000" lnSpcReduction="20000"/>
          </a:bodyPr>
          <a:lstStyle/>
          <a:p>
            <a:pPr algn="just">
              <a:buFont typeface="Wingdings" panose="05000000000000000000" pitchFamily="2" charset="2"/>
              <a:buNone/>
            </a:pPr>
            <a:r>
              <a:rPr lang="en-US" sz="2800" dirty="0"/>
              <a:t>In a client-server architecture, there </a:t>
            </a:r>
            <a:r>
              <a:rPr lang="en-US" sz="2800" dirty="0" smtClean="0"/>
              <a:t>is</a:t>
            </a:r>
          </a:p>
          <a:p>
            <a:pPr algn="just">
              <a:buFont typeface="Wingdings" panose="05000000000000000000" pitchFamily="2" charset="2"/>
              <a:buNone/>
            </a:pPr>
            <a:r>
              <a:rPr lang="en-US" sz="2800" dirty="0" smtClean="0"/>
              <a:t>an </a:t>
            </a:r>
            <a:r>
              <a:rPr lang="en-US" sz="2800" b="1" dirty="0">
                <a:solidFill>
                  <a:srgbClr val="FF0000"/>
                </a:solidFill>
              </a:rPr>
              <a:t>always-on</a:t>
            </a:r>
            <a:r>
              <a:rPr lang="en-US" sz="2800" b="1" dirty="0"/>
              <a:t> </a:t>
            </a:r>
            <a:r>
              <a:rPr lang="en-US" sz="2800" dirty="0"/>
              <a:t>host, called </a:t>
            </a:r>
            <a:r>
              <a:rPr lang="en-US" sz="2800" b="1" dirty="0">
                <a:solidFill>
                  <a:srgbClr val="FF0000"/>
                </a:solidFill>
              </a:rPr>
              <a:t>the </a:t>
            </a:r>
            <a:r>
              <a:rPr lang="en-US" sz="2800" b="1" dirty="0" smtClean="0">
                <a:solidFill>
                  <a:srgbClr val="FF0000"/>
                </a:solidFill>
              </a:rPr>
              <a:t>server</a:t>
            </a:r>
            <a:r>
              <a:rPr lang="en-US" sz="2800" dirty="0" smtClean="0"/>
              <a:t>,</a:t>
            </a:r>
          </a:p>
          <a:p>
            <a:pPr algn="just">
              <a:buFont typeface="Wingdings" panose="05000000000000000000" pitchFamily="2" charset="2"/>
              <a:buNone/>
            </a:pPr>
            <a:r>
              <a:rPr lang="en-US" sz="2800" dirty="0" smtClean="0"/>
              <a:t>which </a:t>
            </a:r>
            <a:r>
              <a:rPr lang="en-US" sz="2800" b="1" dirty="0">
                <a:solidFill>
                  <a:srgbClr val="FF0000"/>
                </a:solidFill>
              </a:rPr>
              <a:t>services requests </a:t>
            </a:r>
            <a:r>
              <a:rPr lang="en-US" sz="2800" dirty="0"/>
              <a:t>from many </a:t>
            </a:r>
            <a:endParaRPr lang="en-US" sz="2800" dirty="0" smtClean="0"/>
          </a:p>
          <a:p>
            <a:pPr algn="just">
              <a:buFont typeface="Wingdings" panose="05000000000000000000" pitchFamily="2" charset="2"/>
              <a:buNone/>
            </a:pPr>
            <a:r>
              <a:rPr lang="en-US" sz="2800" dirty="0" smtClean="0"/>
              <a:t>other </a:t>
            </a:r>
            <a:r>
              <a:rPr lang="en-US" sz="2800" dirty="0"/>
              <a:t>hosts, called </a:t>
            </a:r>
            <a:r>
              <a:rPr lang="en-US" sz="2800" b="1" dirty="0">
                <a:solidFill>
                  <a:srgbClr val="FF0000"/>
                </a:solidFill>
              </a:rPr>
              <a:t>clients</a:t>
            </a:r>
            <a:r>
              <a:rPr lang="en-US" sz="2800" dirty="0"/>
              <a:t>. </a:t>
            </a:r>
            <a:endParaRPr lang="en-US" altLang="en-US" sz="2800" dirty="0" smtClean="0">
              <a:solidFill>
                <a:srgbClr val="CC0000"/>
              </a:solidFill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en-US" dirty="0" smtClean="0">
                <a:solidFill>
                  <a:srgbClr val="CC0000"/>
                </a:solidFill>
              </a:rPr>
              <a:t>Server</a:t>
            </a:r>
            <a:r>
              <a:rPr lang="en-US" altLang="en-US" dirty="0">
                <a:solidFill>
                  <a:srgbClr val="CC0000"/>
                </a:solidFill>
              </a:rPr>
              <a:t>: </a:t>
            </a:r>
          </a:p>
          <a:p>
            <a:r>
              <a:rPr lang="en-US" altLang="en-US" sz="2400" dirty="0"/>
              <a:t>always-on host</a:t>
            </a:r>
          </a:p>
          <a:p>
            <a:r>
              <a:rPr lang="en-US" altLang="en-US" sz="2400" dirty="0"/>
              <a:t>permanent IP address</a:t>
            </a:r>
          </a:p>
          <a:p>
            <a:r>
              <a:rPr lang="en-US" altLang="en-US" sz="2400" dirty="0"/>
              <a:t>data centers for </a:t>
            </a:r>
            <a:r>
              <a:rPr lang="en-US" altLang="en-US" sz="2400" dirty="0" smtClean="0"/>
              <a:t>scaling</a:t>
            </a:r>
          </a:p>
          <a:p>
            <a:r>
              <a:rPr lang="en-US" altLang="en-US" sz="2400" dirty="0" smtClean="0"/>
              <a:t>E.g., Web Server</a:t>
            </a:r>
            <a:endParaRPr lang="en-US" altLang="en-US" sz="2400" dirty="0"/>
          </a:p>
          <a:p>
            <a:pPr>
              <a:spcBef>
                <a:spcPct val="75000"/>
              </a:spcBef>
              <a:buFont typeface="Wingdings" panose="05000000000000000000" pitchFamily="2" charset="2"/>
              <a:buNone/>
            </a:pPr>
            <a:r>
              <a:rPr lang="en-US" altLang="en-US" dirty="0" smtClean="0">
                <a:solidFill>
                  <a:srgbClr val="CC0000"/>
                </a:solidFill>
              </a:rPr>
              <a:t>Clients</a:t>
            </a:r>
            <a:r>
              <a:rPr lang="en-US" altLang="en-US" dirty="0">
                <a:solidFill>
                  <a:srgbClr val="CC0000"/>
                </a:solidFill>
              </a:rPr>
              <a:t>:</a:t>
            </a:r>
          </a:p>
          <a:p>
            <a:r>
              <a:rPr lang="en-US" altLang="en-US" sz="2400" dirty="0" smtClean="0"/>
              <a:t>Do </a:t>
            </a:r>
            <a:r>
              <a:rPr lang="en-US" altLang="en-US" sz="2400" dirty="0"/>
              <a:t>not communicate directly with each </a:t>
            </a:r>
            <a:r>
              <a:rPr lang="en-US" altLang="en-US" sz="2400" dirty="0" smtClean="0"/>
              <a:t>other </a:t>
            </a:r>
          </a:p>
          <a:p>
            <a:pPr lvl="1"/>
            <a:r>
              <a:rPr lang="en-US" altLang="en-US" sz="2000" dirty="0" smtClean="0"/>
              <a:t>e.g. browsers don’t talk to each other. </a:t>
            </a:r>
          </a:p>
          <a:p>
            <a:r>
              <a:rPr lang="en-US" altLang="en-US" sz="2400" dirty="0" smtClean="0"/>
              <a:t>communicate </a:t>
            </a:r>
            <a:r>
              <a:rPr lang="en-US" altLang="en-US" sz="2400" dirty="0"/>
              <a:t>with server</a:t>
            </a:r>
          </a:p>
          <a:p>
            <a:r>
              <a:rPr lang="en-US" altLang="en-US" sz="2400" dirty="0"/>
              <a:t>may be </a:t>
            </a:r>
            <a:r>
              <a:rPr lang="en-US" altLang="en-US" sz="2400" dirty="0" smtClean="0"/>
              <a:t>intermittently/irregularly </a:t>
            </a:r>
            <a:r>
              <a:rPr lang="en-US" altLang="en-US" sz="2400" dirty="0"/>
              <a:t>connected</a:t>
            </a:r>
          </a:p>
          <a:p>
            <a:r>
              <a:rPr lang="en-US" altLang="en-US" sz="2400" dirty="0"/>
              <a:t>may have dynamic IP </a:t>
            </a:r>
            <a:r>
              <a:rPr lang="en-US" altLang="en-US" sz="2400" dirty="0" smtClean="0"/>
              <a:t>addresses</a:t>
            </a:r>
            <a:endParaRPr lang="en-US" altLang="en-US" sz="2400" dirty="0"/>
          </a:p>
        </p:txBody>
      </p:sp>
      <p:pic>
        <p:nvPicPr>
          <p:cNvPr id="44038" name="Picture 351" descr="underline_base">
            <a:extLst>
              <a:ext uri="{FF2B5EF4-FFF2-40B4-BE49-F238E27FC236}">
                <a16:creationId xmlns="" xmlns:a16="http://schemas.microsoft.com/office/drawing/2014/main" id="{7769FB54-BA86-4BE1-BB6E-A8A3C032C190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300" y="842963"/>
            <a:ext cx="6057900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9" name="Line 913">
            <a:extLst>
              <a:ext uri="{FF2B5EF4-FFF2-40B4-BE49-F238E27FC236}">
                <a16:creationId xmlns="" xmlns:a16="http://schemas.microsoft.com/office/drawing/2014/main" id="{526200BC-706D-4CB9-8E5A-E3307528DF67}"/>
              </a:ext>
            </a:extLst>
          </p:cNvPr>
          <p:cNvSpPr>
            <a:spLocks noChangeShapeType="1"/>
          </p:cNvSpPr>
          <p:nvPr/>
        </p:nvSpPr>
        <p:spPr bwMode="auto">
          <a:xfrm>
            <a:off x="919163" y="3419475"/>
            <a:ext cx="2006600" cy="19780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0" name="Line 800">
            <a:extLst>
              <a:ext uri="{FF2B5EF4-FFF2-40B4-BE49-F238E27FC236}">
                <a16:creationId xmlns="" xmlns:a16="http://schemas.microsoft.com/office/drawing/2014/main" id="{C97EACF9-0069-43AD-9BBD-439C13A36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1881188" y="2028825"/>
            <a:ext cx="1481137" cy="3109913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1" name="Text Box 803">
            <a:extLst>
              <a:ext uri="{FF2B5EF4-FFF2-40B4-BE49-F238E27FC236}">
                <a16:creationId xmlns="" xmlns:a16="http://schemas.microsoft.com/office/drawing/2014/main" id="{0C37503F-E5FF-40C6-A5A3-37F6C025A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4251325"/>
            <a:ext cx="1552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client/server</a:t>
            </a:r>
          </a:p>
        </p:txBody>
      </p:sp>
    </p:spTree>
    <p:extLst>
      <p:ext uri="{BB962C8B-B14F-4D97-AF65-F5344CB8AC3E}">
        <p14:creationId xmlns:p14="http://schemas.microsoft.com/office/powerpoint/2010/main" val="14883088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4800" y="685800"/>
            <a:ext cx="8534400" cy="6019800"/>
          </a:xfrm>
        </p:spPr>
        <p:txBody>
          <a:bodyPr>
            <a:noAutofit/>
          </a:bodyPr>
          <a:lstStyle/>
          <a:p>
            <a:r>
              <a:rPr lang="en-US" sz="2400" dirty="0" smtClean="0"/>
              <a:t>In </a:t>
            </a:r>
            <a:r>
              <a:rPr lang="en-US" sz="2400" dirty="0"/>
              <a:t>a client-server application, a </a:t>
            </a:r>
            <a:r>
              <a:rPr lang="en-US" sz="2400" b="1" dirty="0">
                <a:solidFill>
                  <a:srgbClr val="FF0000"/>
                </a:solidFill>
              </a:rPr>
              <a:t>single-server host is incapable</a:t>
            </a:r>
            <a:r>
              <a:rPr lang="en-US" sz="2400" dirty="0"/>
              <a:t> of </a:t>
            </a:r>
            <a:r>
              <a:rPr lang="en-US" sz="2400" dirty="0" smtClean="0"/>
              <a:t>keeping </a:t>
            </a:r>
            <a:r>
              <a:rPr lang="en-US" sz="2400" dirty="0"/>
              <a:t>up with all the </a:t>
            </a:r>
            <a:r>
              <a:rPr lang="en-US" sz="2400" b="1" dirty="0">
                <a:solidFill>
                  <a:srgbClr val="00B050"/>
                </a:solidFill>
              </a:rPr>
              <a:t>requests from clients</a:t>
            </a:r>
            <a:r>
              <a:rPr lang="en-US" sz="2400" dirty="0"/>
              <a:t>. </a:t>
            </a:r>
            <a:endParaRPr lang="en-US" sz="2400" dirty="0" smtClean="0"/>
          </a:p>
          <a:p>
            <a:pPr lvl="1"/>
            <a:r>
              <a:rPr lang="en-US" sz="2200" dirty="0" smtClean="0"/>
              <a:t>A popular </a:t>
            </a:r>
            <a:r>
              <a:rPr lang="en-US" sz="2200" dirty="0"/>
              <a:t>social-networking site can quickly become overwhelmed if it has only one server handling all of its requests. </a:t>
            </a:r>
            <a:endParaRPr lang="en-US" sz="2200" dirty="0" smtClean="0"/>
          </a:p>
          <a:p>
            <a:pPr lvl="1"/>
            <a:r>
              <a:rPr lang="en-US" sz="2200" dirty="0" smtClean="0"/>
              <a:t>A </a:t>
            </a:r>
            <a:r>
              <a:rPr lang="en-US" sz="2200" b="1" dirty="0">
                <a:solidFill>
                  <a:srgbClr val="FF0000"/>
                </a:solidFill>
              </a:rPr>
              <a:t>data center</a:t>
            </a:r>
            <a:r>
              <a:rPr lang="en-US" sz="2200" dirty="0"/>
              <a:t>, </a:t>
            </a:r>
            <a:r>
              <a:rPr lang="en-US" sz="2200" dirty="0" smtClean="0"/>
              <a:t>housing </a:t>
            </a:r>
            <a:r>
              <a:rPr lang="en-US" sz="2200" dirty="0"/>
              <a:t>a large number of hosts, is often used </a:t>
            </a:r>
            <a:r>
              <a:rPr lang="en-US" sz="2200" dirty="0" smtClean="0"/>
              <a:t>to </a:t>
            </a:r>
            <a:r>
              <a:rPr lang="en-US" sz="2200" b="1" dirty="0" smtClean="0">
                <a:solidFill>
                  <a:srgbClr val="00B050"/>
                </a:solidFill>
              </a:rPr>
              <a:t>create a powerful virtual server</a:t>
            </a:r>
            <a:r>
              <a:rPr lang="en-US" sz="2200" dirty="0" smtClean="0"/>
              <a:t>. </a:t>
            </a:r>
          </a:p>
          <a:p>
            <a:pPr lvl="1"/>
            <a:r>
              <a:rPr lang="en-US" sz="2200" dirty="0" smtClean="0"/>
              <a:t>For example, </a:t>
            </a:r>
          </a:p>
          <a:p>
            <a:pPr lvl="2"/>
            <a:r>
              <a:rPr lang="en-US" sz="1800" b="1" dirty="0" smtClean="0">
                <a:solidFill>
                  <a:srgbClr val="FF0000"/>
                </a:solidFill>
              </a:rPr>
              <a:t>Search </a:t>
            </a:r>
            <a:r>
              <a:rPr lang="en-US" sz="1800" b="1" dirty="0">
                <a:solidFill>
                  <a:srgbClr val="FF0000"/>
                </a:solidFill>
              </a:rPr>
              <a:t>engines </a:t>
            </a:r>
            <a:r>
              <a:rPr lang="en-US" sz="1800" dirty="0"/>
              <a:t>(e.g., Google, Bing, </a:t>
            </a:r>
            <a:r>
              <a:rPr lang="en-US" sz="1800" dirty="0" err="1"/>
              <a:t>Baidu</a:t>
            </a:r>
            <a:r>
              <a:rPr lang="en-US" sz="1800" dirty="0"/>
              <a:t>), </a:t>
            </a:r>
            <a:endParaRPr lang="en-US" sz="1800" dirty="0" smtClean="0"/>
          </a:p>
          <a:p>
            <a:pPr lvl="2"/>
            <a:r>
              <a:rPr lang="en-US" sz="1800" b="1" dirty="0" smtClean="0">
                <a:solidFill>
                  <a:srgbClr val="FF0000"/>
                </a:solidFill>
              </a:rPr>
              <a:t>Internet </a:t>
            </a:r>
            <a:r>
              <a:rPr lang="en-US" sz="1800" b="1" dirty="0">
                <a:solidFill>
                  <a:srgbClr val="FF0000"/>
                </a:solidFill>
              </a:rPr>
              <a:t>commerce </a:t>
            </a:r>
            <a:r>
              <a:rPr lang="en-US" sz="1800" dirty="0"/>
              <a:t>(e.g., Amazon, eBay, </a:t>
            </a:r>
            <a:r>
              <a:rPr lang="en-US" sz="1800" dirty="0" err="1"/>
              <a:t>Alibaba</a:t>
            </a:r>
            <a:r>
              <a:rPr lang="en-US" sz="1800" dirty="0"/>
              <a:t>), </a:t>
            </a:r>
            <a:endParaRPr lang="en-US" sz="1800" dirty="0" smtClean="0"/>
          </a:p>
          <a:p>
            <a:pPr lvl="2"/>
            <a:r>
              <a:rPr lang="en-US" sz="1800" b="1" dirty="0" smtClean="0">
                <a:solidFill>
                  <a:srgbClr val="FF0000"/>
                </a:solidFill>
              </a:rPr>
              <a:t>Web-based </a:t>
            </a:r>
            <a:r>
              <a:rPr lang="en-US" sz="1800" b="1" dirty="0">
                <a:solidFill>
                  <a:srgbClr val="FF0000"/>
                </a:solidFill>
              </a:rPr>
              <a:t>e-mail </a:t>
            </a:r>
            <a:r>
              <a:rPr lang="en-US" sz="1800" dirty="0"/>
              <a:t>(e.g., Gmail and Yahoo Mail), </a:t>
            </a:r>
            <a:endParaRPr lang="en-US" sz="1800" dirty="0" smtClean="0"/>
          </a:p>
          <a:p>
            <a:pPr lvl="2"/>
            <a:r>
              <a:rPr lang="en-US" sz="1800" b="1" dirty="0" smtClean="0">
                <a:solidFill>
                  <a:srgbClr val="FF0000"/>
                </a:solidFill>
              </a:rPr>
              <a:t>Social </a:t>
            </a:r>
            <a:r>
              <a:rPr lang="en-US" sz="1800" b="1" dirty="0">
                <a:solidFill>
                  <a:srgbClr val="FF0000"/>
                </a:solidFill>
              </a:rPr>
              <a:t>media </a:t>
            </a:r>
            <a:r>
              <a:rPr lang="en-US" sz="1800" dirty="0"/>
              <a:t>(e.g., Facebook, </a:t>
            </a:r>
            <a:r>
              <a:rPr lang="en-US" sz="1800" dirty="0" err="1"/>
              <a:t>Instagram</a:t>
            </a:r>
            <a:r>
              <a:rPr lang="en-US" sz="1800" dirty="0"/>
              <a:t>, Twitter, and </a:t>
            </a:r>
            <a:r>
              <a:rPr lang="en-US" sz="1800" dirty="0" err="1" smtClean="0"/>
              <a:t>WeChat</a:t>
            </a:r>
            <a:r>
              <a:rPr lang="en-US" sz="1800" dirty="0" smtClean="0"/>
              <a:t>), etc.</a:t>
            </a:r>
          </a:p>
          <a:p>
            <a:pPr lvl="2"/>
            <a:r>
              <a:rPr lang="en-US" sz="2000" b="1" dirty="0" smtClean="0">
                <a:solidFill>
                  <a:srgbClr val="00B050"/>
                </a:solidFill>
              </a:rPr>
              <a:t>Run </a:t>
            </a:r>
            <a:r>
              <a:rPr lang="en-US" sz="2000" b="1" dirty="0">
                <a:solidFill>
                  <a:srgbClr val="00B050"/>
                </a:solidFill>
              </a:rPr>
              <a:t>in one or more data centers</a:t>
            </a:r>
            <a:r>
              <a:rPr lang="en-US" sz="2000" dirty="0"/>
              <a:t>. </a:t>
            </a:r>
            <a:endParaRPr lang="en-US" sz="2000" dirty="0" smtClean="0"/>
          </a:p>
          <a:p>
            <a:pPr lvl="1"/>
            <a:r>
              <a:rPr lang="en-US" sz="2200" dirty="0" smtClean="0"/>
              <a:t>Google </a:t>
            </a:r>
            <a:r>
              <a:rPr lang="en-US" sz="2200" dirty="0"/>
              <a:t>has </a:t>
            </a:r>
            <a:r>
              <a:rPr lang="en-US" sz="2200" dirty="0" smtClean="0"/>
              <a:t>19 </a:t>
            </a:r>
            <a:r>
              <a:rPr lang="en-US" sz="2200" dirty="0"/>
              <a:t>data centers distributed around the world, </a:t>
            </a:r>
            <a:endParaRPr lang="en-US" sz="2200" dirty="0" smtClean="0"/>
          </a:p>
          <a:p>
            <a:pPr lvl="2"/>
            <a:r>
              <a:rPr lang="en-US" sz="2000" dirty="0" smtClean="0"/>
              <a:t>To </a:t>
            </a:r>
            <a:r>
              <a:rPr lang="en-US" sz="2000" dirty="0"/>
              <a:t>collectively handle search, YouTube, Gmail, and other services</a:t>
            </a:r>
            <a:r>
              <a:rPr lang="en-US" sz="2000" dirty="0" smtClean="0"/>
              <a:t>.</a:t>
            </a:r>
          </a:p>
          <a:p>
            <a:pPr lvl="1"/>
            <a:r>
              <a:rPr lang="en-US" sz="2200" dirty="0" smtClean="0"/>
              <a:t>A </a:t>
            </a:r>
            <a:r>
              <a:rPr lang="en-US" sz="2200" dirty="0"/>
              <a:t>data center can have hundreds of thousands of servers, which must be powered and maintained. </a:t>
            </a:r>
          </a:p>
        </p:txBody>
      </p:sp>
    </p:spTree>
    <p:extLst>
      <p:ext uri="{BB962C8B-B14F-4D97-AF65-F5344CB8AC3E}">
        <p14:creationId xmlns:p14="http://schemas.microsoft.com/office/powerpoint/2010/main" val="28455579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8">
            <a:extLst>
              <a:ext uri="{FF2B5EF4-FFF2-40B4-BE49-F238E27FC236}">
                <a16:creationId xmlns="" xmlns:a16="http://schemas.microsoft.com/office/drawing/2014/main" id="{A49D15FA-E433-47A2-9529-B282EF3AC3C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37362" y="6278562"/>
            <a:ext cx="2133600" cy="3651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EFF7A9D-2500-4275-9805-F9BBA3C2DDC5}" type="slidenum">
              <a:rPr lang="en-US" altLang="en-US" sz="1200">
                <a:latin typeface="Tahoma" panose="020B0604030504040204" pitchFamily="34" charset="0"/>
              </a:rPr>
              <a:pPr/>
              <a:t>11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46083" name="Group 566">
            <a:extLst>
              <a:ext uri="{FF2B5EF4-FFF2-40B4-BE49-F238E27FC236}">
                <a16:creationId xmlns="" xmlns:a16="http://schemas.microsoft.com/office/drawing/2014/main" id="{48F7E680-799E-40FA-9EB2-574ECB7FF9BA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1468437"/>
            <a:ext cx="3540125" cy="4545013"/>
            <a:chOff x="3277" y="974"/>
            <a:chExt cx="2230" cy="2863"/>
          </a:xfrm>
        </p:grpSpPr>
        <p:sp>
          <p:nvSpPr>
            <p:cNvPr id="46091" name="Freeform 567">
              <a:extLst>
                <a:ext uri="{FF2B5EF4-FFF2-40B4-BE49-F238E27FC236}">
                  <a16:creationId xmlns="" xmlns:a16="http://schemas.microsoft.com/office/drawing/2014/main" id="{0EC48661-928B-4EBB-B35E-6F1E2F1B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092" name="Group 568">
              <a:extLst>
                <a:ext uri="{FF2B5EF4-FFF2-40B4-BE49-F238E27FC236}">
                  <a16:creationId xmlns="" xmlns:a16="http://schemas.microsoft.com/office/drawing/2014/main" id="{F2576181-C3DB-431C-B14D-FA802DE140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6466" name="Rectangle 569">
                <a:extLst>
                  <a:ext uri="{FF2B5EF4-FFF2-40B4-BE49-F238E27FC236}">
                    <a16:creationId xmlns="" xmlns:a16="http://schemas.microsoft.com/office/drawing/2014/main" id="{AA846C46-2327-420B-A746-C8059F27E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467" name="AutoShape 570">
                <a:extLst>
                  <a:ext uri="{FF2B5EF4-FFF2-40B4-BE49-F238E27FC236}">
                    <a16:creationId xmlns="" xmlns:a16="http://schemas.microsoft.com/office/drawing/2014/main" id="{EC5F796F-A1FA-40DE-8756-A0E7D12B2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46093" name="Freeform 571">
              <a:extLst>
                <a:ext uri="{FF2B5EF4-FFF2-40B4-BE49-F238E27FC236}">
                  <a16:creationId xmlns="" xmlns:a16="http://schemas.microsoft.com/office/drawing/2014/main" id="{8491A64E-D85A-4D58-A756-61244806F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Line 572">
              <a:extLst>
                <a:ext uri="{FF2B5EF4-FFF2-40B4-BE49-F238E27FC236}">
                  <a16:creationId xmlns="" xmlns:a16="http://schemas.microsoft.com/office/drawing/2014/main" id="{A99A5657-8247-4FF9-9532-0A61F6744C2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24" y="3316"/>
              <a:ext cx="284" cy="7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95" name="Line 573">
              <a:extLst>
                <a:ext uri="{FF2B5EF4-FFF2-40B4-BE49-F238E27FC236}">
                  <a16:creationId xmlns="" xmlns:a16="http://schemas.microsoft.com/office/drawing/2014/main" id="{96A07AC8-2D8D-4C16-A688-649AB9BC56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96" name="Line 574">
              <a:extLst>
                <a:ext uri="{FF2B5EF4-FFF2-40B4-BE49-F238E27FC236}">
                  <a16:creationId xmlns="" xmlns:a16="http://schemas.microsoft.com/office/drawing/2014/main" id="{50300D77-3E08-4B9D-AF3E-7B909015A12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3" y="3192"/>
              <a:ext cx="90" cy="5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97" name="Line 576">
              <a:extLst>
                <a:ext uri="{FF2B5EF4-FFF2-40B4-BE49-F238E27FC236}">
                  <a16:creationId xmlns="" xmlns:a16="http://schemas.microsoft.com/office/drawing/2014/main" id="{33CBCFC9-FA30-45B3-856E-485E77697F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99" cy="8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Line 577">
              <a:extLst>
                <a:ext uri="{FF2B5EF4-FFF2-40B4-BE49-F238E27FC236}">
                  <a16:creationId xmlns="" xmlns:a16="http://schemas.microsoft.com/office/drawing/2014/main" id="{0B7C5DDB-AAC8-4D66-897E-D5817E5261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9"/>
              <a:ext cx="256" cy="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Line 580">
              <a:extLst>
                <a:ext uri="{FF2B5EF4-FFF2-40B4-BE49-F238E27FC236}">
                  <a16:creationId xmlns="" xmlns:a16="http://schemas.microsoft.com/office/drawing/2014/main" id="{188EF2DA-AADB-4450-809D-16ACA8D22F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4"/>
              <a:ext cx="90" cy="11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Line 581">
              <a:extLst>
                <a:ext uri="{FF2B5EF4-FFF2-40B4-BE49-F238E27FC236}">
                  <a16:creationId xmlns="" xmlns:a16="http://schemas.microsoft.com/office/drawing/2014/main" id="{157B7864-8043-4403-B11C-A1F2008393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6" y="3213"/>
              <a:ext cx="51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Line 582">
              <a:extLst>
                <a:ext uri="{FF2B5EF4-FFF2-40B4-BE49-F238E27FC236}">
                  <a16:creationId xmlns="" xmlns:a16="http://schemas.microsoft.com/office/drawing/2014/main" id="{0AF4DE6A-F757-4E11-8EB1-B9F3521BEF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Line 584">
              <a:extLst>
                <a:ext uri="{FF2B5EF4-FFF2-40B4-BE49-F238E27FC236}">
                  <a16:creationId xmlns="" xmlns:a16="http://schemas.microsoft.com/office/drawing/2014/main" id="{4B608D8D-6900-4D6E-8C9D-9C1139D924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Line 585">
              <a:extLst>
                <a:ext uri="{FF2B5EF4-FFF2-40B4-BE49-F238E27FC236}">
                  <a16:creationId xmlns="" xmlns:a16="http://schemas.microsoft.com/office/drawing/2014/main" id="{7744E5AA-D66E-4C9A-BCAD-983624A61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04" name="Group 586">
              <a:extLst>
                <a:ext uri="{FF2B5EF4-FFF2-40B4-BE49-F238E27FC236}">
                  <a16:creationId xmlns="" xmlns:a16="http://schemas.microsoft.com/office/drawing/2014/main" id="{43A4C3D2-8918-4934-B3CC-0552FACD40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46464" name="Picture 587" descr="access_point_stylized_small">
                <a:extLst>
                  <a:ext uri="{FF2B5EF4-FFF2-40B4-BE49-F238E27FC236}">
                    <a16:creationId xmlns="" xmlns:a16="http://schemas.microsoft.com/office/drawing/2014/main" id="{7F6CE61C-C5EB-4A9C-8F2A-50D819823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465" name="Picture 588" descr="antenna_radiation_stylized">
                <a:extLst>
                  <a:ext uri="{FF2B5EF4-FFF2-40B4-BE49-F238E27FC236}">
                    <a16:creationId xmlns="" xmlns:a16="http://schemas.microsoft.com/office/drawing/2014/main" id="{E704BF2C-D3D1-4BEA-9BEC-5FAA1F06F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6105" name="Freeform 589">
              <a:extLst>
                <a:ext uri="{FF2B5EF4-FFF2-40B4-BE49-F238E27FC236}">
                  <a16:creationId xmlns="" xmlns:a16="http://schemas.microsoft.com/office/drawing/2014/main" id="{AC3C16C5-02DD-473F-B113-3B5095A78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590">
              <a:extLst>
                <a:ext uri="{FF2B5EF4-FFF2-40B4-BE49-F238E27FC236}">
                  <a16:creationId xmlns="" xmlns:a16="http://schemas.microsoft.com/office/drawing/2014/main" id="{E7417672-0468-4FF0-A523-0916BAC5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Line 591">
              <a:extLst>
                <a:ext uri="{FF2B5EF4-FFF2-40B4-BE49-F238E27FC236}">
                  <a16:creationId xmlns="" xmlns:a16="http://schemas.microsoft.com/office/drawing/2014/main" id="{EC130D10-57CF-4FA7-B7D0-0C596CEFC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Line 592">
              <a:extLst>
                <a:ext uri="{FF2B5EF4-FFF2-40B4-BE49-F238E27FC236}">
                  <a16:creationId xmlns="" xmlns:a16="http://schemas.microsoft.com/office/drawing/2014/main" id="{AD4A47D1-D6C5-4668-B0CC-378FB89E0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Line 593">
              <a:extLst>
                <a:ext uri="{FF2B5EF4-FFF2-40B4-BE49-F238E27FC236}">
                  <a16:creationId xmlns="" xmlns:a16="http://schemas.microsoft.com/office/drawing/2014/main" id="{71350139-CC9C-4F5E-B688-E3003216CF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Line 594">
              <a:extLst>
                <a:ext uri="{FF2B5EF4-FFF2-40B4-BE49-F238E27FC236}">
                  <a16:creationId xmlns="" xmlns:a16="http://schemas.microsoft.com/office/drawing/2014/main" id="{F867CFC6-41E4-4253-B760-2F2C9BF22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Line 595">
              <a:extLst>
                <a:ext uri="{FF2B5EF4-FFF2-40B4-BE49-F238E27FC236}">
                  <a16:creationId xmlns="" xmlns:a16="http://schemas.microsoft.com/office/drawing/2014/main" id="{64BA35A4-9866-44A7-A2D6-81685B8FC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Line 596">
              <a:extLst>
                <a:ext uri="{FF2B5EF4-FFF2-40B4-BE49-F238E27FC236}">
                  <a16:creationId xmlns="" xmlns:a16="http://schemas.microsoft.com/office/drawing/2014/main" id="{5A9E56C3-6CF7-44FB-ADE5-792577A45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Line 597">
              <a:extLst>
                <a:ext uri="{FF2B5EF4-FFF2-40B4-BE49-F238E27FC236}">
                  <a16:creationId xmlns="" xmlns:a16="http://schemas.microsoft.com/office/drawing/2014/main" id="{B3458F51-A30E-4A27-8E56-3CD2A7FCB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Line 598">
              <a:extLst>
                <a:ext uri="{FF2B5EF4-FFF2-40B4-BE49-F238E27FC236}">
                  <a16:creationId xmlns="" xmlns:a16="http://schemas.microsoft.com/office/drawing/2014/main" id="{D9EF943F-DD5F-45AE-8ABF-0D025CD61B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Line 599">
              <a:extLst>
                <a:ext uri="{FF2B5EF4-FFF2-40B4-BE49-F238E27FC236}">
                  <a16:creationId xmlns="" xmlns:a16="http://schemas.microsoft.com/office/drawing/2014/main" id="{24592C40-7B55-4948-8D31-2B28EE7A88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Line 600">
              <a:extLst>
                <a:ext uri="{FF2B5EF4-FFF2-40B4-BE49-F238E27FC236}">
                  <a16:creationId xmlns="" xmlns:a16="http://schemas.microsoft.com/office/drawing/2014/main" id="{012A76C2-E540-414E-A165-6094A645F1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Line 601">
              <a:extLst>
                <a:ext uri="{FF2B5EF4-FFF2-40B4-BE49-F238E27FC236}">
                  <a16:creationId xmlns="" xmlns:a16="http://schemas.microsoft.com/office/drawing/2014/main" id="{51CC43C7-6DA8-4052-A999-5F51B983EC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Line 602">
              <a:extLst>
                <a:ext uri="{FF2B5EF4-FFF2-40B4-BE49-F238E27FC236}">
                  <a16:creationId xmlns="" xmlns:a16="http://schemas.microsoft.com/office/drawing/2014/main" id="{1677B67E-89B8-44D7-AC57-7EAE20517D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Line 603">
              <a:extLst>
                <a:ext uri="{FF2B5EF4-FFF2-40B4-BE49-F238E27FC236}">
                  <a16:creationId xmlns="" xmlns:a16="http://schemas.microsoft.com/office/drawing/2014/main" id="{78964C37-B69A-48F5-A3BF-B2A77F849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Line 604">
              <a:extLst>
                <a:ext uri="{FF2B5EF4-FFF2-40B4-BE49-F238E27FC236}">
                  <a16:creationId xmlns="" xmlns:a16="http://schemas.microsoft.com/office/drawing/2014/main" id="{2CFB46D0-BF3D-41C1-BAD1-B610547B6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Line 605">
              <a:extLst>
                <a:ext uri="{FF2B5EF4-FFF2-40B4-BE49-F238E27FC236}">
                  <a16:creationId xmlns="" xmlns:a16="http://schemas.microsoft.com/office/drawing/2014/main" id="{3A17C61B-7E7F-4D79-AE54-B514FC3CE9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Line 606">
              <a:extLst>
                <a:ext uri="{FF2B5EF4-FFF2-40B4-BE49-F238E27FC236}">
                  <a16:creationId xmlns="" xmlns:a16="http://schemas.microsoft.com/office/drawing/2014/main" id="{8F9081B0-C6A1-4F89-BD0B-F7B3C3840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Line 607">
              <a:extLst>
                <a:ext uri="{FF2B5EF4-FFF2-40B4-BE49-F238E27FC236}">
                  <a16:creationId xmlns="" xmlns:a16="http://schemas.microsoft.com/office/drawing/2014/main" id="{A20734D3-BADE-4A8C-8736-459C26AC82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24" name="Group 608">
              <a:extLst>
                <a:ext uri="{FF2B5EF4-FFF2-40B4-BE49-F238E27FC236}">
                  <a16:creationId xmlns="" xmlns:a16="http://schemas.microsoft.com/office/drawing/2014/main" id="{4D230731-2397-43DE-92E9-36E526F20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46447" name="Line 270">
                <a:extLst>
                  <a:ext uri="{FF2B5EF4-FFF2-40B4-BE49-F238E27FC236}">
                    <a16:creationId xmlns="" xmlns:a16="http://schemas.microsoft.com/office/drawing/2014/main" id="{0573E821-285A-4F72-8336-2A37D46069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48" name="Line 271">
                <a:extLst>
                  <a:ext uri="{FF2B5EF4-FFF2-40B4-BE49-F238E27FC236}">
                    <a16:creationId xmlns="" xmlns:a16="http://schemas.microsoft.com/office/drawing/2014/main" id="{419D730E-65BF-48E1-B00D-9B2358454A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49" name="Line 272">
                <a:extLst>
                  <a:ext uri="{FF2B5EF4-FFF2-40B4-BE49-F238E27FC236}">
                    <a16:creationId xmlns="" xmlns:a16="http://schemas.microsoft.com/office/drawing/2014/main" id="{4B94EB6B-2645-4296-BC56-4658FE0AB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0" name="Line 273">
                <a:extLst>
                  <a:ext uri="{FF2B5EF4-FFF2-40B4-BE49-F238E27FC236}">
                    <a16:creationId xmlns="" xmlns:a16="http://schemas.microsoft.com/office/drawing/2014/main" id="{694460A4-2241-4FAF-A653-7774D7DD27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1" name="Line 274">
                <a:extLst>
                  <a:ext uri="{FF2B5EF4-FFF2-40B4-BE49-F238E27FC236}">
                    <a16:creationId xmlns="" xmlns:a16="http://schemas.microsoft.com/office/drawing/2014/main" id="{3A4C68AE-6BEB-4129-B252-3F30A0BB4D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2" name="Line 275">
                <a:extLst>
                  <a:ext uri="{FF2B5EF4-FFF2-40B4-BE49-F238E27FC236}">
                    <a16:creationId xmlns="" xmlns:a16="http://schemas.microsoft.com/office/drawing/2014/main" id="{A8E08743-710F-4936-9AC6-9C922994F3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3" name="Line 276">
                <a:extLst>
                  <a:ext uri="{FF2B5EF4-FFF2-40B4-BE49-F238E27FC236}">
                    <a16:creationId xmlns="" xmlns:a16="http://schemas.microsoft.com/office/drawing/2014/main" id="{25A92840-D9EE-4B2D-AAC7-1101AFB43A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4" name="Line 277">
                <a:extLst>
                  <a:ext uri="{FF2B5EF4-FFF2-40B4-BE49-F238E27FC236}">
                    <a16:creationId xmlns="" xmlns:a16="http://schemas.microsoft.com/office/drawing/2014/main" id="{C5858BC6-E1A7-44D9-9463-4F5E5D4B6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5" name="Line 278">
                <a:extLst>
                  <a:ext uri="{FF2B5EF4-FFF2-40B4-BE49-F238E27FC236}">
                    <a16:creationId xmlns="" xmlns:a16="http://schemas.microsoft.com/office/drawing/2014/main" id="{FAB121F1-B10C-43D4-A002-248875498D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6" name="Line 279">
                <a:extLst>
                  <a:ext uri="{FF2B5EF4-FFF2-40B4-BE49-F238E27FC236}">
                    <a16:creationId xmlns="" xmlns:a16="http://schemas.microsoft.com/office/drawing/2014/main" id="{A5DA2D4C-3319-4850-9846-F1A88EA4B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7" name="Line 280">
                <a:extLst>
                  <a:ext uri="{FF2B5EF4-FFF2-40B4-BE49-F238E27FC236}">
                    <a16:creationId xmlns="" xmlns:a16="http://schemas.microsoft.com/office/drawing/2014/main" id="{7947032D-EEF8-43C0-A077-61E484771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8" name="Line 281">
                <a:extLst>
                  <a:ext uri="{FF2B5EF4-FFF2-40B4-BE49-F238E27FC236}">
                    <a16:creationId xmlns="" xmlns:a16="http://schemas.microsoft.com/office/drawing/2014/main" id="{9AA465B5-A78C-4214-81C8-0899B694B3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9" name="Line 282">
                <a:extLst>
                  <a:ext uri="{FF2B5EF4-FFF2-40B4-BE49-F238E27FC236}">
                    <a16:creationId xmlns="" xmlns:a16="http://schemas.microsoft.com/office/drawing/2014/main" id="{A5F88439-F268-4134-BC94-7A662DA6D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60" name="Line 283">
                <a:extLst>
                  <a:ext uri="{FF2B5EF4-FFF2-40B4-BE49-F238E27FC236}">
                    <a16:creationId xmlns="" xmlns:a16="http://schemas.microsoft.com/office/drawing/2014/main" id="{95B0194F-F9FA-464F-8FC7-5F1A9BE57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61" name="Line 284">
                <a:extLst>
                  <a:ext uri="{FF2B5EF4-FFF2-40B4-BE49-F238E27FC236}">
                    <a16:creationId xmlns="" xmlns:a16="http://schemas.microsoft.com/office/drawing/2014/main" id="{BEF1F010-F5B8-4715-A66E-C7D129CE92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62" name="Oval 624">
                <a:extLst>
                  <a:ext uri="{FF2B5EF4-FFF2-40B4-BE49-F238E27FC236}">
                    <a16:creationId xmlns="" xmlns:a16="http://schemas.microsoft.com/office/drawing/2014/main" id="{8CD18C2A-803F-4CBB-9D08-A6FB718F2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6463" name="Picture 625" descr="cell_tower_radiation_gray">
                <a:extLst>
                  <a:ext uri="{FF2B5EF4-FFF2-40B4-BE49-F238E27FC236}">
                    <a16:creationId xmlns="" xmlns:a16="http://schemas.microsoft.com/office/drawing/2014/main" id="{1AF8722D-D13D-47ED-AD32-4216E9B0CF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25" name="Group 626">
              <a:extLst>
                <a:ext uri="{FF2B5EF4-FFF2-40B4-BE49-F238E27FC236}">
                  <a16:creationId xmlns="" xmlns:a16="http://schemas.microsoft.com/office/drawing/2014/main" id="{79CF0BA6-D0A4-4A3D-BBEF-C3BA68A729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6438" name="Line 627">
                <a:extLst>
                  <a:ext uri="{FF2B5EF4-FFF2-40B4-BE49-F238E27FC236}">
                    <a16:creationId xmlns="" xmlns:a16="http://schemas.microsoft.com/office/drawing/2014/main" id="{2B906407-6B8B-46B0-8551-BB8595CD9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9" name="Oval 407">
                <a:extLst>
                  <a:ext uri="{FF2B5EF4-FFF2-40B4-BE49-F238E27FC236}">
                    <a16:creationId xmlns="" xmlns:a16="http://schemas.microsoft.com/office/drawing/2014/main" id="{EB86B0C4-D061-45CA-BD30-BB029B153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40" name="Rectangle 410">
                <a:extLst>
                  <a:ext uri="{FF2B5EF4-FFF2-40B4-BE49-F238E27FC236}">
                    <a16:creationId xmlns="" xmlns:a16="http://schemas.microsoft.com/office/drawing/2014/main" id="{2D29EE8F-930A-4D12-8DBF-EE142EA39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41" name="Oval 411">
                <a:extLst>
                  <a:ext uri="{FF2B5EF4-FFF2-40B4-BE49-F238E27FC236}">
                    <a16:creationId xmlns="" xmlns:a16="http://schemas.microsoft.com/office/drawing/2014/main" id="{FC127CC8-F506-4DE0-AB95-F26599A13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442" name="Group 631">
                <a:extLst>
                  <a:ext uri="{FF2B5EF4-FFF2-40B4-BE49-F238E27FC236}">
                    <a16:creationId xmlns="" xmlns:a16="http://schemas.microsoft.com/office/drawing/2014/main" id="{5E876789-439D-4400-BCA5-1E3EE2D1DC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46445" name="Freeform 632">
                  <a:extLst>
                    <a:ext uri="{FF2B5EF4-FFF2-40B4-BE49-F238E27FC236}">
                      <a16:creationId xmlns="" xmlns:a16="http://schemas.microsoft.com/office/drawing/2014/main" id="{B96D8121-7DEF-457C-BA8D-D9D96BB6DC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46" name="Freeform 633">
                  <a:extLst>
                    <a:ext uri="{FF2B5EF4-FFF2-40B4-BE49-F238E27FC236}">
                      <a16:creationId xmlns="" xmlns:a16="http://schemas.microsoft.com/office/drawing/2014/main" id="{4757A1D3-1B8C-4BEC-B0B3-92F75EEA0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43" name="Line 634">
                <a:extLst>
                  <a:ext uri="{FF2B5EF4-FFF2-40B4-BE49-F238E27FC236}">
                    <a16:creationId xmlns="" xmlns:a16="http://schemas.microsoft.com/office/drawing/2014/main" id="{011F5462-60CB-4058-AB93-ECA6F7078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4" name="Line 635">
                <a:extLst>
                  <a:ext uri="{FF2B5EF4-FFF2-40B4-BE49-F238E27FC236}">
                    <a16:creationId xmlns="" xmlns:a16="http://schemas.microsoft.com/office/drawing/2014/main" id="{E2C3B2C1-A72B-4E03-BC09-78A1B4FB71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6" name="Group 636">
              <a:extLst>
                <a:ext uri="{FF2B5EF4-FFF2-40B4-BE49-F238E27FC236}">
                  <a16:creationId xmlns="" xmlns:a16="http://schemas.microsoft.com/office/drawing/2014/main" id="{21DD8DEA-18B3-4006-9217-46F3D5609B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46430" name="Oval 407">
                <a:extLst>
                  <a:ext uri="{FF2B5EF4-FFF2-40B4-BE49-F238E27FC236}">
                    <a16:creationId xmlns="" xmlns:a16="http://schemas.microsoft.com/office/drawing/2014/main" id="{6FAE8F13-215D-4DBD-AAC9-2C6DC2667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31" name="Rectangle 410">
                <a:extLst>
                  <a:ext uri="{FF2B5EF4-FFF2-40B4-BE49-F238E27FC236}">
                    <a16:creationId xmlns="" xmlns:a16="http://schemas.microsoft.com/office/drawing/2014/main" id="{3084EC51-7C6C-4290-954E-5452124C6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32" name="Oval 411">
                <a:extLst>
                  <a:ext uri="{FF2B5EF4-FFF2-40B4-BE49-F238E27FC236}">
                    <a16:creationId xmlns="" xmlns:a16="http://schemas.microsoft.com/office/drawing/2014/main" id="{C5D4F7E6-8ABC-49F6-9A8A-C0AA188C0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433" name="Group 640">
                <a:extLst>
                  <a:ext uri="{FF2B5EF4-FFF2-40B4-BE49-F238E27FC236}">
                    <a16:creationId xmlns="" xmlns:a16="http://schemas.microsoft.com/office/drawing/2014/main" id="{AC238724-67A4-4CFF-AF43-A12F97AB1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36" name="Freeform 641">
                  <a:extLst>
                    <a:ext uri="{FF2B5EF4-FFF2-40B4-BE49-F238E27FC236}">
                      <a16:creationId xmlns="" xmlns:a16="http://schemas.microsoft.com/office/drawing/2014/main" id="{746C5C67-32EA-4CD0-A34C-53A197EDC7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37" name="Freeform 642">
                  <a:extLst>
                    <a:ext uri="{FF2B5EF4-FFF2-40B4-BE49-F238E27FC236}">
                      <a16:creationId xmlns="" xmlns:a16="http://schemas.microsoft.com/office/drawing/2014/main" id="{7E3BA5CD-6433-4316-8D7F-F78E50F2E8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34" name="Line 643">
                <a:extLst>
                  <a:ext uri="{FF2B5EF4-FFF2-40B4-BE49-F238E27FC236}">
                    <a16:creationId xmlns="" xmlns:a16="http://schemas.microsoft.com/office/drawing/2014/main" id="{4E3222C2-B186-45E3-B401-718036D2C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5" name="Line 644">
                <a:extLst>
                  <a:ext uri="{FF2B5EF4-FFF2-40B4-BE49-F238E27FC236}">
                    <a16:creationId xmlns="" xmlns:a16="http://schemas.microsoft.com/office/drawing/2014/main" id="{90BDFDAF-17FC-45D3-B0F1-E21599D115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7" name="Group 645">
              <a:extLst>
                <a:ext uri="{FF2B5EF4-FFF2-40B4-BE49-F238E27FC236}">
                  <a16:creationId xmlns="" xmlns:a16="http://schemas.microsoft.com/office/drawing/2014/main" id="{93B16F9F-125A-4AE4-89EB-FF1E70FEF4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46422" name="Oval 407">
                <a:extLst>
                  <a:ext uri="{FF2B5EF4-FFF2-40B4-BE49-F238E27FC236}">
                    <a16:creationId xmlns="" xmlns:a16="http://schemas.microsoft.com/office/drawing/2014/main" id="{1125EACC-E523-4C40-818E-88FD4BA0A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23" name="Rectangle 410">
                <a:extLst>
                  <a:ext uri="{FF2B5EF4-FFF2-40B4-BE49-F238E27FC236}">
                    <a16:creationId xmlns="" xmlns:a16="http://schemas.microsoft.com/office/drawing/2014/main" id="{00B81860-28C6-4322-812E-9614D644E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24" name="Oval 411">
                <a:extLst>
                  <a:ext uri="{FF2B5EF4-FFF2-40B4-BE49-F238E27FC236}">
                    <a16:creationId xmlns="" xmlns:a16="http://schemas.microsoft.com/office/drawing/2014/main" id="{7F40D773-2B59-4C2D-B700-D3ECB45B2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425" name="Group 649">
                <a:extLst>
                  <a:ext uri="{FF2B5EF4-FFF2-40B4-BE49-F238E27FC236}">
                    <a16:creationId xmlns="" xmlns:a16="http://schemas.microsoft.com/office/drawing/2014/main" id="{BCD68C2C-EC5A-49E3-A74C-320B4EFDBE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28" name="Freeform 650">
                  <a:extLst>
                    <a:ext uri="{FF2B5EF4-FFF2-40B4-BE49-F238E27FC236}">
                      <a16:creationId xmlns="" xmlns:a16="http://schemas.microsoft.com/office/drawing/2014/main" id="{E0D33195-92DA-44C0-BE82-5AC01EBEEA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29" name="Freeform 651">
                  <a:extLst>
                    <a:ext uri="{FF2B5EF4-FFF2-40B4-BE49-F238E27FC236}">
                      <a16:creationId xmlns="" xmlns:a16="http://schemas.microsoft.com/office/drawing/2014/main" id="{76D016BA-FA31-42E2-ACC7-441750816B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26" name="Line 652">
                <a:extLst>
                  <a:ext uri="{FF2B5EF4-FFF2-40B4-BE49-F238E27FC236}">
                    <a16:creationId xmlns="" xmlns:a16="http://schemas.microsoft.com/office/drawing/2014/main" id="{2F48E9B4-B188-4832-8D06-751649A628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7" name="Line 653">
                <a:extLst>
                  <a:ext uri="{FF2B5EF4-FFF2-40B4-BE49-F238E27FC236}">
                    <a16:creationId xmlns="" xmlns:a16="http://schemas.microsoft.com/office/drawing/2014/main" id="{4FD2DAF7-8D74-479C-91B7-CEDA98CB59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8" name="Group 654">
              <a:extLst>
                <a:ext uri="{FF2B5EF4-FFF2-40B4-BE49-F238E27FC236}">
                  <a16:creationId xmlns="" xmlns:a16="http://schemas.microsoft.com/office/drawing/2014/main" id="{911F7A48-13F4-425A-8996-90A8905B7D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46414" name="Oval 407">
                <a:extLst>
                  <a:ext uri="{FF2B5EF4-FFF2-40B4-BE49-F238E27FC236}">
                    <a16:creationId xmlns="" xmlns:a16="http://schemas.microsoft.com/office/drawing/2014/main" id="{AD1B28C0-85FE-47F0-BB03-4F960085E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15" name="Rectangle 410">
                <a:extLst>
                  <a:ext uri="{FF2B5EF4-FFF2-40B4-BE49-F238E27FC236}">
                    <a16:creationId xmlns="" xmlns:a16="http://schemas.microsoft.com/office/drawing/2014/main" id="{587DA965-6627-49F5-903F-3FABEEB4E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16" name="Oval 411">
                <a:extLst>
                  <a:ext uri="{FF2B5EF4-FFF2-40B4-BE49-F238E27FC236}">
                    <a16:creationId xmlns="" xmlns:a16="http://schemas.microsoft.com/office/drawing/2014/main" id="{079672D0-3F00-4FAB-9A2B-1F2190266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417" name="Group 658">
                <a:extLst>
                  <a:ext uri="{FF2B5EF4-FFF2-40B4-BE49-F238E27FC236}">
                    <a16:creationId xmlns="" xmlns:a16="http://schemas.microsoft.com/office/drawing/2014/main" id="{31B2AECC-CB24-46FF-A8ED-D9658E0E6B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20" name="Freeform 659">
                  <a:extLst>
                    <a:ext uri="{FF2B5EF4-FFF2-40B4-BE49-F238E27FC236}">
                      <a16:creationId xmlns="" xmlns:a16="http://schemas.microsoft.com/office/drawing/2014/main" id="{8438BAB9-526C-43CE-A98A-197D5A35D2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21" name="Freeform 660">
                  <a:extLst>
                    <a:ext uri="{FF2B5EF4-FFF2-40B4-BE49-F238E27FC236}">
                      <a16:creationId xmlns="" xmlns:a16="http://schemas.microsoft.com/office/drawing/2014/main" id="{C774092E-6BAD-437D-B3B5-7EE47ABD74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18" name="Line 661">
                <a:extLst>
                  <a:ext uri="{FF2B5EF4-FFF2-40B4-BE49-F238E27FC236}">
                    <a16:creationId xmlns="" xmlns:a16="http://schemas.microsoft.com/office/drawing/2014/main" id="{8B2BDADB-B55B-43F0-BE3E-9D734CED09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9" name="Line 662">
                <a:extLst>
                  <a:ext uri="{FF2B5EF4-FFF2-40B4-BE49-F238E27FC236}">
                    <a16:creationId xmlns="" xmlns:a16="http://schemas.microsoft.com/office/drawing/2014/main" id="{8D6AB394-8FA9-4714-8CAB-D3D871CB63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9" name="Group 663">
              <a:extLst>
                <a:ext uri="{FF2B5EF4-FFF2-40B4-BE49-F238E27FC236}">
                  <a16:creationId xmlns="" xmlns:a16="http://schemas.microsoft.com/office/drawing/2014/main" id="{ED7FE4F5-C5DA-4134-9AC6-E09F9993A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46406" name="Oval 407">
                <a:extLst>
                  <a:ext uri="{FF2B5EF4-FFF2-40B4-BE49-F238E27FC236}">
                    <a16:creationId xmlns="" xmlns:a16="http://schemas.microsoft.com/office/drawing/2014/main" id="{8F88D48E-15E3-41B5-891D-A24E4A5E3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07" name="Rectangle 410">
                <a:extLst>
                  <a:ext uri="{FF2B5EF4-FFF2-40B4-BE49-F238E27FC236}">
                    <a16:creationId xmlns="" xmlns:a16="http://schemas.microsoft.com/office/drawing/2014/main" id="{D936C8A5-EEEF-44A4-99C4-7D4887126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08" name="Oval 411">
                <a:extLst>
                  <a:ext uri="{FF2B5EF4-FFF2-40B4-BE49-F238E27FC236}">
                    <a16:creationId xmlns="" xmlns:a16="http://schemas.microsoft.com/office/drawing/2014/main" id="{73B7296B-FA2F-46A2-A6C2-8F890D495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409" name="Group 667">
                <a:extLst>
                  <a:ext uri="{FF2B5EF4-FFF2-40B4-BE49-F238E27FC236}">
                    <a16:creationId xmlns="" xmlns:a16="http://schemas.microsoft.com/office/drawing/2014/main" id="{3B23F097-000E-4E14-92E5-6A3FBDA835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12" name="Freeform 668">
                  <a:extLst>
                    <a:ext uri="{FF2B5EF4-FFF2-40B4-BE49-F238E27FC236}">
                      <a16:creationId xmlns="" xmlns:a16="http://schemas.microsoft.com/office/drawing/2014/main" id="{7C53D6B3-C873-4E90-9CBE-CC7C2E608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13" name="Freeform 669">
                  <a:extLst>
                    <a:ext uri="{FF2B5EF4-FFF2-40B4-BE49-F238E27FC236}">
                      <a16:creationId xmlns="" xmlns:a16="http://schemas.microsoft.com/office/drawing/2014/main" id="{7057941F-8D49-4739-B886-4CC9CD2958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10" name="Line 670">
                <a:extLst>
                  <a:ext uri="{FF2B5EF4-FFF2-40B4-BE49-F238E27FC236}">
                    <a16:creationId xmlns="" xmlns:a16="http://schemas.microsoft.com/office/drawing/2014/main" id="{67A9FC89-6493-4720-B366-AACAFA3BAF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1" name="Line 671">
                <a:extLst>
                  <a:ext uri="{FF2B5EF4-FFF2-40B4-BE49-F238E27FC236}">
                    <a16:creationId xmlns="" xmlns:a16="http://schemas.microsoft.com/office/drawing/2014/main" id="{514E2A3F-F0AE-49C4-AF7E-E6A707B22A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0" name="Group 672">
              <a:extLst>
                <a:ext uri="{FF2B5EF4-FFF2-40B4-BE49-F238E27FC236}">
                  <a16:creationId xmlns="" xmlns:a16="http://schemas.microsoft.com/office/drawing/2014/main" id="{42AC9F9C-B98B-4C09-AA20-3B044A90C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46398" name="Oval 407">
                <a:extLst>
                  <a:ext uri="{FF2B5EF4-FFF2-40B4-BE49-F238E27FC236}">
                    <a16:creationId xmlns="" xmlns:a16="http://schemas.microsoft.com/office/drawing/2014/main" id="{262296BC-FBB4-427E-8AFB-69B5A979D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99" name="Rectangle 410">
                <a:extLst>
                  <a:ext uri="{FF2B5EF4-FFF2-40B4-BE49-F238E27FC236}">
                    <a16:creationId xmlns="" xmlns:a16="http://schemas.microsoft.com/office/drawing/2014/main" id="{2CFB7098-9C19-44AF-B1A8-78DCDA3E3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00" name="Oval 411">
                <a:extLst>
                  <a:ext uri="{FF2B5EF4-FFF2-40B4-BE49-F238E27FC236}">
                    <a16:creationId xmlns="" xmlns:a16="http://schemas.microsoft.com/office/drawing/2014/main" id="{4195A452-088B-4DC8-A309-69A6CB1FF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401" name="Group 676">
                <a:extLst>
                  <a:ext uri="{FF2B5EF4-FFF2-40B4-BE49-F238E27FC236}">
                    <a16:creationId xmlns="" xmlns:a16="http://schemas.microsoft.com/office/drawing/2014/main" id="{C3AE0732-B1F7-43A6-804C-7F2806A9E2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04" name="Freeform 677">
                  <a:extLst>
                    <a:ext uri="{FF2B5EF4-FFF2-40B4-BE49-F238E27FC236}">
                      <a16:creationId xmlns="" xmlns:a16="http://schemas.microsoft.com/office/drawing/2014/main" id="{00900765-4C85-463D-BE0B-5CB4E4CD48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05" name="Freeform 678">
                  <a:extLst>
                    <a:ext uri="{FF2B5EF4-FFF2-40B4-BE49-F238E27FC236}">
                      <a16:creationId xmlns="" xmlns:a16="http://schemas.microsoft.com/office/drawing/2014/main" id="{F45AB7A8-BE8C-40F5-AC12-F87BFE81D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02" name="Line 679">
                <a:extLst>
                  <a:ext uri="{FF2B5EF4-FFF2-40B4-BE49-F238E27FC236}">
                    <a16:creationId xmlns="" xmlns:a16="http://schemas.microsoft.com/office/drawing/2014/main" id="{4B9EC946-90B4-4F63-BF7D-DE83576566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3" name="Line 680">
                <a:extLst>
                  <a:ext uri="{FF2B5EF4-FFF2-40B4-BE49-F238E27FC236}">
                    <a16:creationId xmlns="" xmlns:a16="http://schemas.microsoft.com/office/drawing/2014/main" id="{CF72E186-9B7C-4962-8D56-C7DDE3C07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31" name="Line 681">
              <a:extLst>
                <a:ext uri="{FF2B5EF4-FFF2-40B4-BE49-F238E27FC236}">
                  <a16:creationId xmlns="" xmlns:a16="http://schemas.microsoft.com/office/drawing/2014/main" id="{762AF4AE-93B5-4B32-A975-6C08DED0C8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32" name="Group 682">
              <a:extLst>
                <a:ext uri="{FF2B5EF4-FFF2-40B4-BE49-F238E27FC236}">
                  <a16:creationId xmlns="" xmlns:a16="http://schemas.microsoft.com/office/drawing/2014/main" id="{23A8B198-96ED-4483-8267-066945ED6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46390" name="Oval 407">
                <a:extLst>
                  <a:ext uri="{FF2B5EF4-FFF2-40B4-BE49-F238E27FC236}">
                    <a16:creationId xmlns="" xmlns:a16="http://schemas.microsoft.com/office/drawing/2014/main" id="{25AA67D5-8927-45CF-9D60-E22948393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91" name="Rectangle 410">
                <a:extLst>
                  <a:ext uri="{FF2B5EF4-FFF2-40B4-BE49-F238E27FC236}">
                    <a16:creationId xmlns="" xmlns:a16="http://schemas.microsoft.com/office/drawing/2014/main" id="{6A26B5AF-036A-4A6F-A909-3C779F7B1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92" name="Oval 411">
                <a:extLst>
                  <a:ext uri="{FF2B5EF4-FFF2-40B4-BE49-F238E27FC236}">
                    <a16:creationId xmlns="" xmlns:a16="http://schemas.microsoft.com/office/drawing/2014/main" id="{EAE96B4C-DDFC-4C59-9229-0CA6C3142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393" name="Group 686">
                <a:extLst>
                  <a:ext uri="{FF2B5EF4-FFF2-40B4-BE49-F238E27FC236}">
                    <a16:creationId xmlns="" xmlns:a16="http://schemas.microsoft.com/office/drawing/2014/main" id="{92448E34-C41F-40BB-875F-42BDEBFCA5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96" name="Freeform 687">
                  <a:extLst>
                    <a:ext uri="{FF2B5EF4-FFF2-40B4-BE49-F238E27FC236}">
                      <a16:creationId xmlns="" xmlns:a16="http://schemas.microsoft.com/office/drawing/2014/main" id="{D4D748E2-F874-4C78-896B-1FE7509FA9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97" name="Freeform 688">
                  <a:extLst>
                    <a:ext uri="{FF2B5EF4-FFF2-40B4-BE49-F238E27FC236}">
                      <a16:creationId xmlns="" xmlns:a16="http://schemas.microsoft.com/office/drawing/2014/main" id="{85F34FB4-A51F-4431-A51B-3A0B2F05FA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94" name="Line 689">
                <a:extLst>
                  <a:ext uri="{FF2B5EF4-FFF2-40B4-BE49-F238E27FC236}">
                    <a16:creationId xmlns="" xmlns:a16="http://schemas.microsoft.com/office/drawing/2014/main" id="{3AF33051-D33F-4E82-8C91-2386E50FD2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5" name="Line 690">
                <a:extLst>
                  <a:ext uri="{FF2B5EF4-FFF2-40B4-BE49-F238E27FC236}">
                    <a16:creationId xmlns="" xmlns:a16="http://schemas.microsoft.com/office/drawing/2014/main" id="{2109AE0B-2BE9-4C08-B523-847FCE33B2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3" name="Group 691">
              <a:extLst>
                <a:ext uri="{FF2B5EF4-FFF2-40B4-BE49-F238E27FC236}">
                  <a16:creationId xmlns="" xmlns:a16="http://schemas.microsoft.com/office/drawing/2014/main" id="{4FDD9098-9A83-4CB7-B6A2-26DB886F73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46382" name="Oval 407">
                <a:extLst>
                  <a:ext uri="{FF2B5EF4-FFF2-40B4-BE49-F238E27FC236}">
                    <a16:creationId xmlns="" xmlns:a16="http://schemas.microsoft.com/office/drawing/2014/main" id="{17D1AE68-62C4-4707-BBF5-499062C76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83" name="Rectangle 410">
                <a:extLst>
                  <a:ext uri="{FF2B5EF4-FFF2-40B4-BE49-F238E27FC236}">
                    <a16:creationId xmlns="" xmlns:a16="http://schemas.microsoft.com/office/drawing/2014/main" id="{6CCB1018-DF61-4AE8-8600-05CB51389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84" name="Oval 411">
                <a:extLst>
                  <a:ext uri="{FF2B5EF4-FFF2-40B4-BE49-F238E27FC236}">
                    <a16:creationId xmlns="" xmlns:a16="http://schemas.microsoft.com/office/drawing/2014/main" id="{6F6931B5-F54D-4C94-8E63-9AFCB3B3C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385" name="Group 695">
                <a:extLst>
                  <a:ext uri="{FF2B5EF4-FFF2-40B4-BE49-F238E27FC236}">
                    <a16:creationId xmlns="" xmlns:a16="http://schemas.microsoft.com/office/drawing/2014/main" id="{0A19418D-30FF-4700-87BB-381788AF27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88" name="Freeform 696">
                  <a:extLst>
                    <a:ext uri="{FF2B5EF4-FFF2-40B4-BE49-F238E27FC236}">
                      <a16:creationId xmlns="" xmlns:a16="http://schemas.microsoft.com/office/drawing/2014/main" id="{DE7A2015-4879-46AF-99C4-68C18C14CD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89" name="Freeform 697">
                  <a:extLst>
                    <a:ext uri="{FF2B5EF4-FFF2-40B4-BE49-F238E27FC236}">
                      <a16:creationId xmlns="" xmlns:a16="http://schemas.microsoft.com/office/drawing/2014/main" id="{C2AD94BC-6178-412E-95AE-688DA43948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86" name="Line 698">
                <a:extLst>
                  <a:ext uri="{FF2B5EF4-FFF2-40B4-BE49-F238E27FC236}">
                    <a16:creationId xmlns="" xmlns:a16="http://schemas.microsoft.com/office/drawing/2014/main" id="{BCA48B5F-C437-474D-AF39-3BC60D1C5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7" name="Line 699">
                <a:extLst>
                  <a:ext uri="{FF2B5EF4-FFF2-40B4-BE49-F238E27FC236}">
                    <a16:creationId xmlns="" xmlns:a16="http://schemas.microsoft.com/office/drawing/2014/main" id="{DF4BB21A-D4F2-4DEE-A82D-935B66C519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4" name="Group 700">
              <a:extLst>
                <a:ext uri="{FF2B5EF4-FFF2-40B4-BE49-F238E27FC236}">
                  <a16:creationId xmlns="" xmlns:a16="http://schemas.microsoft.com/office/drawing/2014/main" id="{4DC0C49D-7B38-41E6-833C-7867ED3D60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46374" name="Oval 407">
                <a:extLst>
                  <a:ext uri="{FF2B5EF4-FFF2-40B4-BE49-F238E27FC236}">
                    <a16:creationId xmlns="" xmlns:a16="http://schemas.microsoft.com/office/drawing/2014/main" id="{AC543BB6-29DB-4623-891C-138C1F124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75" name="Rectangle 410">
                <a:extLst>
                  <a:ext uri="{FF2B5EF4-FFF2-40B4-BE49-F238E27FC236}">
                    <a16:creationId xmlns="" xmlns:a16="http://schemas.microsoft.com/office/drawing/2014/main" id="{565A899F-04A8-447A-8DD0-BF71D45FE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76" name="Oval 411">
                <a:extLst>
                  <a:ext uri="{FF2B5EF4-FFF2-40B4-BE49-F238E27FC236}">
                    <a16:creationId xmlns="" xmlns:a16="http://schemas.microsoft.com/office/drawing/2014/main" id="{1628ABEB-A91C-4302-A317-68D178E0F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377" name="Group 704">
                <a:extLst>
                  <a:ext uri="{FF2B5EF4-FFF2-40B4-BE49-F238E27FC236}">
                    <a16:creationId xmlns="" xmlns:a16="http://schemas.microsoft.com/office/drawing/2014/main" id="{C3688396-F475-4CA3-8259-2D343164AE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80" name="Freeform 705">
                  <a:extLst>
                    <a:ext uri="{FF2B5EF4-FFF2-40B4-BE49-F238E27FC236}">
                      <a16:creationId xmlns="" xmlns:a16="http://schemas.microsoft.com/office/drawing/2014/main" id="{15FD36B6-F3D4-4EEC-9DDC-B6973A8B2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81" name="Freeform 706">
                  <a:extLst>
                    <a:ext uri="{FF2B5EF4-FFF2-40B4-BE49-F238E27FC236}">
                      <a16:creationId xmlns="" xmlns:a16="http://schemas.microsoft.com/office/drawing/2014/main" id="{41CBA18B-8541-4E58-AB1E-45F381129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78" name="Line 707">
                <a:extLst>
                  <a:ext uri="{FF2B5EF4-FFF2-40B4-BE49-F238E27FC236}">
                    <a16:creationId xmlns="" xmlns:a16="http://schemas.microsoft.com/office/drawing/2014/main" id="{BC29EC1E-D62D-431B-8B60-B73EB4509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9" name="Line 708">
                <a:extLst>
                  <a:ext uri="{FF2B5EF4-FFF2-40B4-BE49-F238E27FC236}">
                    <a16:creationId xmlns="" xmlns:a16="http://schemas.microsoft.com/office/drawing/2014/main" id="{E2C97252-AE4E-41DD-9467-D10BEECA19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5" name="Group 709">
              <a:extLst>
                <a:ext uri="{FF2B5EF4-FFF2-40B4-BE49-F238E27FC236}">
                  <a16:creationId xmlns="" xmlns:a16="http://schemas.microsoft.com/office/drawing/2014/main" id="{321F5BCC-0441-4C06-9EDC-9C82BF6F9F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46366" name="Oval 407">
                <a:extLst>
                  <a:ext uri="{FF2B5EF4-FFF2-40B4-BE49-F238E27FC236}">
                    <a16:creationId xmlns="" xmlns:a16="http://schemas.microsoft.com/office/drawing/2014/main" id="{755696D6-369A-40F2-AE0C-55D14F012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67" name="Rectangle 410">
                <a:extLst>
                  <a:ext uri="{FF2B5EF4-FFF2-40B4-BE49-F238E27FC236}">
                    <a16:creationId xmlns="" xmlns:a16="http://schemas.microsoft.com/office/drawing/2014/main" id="{87FFC4E2-7FEF-4EB9-AAAC-AF7BB355D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68" name="Oval 411">
                <a:extLst>
                  <a:ext uri="{FF2B5EF4-FFF2-40B4-BE49-F238E27FC236}">
                    <a16:creationId xmlns="" xmlns:a16="http://schemas.microsoft.com/office/drawing/2014/main" id="{5D317A62-5CCE-4BA9-8E90-F8E39B25C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369" name="Group 713">
                <a:extLst>
                  <a:ext uri="{FF2B5EF4-FFF2-40B4-BE49-F238E27FC236}">
                    <a16:creationId xmlns="" xmlns:a16="http://schemas.microsoft.com/office/drawing/2014/main" id="{6E557BD5-97C2-4A57-8EAC-B5A6375023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72" name="Freeform 714">
                  <a:extLst>
                    <a:ext uri="{FF2B5EF4-FFF2-40B4-BE49-F238E27FC236}">
                      <a16:creationId xmlns="" xmlns:a16="http://schemas.microsoft.com/office/drawing/2014/main" id="{54C3ADAD-0B82-410D-B59F-C36718F5C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73" name="Freeform 715">
                  <a:extLst>
                    <a:ext uri="{FF2B5EF4-FFF2-40B4-BE49-F238E27FC236}">
                      <a16:creationId xmlns="" xmlns:a16="http://schemas.microsoft.com/office/drawing/2014/main" id="{D871C003-01A3-4DA4-BED5-20E3FC7DAE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70" name="Line 716">
                <a:extLst>
                  <a:ext uri="{FF2B5EF4-FFF2-40B4-BE49-F238E27FC236}">
                    <a16:creationId xmlns="" xmlns:a16="http://schemas.microsoft.com/office/drawing/2014/main" id="{46FA42D9-ED8E-4EA6-B7FF-967E5398E2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1" name="Line 717">
                <a:extLst>
                  <a:ext uri="{FF2B5EF4-FFF2-40B4-BE49-F238E27FC236}">
                    <a16:creationId xmlns="" xmlns:a16="http://schemas.microsoft.com/office/drawing/2014/main" id="{C2579B8F-4761-4109-9980-90094B56D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6" name="Group 718">
              <a:extLst>
                <a:ext uri="{FF2B5EF4-FFF2-40B4-BE49-F238E27FC236}">
                  <a16:creationId xmlns="" xmlns:a16="http://schemas.microsoft.com/office/drawing/2014/main" id="{3309158B-C105-419A-BD47-D332C7950E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46358" name="Oval 407">
                <a:extLst>
                  <a:ext uri="{FF2B5EF4-FFF2-40B4-BE49-F238E27FC236}">
                    <a16:creationId xmlns="" xmlns:a16="http://schemas.microsoft.com/office/drawing/2014/main" id="{A03E149B-2A77-4151-A93C-494FBDD77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59" name="Rectangle 410">
                <a:extLst>
                  <a:ext uri="{FF2B5EF4-FFF2-40B4-BE49-F238E27FC236}">
                    <a16:creationId xmlns="" xmlns:a16="http://schemas.microsoft.com/office/drawing/2014/main" id="{59846A28-A2EC-43D9-89A0-9462B36F3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60" name="Oval 411">
                <a:extLst>
                  <a:ext uri="{FF2B5EF4-FFF2-40B4-BE49-F238E27FC236}">
                    <a16:creationId xmlns="" xmlns:a16="http://schemas.microsoft.com/office/drawing/2014/main" id="{9146DE04-923D-4977-BDAD-CD1C3E3B7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361" name="Group 722">
                <a:extLst>
                  <a:ext uri="{FF2B5EF4-FFF2-40B4-BE49-F238E27FC236}">
                    <a16:creationId xmlns="" xmlns:a16="http://schemas.microsoft.com/office/drawing/2014/main" id="{BB85E944-2CE9-4C39-9F22-F2471886BD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64" name="Freeform 723">
                  <a:extLst>
                    <a:ext uri="{FF2B5EF4-FFF2-40B4-BE49-F238E27FC236}">
                      <a16:creationId xmlns="" xmlns:a16="http://schemas.microsoft.com/office/drawing/2014/main" id="{022254C1-1E77-47F6-922C-77BCD6C11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65" name="Freeform 724">
                  <a:extLst>
                    <a:ext uri="{FF2B5EF4-FFF2-40B4-BE49-F238E27FC236}">
                      <a16:creationId xmlns="" xmlns:a16="http://schemas.microsoft.com/office/drawing/2014/main" id="{10B4E2BF-345A-428A-9BA7-5B6931B697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62" name="Line 725">
                <a:extLst>
                  <a:ext uri="{FF2B5EF4-FFF2-40B4-BE49-F238E27FC236}">
                    <a16:creationId xmlns="" xmlns:a16="http://schemas.microsoft.com/office/drawing/2014/main" id="{90803F78-5EE3-4FF4-BF3F-D33BF8934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3" name="Line 726">
                <a:extLst>
                  <a:ext uri="{FF2B5EF4-FFF2-40B4-BE49-F238E27FC236}">
                    <a16:creationId xmlns="" xmlns:a16="http://schemas.microsoft.com/office/drawing/2014/main" id="{62A84A31-7055-46C1-8521-BA7B7FDC3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7" name="Group 727">
              <a:extLst>
                <a:ext uri="{FF2B5EF4-FFF2-40B4-BE49-F238E27FC236}">
                  <a16:creationId xmlns="" xmlns:a16="http://schemas.microsoft.com/office/drawing/2014/main" id="{D54BDAAD-CAD6-4132-B532-ADD489DD30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46350" name="Oval 407">
                <a:extLst>
                  <a:ext uri="{FF2B5EF4-FFF2-40B4-BE49-F238E27FC236}">
                    <a16:creationId xmlns="" xmlns:a16="http://schemas.microsoft.com/office/drawing/2014/main" id="{06EDEB71-96F4-4F0D-8AAC-E94B962F5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51" name="Rectangle 410">
                <a:extLst>
                  <a:ext uri="{FF2B5EF4-FFF2-40B4-BE49-F238E27FC236}">
                    <a16:creationId xmlns="" xmlns:a16="http://schemas.microsoft.com/office/drawing/2014/main" id="{6D7B8F0B-EB67-480E-AA89-73CBC8C66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52" name="Oval 411">
                <a:extLst>
                  <a:ext uri="{FF2B5EF4-FFF2-40B4-BE49-F238E27FC236}">
                    <a16:creationId xmlns="" xmlns:a16="http://schemas.microsoft.com/office/drawing/2014/main" id="{D3089618-5C16-457B-902D-0EB551FF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6353" name="Group 731">
                <a:extLst>
                  <a:ext uri="{FF2B5EF4-FFF2-40B4-BE49-F238E27FC236}">
                    <a16:creationId xmlns="" xmlns:a16="http://schemas.microsoft.com/office/drawing/2014/main" id="{751D895F-02B5-4376-B7B7-3875A951C4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56" name="Freeform 732">
                  <a:extLst>
                    <a:ext uri="{FF2B5EF4-FFF2-40B4-BE49-F238E27FC236}">
                      <a16:creationId xmlns="" xmlns:a16="http://schemas.microsoft.com/office/drawing/2014/main" id="{1788379C-105A-4FDF-9819-B88A74BE15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57" name="Freeform 733">
                  <a:extLst>
                    <a:ext uri="{FF2B5EF4-FFF2-40B4-BE49-F238E27FC236}">
                      <a16:creationId xmlns="" xmlns:a16="http://schemas.microsoft.com/office/drawing/2014/main" id="{C586F07F-4D01-4D33-91B8-D0D229A34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54" name="Line 734">
                <a:extLst>
                  <a:ext uri="{FF2B5EF4-FFF2-40B4-BE49-F238E27FC236}">
                    <a16:creationId xmlns="" xmlns:a16="http://schemas.microsoft.com/office/drawing/2014/main" id="{7C102477-90C2-440D-B43E-386F1BD4F9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5" name="Line 735">
                <a:extLst>
                  <a:ext uri="{FF2B5EF4-FFF2-40B4-BE49-F238E27FC236}">
                    <a16:creationId xmlns="" xmlns:a16="http://schemas.microsoft.com/office/drawing/2014/main" id="{D5C8B9EC-CC7E-4FD0-BF2A-84C945AE66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8" name="Group 736">
              <a:extLst>
                <a:ext uri="{FF2B5EF4-FFF2-40B4-BE49-F238E27FC236}">
                  <a16:creationId xmlns="" xmlns:a16="http://schemas.microsoft.com/office/drawing/2014/main" id="{654C5C7C-6026-41BB-8360-A0DE1CC601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46336" name="Group 737">
                <a:extLst>
                  <a:ext uri="{FF2B5EF4-FFF2-40B4-BE49-F238E27FC236}">
                    <a16:creationId xmlns="" xmlns:a16="http://schemas.microsoft.com/office/drawing/2014/main" id="{D581F82A-F370-4655-98B9-727E1189D3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6338" name="Freeform 738">
                  <a:extLst>
                    <a:ext uri="{FF2B5EF4-FFF2-40B4-BE49-F238E27FC236}">
                      <a16:creationId xmlns="" xmlns:a16="http://schemas.microsoft.com/office/drawing/2014/main" id="{5D091945-23F0-48CD-8099-54794FC9DE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9" name="Freeform 739">
                  <a:extLst>
                    <a:ext uri="{FF2B5EF4-FFF2-40B4-BE49-F238E27FC236}">
                      <a16:creationId xmlns="" xmlns:a16="http://schemas.microsoft.com/office/drawing/2014/main" id="{E2CE766C-761B-49C2-8B5E-E5C68F07E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0" name="Freeform 740">
                  <a:extLst>
                    <a:ext uri="{FF2B5EF4-FFF2-40B4-BE49-F238E27FC236}">
                      <a16:creationId xmlns="" xmlns:a16="http://schemas.microsoft.com/office/drawing/2014/main" id="{C14E4307-D6D0-40F4-888F-858EE4055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1" name="Freeform 741">
                  <a:extLst>
                    <a:ext uri="{FF2B5EF4-FFF2-40B4-BE49-F238E27FC236}">
                      <a16:creationId xmlns="" xmlns:a16="http://schemas.microsoft.com/office/drawing/2014/main" id="{219DB6AF-59D5-40FE-8F57-2489162820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2" name="Freeform 742">
                  <a:extLst>
                    <a:ext uri="{FF2B5EF4-FFF2-40B4-BE49-F238E27FC236}">
                      <a16:creationId xmlns="" xmlns:a16="http://schemas.microsoft.com/office/drawing/2014/main" id="{ABA551C9-41BB-42A8-B7AD-C0F0C7E56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3" name="Freeform 743">
                  <a:extLst>
                    <a:ext uri="{FF2B5EF4-FFF2-40B4-BE49-F238E27FC236}">
                      <a16:creationId xmlns="" xmlns:a16="http://schemas.microsoft.com/office/drawing/2014/main" id="{3E37FB87-186C-41AB-8B25-A4D900D71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4" name="Freeform 744">
                  <a:extLst>
                    <a:ext uri="{FF2B5EF4-FFF2-40B4-BE49-F238E27FC236}">
                      <a16:creationId xmlns="" xmlns:a16="http://schemas.microsoft.com/office/drawing/2014/main" id="{5C26D118-AC4B-49D7-8F38-9B0E186CD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5" name="Freeform 745">
                  <a:extLst>
                    <a:ext uri="{FF2B5EF4-FFF2-40B4-BE49-F238E27FC236}">
                      <a16:creationId xmlns="" xmlns:a16="http://schemas.microsoft.com/office/drawing/2014/main" id="{F6D28DEC-B9FD-460B-94BB-8ECC36CA5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6" name="Freeform 746">
                  <a:extLst>
                    <a:ext uri="{FF2B5EF4-FFF2-40B4-BE49-F238E27FC236}">
                      <a16:creationId xmlns="" xmlns:a16="http://schemas.microsoft.com/office/drawing/2014/main" id="{29FBAA63-E42D-4601-A38F-B1DB35A780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7" name="Freeform 747">
                  <a:extLst>
                    <a:ext uri="{FF2B5EF4-FFF2-40B4-BE49-F238E27FC236}">
                      <a16:creationId xmlns="" xmlns:a16="http://schemas.microsoft.com/office/drawing/2014/main" id="{230DD406-61CE-4368-9DF9-A4E046201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8" name="Freeform 748">
                  <a:extLst>
                    <a:ext uri="{FF2B5EF4-FFF2-40B4-BE49-F238E27FC236}">
                      <a16:creationId xmlns="" xmlns:a16="http://schemas.microsoft.com/office/drawing/2014/main" id="{AF0E4C3F-3B21-4C12-AC82-7A502B80C8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9" name="Freeform 749">
                  <a:extLst>
                    <a:ext uri="{FF2B5EF4-FFF2-40B4-BE49-F238E27FC236}">
                      <a16:creationId xmlns="" xmlns:a16="http://schemas.microsoft.com/office/drawing/2014/main" id="{2DE085F0-0FC5-4008-8FFE-E8BBE2CF1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6337" name="Picture 750" descr="access_point_stylized_gray_small">
                <a:extLst>
                  <a:ext uri="{FF2B5EF4-FFF2-40B4-BE49-F238E27FC236}">
                    <a16:creationId xmlns="" xmlns:a16="http://schemas.microsoft.com/office/drawing/2014/main" id="{A5111A61-5498-4A04-88CC-5414351AC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39" name="Group 751">
              <a:extLst>
                <a:ext uri="{FF2B5EF4-FFF2-40B4-BE49-F238E27FC236}">
                  <a16:creationId xmlns="" xmlns:a16="http://schemas.microsoft.com/office/drawing/2014/main" id="{62133B2F-4767-4399-AE48-73224B5CAA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46322" name="Group 752">
                <a:extLst>
                  <a:ext uri="{FF2B5EF4-FFF2-40B4-BE49-F238E27FC236}">
                    <a16:creationId xmlns="" xmlns:a16="http://schemas.microsoft.com/office/drawing/2014/main" id="{EBC58639-7B4E-4088-811F-B649AC82C9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6324" name="Freeform 753">
                  <a:extLst>
                    <a:ext uri="{FF2B5EF4-FFF2-40B4-BE49-F238E27FC236}">
                      <a16:creationId xmlns="" xmlns:a16="http://schemas.microsoft.com/office/drawing/2014/main" id="{560F3732-6415-4567-BE3C-2B89A2F8C2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5" name="Freeform 754">
                  <a:extLst>
                    <a:ext uri="{FF2B5EF4-FFF2-40B4-BE49-F238E27FC236}">
                      <a16:creationId xmlns="" xmlns:a16="http://schemas.microsoft.com/office/drawing/2014/main" id="{8CB4BC5C-5F32-4C22-9B34-4250BF135F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6" name="Freeform 755">
                  <a:extLst>
                    <a:ext uri="{FF2B5EF4-FFF2-40B4-BE49-F238E27FC236}">
                      <a16:creationId xmlns="" xmlns:a16="http://schemas.microsoft.com/office/drawing/2014/main" id="{77E44DAA-EAC1-4F58-822E-E58213F407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7" name="Freeform 756">
                  <a:extLst>
                    <a:ext uri="{FF2B5EF4-FFF2-40B4-BE49-F238E27FC236}">
                      <a16:creationId xmlns="" xmlns:a16="http://schemas.microsoft.com/office/drawing/2014/main" id="{B26C7EC0-00AE-406B-AABD-748A0890B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8" name="Freeform 757">
                  <a:extLst>
                    <a:ext uri="{FF2B5EF4-FFF2-40B4-BE49-F238E27FC236}">
                      <a16:creationId xmlns="" xmlns:a16="http://schemas.microsoft.com/office/drawing/2014/main" id="{FAB452AB-60FA-4957-A26B-21BA897264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9" name="Freeform 758">
                  <a:extLst>
                    <a:ext uri="{FF2B5EF4-FFF2-40B4-BE49-F238E27FC236}">
                      <a16:creationId xmlns="" xmlns:a16="http://schemas.microsoft.com/office/drawing/2014/main" id="{75FAFF92-A252-44E6-9DEE-111E369D2E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0" name="Freeform 759">
                  <a:extLst>
                    <a:ext uri="{FF2B5EF4-FFF2-40B4-BE49-F238E27FC236}">
                      <a16:creationId xmlns="" xmlns:a16="http://schemas.microsoft.com/office/drawing/2014/main" id="{73FEC35C-BB2A-4548-AF7D-7264E70AD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1" name="Freeform 760">
                  <a:extLst>
                    <a:ext uri="{FF2B5EF4-FFF2-40B4-BE49-F238E27FC236}">
                      <a16:creationId xmlns="" xmlns:a16="http://schemas.microsoft.com/office/drawing/2014/main" id="{797B6234-C203-49F0-87DF-3E5201CC4E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2" name="Freeform 761">
                  <a:extLst>
                    <a:ext uri="{FF2B5EF4-FFF2-40B4-BE49-F238E27FC236}">
                      <a16:creationId xmlns="" xmlns:a16="http://schemas.microsoft.com/office/drawing/2014/main" id="{AD2B4FB8-8E35-419D-86A3-CC8419A3C0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3" name="Freeform 762">
                  <a:extLst>
                    <a:ext uri="{FF2B5EF4-FFF2-40B4-BE49-F238E27FC236}">
                      <a16:creationId xmlns="" xmlns:a16="http://schemas.microsoft.com/office/drawing/2014/main" id="{BC8774F0-C6FA-4FAE-B93E-DF020E8755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4" name="Freeform 763">
                  <a:extLst>
                    <a:ext uri="{FF2B5EF4-FFF2-40B4-BE49-F238E27FC236}">
                      <a16:creationId xmlns="" xmlns:a16="http://schemas.microsoft.com/office/drawing/2014/main" id="{F0EB71AC-9D44-408E-ACC2-AA870EDF5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5" name="Freeform 764">
                  <a:extLst>
                    <a:ext uri="{FF2B5EF4-FFF2-40B4-BE49-F238E27FC236}">
                      <a16:creationId xmlns="" xmlns:a16="http://schemas.microsoft.com/office/drawing/2014/main" id="{DCC7E1B2-E902-4B60-8F9B-2A2A0C10CB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6323" name="Picture 765" descr="access_point_stylized_gray_small">
                <a:extLst>
                  <a:ext uri="{FF2B5EF4-FFF2-40B4-BE49-F238E27FC236}">
                    <a16:creationId xmlns="" xmlns:a16="http://schemas.microsoft.com/office/drawing/2014/main" id="{BBDAEE3B-48E1-4476-A2BE-ED4A61CD9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6140" name="Line 766">
              <a:extLst>
                <a:ext uri="{FF2B5EF4-FFF2-40B4-BE49-F238E27FC236}">
                  <a16:creationId xmlns="" xmlns:a16="http://schemas.microsoft.com/office/drawing/2014/main" id="{82628A86-82D4-4652-91C7-D56ABA80712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6141" name="Group 767">
              <a:extLst>
                <a:ext uri="{FF2B5EF4-FFF2-40B4-BE49-F238E27FC236}">
                  <a16:creationId xmlns="" xmlns:a16="http://schemas.microsoft.com/office/drawing/2014/main" id="{3044AB39-236C-422E-A4F7-13CBE0E437D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46320" name="Picture 768" descr="desktop_computer_stylized_medium">
                <a:extLst>
                  <a:ext uri="{FF2B5EF4-FFF2-40B4-BE49-F238E27FC236}">
                    <a16:creationId xmlns="" xmlns:a16="http://schemas.microsoft.com/office/drawing/2014/main" id="{7F3B7887-B259-436C-86F6-3DEB3906F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321" name="Freeform 769">
                <a:extLst>
                  <a:ext uri="{FF2B5EF4-FFF2-40B4-BE49-F238E27FC236}">
                    <a16:creationId xmlns="" xmlns:a16="http://schemas.microsoft.com/office/drawing/2014/main" id="{4CF01637-EBDC-4603-A738-FD3AF4331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6142" name="Group 770">
              <a:extLst>
                <a:ext uri="{FF2B5EF4-FFF2-40B4-BE49-F238E27FC236}">
                  <a16:creationId xmlns="" xmlns:a16="http://schemas.microsoft.com/office/drawing/2014/main" id="{2AF426B3-D857-45F0-8207-BD4CC9F7B3A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46318" name="Picture 771" descr="desktop_computer_stylized_medium">
                <a:extLst>
                  <a:ext uri="{FF2B5EF4-FFF2-40B4-BE49-F238E27FC236}">
                    <a16:creationId xmlns="" xmlns:a16="http://schemas.microsoft.com/office/drawing/2014/main" id="{3531AC20-1371-43B6-A0CF-BC309A42B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319" name="Freeform 772">
                <a:extLst>
                  <a:ext uri="{FF2B5EF4-FFF2-40B4-BE49-F238E27FC236}">
                    <a16:creationId xmlns="" xmlns:a16="http://schemas.microsoft.com/office/drawing/2014/main" id="{47DBA319-3EAA-42D9-B83C-93640386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6143" name="Group 773">
              <a:extLst>
                <a:ext uri="{FF2B5EF4-FFF2-40B4-BE49-F238E27FC236}">
                  <a16:creationId xmlns="" xmlns:a16="http://schemas.microsoft.com/office/drawing/2014/main" id="{57D96867-D7FF-4766-85AF-E5FCEAC9ADC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46316" name="Picture 774" descr="desktop_computer_stylized_medium">
                <a:extLst>
                  <a:ext uri="{FF2B5EF4-FFF2-40B4-BE49-F238E27FC236}">
                    <a16:creationId xmlns="" xmlns:a16="http://schemas.microsoft.com/office/drawing/2014/main" id="{08B8981E-9ED2-4C09-831F-F86353E64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317" name="Freeform 775">
                <a:extLst>
                  <a:ext uri="{FF2B5EF4-FFF2-40B4-BE49-F238E27FC236}">
                    <a16:creationId xmlns="" xmlns:a16="http://schemas.microsoft.com/office/drawing/2014/main" id="{A45ECA46-DCBE-4601-B855-5D113EE7E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6144" name="Group 776">
              <a:extLst>
                <a:ext uri="{FF2B5EF4-FFF2-40B4-BE49-F238E27FC236}">
                  <a16:creationId xmlns="" xmlns:a16="http://schemas.microsoft.com/office/drawing/2014/main" id="{E0CF83C2-A8E1-4E80-A72C-F3C24DA663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46314" name="Picture 777" descr="desktop_computer_stylized_medium">
                <a:extLst>
                  <a:ext uri="{FF2B5EF4-FFF2-40B4-BE49-F238E27FC236}">
                    <a16:creationId xmlns="" xmlns:a16="http://schemas.microsoft.com/office/drawing/2014/main" id="{6F207819-18FD-442C-B34F-301BA74CE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315" name="Freeform 778">
                <a:extLst>
                  <a:ext uri="{FF2B5EF4-FFF2-40B4-BE49-F238E27FC236}">
                    <a16:creationId xmlns="" xmlns:a16="http://schemas.microsoft.com/office/drawing/2014/main" id="{98E727C8-6E04-45BE-BF2D-BDBD1FA42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6145" name="Picture 779" descr="car_icon_small">
              <a:extLst>
                <a:ext uri="{FF2B5EF4-FFF2-40B4-BE49-F238E27FC236}">
                  <a16:creationId xmlns="" xmlns:a16="http://schemas.microsoft.com/office/drawing/2014/main" id="{8009C4E8-FBE3-4E37-896F-5B2AF5ACF2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6146" name="Group 780">
              <a:extLst>
                <a:ext uri="{FF2B5EF4-FFF2-40B4-BE49-F238E27FC236}">
                  <a16:creationId xmlns="" xmlns:a16="http://schemas.microsoft.com/office/drawing/2014/main" id="{64691C46-ECEA-43CF-B253-94F7375B88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46312" name="Picture 781" descr="iphone_stylized_small">
                <a:extLst>
                  <a:ext uri="{FF2B5EF4-FFF2-40B4-BE49-F238E27FC236}">
                    <a16:creationId xmlns="" xmlns:a16="http://schemas.microsoft.com/office/drawing/2014/main" id="{46A120BA-5D8C-47C7-9508-16D9A420E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313" name="Picture 782" descr="antenna_radiation_stylized">
                <a:extLst>
                  <a:ext uri="{FF2B5EF4-FFF2-40B4-BE49-F238E27FC236}">
                    <a16:creationId xmlns="" xmlns:a16="http://schemas.microsoft.com/office/drawing/2014/main" id="{41A450AA-5FA4-4BDC-BDE7-398698CB4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47" name="Group 783">
              <a:extLst>
                <a:ext uri="{FF2B5EF4-FFF2-40B4-BE49-F238E27FC236}">
                  <a16:creationId xmlns="" xmlns:a16="http://schemas.microsoft.com/office/drawing/2014/main" id="{5794C774-1301-4ADA-A1D8-E82E4B8A29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46280" name="Freeform 784">
                <a:extLst>
                  <a:ext uri="{FF2B5EF4-FFF2-40B4-BE49-F238E27FC236}">
                    <a16:creationId xmlns="" xmlns:a16="http://schemas.microsoft.com/office/drawing/2014/main" id="{6199D836-60F2-4697-820A-CA6A71D79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1" name="Rectangle 785">
                <a:extLst>
                  <a:ext uri="{FF2B5EF4-FFF2-40B4-BE49-F238E27FC236}">
                    <a16:creationId xmlns="" xmlns:a16="http://schemas.microsoft.com/office/drawing/2014/main" id="{5C1D896C-197D-4EC6-9277-AF391032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82" name="Freeform 786">
                <a:extLst>
                  <a:ext uri="{FF2B5EF4-FFF2-40B4-BE49-F238E27FC236}">
                    <a16:creationId xmlns="" xmlns:a16="http://schemas.microsoft.com/office/drawing/2014/main" id="{FBE51AB3-32AD-41BC-A4E6-9A16A54E4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3" name="Freeform 787">
                <a:extLst>
                  <a:ext uri="{FF2B5EF4-FFF2-40B4-BE49-F238E27FC236}">
                    <a16:creationId xmlns="" xmlns:a16="http://schemas.microsoft.com/office/drawing/2014/main" id="{6ECA3432-C784-470E-8CA0-B3FF5EEBE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Rectangle 788">
                <a:extLst>
                  <a:ext uri="{FF2B5EF4-FFF2-40B4-BE49-F238E27FC236}">
                    <a16:creationId xmlns="" xmlns:a16="http://schemas.microsoft.com/office/drawing/2014/main" id="{19F95B29-B7DC-4A6A-930F-E7253A0C1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85" name="Group 789">
                <a:extLst>
                  <a:ext uri="{FF2B5EF4-FFF2-40B4-BE49-F238E27FC236}">
                    <a16:creationId xmlns="" xmlns:a16="http://schemas.microsoft.com/office/drawing/2014/main" id="{69FADB0A-A572-4E9F-AB7C-F4ADF9F364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6310" name="AutoShape 790">
                  <a:extLst>
                    <a:ext uri="{FF2B5EF4-FFF2-40B4-BE49-F238E27FC236}">
                      <a16:creationId xmlns="" xmlns:a16="http://schemas.microsoft.com/office/drawing/2014/main" id="{A3642B9B-26E1-4839-AE69-AECB22E131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311" name="AutoShape 791">
                  <a:extLst>
                    <a:ext uri="{FF2B5EF4-FFF2-40B4-BE49-F238E27FC236}">
                      <a16:creationId xmlns="" xmlns:a16="http://schemas.microsoft.com/office/drawing/2014/main" id="{520FFA60-F8E8-4E87-AF5B-AB30F1419C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86" name="Rectangle 792">
                <a:extLst>
                  <a:ext uri="{FF2B5EF4-FFF2-40B4-BE49-F238E27FC236}">
                    <a16:creationId xmlns="" xmlns:a16="http://schemas.microsoft.com/office/drawing/2014/main" id="{BDB25835-6276-432F-9327-CEC7D7214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87" name="Group 793">
                <a:extLst>
                  <a:ext uri="{FF2B5EF4-FFF2-40B4-BE49-F238E27FC236}">
                    <a16:creationId xmlns="" xmlns:a16="http://schemas.microsoft.com/office/drawing/2014/main" id="{268CB607-F8D2-4600-80A0-FDC508D850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6308" name="AutoShape 794">
                  <a:extLst>
                    <a:ext uri="{FF2B5EF4-FFF2-40B4-BE49-F238E27FC236}">
                      <a16:creationId xmlns="" xmlns:a16="http://schemas.microsoft.com/office/drawing/2014/main" id="{C9482539-9663-4254-A317-64C098D47D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309" name="AutoShape 795">
                  <a:extLst>
                    <a:ext uri="{FF2B5EF4-FFF2-40B4-BE49-F238E27FC236}">
                      <a16:creationId xmlns="" xmlns:a16="http://schemas.microsoft.com/office/drawing/2014/main" id="{BD9D21AB-0C95-468F-BBD9-CAC731779D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88" name="Rectangle 796">
                <a:extLst>
                  <a:ext uri="{FF2B5EF4-FFF2-40B4-BE49-F238E27FC236}">
                    <a16:creationId xmlns="" xmlns:a16="http://schemas.microsoft.com/office/drawing/2014/main" id="{C0D97B97-BE0E-42A4-A3C9-0A017E6A8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89" name="Rectangle 797">
                <a:extLst>
                  <a:ext uri="{FF2B5EF4-FFF2-40B4-BE49-F238E27FC236}">
                    <a16:creationId xmlns="" xmlns:a16="http://schemas.microsoft.com/office/drawing/2014/main" id="{ED86B5D7-F7BD-4336-B814-8734727AD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90" name="Group 798">
                <a:extLst>
                  <a:ext uri="{FF2B5EF4-FFF2-40B4-BE49-F238E27FC236}">
                    <a16:creationId xmlns="" xmlns:a16="http://schemas.microsoft.com/office/drawing/2014/main" id="{6DC19F97-2199-4433-AD4E-2D931CE71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306" name="AutoShape 799">
                  <a:extLst>
                    <a:ext uri="{FF2B5EF4-FFF2-40B4-BE49-F238E27FC236}">
                      <a16:creationId xmlns="" xmlns:a16="http://schemas.microsoft.com/office/drawing/2014/main" id="{971803D0-5593-48D9-8855-94A129591A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307" name="AutoShape 800">
                  <a:extLst>
                    <a:ext uri="{FF2B5EF4-FFF2-40B4-BE49-F238E27FC236}">
                      <a16:creationId xmlns="" xmlns:a16="http://schemas.microsoft.com/office/drawing/2014/main" id="{12A000E3-574D-47DC-AD85-72EB18F092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91" name="Freeform 801">
                <a:extLst>
                  <a:ext uri="{FF2B5EF4-FFF2-40B4-BE49-F238E27FC236}">
                    <a16:creationId xmlns="" xmlns:a16="http://schemas.microsoft.com/office/drawing/2014/main" id="{8383A1D2-7148-49A9-BB36-F049AA9E4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292" name="Group 802">
                <a:extLst>
                  <a:ext uri="{FF2B5EF4-FFF2-40B4-BE49-F238E27FC236}">
                    <a16:creationId xmlns="" xmlns:a16="http://schemas.microsoft.com/office/drawing/2014/main" id="{CCC8E479-95E5-41DB-A053-9C49EEB358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6304" name="AutoShape 803">
                  <a:extLst>
                    <a:ext uri="{FF2B5EF4-FFF2-40B4-BE49-F238E27FC236}">
                      <a16:creationId xmlns="" xmlns:a16="http://schemas.microsoft.com/office/drawing/2014/main" id="{EE1FFD90-BC58-4B8E-B27E-5AC61716B2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305" name="AutoShape 804">
                  <a:extLst>
                    <a:ext uri="{FF2B5EF4-FFF2-40B4-BE49-F238E27FC236}">
                      <a16:creationId xmlns="" xmlns:a16="http://schemas.microsoft.com/office/drawing/2014/main" id="{0B5B248A-C7C4-49AD-811F-65D13BFC54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93" name="Rectangle 805">
                <a:extLst>
                  <a:ext uri="{FF2B5EF4-FFF2-40B4-BE49-F238E27FC236}">
                    <a16:creationId xmlns="" xmlns:a16="http://schemas.microsoft.com/office/drawing/2014/main" id="{F106C082-E466-4FC7-B061-3202B7CB4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94" name="Freeform 806">
                <a:extLst>
                  <a:ext uri="{FF2B5EF4-FFF2-40B4-BE49-F238E27FC236}">
                    <a16:creationId xmlns="" xmlns:a16="http://schemas.microsoft.com/office/drawing/2014/main" id="{675B6DE0-A32C-4A01-BC6D-D0ACA8582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807">
                <a:extLst>
                  <a:ext uri="{FF2B5EF4-FFF2-40B4-BE49-F238E27FC236}">
                    <a16:creationId xmlns="" xmlns:a16="http://schemas.microsoft.com/office/drawing/2014/main" id="{3FBD2B26-9807-402D-9BDE-5DDC6B3DF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Oval 808">
                <a:extLst>
                  <a:ext uri="{FF2B5EF4-FFF2-40B4-BE49-F238E27FC236}">
                    <a16:creationId xmlns="" xmlns:a16="http://schemas.microsoft.com/office/drawing/2014/main" id="{151D2A8D-9643-4922-8BEA-446CC176A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97" name="Freeform 809">
                <a:extLst>
                  <a:ext uri="{FF2B5EF4-FFF2-40B4-BE49-F238E27FC236}">
                    <a16:creationId xmlns="" xmlns:a16="http://schemas.microsoft.com/office/drawing/2014/main" id="{6A351DDA-F89E-440D-9A5C-6E960B70F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AutoShape 810">
                <a:extLst>
                  <a:ext uri="{FF2B5EF4-FFF2-40B4-BE49-F238E27FC236}">
                    <a16:creationId xmlns="" xmlns:a16="http://schemas.microsoft.com/office/drawing/2014/main" id="{1EA58240-724A-447D-A132-690EE0A85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99" name="AutoShape 811">
                <a:extLst>
                  <a:ext uri="{FF2B5EF4-FFF2-40B4-BE49-F238E27FC236}">
                    <a16:creationId xmlns="" xmlns:a16="http://schemas.microsoft.com/office/drawing/2014/main" id="{AF2C7857-1842-4863-81CE-ACCCD948B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0" name="Oval 812">
                <a:extLst>
                  <a:ext uri="{FF2B5EF4-FFF2-40B4-BE49-F238E27FC236}">
                    <a16:creationId xmlns="" xmlns:a16="http://schemas.microsoft.com/office/drawing/2014/main" id="{BE379A5E-C6E5-45BC-AE3B-9C9F629E4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1" name="Oval 813">
                <a:extLst>
                  <a:ext uri="{FF2B5EF4-FFF2-40B4-BE49-F238E27FC236}">
                    <a16:creationId xmlns="" xmlns:a16="http://schemas.microsoft.com/office/drawing/2014/main" id="{A04FA101-79DA-498E-9EF5-D5DABCA0B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302" name="Oval 814">
                <a:extLst>
                  <a:ext uri="{FF2B5EF4-FFF2-40B4-BE49-F238E27FC236}">
                    <a16:creationId xmlns="" xmlns:a16="http://schemas.microsoft.com/office/drawing/2014/main" id="{54799A55-8101-40B8-97FD-750557539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3" name="Rectangle 815">
                <a:extLst>
                  <a:ext uri="{FF2B5EF4-FFF2-40B4-BE49-F238E27FC236}">
                    <a16:creationId xmlns="" xmlns:a16="http://schemas.microsoft.com/office/drawing/2014/main" id="{FAC2E8DC-6159-4FD4-A761-C85700481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6148" name="Group 816">
              <a:extLst>
                <a:ext uri="{FF2B5EF4-FFF2-40B4-BE49-F238E27FC236}">
                  <a16:creationId xmlns="" xmlns:a16="http://schemas.microsoft.com/office/drawing/2014/main" id="{E823E5EC-91FE-4548-8295-FA12FE1C3A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46248" name="Freeform 817">
                <a:extLst>
                  <a:ext uri="{FF2B5EF4-FFF2-40B4-BE49-F238E27FC236}">
                    <a16:creationId xmlns="" xmlns:a16="http://schemas.microsoft.com/office/drawing/2014/main" id="{E69DAEFA-C4E1-491B-A90B-CE130269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9" name="Rectangle 818">
                <a:extLst>
                  <a:ext uri="{FF2B5EF4-FFF2-40B4-BE49-F238E27FC236}">
                    <a16:creationId xmlns="" xmlns:a16="http://schemas.microsoft.com/office/drawing/2014/main" id="{10851FAB-BD47-43D7-BB5A-ED33E0C00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50" name="Freeform 819">
                <a:extLst>
                  <a:ext uri="{FF2B5EF4-FFF2-40B4-BE49-F238E27FC236}">
                    <a16:creationId xmlns="" xmlns:a16="http://schemas.microsoft.com/office/drawing/2014/main" id="{FC7A2BB6-8353-421E-BB9D-92354842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1" name="Freeform 820">
                <a:extLst>
                  <a:ext uri="{FF2B5EF4-FFF2-40B4-BE49-F238E27FC236}">
                    <a16:creationId xmlns="" xmlns:a16="http://schemas.microsoft.com/office/drawing/2014/main" id="{D0FD6A6E-5FC9-4B90-A885-AC4A180AA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Rectangle 821">
                <a:extLst>
                  <a:ext uri="{FF2B5EF4-FFF2-40B4-BE49-F238E27FC236}">
                    <a16:creationId xmlns="" xmlns:a16="http://schemas.microsoft.com/office/drawing/2014/main" id="{EC4E7814-D686-45C6-BD1D-D96B90CD8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53" name="Group 822">
                <a:extLst>
                  <a:ext uri="{FF2B5EF4-FFF2-40B4-BE49-F238E27FC236}">
                    <a16:creationId xmlns="" xmlns:a16="http://schemas.microsoft.com/office/drawing/2014/main" id="{627B0A7D-74EB-4799-A8AC-6DE811F5E5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6278" name="AutoShape 823">
                  <a:extLst>
                    <a:ext uri="{FF2B5EF4-FFF2-40B4-BE49-F238E27FC236}">
                      <a16:creationId xmlns="" xmlns:a16="http://schemas.microsoft.com/office/drawing/2014/main" id="{0A9A646A-7418-42B4-B8E8-CEE566C7EC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279" name="AutoShape 824">
                  <a:extLst>
                    <a:ext uri="{FF2B5EF4-FFF2-40B4-BE49-F238E27FC236}">
                      <a16:creationId xmlns="" xmlns:a16="http://schemas.microsoft.com/office/drawing/2014/main" id="{5DA0ED7F-8640-4D51-BF52-56EC043944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54" name="Rectangle 825">
                <a:extLst>
                  <a:ext uri="{FF2B5EF4-FFF2-40B4-BE49-F238E27FC236}">
                    <a16:creationId xmlns="" xmlns:a16="http://schemas.microsoft.com/office/drawing/2014/main" id="{9E50A635-2EBC-4CC2-B99D-E25511CFF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55" name="Group 826">
                <a:extLst>
                  <a:ext uri="{FF2B5EF4-FFF2-40B4-BE49-F238E27FC236}">
                    <a16:creationId xmlns="" xmlns:a16="http://schemas.microsoft.com/office/drawing/2014/main" id="{006882DC-8F56-426D-A477-A0D4902DA9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6276" name="AutoShape 827">
                  <a:extLst>
                    <a:ext uri="{FF2B5EF4-FFF2-40B4-BE49-F238E27FC236}">
                      <a16:creationId xmlns="" xmlns:a16="http://schemas.microsoft.com/office/drawing/2014/main" id="{38ED564C-859E-4330-9E15-F2CB26A359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277" name="AutoShape 828">
                  <a:extLst>
                    <a:ext uri="{FF2B5EF4-FFF2-40B4-BE49-F238E27FC236}">
                      <a16:creationId xmlns="" xmlns:a16="http://schemas.microsoft.com/office/drawing/2014/main" id="{56D552C1-2DFE-4D6F-8798-62344B57AC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56" name="Rectangle 829">
                <a:extLst>
                  <a:ext uri="{FF2B5EF4-FFF2-40B4-BE49-F238E27FC236}">
                    <a16:creationId xmlns="" xmlns:a16="http://schemas.microsoft.com/office/drawing/2014/main" id="{C84EBA33-093E-4FFE-A5F8-F55CB9B8E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57" name="Rectangle 830">
                <a:extLst>
                  <a:ext uri="{FF2B5EF4-FFF2-40B4-BE49-F238E27FC236}">
                    <a16:creationId xmlns="" xmlns:a16="http://schemas.microsoft.com/office/drawing/2014/main" id="{A36A266F-A9CC-483E-9424-4F67FE864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58" name="Group 831">
                <a:extLst>
                  <a:ext uri="{FF2B5EF4-FFF2-40B4-BE49-F238E27FC236}">
                    <a16:creationId xmlns="" xmlns:a16="http://schemas.microsoft.com/office/drawing/2014/main" id="{F706C8C0-1A29-4FF3-BED0-C3B2516E9E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274" name="AutoShape 832">
                  <a:extLst>
                    <a:ext uri="{FF2B5EF4-FFF2-40B4-BE49-F238E27FC236}">
                      <a16:creationId xmlns="" xmlns:a16="http://schemas.microsoft.com/office/drawing/2014/main" id="{6FAFD1D4-22B6-42D1-87FF-D569A11C2C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275" name="AutoShape 833">
                  <a:extLst>
                    <a:ext uri="{FF2B5EF4-FFF2-40B4-BE49-F238E27FC236}">
                      <a16:creationId xmlns="" xmlns:a16="http://schemas.microsoft.com/office/drawing/2014/main" id="{26EECD8D-4EBC-4A63-8A71-92BF8A137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59" name="Freeform 834">
                <a:extLst>
                  <a:ext uri="{FF2B5EF4-FFF2-40B4-BE49-F238E27FC236}">
                    <a16:creationId xmlns="" xmlns:a16="http://schemas.microsoft.com/office/drawing/2014/main" id="{DFCCFE01-26BF-4268-84D2-C6D9139E4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260" name="Group 835">
                <a:extLst>
                  <a:ext uri="{FF2B5EF4-FFF2-40B4-BE49-F238E27FC236}">
                    <a16:creationId xmlns="" xmlns:a16="http://schemas.microsoft.com/office/drawing/2014/main" id="{A8D9C47F-FF29-4AA8-AB72-181B9149F1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6272" name="AutoShape 836">
                  <a:extLst>
                    <a:ext uri="{FF2B5EF4-FFF2-40B4-BE49-F238E27FC236}">
                      <a16:creationId xmlns="" xmlns:a16="http://schemas.microsoft.com/office/drawing/2014/main" id="{6E15D3EF-EC62-4B75-A1D8-14EA521EA6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273" name="AutoShape 837">
                  <a:extLst>
                    <a:ext uri="{FF2B5EF4-FFF2-40B4-BE49-F238E27FC236}">
                      <a16:creationId xmlns="" xmlns:a16="http://schemas.microsoft.com/office/drawing/2014/main" id="{CBBCCD09-C86B-4F69-A7A2-86C4D10ACF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61" name="Rectangle 838">
                <a:extLst>
                  <a:ext uri="{FF2B5EF4-FFF2-40B4-BE49-F238E27FC236}">
                    <a16:creationId xmlns="" xmlns:a16="http://schemas.microsoft.com/office/drawing/2014/main" id="{0AECFA07-E4B4-4E4C-8453-25BF7DE87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2" name="Freeform 839">
                <a:extLst>
                  <a:ext uri="{FF2B5EF4-FFF2-40B4-BE49-F238E27FC236}">
                    <a16:creationId xmlns="" xmlns:a16="http://schemas.microsoft.com/office/drawing/2014/main" id="{E3E84418-28F6-449B-BEC9-CE97544B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3" name="Freeform 840">
                <a:extLst>
                  <a:ext uri="{FF2B5EF4-FFF2-40B4-BE49-F238E27FC236}">
                    <a16:creationId xmlns="" xmlns:a16="http://schemas.microsoft.com/office/drawing/2014/main" id="{78EFE19A-6280-44CC-A2A8-9800D68D2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Oval 841">
                <a:extLst>
                  <a:ext uri="{FF2B5EF4-FFF2-40B4-BE49-F238E27FC236}">
                    <a16:creationId xmlns="" xmlns:a16="http://schemas.microsoft.com/office/drawing/2014/main" id="{48550965-A366-4DF1-A4FD-9BE46A053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5" name="Freeform 842">
                <a:extLst>
                  <a:ext uri="{FF2B5EF4-FFF2-40B4-BE49-F238E27FC236}">
                    <a16:creationId xmlns="" xmlns:a16="http://schemas.microsoft.com/office/drawing/2014/main" id="{00C07EEC-76FB-4418-B5CF-FED20076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6" name="AutoShape 843">
                <a:extLst>
                  <a:ext uri="{FF2B5EF4-FFF2-40B4-BE49-F238E27FC236}">
                    <a16:creationId xmlns="" xmlns:a16="http://schemas.microsoft.com/office/drawing/2014/main" id="{DC47E189-C4E8-4E19-9168-C56C969FF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7" name="AutoShape 844">
                <a:extLst>
                  <a:ext uri="{FF2B5EF4-FFF2-40B4-BE49-F238E27FC236}">
                    <a16:creationId xmlns="" xmlns:a16="http://schemas.microsoft.com/office/drawing/2014/main" id="{7B0EF681-FC45-4442-AB43-D47411D28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8" name="Oval 845">
                <a:extLst>
                  <a:ext uri="{FF2B5EF4-FFF2-40B4-BE49-F238E27FC236}">
                    <a16:creationId xmlns="" xmlns:a16="http://schemas.microsoft.com/office/drawing/2014/main" id="{C60C0F7C-B6C2-4C9F-A572-1E0C6F987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9" name="Oval 846">
                <a:extLst>
                  <a:ext uri="{FF2B5EF4-FFF2-40B4-BE49-F238E27FC236}">
                    <a16:creationId xmlns="" xmlns:a16="http://schemas.microsoft.com/office/drawing/2014/main" id="{97A103B5-7B4F-40AD-9563-A7F900CA0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270" name="Oval 847">
                <a:extLst>
                  <a:ext uri="{FF2B5EF4-FFF2-40B4-BE49-F238E27FC236}">
                    <a16:creationId xmlns="" xmlns:a16="http://schemas.microsoft.com/office/drawing/2014/main" id="{BC9F993A-50F8-4EBB-951B-415A8A57D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71" name="Rectangle 848">
                <a:extLst>
                  <a:ext uri="{FF2B5EF4-FFF2-40B4-BE49-F238E27FC236}">
                    <a16:creationId xmlns="" xmlns:a16="http://schemas.microsoft.com/office/drawing/2014/main" id="{31AFB5FC-0BA0-4626-B56D-4E2F798C6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6149" name="Group 849">
              <a:extLst>
                <a:ext uri="{FF2B5EF4-FFF2-40B4-BE49-F238E27FC236}">
                  <a16:creationId xmlns="" xmlns:a16="http://schemas.microsoft.com/office/drawing/2014/main" id="{FAFF68E2-9842-4EA6-9734-CB18C23D8A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46225" name="Picture 850" descr="antenna_stylized">
                <a:extLst>
                  <a:ext uri="{FF2B5EF4-FFF2-40B4-BE49-F238E27FC236}">
                    <a16:creationId xmlns="" xmlns:a16="http://schemas.microsoft.com/office/drawing/2014/main" id="{2F0172EF-3FD3-4611-BE60-645ECC1F6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226" name="Picture 851" descr="laptop_keyboard">
                <a:extLst>
                  <a:ext uri="{FF2B5EF4-FFF2-40B4-BE49-F238E27FC236}">
                    <a16:creationId xmlns="" xmlns:a16="http://schemas.microsoft.com/office/drawing/2014/main" id="{D94DED44-8FCE-436F-AE2E-48554963A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227" name="Freeform 852">
                <a:extLst>
                  <a:ext uri="{FF2B5EF4-FFF2-40B4-BE49-F238E27FC236}">
                    <a16:creationId xmlns="" xmlns:a16="http://schemas.microsoft.com/office/drawing/2014/main" id="{CD884FE6-4612-455A-BEBD-F7F0D55F5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228" name="Picture 853" descr="screen">
                <a:extLst>
                  <a:ext uri="{FF2B5EF4-FFF2-40B4-BE49-F238E27FC236}">
                    <a16:creationId xmlns="" xmlns:a16="http://schemas.microsoft.com/office/drawing/2014/main" id="{39DE5FD8-54FA-43C7-A4F7-B8150705F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229" name="Freeform 854">
                <a:extLst>
                  <a:ext uri="{FF2B5EF4-FFF2-40B4-BE49-F238E27FC236}">
                    <a16:creationId xmlns="" xmlns:a16="http://schemas.microsoft.com/office/drawing/2014/main" id="{18C2ACBF-001D-47FE-B6BC-0C115C941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0" name="Freeform 855">
                <a:extLst>
                  <a:ext uri="{FF2B5EF4-FFF2-40B4-BE49-F238E27FC236}">
                    <a16:creationId xmlns="" xmlns:a16="http://schemas.microsoft.com/office/drawing/2014/main" id="{FEC0282C-A0C6-4D5B-B628-AA11D6A79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1" name="Freeform 856">
                <a:extLst>
                  <a:ext uri="{FF2B5EF4-FFF2-40B4-BE49-F238E27FC236}">
                    <a16:creationId xmlns="" xmlns:a16="http://schemas.microsoft.com/office/drawing/2014/main" id="{46D22666-C0B5-40E1-BAE7-0C1D1CE17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Freeform 857">
                <a:extLst>
                  <a:ext uri="{FF2B5EF4-FFF2-40B4-BE49-F238E27FC236}">
                    <a16:creationId xmlns="" xmlns:a16="http://schemas.microsoft.com/office/drawing/2014/main" id="{94F1B2E1-D0D9-4363-A0DB-76A01820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3" name="Freeform 858">
                <a:extLst>
                  <a:ext uri="{FF2B5EF4-FFF2-40B4-BE49-F238E27FC236}">
                    <a16:creationId xmlns="" xmlns:a16="http://schemas.microsoft.com/office/drawing/2014/main" id="{63EAF2C0-57D8-415B-B41C-6D30EA1A3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4" name="Freeform 859">
                <a:extLst>
                  <a:ext uri="{FF2B5EF4-FFF2-40B4-BE49-F238E27FC236}">
                    <a16:creationId xmlns="" xmlns:a16="http://schemas.microsoft.com/office/drawing/2014/main" id="{32818C8C-5290-4BB9-98F2-DBE0F822C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235" name="Group 860">
                <a:extLst>
                  <a:ext uri="{FF2B5EF4-FFF2-40B4-BE49-F238E27FC236}">
                    <a16:creationId xmlns="" xmlns:a16="http://schemas.microsoft.com/office/drawing/2014/main" id="{7973F8A7-5525-485D-B2E0-E13F5BD90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242" name="Freeform 861">
                  <a:extLst>
                    <a:ext uri="{FF2B5EF4-FFF2-40B4-BE49-F238E27FC236}">
                      <a16:creationId xmlns="" xmlns:a16="http://schemas.microsoft.com/office/drawing/2014/main" id="{BCDCD459-74C4-450A-99BD-97ED6E4E4C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3" name="Freeform 862">
                  <a:extLst>
                    <a:ext uri="{FF2B5EF4-FFF2-40B4-BE49-F238E27FC236}">
                      <a16:creationId xmlns="" xmlns:a16="http://schemas.microsoft.com/office/drawing/2014/main" id="{C00E0C1F-F4DA-4CF1-AFD3-4416CBC17A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4" name="Freeform 863">
                  <a:extLst>
                    <a:ext uri="{FF2B5EF4-FFF2-40B4-BE49-F238E27FC236}">
                      <a16:creationId xmlns="" xmlns:a16="http://schemas.microsoft.com/office/drawing/2014/main" id="{8D8E9B42-DA43-4F7D-9D79-5B4A528D2F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5" name="Freeform 864">
                  <a:extLst>
                    <a:ext uri="{FF2B5EF4-FFF2-40B4-BE49-F238E27FC236}">
                      <a16:creationId xmlns="" xmlns:a16="http://schemas.microsoft.com/office/drawing/2014/main" id="{5A85A796-AFD6-4D72-BCE8-391C01D3D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6" name="Freeform 865">
                  <a:extLst>
                    <a:ext uri="{FF2B5EF4-FFF2-40B4-BE49-F238E27FC236}">
                      <a16:creationId xmlns="" xmlns:a16="http://schemas.microsoft.com/office/drawing/2014/main" id="{A0CE41EE-4653-43A8-B99B-32E75A6590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7" name="Freeform 866">
                  <a:extLst>
                    <a:ext uri="{FF2B5EF4-FFF2-40B4-BE49-F238E27FC236}">
                      <a16:creationId xmlns="" xmlns:a16="http://schemas.microsoft.com/office/drawing/2014/main" id="{F02D91B8-B4B6-4314-A403-7390DCE77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236" name="Freeform 867">
                <a:extLst>
                  <a:ext uri="{FF2B5EF4-FFF2-40B4-BE49-F238E27FC236}">
                    <a16:creationId xmlns="" xmlns:a16="http://schemas.microsoft.com/office/drawing/2014/main" id="{BC3D1377-38DF-493D-A60C-754B0ADC1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7" name="Freeform 868">
                <a:extLst>
                  <a:ext uri="{FF2B5EF4-FFF2-40B4-BE49-F238E27FC236}">
                    <a16:creationId xmlns="" xmlns:a16="http://schemas.microsoft.com/office/drawing/2014/main" id="{8F3B7545-3EBE-4F5D-A88D-8A6561F70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8" name="Freeform 869">
                <a:extLst>
                  <a:ext uri="{FF2B5EF4-FFF2-40B4-BE49-F238E27FC236}">
                    <a16:creationId xmlns="" xmlns:a16="http://schemas.microsoft.com/office/drawing/2014/main" id="{FA48E100-250F-402A-9325-238859DF8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9" name="Freeform 870">
                <a:extLst>
                  <a:ext uri="{FF2B5EF4-FFF2-40B4-BE49-F238E27FC236}">
                    <a16:creationId xmlns="" xmlns:a16="http://schemas.microsoft.com/office/drawing/2014/main" id="{2CFBABFD-DA34-4041-A56C-49E52C38E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Freeform 871">
                <a:extLst>
                  <a:ext uri="{FF2B5EF4-FFF2-40B4-BE49-F238E27FC236}">
                    <a16:creationId xmlns="" xmlns:a16="http://schemas.microsoft.com/office/drawing/2014/main" id="{4291D6D3-FBEF-45E3-ACB6-72E2D54B3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1" name="Freeform 872">
                <a:extLst>
                  <a:ext uri="{FF2B5EF4-FFF2-40B4-BE49-F238E27FC236}">
                    <a16:creationId xmlns="" xmlns:a16="http://schemas.microsoft.com/office/drawing/2014/main" id="{783D6A75-5E1D-4C3B-AF08-4B2DCF102E6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50" name="Group 873">
              <a:extLst>
                <a:ext uri="{FF2B5EF4-FFF2-40B4-BE49-F238E27FC236}">
                  <a16:creationId xmlns="" xmlns:a16="http://schemas.microsoft.com/office/drawing/2014/main" id="{810545E4-FAA8-4BB6-98D7-4BE2523BFF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46202" name="Picture 874" descr="antenna_stylized">
                <a:extLst>
                  <a:ext uri="{FF2B5EF4-FFF2-40B4-BE49-F238E27FC236}">
                    <a16:creationId xmlns="" xmlns:a16="http://schemas.microsoft.com/office/drawing/2014/main" id="{A5F51ECB-D8AB-4B2E-9752-1EF81392D7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203" name="Picture 875" descr="laptop_keyboard">
                <a:extLst>
                  <a:ext uri="{FF2B5EF4-FFF2-40B4-BE49-F238E27FC236}">
                    <a16:creationId xmlns="" xmlns:a16="http://schemas.microsoft.com/office/drawing/2014/main" id="{220EE14C-B61B-47AA-B318-DE717DB37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204" name="Freeform 876">
                <a:extLst>
                  <a:ext uri="{FF2B5EF4-FFF2-40B4-BE49-F238E27FC236}">
                    <a16:creationId xmlns="" xmlns:a16="http://schemas.microsoft.com/office/drawing/2014/main" id="{E47675F5-397B-4EB3-9C75-99F79D461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205" name="Picture 877" descr="screen">
                <a:extLst>
                  <a:ext uri="{FF2B5EF4-FFF2-40B4-BE49-F238E27FC236}">
                    <a16:creationId xmlns="" xmlns:a16="http://schemas.microsoft.com/office/drawing/2014/main" id="{957F186D-EE11-44A6-A1D2-CFB364DEF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206" name="Freeform 878">
                <a:extLst>
                  <a:ext uri="{FF2B5EF4-FFF2-40B4-BE49-F238E27FC236}">
                    <a16:creationId xmlns="" xmlns:a16="http://schemas.microsoft.com/office/drawing/2014/main" id="{F2AD002E-F521-4333-9506-C7EE0813F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7" name="Freeform 879">
                <a:extLst>
                  <a:ext uri="{FF2B5EF4-FFF2-40B4-BE49-F238E27FC236}">
                    <a16:creationId xmlns="" xmlns:a16="http://schemas.microsoft.com/office/drawing/2014/main" id="{CCFC4F7C-F785-48CA-909E-D4EFA35A0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Freeform 880">
                <a:extLst>
                  <a:ext uri="{FF2B5EF4-FFF2-40B4-BE49-F238E27FC236}">
                    <a16:creationId xmlns="" xmlns:a16="http://schemas.microsoft.com/office/drawing/2014/main" id="{BB0BF3A4-AA3C-4739-A0A1-8FC8B6E4D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9" name="Freeform 881">
                <a:extLst>
                  <a:ext uri="{FF2B5EF4-FFF2-40B4-BE49-F238E27FC236}">
                    <a16:creationId xmlns="" xmlns:a16="http://schemas.microsoft.com/office/drawing/2014/main" id="{B645AA80-B90E-4C17-98C1-9B69521AB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0" name="Freeform 882">
                <a:extLst>
                  <a:ext uri="{FF2B5EF4-FFF2-40B4-BE49-F238E27FC236}">
                    <a16:creationId xmlns="" xmlns:a16="http://schemas.microsoft.com/office/drawing/2014/main" id="{8604C604-1F3B-444C-B27D-2B638977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883">
                <a:extLst>
                  <a:ext uri="{FF2B5EF4-FFF2-40B4-BE49-F238E27FC236}">
                    <a16:creationId xmlns="" xmlns:a16="http://schemas.microsoft.com/office/drawing/2014/main" id="{8C32CD13-411C-48E0-94C0-70479C83E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212" name="Group 884">
                <a:extLst>
                  <a:ext uri="{FF2B5EF4-FFF2-40B4-BE49-F238E27FC236}">
                    <a16:creationId xmlns="" xmlns:a16="http://schemas.microsoft.com/office/drawing/2014/main" id="{95949448-4513-4185-BC25-E385B51CBB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219" name="Freeform 885">
                  <a:extLst>
                    <a:ext uri="{FF2B5EF4-FFF2-40B4-BE49-F238E27FC236}">
                      <a16:creationId xmlns="" xmlns:a16="http://schemas.microsoft.com/office/drawing/2014/main" id="{255C5353-84E2-4BAE-ABCA-4F127958F4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0" name="Freeform 886">
                  <a:extLst>
                    <a:ext uri="{FF2B5EF4-FFF2-40B4-BE49-F238E27FC236}">
                      <a16:creationId xmlns="" xmlns:a16="http://schemas.microsoft.com/office/drawing/2014/main" id="{BE3717B6-D6AF-46A2-A8FB-70A720E36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1" name="Freeform 887">
                  <a:extLst>
                    <a:ext uri="{FF2B5EF4-FFF2-40B4-BE49-F238E27FC236}">
                      <a16:creationId xmlns="" xmlns:a16="http://schemas.microsoft.com/office/drawing/2014/main" id="{8EEAC972-9DE2-4765-AE65-17C0EBD9B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2" name="Freeform 888">
                  <a:extLst>
                    <a:ext uri="{FF2B5EF4-FFF2-40B4-BE49-F238E27FC236}">
                      <a16:creationId xmlns="" xmlns:a16="http://schemas.microsoft.com/office/drawing/2014/main" id="{409B3405-4B63-4D88-8DDA-18F6A24853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3" name="Freeform 889">
                  <a:extLst>
                    <a:ext uri="{FF2B5EF4-FFF2-40B4-BE49-F238E27FC236}">
                      <a16:creationId xmlns="" xmlns:a16="http://schemas.microsoft.com/office/drawing/2014/main" id="{78E2EB24-511F-438B-AA14-5D2417D55F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4" name="Freeform 890">
                  <a:extLst>
                    <a:ext uri="{FF2B5EF4-FFF2-40B4-BE49-F238E27FC236}">
                      <a16:creationId xmlns="" xmlns:a16="http://schemas.microsoft.com/office/drawing/2014/main" id="{E401EE67-3ADB-410C-97F6-3208848F57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213" name="Freeform 891">
                <a:extLst>
                  <a:ext uri="{FF2B5EF4-FFF2-40B4-BE49-F238E27FC236}">
                    <a16:creationId xmlns="" xmlns:a16="http://schemas.microsoft.com/office/drawing/2014/main" id="{9DF3FD74-0BA7-43B9-BF62-CDDCEF57E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4" name="Freeform 892">
                <a:extLst>
                  <a:ext uri="{FF2B5EF4-FFF2-40B4-BE49-F238E27FC236}">
                    <a16:creationId xmlns="" xmlns:a16="http://schemas.microsoft.com/office/drawing/2014/main" id="{8A10D097-3BB2-4E1E-9F55-A8474D13F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5" name="Freeform 893">
                <a:extLst>
                  <a:ext uri="{FF2B5EF4-FFF2-40B4-BE49-F238E27FC236}">
                    <a16:creationId xmlns="" xmlns:a16="http://schemas.microsoft.com/office/drawing/2014/main" id="{CED5762B-F6BB-4EE8-B2B5-5D430EA74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Freeform 894">
                <a:extLst>
                  <a:ext uri="{FF2B5EF4-FFF2-40B4-BE49-F238E27FC236}">
                    <a16:creationId xmlns="" xmlns:a16="http://schemas.microsoft.com/office/drawing/2014/main" id="{E0C52313-E502-4029-B5AC-A4CFE5B7A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7" name="Freeform 895">
                <a:extLst>
                  <a:ext uri="{FF2B5EF4-FFF2-40B4-BE49-F238E27FC236}">
                    <a16:creationId xmlns="" xmlns:a16="http://schemas.microsoft.com/office/drawing/2014/main" id="{767F200F-B909-4C79-90EF-9EF784C1E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8" name="Freeform 896">
                <a:extLst>
                  <a:ext uri="{FF2B5EF4-FFF2-40B4-BE49-F238E27FC236}">
                    <a16:creationId xmlns="" xmlns:a16="http://schemas.microsoft.com/office/drawing/2014/main" id="{BEE4B614-25CA-456D-A6A5-1F5A23BF077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51" name="Group 897">
              <a:extLst>
                <a:ext uri="{FF2B5EF4-FFF2-40B4-BE49-F238E27FC236}">
                  <a16:creationId xmlns="" xmlns:a16="http://schemas.microsoft.com/office/drawing/2014/main" id="{676E29BE-0290-44F0-8E11-B83919F7F2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46179" name="Picture 898" descr="antenna_stylized">
                <a:extLst>
                  <a:ext uri="{FF2B5EF4-FFF2-40B4-BE49-F238E27FC236}">
                    <a16:creationId xmlns="" xmlns:a16="http://schemas.microsoft.com/office/drawing/2014/main" id="{B5EFA927-2FAB-41B5-87AA-87A10AF6F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80" name="Picture 899" descr="laptop_keyboard">
                <a:extLst>
                  <a:ext uri="{FF2B5EF4-FFF2-40B4-BE49-F238E27FC236}">
                    <a16:creationId xmlns="" xmlns:a16="http://schemas.microsoft.com/office/drawing/2014/main" id="{66872AE1-BD4F-4DD7-AC33-D32B4CDB1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81" name="Freeform 900">
                <a:extLst>
                  <a:ext uri="{FF2B5EF4-FFF2-40B4-BE49-F238E27FC236}">
                    <a16:creationId xmlns="" xmlns:a16="http://schemas.microsoft.com/office/drawing/2014/main" id="{E5F6DEA9-5837-4745-947E-395A11312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182" name="Picture 901" descr="screen">
                <a:extLst>
                  <a:ext uri="{FF2B5EF4-FFF2-40B4-BE49-F238E27FC236}">
                    <a16:creationId xmlns="" xmlns:a16="http://schemas.microsoft.com/office/drawing/2014/main" id="{31F759A5-2B9E-4763-B449-BCB616E38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83" name="Freeform 902">
                <a:extLst>
                  <a:ext uri="{FF2B5EF4-FFF2-40B4-BE49-F238E27FC236}">
                    <a16:creationId xmlns="" xmlns:a16="http://schemas.microsoft.com/office/drawing/2014/main" id="{18A5D88F-F385-4D1A-83AA-8F91D96F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Freeform 903">
                <a:extLst>
                  <a:ext uri="{FF2B5EF4-FFF2-40B4-BE49-F238E27FC236}">
                    <a16:creationId xmlns="" xmlns:a16="http://schemas.microsoft.com/office/drawing/2014/main" id="{EE963A83-CBB9-4893-8ED3-1B26E513B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5" name="Freeform 904">
                <a:extLst>
                  <a:ext uri="{FF2B5EF4-FFF2-40B4-BE49-F238E27FC236}">
                    <a16:creationId xmlns="" xmlns:a16="http://schemas.microsoft.com/office/drawing/2014/main" id="{DD89BDDA-C5B9-43E5-A6B8-1A3B2875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6" name="Freeform 905">
                <a:extLst>
                  <a:ext uri="{FF2B5EF4-FFF2-40B4-BE49-F238E27FC236}">
                    <a16:creationId xmlns="" xmlns:a16="http://schemas.microsoft.com/office/drawing/2014/main" id="{D7B7D6DD-6F7F-4192-8350-5B22E25EA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Freeform 906">
                <a:extLst>
                  <a:ext uri="{FF2B5EF4-FFF2-40B4-BE49-F238E27FC236}">
                    <a16:creationId xmlns="" xmlns:a16="http://schemas.microsoft.com/office/drawing/2014/main" id="{E854AF60-06C1-4196-B823-A329F22EE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Freeform 907">
                <a:extLst>
                  <a:ext uri="{FF2B5EF4-FFF2-40B4-BE49-F238E27FC236}">
                    <a16:creationId xmlns="" xmlns:a16="http://schemas.microsoft.com/office/drawing/2014/main" id="{6798CFC8-E219-4F92-AF2A-E789235D8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89" name="Group 908">
                <a:extLst>
                  <a:ext uri="{FF2B5EF4-FFF2-40B4-BE49-F238E27FC236}">
                    <a16:creationId xmlns="" xmlns:a16="http://schemas.microsoft.com/office/drawing/2014/main" id="{5CEB62C5-DC55-4E33-9688-B91F11E5EB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196" name="Freeform 909">
                  <a:extLst>
                    <a:ext uri="{FF2B5EF4-FFF2-40B4-BE49-F238E27FC236}">
                      <a16:creationId xmlns="" xmlns:a16="http://schemas.microsoft.com/office/drawing/2014/main" id="{5939F449-05AB-42DE-ABB3-3F43D86046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97" name="Freeform 910">
                  <a:extLst>
                    <a:ext uri="{FF2B5EF4-FFF2-40B4-BE49-F238E27FC236}">
                      <a16:creationId xmlns="" xmlns:a16="http://schemas.microsoft.com/office/drawing/2014/main" id="{E96654F4-81F1-4856-8F3C-767B94EC7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98" name="Freeform 911">
                  <a:extLst>
                    <a:ext uri="{FF2B5EF4-FFF2-40B4-BE49-F238E27FC236}">
                      <a16:creationId xmlns="" xmlns:a16="http://schemas.microsoft.com/office/drawing/2014/main" id="{47B6A263-464E-45C7-A99E-7AA1152D3F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99" name="Freeform 912">
                  <a:extLst>
                    <a:ext uri="{FF2B5EF4-FFF2-40B4-BE49-F238E27FC236}">
                      <a16:creationId xmlns="" xmlns:a16="http://schemas.microsoft.com/office/drawing/2014/main" id="{36FE728E-952A-4C3F-8B8A-AAF39833B0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00" name="Freeform 913">
                  <a:extLst>
                    <a:ext uri="{FF2B5EF4-FFF2-40B4-BE49-F238E27FC236}">
                      <a16:creationId xmlns="" xmlns:a16="http://schemas.microsoft.com/office/drawing/2014/main" id="{707AE06A-5220-4E3A-A08A-D9046F620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01" name="Freeform 914">
                  <a:extLst>
                    <a:ext uri="{FF2B5EF4-FFF2-40B4-BE49-F238E27FC236}">
                      <a16:creationId xmlns="" xmlns:a16="http://schemas.microsoft.com/office/drawing/2014/main" id="{B412F14C-E618-481F-A6DC-6E7E20BDA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190" name="Freeform 915">
                <a:extLst>
                  <a:ext uri="{FF2B5EF4-FFF2-40B4-BE49-F238E27FC236}">
                    <a16:creationId xmlns="" xmlns:a16="http://schemas.microsoft.com/office/drawing/2014/main" id="{8A04E3BA-F2D4-47C6-89A1-17888496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1" name="Freeform 916">
                <a:extLst>
                  <a:ext uri="{FF2B5EF4-FFF2-40B4-BE49-F238E27FC236}">
                    <a16:creationId xmlns="" xmlns:a16="http://schemas.microsoft.com/office/drawing/2014/main" id="{68271337-CCB9-44BD-8C9D-880D4BCDB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Freeform 917">
                <a:extLst>
                  <a:ext uri="{FF2B5EF4-FFF2-40B4-BE49-F238E27FC236}">
                    <a16:creationId xmlns="" xmlns:a16="http://schemas.microsoft.com/office/drawing/2014/main" id="{0A50A4B9-2C66-4B77-AE7A-24AF70081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3" name="Freeform 918">
                <a:extLst>
                  <a:ext uri="{FF2B5EF4-FFF2-40B4-BE49-F238E27FC236}">
                    <a16:creationId xmlns="" xmlns:a16="http://schemas.microsoft.com/office/drawing/2014/main" id="{5994F606-86E2-4CF4-A92D-CC0E497BD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4" name="Freeform 919">
                <a:extLst>
                  <a:ext uri="{FF2B5EF4-FFF2-40B4-BE49-F238E27FC236}">
                    <a16:creationId xmlns="" xmlns:a16="http://schemas.microsoft.com/office/drawing/2014/main" id="{56E86580-13CD-45A2-94AC-FE767765D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5" name="Freeform 920">
                <a:extLst>
                  <a:ext uri="{FF2B5EF4-FFF2-40B4-BE49-F238E27FC236}">
                    <a16:creationId xmlns="" xmlns:a16="http://schemas.microsoft.com/office/drawing/2014/main" id="{C3823E14-BC5C-40D1-9EFA-BFF6F3B157C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52" name="Group 921">
              <a:extLst>
                <a:ext uri="{FF2B5EF4-FFF2-40B4-BE49-F238E27FC236}">
                  <a16:creationId xmlns="" xmlns:a16="http://schemas.microsoft.com/office/drawing/2014/main" id="{68698A3F-30DB-4379-AF9F-3FB6A961EEE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46177" name="Picture 922" descr="desktop_computer_stylized_medium">
                <a:extLst>
                  <a:ext uri="{FF2B5EF4-FFF2-40B4-BE49-F238E27FC236}">
                    <a16:creationId xmlns="" xmlns:a16="http://schemas.microsoft.com/office/drawing/2014/main" id="{58E48811-A7E0-4580-BD28-5D52D9160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78" name="Freeform 923">
                <a:extLst>
                  <a:ext uri="{FF2B5EF4-FFF2-40B4-BE49-F238E27FC236}">
                    <a16:creationId xmlns="" xmlns:a16="http://schemas.microsoft.com/office/drawing/2014/main" id="{0F66E496-B831-475D-AE87-AADB9DD79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6153" name="Group 924">
              <a:extLst>
                <a:ext uri="{FF2B5EF4-FFF2-40B4-BE49-F238E27FC236}">
                  <a16:creationId xmlns="" xmlns:a16="http://schemas.microsoft.com/office/drawing/2014/main" id="{44B45993-4DB9-4BD8-A9B9-2082262479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46154" name="Picture 925" descr="antenna_stylized">
                <a:extLst>
                  <a:ext uri="{FF2B5EF4-FFF2-40B4-BE49-F238E27FC236}">
                    <a16:creationId xmlns="" xmlns:a16="http://schemas.microsoft.com/office/drawing/2014/main" id="{F0C93693-E005-4B48-AB27-C5AFC3765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55" name="Picture 926" descr="laptop_keyboard">
                <a:extLst>
                  <a:ext uri="{FF2B5EF4-FFF2-40B4-BE49-F238E27FC236}">
                    <a16:creationId xmlns="" xmlns:a16="http://schemas.microsoft.com/office/drawing/2014/main" id="{F25C16C0-7932-4CE9-AD83-7B652C323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56" name="Freeform 927">
                <a:extLst>
                  <a:ext uri="{FF2B5EF4-FFF2-40B4-BE49-F238E27FC236}">
                    <a16:creationId xmlns="" xmlns:a16="http://schemas.microsoft.com/office/drawing/2014/main" id="{C72A83A5-78B9-41B7-BE71-FCE7212E4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157" name="Picture 928" descr="screen">
                <a:extLst>
                  <a:ext uri="{FF2B5EF4-FFF2-40B4-BE49-F238E27FC236}">
                    <a16:creationId xmlns="" xmlns:a16="http://schemas.microsoft.com/office/drawing/2014/main" id="{BA32EB99-B1D2-4F39-A1F5-4E147E515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58" name="Freeform 929">
                <a:extLst>
                  <a:ext uri="{FF2B5EF4-FFF2-40B4-BE49-F238E27FC236}">
                    <a16:creationId xmlns="" xmlns:a16="http://schemas.microsoft.com/office/drawing/2014/main" id="{C1474BE2-3F14-4119-B126-592F8F11E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9" name="Freeform 930">
                <a:extLst>
                  <a:ext uri="{FF2B5EF4-FFF2-40B4-BE49-F238E27FC236}">
                    <a16:creationId xmlns="" xmlns:a16="http://schemas.microsoft.com/office/drawing/2014/main" id="{F1519F7A-E0DB-42CD-8CB7-171AD627A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Freeform 931">
                <a:extLst>
                  <a:ext uri="{FF2B5EF4-FFF2-40B4-BE49-F238E27FC236}">
                    <a16:creationId xmlns="" xmlns:a16="http://schemas.microsoft.com/office/drawing/2014/main" id="{FB3A6A7E-1329-4EB2-A417-5B248F7D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1" name="Freeform 932">
                <a:extLst>
                  <a:ext uri="{FF2B5EF4-FFF2-40B4-BE49-F238E27FC236}">
                    <a16:creationId xmlns="" xmlns:a16="http://schemas.microsoft.com/office/drawing/2014/main" id="{9751D376-BB39-4A26-B012-18E2F9CEA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2" name="Freeform 933">
                <a:extLst>
                  <a:ext uri="{FF2B5EF4-FFF2-40B4-BE49-F238E27FC236}">
                    <a16:creationId xmlns="" xmlns:a16="http://schemas.microsoft.com/office/drawing/2014/main" id="{87E66B73-8635-44E0-8290-68DC83E2E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3" name="Freeform 934">
                <a:extLst>
                  <a:ext uri="{FF2B5EF4-FFF2-40B4-BE49-F238E27FC236}">
                    <a16:creationId xmlns="" xmlns:a16="http://schemas.microsoft.com/office/drawing/2014/main" id="{3C0CBC21-99AA-4DCA-B494-E363B3710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64" name="Group 935">
                <a:extLst>
                  <a:ext uri="{FF2B5EF4-FFF2-40B4-BE49-F238E27FC236}">
                    <a16:creationId xmlns="" xmlns:a16="http://schemas.microsoft.com/office/drawing/2014/main" id="{1BC62B73-20E8-4B5B-8FFF-BCE1A4F70D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171" name="Freeform 936">
                  <a:extLst>
                    <a:ext uri="{FF2B5EF4-FFF2-40B4-BE49-F238E27FC236}">
                      <a16:creationId xmlns="" xmlns:a16="http://schemas.microsoft.com/office/drawing/2014/main" id="{37550BDA-840E-4D97-B2B2-7885F5DDB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2" name="Freeform 937">
                  <a:extLst>
                    <a:ext uri="{FF2B5EF4-FFF2-40B4-BE49-F238E27FC236}">
                      <a16:creationId xmlns="" xmlns:a16="http://schemas.microsoft.com/office/drawing/2014/main" id="{E07FD814-AFBA-42DB-85DB-518519D80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3" name="Freeform 938">
                  <a:extLst>
                    <a:ext uri="{FF2B5EF4-FFF2-40B4-BE49-F238E27FC236}">
                      <a16:creationId xmlns="" xmlns:a16="http://schemas.microsoft.com/office/drawing/2014/main" id="{249C8C2A-78F0-4794-A6F8-8728D02C3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4" name="Freeform 939">
                  <a:extLst>
                    <a:ext uri="{FF2B5EF4-FFF2-40B4-BE49-F238E27FC236}">
                      <a16:creationId xmlns="" xmlns:a16="http://schemas.microsoft.com/office/drawing/2014/main" id="{E8F395A3-72A6-4980-8E00-F0BB5AE0B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5" name="Freeform 940">
                  <a:extLst>
                    <a:ext uri="{FF2B5EF4-FFF2-40B4-BE49-F238E27FC236}">
                      <a16:creationId xmlns="" xmlns:a16="http://schemas.microsoft.com/office/drawing/2014/main" id="{1FF7AE3F-BEFC-4E01-A2CF-BD513EDBA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6" name="Freeform 941">
                  <a:extLst>
                    <a:ext uri="{FF2B5EF4-FFF2-40B4-BE49-F238E27FC236}">
                      <a16:creationId xmlns="" xmlns:a16="http://schemas.microsoft.com/office/drawing/2014/main" id="{1ED91A42-7EF4-4259-ABB1-31E1136E9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165" name="Freeform 942">
                <a:extLst>
                  <a:ext uri="{FF2B5EF4-FFF2-40B4-BE49-F238E27FC236}">
                    <a16:creationId xmlns="" xmlns:a16="http://schemas.microsoft.com/office/drawing/2014/main" id="{F6917597-1C90-4F40-83F3-B15E8D65C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Freeform 943">
                <a:extLst>
                  <a:ext uri="{FF2B5EF4-FFF2-40B4-BE49-F238E27FC236}">
                    <a16:creationId xmlns="" xmlns:a16="http://schemas.microsoft.com/office/drawing/2014/main" id="{D31B6224-42F8-42E2-B64F-4824BAD2E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7" name="Freeform 944">
                <a:extLst>
                  <a:ext uri="{FF2B5EF4-FFF2-40B4-BE49-F238E27FC236}">
                    <a16:creationId xmlns="" xmlns:a16="http://schemas.microsoft.com/office/drawing/2014/main" id="{EF973BF9-FA81-4109-84A1-DAB18007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Freeform 945">
                <a:extLst>
                  <a:ext uri="{FF2B5EF4-FFF2-40B4-BE49-F238E27FC236}">
                    <a16:creationId xmlns="" xmlns:a16="http://schemas.microsoft.com/office/drawing/2014/main" id="{29B5B2E1-ED8A-475D-A644-70A6802A4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Freeform 946">
                <a:extLst>
                  <a:ext uri="{FF2B5EF4-FFF2-40B4-BE49-F238E27FC236}">
                    <a16:creationId xmlns="" xmlns:a16="http://schemas.microsoft.com/office/drawing/2014/main" id="{96484F8F-F9E6-4F01-9070-4D43BBA89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Freeform 947">
                <a:extLst>
                  <a:ext uri="{FF2B5EF4-FFF2-40B4-BE49-F238E27FC236}">
                    <a16:creationId xmlns="" xmlns:a16="http://schemas.microsoft.com/office/drawing/2014/main" id="{831E2155-59EA-40EF-9D1A-B5FE354E402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6084" name="Rectangle 4">
            <a:extLst>
              <a:ext uri="{FF2B5EF4-FFF2-40B4-BE49-F238E27FC236}">
                <a16:creationId xmlns="" xmlns:a16="http://schemas.microsoft.com/office/drawing/2014/main" id="{965E7BBF-4B3B-4D3C-8964-9A41CEB779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9563" y="228600"/>
            <a:ext cx="7772400" cy="819150"/>
          </a:xfrm>
        </p:spPr>
        <p:txBody>
          <a:bodyPr/>
          <a:lstStyle/>
          <a:p>
            <a:r>
              <a:rPr lang="en-US" altLang="en-US"/>
              <a:t>P2P architecture</a:t>
            </a:r>
          </a:p>
        </p:txBody>
      </p:sp>
      <p:sp>
        <p:nvSpPr>
          <p:cNvPr id="46085" name="Rectangle 5">
            <a:extLst>
              <a:ext uri="{FF2B5EF4-FFF2-40B4-BE49-F238E27FC236}">
                <a16:creationId xmlns="" xmlns:a16="http://schemas.microsoft.com/office/drawing/2014/main" id="{5FCE8D37-0CD6-4443-8F20-6D10024D792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152400" y="1143000"/>
            <a:ext cx="5471941" cy="5715000"/>
          </a:xfrm>
        </p:spPr>
        <p:txBody>
          <a:bodyPr>
            <a:normAutofit fontScale="77500" lnSpcReduction="20000"/>
          </a:bodyPr>
          <a:lstStyle/>
          <a:p>
            <a:r>
              <a:rPr lang="en-US" sz="2400" dirty="0"/>
              <a:t>In a P2P architecture, there is </a:t>
            </a:r>
            <a:r>
              <a:rPr lang="en-US" sz="2400" b="1" dirty="0">
                <a:solidFill>
                  <a:srgbClr val="00B050"/>
                </a:solidFill>
              </a:rPr>
              <a:t>minimal (or no)</a:t>
            </a:r>
            <a:r>
              <a:rPr lang="en-US" sz="2400" dirty="0"/>
              <a:t> reliance on </a:t>
            </a:r>
            <a:r>
              <a:rPr lang="en-US" sz="2400" b="1" dirty="0">
                <a:solidFill>
                  <a:srgbClr val="FF0000"/>
                </a:solidFill>
              </a:rPr>
              <a:t>dedicated servers in data centers</a:t>
            </a:r>
            <a:r>
              <a:rPr lang="en-US" sz="2400" dirty="0"/>
              <a:t>. </a:t>
            </a:r>
            <a:endParaRPr lang="en-US" sz="2400" dirty="0" smtClean="0"/>
          </a:p>
          <a:p>
            <a:r>
              <a:rPr lang="en-US" sz="2400" dirty="0" smtClean="0"/>
              <a:t>Instead </a:t>
            </a:r>
            <a:r>
              <a:rPr lang="en-US" sz="2400" dirty="0"/>
              <a:t>the application exploits direct communication between pairs of intermittently connected hosts, called peers.</a:t>
            </a:r>
            <a:endParaRPr lang="en-US" altLang="en-US" sz="2400" i="1" dirty="0" smtClean="0"/>
          </a:p>
          <a:p>
            <a:r>
              <a:rPr lang="en-US" altLang="en-US" sz="2400" b="1" i="1" dirty="0" smtClean="0">
                <a:solidFill>
                  <a:srgbClr val="FF0000"/>
                </a:solidFill>
              </a:rPr>
              <a:t>No</a:t>
            </a:r>
            <a:r>
              <a:rPr lang="en-US" altLang="en-US" sz="2400" b="1" dirty="0" smtClean="0">
                <a:solidFill>
                  <a:srgbClr val="FF0000"/>
                </a:solidFill>
              </a:rPr>
              <a:t> </a:t>
            </a:r>
            <a:r>
              <a:rPr lang="en-US" altLang="en-US" sz="2400" b="1" dirty="0">
                <a:solidFill>
                  <a:srgbClr val="FF0000"/>
                </a:solidFill>
              </a:rPr>
              <a:t>always-on server</a:t>
            </a:r>
          </a:p>
          <a:p>
            <a:r>
              <a:rPr lang="en-US" altLang="en-US" sz="2400" dirty="0" smtClean="0"/>
              <a:t>Arbitrary </a:t>
            </a:r>
            <a:r>
              <a:rPr lang="en-US" altLang="en-US" sz="2400" dirty="0"/>
              <a:t>end systems directly communicate</a:t>
            </a:r>
          </a:p>
          <a:p>
            <a:r>
              <a:rPr lang="en-US" altLang="en-US" sz="2400" dirty="0" smtClean="0"/>
              <a:t>Peers </a:t>
            </a:r>
            <a:r>
              <a:rPr lang="en-US" altLang="en-US" sz="2400" dirty="0"/>
              <a:t>request service from other peers, provide service in return to other peers</a:t>
            </a:r>
          </a:p>
          <a:p>
            <a:pPr lvl="1"/>
            <a:r>
              <a:rPr lang="en-US" altLang="en-US" b="1" i="1" dirty="0">
                <a:solidFill>
                  <a:srgbClr val="00B050"/>
                </a:solidFill>
              </a:rPr>
              <a:t>S</a:t>
            </a:r>
            <a:r>
              <a:rPr lang="en-US" altLang="en-US" b="1" i="1" dirty="0" smtClean="0">
                <a:solidFill>
                  <a:srgbClr val="00B050"/>
                </a:solidFill>
              </a:rPr>
              <a:t>elf </a:t>
            </a:r>
            <a:r>
              <a:rPr lang="en-US" altLang="en-US" b="1" i="1" dirty="0">
                <a:solidFill>
                  <a:srgbClr val="00B050"/>
                </a:solidFill>
              </a:rPr>
              <a:t>scalability</a:t>
            </a:r>
            <a:r>
              <a:rPr lang="en-US" altLang="en-US" dirty="0">
                <a:solidFill>
                  <a:srgbClr val="CC0000"/>
                </a:solidFill>
              </a:rPr>
              <a:t> – new peers bring new service capacity, as well as new service </a:t>
            </a:r>
            <a:r>
              <a:rPr lang="en-US" altLang="en-US" dirty="0" smtClean="0">
                <a:solidFill>
                  <a:srgbClr val="CC0000"/>
                </a:solidFill>
              </a:rPr>
              <a:t>demands</a:t>
            </a:r>
          </a:p>
          <a:p>
            <a:pPr lvl="2"/>
            <a:r>
              <a:rPr lang="en-US" dirty="0"/>
              <a:t>For example, in a P2P file-sharing application, although each peer generates workload by requesting files, each peer also adds service capacity to the system by distributing files to other peers.</a:t>
            </a:r>
            <a:endParaRPr lang="en-US" altLang="en-US" dirty="0">
              <a:solidFill>
                <a:srgbClr val="CC0000"/>
              </a:solidFill>
            </a:endParaRPr>
          </a:p>
          <a:p>
            <a:r>
              <a:rPr lang="en-US" altLang="en-US" sz="2400" dirty="0"/>
              <a:t>P</a:t>
            </a:r>
            <a:r>
              <a:rPr lang="en-US" altLang="en-US" sz="2400" dirty="0" smtClean="0"/>
              <a:t>eers </a:t>
            </a:r>
            <a:r>
              <a:rPr lang="en-US" altLang="en-US" sz="2400" dirty="0"/>
              <a:t>are intermittently connected and change IP addresses</a:t>
            </a:r>
          </a:p>
          <a:p>
            <a:pPr lvl="1"/>
            <a:r>
              <a:rPr lang="en-US" altLang="en-US" dirty="0"/>
              <a:t>complex management</a:t>
            </a:r>
          </a:p>
          <a:p>
            <a:endParaRPr lang="en-US" altLang="en-US" dirty="0">
              <a:solidFill>
                <a:srgbClr val="CC0000"/>
              </a:solidFill>
            </a:endParaRPr>
          </a:p>
          <a:p>
            <a:endParaRPr lang="en-US" altLang="en-US" dirty="0"/>
          </a:p>
        </p:txBody>
      </p:sp>
      <p:pic>
        <p:nvPicPr>
          <p:cNvPr id="46086" name="Picture 351" descr="underline_base">
            <a:extLst>
              <a:ext uri="{FF2B5EF4-FFF2-40B4-BE49-F238E27FC236}">
                <a16:creationId xmlns="" xmlns:a16="http://schemas.microsoft.com/office/drawing/2014/main" id="{AD19E196-CAFC-4729-A1DA-FFB3B8F8F869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73125"/>
            <a:ext cx="4011613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7" name="Line 1034">
            <a:extLst>
              <a:ext uri="{FF2B5EF4-FFF2-40B4-BE49-F238E27FC236}">
                <a16:creationId xmlns="" xmlns:a16="http://schemas.microsoft.com/office/drawing/2014/main" id="{7FEC4514-9E89-4213-813F-72CABF3C8D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05575" y="1774825"/>
            <a:ext cx="503237" cy="138906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8" name="Line 1035">
            <a:extLst>
              <a:ext uri="{FF2B5EF4-FFF2-40B4-BE49-F238E27FC236}">
                <a16:creationId xmlns="" xmlns:a16="http://schemas.microsoft.com/office/drawing/2014/main" id="{29A4B239-6B89-4A9B-A70D-D035605AA143}"/>
              </a:ext>
            </a:extLst>
          </p:cNvPr>
          <p:cNvSpPr>
            <a:spLocks noChangeShapeType="1"/>
          </p:cNvSpPr>
          <p:nvPr/>
        </p:nvSpPr>
        <p:spPr bwMode="auto">
          <a:xfrm>
            <a:off x="5849937" y="2360612"/>
            <a:ext cx="238125" cy="25685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9" name="Line 1036">
            <a:extLst>
              <a:ext uri="{FF2B5EF4-FFF2-40B4-BE49-F238E27FC236}">
                <a16:creationId xmlns="" xmlns:a16="http://schemas.microsoft.com/office/drawing/2014/main" id="{6A009F15-FFBC-4844-9DEB-FFB2F417656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9550" y="3503612"/>
            <a:ext cx="1198562" cy="19970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0" name="Text Box 1037">
            <a:extLst>
              <a:ext uri="{FF2B5EF4-FFF2-40B4-BE49-F238E27FC236}">
                <a16:creationId xmlns="" xmlns:a16="http://schemas.microsoft.com/office/drawing/2014/main" id="{162EF1DB-7AA7-405F-8683-47DC676E51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3162" y="1295400"/>
            <a:ext cx="1284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peer-peer</a:t>
            </a:r>
          </a:p>
        </p:txBody>
      </p:sp>
    </p:spTree>
    <p:extLst>
      <p:ext uri="{BB962C8B-B14F-4D97-AF65-F5344CB8AC3E}">
        <p14:creationId xmlns:p14="http://schemas.microsoft.com/office/powerpoint/2010/main" val="14049116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8">
            <a:extLst>
              <a:ext uri="{FF2B5EF4-FFF2-40B4-BE49-F238E27FC236}">
                <a16:creationId xmlns="" xmlns:a16="http://schemas.microsoft.com/office/drawing/2014/main" id="{DF91BCD2-3DBF-44AB-AC36-5819807C02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2199D97-E526-41E6-A9FE-287C1033AFF4}" type="slidenum">
              <a:rPr lang="en-US" altLang="en-US" sz="1200">
                <a:latin typeface="Tahoma" panose="020B0604030504040204" pitchFamily="34" charset="0"/>
              </a:rPr>
              <a:pPr/>
              <a:t>12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8131" name="Rectangle 2">
            <a:extLst>
              <a:ext uri="{FF2B5EF4-FFF2-40B4-BE49-F238E27FC236}">
                <a16:creationId xmlns="" xmlns:a16="http://schemas.microsoft.com/office/drawing/2014/main" id="{2CDA3A44-F621-43E6-B4CC-C5B261C751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85738"/>
            <a:ext cx="7772400" cy="863600"/>
          </a:xfrm>
        </p:spPr>
        <p:txBody>
          <a:bodyPr/>
          <a:lstStyle/>
          <a:p>
            <a:r>
              <a:rPr lang="en-US" altLang="en-US"/>
              <a:t>Processes communicating</a:t>
            </a:r>
          </a:p>
        </p:txBody>
      </p:sp>
      <p:sp>
        <p:nvSpPr>
          <p:cNvPr id="48132" name="Rectangle 3">
            <a:extLst>
              <a:ext uri="{FF2B5EF4-FFF2-40B4-BE49-F238E27FC236}">
                <a16:creationId xmlns="" xmlns:a16="http://schemas.microsoft.com/office/drawing/2014/main" id="{896B13F7-9082-4A2F-8529-04D7404D781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39726" y="1510506"/>
            <a:ext cx="4291012" cy="4627563"/>
          </a:xfrm>
        </p:spPr>
        <p:txBody>
          <a:bodyPr>
            <a:normAutofit fontScale="92500" lnSpcReduction="10000"/>
          </a:bodyPr>
          <a:lstStyle/>
          <a:p>
            <a:r>
              <a:rPr lang="en-US" dirty="0" smtClean="0"/>
              <a:t>It </a:t>
            </a:r>
            <a:r>
              <a:rPr lang="en-US" dirty="0"/>
              <a:t>is not actually programs but </a:t>
            </a:r>
            <a:r>
              <a:rPr lang="en-US" b="1" dirty="0">
                <a:solidFill>
                  <a:srgbClr val="0070C0"/>
                </a:solidFill>
              </a:rPr>
              <a:t>processes that communicate</a:t>
            </a:r>
            <a:endParaRPr lang="en-US" altLang="en-US" b="1" i="1" dirty="0" smtClean="0">
              <a:solidFill>
                <a:srgbClr val="0070C0"/>
              </a:solidFill>
            </a:endParaRPr>
          </a:p>
          <a:p>
            <a:r>
              <a:rPr lang="en-US" altLang="en-US" i="1" dirty="0" smtClean="0">
                <a:solidFill>
                  <a:srgbClr val="CC0000"/>
                </a:solidFill>
              </a:rPr>
              <a:t>A process</a:t>
            </a:r>
            <a:r>
              <a:rPr lang="en-US" altLang="en-US" i="1" dirty="0">
                <a:solidFill>
                  <a:srgbClr val="CC0000"/>
                </a:solidFill>
              </a:rPr>
              <a:t>:</a:t>
            </a:r>
            <a:r>
              <a:rPr lang="en-US" altLang="en-US" dirty="0"/>
              <a:t> </a:t>
            </a:r>
            <a:endParaRPr lang="en-US" altLang="en-US" dirty="0" smtClean="0"/>
          </a:p>
          <a:p>
            <a:pPr lvl="1"/>
            <a:r>
              <a:rPr lang="en-US" altLang="en-US" dirty="0" smtClean="0"/>
              <a:t>is a program running </a:t>
            </a:r>
            <a:r>
              <a:rPr lang="en-US" altLang="en-US" dirty="0"/>
              <a:t>within </a:t>
            </a:r>
            <a:r>
              <a:rPr lang="en-US" altLang="en-US" dirty="0" smtClean="0"/>
              <a:t>an end system or host</a:t>
            </a:r>
            <a:endParaRPr lang="en-US" altLang="en-US" dirty="0"/>
          </a:p>
          <a:p>
            <a:r>
              <a:rPr lang="en-US" altLang="en-US" sz="2400" dirty="0" smtClean="0"/>
              <a:t>Within </a:t>
            </a:r>
            <a:r>
              <a:rPr lang="en-US" altLang="en-US" sz="2400" dirty="0"/>
              <a:t>same host, two processes communicate using  </a:t>
            </a:r>
            <a:r>
              <a:rPr lang="en-US" altLang="en-US" sz="2400" dirty="0">
                <a:solidFill>
                  <a:srgbClr val="CC0000"/>
                </a:solidFill>
              </a:rPr>
              <a:t>inter-process communication</a:t>
            </a:r>
            <a:r>
              <a:rPr lang="en-US" altLang="en-US" sz="2400" dirty="0"/>
              <a:t> (defined by OS)</a:t>
            </a:r>
          </a:p>
          <a:p>
            <a:r>
              <a:rPr lang="en-US" altLang="en-US" sz="2400" dirty="0" smtClean="0"/>
              <a:t>Processes </a:t>
            </a:r>
            <a:r>
              <a:rPr lang="en-US" altLang="en-US" sz="2400" dirty="0"/>
              <a:t>in different hosts communicate by exchanging </a:t>
            </a:r>
            <a:r>
              <a:rPr lang="en-US" altLang="en-US" sz="2400" dirty="0">
                <a:solidFill>
                  <a:srgbClr val="CC0000"/>
                </a:solidFill>
              </a:rPr>
              <a:t>messages</a:t>
            </a:r>
          </a:p>
        </p:txBody>
      </p:sp>
      <p:sp>
        <p:nvSpPr>
          <p:cNvPr id="48133" name="Rectangle 4">
            <a:extLst>
              <a:ext uri="{FF2B5EF4-FFF2-40B4-BE49-F238E27FC236}">
                <a16:creationId xmlns="" xmlns:a16="http://schemas.microsoft.com/office/drawing/2014/main" id="{33D414BA-D459-4F93-B647-20ED3A8F2D4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03788" y="1979613"/>
            <a:ext cx="4011612" cy="2259012"/>
          </a:xfrm>
          <a:noFill/>
        </p:spPr>
        <p:txBody>
          <a:bodyPr>
            <a:normAutofit fontScale="70000" lnSpcReduction="2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dirty="0"/>
              <a:t>A network application consists of pairs of processes that send messages to each other over a network.</a:t>
            </a:r>
            <a:endParaRPr lang="en-US" altLang="en-US" i="1" dirty="0" smtClean="0">
              <a:solidFill>
                <a:srgbClr val="CC0000"/>
              </a:solidFill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en-US" i="1" dirty="0" smtClean="0">
                <a:solidFill>
                  <a:srgbClr val="CC0000"/>
                </a:solidFill>
              </a:rPr>
              <a:t>client </a:t>
            </a:r>
            <a:r>
              <a:rPr lang="en-US" altLang="en-US" i="1" dirty="0">
                <a:solidFill>
                  <a:srgbClr val="CC0000"/>
                </a:solidFill>
              </a:rPr>
              <a:t>process:</a:t>
            </a:r>
            <a:r>
              <a:rPr lang="en-US" altLang="en-US" dirty="0"/>
              <a:t> </a:t>
            </a:r>
            <a:r>
              <a:rPr lang="en-US" altLang="en-US" sz="2400" dirty="0"/>
              <a:t>process that initiates communication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server process:</a:t>
            </a:r>
            <a:r>
              <a:rPr lang="en-US" altLang="en-US" dirty="0"/>
              <a:t> </a:t>
            </a:r>
            <a:r>
              <a:rPr lang="en-US" altLang="en-US" sz="2400" dirty="0"/>
              <a:t>process that waits to be contacted</a:t>
            </a:r>
            <a:endParaRPr lang="en-US" altLang="en-US" dirty="0"/>
          </a:p>
          <a:p>
            <a:pPr>
              <a:buFont typeface="Wingdings" panose="05000000000000000000" pitchFamily="2" charset="2"/>
              <a:buNone/>
            </a:pPr>
            <a:endParaRPr lang="en-US" altLang="en-US" dirty="0"/>
          </a:p>
        </p:txBody>
      </p:sp>
      <p:sp>
        <p:nvSpPr>
          <p:cNvPr id="48134" name="Rectangle 7">
            <a:extLst>
              <a:ext uri="{FF2B5EF4-FFF2-40B4-BE49-F238E27FC236}">
                <a16:creationId xmlns="" xmlns:a16="http://schemas.microsoft.com/office/drawing/2014/main" id="{5C05FA7A-0931-4683-84D7-3938629F9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1063" y="4238625"/>
            <a:ext cx="4224337" cy="2619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dirty="0"/>
              <a:t>With the Web, a browser is a client process and a Web server is a server process. </a:t>
            </a:r>
            <a:endParaRPr lang="en-US" dirty="0" smtClean="0"/>
          </a:p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dirty="0" smtClean="0"/>
              <a:t>With </a:t>
            </a:r>
            <a:r>
              <a:rPr lang="en-US" dirty="0"/>
              <a:t>P2P file sharing, the peer that is downloading the file is labeled as the client, and the peer that is uploading the file is labeled as the server.</a:t>
            </a:r>
            <a:endParaRPr lang="en-US" altLang="en-US" dirty="0">
              <a:latin typeface="Gill Sans MT" panose="020B0502020104020203" pitchFamily="34" charset="0"/>
            </a:endParaRPr>
          </a:p>
        </p:txBody>
      </p:sp>
      <p:pic>
        <p:nvPicPr>
          <p:cNvPr id="48135" name="Picture 12" descr="underline_base">
            <a:extLst>
              <a:ext uri="{FF2B5EF4-FFF2-40B4-BE49-F238E27FC236}">
                <a16:creationId xmlns="" xmlns:a16="http://schemas.microsoft.com/office/drawing/2014/main" id="{0B564200-017F-4ACB-8D42-3362B2A6392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975" y="8667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6" name="Rectangle 13">
            <a:extLst>
              <a:ext uri="{FF2B5EF4-FFF2-40B4-BE49-F238E27FC236}">
                <a16:creationId xmlns="" xmlns:a16="http://schemas.microsoft.com/office/drawing/2014/main" id="{C14012AA-FE04-403C-A4C3-4C0708B74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0738" y="1752600"/>
            <a:ext cx="4437062" cy="4984750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8137" name="Text Box 14">
            <a:extLst>
              <a:ext uri="{FF2B5EF4-FFF2-40B4-BE49-F238E27FC236}">
                <a16:creationId xmlns="" xmlns:a16="http://schemas.microsoft.com/office/drawing/2014/main" id="{8B77D4F7-906B-454C-A155-030D9BBE55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0450" y="1463675"/>
            <a:ext cx="2325688" cy="5191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dirty="0">
                <a:latin typeface="Gill Sans MT" panose="020B0502020104020203" pitchFamily="34" charset="0"/>
              </a:rPr>
              <a:t>clients, servers</a:t>
            </a:r>
          </a:p>
        </p:txBody>
      </p:sp>
    </p:spTree>
    <p:extLst>
      <p:ext uri="{BB962C8B-B14F-4D97-AF65-F5344CB8AC3E}">
        <p14:creationId xmlns:p14="http://schemas.microsoft.com/office/powerpoint/2010/main" val="18361349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8">
            <a:extLst>
              <a:ext uri="{FF2B5EF4-FFF2-40B4-BE49-F238E27FC236}">
                <a16:creationId xmlns="" xmlns:a16="http://schemas.microsoft.com/office/drawing/2014/main" id="{56962320-349D-4A8D-B993-E65DC7DD7C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BD7D903-A6DE-48FF-8348-49A7303F4907}" type="slidenum">
              <a:rPr lang="en-US" altLang="en-US" sz="1200">
                <a:latin typeface="Tahoma" panose="020B0604030504040204" pitchFamily="34" charset="0"/>
              </a:rPr>
              <a:pPr/>
              <a:t>13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0179" name="Rectangle 2">
            <a:extLst>
              <a:ext uri="{FF2B5EF4-FFF2-40B4-BE49-F238E27FC236}">
                <a16:creationId xmlns="" xmlns:a16="http://schemas.microsoft.com/office/drawing/2014/main" id="{777510E1-FADC-4FC6-B67C-3C8CF9D2AB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23825"/>
            <a:ext cx="8077200" cy="896938"/>
          </a:xfrm>
        </p:spPr>
        <p:txBody>
          <a:bodyPr/>
          <a:lstStyle/>
          <a:p>
            <a:r>
              <a:rPr lang="en-US" altLang="en-US" dirty="0"/>
              <a:t>Sockets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="" xmlns:a16="http://schemas.microsoft.com/office/drawing/2014/main" id="{7DC2BE66-7DB1-4815-8C15-F177AF5A5AB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49250" y="960657"/>
            <a:ext cx="8512175" cy="3460529"/>
          </a:xfrm>
        </p:spPr>
        <p:txBody>
          <a:bodyPr>
            <a:noAutofit/>
          </a:bodyPr>
          <a:lstStyle/>
          <a:p>
            <a:r>
              <a:rPr lang="en-US" sz="1800" dirty="0" smtClean="0"/>
              <a:t>Message </a:t>
            </a:r>
            <a:r>
              <a:rPr lang="en-US" sz="1800" dirty="0"/>
              <a:t>sent from one process to another must go through the underlying network. </a:t>
            </a:r>
            <a:endParaRPr lang="en-US" sz="1800" dirty="0" smtClean="0"/>
          </a:p>
          <a:p>
            <a:r>
              <a:rPr lang="en-US" sz="1800" b="1" dirty="0" smtClean="0">
                <a:solidFill>
                  <a:srgbClr val="FF0000"/>
                </a:solidFill>
              </a:rPr>
              <a:t>A </a:t>
            </a:r>
            <a:r>
              <a:rPr lang="en-US" sz="1800" b="1" dirty="0">
                <a:solidFill>
                  <a:srgbClr val="FF0000"/>
                </a:solidFill>
              </a:rPr>
              <a:t>process </a:t>
            </a:r>
            <a:r>
              <a:rPr lang="en-US" sz="1800" b="1" dirty="0">
                <a:solidFill>
                  <a:srgbClr val="00B050"/>
                </a:solidFill>
              </a:rPr>
              <a:t>sends messages into, and receives messages from</a:t>
            </a:r>
            <a:r>
              <a:rPr lang="en-US" sz="1800" dirty="0"/>
              <a:t>, the network through a </a:t>
            </a:r>
            <a:r>
              <a:rPr lang="en-US" sz="1800" b="1" dirty="0">
                <a:solidFill>
                  <a:srgbClr val="FFC000"/>
                </a:solidFill>
              </a:rPr>
              <a:t>software interface</a:t>
            </a:r>
            <a:r>
              <a:rPr lang="en-US" sz="1800" dirty="0"/>
              <a:t> called </a:t>
            </a:r>
            <a:r>
              <a:rPr lang="en-US" sz="1800" b="1" dirty="0">
                <a:solidFill>
                  <a:srgbClr val="FFC000"/>
                </a:solidFill>
              </a:rPr>
              <a:t>a socket</a:t>
            </a:r>
            <a:r>
              <a:rPr lang="en-US" sz="1800" dirty="0" smtClean="0"/>
              <a:t>.</a:t>
            </a:r>
            <a:endParaRPr lang="en-US" altLang="en-US" sz="1800" dirty="0" smtClean="0"/>
          </a:p>
          <a:p>
            <a:r>
              <a:rPr lang="en-US" sz="1800" dirty="0"/>
              <a:t>A </a:t>
            </a:r>
            <a:r>
              <a:rPr lang="en-US" sz="1800" b="1" dirty="0">
                <a:solidFill>
                  <a:srgbClr val="FF0000"/>
                </a:solidFill>
              </a:rPr>
              <a:t>process is analogous to a house </a:t>
            </a:r>
            <a:r>
              <a:rPr lang="en-US" sz="1800" dirty="0"/>
              <a:t>and its </a:t>
            </a:r>
            <a:r>
              <a:rPr lang="en-US" sz="1800" b="1" dirty="0">
                <a:solidFill>
                  <a:srgbClr val="FF0000"/>
                </a:solidFill>
              </a:rPr>
              <a:t>socket is analogous to its door</a:t>
            </a:r>
            <a:r>
              <a:rPr lang="en-US" sz="1800" dirty="0"/>
              <a:t>. </a:t>
            </a:r>
            <a:endParaRPr lang="en-US" sz="1800" dirty="0" smtClean="0"/>
          </a:p>
          <a:p>
            <a:pPr lvl="1"/>
            <a:r>
              <a:rPr lang="en-US" sz="1800" dirty="0" smtClean="0"/>
              <a:t>When </a:t>
            </a:r>
            <a:r>
              <a:rPr lang="en-US" sz="1800" dirty="0"/>
              <a:t>a process wants to send a message to another process on another host, it </a:t>
            </a:r>
            <a:r>
              <a:rPr lang="en-US" sz="1800" dirty="0" smtClean="0"/>
              <a:t>pushes </a:t>
            </a:r>
            <a:r>
              <a:rPr lang="en-US" sz="1800" dirty="0"/>
              <a:t>the </a:t>
            </a:r>
            <a:r>
              <a:rPr lang="en-US" sz="1800" b="1" dirty="0">
                <a:solidFill>
                  <a:srgbClr val="FFC000"/>
                </a:solidFill>
              </a:rPr>
              <a:t>message out its door (socket). </a:t>
            </a:r>
            <a:endParaRPr lang="en-US" sz="1800" b="1" dirty="0" smtClean="0">
              <a:solidFill>
                <a:srgbClr val="FFC000"/>
              </a:solidFill>
            </a:endParaRPr>
          </a:p>
          <a:p>
            <a:pPr lvl="1"/>
            <a:r>
              <a:rPr lang="en-US" sz="1800" dirty="0" smtClean="0"/>
              <a:t>Once </a:t>
            </a:r>
            <a:r>
              <a:rPr lang="en-US" sz="1800" dirty="0"/>
              <a:t>the message arrives at the destination host, the message passes through the </a:t>
            </a:r>
            <a:r>
              <a:rPr lang="en-US" sz="1800" b="1" dirty="0">
                <a:solidFill>
                  <a:srgbClr val="FFC000"/>
                </a:solidFill>
              </a:rPr>
              <a:t>receiving process’s door (socket)</a:t>
            </a:r>
            <a:r>
              <a:rPr lang="en-US" sz="1800" dirty="0"/>
              <a:t>, and the receiving process then acts on the message</a:t>
            </a:r>
            <a:r>
              <a:rPr lang="en-US" sz="1800" dirty="0" smtClean="0"/>
              <a:t>.</a:t>
            </a:r>
          </a:p>
          <a:p>
            <a:r>
              <a:rPr lang="en-US" sz="1800" b="1" dirty="0" smtClean="0"/>
              <a:t>Socket</a:t>
            </a:r>
            <a:r>
              <a:rPr lang="en-US" sz="1800" dirty="0" smtClean="0"/>
              <a:t> </a:t>
            </a:r>
            <a:r>
              <a:rPr lang="en-US" sz="1800" dirty="0"/>
              <a:t>is the </a:t>
            </a:r>
            <a:r>
              <a:rPr lang="en-US" sz="1800" b="1" dirty="0">
                <a:solidFill>
                  <a:srgbClr val="FF0000"/>
                </a:solidFill>
              </a:rPr>
              <a:t>interface</a:t>
            </a:r>
            <a:r>
              <a:rPr lang="en-US" sz="1800" dirty="0"/>
              <a:t> between </a:t>
            </a:r>
            <a:r>
              <a:rPr lang="en-US" sz="1800" b="1" dirty="0" smtClean="0">
                <a:solidFill>
                  <a:srgbClr val="FF0000"/>
                </a:solidFill>
              </a:rPr>
              <a:t>application and transport layers</a:t>
            </a:r>
            <a:r>
              <a:rPr lang="en-US" sz="1800" dirty="0" smtClean="0"/>
              <a:t> </a:t>
            </a:r>
            <a:r>
              <a:rPr lang="en-US" sz="1800" dirty="0"/>
              <a:t>within a </a:t>
            </a:r>
            <a:r>
              <a:rPr lang="en-US" sz="1800" dirty="0" smtClean="0"/>
              <a:t>host and </a:t>
            </a:r>
          </a:p>
          <a:p>
            <a:r>
              <a:rPr lang="en-US" sz="1800" b="1" dirty="0" smtClean="0">
                <a:solidFill>
                  <a:srgbClr val="FF0000"/>
                </a:solidFill>
              </a:rPr>
              <a:t>Socket</a:t>
            </a:r>
            <a:r>
              <a:rPr lang="en-US" sz="1800" dirty="0" smtClean="0"/>
              <a:t> is referred </a:t>
            </a:r>
            <a:r>
              <a:rPr lang="en-US" sz="1800" dirty="0"/>
              <a:t>to as </a:t>
            </a:r>
            <a:r>
              <a:rPr lang="en-US" sz="1800" b="1" dirty="0" smtClean="0">
                <a:solidFill>
                  <a:srgbClr val="00B050"/>
                </a:solidFill>
              </a:rPr>
              <a:t>Application </a:t>
            </a:r>
            <a:r>
              <a:rPr lang="en-US" sz="1800" b="1" dirty="0">
                <a:solidFill>
                  <a:srgbClr val="00B050"/>
                </a:solidFill>
              </a:rPr>
              <a:t>Programming Interface (API) </a:t>
            </a:r>
            <a:r>
              <a:rPr lang="en-US" sz="1800" dirty="0" smtClean="0"/>
              <a:t>between application </a:t>
            </a:r>
            <a:r>
              <a:rPr lang="en-US" sz="1800" dirty="0"/>
              <a:t>and </a:t>
            </a:r>
            <a:r>
              <a:rPr lang="en-US" sz="1800" dirty="0" smtClean="0"/>
              <a:t>network.</a:t>
            </a:r>
            <a:endParaRPr lang="en-US" altLang="en-US" sz="1800" dirty="0"/>
          </a:p>
        </p:txBody>
      </p:sp>
      <p:pic>
        <p:nvPicPr>
          <p:cNvPr id="50181" name="Picture 43" descr="underline_base">
            <a:extLst>
              <a:ext uri="{FF2B5EF4-FFF2-40B4-BE49-F238E27FC236}">
                <a16:creationId xmlns="" xmlns:a16="http://schemas.microsoft.com/office/drawing/2014/main" id="{80EAF5E7-0877-42CD-949C-843873B71620}"/>
              </a:ext>
            </a:extLst>
          </p:cNvPr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613" y="800100"/>
            <a:ext cx="19161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2" name="Freeform 66">
            <a:extLst>
              <a:ext uri="{FF2B5EF4-FFF2-40B4-BE49-F238E27FC236}">
                <a16:creationId xmlns="" xmlns:a16="http://schemas.microsoft.com/office/drawing/2014/main" id="{8B7C77D3-625E-453B-8E4F-3307747E8016}"/>
              </a:ext>
            </a:extLst>
          </p:cNvPr>
          <p:cNvSpPr>
            <a:spLocks/>
          </p:cNvSpPr>
          <p:nvPr/>
        </p:nvSpPr>
        <p:spPr bwMode="auto">
          <a:xfrm>
            <a:off x="6926263" y="4505325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0183" name="Freeform 7">
            <a:extLst>
              <a:ext uri="{FF2B5EF4-FFF2-40B4-BE49-F238E27FC236}">
                <a16:creationId xmlns="" xmlns:a16="http://schemas.microsoft.com/office/drawing/2014/main" id="{AAB1F942-07B3-4635-B3E4-E9F37C811AE4}"/>
              </a:ext>
            </a:extLst>
          </p:cNvPr>
          <p:cNvSpPr>
            <a:spLocks/>
          </p:cNvSpPr>
          <p:nvPr/>
        </p:nvSpPr>
        <p:spPr bwMode="auto">
          <a:xfrm>
            <a:off x="3611563" y="5802312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84" name="Text Box 51">
            <a:extLst>
              <a:ext uri="{FF2B5EF4-FFF2-40B4-BE49-F238E27FC236}">
                <a16:creationId xmlns="" xmlns:a16="http://schemas.microsoft.com/office/drawing/2014/main" id="{D0A840E7-1416-4160-A6B6-F9D1237EC2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9713" y="5934075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Internet</a:t>
            </a:r>
          </a:p>
        </p:txBody>
      </p:sp>
      <p:sp>
        <p:nvSpPr>
          <p:cNvPr id="50185" name="Line 52">
            <a:extLst>
              <a:ext uri="{FF2B5EF4-FFF2-40B4-BE49-F238E27FC236}">
                <a16:creationId xmlns="" xmlns:a16="http://schemas.microsoft.com/office/drawing/2014/main" id="{79EEF8E2-5437-4718-828B-BAD09434635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0263" y="6345237"/>
            <a:ext cx="2211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86" name="Text Box 53">
            <a:extLst>
              <a:ext uri="{FF2B5EF4-FFF2-40B4-BE49-F238E27FC236}">
                <a16:creationId xmlns="" xmlns:a16="http://schemas.microsoft.com/office/drawing/2014/main" id="{31DBFF1D-3D96-43AC-9A9B-204705A5D2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3625" y="5273675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controlled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by OS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50187" name="Text Box 56">
            <a:extLst>
              <a:ext uri="{FF2B5EF4-FFF2-40B4-BE49-F238E27FC236}">
                <a16:creationId xmlns="" xmlns:a16="http://schemas.microsoft.com/office/drawing/2014/main" id="{8D831884-FBE9-47B6-AD01-4C6F1579CF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4373563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controlled by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app developer</a:t>
            </a:r>
          </a:p>
        </p:txBody>
      </p:sp>
      <p:sp>
        <p:nvSpPr>
          <p:cNvPr id="50188" name="Freeform 45">
            <a:extLst>
              <a:ext uri="{FF2B5EF4-FFF2-40B4-BE49-F238E27FC236}">
                <a16:creationId xmlns="" xmlns:a16="http://schemas.microsoft.com/office/drawing/2014/main" id="{E41017D0-ADF7-4443-8E91-FDE13513B5A8}"/>
              </a:ext>
            </a:extLst>
          </p:cNvPr>
          <p:cNvSpPr>
            <a:spLocks/>
          </p:cNvSpPr>
          <p:nvPr/>
        </p:nvSpPr>
        <p:spPr bwMode="auto">
          <a:xfrm>
            <a:off x="1185863" y="4568825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0189" name="Rectangle 23">
            <a:extLst>
              <a:ext uri="{FF2B5EF4-FFF2-40B4-BE49-F238E27FC236}">
                <a16:creationId xmlns="" xmlns:a16="http://schemas.microsoft.com/office/drawing/2014/main" id="{94BEB330-09CD-4E23-8582-FA5507C3E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4524375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0190" name="Rectangle 24">
            <a:extLst>
              <a:ext uri="{FF2B5EF4-FFF2-40B4-BE49-F238E27FC236}">
                <a16:creationId xmlns="" xmlns:a16="http://schemas.microsoft.com/office/drawing/2014/main" id="{2CC9A682-4B12-4673-B415-8CD997E2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4578350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0191" name="Line 25">
            <a:extLst>
              <a:ext uri="{FF2B5EF4-FFF2-40B4-BE49-F238E27FC236}">
                <a16:creationId xmlns="" xmlns:a16="http://schemas.microsoft.com/office/drawing/2014/main" id="{E93A67A5-F946-407A-A983-53AB07EC6CA4}"/>
              </a:ext>
            </a:extLst>
          </p:cNvPr>
          <p:cNvSpPr>
            <a:spLocks noChangeShapeType="1"/>
          </p:cNvSpPr>
          <p:nvPr/>
        </p:nvSpPr>
        <p:spPr bwMode="auto">
          <a:xfrm>
            <a:off x="1960563" y="533876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2" name="Text Box 26">
            <a:extLst>
              <a:ext uri="{FF2B5EF4-FFF2-40B4-BE49-F238E27FC236}">
                <a16:creationId xmlns="" xmlns:a16="http://schemas.microsoft.com/office/drawing/2014/main" id="{20F4A87E-C690-4B9D-8989-86D13A93A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7700" y="532130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50193" name="Line 27">
            <a:extLst>
              <a:ext uri="{FF2B5EF4-FFF2-40B4-BE49-F238E27FC236}">
                <a16:creationId xmlns="" xmlns:a16="http://schemas.microsoft.com/office/drawing/2014/main" id="{A350F07F-3444-4D74-B10E-AB8E5E6CDD5E}"/>
              </a:ext>
            </a:extLst>
          </p:cNvPr>
          <p:cNvSpPr>
            <a:spLocks noChangeShapeType="1"/>
          </p:cNvSpPr>
          <p:nvPr/>
        </p:nvSpPr>
        <p:spPr bwMode="auto">
          <a:xfrm>
            <a:off x="1968500" y="565943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4" name="Line 28">
            <a:extLst>
              <a:ext uri="{FF2B5EF4-FFF2-40B4-BE49-F238E27FC236}">
                <a16:creationId xmlns="" xmlns:a16="http://schemas.microsoft.com/office/drawing/2014/main" id="{2AB42FDD-215C-4482-90D3-F4517CBFAACD}"/>
              </a:ext>
            </a:extLst>
          </p:cNvPr>
          <p:cNvSpPr>
            <a:spLocks noChangeShapeType="1"/>
          </p:cNvSpPr>
          <p:nvPr/>
        </p:nvSpPr>
        <p:spPr bwMode="auto">
          <a:xfrm>
            <a:off x="1954213" y="59690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5" name="Line 29">
            <a:extLst>
              <a:ext uri="{FF2B5EF4-FFF2-40B4-BE49-F238E27FC236}">
                <a16:creationId xmlns="" xmlns:a16="http://schemas.microsoft.com/office/drawing/2014/main" id="{2AC71264-6525-4AB0-8848-42B89DE941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54213" y="625475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6" name="Text Box 26">
            <a:extLst>
              <a:ext uri="{FF2B5EF4-FFF2-40B4-BE49-F238E27FC236}">
                <a16:creationId xmlns="" xmlns:a16="http://schemas.microsoft.com/office/drawing/2014/main" id="{38A129ED-233B-4C27-8DBB-4277F20EED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25" y="456882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50197" name="Text Box 26">
            <a:extLst>
              <a:ext uri="{FF2B5EF4-FFF2-40B4-BE49-F238E27FC236}">
                <a16:creationId xmlns="" xmlns:a16="http://schemas.microsoft.com/office/drawing/2014/main" id="{5B9F9934-F255-4F57-B385-C4FD4D036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8175" y="622617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50198" name="Text Box 26">
            <a:extLst>
              <a:ext uri="{FF2B5EF4-FFF2-40B4-BE49-F238E27FC236}">
                <a16:creationId xmlns="" xmlns:a16="http://schemas.microsoft.com/office/drawing/2014/main" id="{28605A6C-CA6C-4B69-9471-4225CB1A2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7225" y="594042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50199" name="Text Box 26">
            <a:extLst>
              <a:ext uri="{FF2B5EF4-FFF2-40B4-BE49-F238E27FC236}">
                <a16:creationId xmlns="" xmlns:a16="http://schemas.microsoft.com/office/drawing/2014/main" id="{31D943E9-7BF7-4358-95A3-C05E52BD66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7700" y="564515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50200" name="Oval 57">
            <a:extLst>
              <a:ext uri="{FF2B5EF4-FFF2-40B4-BE49-F238E27FC236}">
                <a16:creationId xmlns="" xmlns:a16="http://schemas.microsoft.com/office/drawing/2014/main" id="{C498D7CB-1498-4336-BB2C-FC06D39BE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5975" y="4843462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process</a:t>
            </a:r>
          </a:p>
        </p:txBody>
      </p:sp>
      <p:grpSp>
        <p:nvGrpSpPr>
          <p:cNvPr id="50201" name="Group 58">
            <a:extLst>
              <a:ext uri="{FF2B5EF4-FFF2-40B4-BE49-F238E27FC236}">
                <a16:creationId xmlns="" xmlns:a16="http://schemas.microsoft.com/office/drawing/2014/main" id="{92BFE4DA-5CCA-43C8-BF50-C9B6C6E79818}"/>
              </a:ext>
            </a:extLst>
          </p:cNvPr>
          <p:cNvGrpSpPr>
            <a:grpSpLocks/>
          </p:cNvGrpSpPr>
          <p:nvPr/>
        </p:nvGrpSpPr>
        <p:grpSpPr bwMode="auto">
          <a:xfrm>
            <a:off x="2333625" y="5203825"/>
            <a:ext cx="546100" cy="225425"/>
            <a:chOff x="1287" y="2524"/>
            <a:chExt cx="260" cy="100"/>
          </a:xfrm>
        </p:grpSpPr>
        <p:sp>
          <p:nvSpPr>
            <p:cNvPr id="50231" name="Rectangle 59">
              <a:extLst>
                <a:ext uri="{FF2B5EF4-FFF2-40B4-BE49-F238E27FC236}">
                  <a16:creationId xmlns="" xmlns:a16="http://schemas.microsoft.com/office/drawing/2014/main" id="{25EA78CE-C54F-40CC-938C-369881415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2" name="Rectangle 60">
              <a:extLst>
                <a:ext uri="{FF2B5EF4-FFF2-40B4-BE49-F238E27FC236}">
                  <a16:creationId xmlns="" xmlns:a16="http://schemas.microsoft.com/office/drawing/2014/main" id="{B8A0FA13-D6B5-4CE8-9B53-39E37464C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3" name="Rectangle 61">
              <a:extLst>
                <a:ext uri="{FF2B5EF4-FFF2-40B4-BE49-F238E27FC236}">
                  <a16:creationId xmlns="" xmlns:a16="http://schemas.microsoft.com/office/drawing/2014/main" id="{3D7A2BBC-D941-4FE0-BD68-0FEAFCD95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4" name="Rectangle 62">
              <a:extLst>
                <a:ext uri="{FF2B5EF4-FFF2-40B4-BE49-F238E27FC236}">
                  <a16:creationId xmlns="" xmlns:a16="http://schemas.microsoft.com/office/drawing/2014/main" id="{80A8DBCE-B721-49C9-97BA-5C261EBF9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50202" name="Rectangle 23">
            <a:extLst>
              <a:ext uri="{FF2B5EF4-FFF2-40B4-BE49-F238E27FC236}">
                <a16:creationId xmlns="" xmlns:a16="http://schemas.microsoft.com/office/drawing/2014/main" id="{5A6E5ACA-6216-4528-8B59-EDDC5CF48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1500" y="4495800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0203" name="Rectangle 24">
            <a:extLst>
              <a:ext uri="{FF2B5EF4-FFF2-40B4-BE49-F238E27FC236}">
                <a16:creationId xmlns="" xmlns:a16="http://schemas.microsoft.com/office/drawing/2014/main" id="{8DEC739E-6035-4A24-A9AE-6235BA9B7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3400" y="4549775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0204" name="Line 25">
            <a:extLst>
              <a:ext uri="{FF2B5EF4-FFF2-40B4-BE49-F238E27FC236}">
                <a16:creationId xmlns="" xmlns:a16="http://schemas.microsoft.com/office/drawing/2014/main" id="{B5709FDD-2A88-4D0F-9F3B-95EFC9B06B54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2925" y="531018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5" name="Text Box 26">
            <a:extLst>
              <a:ext uri="{FF2B5EF4-FFF2-40B4-BE49-F238E27FC236}">
                <a16:creationId xmlns="" xmlns:a16="http://schemas.microsoft.com/office/drawing/2014/main" id="{F02340EA-65FB-410D-A0CF-CD37B46AD9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0063" y="529272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50206" name="Line 27">
            <a:extLst>
              <a:ext uri="{FF2B5EF4-FFF2-40B4-BE49-F238E27FC236}">
                <a16:creationId xmlns="" xmlns:a16="http://schemas.microsoft.com/office/drawing/2014/main" id="{368061E4-B0E5-40C2-B737-FA599116C40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0863" y="563086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7" name="Line 28">
            <a:extLst>
              <a:ext uri="{FF2B5EF4-FFF2-40B4-BE49-F238E27FC236}">
                <a16:creationId xmlns="" xmlns:a16="http://schemas.microsoft.com/office/drawing/2014/main" id="{BFDB5860-5AA6-4A60-A46D-8B5C0E35FF9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6575" y="59404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8" name="Line 29">
            <a:extLst>
              <a:ext uri="{FF2B5EF4-FFF2-40B4-BE49-F238E27FC236}">
                <a16:creationId xmlns="" xmlns:a16="http://schemas.microsoft.com/office/drawing/2014/main" id="{CA78D185-7B57-4FFD-B991-8C43FCA40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6575" y="62261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9" name="Text Box 26">
            <a:extLst>
              <a:ext uri="{FF2B5EF4-FFF2-40B4-BE49-F238E27FC236}">
                <a16:creationId xmlns="" xmlns:a16="http://schemas.microsoft.com/office/drawing/2014/main" id="{240E0D8E-99B3-4C02-99AC-A6B2C1212F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4988" y="454025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50210" name="Text Box 26">
            <a:extLst>
              <a:ext uri="{FF2B5EF4-FFF2-40B4-BE49-F238E27FC236}">
                <a16:creationId xmlns="" xmlns:a16="http://schemas.microsoft.com/office/drawing/2014/main" id="{84900FD2-57DD-4033-8BFA-BEFBF52E7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0538" y="619760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50211" name="Text Box 26">
            <a:extLst>
              <a:ext uri="{FF2B5EF4-FFF2-40B4-BE49-F238E27FC236}">
                <a16:creationId xmlns="" xmlns:a16="http://schemas.microsoft.com/office/drawing/2014/main" id="{5A3A5B87-F8D5-4BC0-AEFC-8A41C62255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9588" y="591185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50212" name="Text Box 26">
            <a:extLst>
              <a:ext uri="{FF2B5EF4-FFF2-40B4-BE49-F238E27FC236}">
                <a16:creationId xmlns="" xmlns:a16="http://schemas.microsoft.com/office/drawing/2014/main" id="{A9232349-A045-4BEC-AA8C-2D6E96792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0063" y="561657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50213" name="Oval 78">
            <a:extLst>
              <a:ext uri="{FF2B5EF4-FFF2-40B4-BE49-F238E27FC236}">
                <a16:creationId xmlns="" xmlns:a16="http://schemas.microsoft.com/office/drawing/2014/main" id="{31A68B30-CC29-4884-9906-62874EF96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8338" y="4814887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process</a:t>
            </a:r>
          </a:p>
        </p:txBody>
      </p:sp>
      <p:grpSp>
        <p:nvGrpSpPr>
          <p:cNvPr id="50214" name="Group 79">
            <a:extLst>
              <a:ext uri="{FF2B5EF4-FFF2-40B4-BE49-F238E27FC236}">
                <a16:creationId xmlns="" xmlns:a16="http://schemas.microsoft.com/office/drawing/2014/main" id="{68CDB20A-C01F-4968-8D7D-CB7297AADECC}"/>
              </a:ext>
            </a:extLst>
          </p:cNvPr>
          <p:cNvGrpSpPr>
            <a:grpSpLocks/>
          </p:cNvGrpSpPr>
          <p:nvPr/>
        </p:nvGrpSpPr>
        <p:grpSpPr bwMode="auto">
          <a:xfrm>
            <a:off x="5995988" y="5175250"/>
            <a:ext cx="546100" cy="225425"/>
            <a:chOff x="1287" y="2524"/>
            <a:chExt cx="260" cy="100"/>
          </a:xfrm>
        </p:grpSpPr>
        <p:sp>
          <p:nvSpPr>
            <p:cNvPr id="50227" name="Rectangle 80">
              <a:extLst>
                <a:ext uri="{FF2B5EF4-FFF2-40B4-BE49-F238E27FC236}">
                  <a16:creationId xmlns="" xmlns:a16="http://schemas.microsoft.com/office/drawing/2014/main" id="{10A1531A-5F15-43CE-8B28-BA7834A23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28" name="Rectangle 81">
              <a:extLst>
                <a:ext uri="{FF2B5EF4-FFF2-40B4-BE49-F238E27FC236}">
                  <a16:creationId xmlns="" xmlns:a16="http://schemas.microsoft.com/office/drawing/2014/main" id="{8E931298-2690-4AA5-9EC8-EAD746F73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29" name="Rectangle 82">
              <a:extLst>
                <a:ext uri="{FF2B5EF4-FFF2-40B4-BE49-F238E27FC236}">
                  <a16:creationId xmlns="" xmlns:a16="http://schemas.microsoft.com/office/drawing/2014/main" id="{03C7E83A-28C7-49BB-9FD1-6A449BCDA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0" name="Rectangle 83">
              <a:extLst>
                <a:ext uri="{FF2B5EF4-FFF2-40B4-BE49-F238E27FC236}">
                  <a16:creationId xmlns="" xmlns:a16="http://schemas.microsoft.com/office/drawing/2014/main" id="{3B1C0163-9E01-41A1-A193-80E043C44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50215" name="Line 88">
            <a:extLst>
              <a:ext uri="{FF2B5EF4-FFF2-40B4-BE49-F238E27FC236}">
                <a16:creationId xmlns="" xmlns:a16="http://schemas.microsoft.com/office/drawing/2014/main" id="{972E1196-E241-456F-912B-7D6C54147A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05613" y="4946650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6" name="Line 89">
            <a:extLst>
              <a:ext uri="{FF2B5EF4-FFF2-40B4-BE49-F238E27FC236}">
                <a16:creationId xmlns="" xmlns:a16="http://schemas.microsoft.com/office/drawing/2014/main" id="{88CF27D3-E66D-4B6D-AF6E-086D0AC71007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1038" y="5372100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7" name="Line 90">
            <a:extLst>
              <a:ext uri="{FF2B5EF4-FFF2-40B4-BE49-F238E27FC236}">
                <a16:creationId xmlns="" xmlns:a16="http://schemas.microsoft.com/office/drawing/2014/main" id="{55F280C2-3955-4D43-A421-95F312FF83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54850" y="5872162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8" name="Text Box 56">
            <a:extLst>
              <a:ext uri="{FF2B5EF4-FFF2-40B4-BE49-F238E27FC236}">
                <a16:creationId xmlns="" xmlns:a16="http://schemas.microsoft.com/office/drawing/2014/main" id="{671238DB-BC53-4F76-AE5B-95CB46B5F5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8750" y="4627562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socket</a:t>
            </a:r>
          </a:p>
        </p:txBody>
      </p:sp>
      <p:sp>
        <p:nvSpPr>
          <p:cNvPr id="50219" name="Line 92">
            <a:extLst>
              <a:ext uri="{FF2B5EF4-FFF2-40B4-BE49-F238E27FC236}">
                <a16:creationId xmlns="" xmlns:a16="http://schemas.microsoft.com/office/drawing/2014/main" id="{762EDBC3-2862-4E77-B299-5709C56AFF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71800" y="4827587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0" name="Line 93">
            <a:extLst>
              <a:ext uri="{FF2B5EF4-FFF2-40B4-BE49-F238E27FC236}">
                <a16:creationId xmlns="" xmlns:a16="http://schemas.microsoft.com/office/drawing/2014/main" id="{BF0D3C6D-6DFD-4272-90AA-A87FA02A6D8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06963" y="4816475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221" name="Group 96">
            <a:extLst>
              <a:ext uri="{FF2B5EF4-FFF2-40B4-BE49-F238E27FC236}">
                <a16:creationId xmlns="" xmlns:a16="http://schemas.microsoft.com/office/drawing/2014/main" id="{82F5146A-1608-4946-A983-5087813277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5881687"/>
            <a:ext cx="719138" cy="773113"/>
            <a:chOff x="-44" y="1473"/>
            <a:chExt cx="981" cy="1105"/>
          </a:xfrm>
        </p:grpSpPr>
        <p:pic>
          <p:nvPicPr>
            <p:cNvPr id="50225" name="Picture 97" descr="desktop_computer_stylized_medium">
              <a:extLst>
                <a:ext uri="{FF2B5EF4-FFF2-40B4-BE49-F238E27FC236}">
                  <a16:creationId xmlns="" xmlns:a16="http://schemas.microsoft.com/office/drawing/2014/main" id="{C8A17979-6B10-4718-8EC1-AAD6F19FBC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226" name="Freeform 98">
              <a:extLst>
                <a:ext uri="{FF2B5EF4-FFF2-40B4-BE49-F238E27FC236}">
                  <a16:creationId xmlns="" xmlns:a16="http://schemas.microsoft.com/office/drawing/2014/main" id="{870BF984-E0DB-474B-AA82-5EB66DDD8B9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0222" name="Group 99">
            <a:extLst>
              <a:ext uri="{FF2B5EF4-FFF2-40B4-BE49-F238E27FC236}">
                <a16:creationId xmlns="" xmlns:a16="http://schemas.microsoft.com/office/drawing/2014/main" id="{DA244D2D-10AB-421A-B161-4BEB0979F5F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458075" y="6076950"/>
            <a:ext cx="719138" cy="773112"/>
            <a:chOff x="-44" y="1473"/>
            <a:chExt cx="981" cy="1105"/>
          </a:xfrm>
        </p:grpSpPr>
        <p:pic>
          <p:nvPicPr>
            <p:cNvPr id="50223" name="Picture 100" descr="desktop_computer_stylized_medium">
              <a:extLst>
                <a:ext uri="{FF2B5EF4-FFF2-40B4-BE49-F238E27FC236}">
                  <a16:creationId xmlns="" xmlns:a16="http://schemas.microsoft.com/office/drawing/2014/main" id="{3E0EC7F3-C8A4-4178-9A8D-1E639440D9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224" name="Freeform 101">
              <a:extLst>
                <a:ext uri="{FF2B5EF4-FFF2-40B4-BE49-F238E27FC236}">
                  <a16:creationId xmlns="" xmlns:a16="http://schemas.microsoft.com/office/drawing/2014/main" id="{C18FDE3C-D11F-42FD-A093-D4259296D5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034390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8">
            <a:extLst>
              <a:ext uri="{FF2B5EF4-FFF2-40B4-BE49-F238E27FC236}">
                <a16:creationId xmlns="" xmlns:a16="http://schemas.microsoft.com/office/drawing/2014/main" id="{8D6E8D4C-F020-42D7-A5D6-90FDD3CA5D7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FCDDB75-1665-4223-A854-BC89AB8707B0}" type="slidenum">
              <a:rPr lang="en-US" altLang="en-US" sz="1200">
                <a:latin typeface="Tahoma" panose="020B0604030504040204" pitchFamily="34" charset="0"/>
              </a:rPr>
              <a:pPr/>
              <a:t>14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2227" name="Picture 10" descr="underline_base">
            <a:extLst>
              <a:ext uri="{FF2B5EF4-FFF2-40B4-BE49-F238E27FC236}">
                <a16:creationId xmlns="" xmlns:a16="http://schemas.microsoft.com/office/drawing/2014/main" id="{7831219D-3C7F-4775-A144-9DCBFF420BD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988" y="871538"/>
            <a:ext cx="420528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28" name="Rectangle 2">
            <a:extLst>
              <a:ext uri="{FF2B5EF4-FFF2-40B4-BE49-F238E27FC236}">
                <a16:creationId xmlns="" xmlns:a16="http://schemas.microsoft.com/office/drawing/2014/main" id="{C4452A18-D97C-4B38-AB91-3E21BF1DFC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238125"/>
            <a:ext cx="7772400" cy="871538"/>
          </a:xfrm>
        </p:spPr>
        <p:txBody>
          <a:bodyPr/>
          <a:lstStyle/>
          <a:p>
            <a:r>
              <a:rPr lang="en-US" altLang="en-US" sz="3600"/>
              <a:t>Addressing processes</a:t>
            </a:r>
            <a:endParaRPr lang="en-US" altLang="en-US"/>
          </a:p>
        </p:txBody>
      </p:sp>
      <p:sp>
        <p:nvSpPr>
          <p:cNvPr id="52229" name="Rectangle 3">
            <a:extLst>
              <a:ext uri="{FF2B5EF4-FFF2-40B4-BE49-F238E27FC236}">
                <a16:creationId xmlns="" xmlns:a16="http://schemas.microsoft.com/office/drawing/2014/main" id="{727E0E25-6CE0-489F-89F3-9EB50181ED6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8474" y="1365249"/>
            <a:ext cx="4385278" cy="5210175"/>
          </a:xfrm>
        </p:spPr>
        <p:txBody>
          <a:bodyPr>
            <a:normAutofit fontScale="92500" lnSpcReduction="20000"/>
          </a:bodyPr>
          <a:lstStyle/>
          <a:p>
            <a:r>
              <a:rPr lang="en-US" sz="2400" dirty="0" smtClean="0"/>
              <a:t>For </a:t>
            </a:r>
            <a:r>
              <a:rPr lang="en-US" sz="2400" dirty="0"/>
              <a:t>a process running on one host to send packets to a process running on another host, the </a:t>
            </a:r>
            <a:r>
              <a:rPr lang="en-US" sz="2400" dirty="0">
                <a:solidFill>
                  <a:srgbClr val="FF0000"/>
                </a:solidFill>
              </a:rPr>
              <a:t>receiving process needs to have an </a:t>
            </a:r>
            <a:r>
              <a:rPr lang="en-US" sz="2400" b="1" dirty="0">
                <a:solidFill>
                  <a:srgbClr val="FF0000"/>
                </a:solidFill>
              </a:rPr>
              <a:t>address</a:t>
            </a:r>
            <a:r>
              <a:rPr lang="en-US" sz="2400" dirty="0"/>
              <a:t>. </a:t>
            </a:r>
            <a:endParaRPr lang="en-US" sz="2400" dirty="0" smtClean="0"/>
          </a:p>
          <a:p>
            <a:r>
              <a:rPr lang="en-US" sz="2400" dirty="0" smtClean="0"/>
              <a:t>To </a:t>
            </a:r>
            <a:r>
              <a:rPr lang="en-US" sz="2400" dirty="0"/>
              <a:t>identify the receiving process, two pieces of information need to be specified: </a:t>
            </a:r>
            <a:endParaRPr lang="en-US" sz="2400" dirty="0" smtClean="0"/>
          </a:p>
          <a:p>
            <a:pPr lvl="1"/>
            <a:r>
              <a:rPr lang="en-US" sz="2000" dirty="0" smtClean="0"/>
              <a:t>(</a:t>
            </a:r>
            <a:r>
              <a:rPr lang="en-US" sz="2000" dirty="0"/>
              <a:t>1) </a:t>
            </a:r>
            <a:r>
              <a:rPr lang="en-US" sz="2100" b="1" dirty="0" smtClean="0">
                <a:solidFill>
                  <a:srgbClr val="00B050"/>
                </a:solidFill>
              </a:rPr>
              <a:t>Address</a:t>
            </a:r>
            <a:r>
              <a:rPr lang="en-US" sz="2100" dirty="0" smtClean="0"/>
              <a:t> </a:t>
            </a:r>
            <a:r>
              <a:rPr lang="en-US" sz="2100" dirty="0"/>
              <a:t>of the host </a:t>
            </a:r>
            <a:r>
              <a:rPr lang="en-US" sz="2100" dirty="0" smtClean="0"/>
              <a:t>i.e. IP address </a:t>
            </a:r>
          </a:p>
          <a:p>
            <a:pPr lvl="1"/>
            <a:r>
              <a:rPr lang="en-US" sz="2100" dirty="0" smtClean="0"/>
              <a:t>(</a:t>
            </a:r>
            <a:r>
              <a:rPr lang="en-US" sz="2100" dirty="0"/>
              <a:t>2) </a:t>
            </a:r>
            <a:r>
              <a:rPr lang="en-US" sz="2100" b="1" dirty="0" smtClean="0">
                <a:solidFill>
                  <a:srgbClr val="FF0000"/>
                </a:solidFill>
              </a:rPr>
              <a:t>Identifier</a:t>
            </a:r>
            <a:r>
              <a:rPr lang="en-US" sz="2100" dirty="0" smtClean="0"/>
              <a:t> </a:t>
            </a:r>
            <a:r>
              <a:rPr lang="en-US" sz="2100" dirty="0"/>
              <a:t>that specifies the </a:t>
            </a:r>
            <a:r>
              <a:rPr lang="en-US" sz="2100" b="1" dirty="0">
                <a:solidFill>
                  <a:srgbClr val="FFC000"/>
                </a:solidFill>
              </a:rPr>
              <a:t>receiving process </a:t>
            </a:r>
            <a:r>
              <a:rPr lang="en-US" sz="2100" b="1" dirty="0" smtClean="0">
                <a:solidFill>
                  <a:srgbClr val="FFC000"/>
                </a:solidFill>
              </a:rPr>
              <a:t>i.e. </a:t>
            </a:r>
            <a:r>
              <a:rPr lang="en-US" sz="2100" b="1" dirty="0">
                <a:solidFill>
                  <a:srgbClr val="FFC000"/>
                </a:solidFill>
              </a:rPr>
              <a:t>the receiving </a:t>
            </a:r>
            <a:r>
              <a:rPr lang="en-US" sz="2100" b="1" dirty="0" smtClean="0">
                <a:solidFill>
                  <a:srgbClr val="FFC000"/>
                </a:solidFill>
              </a:rPr>
              <a:t>socket</a:t>
            </a:r>
            <a:r>
              <a:rPr lang="en-US" sz="2100" dirty="0" smtClean="0"/>
              <a:t> in </a:t>
            </a:r>
            <a:r>
              <a:rPr lang="en-US" sz="2100" dirty="0"/>
              <a:t>the destination host</a:t>
            </a:r>
            <a:r>
              <a:rPr lang="en-US" sz="2100" dirty="0" smtClean="0"/>
              <a:t>.</a:t>
            </a:r>
          </a:p>
          <a:p>
            <a:pPr lvl="2"/>
            <a:r>
              <a:rPr lang="en-US" sz="1700" b="1" dirty="0">
                <a:solidFill>
                  <a:srgbClr val="FF0000"/>
                </a:solidFill>
              </a:rPr>
              <a:t>A destination port number</a:t>
            </a:r>
            <a:r>
              <a:rPr lang="en-US" sz="1600" dirty="0"/>
              <a:t> serves this </a:t>
            </a:r>
            <a:r>
              <a:rPr lang="en-US" sz="1600" dirty="0" smtClean="0"/>
              <a:t>purpose</a:t>
            </a:r>
            <a:endParaRPr lang="en-US" altLang="en-US" sz="2400" dirty="0"/>
          </a:p>
          <a:p>
            <a:r>
              <a:rPr lang="en-US" altLang="en-US" sz="2400" i="1" u="sng" dirty="0">
                <a:solidFill>
                  <a:srgbClr val="CC0000"/>
                </a:solidFill>
              </a:rPr>
              <a:t>Q:</a:t>
            </a:r>
            <a:r>
              <a:rPr lang="en-US" altLang="en-US" sz="2400" dirty="0"/>
              <a:t> does  IP address of host on which process runs suffice for identifying the process?</a:t>
            </a:r>
          </a:p>
        </p:txBody>
      </p:sp>
      <p:sp>
        <p:nvSpPr>
          <p:cNvPr id="237572" name="Rectangle 4">
            <a:extLst>
              <a:ext uri="{FF2B5EF4-FFF2-40B4-BE49-F238E27FC236}">
                <a16:creationId xmlns="" xmlns:a16="http://schemas.microsoft.com/office/drawing/2014/main" id="{FD784D96-7489-4DC8-83C7-8EF0A0CAEA9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19638" y="1357313"/>
            <a:ext cx="4125912" cy="5218112"/>
          </a:xfrm>
          <a:noFill/>
        </p:spPr>
        <p:txBody>
          <a:bodyPr/>
          <a:lstStyle/>
          <a:p>
            <a:r>
              <a:rPr lang="en-US" altLang="en-US" sz="2400" i="1" dirty="0">
                <a:solidFill>
                  <a:srgbClr val="CC0000"/>
                </a:solidFill>
              </a:rPr>
              <a:t>identifier</a:t>
            </a:r>
            <a:r>
              <a:rPr lang="en-US" altLang="en-US" sz="2400" dirty="0">
                <a:solidFill>
                  <a:srgbClr val="FF0000"/>
                </a:solidFill>
              </a:rPr>
              <a:t> </a:t>
            </a:r>
            <a:r>
              <a:rPr lang="en-US" altLang="en-US" sz="2400" dirty="0"/>
              <a:t>includes both </a:t>
            </a:r>
            <a:r>
              <a:rPr lang="en-US" altLang="en-US" sz="2400" b="1" dirty="0">
                <a:solidFill>
                  <a:srgbClr val="00B050"/>
                </a:solidFill>
              </a:rPr>
              <a:t>IP address</a:t>
            </a:r>
            <a:r>
              <a:rPr lang="en-US" altLang="en-US" sz="2400" dirty="0"/>
              <a:t> </a:t>
            </a:r>
            <a:r>
              <a:rPr lang="en-US" altLang="en-US" sz="2400" b="1" dirty="0"/>
              <a:t>and</a:t>
            </a:r>
            <a:r>
              <a:rPr lang="en-US" altLang="en-US" sz="2400" dirty="0"/>
              <a:t> </a:t>
            </a:r>
            <a:r>
              <a:rPr lang="en-US" altLang="en-US" sz="2400" b="1" dirty="0">
                <a:solidFill>
                  <a:srgbClr val="00B050"/>
                </a:solidFill>
              </a:rPr>
              <a:t>port numbers </a:t>
            </a:r>
            <a:r>
              <a:rPr lang="en-US" altLang="en-US" sz="2400" dirty="0"/>
              <a:t>associated with process on host.</a:t>
            </a:r>
          </a:p>
          <a:p>
            <a:r>
              <a:rPr lang="en-US" altLang="en-US" sz="2400" dirty="0"/>
              <a:t>example port numbers:</a:t>
            </a:r>
          </a:p>
          <a:p>
            <a:pPr lvl="1"/>
            <a:r>
              <a:rPr lang="en-US" altLang="en-US" sz="2000" dirty="0"/>
              <a:t>HTTP server: 80</a:t>
            </a:r>
          </a:p>
          <a:p>
            <a:pPr lvl="1"/>
            <a:r>
              <a:rPr lang="en-US" altLang="en-US" sz="2000" dirty="0"/>
              <a:t>mail server: 25</a:t>
            </a:r>
          </a:p>
          <a:p>
            <a:r>
              <a:rPr lang="en-US" altLang="en-US" sz="2400" dirty="0"/>
              <a:t>to send HTTP message to gaia.cs.umass.edu web server:</a:t>
            </a:r>
          </a:p>
          <a:p>
            <a:pPr lvl="1"/>
            <a:r>
              <a:rPr lang="en-US" altLang="en-US" sz="2000" dirty="0">
                <a:solidFill>
                  <a:srgbClr val="CC0000"/>
                </a:solidFill>
              </a:rPr>
              <a:t>IP address:</a:t>
            </a:r>
            <a:r>
              <a:rPr lang="en-US" altLang="en-US" sz="2000" dirty="0">
                <a:solidFill>
                  <a:schemeClr val="accent2"/>
                </a:solidFill>
              </a:rPr>
              <a:t> </a:t>
            </a:r>
            <a:r>
              <a:rPr lang="en-US" altLang="en-US" sz="2000" dirty="0"/>
              <a:t>128.119.245.12</a:t>
            </a:r>
          </a:p>
          <a:p>
            <a:pPr lvl="1"/>
            <a:r>
              <a:rPr lang="en-US" altLang="en-US" sz="2000" dirty="0">
                <a:solidFill>
                  <a:srgbClr val="CC0000"/>
                </a:solidFill>
              </a:rPr>
              <a:t>port number:</a:t>
            </a:r>
            <a:r>
              <a:rPr lang="en-US" altLang="en-US" sz="2000" dirty="0">
                <a:solidFill>
                  <a:schemeClr val="accent2"/>
                </a:solidFill>
              </a:rPr>
              <a:t> </a:t>
            </a:r>
            <a:r>
              <a:rPr lang="en-US" altLang="en-US" sz="2000" dirty="0"/>
              <a:t>80</a:t>
            </a:r>
          </a:p>
          <a:p>
            <a:r>
              <a:rPr lang="en-US" altLang="en-US" sz="2400" dirty="0"/>
              <a:t>more shortly…</a:t>
            </a:r>
          </a:p>
        </p:txBody>
      </p:sp>
      <p:sp>
        <p:nvSpPr>
          <p:cNvPr id="43020" name="Rectangle 3">
            <a:extLst>
              <a:ext uri="{FF2B5EF4-FFF2-40B4-BE49-F238E27FC236}">
                <a16:creationId xmlns="" xmlns:a16="http://schemas.microsoft.com/office/drawing/2014/main" id="{DE2D6689-A690-42B8-8D8A-79652F210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" y="6188075"/>
            <a:ext cx="488375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Wingdings" panose="05000000000000000000" pitchFamily="2" charset="2"/>
              <a:buChar char="§"/>
            </a:pPr>
            <a:r>
              <a:rPr lang="en-US" altLang="en-US" sz="2400" i="1" u="sng" dirty="0">
                <a:solidFill>
                  <a:srgbClr val="CC0000"/>
                </a:solidFill>
                <a:latin typeface="Gill Sans MT" panose="020B0502020104020203" pitchFamily="34" charset="0"/>
              </a:rPr>
              <a:t>A:</a:t>
            </a:r>
            <a:r>
              <a:rPr lang="en-US" altLang="en-US" sz="2400" dirty="0">
                <a:latin typeface="Gill Sans MT" panose="020B0502020104020203" pitchFamily="34" charset="0"/>
              </a:rPr>
              <a:t> no, </a:t>
            </a:r>
            <a:r>
              <a:rPr lang="en-US" altLang="en-US" sz="2400" i="1" dirty="0">
                <a:latin typeface="Gill Sans MT" panose="020B0502020104020203" pitchFamily="34" charset="0"/>
              </a:rPr>
              <a:t>many</a:t>
            </a:r>
            <a:r>
              <a:rPr lang="en-US" altLang="en-US" sz="2400" dirty="0">
                <a:latin typeface="Gill Sans MT" panose="020B0502020104020203" pitchFamily="34" charset="0"/>
              </a:rPr>
              <a:t> processes can be running on same host</a:t>
            </a:r>
          </a:p>
        </p:txBody>
      </p:sp>
    </p:spTree>
    <p:extLst>
      <p:ext uri="{BB962C8B-B14F-4D97-AF65-F5344CB8AC3E}">
        <p14:creationId xmlns:p14="http://schemas.microsoft.com/office/powerpoint/2010/main" val="3809505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7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2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7">
            <a:extLst>
              <a:ext uri="{FF2B5EF4-FFF2-40B4-BE49-F238E27FC236}">
                <a16:creationId xmlns="" xmlns:a16="http://schemas.microsoft.com/office/drawing/2014/main" id="{4C77B97E-676B-4376-9720-2138AB9BA5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4274" name="Rectangle 8">
            <a:extLst>
              <a:ext uri="{FF2B5EF4-FFF2-40B4-BE49-F238E27FC236}">
                <a16:creationId xmlns="" xmlns:a16="http://schemas.microsoft.com/office/drawing/2014/main" id="{8435C243-B508-45BC-85BD-CAB6D20819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B42DDD5-CFD0-440A-A839-F541AB11828D}" type="slidenum">
              <a:rPr lang="en-US" altLang="en-US" sz="1200">
                <a:latin typeface="Tahoma" panose="020B0604030504040204" pitchFamily="34" charset="0"/>
              </a:rPr>
              <a:pPr/>
              <a:t>15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4275" name="Picture 10" descr="underline_base">
            <a:extLst>
              <a:ext uri="{FF2B5EF4-FFF2-40B4-BE49-F238E27FC236}">
                <a16:creationId xmlns="" xmlns:a16="http://schemas.microsoft.com/office/drawing/2014/main" id="{6FAF7E76-BC38-43AA-840B-E5C737DBC5F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425" y="91122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6" name="Rectangle 2">
            <a:extLst>
              <a:ext uri="{FF2B5EF4-FFF2-40B4-BE49-F238E27FC236}">
                <a16:creationId xmlns="" xmlns:a16="http://schemas.microsoft.com/office/drawing/2014/main" id="{A98CFDFC-008C-4A10-836A-5073519561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6550" y="239713"/>
            <a:ext cx="7772400" cy="860425"/>
          </a:xfrm>
        </p:spPr>
        <p:txBody>
          <a:bodyPr/>
          <a:lstStyle/>
          <a:p>
            <a:r>
              <a:rPr lang="en-US" altLang="en-US"/>
              <a:t>App-layer protocol defines</a:t>
            </a:r>
          </a:p>
        </p:txBody>
      </p:sp>
      <p:sp>
        <p:nvSpPr>
          <p:cNvPr id="54277" name="Rectangle 3">
            <a:extLst>
              <a:ext uri="{FF2B5EF4-FFF2-40B4-BE49-F238E27FC236}">
                <a16:creationId xmlns="" xmlns:a16="http://schemas.microsoft.com/office/drawing/2014/main" id="{711C1731-C57A-4352-8823-C8D3DB86BC1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393825"/>
            <a:ext cx="4210050" cy="4648200"/>
          </a:xfrm>
        </p:spPr>
        <p:txBody>
          <a:bodyPr>
            <a:normAutofit fontScale="92500" lnSpcReduction="20000"/>
          </a:bodyPr>
          <a:lstStyle/>
          <a:p>
            <a:r>
              <a:rPr lang="en-US" sz="2400" dirty="0"/>
              <a:t>The application at the sending side pushes messages through the </a:t>
            </a:r>
            <a:r>
              <a:rPr lang="en-US" sz="2400" dirty="0" smtClean="0"/>
              <a:t>socket</a:t>
            </a:r>
          </a:p>
          <a:p>
            <a:r>
              <a:rPr lang="en-US" altLang="en-US" sz="2400" dirty="0" smtClean="0">
                <a:solidFill>
                  <a:srgbClr val="CC0000"/>
                </a:solidFill>
              </a:rPr>
              <a:t>types </a:t>
            </a:r>
            <a:r>
              <a:rPr lang="en-US" altLang="en-US" sz="2400" dirty="0">
                <a:solidFill>
                  <a:srgbClr val="CC0000"/>
                </a:solidFill>
              </a:rPr>
              <a:t>of messages exchanged,</a:t>
            </a:r>
            <a:r>
              <a:rPr lang="en-US" altLang="en-US" sz="2400" dirty="0"/>
              <a:t> </a:t>
            </a:r>
          </a:p>
          <a:p>
            <a:pPr lvl="1"/>
            <a:r>
              <a:rPr lang="en-US" altLang="en-US" dirty="0"/>
              <a:t>e.g., request, response </a:t>
            </a:r>
          </a:p>
          <a:p>
            <a:r>
              <a:rPr lang="en-US" altLang="en-US" sz="2400" dirty="0">
                <a:solidFill>
                  <a:srgbClr val="CC0000"/>
                </a:solidFill>
              </a:rPr>
              <a:t>message syntax:</a:t>
            </a:r>
          </a:p>
          <a:p>
            <a:pPr lvl="1"/>
            <a:r>
              <a:rPr lang="en-US" altLang="en-US" dirty="0"/>
              <a:t>what fields in messages &amp; how fields are </a:t>
            </a:r>
            <a:r>
              <a:rPr lang="en-US" altLang="en-US" dirty="0" smtClean="0"/>
              <a:t>described</a:t>
            </a:r>
            <a:endParaRPr lang="en-US" altLang="en-US" dirty="0"/>
          </a:p>
          <a:p>
            <a:r>
              <a:rPr lang="en-US" altLang="en-US" sz="2400" dirty="0">
                <a:solidFill>
                  <a:srgbClr val="CC0000"/>
                </a:solidFill>
              </a:rPr>
              <a:t>message semantics</a:t>
            </a:r>
            <a:r>
              <a:rPr lang="en-US" altLang="en-US" sz="2400" dirty="0"/>
              <a:t> </a:t>
            </a:r>
          </a:p>
          <a:p>
            <a:pPr lvl="1"/>
            <a:r>
              <a:rPr lang="en-US" altLang="en-US" dirty="0"/>
              <a:t>meaning of information in fields</a:t>
            </a:r>
          </a:p>
          <a:p>
            <a:r>
              <a:rPr lang="en-US" altLang="en-US" sz="2400" dirty="0">
                <a:solidFill>
                  <a:srgbClr val="CC0000"/>
                </a:solidFill>
              </a:rPr>
              <a:t>rules</a:t>
            </a:r>
            <a:r>
              <a:rPr lang="en-US" altLang="en-US" sz="2400" dirty="0"/>
              <a:t> for when and how processes send &amp; respond to messages</a:t>
            </a:r>
          </a:p>
        </p:txBody>
      </p:sp>
      <p:sp>
        <p:nvSpPr>
          <p:cNvPr id="44038" name="Rectangle 4">
            <a:extLst>
              <a:ext uri="{FF2B5EF4-FFF2-40B4-BE49-F238E27FC236}">
                <a16:creationId xmlns="" xmlns:a16="http://schemas.microsoft.com/office/drawing/2014/main" id="{CBFBB646-FDB4-4F71-AD87-6619CBF55B6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857750" y="14081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FF0000"/>
                </a:solidFill>
              </a:rPr>
              <a:t>open protocols:</a:t>
            </a:r>
          </a:p>
          <a:p>
            <a:r>
              <a:rPr lang="en-US" altLang="en-US" sz="2400"/>
              <a:t>defined in RFCs</a:t>
            </a:r>
          </a:p>
          <a:p>
            <a:r>
              <a:rPr lang="en-US" altLang="en-US" sz="2400"/>
              <a:t>allows for interoperability</a:t>
            </a:r>
          </a:p>
          <a:p>
            <a:r>
              <a:rPr lang="en-US" altLang="en-US" sz="2400"/>
              <a:t>e.g., HTTP, SMTP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FF0000"/>
                </a:solidFill>
              </a:rPr>
              <a:t>proprietary protocols:</a:t>
            </a:r>
          </a:p>
          <a:p>
            <a:r>
              <a:rPr lang="en-US" altLang="en-US" sz="2400"/>
              <a:t>e.g., Skype</a:t>
            </a:r>
          </a:p>
        </p:txBody>
      </p:sp>
    </p:spTree>
    <p:extLst>
      <p:ext uri="{BB962C8B-B14F-4D97-AF65-F5344CB8AC3E}">
        <p14:creationId xmlns:p14="http://schemas.microsoft.com/office/powerpoint/2010/main" val="1548738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8">
            <a:extLst>
              <a:ext uri="{FF2B5EF4-FFF2-40B4-BE49-F238E27FC236}">
                <a16:creationId xmlns="" xmlns:a16="http://schemas.microsoft.com/office/drawing/2014/main" id="{5850A719-1DE8-4852-BC70-767CC8BB587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2A18881-3D73-4DA9-9B38-7B40607EAC10}" type="slidenum">
              <a:rPr lang="en-US" altLang="en-US" sz="1200">
                <a:latin typeface="Tahoma" panose="020B0604030504040204" pitchFamily="34" charset="0"/>
              </a:rPr>
              <a:pPr/>
              <a:t>16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6323" name="Rectangle 2">
            <a:extLst>
              <a:ext uri="{FF2B5EF4-FFF2-40B4-BE49-F238E27FC236}">
                <a16:creationId xmlns="" xmlns:a16="http://schemas.microsoft.com/office/drawing/2014/main" id="{06C9B94D-138E-47AD-B45C-E675ABD7B17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7825" y="-11113"/>
            <a:ext cx="8305800" cy="1143001"/>
          </a:xfrm>
        </p:spPr>
        <p:txBody>
          <a:bodyPr/>
          <a:lstStyle/>
          <a:p>
            <a:r>
              <a:rPr lang="en-US" altLang="en-US" sz="3600" dirty="0"/>
              <a:t>What transport service does an app need?</a:t>
            </a:r>
            <a:endParaRPr lang="en-US" altLang="en-US" dirty="0"/>
          </a:p>
        </p:txBody>
      </p:sp>
      <p:sp>
        <p:nvSpPr>
          <p:cNvPr id="72708" name="Rectangle 3">
            <a:extLst>
              <a:ext uri="{FF2B5EF4-FFF2-40B4-BE49-F238E27FC236}">
                <a16:creationId xmlns="" xmlns:a16="http://schemas.microsoft.com/office/drawing/2014/main" id="{C00834B7-20E3-460A-864C-B9CA929CE91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66750" y="1141413"/>
            <a:ext cx="8172450" cy="5214937"/>
          </a:xfrm>
        </p:spPr>
        <p:txBody>
          <a:bodyPr>
            <a:normAutofit fontScale="70000" lnSpcReduction="20000"/>
          </a:bodyPr>
          <a:lstStyle/>
          <a:p>
            <a:pPr>
              <a:lnSpc>
                <a:spcPct val="90000"/>
              </a:lnSpc>
              <a:defRPr/>
            </a:pPr>
            <a:r>
              <a:rPr lang="en-US" dirty="0" smtClean="0"/>
              <a:t>The </a:t>
            </a:r>
            <a:r>
              <a:rPr lang="en-US" b="1" dirty="0">
                <a:solidFill>
                  <a:srgbClr val="FF0000"/>
                </a:solidFill>
              </a:rPr>
              <a:t>services that a transport-layer protocol</a:t>
            </a:r>
            <a:r>
              <a:rPr lang="en-US" dirty="0"/>
              <a:t> can offer to applications </a:t>
            </a:r>
            <a:r>
              <a:rPr lang="en-US" dirty="0" smtClean="0"/>
              <a:t>can be classified: 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900" b="1" dirty="0" smtClean="0">
                <a:solidFill>
                  <a:srgbClr val="0070C0"/>
                </a:solidFill>
              </a:rPr>
              <a:t>reliable </a:t>
            </a:r>
            <a:r>
              <a:rPr lang="en-US" sz="2900" b="1" dirty="0">
                <a:solidFill>
                  <a:srgbClr val="0070C0"/>
                </a:solidFill>
              </a:rPr>
              <a:t>data transfer, throughput, timing, </a:t>
            </a:r>
            <a:r>
              <a:rPr lang="en-US" sz="2900" b="1" dirty="0"/>
              <a:t>and</a:t>
            </a:r>
            <a:r>
              <a:rPr lang="en-US" sz="2900" b="1" dirty="0">
                <a:solidFill>
                  <a:srgbClr val="0070C0"/>
                </a:solidFill>
              </a:rPr>
              <a:t> security</a:t>
            </a:r>
            <a:r>
              <a:rPr lang="en-US" sz="2900" dirty="0"/>
              <a:t>.</a:t>
            </a:r>
            <a:endParaRPr lang="en-US" sz="2900" dirty="0" smtClean="0">
              <a:solidFill>
                <a:srgbClr val="CC0000"/>
              </a:solidFill>
              <a:latin typeface="Gill Sans MT" charset="0"/>
              <a:ea typeface="ＭＳ Ｐゴシック" charset="0"/>
            </a:endParaRPr>
          </a:p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dirty="0" smtClean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Data </a:t>
            </a: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integrity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some apps (e.g., file transfer, web transactions) require 100% reliable data transfer</a:t>
            </a:r>
            <a:r>
              <a:rPr lang="en-US" dirty="0">
                <a:latin typeface="Gill Sans MT" charset="0"/>
                <a:ea typeface="ＭＳ Ｐゴシック" charset="0"/>
              </a:rPr>
              <a:t>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other apps (e.g., audio) can tolerate some loss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endParaRPr lang="en-US" dirty="0" smtClean="0">
              <a:latin typeface="Gill Sans MT" charset="0"/>
              <a:ea typeface="ＭＳ Ｐゴシック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dirty="0" smtClean="0">
                <a:solidFill>
                  <a:srgbClr val="CC0000"/>
                </a:solidFill>
              </a:rPr>
              <a:t>Timing</a:t>
            </a:r>
            <a:endParaRPr lang="en-US" altLang="en-US" dirty="0">
              <a:solidFill>
                <a:srgbClr val="CC0000"/>
              </a:solidFill>
            </a:endParaRPr>
          </a:p>
          <a:p>
            <a:r>
              <a:rPr lang="en-US" altLang="en-US" dirty="0"/>
              <a:t>some apps (e.g., Internet telephony, interactive games) require low delay to be </a:t>
            </a:r>
            <a:r>
              <a:rPr lang="ja-JP" altLang="en-US" dirty="0"/>
              <a:t>“</a:t>
            </a:r>
            <a:r>
              <a:rPr lang="en-US" altLang="ja-JP" dirty="0" smtClean="0"/>
              <a:t>effective</a:t>
            </a:r>
            <a:r>
              <a:rPr lang="ja-JP" altLang="en-US" dirty="0"/>
              <a:t>”</a:t>
            </a:r>
            <a:endParaRPr lang="en-US" altLang="en-US" dirty="0"/>
          </a:p>
          <a:p>
            <a:pPr>
              <a:lnSpc>
                <a:spcPct val="100000"/>
              </a:lnSpc>
            </a:pPr>
            <a:endParaRPr lang="en-US" altLang="ja-JP" dirty="0" smtClean="0"/>
          </a:p>
          <a:p>
            <a:pPr marL="0" indent="0">
              <a:buNone/>
            </a:pPr>
            <a:r>
              <a:rPr lang="en-US" altLang="en-US" sz="3200" dirty="0" smtClean="0">
                <a:solidFill>
                  <a:srgbClr val="CC0000"/>
                </a:solidFill>
                <a:latin typeface="Gill Sans MT" panose="020B0502020104020203" pitchFamily="34" charset="0"/>
              </a:rPr>
              <a:t>Throughput</a:t>
            </a:r>
            <a:endParaRPr lang="en-US" altLang="en-US" sz="3200" dirty="0">
              <a:solidFill>
                <a:srgbClr val="CC0000"/>
              </a:solidFill>
              <a:latin typeface="Gill Sans MT" panose="020B0502020104020203" pitchFamily="34" charset="0"/>
            </a:endParaRPr>
          </a:p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dirty="0">
                <a:latin typeface="Gill Sans MT" panose="020B0502020104020203" pitchFamily="34" charset="0"/>
              </a:rPr>
              <a:t>some apps (e.g., multimedia) require minimum amount of throughput to be </a:t>
            </a:r>
            <a:r>
              <a:rPr lang="ja-JP" altLang="en-US" dirty="0">
                <a:latin typeface="Gill Sans MT" panose="020B0502020104020203" pitchFamily="34" charset="0"/>
              </a:rPr>
              <a:t>“</a:t>
            </a:r>
            <a:r>
              <a:rPr lang="en-US" altLang="ja-JP" dirty="0">
                <a:latin typeface="Gill Sans MT" panose="020B0502020104020203" pitchFamily="34" charset="0"/>
              </a:rPr>
              <a:t>effective</a:t>
            </a:r>
            <a:r>
              <a:rPr lang="ja-JP" altLang="en-US" dirty="0">
                <a:latin typeface="Gill Sans MT" panose="020B0502020104020203" pitchFamily="34" charset="0"/>
              </a:rPr>
              <a:t>”</a:t>
            </a:r>
            <a:endParaRPr lang="en-US" altLang="ja-JP" dirty="0">
              <a:latin typeface="Gill Sans MT" panose="020B0502020104020203" pitchFamily="34" charset="0"/>
            </a:endParaRPr>
          </a:p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dirty="0">
                <a:latin typeface="Gill Sans MT" panose="020B0502020104020203" pitchFamily="34" charset="0"/>
              </a:rPr>
              <a:t>other apps (</a:t>
            </a:r>
            <a:r>
              <a:rPr lang="ja-JP" altLang="en-US" dirty="0">
                <a:latin typeface="Gill Sans MT" panose="020B0502020104020203" pitchFamily="34" charset="0"/>
              </a:rPr>
              <a:t>“</a:t>
            </a:r>
            <a:r>
              <a:rPr lang="en-US" altLang="ja-JP" dirty="0">
                <a:latin typeface="Gill Sans MT" panose="020B0502020104020203" pitchFamily="34" charset="0"/>
              </a:rPr>
              <a:t>elastic apps</a:t>
            </a:r>
            <a:r>
              <a:rPr lang="ja-JP" altLang="en-US" dirty="0">
                <a:latin typeface="Gill Sans MT" panose="020B0502020104020203" pitchFamily="34" charset="0"/>
              </a:rPr>
              <a:t>”</a:t>
            </a:r>
            <a:r>
              <a:rPr lang="en-US" altLang="ja-JP" dirty="0">
                <a:latin typeface="Gill Sans MT" panose="020B0502020104020203" pitchFamily="34" charset="0"/>
              </a:rPr>
              <a:t>) make use of whatever throughput they get </a:t>
            </a:r>
            <a:endParaRPr lang="en-US" altLang="en-US" dirty="0">
              <a:latin typeface="Gill Sans MT" panose="020B0502020104020203" pitchFamily="34" charset="0"/>
            </a:endParaRPr>
          </a:p>
          <a:p>
            <a:pPr>
              <a:lnSpc>
                <a:spcPct val="100000"/>
              </a:lnSpc>
            </a:pPr>
            <a:endParaRPr lang="en-US" dirty="0" smtClean="0">
              <a:latin typeface="Gill Sans MT" charset="0"/>
              <a:ea typeface="ＭＳ Ｐゴシック" charset="0"/>
            </a:endParaRPr>
          </a:p>
          <a:p>
            <a:pPr marL="0" indent="0">
              <a:buNone/>
            </a:pPr>
            <a:r>
              <a:rPr lang="en-US" altLang="en-US" sz="3200" dirty="0" smtClean="0">
                <a:solidFill>
                  <a:srgbClr val="CC0000"/>
                </a:solidFill>
                <a:latin typeface="Gill Sans MT" panose="020B0502020104020203" pitchFamily="34" charset="0"/>
              </a:rPr>
              <a:t>Security</a:t>
            </a:r>
            <a:endParaRPr lang="en-US" altLang="en-US" sz="3200" dirty="0">
              <a:solidFill>
                <a:srgbClr val="CC0000"/>
              </a:solidFill>
              <a:latin typeface="Gill Sans MT" panose="020B0502020104020203" pitchFamily="34" charset="0"/>
            </a:endParaRPr>
          </a:p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dirty="0">
                <a:latin typeface="Gill Sans MT" panose="020B0502020104020203" pitchFamily="34" charset="0"/>
              </a:rPr>
              <a:t>encryption, data integrity, …</a:t>
            </a:r>
          </a:p>
          <a:p>
            <a:pPr>
              <a:lnSpc>
                <a:spcPct val="100000"/>
              </a:lnSpc>
            </a:pPr>
            <a:endParaRPr lang="en-US" dirty="0">
              <a:latin typeface="Gill Sans MT" charset="0"/>
              <a:ea typeface="ＭＳ Ｐゴシック" charset="0"/>
            </a:endParaRPr>
          </a:p>
        </p:txBody>
      </p:sp>
      <p:sp>
        <p:nvSpPr>
          <p:cNvPr id="45063" name="Rectangle 5">
            <a:extLst>
              <a:ext uri="{FF2B5EF4-FFF2-40B4-BE49-F238E27FC236}">
                <a16:creationId xmlns="" xmlns:a16="http://schemas.microsoft.com/office/drawing/2014/main" id="{A8E88790-CBA7-499C-8FCF-2E34F91AF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3160821"/>
            <a:ext cx="3935413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 dirty="0">
              <a:latin typeface="Gill Sans MT" panose="020B0502020104020203" pitchFamily="34" charset="0"/>
            </a:endParaRPr>
          </a:p>
        </p:txBody>
      </p:sp>
      <p:pic>
        <p:nvPicPr>
          <p:cNvPr id="56327" name="Picture 13" descr="underline_base">
            <a:extLst>
              <a:ext uri="{FF2B5EF4-FFF2-40B4-BE49-F238E27FC236}">
                <a16:creationId xmlns="" xmlns:a16="http://schemas.microsoft.com/office/drawing/2014/main" id="{F65F1BC1-A6C9-42CF-A8CF-EABAAB9DE5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825" y="763588"/>
            <a:ext cx="8228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70" name="Rectangle 5">
            <a:extLst>
              <a:ext uri="{FF2B5EF4-FFF2-40B4-BE49-F238E27FC236}">
                <a16:creationId xmlns="" xmlns:a16="http://schemas.microsoft.com/office/drawing/2014/main" id="{5D4B99C5-2E65-42D8-A4F2-4BA9D93F4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9350" y="4554538"/>
            <a:ext cx="393541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 dirty="0">
              <a:latin typeface="Gill Sans MT" panose="020B05020201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5503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3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Rectangle 7">
            <a:extLst>
              <a:ext uri="{FF2B5EF4-FFF2-40B4-BE49-F238E27FC236}">
                <a16:creationId xmlns="" xmlns:a16="http://schemas.microsoft.com/office/drawing/2014/main" id="{FF84BD5C-50EA-427B-A7DE-EA15A374851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8370" name="Rectangle 8">
            <a:extLst>
              <a:ext uri="{FF2B5EF4-FFF2-40B4-BE49-F238E27FC236}">
                <a16:creationId xmlns="" xmlns:a16="http://schemas.microsoft.com/office/drawing/2014/main" id="{785AF73A-59CC-4E85-8677-11F02D645FB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31521E9-56FA-422D-B310-72B42C03F9F1}" type="slidenum">
              <a:rPr lang="en-US" altLang="en-US" sz="1200">
                <a:latin typeface="Tahoma" panose="020B0604030504040204" pitchFamily="34" charset="0"/>
              </a:rPr>
              <a:pPr/>
              <a:t>17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8371" name="Picture 20" descr="underline_base">
            <a:extLst>
              <a:ext uri="{FF2B5EF4-FFF2-40B4-BE49-F238E27FC236}">
                <a16:creationId xmlns="" xmlns:a16="http://schemas.microsoft.com/office/drawing/2014/main" id="{50F882AF-E687-4FB2-BDA0-B06B1DE638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806450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2" name="Rectangle 2">
            <a:extLst>
              <a:ext uri="{FF2B5EF4-FFF2-40B4-BE49-F238E27FC236}">
                <a16:creationId xmlns="" xmlns:a16="http://schemas.microsoft.com/office/drawing/2014/main" id="{24F6B603-FB92-4EC0-8E34-CD265858B8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15913" y="227013"/>
            <a:ext cx="8201025" cy="815975"/>
          </a:xfrm>
        </p:spPr>
        <p:txBody>
          <a:bodyPr/>
          <a:lstStyle/>
          <a:p>
            <a:r>
              <a:rPr lang="en-US" altLang="en-US" sz="3200"/>
              <a:t>Transport service requirements: common apps</a:t>
            </a:r>
            <a:endParaRPr lang="en-US" altLang="en-US"/>
          </a:p>
        </p:txBody>
      </p:sp>
      <p:sp>
        <p:nvSpPr>
          <p:cNvPr id="58373" name="Text Box 3">
            <a:extLst>
              <a:ext uri="{FF2B5EF4-FFF2-40B4-BE49-F238E27FC236}">
                <a16:creationId xmlns="" xmlns:a16="http://schemas.microsoft.com/office/drawing/2014/main" id="{135AF603-DB42-464C-B504-2FBE8E5FD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" y="1749425"/>
            <a:ext cx="2541588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application</a:t>
            </a: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file transfer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e-mail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Web documents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real-time audio/video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stored audio/video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interactive games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text messaging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8374" name="Text Box 4">
            <a:extLst>
              <a:ext uri="{FF2B5EF4-FFF2-40B4-BE49-F238E27FC236}">
                <a16:creationId xmlns="" xmlns:a16="http://schemas.microsoft.com/office/drawing/2014/main" id="{C3010154-C990-4976-9ECD-A28433D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225" y="1752600"/>
            <a:ext cx="1566863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data loss</a:t>
            </a: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 loss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8375" name="Text Box 5">
            <a:extLst>
              <a:ext uri="{FF2B5EF4-FFF2-40B4-BE49-F238E27FC236}">
                <a16:creationId xmlns="" xmlns:a16="http://schemas.microsoft.com/office/drawing/2014/main" id="{8DBA2AB1-A878-438B-8CD1-CD554AD99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5488" y="1751013"/>
            <a:ext cx="2574925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throughput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audio: 5kbps-1Mbps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video:10kbps-5Mbps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same as above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few kbps up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elastic</a:t>
            </a:r>
          </a:p>
        </p:txBody>
      </p:sp>
      <p:sp>
        <p:nvSpPr>
          <p:cNvPr id="58376" name="Text Box 6">
            <a:extLst>
              <a:ext uri="{FF2B5EF4-FFF2-40B4-BE49-F238E27FC236}">
                <a16:creationId xmlns="" xmlns:a16="http://schemas.microsoft.com/office/drawing/2014/main" id="{4D68FB7B-45D2-40BF-9EFD-0A1F6CB73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5788" y="1752600"/>
            <a:ext cx="2062162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time sensitive</a:t>
            </a: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yes, 100</a:t>
            </a:r>
            <a:r>
              <a:rPr lang="ja-JP" altLang="en-US"/>
              <a:t>’</a:t>
            </a:r>
            <a:r>
              <a:rPr lang="en-US" altLang="ja-JP"/>
              <a:t>s msec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yes, few secs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yes, 100</a:t>
            </a:r>
            <a:r>
              <a:rPr lang="ja-JP" altLang="en-US"/>
              <a:t>’</a:t>
            </a:r>
            <a:r>
              <a:rPr lang="en-US" altLang="ja-JP"/>
              <a:t>s msec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yes and no</a:t>
            </a:r>
          </a:p>
        </p:txBody>
      </p:sp>
      <p:sp>
        <p:nvSpPr>
          <p:cNvPr id="58377" name="Line 7">
            <a:extLst>
              <a:ext uri="{FF2B5EF4-FFF2-40B4-BE49-F238E27FC236}">
                <a16:creationId xmlns="" xmlns:a16="http://schemas.microsoft.com/office/drawing/2014/main" id="{8CF06ADD-CF32-4601-B7B9-BA93CED804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4238" y="2133600"/>
            <a:ext cx="75628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8" name="Line 8">
            <a:extLst>
              <a:ext uri="{FF2B5EF4-FFF2-40B4-BE49-F238E27FC236}">
                <a16:creationId xmlns="" xmlns:a16="http://schemas.microsoft.com/office/drawing/2014/main" id="{531F862E-DF84-4C80-A4EE-0FA75B6351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7725" y="273367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9" name="Line 9">
            <a:extLst>
              <a:ext uri="{FF2B5EF4-FFF2-40B4-BE49-F238E27FC236}">
                <a16:creationId xmlns="" xmlns:a16="http://schemas.microsoft.com/office/drawing/2014/main" id="{3FF9E0F3-93E3-4442-8A8E-DEFF52CE2D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7250" y="30289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0" name="Line 10">
            <a:extLst>
              <a:ext uri="{FF2B5EF4-FFF2-40B4-BE49-F238E27FC236}">
                <a16:creationId xmlns="" xmlns:a16="http://schemas.microsoft.com/office/drawing/2014/main" id="{0E96D694-B91D-4BB2-8B0E-3A6D13CBB2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6775" y="33242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1" name="Line 11">
            <a:extLst>
              <a:ext uri="{FF2B5EF4-FFF2-40B4-BE49-F238E27FC236}">
                <a16:creationId xmlns="" xmlns:a16="http://schemas.microsoft.com/office/drawing/2014/main" id="{F7A2B8BA-13D0-4401-8803-9349576DB5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825" y="39338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2" name="Line 12">
            <a:extLst>
              <a:ext uri="{FF2B5EF4-FFF2-40B4-BE49-F238E27FC236}">
                <a16:creationId xmlns="" xmlns:a16="http://schemas.microsoft.com/office/drawing/2014/main" id="{7AEEFE04-FFDD-4E36-AB36-F487F45C8D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8200" y="4248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3" name="Line 13">
            <a:extLst>
              <a:ext uri="{FF2B5EF4-FFF2-40B4-BE49-F238E27FC236}">
                <a16:creationId xmlns="" xmlns:a16="http://schemas.microsoft.com/office/drawing/2014/main" id="{D9B0822D-67C9-42D5-89BD-A92381EDDC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8200" y="457200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4" name="Line 14">
            <a:extLst>
              <a:ext uri="{FF2B5EF4-FFF2-40B4-BE49-F238E27FC236}">
                <a16:creationId xmlns="" xmlns:a16="http://schemas.microsoft.com/office/drawing/2014/main" id="{6DAAC2B4-0889-41C8-9BD9-7429B05473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100" y="4883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1309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8">
            <a:extLst>
              <a:ext uri="{FF2B5EF4-FFF2-40B4-BE49-F238E27FC236}">
                <a16:creationId xmlns="" xmlns:a16="http://schemas.microsoft.com/office/drawing/2014/main" id="{ADEBCE55-3E13-4231-A89C-709B00B9DE6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066C916-DCC1-44BF-BEE4-AFACCAD5150D}" type="slidenum">
              <a:rPr lang="en-US" altLang="en-US" sz="1200">
                <a:latin typeface="Tahoma" panose="020B0604030504040204" pitchFamily="34" charset="0"/>
              </a:rPr>
              <a:pPr/>
              <a:t>18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0419" name="Rectangle 2">
            <a:extLst>
              <a:ext uri="{FF2B5EF4-FFF2-40B4-BE49-F238E27FC236}">
                <a16:creationId xmlns="" xmlns:a16="http://schemas.microsoft.com/office/drawing/2014/main" id="{E6CAF5E7-7A05-4BC8-82EA-B92083D39C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4488" y="268288"/>
            <a:ext cx="7772400" cy="858837"/>
          </a:xfrm>
        </p:spPr>
        <p:txBody>
          <a:bodyPr/>
          <a:lstStyle/>
          <a:p>
            <a:r>
              <a:rPr lang="en-US" altLang="en-US" sz="3600"/>
              <a:t>Internet transport protocols services</a:t>
            </a:r>
            <a:endParaRPr lang="en-US" altLang="en-US"/>
          </a:p>
        </p:txBody>
      </p:sp>
      <p:sp>
        <p:nvSpPr>
          <p:cNvPr id="76804" name="Rectangle 3">
            <a:extLst>
              <a:ext uri="{FF2B5EF4-FFF2-40B4-BE49-F238E27FC236}">
                <a16:creationId xmlns="" xmlns:a16="http://schemas.microsoft.com/office/drawing/2014/main" id="{41779986-9E7C-40D5-8B8C-A738BCECF77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5775" y="2421930"/>
            <a:ext cx="4095750" cy="4436070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i="1" dirty="0">
                <a:solidFill>
                  <a:srgbClr val="000099"/>
                </a:solidFill>
              </a:rPr>
              <a:t>TCP service:</a:t>
            </a:r>
          </a:p>
          <a:p>
            <a:r>
              <a:rPr lang="en-US" altLang="en-US" sz="2000" i="1" dirty="0">
                <a:solidFill>
                  <a:srgbClr val="CC0000"/>
                </a:solidFill>
              </a:rPr>
              <a:t>reliable transport</a:t>
            </a:r>
            <a:r>
              <a:rPr lang="en-US" altLang="en-US" sz="2000" i="1" dirty="0">
                <a:solidFill>
                  <a:schemeClr val="accent2"/>
                </a:solidFill>
              </a:rPr>
              <a:t> </a:t>
            </a:r>
            <a:r>
              <a:rPr lang="en-US" altLang="en-US" sz="2000" dirty="0"/>
              <a:t>between sending and receiving process</a:t>
            </a:r>
            <a:endParaRPr lang="en-US" altLang="en-US" sz="2000" dirty="0">
              <a:solidFill>
                <a:schemeClr val="accent2"/>
              </a:solidFill>
            </a:endParaRPr>
          </a:p>
          <a:p>
            <a:r>
              <a:rPr lang="en-US" altLang="en-US" sz="2000" i="1" dirty="0">
                <a:solidFill>
                  <a:srgbClr val="CC0000"/>
                </a:solidFill>
              </a:rPr>
              <a:t>flow control:</a:t>
            </a:r>
            <a:r>
              <a:rPr lang="en-US" altLang="en-US" sz="2000" dirty="0"/>
              <a:t> sender won</a:t>
            </a:r>
            <a:r>
              <a:rPr lang="ja-JP" altLang="en-US" sz="2000" dirty="0"/>
              <a:t>’</a:t>
            </a:r>
            <a:r>
              <a:rPr lang="en-US" altLang="ja-JP" sz="2000" dirty="0"/>
              <a:t>t overwhelm receiver </a:t>
            </a:r>
          </a:p>
          <a:p>
            <a:r>
              <a:rPr lang="en-US" altLang="en-US" sz="2000" i="1" dirty="0">
                <a:solidFill>
                  <a:srgbClr val="CC0000"/>
                </a:solidFill>
              </a:rPr>
              <a:t>congestion control:</a:t>
            </a:r>
            <a:r>
              <a:rPr lang="en-US" altLang="en-US" sz="2000" dirty="0"/>
              <a:t> </a:t>
            </a:r>
            <a:r>
              <a:rPr lang="en-US" altLang="en-US" sz="2000" dirty="0" smtClean="0"/>
              <a:t>control </a:t>
            </a:r>
            <a:r>
              <a:rPr lang="en-US" altLang="en-US" sz="2000" dirty="0"/>
              <a:t>sender when network overloaded</a:t>
            </a:r>
          </a:p>
          <a:p>
            <a:r>
              <a:rPr lang="en-US" altLang="en-US" sz="2000" i="1" dirty="0">
                <a:solidFill>
                  <a:srgbClr val="CC0000"/>
                </a:solidFill>
              </a:rPr>
              <a:t>does not provide:</a:t>
            </a:r>
            <a:r>
              <a:rPr lang="en-US" altLang="en-US" sz="2000" dirty="0"/>
              <a:t> timing, minimum throughput guarantee, security</a:t>
            </a:r>
          </a:p>
          <a:p>
            <a:r>
              <a:rPr lang="en-US" altLang="en-US" sz="2000" i="1" dirty="0">
                <a:solidFill>
                  <a:srgbClr val="CC0000"/>
                </a:solidFill>
              </a:rPr>
              <a:t>connection-oriented:</a:t>
            </a:r>
            <a:r>
              <a:rPr lang="en-US" altLang="en-US" sz="2000" dirty="0"/>
              <a:t> setup required between client and server </a:t>
            </a:r>
            <a:r>
              <a:rPr lang="en-US" altLang="en-US" sz="2000" dirty="0" smtClean="0"/>
              <a:t>processes</a:t>
            </a:r>
            <a:endParaRPr lang="en-US" altLang="en-US" sz="2000" dirty="0"/>
          </a:p>
        </p:txBody>
      </p:sp>
      <p:sp>
        <p:nvSpPr>
          <p:cNvPr id="76805" name="Rectangle 4">
            <a:extLst>
              <a:ext uri="{FF2B5EF4-FFF2-40B4-BE49-F238E27FC236}">
                <a16:creationId xmlns="" xmlns:a16="http://schemas.microsoft.com/office/drawing/2014/main" id="{57186F04-079D-4553-921E-549948047A9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800600" y="2438400"/>
            <a:ext cx="3667125" cy="4648200"/>
          </a:xfrm>
        </p:spPr>
        <p:txBody>
          <a:bodyPr>
            <a:noAutofit/>
          </a:bodyPr>
          <a:lstStyle/>
          <a:p>
            <a:pPr>
              <a:buFont typeface="Wingdings" charset="0"/>
              <a:buNone/>
              <a:defRPr/>
            </a:pPr>
            <a:r>
              <a:rPr lang="en-US" sz="2400" i="1" dirty="0">
                <a:solidFill>
                  <a:srgbClr val="000099"/>
                </a:solidFill>
                <a:latin typeface="Gill Sans MT" charset="0"/>
                <a:ea typeface="ＭＳ Ｐゴシック" charset="0"/>
              </a:rPr>
              <a:t>UDP service: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0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unreliable data transfer</a:t>
            </a:r>
            <a:r>
              <a:rPr lang="en-US" sz="2000" dirty="0">
                <a:latin typeface="Gill Sans MT" charset="0"/>
                <a:ea typeface="ＭＳ Ｐゴシック" charset="0"/>
              </a:rPr>
              <a:t> between sending and receiving process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0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does not provide:</a:t>
            </a:r>
            <a:r>
              <a:rPr lang="en-US" sz="2000" dirty="0">
                <a:latin typeface="Gill Sans MT" charset="0"/>
                <a:ea typeface="ＭＳ Ｐゴシック" charset="0"/>
              </a:rPr>
              <a:t> reliability, flow control, congestion control, timing, throughput guarantee, security, or connection setup, </a:t>
            </a: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  <a:ea typeface="ＭＳ Ｐゴシック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sz="2000" u="sng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Q:</a:t>
            </a:r>
            <a:r>
              <a:rPr lang="en-US" sz="2000" dirty="0">
                <a:latin typeface="Gill Sans MT" charset="0"/>
                <a:ea typeface="ＭＳ Ｐゴシック" charset="0"/>
              </a:rPr>
              <a:t> why bother?  Why is there a UDP?</a:t>
            </a:r>
          </a:p>
        </p:txBody>
      </p:sp>
      <p:pic>
        <p:nvPicPr>
          <p:cNvPr id="60422" name="Picture 11" descr="underline_base">
            <a:extLst>
              <a:ext uri="{FF2B5EF4-FFF2-40B4-BE49-F238E27FC236}">
                <a16:creationId xmlns="" xmlns:a16="http://schemas.microsoft.com/office/drawing/2014/main" id="{4DE5AD69-BFC2-4E66-868C-DDA6C3CB7F1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638" y="944563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1"/>
          <p:cNvSpPr/>
          <p:nvPr/>
        </p:nvSpPr>
        <p:spPr>
          <a:xfrm>
            <a:off x="609600" y="1127125"/>
            <a:ext cx="8001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dirty="0">
                <a:solidFill>
                  <a:srgbClr val="FF0000"/>
                </a:solidFill>
              </a:rPr>
              <a:t>The Internet </a:t>
            </a:r>
            <a:r>
              <a:rPr lang="en-US" sz="2000" b="1" dirty="0" smtClean="0">
                <a:solidFill>
                  <a:srgbClr val="FF0000"/>
                </a:solidFill>
              </a:rPr>
              <a:t>(TCP</a:t>
            </a:r>
            <a:r>
              <a:rPr lang="en-US" sz="2000" b="1" dirty="0">
                <a:solidFill>
                  <a:srgbClr val="FF0000"/>
                </a:solidFill>
              </a:rPr>
              <a:t>/ IP networks) makes two transport protocols</a:t>
            </a:r>
            <a:r>
              <a:rPr lang="en-US" sz="2000" dirty="0"/>
              <a:t> available to </a:t>
            </a:r>
            <a:r>
              <a:rPr lang="en-US" sz="2000" dirty="0" smtClean="0"/>
              <a:t>applications : </a:t>
            </a:r>
            <a:r>
              <a:rPr lang="en-US" sz="2000" b="1" dirty="0" smtClean="0">
                <a:solidFill>
                  <a:srgbClr val="0070C0"/>
                </a:solidFill>
              </a:rPr>
              <a:t>UDP</a:t>
            </a:r>
            <a:r>
              <a:rPr lang="en-US" sz="2000" b="1" dirty="0" smtClean="0"/>
              <a:t> </a:t>
            </a:r>
            <a:r>
              <a:rPr lang="en-US" sz="2000" b="1" dirty="0"/>
              <a:t>and </a:t>
            </a:r>
            <a:r>
              <a:rPr lang="en-US" sz="2000" b="1" dirty="0">
                <a:solidFill>
                  <a:srgbClr val="0070C0"/>
                </a:solidFill>
              </a:rPr>
              <a:t>TCP</a:t>
            </a:r>
            <a:r>
              <a:rPr lang="en-US" sz="2000" dirty="0"/>
              <a:t>. </a:t>
            </a:r>
            <a:endParaRPr lang="en-US" sz="2000" dirty="0" smtClean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dirty="0"/>
              <a:t>When c</a:t>
            </a:r>
            <a:r>
              <a:rPr lang="en-US" sz="2000" dirty="0" smtClean="0"/>
              <a:t>reate </a:t>
            </a:r>
            <a:r>
              <a:rPr lang="en-US" sz="2000" dirty="0"/>
              <a:t>a new network application for the Internet, one of the first decisions you have to make is </a:t>
            </a:r>
            <a:r>
              <a:rPr lang="en-US" sz="2000" b="1" dirty="0">
                <a:solidFill>
                  <a:srgbClr val="FF0000"/>
                </a:solidFill>
              </a:rPr>
              <a:t>whether to use UDP or TCP</a:t>
            </a:r>
            <a:r>
              <a:rPr lang="en-US" sz="200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67363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Rectangle 7">
            <a:extLst>
              <a:ext uri="{FF2B5EF4-FFF2-40B4-BE49-F238E27FC236}">
                <a16:creationId xmlns="" xmlns:a16="http://schemas.microsoft.com/office/drawing/2014/main" id="{74AB55F5-68D7-49F3-AD58-7D6169EDFA4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2466" name="Rectangle 8">
            <a:extLst>
              <a:ext uri="{FF2B5EF4-FFF2-40B4-BE49-F238E27FC236}">
                <a16:creationId xmlns="" xmlns:a16="http://schemas.microsoft.com/office/drawing/2014/main" id="{8C887E3D-8E68-4922-8F1F-37431622668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B6FB07A-1A73-4133-BD90-12DF58426C1F}" type="slidenum">
              <a:rPr lang="en-US" altLang="en-US" sz="1200">
                <a:latin typeface="Tahoma" panose="020B0604030504040204" pitchFamily="34" charset="0"/>
              </a:rPr>
              <a:pPr/>
              <a:t>19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2467" name="Picture 18" descr="underline_base">
            <a:extLst>
              <a:ext uri="{FF2B5EF4-FFF2-40B4-BE49-F238E27FC236}">
                <a16:creationId xmlns="" xmlns:a16="http://schemas.microsoft.com/office/drawing/2014/main" id="{BC2B61CB-B5F0-45ED-AF08-3A0C757D06C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875" y="8763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8" name="Rectangle 2">
            <a:extLst>
              <a:ext uri="{FF2B5EF4-FFF2-40B4-BE49-F238E27FC236}">
                <a16:creationId xmlns="" xmlns:a16="http://schemas.microsoft.com/office/drawing/2014/main" id="{0FF177AF-3BA6-445A-8E1A-919CFA72A2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15900" y="261938"/>
            <a:ext cx="8747125" cy="838200"/>
          </a:xfrm>
        </p:spPr>
        <p:txBody>
          <a:bodyPr/>
          <a:lstStyle/>
          <a:p>
            <a:r>
              <a:rPr lang="en-US" altLang="en-US" sz="3200"/>
              <a:t>Internet apps:  application, transport protocols</a:t>
            </a:r>
            <a:endParaRPr lang="en-US" altLang="en-US"/>
          </a:p>
        </p:txBody>
      </p:sp>
      <p:sp>
        <p:nvSpPr>
          <p:cNvPr id="62469" name="Text Box 3">
            <a:extLst>
              <a:ext uri="{FF2B5EF4-FFF2-40B4-BE49-F238E27FC236}">
                <a16:creationId xmlns="" xmlns:a16="http://schemas.microsoft.com/office/drawing/2014/main" id="{5898B816-1E2A-4160-906C-0B3D535AA0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00" y="1773238"/>
            <a:ext cx="2806700" cy="320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application</a:t>
            </a: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e-mail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remote terminal access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Web 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file transfer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streaming multimedia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Internet telephony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62470" name="Text Box 4">
            <a:extLst>
              <a:ext uri="{FF2B5EF4-FFF2-40B4-BE49-F238E27FC236}">
                <a16:creationId xmlns="" xmlns:a16="http://schemas.microsoft.com/office/drawing/2014/main" id="{B3ABD898-7CF8-41C7-94A0-1FA7FBD833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1988" y="1458913"/>
            <a:ext cx="282098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application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layer protocol</a:t>
            </a: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SMTP [RFC 2821]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Telnet [RFC 854]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HTTP [RFC 2616]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FTP [RFC 959]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HTTP (e.g., YouTube), </a:t>
            </a:r>
            <a:br>
              <a:rPr lang="en-US" altLang="en-US"/>
            </a:br>
            <a:r>
              <a:rPr lang="en-US" altLang="en-US"/>
              <a:t>RTP [RFC 1889]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SIP, RTP, proprietary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(e.g., Skype)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62471" name="Text Box 5">
            <a:extLst>
              <a:ext uri="{FF2B5EF4-FFF2-40B4-BE49-F238E27FC236}">
                <a16:creationId xmlns="" xmlns:a16="http://schemas.microsoft.com/office/drawing/2014/main" id="{E4276CBB-D8BC-44B8-9E5B-BC0D192CBD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0913" y="1477963"/>
            <a:ext cx="262413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underlying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transport protocol</a:t>
            </a: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 or UDP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 or UDP</a:t>
            </a:r>
          </a:p>
        </p:txBody>
      </p:sp>
      <p:sp>
        <p:nvSpPr>
          <p:cNvPr id="62472" name="Line 7">
            <a:extLst>
              <a:ext uri="{FF2B5EF4-FFF2-40B4-BE49-F238E27FC236}">
                <a16:creationId xmlns="" xmlns:a16="http://schemas.microsoft.com/office/drawing/2014/main" id="{1BAAE720-3D3E-4F07-9E5D-25113D49AA6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1563" y="2152650"/>
            <a:ext cx="73342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3" name="Line 8">
            <a:extLst>
              <a:ext uri="{FF2B5EF4-FFF2-40B4-BE49-F238E27FC236}">
                <a16:creationId xmlns="" xmlns:a16="http://schemas.microsoft.com/office/drawing/2014/main" id="{2CDD8200-C527-401E-BE41-E6D292968C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23938" y="2743200"/>
            <a:ext cx="73247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4" name="Line 9">
            <a:extLst>
              <a:ext uri="{FF2B5EF4-FFF2-40B4-BE49-F238E27FC236}">
                <a16:creationId xmlns="" xmlns:a16="http://schemas.microsoft.com/office/drawing/2014/main" id="{CA439E38-EEC4-422C-B1FB-A2904349F4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44575" y="3038475"/>
            <a:ext cx="729615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5" name="Line 10">
            <a:extLst>
              <a:ext uri="{FF2B5EF4-FFF2-40B4-BE49-F238E27FC236}">
                <a16:creationId xmlns="" xmlns:a16="http://schemas.microsoft.com/office/drawing/2014/main" id="{22AB6287-D723-4549-9556-057F9F4B22C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42988" y="3333750"/>
            <a:ext cx="72771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6" name="Line 11">
            <a:extLst>
              <a:ext uri="{FF2B5EF4-FFF2-40B4-BE49-F238E27FC236}">
                <a16:creationId xmlns="" xmlns:a16="http://schemas.microsoft.com/office/drawing/2014/main" id="{C1E6AB01-8075-4C63-93AC-5FE5B974E5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3150" y="3657600"/>
            <a:ext cx="7258050" cy="95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7" name="Line 12">
            <a:extLst>
              <a:ext uri="{FF2B5EF4-FFF2-40B4-BE49-F238E27FC236}">
                <a16:creationId xmlns="" xmlns:a16="http://schemas.microsoft.com/office/drawing/2014/main" id="{E25D179C-6848-4B28-831E-B92B249B88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14413" y="4257675"/>
            <a:ext cx="73152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8" name="Line 14">
            <a:extLst>
              <a:ext uri="{FF2B5EF4-FFF2-40B4-BE49-F238E27FC236}">
                <a16:creationId xmlns="" xmlns:a16="http://schemas.microsoft.com/office/drawing/2014/main" id="{CAFC8FFD-6516-4167-8482-6D23438E5B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9788" y="4881563"/>
            <a:ext cx="734377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91125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76600" y="1981200"/>
            <a:ext cx="1981200" cy="2514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77442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="" xmlns:a16="http://schemas.microsoft.com/office/drawing/2014/main" id="{CECD213C-E97A-4703-8879-23B4B714F6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/>
              <a:t>Securing TCP</a:t>
            </a:r>
          </a:p>
        </p:txBody>
      </p:sp>
      <p:sp>
        <p:nvSpPr>
          <p:cNvPr id="7" name="Content Placeholder 6">
            <a:extLst>
              <a:ext uri="{FF2B5EF4-FFF2-40B4-BE49-F238E27FC236}">
                <a16:creationId xmlns="" xmlns:a16="http://schemas.microsoft.com/office/drawing/2014/main" id="{E7C6FCE7-E757-4FC8-8B86-EF06528C148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91000" cy="5121275"/>
          </a:xfrm>
        </p:spPr>
        <p:txBody>
          <a:bodyPr>
            <a:noAutofit/>
          </a:bodyPr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sz="2000" dirty="0"/>
              <a:t>Neither </a:t>
            </a:r>
            <a:r>
              <a:rPr lang="en-US" sz="2000" b="1" dirty="0">
                <a:solidFill>
                  <a:srgbClr val="FF0000"/>
                </a:solidFill>
              </a:rPr>
              <a:t>TCP nor UDP provides any </a:t>
            </a:r>
            <a:endParaRPr lang="en-US" sz="2000" b="1" dirty="0" smtClean="0">
              <a:solidFill>
                <a:srgbClr val="FF0000"/>
              </a:solidFill>
            </a:endParaRPr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sz="2000" b="1" dirty="0" smtClean="0">
                <a:solidFill>
                  <a:srgbClr val="FF0000"/>
                </a:solidFill>
              </a:rPr>
              <a:t>encryption</a:t>
            </a:r>
            <a:r>
              <a:rPr lang="en-US" sz="2000" dirty="0" smtClean="0"/>
              <a:t>—the </a:t>
            </a:r>
            <a:r>
              <a:rPr lang="en-US" sz="2000" dirty="0"/>
              <a:t>data that the sending </a:t>
            </a:r>
            <a:endParaRPr lang="en-US" sz="2000" dirty="0" smtClean="0"/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sz="2000" dirty="0" smtClean="0"/>
              <a:t>process </a:t>
            </a:r>
            <a:r>
              <a:rPr lang="en-US" sz="2000" dirty="0"/>
              <a:t>passes into its socket is the </a:t>
            </a:r>
            <a:endParaRPr lang="en-US" sz="2000" dirty="0" smtClean="0"/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sz="2000" dirty="0" smtClean="0"/>
              <a:t>same </a:t>
            </a:r>
            <a:r>
              <a:rPr lang="en-US" sz="2000" dirty="0"/>
              <a:t>data that travels over the </a:t>
            </a:r>
            <a:endParaRPr lang="en-US" sz="2000" dirty="0" smtClean="0"/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sz="2000" dirty="0" smtClean="0"/>
              <a:t>network </a:t>
            </a:r>
            <a:r>
              <a:rPr lang="en-US" sz="2000" dirty="0"/>
              <a:t>to the </a:t>
            </a:r>
            <a:r>
              <a:rPr lang="en-US" sz="2000" dirty="0" smtClean="0"/>
              <a:t>destination </a:t>
            </a:r>
            <a:r>
              <a:rPr lang="en-US" sz="2000" dirty="0"/>
              <a:t>process. </a:t>
            </a:r>
            <a:endParaRPr lang="en-US" sz="2000" dirty="0" smtClean="0">
              <a:solidFill>
                <a:schemeClr val="accent6">
                  <a:lumMod val="75000"/>
                </a:schemeClr>
              </a:solidFill>
              <a:ea typeface="ＭＳ Ｐゴシック" charset="0"/>
            </a:endParaRPr>
          </a:p>
          <a:p>
            <a:pPr>
              <a:buFont typeface="Wingdings" panose="05000000000000000000" pitchFamily="2" charset="2"/>
              <a:buNone/>
              <a:defRPr/>
            </a:pPr>
            <a:endParaRPr lang="en-US" sz="2000" dirty="0" smtClean="0">
              <a:solidFill>
                <a:schemeClr val="accent6">
                  <a:lumMod val="75000"/>
                </a:schemeClr>
              </a:solidFill>
              <a:ea typeface="ＭＳ Ｐゴシック" charset="0"/>
            </a:endParaRPr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sz="2000" dirty="0" smtClean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TCP </a:t>
            </a:r>
            <a:r>
              <a:rPr lang="en-US" sz="2000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&amp; UDP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000" b="1" dirty="0">
                <a:solidFill>
                  <a:srgbClr val="FF0000"/>
                </a:solidFill>
                <a:ea typeface="ＭＳ Ｐゴシック" charset="0"/>
              </a:rPr>
              <a:t>no encryption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000" dirty="0" err="1">
                <a:ea typeface="ＭＳ Ｐゴシック" charset="0"/>
              </a:rPr>
              <a:t>cleartext</a:t>
            </a:r>
            <a:r>
              <a:rPr lang="en-US" sz="2000" dirty="0">
                <a:ea typeface="ＭＳ Ｐゴシック" charset="0"/>
              </a:rPr>
              <a:t> </a:t>
            </a:r>
            <a:r>
              <a:rPr lang="en-US" sz="2000" dirty="0" smtClean="0">
                <a:ea typeface="ＭＳ Ｐゴシック" charset="0"/>
              </a:rPr>
              <a:t>passwords </a:t>
            </a:r>
            <a:r>
              <a:rPr lang="en-US" sz="2000" dirty="0">
                <a:ea typeface="ＭＳ Ｐゴシック" charset="0"/>
              </a:rPr>
              <a:t>sent into socket traverse Internet  in cleartext</a:t>
            </a:r>
          </a:p>
          <a:p>
            <a:pPr marL="0" indent="0">
              <a:buFont typeface="Wingdings" charset="2"/>
              <a:buNone/>
              <a:defRPr/>
            </a:pPr>
            <a:r>
              <a:rPr lang="en-US" sz="2000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SSL</a:t>
            </a:r>
            <a:r>
              <a:rPr lang="en-US" sz="2000" dirty="0">
                <a:ea typeface="ＭＳ Ｐゴシック" charset="0"/>
              </a:rPr>
              <a:t>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000" b="1" dirty="0">
                <a:solidFill>
                  <a:srgbClr val="FF0000"/>
                </a:solidFill>
                <a:ea typeface="ＭＳ Ｐゴシック" charset="0"/>
              </a:rPr>
              <a:t>provides encrypted TCP connection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000" dirty="0">
                <a:ea typeface="ＭＳ Ｐゴシック" charset="0"/>
              </a:rPr>
              <a:t>data integrity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000" dirty="0">
                <a:ea typeface="ＭＳ Ｐゴシック" charset="0"/>
              </a:rPr>
              <a:t>end-point authentication</a:t>
            </a:r>
          </a:p>
        </p:txBody>
      </p:sp>
      <p:sp>
        <p:nvSpPr>
          <p:cNvPr id="80899" name="Content Placeholder 7">
            <a:extLst>
              <a:ext uri="{FF2B5EF4-FFF2-40B4-BE49-F238E27FC236}">
                <a16:creationId xmlns="" xmlns:a16="http://schemas.microsoft.com/office/drawing/2014/main" id="{E3D7E103-C4E3-435A-88EE-A5EC279DF6F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343400" cy="5257800"/>
          </a:xfrm>
        </p:spPr>
        <p:txBody>
          <a:bodyPr>
            <a:normAutofit fontScale="62500" lnSpcReduction="2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sz="3200" b="1" dirty="0" smtClean="0">
                <a:solidFill>
                  <a:srgbClr val="FFC000"/>
                </a:solidFill>
              </a:rPr>
              <a:t>TLS </a:t>
            </a:r>
          </a:p>
          <a:p>
            <a:r>
              <a:rPr lang="en-US" dirty="0" smtClean="0"/>
              <a:t>The </a:t>
            </a:r>
            <a:r>
              <a:rPr lang="en-US" dirty="0"/>
              <a:t>Internet community has developed </a:t>
            </a:r>
            <a:endParaRPr lang="en-US" dirty="0" smtClean="0"/>
          </a:p>
          <a:p>
            <a:pPr>
              <a:buFont typeface="Wingdings" panose="05000000000000000000" pitchFamily="2" charset="2"/>
              <a:buNone/>
            </a:pPr>
            <a:r>
              <a:rPr lang="en-US" dirty="0" smtClean="0"/>
              <a:t>an </a:t>
            </a:r>
            <a:r>
              <a:rPr lang="en-US" dirty="0"/>
              <a:t>enhancement for TCP, called </a:t>
            </a:r>
            <a:r>
              <a:rPr lang="en-US" b="1" dirty="0">
                <a:solidFill>
                  <a:srgbClr val="FF0000"/>
                </a:solidFill>
              </a:rPr>
              <a:t>Transport </a:t>
            </a:r>
            <a:endParaRPr lang="en-US" b="1" dirty="0" smtClean="0">
              <a:solidFill>
                <a:srgbClr val="FF0000"/>
              </a:solidFill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b="1" dirty="0" smtClean="0">
                <a:solidFill>
                  <a:srgbClr val="FF0000"/>
                </a:solidFill>
              </a:rPr>
              <a:t>Layer </a:t>
            </a:r>
            <a:r>
              <a:rPr lang="en-US" b="1" dirty="0">
                <a:solidFill>
                  <a:srgbClr val="FF0000"/>
                </a:solidFill>
              </a:rPr>
              <a:t>Security (TLS)</a:t>
            </a:r>
            <a:r>
              <a:rPr lang="en-US" dirty="0"/>
              <a:t> [RFC 5246]. </a:t>
            </a:r>
            <a:endParaRPr lang="en-US" dirty="0" smtClean="0"/>
          </a:p>
          <a:p>
            <a:r>
              <a:rPr lang="en-US" dirty="0" smtClean="0"/>
              <a:t>TCP-enhanced-with-TLS </a:t>
            </a:r>
            <a:r>
              <a:rPr lang="en-US" dirty="0"/>
              <a:t>not only does </a:t>
            </a:r>
            <a:endParaRPr lang="en-US" dirty="0" smtClean="0"/>
          </a:p>
          <a:p>
            <a:pPr>
              <a:buFont typeface="Wingdings" panose="05000000000000000000" pitchFamily="2" charset="2"/>
              <a:buNone/>
            </a:pPr>
            <a:r>
              <a:rPr lang="en-US" dirty="0" smtClean="0"/>
              <a:t>everything </a:t>
            </a:r>
            <a:r>
              <a:rPr lang="en-US" dirty="0"/>
              <a:t>that traditional TCP does but </a:t>
            </a:r>
            <a:endParaRPr lang="en-US" dirty="0" smtClean="0"/>
          </a:p>
          <a:p>
            <a:pPr>
              <a:buFont typeface="Wingdings" panose="05000000000000000000" pitchFamily="2" charset="2"/>
              <a:buNone/>
            </a:pPr>
            <a:r>
              <a:rPr lang="en-US" dirty="0" smtClean="0"/>
              <a:t>also </a:t>
            </a:r>
            <a:r>
              <a:rPr lang="en-US" b="1" dirty="0">
                <a:solidFill>
                  <a:srgbClr val="FF0000"/>
                </a:solidFill>
              </a:rPr>
              <a:t>provides critical </a:t>
            </a:r>
            <a:r>
              <a:rPr lang="en-US" b="1" dirty="0" smtClean="0">
                <a:solidFill>
                  <a:srgbClr val="FF0000"/>
                </a:solidFill>
              </a:rPr>
              <a:t>process-to-process 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b="1" dirty="0" smtClean="0">
                <a:solidFill>
                  <a:srgbClr val="FF0000"/>
                </a:solidFill>
              </a:rPr>
              <a:t>security </a:t>
            </a:r>
            <a:r>
              <a:rPr lang="en-US" b="1" dirty="0">
                <a:solidFill>
                  <a:srgbClr val="FF0000"/>
                </a:solidFill>
              </a:rPr>
              <a:t>services</a:t>
            </a:r>
            <a:r>
              <a:rPr lang="en-US" dirty="0"/>
              <a:t>, including encryption, </a:t>
            </a:r>
            <a:endParaRPr lang="en-US" dirty="0" smtClean="0"/>
          </a:p>
          <a:p>
            <a:pPr>
              <a:buFont typeface="Wingdings" panose="05000000000000000000" pitchFamily="2" charset="2"/>
              <a:buNone/>
            </a:pPr>
            <a:r>
              <a:rPr lang="en-US" dirty="0" smtClean="0"/>
              <a:t>data </a:t>
            </a:r>
            <a:r>
              <a:rPr lang="en-US" dirty="0"/>
              <a:t>integrity, and end-point </a:t>
            </a:r>
            <a:endParaRPr lang="en-US" dirty="0" smtClean="0"/>
          </a:p>
          <a:p>
            <a:pPr>
              <a:buFont typeface="Wingdings" panose="05000000000000000000" pitchFamily="2" charset="2"/>
              <a:buNone/>
            </a:pPr>
            <a:r>
              <a:rPr lang="en-US" dirty="0" smtClean="0"/>
              <a:t>authentication</a:t>
            </a:r>
            <a:r>
              <a:rPr lang="en-US" dirty="0"/>
              <a:t>. </a:t>
            </a:r>
            <a:endParaRPr lang="en-US" dirty="0" smtClean="0"/>
          </a:p>
          <a:p>
            <a:pPr>
              <a:buFont typeface="Wingdings" panose="05000000000000000000" pitchFamily="2" charset="2"/>
              <a:buNone/>
            </a:pPr>
            <a:endParaRPr lang="en-US" altLang="en-US" dirty="0" smtClean="0">
              <a:solidFill>
                <a:srgbClr val="22228B"/>
              </a:solidFill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en-US" dirty="0" smtClean="0">
                <a:solidFill>
                  <a:srgbClr val="22228B"/>
                </a:solidFill>
              </a:rPr>
              <a:t>SSL </a:t>
            </a:r>
            <a:r>
              <a:rPr lang="en-US" altLang="en-US" dirty="0">
                <a:solidFill>
                  <a:srgbClr val="22228B"/>
                </a:solidFill>
              </a:rPr>
              <a:t>is at app layer</a:t>
            </a:r>
          </a:p>
          <a:p>
            <a:pPr>
              <a:lnSpc>
                <a:spcPct val="100000"/>
              </a:lnSpc>
            </a:pPr>
            <a:r>
              <a:rPr lang="en-US" altLang="en-US" sz="2400" dirty="0"/>
              <a:t>apps use SSL libraries, that </a:t>
            </a:r>
            <a:r>
              <a:rPr lang="ja-JP" altLang="en-US" sz="2400" dirty="0"/>
              <a:t>“</a:t>
            </a:r>
            <a:r>
              <a:rPr lang="en-US" altLang="ja-JP" sz="2400" dirty="0"/>
              <a:t>talk</a:t>
            </a:r>
            <a:r>
              <a:rPr lang="ja-JP" altLang="en-US" sz="2400" dirty="0"/>
              <a:t>”</a:t>
            </a:r>
            <a:r>
              <a:rPr lang="en-US" altLang="ja-JP" sz="2400" dirty="0"/>
              <a:t> to TCP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dirty="0">
                <a:solidFill>
                  <a:srgbClr val="22228B"/>
                </a:solidFill>
              </a:rPr>
              <a:t>SSL socket API</a:t>
            </a:r>
          </a:p>
          <a:p>
            <a:pPr marL="233363" lvl="1" indent="-233363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dirty="0" err="1"/>
              <a:t>cleartext</a:t>
            </a:r>
            <a:r>
              <a:rPr lang="en-US" altLang="en-US" dirty="0"/>
              <a:t> passwords sent into socket traverse Internet  encrypted </a:t>
            </a:r>
          </a:p>
          <a:p>
            <a:pPr marL="233363" lvl="1" indent="-233363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dirty="0"/>
              <a:t>see Chapter 8</a:t>
            </a:r>
          </a:p>
          <a:p>
            <a:pPr marL="233363" lvl="1" indent="-233363"/>
            <a:endParaRPr lang="en-US" altLang="en-US" dirty="0"/>
          </a:p>
          <a:p>
            <a:endParaRPr lang="en-US" altLang="en-US" dirty="0"/>
          </a:p>
        </p:txBody>
      </p:sp>
      <p:sp>
        <p:nvSpPr>
          <p:cNvPr id="64517" name="Slide Number Placeholder 3">
            <a:extLst>
              <a:ext uri="{FF2B5EF4-FFF2-40B4-BE49-F238E27FC236}">
                <a16:creationId xmlns="" xmlns:a16="http://schemas.microsoft.com/office/drawing/2014/main" id="{6600CAEC-5D38-487D-87DD-F4ADD28808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00236CC-B60B-46B7-BAA1-398B88CB3B3A}" type="slidenum">
              <a:rPr lang="en-US" altLang="en-US" sz="1200">
                <a:latin typeface="Tahoma" panose="020B0604030504040204" pitchFamily="34" charset="0"/>
              </a:rPr>
              <a:pPr/>
              <a:t>21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4518" name="Picture 351" descr="underline_base">
            <a:extLst>
              <a:ext uri="{FF2B5EF4-FFF2-40B4-BE49-F238E27FC236}">
                <a16:creationId xmlns="" xmlns:a16="http://schemas.microsoft.com/office/drawing/2014/main" id="{D9668012-FCF8-4921-90AD-DF2076BC89A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6738" y="1030288"/>
            <a:ext cx="28257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3557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37" name="Picture 11" descr="underline_base">
            <a:extLst>
              <a:ext uri="{FF2B5EF4-FFF2-40B4-BE49-F238E27FC236}">
                <a16:creationId xmlns="" xmlns:a16="http://schemas.microsoft.com/office/drawing/2014/main" id="{0345EB2F-C3A6-4A05-B535-C79403C88A6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38" name="Rectangle 7">
            <a:extLst>
              <a:ext uri="{FF2B5EF4-FFF2-40B4-BE49-F238E27FC236}">
                <a16:creationId xmlns="" xmlns:a16="http://schemas.microsoft.com/office/drawing/2014/main" id="{33CF6541-DF9B-434F-A0EE-87D10C40531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5539" name="Rectangle 8">
            <a:extLst>
              <a:ext uri="{FF2B5EF4-FFF2-40B4-BE49-F238E27FC236}">
                <a16:creationId xmlns="" xmlns:a16="http://schemas.microsoft.com/office/drawing/2014/main" id="{6EFB412B-F3D6-4067-8926-48FDF7C243D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8C3848B-046B-492A-A030-82859BB012D5}" type="slidenum">
              <a:rPr lang="en-US" altLang="en-US" sz="1200">
                <a:latin typeface="Tahoma" panose="020B0604030504040204" pitchFamily="34" charset="0"/>
              </a:rPr>
              <a:pPr/>
              <a:t>22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5540" name="Rectangle 2">
            <a:extLst>
              <a:ext uri="{FF2B5EF4-FFF2-40B4-BE49-F238E27FC236}">
                <a16:creationId xmlns="" xmlns:a16="http://schemas.microsoft.com/office/drawing/2014/main" id="{AA4A708E-A4E6-41CD-98B9-ACED146823D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="" xmlns:a16="http://schemas.microsoft.com/office/drawing/2014/main" id="{0C32D544-0D8C-4887-9811-FF8A16E668B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65542" name="Rectangle 4">
            <a:extLst>
              <a:ext uri="{FF2B5EF4-FFF2-40B4-BE49-F238E27FC236}">
                <a16:creationId xmlns="" xmlns:a16="http://schemas.microsoft.com/office/drawing/2014/main" id="{C1758F58-56E0-4866-BA06-21B870ADBB4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  <p:extLst>
      <p:ext uri="{BB962C8B-B14F-4D97-AF65-F5344CB8AC3E}">
        <p14:creationId xmlns:p14="http://schemas.microsoft.com/office/powerpoint/2010/main" val="7224808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Rectangle 7">
            <a:extLst>
              <a:ext uri="{FF2B5EF4-FFF2-40B4-BE49-F238E27FC236}">
                <a16:creationId xmlns="" xmlns:a16="http://schemas.microsoft.com/office/drawing/2014/main" id="{46E97D17-1184-45FD-ACF2-338C8199FA7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7586" name="Rectangle 8">
            <a:extLst>
              <a:ext uri="{FF2B5EF4-FFF2-40B4-BE49-F238E27FC236}">
                <a16:creationId xmlns="" xmlns:a16="http://schemas.microsoft.com/office/drawing/2014/main" id="{6DA663B8-8B26-47D8-876A-A3DF53EB42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F343811-2D4F-4B6F-B768-BCA94892DDC1}" type="slidenum">
              <a:rPr lang="en-US" altLang="en-US" sz="1200">
                <a:latin typeface="Tahoma" panose="020B0604030504040204" pitchFamily="34" charset="0"/>
              </a:rPr>
              <a:pPr/>
              <a:t>23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7587" name="Rectangle 2">
            <a:extLst>
              <a:ext uri="{FF2B5EF4-FFF2-40B4-BE49-F238E27FC236}">
                <a16:creationId xmlns="" xmlns:a16="http://schemas.microsoft.com/office/drawing/2014/main" id="{52912ADC-C520-439A-A8AA-E1CE3ADA11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201613"/>
            <a:ext cx="7772400" cy="892175"/>
          </a:xfrm>
        </p:spPr>
        <p:txBody>
          <a:bodyPr/>
          <a:lstStyle/>
          <a:p>
            <a:r>
              <a:rPr lang="en-US" altLang="en-US"/>
              <a:t>Web and HTTP</a:t>
            </a:r>
          </a:p>
        </p:txBody>
      </p:sp>
      <p:sp>
        <p:nvSpPr>
          <p:cNvPr id="67588" name="Rectangle 3">
            <a:extLst>
              <a:ext uri="{FF2B5EF4-FFF2-40B4-BE49-F238E27FC236}">
                <a16:creationId xmlns="" xmlns:a16="http://schemas.microsoft.com/office/drawing/2014/main" id="{083EFE61-088B-498D-9AE1-5D2040DA041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360488"/>
            <a:ext cx="84582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/>
              <a:t>First, a review…</a:t>
            </a:r>
          </a:p>
          <a:p>
            <a:r>
              <a:rPr lang="en-US" altLang="en-US" i="1" dirty="0">
                <a:solidFill>
                  <a:srgbClr val="CC0000"/>
                </a:solidFill>
              </a:rPr>
              <a:t>web page</a:t>
            </a:r>
            <a:r>
              <a:rPr lang="en-US" altLang="en-US" dirty="0"/>
              <a:t> consists of </a:t>
            </a:r>
            <a:r>
              <a:rPr lang="en-US" altLang="en-US" i="1" dirty="0">
                <a:solidFill>
                  <a:srgbClr val="CC0000"/>
                </a:solidFill>
              </a:rPr>
              <a:t>objects</a:t>
            </a:r>
          </a:p>
          <a:p>
            <a:r>
              <a:rPr lang="en-US" altLang="en-US" dirty="0"/>
              <a:t>object can be HTML file, JPEG image, Java applet, audio file,…</a:t>
            </a:r>
          </a:p>
          <a:p>
            <a:r>
              <a:rPr lang="en-US" altLang="en-US" dirty="0"/>
              <a:t>web page consists of </a:t>
            </a:r>
            <a:r>
              <a:rPr lang="en-US" altLang="en-US" i="1" dirty="0">
                <a:solidFill>
                  <a:srgbClr val="CC0000"/>
                </a:solidFill>
              </a:rPr>
              <a:t>base HTML-file</a:t>
            </a:r>
            <a:r>
              <a:rPr lang="en-US" altLang="en-US" dirty="0"/>
              <a:t> which includes </a:t>
            </a:r>
            <a:r>
              <a:rPr lang="en-US" altLang="en-US" i="1" dirty="0">
                <a:solidFill>
                  <a:srgbClr val="CC0000"/>
                </a:solidFill>
              </a:rPr>
              <a:t>several referenced objects</a:t>
            </a:r>
          </a:p>
          <a:p>
            <a:r>
              <a:rPr lang="en-US" altLang="en-US" dirty="0"/>
              <a:t>each object is addressable by a </a:t>
            </a:r>
            <a:r>
              <a:rPr lang="en-US" altLang="en-US" i="1" dirty="0">
                <a:solidFill>
                  <a:srgbClr val="CC0000"/>
                </a:solidFill>
              </a:rPr>
              <a:t>URL, </a:t>
            </a:r>
            <a:r>
              <a:rPr lang="en-US" altLang="en-US" dirty="0"/>
              <a:t>e.g.,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dirty="0"/>
          </a:p>
        </p:txBody>
      </p:sp>
      <p:grpSp>
        <p:nvGrpSpPr>
          <p:cNvPr id="67589" name="Group 10">
            <a:extLst>
              <a:ext uri="{FF2B5EF4-FFF2-40B4-BE49-F238E27FC236}">
                <a16:creationId xmlns="" xmlns:a16="http://schemas.microsoft.com/office/drawing/2014/main" id="{2C813FBB-A418-461E-9386-28CEF2EEB3C3}"/>
              </a:ext>
            </a:extLst>
          </p:cNvPr>
          <p:cNvGrpSpPr>
            <a:grpSpLocks/>
          </p:cNvGrpSpPr>
          <p:nvPr/>
        </p:nvGrpSpPr>
        <p:grpSpPr bwMode="auto">
          <a:xfrm>
            <a:off x="1158875" y="5110160"/>
            <a:ext cx="6821488" cy="1001713"/>
            <a:chOff x="797" y="3045"/>
            <a:chExt cx="4297" cy="631"/>
          </a:xfrm>
        </p:grpSpPr>
        <p:sp>
          <p:nvSpPr>
            <p:cNvPr id="67591" name="Text Box 5">
              <a:extLst>
                <a:ext uri="{FF2B5EF4-FFF2-40B4-BE49-F238E27FC236}">
                  <a16:creationId xmlns="" xmlns:a16="http://schemas.microsoft.com/office/drawing/2014/main" id="{D1FD31CD-8BBB-4D0D-81A4-23C23B920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7" y="3045"/>
              <a:ext cx="41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latin typeface="Courier New" panose="02070309020205020404" pitchFamily="49" charset="0"/>
                </a:rPr>
                <a:t>www.someschool.edu/someDept/pic.gif</a:t>
              </a:r>
            </a:p>
          </p:txBody>
        </p:sp>
        <p:sp>
          <p:nvSpPr>
            <p:cNvPr id="67592" name="AutoShape 6">
              <a:extLst>
                <a:ext uri="{FF2B5EF4-FFF2-40B4-BE49-F238E27FC236}">
                  <a16:creationId xmlns="" xmlns:a16="http://schemas.microsoft.com/office/drawing/2014/main" id="{E4E597BE-1BD0-49C1-B43D-535CA274E49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67593" name="AutoShape 7">
              <a:extLst>
                <a:ext uri="{FF2B5EF4-FFF2-40B4-BE49-F238E27FC236}">
                  <a16:creationId xmlns="" xmlns:a16="http://schemas.microsoft.com/office/drawing/2014/main" id="{096C221B-E7C1-4EAF-9DAA-F66868F26A3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67594" name="Text Box 8">
              <a:extLst>
                <a:ext uri="{FF2B5EF4-FFF2-40B4-BE49-F238E27FC236}">
                  <a16:creationId xmlns="" xmlns:a16="http://schemas.microsoft.com/office/drawing/2014/main" id="{FB8011EF-0AC0-4706-96F5-7E83AFD66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host name</a:t>
              </a:r>
            </a:p>
          </p:txBody>
        </p:sp>
        <p:sp>
          <p:nvSpPr>
            <p:cNvPr id="67595" name="Text Box 9">
              <a:extLst>
                <a:ext uri="{FF2B5EF4-FFF2-40B4-BE49-F238E27FC236}">
                  <a16:creationId xmlns="" xmlns:a16="http://schemas.microsoft.com/office/drawing/2014/main" id="{FAE12AD6-35C8-4F75-ADA4-035AD4DF9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path</a:t>
              </a:r>
              <a:r>
                <a:rPr lang="en-US" altLang="en-US" sz="2400">
                  <a:latin typeface="Comic Sans MS" panose="030F0702030302020204" pitchFamily="66" charset="0"/>
                </a:rPr>
                <a:t> </a:t>
              </a:r>
              <a:r>
                <a:rPr lang="en-US" altLang="en-US" sz="2400"/>
                <a:t>name</a:t>
              </a:r>
            </a:p>
          </p:txBody>
        </p:sp>
      </p:grpSp>
      <p:pic>
        <p:nvPicPr>
          <p:cNvPr id="67590" name="Picture 18" descr="underline_base">
            <a:extLst>
              <a:ext uri="{FF2B5EF4-FFF2-40B4-BE49-F238E27FC236}">
                <a16:creationId xmlns="" xmlns:a16="http://schemas.microsoft.com/office/drawing/2014/main" id="{47EC1226-665C-4E16-AE2A-A8FC5C67D9F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895350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40539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Rectangle 7">
            <a:extLst>
              <a:ext uri="{FF2B5EF4-FFF2-40B4-BE49-F238E27FC236}">
                <a16:creationId xmlns="" xmlns:a16="http://schemas.microsoft.com/office/drawing/2014/main" id="{18A6DDC7-B4AE-4B89-9F3F-B0B86A5BBF0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9634" name="Rectangle 8">
            <a:extLst>
              <a:ext uri="{FF2B5EF4-FFF2-40B4-BE49-F238E27FC236}">
                <a16:creationId xmlns="" xmlns:a16="http://schemas.microsoft.com/office/drawing/2014/main" id="{C4D53EB7-C26B-40CD-957D-9C6B953CFF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16C7049-0073-47AE-8AC8-216ABC459F4E}" type="slidenum">
              <a:rPr lang="en-US" altLang="en-US" sz="1200">
                <a:latin typeface="Tahoma" panose="020B0604030504040204" pitchFamily="34" charset="0"/>
              </a:rPr>
              <a:pPr/>
              <a:t>24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9635" name="Rectangle 2">
            <a:extLst>
              <a:ext uri="{FF2B5EF4-FFF2-40B4-BE49-F238E27FC236}">
                <a16:creationId xmlns="" xmlns:a16="http://schemas.microsoft.com/office/drawing/2014/main" id="{83A4E673-4827-4E72-B97B-C6E3C92F6A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09563"/>
            <a:ext cx="7772400" cy="795337"/>
          </a:xfrm>
        </p:spPr>
        <p:txBody>
          <a:bodyPr/>
          <a:lstStyle/>
          <a:p>
            <a:r>
              <a:rPr lang="en-US" altLang="en-US" sz="4000"/>
              <a:t>HTTP overview</a:t>
            </a:r>
            <a:endParaRPr lang="en-US" altLang="en-US"/>
          </a:p>
        </p:txBody>
      </p:sp>
      <p:sp>
        <p:nvSpPr>
          <p:cNvPr id="86020" name="Rectangle 3">
            <a:extLst>
              <a:ext uri="{FF2B5EF4-FFF2-40B4-BE49-F238E27FC236}">
                <a16:creationId xmlns="" xmlns:a16="http://schemas.microsoft.com/office/drawing/2014/main" id="{65310154-0AC2-4A87-9F27-19217F9812D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489075"/>
            <a:ext cx="3810000" cy="46482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HTTP: hypertext transfer protocol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Web</a:t>
            </a:r>
            <a:r>
              <a:rPr lang="ja-JP" altLang="en-US" sz="2400"/>
              <a:t>’</a:t>
            </a:r>
            <a:r>
              <a:rPr lang="en-US" altLang="ja-JP" sz="2400"/>
              <a:t>s application layer protocol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client/server model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>
                <a:solidFill>
                  <a:srgbClr val="CC0000"/>
                </a:solidFill>
              </a:rPr>
              <a:t>client</a:t>
            </a:r>
            <a:r>
              <a:rPr lang="en-US" altLang="en-US" i="1">
                <a:solidFill>
                  <a:srgbClr val="FF0000"/>
                </a:solidFill>
              </a:rPr>
              <a:t>:</a:t>
            </a:r>
            <a:r>
              <a:rPr lang="en-US" altLang="en-US"/>
              <a:t> browser that requests, receives, (using HTTP protocol) and </a:t>
            </a:r>
            <a:r>
              <a:rPr lang="ja-JP" altLang="en-US"/>
              <a:t>“</a:t>
            </a:r>
            <a:r>
              <a:rPr lang="en-US" altLang="ja-JP"/>
              <a:t>displays</a:t>
            </a:r>
            <a:r>
              <a:rPr lang="ja-JP" altLang="en-US"/>
              <a:t>”</a:t>
            </a:r>
            <a:r>
              <a:rPr lang="en-US" altLang="ja-JP"/>
              <a:t> Web objects 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>
                <a:solidFill>
                  <a:srgbClr val="CC0000"/>
                </a:solidFill>
              </a:rPr>
              <a:t>server:</a:t>
            </a:r>
            <a:r>
              <a:rPr lang="en-US" altLang="en-US"/>
              <a:t> Web server sends (using HTTP protocol) objects in response to requests</a:t>
            </a:r>
          </a:p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69637" name="Text Box 7">
            <a:extLst>
              <a:ext uri="{FF2B5EF4-FFF2-40B4-BE49-F238E27FC236}">
                <a16:creationId xmlns="" xmlns:a16="http://schemas.microsoft.com/office/drawing/2014/main" id="{D40CEA58-5418-4674-85BE-93728C1FB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5650" y="2455863"/>
            <a:ext cx="15843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PC 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Firefox browser</a:t>
            </a:r>
            <a:endParaRPr lang="en-US" altLang="en-US" sz="2400"/>
          </a:p>
        </p:txBody>
      </p:sp>
      <p:sp>
        <p:nvSpPr>
          <p:cNvPr id="69638" name="Text Box 9">
            <a:extLst>
              <a:ext uri="{FF2B5EF4-FFF2-40B4-BE49-F238E27FC236}">
                <a16:creationId xmlns="" xmlns:a16="http://schemas.microsoft.com/office/drawing/2014/main" id="{625917DE-7169-44FA-802A-2D949F23C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8875" y="3836988"/>
            <a:ext cx="1346200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Apache Web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69639" name="Text Box 23">
            <a:extLst>
              <a:ext uri="{FF2B5EF4-FFF2-40B4-BE49-F238E27FC236}">
                <a16:creationId xmlns="" xmlns:a16="http://schemas.microsoft.com/office/drawing/2014/main" id="{46DC6014-E39B-4045-843D-B220B70E2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5218113"/>
            <a:ext cx="15636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iPhone 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Safari browser</a:t>
            </a:r>
            <a:endParaRPr lang="en-US" altLang="en-US" sz="2400"/>
          </a:p>
        </p:txBody>
      </p:sp>
      <p:grpSp>
        <p:nvGrpSpPr>
          <p:cNvPr id="2" name="Group 35">
            <a:extLst>
              <a:ext uri="{FF2B5EF4-FFF2-40B4-BE49-F238E27FC236}">
                <a16:creationId xmlns="" xmlns:a16="http://schemas.microsoft.com/office/drawing/2014/main" id="{0891E96F-1FBF-49F3-97DE-871AFD037FC3}"/>
              </a:ext>
            </a:extLst>
          </p:cNvPr>
          <p:cNvGrpSpPr>
            <a:grpSpLocks/>
          </p:cNvGrpSpPr>
          <p:nvPr/>
        </p:nvGrpSpPr>
        <p:grpSpPr bwMode="auto">
          <a:xfrm>
            <a:off x="5778500" y="2136775"/>
            <a:ext cx="2101850" cy="946150"/>
            <a:chOff x="3640" y="1346"/>
            <a:chExt cx="1324" cy="596"/>
          </a:xfrm>
        </p:grpSpPr>
        <p:sp>
          <p:nvSpPr>
            <p:cNvPr id="69688" name="Line 19">
              <a:extLst>
                <a:ext uri="{FF2B5EF4-FFF2-40B4-BE49-F238E27FC236}">
                  <a16:creationId xmlns="" xmlns:a16="http://schemas.microsoft.com/office/drawing/2014/main" id="{B42ADCE4-F85B-434B-A510-8FDA201B3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9" name="Text Box 24">
              <a:extLst>
                <a:ext uri="{FF2B5EF4-FFF2-40B4-BE49-F238E27FC236}">
                  <a16:creationId xmlns="" xmlns:a16="http://schemas.microsoft.com/office/drawing/2014/main" id="{70F136AE-2BC6-41B1-9EC6-047F9E8EDD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3" name="Group 36">
            <a:extLst>
              <a:ext uri="{FF2B5EF4-FFF2-40B4-BE49-F238E27FC236}">
                <a16:creationId xmlns="" xmlns:a16="http://schemas.microsoft.com/office/drawing/2014/main" id="{E091A265-1B9C-4C35-833A-F98BECA359F0}"/>
              </a:ext>
            </a:extLst>
          </p:cNvPr>
          <p:cNvGrpSpPr>
            <a:grpSpLocks/>
          </p:cNvGrpSpPr>
          <p:nvPr/>
        </p:nvGrpSpPr>
        <p:grpSpPr bwMode="auto">
          <a:xfrm>
            <a:off x="5889625" y="2344738"/>
            <a:ext cx="1971675" cy="904875"/>
            <a:chOff x="4141" y="394"/>
            <a:chExt cx="1242" cy="570"/>
          </a:xfrm>
        </p:grpSpPr>
        <p:sp>
          <p:nvSpPr>
            <p:cNvPr id="69686" name="Line 20">
              <a:extLst>
                <a:ext uri="{FF2B5EF4-FFF2-40B4-BE49-F238E27FC236}">
                  <a16:creationId xmlns="" xmlns:a16="http://schemas.microsoft.com/office/drawing/2014/main" id="{F3D9877B-F942-4EDA-B5C6-2BB8F7D184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7" name="Text Box 26">
              <a:extLst>
                <a:ext uri="{FF2B5EF4-FFF2-40B4-BE49-F238E27FC236}">
                  <a16:creationId xmlns="" xmlns:a16="http://schemas.microsoft.com/office/drawing/2014/main" id="{22D8EB35-B067-4C69-8169-BF462BE130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pic>
        <p:nvPicPr>
          <p:cNvPr id="69642" name="Picture 31" descr="underline_base">
            <a:extLst>
              <a:ext uri="{FF2B5EF4-FFF2-40B4-BE49-F238E27FC236}">
                <a16:creationId xmlns="" xmlns:a16="http://schemas.microsoft.com/office/drawing/2014/main" id="{A9195F4F-9520-4FCD-92D5-B608E8E4EFF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713" y="919163"/>
            <a:ext cx="3340100" cy="169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37">
            <a:extLst>
              <a:ext uri="{FF2B5EF4-FFF2-40B4-BE49-F238E27FC236}">
                <a16:creationId xmlns="" xmlns:a16="http://schemas.microsoft.com/office/drawing/2014/main" id="{14FAD69D-5626-4452-97C6-60FE9F82B3AB}"/>
              </a:ext>
            </a:extLst>
          </p:cNvPr>
          <p:cNvGrpSpPr>
            <a:grpSpLocks/>
          </p:cNvGrpSpPr>
          <p:nvPr/>
        </p:nvGrpSpPr>
        <p:grpSpPr bwMode="auto">
          <a:xfrm rot="-3183056">
            <a:off x="5754688" y="3630613"/>
            <a:ext cx="2101850" cy="946150"/>
            <a:chOff x="3640" y="1346"/>
            <a:chExt cx="1324" cy="596"/>
          </a:xfrm>
        </p:grpSpPr>
        <p:sp>
          <p:nvSpPr>
            <p:cNvPr id="69684" name="Line 19">
              <a:extLst>
                <a:ext uri="{FF2B5EF4-FFF2-40B4-BE49-F238E27FC236}">
                  <a16:creationId xmlns="" xmlns:a16="http://schemas.microsoft.com/office/drawing/2014/main" id="{B9D4D04B-0201-4D75-A3CB-10F73E6781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5" name="Text Box 24">
              <a:extLst>
                <a:ext uri="{FF2B5EF4-FFF2-40B4-BE49-F238E27FC236}">
                  <a16:creationId xmlns="" xmlns:a16="http://schemas.microsoft.com/office/drawing/2014/main" id="{AE755002-9EFB-410F-964B-BCEA5586E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5" name="Group 40">
            <a:extLst>
              <a:ext uri="{FF2B5EF4-FFF2-40B4-BE49-F238E27FC236}">
                <a16:creationId xmlns="" xmlns:a16="http://schemas.microsoft.com/office/drawing/2014/main" id="{A2E98509-75FF-40FD-BFA7-071B17F58E7B}"/>
              </a:ext>
            </a:extLst>
          </p:cNvPr>
          <p:cNvGrpSpPr>
            <a:grpSpLocks/>
          </p:cNvGrpSpPr>
          <p:nvPr/>
        </p:nvGrpSpPr>
        <p:grpSpPr bwMode="auto">
          <a:xfrm rot="-3264937">
            <a:off x="5800725" y="3870325"/>
            <a:ext cx="1971675" cy="904875"/>
            <a:chOff x="4141" y="394"/>
            <a:chExt cx="1242" cy="570"/>
          </a:xfrm>
        </p:grpSpPr>
        <p:sp>
          <p:nvSpPr>
            <p:cNvPr id="69682" name="Line 20">
              <a:extLst>
                <a:ext uri="{FF2B5EF4-FFF2-40B4-BE49-F238E27FC236}">
                  <a16:creationId xmlns="" xmlns:a16="http://schemas.microsoft.com/office/drawing/2014/main" id="{E0F3C2C9-B07F-4749-B02C-0DE7F8F5C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3" name="Text Box 26">
              <a:extLst>
                <a:ext uri="{FF2B5EF4-FFF2-40B4-BE49-F238E27FC236}">
                  <a16:creationId xmlns="" xmlns:a16="http://schemas.microsoft.com/office/drawing/2014/main" id="{713BDD07-12DA-4732-B310-DE6C8030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pic>
        <p:nvPicPr>
          <p:cNvPr id="69645" name="Picture 43" descr="iphone_stylized_small">
            <a:extLst>
              <a:ext uri="{FF2B5EF4-FFF2-40B4-BE49-F238E27FC236}">
                <a16:creationId xmlns="" xmlns:a16="http://schemas.microsoft.com/office/drawing/2014/main" id="{7839C974-9A61-441C-8FA3-60028519CB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4286250"/>
            <a:ext cx="382588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9646" name="Group 44">
            <a:extLst>
              <a:ext uri="{FF2B5EF4-FFF2-40B4-BE49-F238E27FC236}">
                <a16:creationId xmlns="" xmlns:a16="http://schemas.microsoft.com/office/drawing/2014/main" id="{FC0036B3-A216-42A6-9EA7-B93C98BF8200}"/>
              </a:ext>
            </a:extLst>
          </p:cNvPr>
          <p:cNvGrpSpPr>
            <a:grpSpLocks/>
          </p:cNvGrpSpPr>
          <p:nvPr/>
        </p:nvGrpSpPr>
        <p:grpSpPr bwMode="auto">
          <a:xfrm>
            <a:off x="4757738" y="1468438"/>
            <a:ext cx="1066800" cy="1079500"/>
            <a:chOff x="-44" y="1473"/>
            <a:chExt cx="981" cy="1105"/>
          </a:xfrm>
        </p:grpSpPr>
        <p:pic>
          <p:nvPicPr>
            <p:cNvPr id="69680" name="Picture 45" descr="desktop_computer_stylized_medium">
              <a:extLst>
                <a:ext uri="{FF2B5EF4-FFF2-40B4-BE49-F238E27FC236}">
                  <a16:creationId xmlns="" xmlns:a16="http://schemas.microsoft.com/office/drawing/2014/main" id="{FBFDCE91-3378-4136-BA40-FEE60F0D6D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681" name="Freeform 46">
              <a:extLst>
                <a:ext uri="{FF2B5EF4-FFF2-40B4-BE49-F238E27FC236}">
                  <a16:creationId xmlns="" xmlns:a16="http://schemas.microsoft.com/office/drawing/2014/main" id="{C8AACBC1-98AD-4BF3-BAAA-64E46BB0825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9647" name="Group 47">
            <a:extLst>
              <a:ext uri="{FF2B5EF4-FFF2-40B4-BE49-F238E27FC236}">
                <a16:creationId xmlns="" xmlns:a16="http://schemas.microsoft.com/office/drawing/2014/main" id="{46B298A1-8FD7-4C86-9B4D-E40D8EA89540}"/>
              </a:ext>
            </a:extLst>
          </p:cNvPr>
          <p:cNvGrpSpPr>
            <a:grpSpLocks/>
          </p:cNvGrpSpPr>
          <p:nvPr/>
        </p:nvGrpSpPr>
        <p:grpSpPr bwMode="auto">
          <a:xfrm>
            <a:off x="7878763" y="2633663"/>
            <a:ext cx="695325" cy="1282700"/>
            <a:chOff x="4140" y="429"/>
            <a:chExt cx="1425" cy="2396"/>
          </a:xfrm>
        </p:grpSpPr>
        <p:sp>
          <p:nvSpPr>
            <p:cNvPr id="69648" name="Freeform 48">
              <a:extLst>
                <a:ext uri="{FF2B5EF4-FFF2-40B4-BE49-F238E27FC236}">
                  <a16:creationId xmlns="" xmlns:a16="http://schemas.microsoft.com/office/drawing/2014/main" id="{0A1EBAD6-9BE4-416E-98C5-7EE52886C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9" name="Rectangle 49">
              <a:extLst>
                <a:ext uri="{FF2B5EF4-FFF2-40B4-BE49-F238E27FC236}">
                  <a16:creationId xmlns="" xmlns:a16="http://schemas.microsoft.com/office/drawing/2014/main" id="{FAE941E5-BF51-4838-86A4-97CF5F8C0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50" name="Freeform 50">
              <a:extLst>
                <a:ext uri="{FF2B5EF4-FFF2-40B4-BE49-F238E27FC236}">
                  <a16:creationId xmlns="" xmlns:a16="http://schemas.microsoft.com/office/drawing/2014/main" id="{A5A50B94-551E-46D8-AC44-8DEF4DB5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1" name="Freeform 51">
              <a:extLst>
                <a:ext uri="{FF2B5EF4-FFF2-40B4-BE49-F238E27FC236}">
                  <a16:creationId xmlns="" xmlns:a16="http://schemas.microsoft.com/office/drawing/2014/main" id="{A053B821-9891-4191-9004-226CBBD5D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2" name="Rectangle 52">
              <a:extLst>
                <a:ext uri="{FF2B5EF4-FFF2-40B4-BE49-F238E27FC236}">
                  <a16:creationId xmlns="" xmlns:a16="http://schemas.microsoft.com/office/drawing/2014/main" id="{E738FBC9-3256-4822-A0CD-C2E766B7F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3" name="Group 53">
              <a:extLst>
                <a:ext uri="{FF2B5EF4-FFF2-40B4-BE49-F238E27FC236}">
                  <a16:creationId xmlns="" xmlns:a16="http://schemas.microsoft.com/office/drawing/2014/main" id="{5DE06B9E-52D6-4555-B18A-B57AE06EA7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678" name="AutoShape 54">
                <a:extLst>
                  <a:ext uri="{FF2B5EF4-FFF2-40B4-BE49-F238E27FC236}">
                    <a16:creationId xmlns="" xmlns:a16="http://schemas.microsoft.com/office/drawing/2014/main" id="{6FBA35B9-4CCA-4520-A218-ED6B7C483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9" name="AutoShape 55">
                <a:extLst>
                  <a:ext uri="{FF2B5EF4-FFF2-40B4-BE49-F238E27FC236}">
                    <a16:creationId xmlns="" xmlns:a16="http://schemas.microsoft.com/office/drawing/2014/main" id="{F3F773A2-FC42-466A-97BE-A0172B118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4" name="Rectangle 56">
              <a:extLst>
                <a:ext uri="{FF2B5EF4-FFF2-40B4-BE49-F238E27FC236}">
                  <a16:creationId xmlns="" xmlns:a16="http://schemas.microsoft.com/office/drawing/2014/main" id="{CC3782D5-1C5F-47D2-848E-A2FBCF5AC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5" name="Group 57">
              <a:extLst>
                <a:ext uri="{FF2B5EF4-FFF2-40B4-BE49-F238E27FC236}">
                  <a16:creationId xmlns="" xmlns:a16="http://schemas.microsoft.com/office/drawing/2014/main" id="{87A7E752-9F88-44A2-9450-AED56F0394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676" name="AutoShape 58">
                <a:extLst>
                  <a:ext uri="{FF2B5EF4-FFF2-40B4-BE49-F238E27FC236}">
                    <a16:creationId xmlns="" xmlns:a16="http://schemas.microsoft.com/office/drawing/2014/main" id="{7BF8FD6A-7B12-4F2E-863E-DA28B2EDE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7" name="AutoShape 59">
                <a:extLst>
                  <a:ext uri="{FF2B5EF4-FFF2-40B4-BE49-F238E27FC236}">
                    <a16:creationId xmlns="" xmlns:a16="http://schemas.microsoft.com/office/drawing/2014/main" id="{C915A9AA-B416-429F-860C-9ADD2416B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6" name="Rectangle 60">
              <a:extLst>
                <a:ext uri="{FF2B5EF4-FFF2-40B4-BE49-F238E27FC236}">
                  <a16:creationId xmlns="" xmlns:a16="http://schemas.microsoft.com/office/drawing/2014/main" id="{26627F64-9D6A-4C9E-A1AD-DF83EFB5F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57" name="Rectangle 61">
              <a:extLst>
                <a:ext uri="{FF2B5EF4-FFF2-40B4-BE49-F238E27FC236}">
                  <a16:creationId xmlns="" xmlns:a16="http://schemas.microsoft.com/office/drawing/2014/main" id="{8D1A8B9D-3496-4515-897F-C0BEEAF4B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8" name="Group 62">
              <a:extLst>
                <a:ext uri="{FF2B5EF4-FFF2-40B4-BE49-F238E27FC236}">
                  <a16:creationId xmlns="" xmlns:a16="http://schemas.microsoft.com/office/drawing/2014/main" id="{93457456-C51E-45A3-8369-3673892817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9674" name="AutoShape 63">
                <a:extLst>
                  <a:ext uri="{FF2B5EF4-FFF2-40B4-BE49-F238E27FC236}">
                    <a16:creationId xmlns="" xmlns:a16="http://schemas.microsoft.com/office/drawing/2014/main" id="{81CE6C2F-C917-4A73-B1DE-23770BD59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5" name="AutoShape 64">
                <a:extLst>
                  <a:ext uri="{FF2B5EF4-FFF2-40B4-BE49-F238E27FC236}">
                    <a16:creationId xmlns="" xmlns:a16="http://schemas.microsoft.com/office/drawing/2014/main" id="{F4B2466D-FCBE-41C9-AFC8-2C21993B8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9" name="Freeform 65">
              <a:extLst>
                <a:ext uri="{FF2B5EF4-FFF2-40B4-BE49-F238E27FC236}">
                  <a16:creationId xmlns="" xmlns:a16="http://schemas.microsoft.com/office/drawing/2014/main" id="{950AC9FB-A8AE-4755-A469-447E67558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9660" name="Group 66">
              <a:extLst>
                <a:ext uri="{FF2B5EF4-FFF2-40B4-BE49-F238E27FC236}">
                  <a16:creationId xmlns="" xmlns:a16="http://schemas.microsoft.com/office/drawing/2014/main" id="{BEBADADF-DF84-4D02-8994-AD98AA3895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9672" name="AutoShape 67">
                <a:extLst>
                  <a:ext uri="{FF2B5EF4-FFF2-40B4-BE49-F238E27FC236}">
                    <a16:creationId xmlns="" xmlns:a16="http://schemas.microsoft.com/office/drawing/2014/main" id="{A699C516-7BB3-4F22-8B0B-08CDB84E6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3" name="AutoShape 68">
                <a:extLst>
                  <a:ext uri="{FF2B5EF4-FFF2-40B4-BE49-F238E27FC236}">
                    <a16:creationId xmlns="" xmlns:a16="http://schemas.microsoft.com/office/drawing/2014/main" id="{BE4B658F-A243-46DB-B577-65617ED1A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61" name="Rectangle 69">
              <a:extLst>
                <a:ext uri="{FF2B5EF4-FFF2-40B4-BE49-F238E27FC236}">
                  <a16:creationId xmlns="" xmlns:a16="http://schemas.microsoft.com/office/drawing/2014/main" id="{9479E7E5-C399-4D69-A802-387771781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2" name="Freeform 70">
              <a:extLst>
                <a:ext uri="{FF2B5EF4-FFF2-40B4-BE49-F238E27FC236}">
                  <a16:creationId xmlns="" xmlns:a16="http://schemas.microsoft.com/office/drawing/2014/main" id="{CD7FA174-CFED-4E1B-8CA5-6D224FEE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3" name="Freeform 71">
              <a:extLst>
                <a:ext uri="{FF2B5EF4-FFF2-40B4-BE49-F238E27FC236}">
                  <a16:creationId xmlns="" xmlns:a16="http://schemas.microsoft.com/office/drawing/2014/main" id="{5925A806-CC96-48F7-9076-17F0F5D1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4" name="Oval 72">
              <a:extLst>
                <a:ext uri="{FF2B5EF4-FFF2-40B4-BE49-F238E27FC236}">
                  <a16:creationId xmlns="" xmlns:a16="http://schemas.microsoft.com/office/drawing/2014/main" id="{21E252D2-388D-4678-B606-6104A4500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5" name="Freeform 73">
              <a:extLst>
                <a:ext uri="{FF2B5EF4-FFF2-40B4-BE49-F238E27FC236}">
                  <a16:creationId xmlns="" xmlns:a16="http://schemas.microsoft.com/office/drawing/2014/main" id="{98A59603-AA77-4116-944B-C5FBAE9B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6" name="AutoShape 74">
              <a:extLst>
                <a:ext uri="{FF2B5EF4-FFF2-40B4-BE49-F238E27FC236}">
                  <a16:creationId xmlns="" xmlns:a16="http://schemas.microsoft.com/office/drawing/2014/main" id="{4072F9AC-DD6D-47BA-BEA3-01ADA5D9B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7" name="AutoShape 75">
              <a:extLst>
                <a:ext uri="{FF2B5EF4-FFF2-40B4-BE49-F238E27FC236}">
                  <a16:creationId xmlns="" xmlns:a16="http://schemas.microsoft.com/office/drawing/2014/main" id="{8D546712-0055-488D-A720-FCC7D0521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8" name="Oval 76">
              <a:extLst>
                <a:ext uri="{FF2B5EF4-FFF2-40B4-BE49-F238E27FC236}">
                  <a16:creationId xmlns="" xmlns:a16="http://schemas.microsoft.com/office/drawing/2014/main" id="{C6ABEB97-05F4-4BB4-905B-FBB2B6D30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9" name="Oval 77">
              <a:extLst>
                <a:ext uri="{FF2B5EF4-FFF2-40B4-BE49-F238E27FC236}">
                  <a16:creationId xmlns="" xmlns:a16="http://schemas.microsoft.com/office/drawing/2014/main" id="{B2E6C969-57F2-4F00-B92A-D58E65DF1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9670" name="Oval 78">
              <a:extLst>
                <a:ext uri="{FF2B5EF4-FFF2-40B4-BE49-F238E27FC236}">
                  <a16:creationId xmlns="" xmlns:a16="http://schemas.microsoft.com/office/drawing/2014/main" id="{19D6E904-AA94-405D-8DEC-2659FBF2B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71" name="Rectangle 79">
              <a:extLst>
                <a:ext uri="{FF2B5EF4-FFF2-40B4-BE49-F238E27FC236}">
                  <a16:creationId xmlns="" xmlns:a16="http://schemas.microsoft.com/office/drawing/2014/main" id="{5685DE0B-97B2-4D97-B152-E18C033D6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23973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Rectangle 7">
            <a:extLst>
              <a:ext uri="{FF2B5EF4-FFF2-40B4-BE49-F238E27FC236}">
                <a16:creationId xmlns="" xmlns:a16="http://schemas.microsoft.com/office/drawing/2014/main" id="{75E94EF9-0FAB-47E5-9D60-D4FE450AEF3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1682" name="Rectangle 8">
            <a:extLst>
              <a:ext uri="{FF2B5EF4-FFF2-40B4-BE49-F238E27FC236}">
                <a16:creationId xmlns="" xmlns:a16="http://schemas.microsoft.com/office/drawing/2014/main" id="{BD0FCC01-C2F2-4C83-8590-553A88B8900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DB8373A-D632-4409-B257-A741D2A09E08}" type="slidenum">
              <a:rPr lang="en-US" altLang="en-US" sz="1200">
                <a:latin typeface="Tahoma" panose="020B0604030504040204" pitchFamily="34" charset="0"/>
              </a:rPr>
              <a:pPr/>
              <a:t>25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1683" name="Rectangle 7">
            <a:extLst>
              <a:ext uri="{FF2B5EF4-FFF2-40B4-BE49-F238E27FC236}">
                <a16:creationId xmlns="" xmlns:a16="http://schemas.microsoft.com/office/drawing/2014/main" id="{31369503-9CBE-48C2-A7F2-1B05157C2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550" y="3400425"/>
            <a:ext cx="3838575" cy="2711450"/>
          </a:xfrm>
          <a:prstGeom prst="rect">
            <a:avLst/>
          </a:prstGeom>
          <a:solidFill>
            <a:srgbClr val="FFFFFF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71684" name="Rectangle 9">
            <a:extLst>
              <a:ext uri="{FF2B5EF4-FFF2-40B4-BE49-F238E27FC236}">
                <a16:creationId xmlns="" xmlns:a16="http://schemas.microsoft.com/office/drawing/2014/main" id="{B39B9A1D-C021-46D6-A2C7-4BBA8E110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25" y="3238500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71685" name="Rectangle 2">
            <a:extLst>
              <a:ext uri="{FF2B5EF4-FFF2-40B4-BE49-F238E27FC236}">
                <a16:creationId xmlns="" xmlns:a16="http://schemas.microsoft.com/office/drawing/2014/main" id="{825496FC-5587-4E6B-ACD0-43F9622FFF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3863" y="347663"/>
            <a:ext cx="7772400" cy="795337"/>
          </a:xfrm>
        </p:spPr>
        <p:txBody>
          <a:bodyPr/>
          <a:lstStyle/>
          <a:p>
            <a:r>
              <a:rPr lang="en-US" altLang="en-US"/>
              <a:t>HTTP overview (continued)</a:t>
            </a:r>
          </a:p>
        </p:txBody>
      </p:sp>
      <p:sp>
        <p:nvSpPr>
          <p:cNvPr id="88070" name="Rectangle 3">
            <a:extLst>
              <a:ext uri="{FF2B5EF4-FFF2-40B4-BE49-F238E27FC236}">
                <a16:creationId xmlns="" xmlns:a16="http://schemas.microsoft.com/office/drawing/2014/main" id="{279B10CF-CB36-46C7-B756-6945A9F5B79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511300"/>
            <a:ext cx="3971925" cy="4648200"/>
          </a:xfrm>
        </p:spPr>
        <p:txBody>
          <a:bodyPr>
            <a:normAutofit fontScale="92500"/>
          </a:bodyPr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uses TCP: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client initiates TCP connection (creates socket) to server,  port 80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server accepts TCP connection from client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HTTP messages (application-layer protocol messages) exchanged between browser (HTTP client) and Web server (HTTP server)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TCP connection closed</a:t>
            </a:r>
            <a:endParaRPr lang="en-US" dirty="0">
              <a:latin typeface="Gill Sans MT" charset="0"/>
              <a:ea typeface="ＭＳ Ｐゴシック" charset="0"/>
            </a:endParaRPr>
          </a:p>
        </p:txBody>
      </p:sp>
      <p:sp>
        <p:nvSpPr>
          <p:cNvPr id="88071" name="Rectangle 4">
            <a:extLst>
              <a:ext uri="{FF2B5EF4-FFF2-40B4-BE49-F238E27FC236}">
                <a16:creationId xmlns="" xmlns:a16="http://schemas.microsoft.com/office/drawing/2014/main" id="{6649D760-E4CE-4464-B716-3CB0BE5E37E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029200" y="1566863"/>
            <a:ext cx="3200400" cy="14478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HTTP is </a:t>
            </a:r>
            <a:r>
              <a:rPr lang="ja-JP" altLang="en-US" i="1" dirty="0">
                <a:solidFill>
                  <a:srgbClr val="CC0000"/>
                </a:solidFill>
              </a:rPr>
              <a:t>“</a:t>
            </a:r>
            <a:r>
              <a:rPr lang="en-US" altLang="ja-JP" i="1" dirty="0">
                <a:solidFill>
                  <a:srgbClr val="CC0000"/>
                </a:solidFill>
              </a:rPr>
              <a:t>stateless</a:t>
            </a:r>
            <a:r>
              <a:rPr lang="ja-JP" altLang="en-US" i="1" dirty="0">
                <a:solidFill>
                  <a:srgbClr val="CC0000"/>
                </a:solidFill>
              </a:rPr>
              <a:t>”</a:t>
            </a:r>
            <a:endParaRPr lang="en-US" altLang="ja-JP" i="1" dirty="0">
              <a:solidFill>
                <a:srgbClr val="CC0000"/>
              </a:solidFill>
            </a:endParaRPr>
          </a:p>
          <a:p>
            <a:pPr>
              <a:lnSpc>
                <a:spcPct val="75000"/>
              </a:lnSpc>
            </a:pPr>
            <a:r>
              <a:rPr lang="en-US" altLang="en-US" sz="2400" dirty="0"/>
              <a:t>server </a:t>
            </a:r>
            <a:r>
              <a:rPr lang="en-US" altLang="en-US" sz="2400" dirty="0">
                <a:solidFill>
                  <a:srgbClr val="00B050"/>
                </a:solidFill>
              </a:rPr>
              <a:t>maintains no information</a:t>
            </a:r>
            <a:r>
              <a:rPr lang="en-US" altLang="en-US" sz="2400" dirty="0"/>
              <a:t> about past client requests</a:t>
            </a:r>
          </a:p>
        </p:txBody>
      </p:sp>
      <p:sp>
        <p:nvSpPr>
          <p:cNvPr id="88072" name="Rectangle 6">
            <a:extLst>
              <a:ext uri="{FF2B5EF4-FFF2-40B4-BE49-F238E27FC236}">
                <a16:creationId xmlns="" xmlns:a16="http://schemas.microsoft.com/office/drawing/2014/main" id="{9C78D9E4-204B-4ECA-8924-D6C1F8CAF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988" y="3614738"/>
            <a:ext cx="3752850" cy="284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400">
                <a:solidFill>
                  <a:srgbClr val="000099"/>
                </a:solidFill>
                <a:latin typeface="Gill Sans MT" panose="020B0502020104020203" pitchFamily="34" charset="0"/>
              </a:rPr>
              <a:t>protocols that maintain </a:t>
            </a:r>
            <a:r>
              <a:rPr lang="ja-JP" altLang="en-US" sz="2400">
                <a:solidFill>
                  <a:srgbClr val="000099"/>
                </a:solidFill>
                <a:latin typeface="Gill Sans MT" panose="020B0502020104020203" pitchFamily="34" charset="0"/>
              </a:rPr>
              <a:t>“</a:t>
            </a:r>
            <a:r>
              <a:rPr lang="en-US" altLang="ja-JP" sz="2400">
                <a:solidFill>
                  <a:srgbClr val="000099"/>
                </a:solidFill>
                <a:latin typeface="Gill Sans MT" panose="020B0502020104020203" pitchFamily="34" charset="0"/>
              </a:rPr>
              <a:t>state</a:t>
            </a:r>
            <a:r>
              <a:rPr lang="ja-JP" altLang="en-US" sz="2400">
                <a:solidFill>
                  <a:srgbClr val="000099"/>
                </a:solidFill>
                <a:latin typeface="Gill Sans MT" panose="020B0502020104020203" pitchFamily="34" charset="0"/>
              </a:rPr>
              <a:t>”</a:t>
            </a:r>
            <a:r>
              <a:rPr lang="en-US" altLang="ja-JP" sz="2400">
                <a:solidFill>
                  <a:srgbClr val="000099"/>
                </a:solidFill>
                <a:latin typeface="Gill Sans MT" panose="020B0502020104020203" pitchFamily="34" charset="0"/>
              </a:rPr>
              <a:t> are complex!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past history (state) must be maintained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if server/client crashes, their views of </a:t>
            </a:r>
            <a:r>
              <a:rPr lang="ja-JP" altLang="en-US">
                <a:latin typeface="Gill Sans MT" panose="020B0502020104020203" pitchFamily="34" charset="0"/>
              </a:rPr>
              <a:t>“</a:t>
            </a:r>
            <a:r>
              <a:rPr lang="en-US" altLang="ja-JP">
                <a:latin typeface="Gill Sans MT" panose="020B0502020104020203" pitchFamily="34" charset="0"/>
              </a:rPr>
              <a:t>state</a:t>
            </a:r>
            <a:r>
              <a:rPr lang="ja-JP" altLang="en-US">
                <a:latin typeface="Gill Sans MT" panose="020B0502020104020203" pitchFamily="34" charset="0"/>
              </a:rPr>
              <a:t>”</a:t>
            </a:r>
            <a:r>
              <a:rPr lang="en-US" altLang="ja-JP">
                <a:latin typeface="Gill Sans MT" panose="020B0502020104020203" pitchFamily="34" charset="0"/>
              </a:rPr>
              <a:t> may be inconsistent, must be reconciled</a:t>
            </a:r>
          </a:p>
          <a:p>
            <a:pPr>
              <a:buFont typeface="ZapfDingbats" charset="2"/>
              <a:buChar char="r"/>
            </a:pPr>
            <a:endParaRPr lang="en-US" altLang="en-US">
              <a:latin typeface="Gill Sans MT" panose="020B0502020104020203" pitchFamily="34" charset="0"/>
            </a:endParaRPr>
          </a:p>
        </p:txBody>
      </p:sp>
      <p:sp>
        <p:nvSpPr>
          <p:cNvPr id="71689" name="Text Box 8">
            <a:extLst>
              <a:ext uri="{FF2B5EF4-FFF2-40B4-BE49-F238E27FC236}">
                <a16:creationId xmlns="" xmlns:a16="http://schemas.microsoft.com/office/drawing/2014/main" id="{97639B68-9687-4B8C-84EA-FB55E7BCE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7150" y="3160713"/>
            <a:ext cx="768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CC0000"/>
                </a:solidFill>
                <a:latin typeface="Gill Sans MT" panose="020B0502020104020203" pitchFamily="34" charset="0"/>
              </a:rPr>
              <a:t>aside</a:t>
            </a:r>
          </a:p>
        </p:txBody>
      </p:sp>
      <p:pic>
        <p:nvPicPr>
          <p:cNvPr id="71690" name="Picture 15" descr="underline_base">
            <a:extLst>
              <a:ext uri="{FF2B5EF4-FFF2-40B4-BE49-F238E27FC236}">
                <a16:creationId xmlns="" xmlns:a16="http://schemas.microsoft.com/office/drawing/2014/main" id="{D8BC0244-990F-4903-AD83-D39BFF2F1DE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1020763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368762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Rectangle 7">
            <a:extLst>
              <a:ext uri="{FF2B5EF4-FFF2-40B4-BE49-F238E27FC236}">
                <a16:creationId xmlns="" xmlns:a16="http://schemas.microsoft.com/office/drawing/2014/main" id="{4D4C01B0-3DB5-426A-9CE3-17030E030D6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3730" name="Rectangle 8">
            <a:extLst>
              <a:ext uri="{FF2B5EF4-FFF2-40B4-BE49-F238E27FC236}">
                <a16:creationId xmlns="" xmlns:a16="http://schemas.microsoft.com/office/drawing/2014/main" id="{D51DCC67-9B18-4AE4-AF8D-1DD968F3E46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6D4A288-3A37-45C5-951B-9314B8A9B595}" type="slidenum">
              <a:rPr lang="en-US" altLang="en-US" sz="1200">
                <a:latin typeface="Tahoma" panose="020B0604030504040204" pitchFamily="34" charset="0"/>
              </a:rPr>
              <a:pPr/>
              <a:t>26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3731" name="Rectangle 2">
            <a:extLst>
              <a:ext uri="{FF2B5EF4-FFF2-40B4-BE49-F238E27FC236}">
                <a16:creationId xmlns="" xmlns:a16="http://schemas.microsoft.com/office/drawing/2014/main" id="{1B0A0DA5-C4D4-4CE7-954F-02EABAA573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HTTP connections</a:t>
            </a:r>
          </a:p>
        </p:txBody>
      </p:sp>
      <p:sp>
        <p:nvSpPr>
          <p:cNvPr id="73732" name="Rectangle 3">
            <a:extLst>
              <a:ext uri="{FF2B5EF4-FFF2-40B4-BE49-F238E27FC236}">
                <a16:creationId xmlns="" xmlns:a16="http://schemas.microsoft.com/office/drawing/2014/main" id="{C83E493C-91A7-4D4F-B53D-536F912F445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non-persistent HTTP</a:t>
            </a:r>
          </a:p>
          <a:p>
            <a:r>
              <a:rPr lang="en-US" altLang="en-US" b="1" dirty="0">
                <a:solidFill>
                  <a:srgbClr val="00B050"/>
                </a:solidFill>
              </a:rPr>
              <a:t>at most one object sent over TCP connection</a:t>
            </a:r>
          </a:p>
          <a:p>
            <a:pPr lvl="1"/>
            <a:r>
              <a:rPr lang="en-US" altLang="en-US" sz="2800" dirty="0">
                <a:solidFill>
                  <a:srgbClr val="FF0000"/>
                </a:solidFill>
              </a:rPr>
              <a:t>connection then closed</a:t>
            </a:r>
          </a:p>
          <a:p>
            <a:r>
              <a:rPr lang="en-US" altLang="en-US" dirty="0"/>
              <a:t>downloading multiple objects required multiple connections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73733" name="Rectangle 4">
            <a:extLst>
              <a:ext uri="{FF2B5EF4-FFF2-40B4-BE49-F238E27FC236}">
                <a16:creationId xmlns="" xmlns:a16="http://schemas.microsoft.com/office/drawing/2014/main" id="{2CC1B46D-1836-4138-9D07-D1164B58049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persistent HTTP</a:t>
            </a:r>
          </a:p>
          <a:p>
            <a:r>
              <a:rPr lang="en-US" altLang="en-US" b="1" dirty="0">
                <a:solidFill>
                  <a:srgbClr val="FFC000"/>
                </a:solidFill>
              </a:rPr>
              <a:t>multiple objects can be sent over single TCP connection </a:t>
            </a:r>
            <a:r>
              <a:rPr lang="en-US" altLang="en-US" dirty="0"/>
              <a:t>between client, server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3734" name="Picture 10" descr="underline_base">
            <a:extLst>
              <a:ext uri="{FF2B5EF4-FFF2-40B4-BE49-F238E27FC236}">
                <a16:creationId xmlns="" xmlns:a16="http://schemas.microsoft.com/office/drawing/2014/main" id="{626F8ADC-FF40-496D-AB2F-398C7FF0C76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675" y="10318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38820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Rectangle 7">
            <a:extLst>
              <a:ext uri="{FF2B5EF4-FFF2-40B4-BE49-F238E27FC236}">
                <a16:creationId xmlns="" xmlns:a16="http://schemas.microsoft.com/office/drawing/2014/main" id="{BE153D8F-9A81-4D67-81DE-67DE5C00871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5778" name="Rectangle 8">
            <a:extLst>
              <a:ext uri="{FF2B5EF4-FFF2-40B4-BE49-F238E27FC236}">
                <a16:creationId xmlns="" xmlns:a16="http://schemas.microsoft.com/office/drawing/2014/main" id="{60418910-8767-4B80-84A7-1040942D2C1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4CD252E-0ECC-4B56-A969-1E6501B7C8F8}" type="slidenum">
              <a:rPr lang="en-US" altLang="en-US" sz="1200">
                <a:latin typeface="Tahoma" panose="020B0604030504040204" pitchFamily="34" charset="0"/>
              </a:rPr>
              <a:pPr/>
              <a:t>27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5779" name="Picture 22" descr="underline_base">
            <a:extLst>
              <a:ext uri="{FF2B5EF4-FFF2-40B4-BE49-F238E27FC236}">
                <a16:creationId xmlns="" xmlns:a16="http://schemas.microsoft.com/office/drawing/2014/main" id="{13C90AFD-815B-4519-9DAF-FC145C5F081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250" y="84296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80" name="Line 11">
            <a:extLst>
              <a:ext uri="{FF2B5EF4-FFF2-40B4-BE49-F238E27FC236}">
                <a16:creationId xmlns="" xmlns:a16="http://schemas.microsoft.com/office/drawing/2014/main" id="{BEE66733-86E8-4C15-99D9-27C642031062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" y="2095500"/>
            <a:ext cx="0" cy="449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1" name="Rectangle 13">
            <a:extLst>
              <a:ext uri="{FF2B5EF4-FFF2-40B4-BE49-F238E27FC236}">
                <a16:creationId xmlns="" xmlns:a16="http://schemas.microsoft.com/office/drawing/2014/main" id="{26A044DE-8FE4-4980-AE4E-E6AC2E1D8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" y="6019800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75782" name="Rectangle 2">
            <a:extLst>
              <a:ext uri="{FF2B5EF4-FFF2-40B4-BE49-F238E27FC236}">
                <a16:creationId xmlns="" xmlns:a16="http://schemas.microsoft.com/office/drawing/2014/main" id="{7B617453-9944-4D8D-8E01-631E4132B4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98475" y="190500"/>
            <a:ext cx="7772400" cy="866775"/>
          </a:xfrm>
        </p:spPr>
        <p:txBody>
          <a:bodyPr/>
          <a:lstStyle/>
          <a:p>
            <a:r>
              <a:rPr lang="en-US" altLang="en-US" sz="4000"/>
              <a:t>Non-persistent HTTP</a:t>
            </a:r>
            <a:endParaRPr lang="en-US" altLang="en-US"/>
          </a:p>
        </p:txBody>
      </p:sp>
      <p:sp>
        <p:nvSpPr>
          <p:cNvPr id="75783" name="Rectangle 3">
            <a:extLst>
              <a:ext uri="{FF2B5EF4-FFF2-40B4-BE49-F238E27FC236}">
                <a16:creationId xmlns="" xmlns:a16="http://schemas.microsoft.com/office/drawing/2014/main" id="{82151D27-8554-4CB4-B42F-C4FBA2277A8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09575" y="936625"/>
            <a:ext cx="7942262" cy="4667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dirty="0"/>
              <a:t>suppose user enters URL:</a:t>
            </a:r>
          </a:p>
        </p:txBody>
      </p:sp>
      <p:sp>
        <p:nvSpPr>
          <p:cNvPr id="53256" name="Rectangle 4">
            <a:extLst>
              <a:ext uri="{FF2B5EF4-FFF2-40B4-BE49-F238E27FC236}">
                <a16:creationId xmlns="" xmlns:a16="http://schemas.microsoft.com/office/drawing/2014/main" id="{C4920248-B40C-43D0-A033-36F7228E6B0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657225" y="2106613"/>
            <a:ext cx="3943350" cy="19050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1a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client initiates TCP connection to HTTP server (process) at www.someSchool.edu on port 80</a:t>
            </a:r>
          </a:p>
        </p:txBody>
      </p:sp>
      <p:sp>
        <p:nvSpPr>
          <p:cNvPr id="53257" name="Rectangle 5">
            <a:extLst>
              <a:ext uri="{FF2B5EF4-FFF2-40B4-BE49-F238E27FC236}">
                <a16:creationId xmlns="" xmlns:a16="http://schemas.microsoft.com/office/drawing/2014/main" id="{8EC18B80-64B1-4359-BEB2-8BC10874A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850" y="3829050"/>
            <a:ext cx="3810000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anose="020B0502020104020203" pitchFamily="34" charset="0"/>
              </a:rPr>
              <a:t>2</a:t>
            </a:r>
            <a:r>
              <a:rPr lang="en-US" altLang="en-US">
                <a:solidFill>
                  <a:srgbClr val="FF0000"/>
                </a:solidFill>
                <a:latin typeface="Gill Sans MT" panose="020B0502020104020203" pitchFamily="34" charset="0"/>
              </a:rPr>
              <a:t>.</a:t>
            </a:r>
            <a:r>
              <a:rPr lang="en-US" altLang="en-US">
                <a:latin typeface="Gill Sans MT" panose="020B0502020104020203" pitchFamily="34" charset="0"/>
              </a:rPr>
              <a:t> HTTP client sends HTTP </a:t>
            </a:r>
            <a:r>
              <a:rPr lang="en-US" altLang="en-US" i="1">
                <a:solidFill>
                  <a:srgbClr val="000099"/>
                </a:solidFill>
                <a:latin typeface="Gill Sans MT" panose="020B0502020104020203" pitchFamily="34" charset="0"/>
              </a:rPr>
              <a:t>request message</a:t>
            </a:r>
            <a:r>
              <a:rPr lang="en-US" altLang="en-US">
                <a:latin typeface="Gill Sans MT" panose="020B0502020104020203" pitchFamily="34" charset="0"/>
              </a:rPr>
              <a:t> (containing URL) into TCP connection socket. Message indicates that client wants object someDepartment/home.index</a:t>
            </a:r>
          </a:p>
        </p:txBody>
      </p:sp>
      <p:sp>
        <p:nvSpPr>
          <p:cNvPr id="53258" name="Rectangle 6">
            <a:extLst>
              <a:ext uri="{FF2B5EF4-FFF2-40B4-BE49-F238E27FC236}">
                <a16:creationId xmlns="" xmlns:a16="http://schemas.microsoft.com/office/drawing/2014/main" id="{15477521-C27B-4FE4-9989-657ADCC85B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550" y="2524125"/>
            <a:ext cx="3810000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anose="020B0502020104020203" pitchFamily="34" charset="0"/>
              </a:rPr>
              <a:t>1b</a:t>
            </a:r>
            <a:r>
              <a:rPr lang="en-US" altLang="en-US">
                <a:solidFill>
                  <a:srgbClr val="FF0000"/>
                </a:solidFill>
                <a:latin typeface="Gill Sans MT" panose="020B0502020104020203" pitchFamily="34" charset="0"/>
              </a:rPr>
              <a:t>.</a:t>
            </a:r>
            <a:r>
              <a:rPr lang="en-US" altLang="en-US">
                <a:latin typeface="Gill Sans MT" panose="020B0502020104020203" pitchFamily="34" charset="0"/>
              </a:rPr>
              <a:t> HTTP server at host www.someSchool.edu waiting for TCP connection at port 80.  </a:t>
            </a:r>
            <a:r>
              <a:rPr lang="ja-JP" altLang="en-US">
                <a:latin typeface="Gill Sans MT" panose="020B0502020104020203" pitchFamily="34" charset="0"/>
              </a:rPr>
              <a:t>“</a:t>
            </a:r>
            <a:r>
              <a:rPr lang="en-US" altLang="ja-JP">
                <a:latin typeface="Gill Sans MT" panose="020B0502020104020203" pitchFamily="34" charset="0"/>
              </a:rPr>
              <a:t>accepts</a:t>
            </a:r>
            <a:r>
              <a:rPr lang="ja-JP" altLang="en-US">
                <a:latin typeface="Gill Sans MT" panose="020B0502020104020203" pitchFamily="34" charset="0"/>
              </a:rPr>
              <a:t>”</a:t>
            </a:r>
            <a:r>
              <a:rPr lang="en-US" altLang="ja-JP">
                <a:latin typeface="Gill Sans MT" panose="020B0502020104020203" pitchFamily="34" charset="0"/>
              </a:rPr>
              <a:t> connection, notifying client</a:t>
            </a:r>
            <a:endParaRPr lang="en-US" altLang="en-US">
              <a:latin typeface="Gill Sans MT" panose="020B0502020104020203" pitchFamily="34" charset="0"/>
            </a:endParaRPr>
          </a:p>
        </p:txBody>
      </p:sp>
      <p:sp>
        <p:nvSpPr>
          <p:cNvPr id="53259" name="Rectangle 7">
            <a:extLst>
              <a:ext uri="{FF2B5EF4-FFF2-40B4-BE49-F238E27FC236}">
                <a16:creationId xmlns="" xmlns:a16="http://schemas.microsoft.com/office/drawing/2014/main" id="{CA69F686-97EE-4736-8C35-E7C920534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381500"/>
            <a:ext cx="381000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anose="020B0502020104020203" pitchFamily="34" charset="0"/>
              </a:rPr>
              <a:t>3</a:t>
            </a:r>
            <a:r>
              <a:rPr lang="en-US" altLang="en-US">
                <a:solidFill>
                  <a:srgbClr val="FF0000"/>
                </a:solidFill>
                <a:latin typeface="Gill Sans MT" panose="020B0502020104020203" pitchFamily="34" charset="0"/>
              </a:rPr>
              <a:t>.</a:t>
            </a:r>
            <a:r>
              <a:rPr lang="en-US" altLang="en-US">
                <a:latin typeface="Gill Sans MT" panose="020B0502020104020203" pitchFamily="34" charset="0"/>
              </a:rPr>
              <a:t> HTTP server receives request message, forms </a:t>
            </a:r>
            <a:r>
              <a:rPr lang="en-US" altLang="en-US" i="1">
                <a:solidFill>
                  <a:srgbClr val="000099"/>
                </a:solidFill>
                <a:latin typeface="Gill Sans MT" panose="020B0502020104020203" pitchFamily="34" charset="0"/>
              </a:rPr>
              <a:t>response message</a:t>
            </a:r>
            <a:r>
              <a:rPr lang="en-US" altLang="en-US">
                <a:latin typeface="Gill Sans MT" panose="020B0502020104020203" pitchFamily="34" charset="0"/>
              </a:rPr>
              <a:t> containing requested object, and sends message into its socket</a:t>
            </a:r>
          </a:p>
        </p:txBody>
      </p:sp>
      <p:sp>
        <p:nvSpPr>
          <p:cNvPr id="53261" name="Line 9">
            <a:extLst>
              <a:ext uri="{FF2B5EF4-FFF2-40B4-BE49-F238E27FC236}">
                <a16:creationId xmlns="" xmlns:a16="http://schemas.microsoft.com/office/drawing/2014/main" id="{C44C4E77-2E19-4908-BF5C-3A90F77E47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5725" y="459105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2" name="Line 10">
            <a:extLst>
              <a:ext uri="{FF2B5EF4-FFF2-40B4-BE49-F238E27FC236}">
                <a16:creationId xmlns="" xmlns:a16="http://schemas.microsoft.com/office/drawing/2014/main" id="{B71C9D7D-663F-45E7-A859-6053C3D07F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3350" y="5200650"/>
            <a:ext cx="1008063" cy="10255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90" name="Text Box 12">
            <a:extLst>
              <a:ext uri="{FF2B5EF4-FFF2-40B4-BE49-F238E27FC236}">
                <a16:creationId xmlns="" xmlns:a16="http://schemas.microsoft.com/office/drawing/2014/main" id="{EBB6FE70-65AB-49AB-A05E-46811AB9C7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650" y="5942013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time</a:t>
            </a:r>
          </a:p>
        </p:txBody>
      </p:sp>
      <p:sp>
        <p:nvSpPr>
          <p:cNvPr id="53260" name="Line 8">
            <a:extLst>
              <a:ext uri="{FF2B5EF4-FFF2-40B4-BE49-F238E27FC236}">
                <a16:creationId xmlns="" xmlns:a16="http://schemas.microsoft.com/office/drawing/2014/main" id="{E07005C9-F4EE-4C7C-8284-5941659C6D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264795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4" name="Line 14">
            <a:extLst>
              <a:ext uri="{FF2B5EF4-FFF2-40B4-BE49-F238E27FC236}">
                <a16:creationId xmlns="" xmlns:a16="http://schemas.microsoft.com/office/drawing/2014/main" id="{8DECC38D-78E9-4A66-B9B8-C1C1ABB36B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4463" y="3259138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93" name="Text Box 15">
            <a:extLst>
              <a:ext uri="{FF2B5EF4-FFF2-40B4-BE49-F238E27FC236}">
                <a16:creationId xmlns="" xmlns:a16="http://schemas.microsoft.com/office/drawing/2014/main" id="{C820C5F5-1153-4F18-AF1E-ED2807C27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0200" y="1123950"/>
            <a:ext cx="18986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(contains text,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references to 10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jpeg images)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75794" name="Rectangle 3">
            <a:extLst>
              <a:ext uri="{FF2B5EF4-FFF2-40B4-BE49-F238E27FC236}">
                <a16:creationId xmlns="" xmlns:a16="http://schemas.microsoft.com/office/drawing/2014/main" id="{50ACA79F-1914-4482-8AC0-31554274D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75" y="1450975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www.someSchool.edu/someDepartment/home.index</a:t>
            </a:r>
          </a:p>
        </p:txBody>
      </p:sp>
    </p:spTree>
    <p:extLst>
      <p:ext uri="{BB962C8B-B14F-4D97-AF65-F5344CB8AC3E}">
        <p14:creationId xmlns:p14="http://schemas.microsoft.com/office/powerpoint/2010/main" val="3863456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3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3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3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53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53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6" grpId="0" build="p"/>
      <p:bldP spid="53257" grpId="0"/>
      <p:bldP spid="53258" grpId="0"/>
      <p:bldP spid="53259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Rectangle 7">
            <a:extLst>
              <a:ext uri="{FF2B5EF4-FFF2-40B4-BE49-F238E27FC236}">
                <a16:creationId xmlns="" xmlns:a16="http://schemas.microsoft.com/office/drawing/2014/main" id="{0F226E12-7B7A-4969-AE4C-3C5880A845F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7826" name="Rectangle 8">
            <a:extLst>
              <a:ext uri="{FF2B5EF4-FFF2-40B4-BE49-F238E27FC236}">
                <a16:creationId xmlns="" xmlns:a16="http://schemas.microsoft.com/office/drawing/2014/main" id="{05537B9E-0C50-4E49-8082-D298DE55941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2A2BD40-B992-44EC-B38A-9B7C1848C2CD}" type="slidenum">
              <a:rPr lang="en-US" altLang="en-US" sz="1200">
                <a:latin typeface="Tahoma" panose="020B0604030504040204" pitchFamily="34" charset="0"/>
              </a:rPr>
              <a:pPr/>
              <a:t>28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7827" name="Picture 16" descr="underline_base">
            <a:extLst>
              <a:ext uri="{FF2B5EF4-FFF2-40B4-BE49-F238E27FC236}">
                <a16:creationId xmlns="" xmlns:a16="http://schemas.microsoft.com/office/drawing/2014/main" id="{05751BEE-32DE-4A7D-BF8E-E216C813AB3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550" y="8890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28" name="Rectangle 4">
            <a:extLst>
              <a:ext uri="{FF2B5EF4-FFF2-40B4-BE49-F238E27FC236}">
                <a16:creationId xmlns="" xmlns:a16="http://schemas.microsoft.com/office/drawing/2014/main" id="{88C86521-7198-4357-96F3-7574C72E69B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42925" y="257175"/>
            <a:ext cx="7772400" cy="866775"/>
          </a:xfrm>
        </p:spPr>
        <p:txBody>
          <a:bodyPr/>
          <a:lstStyle/>
          <a:p>
            <a:r>
              <a:rPr lang="en-US" altLang="en-US" sz="4000"/>
              <a:t>Non-persistent HTTP (cont.)</a:t>
            </a:r>
            <a:endParaRPr lang="en-US" altLang="en-US"/>
          </a:p>
        </p:txBody>
      </p:sp>
      <p:sp>
        <p:nvSpPr>
          <p:cNvPr id="54277" name="Rectangle 6">
            <a:extLst>
              <a:ext uri="{FF2B5EF4-FFF2-40B4-BE49-F238E27FC236}">
                <a16:creationId xmlns="" xmlns:a16="http://schemas.microsoft.com/office/drawing/2014/main" id="{CC884D54-3AE3-4C56-A0D4-EC355FC0352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1095375" y="2058988"/>
            <a:ext cx="3810000" cy="15335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5</a:t>
            </a:r>
            <a:r>
              <a:rPr lang="en-US" altLang="en-US" sz="1800">
                <a:solidFill>
                  <a:srgbClr val="CC0000"/>
                </a:solidFill>
              </a:rPr>
              <a:t>.</a:t>
            </a:r>
            <a:r>
              <a:rPr lang="en-US" altLang="en-US" sz="1800"/>
              <a:t> HTTP client receives response message containing html file, displays html.  Parsing html file, finds 10 referenced jpeg  objects</a:t>
            </a:r>
            <a:endParaRPr lang="en-US" altLang="en-US" sz="2000"/>
          </a:p>
        </p:txBody>
      </p:sp>
      <p:sp>
        <p:nvSpPr>
          <p:cNvPr id="54278" name="Rectangle 7">
            <a:extLst>
              <a:ext uri="{FF2B5EF4-FFF2-40B4-BE49-F238E27FC236}">
                <a16:creationId xmlns="" xmlns:a16="http://schemas.microsoft.com/office/drawing/2014/main" id="{FA36E727-F9D9-4340-9B8E-841E7446E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5850" y="356870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anose="020B0502020104020203" pitchFamily="34" charset="0"/>
              </a:rPr>
              <a:t>6.</a:t>
            </a:r>
            <a:r>
              <a:rPr lang="en-US" altLang="en-US">
                <a:latin typeface="Gill Sans MT" panose="020B0502020104020203" pitchFamily="34" charset="0"/>
              </a:rPr>
              <a:t> Steps 1-5 repeated for each of 10 jpeg objects</a:t>
            </a:r>
          </a:p>
        </p:txBody>
      </p:sp>
      <p:sp>
        <p:nvSpPr>
          <p:cNvPr id="54279" name="Rectangle 8">
            <a:extLst>
              <a:ext uri="{FF2B5EF4-FFF2-40B4-BE49-F238E27FC236}">
                <a16:creationId xmlns="" xmlns:a16="http://schemas.microsoft.com/office/drawing/2014/main" id="{03068FE1-861E-4AA2-8D25-D0A499158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149225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anose="020B0502020104020203" pitchFamily="34" charset="0"/>
              </a:rPr>
              <a:t>4.</a:t>
            </a:r>
            <a:r>
              <a:rPr lang="en-US" altLang="en-US">
                <a:latin typeface="Gill Sans MT" panose="020B0502020104020203" pitchFamily="34" charset="0"/>
              </a:rPr>
              <a:t> HTTP server closes TCP connection. </a:t>
            </a:r>
          </a:p>
        </p:txBody>
      </p:sp>
      <p:sp>
        <p:nvSpPr>
          <p:cNvPr id="77832" name="Line 2">
            <a:extLst>
              <a:ext uri="{FF2B5EF4-FFF2-40B4-BE49-F238E27FC236}">
                <a16:creationId xmlns="" xmlns:a16="http://schemas.microsoft.com/office/drawing/2014/main" id="{23D9CC73-FFCD-41BE-8CB3-B0F806A31FA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925" y="1519238"/>
            <a:ext cx="0" cy="2571750"/>
          </a:xfrm>
          <a:prstGeom prst="line">
            <a:avLst/>
          </a:prstGeom>
          <a:noFill/>
          <a:ln w="19050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3" name="Rectangle 3">
            <a:extLst>
              <a:ext uri="{FF2B5EF4-FFF2-40B4-BE49-F238E27FC236}">
                <a16:creationId xmlns="" xmlns:a16="http://schemas.microsoft.com/office/drawing/2014/main" id="{2329B9E3-087A-48FE-BB84-B72976692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519488"/>
            <a:ext cx="342900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77834" name="Text Box 13">
            <a:extLst>
              <a:ext uri="{FF2B5EF4-FFF2-40B4-BE49-F238E27FC236}">
                <a16:creationId xmlns="" xmlns:a16="http://schemas.microsoft.com/office/drawing/2014/main" id="{9D4774FE-5E2C-4531-826E-9376BBB2B4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8" y="3382963"/>
            <a:ext cx="641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chemeClr val="bg2"/>
                </a:solidFill>
                <a:latin typeface="Gill Sans MT" panose="020B0502020104020203" pitchFamily="34" charset="0"/>
              </a:rPr>
              <a:t>time</a:t>
            </a:r>
          </a:p>
        </p:txBody>
      </p:sp>
      <p:sp>
        <p:nvSpPr>
          <p:cNvPr id="54283" name="Line 17">
            <a:extLst>
              <a:ext uri="{FF2B5EF4-FFF2-40B4-BE49-F238E27FC236}">
                <a16:creationId xmlns="" xmlns:a16="http://schemas.microsoft.com/office/drawing/2014/main" id="{517E3AE7-2D31-4F65-B307-6A1254063F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62375" y="1449388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0500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4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4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7" grpId="0" build="p"/>
      <p:bldP spid="54279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Rectangle 7">
            <a:extLst>
              <a:ext uri="{FF2B5EF4-FFF2-40B4-BE49-F238E27FC236}">
                <a16:creationId xmlns="" xmlns:a16="http://schemas.microsoft.com/office/drawing/2014/main" id="{8AB28D41-A64D-4700-8AED-13B9DC4D731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9874" name="Rectangle 8">
            <a:extLst>
              <a:ext uri="{FF2B5EF4-FFF2-40B4-BE49-F238E27FC236}">
                <a16:creationId xmlns="" xmlns:a16="http://schemas.microsoft.com/office/drawing/2014/main" id="{E1A0C716-81FF-40AE-A1B6-7886FFC6836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6C41BAB-4654-4024-9EDB-E5CA4305DAA1}" type="slidenum">
              <a:rPr lang="en-US" altLang="en-US" sz="1200">
                <a:latin typeface="Tahoma" panose="020B0604030504040204" pitchFamily="34" charset="0"/>
              </a:rPr>
              <a:pPr/>
              <a:t>29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9875" name="Picture 42" descr="underline_base">
            <a:extLst>
              <a:ext uri="{FF2B5EF4-FFF2-40B4-BE49-F238E27FC236}">
                <a16:creationId xmlns="" xmlns:a16="http://schemas.microsoft.com/office/drawing/2014/main" id="{93AABFAB-669D-4997-8C1C-FA28730EA9A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575" y="668338"/>
            <a:ext cx="7007225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6" name="Rectangle 2">
            <a:extLst>
              <a:ext uri="{FF2B5EF4-FFF2-40B4-BE49-F238E27FC236}">
                <a16:creationId xmlns="" xmlns:a16="http://schemas.microsoft.com/office/drawing/2014/main" id="{39F300AA-F3FD-4173-81BD-5D2998C339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2888" y="0"/>
            <a:ext cx="8223250" cy="925513"/>
          </a:xfrm>
        </p:spPr>
        <p:txBody>
          <a:bodyPr/>
          <a:lstStyle/>
          <a:p>
            <a:r>
              <a:rPr lang="en-US" altLang="en-US" sz="3600"/>
              <a:t>Non-persistent HTTP: response time</a:t>
            </a:r>
          </a:p>
        </p:txBody>
      </p:sp>
      <p:sp>
        <p:nvSpPr>
          <p:cNvPr id="79877" name="Rectangle 3">
            <a:extLst>
              <a:ext uri="{FF2B5EF4-FFF2-40B4-BE49-F238E27FC236}">
                <a16:creationId xmlns="" xmlns:a16="http://schemas.microsoft.com/office/drawing/2014/main" id="{D5657631-6B6F-4CFE-9A29-6F31B6D4AB4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399" y="1258888"/>
            <a:ext cx="4271963" cy="4648200"/>
          </a:xfrm>
        </p:spPr>
        <p:txBody>
          <a:bodyPr>
            <a:normAutofit fontScale="92500" lnSpcReduction="2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solidFill>
                  <a:srgbClr val="CC0000"/>
                </a:solidFill>
              </a:rPr>
              <a:t>RTT </a:t>
            </a:r>
            <a:r>
              <a:rPr lang="en-US" altLang="en-US" sz="2400" dirty="0" smtClean="0">
                <a:solidFill>
                  <a:srgbClr val="CC0000"/>
                </a:solidFill>
              </a:rPr>
              <a:t>(Round Trip Time):</a:t>
            </a:r>
            <a:r>
              <a:rPr lang="en-US" altLang="en-US" sz="2400" dirty="0" smtClean="0"/>
              <a:t> Time requires for </a:t>
            </a:r>
            <a:r>
              <a:rPr lang="en-US" altLang="en-US" sz="2400" dirty="0"/>
              <a:t>a small packet to travel from client to server and back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solidFill>
                  <a:srgbClr val="CC0000"/>
                </a:solidFill>
              </a:rPr>
              <a:t>HTTP response time:</a:t>
            </a:r>
          </a:p>
          <a:p>
            <a:r>
              <a:rPr lang="en-US" altLang="en-US" sz="2400" dirty="0"/>
              <a:t>one RTT to initiate TCP connection</a:t>
            </a:r>
          </a:p>
          <a:p>
            <a:r>
              <a:rPr lang="en-US" altLang="en-US" sz="2400" dirty="0"/>
              <a:t>one RTT for HTTP request and first few bytes of HTTP response to return</a:t>
            </a:r>
          </a:p>
          <a:p>
            <a:r>
              <a:rPr lang="en-US" altLang="en-US" sz="2400" dirty="0"/>
              <a:t>file transmission time</a:t>
            </a:r>
          </a:p>
          <a:p>
            <a:r>
              <a:rPr lang="en-US" altLang="en-US" sz="2400" dirty="0"/>
              <a:t>non-persistent HTTP response time =   	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dirty="0"/>
              <a:t>   2RTT+ file transmission  time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79878" name="Line 15">
            <a:extLst>
              <a:ext uri="{FF2B5EF4-FFF2-40B4-BE49-F238E27FC236}">
                <a16:creationId xmlns="" xmlns:a16="http://schemas.microsoft.com/office/drawing/2014/main" id="{67216937-1EE4-4994-949F-69470B01C1D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638" y="2490788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79" name="Line 16">
            <a:extLst>
              <a:ext uri="{FF2B5EF4-FFF2-40B4-BE49-F238E27FC236}">
                <a16:creationId xmlns="" xmlns:a16="http://schemas.microsoft.com/office/drawing/2014/main" id="{9026A1A9-5C19-4C2C-BF1D-8468C863270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7325" y="2484438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0" name="Line 17">
            <a:extLst>
              <a:ext uri="{FF2B5EF4-FFF2-40B4-BE49-F238E27FC236}">
                <a16:creationId xmlns="" xmlns:a16="http://schemas.microsoft.com/office/drawing/2014/main" id="{ADC505B4-82AC-4825-93E7-BF00426FD0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0925" y="272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1" name="Line 18">
            <a:extLst>
              <a:ext uri="{FF2B5EF4-FFF2-40B4-BE49-F238E27FC236}">
                <a16:creationId xmlns="" xmlns:a16="http://schemas.microsoft.com/office/drawing/2014/main" id="{C34C4578-CE95-4F8E-BD39-5F08F16D68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6638" y="316071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2" name="Line 19">
            <a:extLst>
              <a:ext uri="{FF2B5EF4-FFF2-40B4-BE49-F238E27FC236}">
                <a16:creationId xmlns="" xmlns:a16="http://schemas.microsoft.com/office/drawing/2014/main" id="{C674498F-3438-48D2-936D-BF5CE80A53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3" name="Line 20">
            <a:extLst>
              <a:ext uri="{FF2B5EF4-FFF2-40B4-BE49-F238E27FC236}">
                <a16:creationId xmlns="" xmlns:a16="http://schemas.microsoft.com/office/drawing/2014/main" id="{4BF01495-A024-4038-96BB-D4496274B5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4" name="AutoShape 21">
            <a:extLst>
              <a:ext uri="{FF2B5EF4-FFF2-40B4-BE49-F238E27FC236}">
                <a16:creationId xmlns="" xmlns:a16="http://schemas.microsoft.com/office/drawing/2014/main" id="{375EC746-83CA-430D-B8F9-6D6AA97922DC}"/>
              </a:ext>
            </a:extLst>
          </p:cNvPr>
          <p:cNvSpPr>
            <a:spLocks/>
          </p:cNvSpPr>
          <p:nvPr/>
        </p:nvSpPr>
        <p:spPr bwMode="auto">
          <a:xfrm>
            <a:off x="7886700" y="4067175"/>
            <a:ext cx="74613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79885" name="Text Box 22">
            <a:extLst>
              <a:ext uri="{FF2B5EF4-FFF2-40B4-BE49-F238E27FC236}">
                <a16:creationId xmlns="" xmlns:a16="http://schemas.microsoft.com/office/drawing/2014/main" id="{4E85300B-5784-4A64-A872-B70D97EEC3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6863" y="3763963"/>
            <a:ext cx="965200" cy="71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time to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transmit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79886" name="Line 23">
            <a:extLst>
              <a:ext uri="{FF2B5EF4-FFF2-40B4-BE49-F238E27FC236}">
                <a16:creationId xmlns="" xmlns:a16="http://schemas.microsoft.com/office/drawing/2014/main" id="{5272497E-4112-4818-B5FE-B1D86381E7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26113" y="269716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7" name="Text Box 24">
            <a:extLst>
              <a:ext uri="{FF2B5EF4-FFF2-40B4-BE49-F238E27FC236}">
                <a16:creationId xmlns="" xmlns:a16="http://schemas.microsoft.com/office/drawing/2014/main" id="{5CFBE346-1F85-4491-90EB-C40CE672C9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240982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initiate TCP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connection</a:t>
            </a:r>
          </a:p>
        </p:txBody>
      </p:sp>
      <p:sp>
        <p:nvSpPr>
          <p:cNvPr id="79888" name="AutoShape 25">
            <a:extLst>
              <a:ext uri="{FF2B5EF4-FFF2-40B4-BE49-F238E27FC236}">
                <a16:creationId xmlns="" xmlns:a16="http://schemas.microsoft.com/office/drawing/2014/main" id="{6B880CB7-E3E6-4A64-8829-933CBE8E44A1}"/>
              </a:ext>
            </a:extLst>
          </p:cNvPr>
          <p:cNvSpPr>
            <a:spLocks/>
          </p:cNvSpPr>
          <p:nvPr/>
        </p:nvSpPr>
        <p:spPr bwMode="auto">
          <a:xfrm>
            <a:off x="5861050" y="274796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79889" name="Text Box 26">
            <a:extLst>
              <a:ext uri="{FF2B5EF4-FFF2-40B4-BE49-F238E27FC236}">
                <a16:creationId xmlns="" xmlns:a16="http://schemas.microsoft.com/office/drawing/2014/main" id="{C2226459-C260-4EEC-834B-04CB514B46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8450" y="29591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79890" name="Line 27">
            <a:extLst>
              <a:ext uri="{FF2B5EF4-FFF2-40B4-BE49-F238E27FC236}">
                <a16:creationId xmlns="" xmlns:a16="http://schemas.microsoft.com/office/drawing/2014/main" id="{6CB7762B-B225-4090-B947-854771086E6C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91" name="Text Box 28">
            <a:extLst>
              <a:ext uri="{FF2B5EF4-FFF2-40B4-BE49-F238E27FC236}">
                <a16:creationId xmlns="" xmlns:a16="http://schemas.microsoft.com/office/drawing/2014/main" id="{BCB5F05C-4A77-4835-A505-41C0FC7A4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4438" y="3302000"/>
            <a:ext cx="8620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request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79892" name="AutoShape 29">
            <a:extLst>
              <a:ext uri="{FF2B5EF4-FFF2-40B4-BE49-F238E27FC236}">
                <a16:creationId xmlns="" xmlns:a16="http://schemas.microsoft.com/office/drawing/2014/main" id="{1CA2A7F0-5B61-47CA-A43F-F30DB9033193}"/>
              </a:ext>
            </a:extLst>
          </p:cNvPr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79893" name="Text Box 30">
            <a:extLst>
              <a:ext uri="{FF2B5EF4-FFF2-40B4-BE49-F238E27FC236}">
                <a16:creationId xmlns="" xmlns:a16="http://schemas.microsoft.com/office/drawing/2014/main" id="{1953E30A-45C7-4FCA-B077-427475B79F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79894" name="Line 35">
            <a:extLst>
              <a:ext uri="{FF2B5EF4-FFF2-40B4-BE49-F238E27FC236}">
                <a16:creationId xmlns="" xmlns:a16="http://schemas.microsoft.com/office/drawing/2014/main" id="{71D035F4-23D9-48F8-A053-44BA9FC014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95" name="Text Box 36">
            <a:extLst>
              <a:ext uri="{FF2B5EF4-FFF2-40B4-BE49-F238E27FC236}">
                <a16:creationId xmlns="" xmlns:a16="http://schemas.microsoft.com/office/drawing/2014/main" id="{1A0D2B13-8B8E-420C-B0B6-10530DB218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3513" y="4438650"/>
            <a:ext cx="9509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file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received</a:t>
            </a:r>
          </a:p>
        </p:txBody>
      </p:sp>
      <p:sp>
        <p:nvSpPr>
          <p:cNvPr id="79896" name="Text Box 37">
            <a:extLst>
              <a:ext uri="{FF2B5EF4-FFF2-40B4-BE49-F238E27FC236}">
                <a16:creationId xmlns="" xmlns:a16="http://schemas.microsoft.com/office/drawing/2014/main" id="{FCF79564-6B9D-48AF-B4A1-B0CD4E6A0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1213" y="5337175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time</a:t>
            </a:r>
          </a:p>
        </p:txBody>
      </p:sp>
      <p:sp>
        <p:nvSpPr>
          <p:cNvPr id="79897" name="Text Box 38">
            <a:extLst>
              <a:ext uri="{FF2B5EF4-FFF2-40B4-BE49-F238E27FC236}">
                <a16:creationId xmlns="" xmlns:a16="http://schemas.microsoft.com/office/drawing/2014/main" id="{97C3CCA4-0503-44AE-9B06-020051C565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5319713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time</a:t>
            </a:r>
          </a:p>
        </p:txBody>
      </p:sp>
      <p:grpSp>
        <p:nvGrpSpPr>
          <p:cNvPr id="79898" name="Group 43">
            <a:extLst>
              <a:ext uri="{FF2B5EF4-FFF2-40B4-BE49-F238E27FC236}">
                <a16:creationId xmlns="" xmlns:a16="http://schemas.microsoft.com/office/drawing/2014/main" id="{785A4EFB-FDD4-43EE-94E3-F28CEECB4FE9}"/>
              </a:ext>
            </a:extLst>
          </p:cNvPr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79902" name="Freeform 44">
              <a:extLst>
                <a:ext uri="{FF2B5EF4-FFF2-40B4-BE49-F238E27FC236}">
                  <a16:creationId xmlns="" xmlns:a16="http://schemas.microsoft.com/office/drawing/2014/main" id="{5D6D2909-04D2-4A8C-A2F0-447914A37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3" name="Rectangle 45">
              <a:extLst>
                <a:ext uri="{FF2B5EF4-FFF2-40B4-BE49-F238E27FC236}">
                  <a16:creationId xmlns="" xmlns:a16="http://schemas.microsoft.com/office/drawing/2014/main" id="{851641FD-EAD2-4F1F-AB18-9514AB848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04" name="Freeform 46">
              <a:extLst>
                <a:ext uri="{FF2B5EF4-FFF2-40B4-BE49-F238E27FC236}">
                  <a16:creationId xmlns="" xmlns:a16="http://schemas.microsoft.com/office/drawing/2014/main" id="{41222A92-C9FC-496B-9C8D-0DE3DEF1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5" name="Freeform 47">
              <a:extLst>
                <a:ext uri="{FF2B5EF4-FFF2-40B4-BE49-F238E27FC236}">
                  <a16:creationId xmlns="" xmlns:a16="http://schemas.microsoft.com/office/drawing/2014/main" id="{18C5B721-11A6-4B86-ABE0-7F1505DD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6" name="Rectangle 48">
              <a:extLst>
                <a:ext uri="{FF2B5EF4-FFF2-40B4-BE49-F238E27FC236}">
                  <a16:creationId xmlns="" xmlns:a16="http://schemas.microsoft.com/office/drawing/2014/main" id="{D848AB3F-307F-429F-A734-B5C4A6905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07" name="Group 49">
              <a:extLst>
                <a:ext uri="{FF2B5EF4-FFF2-40B4-BE49-F238E27FC236}">
                  <a16:creationId xmlns="" xmlns:a16="http://schemas.microsoft.com/office/drawing/2014/main" id="{17698665-88D5-44D7-9B56-521C5A2F91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932" name="AutoShape 50">
                <a:extLst>
                  <a:ext uri="{FF2B5EF4-FFF2-40B4-BE49-F238E27FC236}">
                    <a16:creationId xmlns="" xmlns:a16="http://schemas.microsoft.com/office/drawing/2014/main" id="{A574697D-699E-4964-8D34-807797FB1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33" name="AutoShape 51">
                <a:extLst>
                  <a:ext uri="{FF2B5EF4-FFF2-40B4-BE49-F238E27FC236}">
                    <a16:creationId xmlns="" xmlns:a16="http://schemas.microsoft.com/office/drawing/2014/main" id="{35D39D6D-F90A-4A60-8C48-7E663400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08" name="Rectangle 52">
              <a:extLst>
                <a:ext uri="{FF2B5EF4-FFF2-40B4-BE49-F238E27FC236}">
                  <a16:creationId xmlns="" xmlns:a16="http://schemas.microsoft.com/office/drawing/2014/main" id="{F0BA1483-83E7-4A6A-87E6-5F4D4863D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09" name="Group 53">
              <a:extLst>
                <a:ext uri="{FF2B5EF4-FFF2-40B4-BE49-F238E27FC236}">
                  <a16:creationId xmlns="" xmlns:a16="http://schemas.microsoft.com/office/drawing/2014/main" id="{48940272-236E-46D2-B30C-5068F8DB1C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930" name="AutoShape 54">
                <a:extLst>
                  <a:ext uri="{FF2B5EF4-FFF2-40B4-BE49-F238E27FC236}">
                    <a16:creationId xmlns="" xmlns:a16="http://schemas.microsoft.com/office/drawing/2014/main" id="{A58A5579-5EDE-456C-ABA3-1BEDB5E48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31" name="AutoShape 55">
                <a:extLst>
                  <a:ext uri="{FF2B5EF4-FFF2-40B4-BE49-F238E27FC236}">
                    <a16:creationId xmlns="" xmlns:a16="http://schemas.microsoft.com/office/drawing/2014/main" id="{1017FDFA-124B-4286-9117-4205ED02A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0" name="Rectangle 56">
              <a:extLst>
                <a:ext uri="{FF2B5EF4-FFF2-40B4-BE49-F238E27FC236}">
                  <a16:creationId xmlns="" xmlns:a16="http://schemas.microsoft.com/office/drawing/2014/main" id="{46B99A53-5A69-477B-BC28-D4F1A6B06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1" name="Rectangle 57">
              <a:extLst>
                <a:ext uri="{FF2B5EF4-FFF2-40B4-BE49-F238E27FC236}">
                  <a16:creationId xmlns="" xmlns:a16="http://schemas.microsoft.com/office/drawing/2014/main" id="{2C02DDBA-6E55-4504-AFB2-4D345FA8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12" name="Group 58">
              <a:extLst>
                <a:ext uri="{FF2B5EF4-FFF2-40B4-BE49-F238E27FC236}">
                  <a16:creationId xmlns="" xmlns:a16="http://schemas.microsoft.com/office/drawing/2014/main" id="{75FF10D0-6B5D-4340-A553-B5BD85830B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928" name="AutoShape 59">
                <a:extLst>
                  <a:ext uri="{FF2B5EF4-FFF2-40B4-BE49-F238E27FC236}">
                    <a16:creationId xmlns="" xmlns:a16="http://schemas.microsoft.com/office/drawing/2014/main" id="{FA3DD78F-16D8-4946-9D26-67C52E4B7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29" name="AutoShape 60">
                <a:extLst>
                  <a:ext uri="{FF2B5EF4-FFF2-40B4-BE49-F238E27FC236}">
                    <a16:creationId xmlns="" xmlns:a16="http://schemas.microsoft.com/office/drawing/2014/main" id="{0E0A903E-20ED-482F-8E2D-AD97E3203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3" name="Freeform 61">
              <a:extLst>
                <a:ext uri="{FF2B5EF4-FFF2-40B4-BE49-F238E27FC236}">
                  <a16:creationId xmlns="" xmlns:a16="http://schemas.microsoft.com/office/drawing/2014/main" id="{A39A853E-AA43-4EC6-87B9-8CFD5C6F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9914" name="Group 62">
              <a:extLst>
                <a:ext uri="{FF2B5EF4-FFF2-40B4-BE49-F238E27FC236}">
                  <a16:creationId xmlns="" xmlns:a16="http://schemas.microsoft.com/office/drawing/2014/main" id="{E8FF4547-6941-400F-A2EE-4AD5256205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926" name="AutoShape 63">
                <a:extLst>
                  <a:ext uri="{FF2B5EF4-FFF2-40B4-BE49-F238E27FC236}">
                    <a16:creationId xmlns="" xmlns:a16="http://schemas.microsoft.com/office/drawing/2014/main" id="{5B4F1AD7-DB6D-46E1-B677-E405B542B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27" name="AutoShape 64">
                <a:extLst>
                  <a:ext uri="{FF2B5EF4-FFF2-40B4-BE49-F238E27FC236}">
                    <a16:creationId xmlns="" xmlns:a16="http://schemas.microsoft.com/office/drawing/2014/main" id="{25F5B8F7-9053-4452-8394-BD6E7C744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5" name="Rectangle 65">
              <a:extLst>
                <a:ext uri="{FF2B5EF4-FFF2-40B4-BE49-F238E27FC236}">
                  <a16:creationId xmlns="" xmlns:a16="http://schemas.microsoft.com/office/drawing/2014/main" id="{127B79DC-33E1-4190-99B1-287EB0595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6" name="Freeform 66">
              <a:extLst>
                <a:ext uri="{FF2B5EF4-FFF2-40B4-BE49-F238E27FC236}">
                  <a16:creationId xmlns="" xmlns:a16="http://schemas.microsoft.com/office/drawing/2014/main" id="{FD3700B7-D204-438A-A05B-98E8EE1EB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7" name="Freeform 67">
              <a:extLst>
                <a:ext uri="{FF2B5EF4-FFF2-40B4-BE49-F238E27FC236}">
                  <a16:creationId xmlns="" xmlns:a16="http://schemas.microsoft.com/office/drawing/2014/main" id="{288DCC3E-7FBB-4F64-8C12-9AF93977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8" name="Oval 68">
              <a:extLst>
                <a:ext uri="{FF2B5EF4-FFF2-40B4-BE49-F238E27FC236}">
                  <a16:creationId xmlns="" xmlns:a16="http://schemas.microsoft.com/office/drawing/2014/main" id="{3E6EC254-6165-4277-B328-C7CEA1690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9" name="Freeform 69">
              <a:extLst>
                <a:ext uri="{FF2B5EF4-FFF2-40B4-BE49-F238E27FC236}">
                  <a16:creationId xmlns="" xmlns:a16="http://schemas.microsoft.com/office/drawing/2014/main" id="{5BC2B05B-CDAA-4C7D-9EB4-B67815CB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0" name="AutoShape 70">
              <a:extLst>
                <a:ext uri="{FF2B5EF4-FFF2-40B4-BE49-F238E27FC236}">
                  <a16:creationId xmlns="" xmlns:a16="http://schemas.microsoft.com/office/drawing/2014/main" id="{2F4010DD-2865-4B0A-9D31-43F878480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1" name="AutoShape 71">
              <a:extLst>
                <a:ext uri="{FF2B5EF4-FFF2-40B4-BE49-F238E27FC236}">
                  <a16:creationId xmlns="" xmlns:a16="http://schemas.microsoft.com/office/drawing/2014/main" id="{E0FCA5C5-DFE2-4339-8E20-E04B9AF2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2" name="Oval 72">
              <a:extLst>
                <a:ext uri="{FF2B5EF4-FFF2-40B4-BE49-F238E27FC236}">
                  <a16:creationId xmlns="" xmlns:a16="http://schemas.microsoft.com/office/drawing/2014/main" id="{20E0D006-E5EE-4F04-8777-E342468C6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3" name="Oval 73">
              <a:extLst>
                <a:ext uri="{FF2B5EF4-FFF2-40B4-BE49-F238E27FC236}">
                  <a16:creationId xmlns="" xmlns:a16="http://schemas.microsoft.com/office/drawing/2014/main" id="{3EA6BECC-032F-4E6E-9B18-D07E4082B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79924" name="Oval 74">
              <a:extLst>
                <a:ext uri="{FF2B5EF4-FFF2-40B4-BE49-F238E27FC236}">
                  <a16:creationId xmlns="" xmlns:a16="http://schemas.microsoft.com/office/drawing/2014/main" id="{E3547C50-C777-4C7E-9522-2EF659EFC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5" name="Rectangle 75">
              <a:extLst>
                <a:ext uri="{FF2B5EF4-FFF2-40B4-BE49-F238E27FC236}">
                  <a16:creationId xmlns="" xmlns:a16="http://schemas.microsoft.com/office/drawing/2014/main" id="{E14E47AD-91B1-4929-9C89-E0E25C971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79899" name="Group 76">
            <a:extLst>
              <a:ext uri="{FF2B5EF4-FFF2-40B4-BE49-F238E27FC236}">
                <a16:creationId xmlns="" xmlns:a16="http://schemas.microsoft.com/office/drawing/2014/main" id="{17E85497-872C-4AAC-835B-9BE01B0BAF30}"/>
              </a:ext>
            </a:extLst>
          </p:cNvPr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79900" name="Picture 77" descr="desktop_computer_stylized_medium">
              <a:extLst>
                <a:ext uri="{FF2B5EF4-FFF2-40B4-BE49-F238E27FC236}">
                  <a16:creationId xmlns="" xmlns:a16="http://schemas.microsoft.com/office/drawing/2014/main" id="{BB685F44-5046-4797-874B-16E3B99A47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01" name="Freeform 78">
              <a:extLst>
                <a:ext uri="{FF2B5EF4-FFF2-40B4-BE49-F238E27FC236}">
                  <a16:creationId xmlns="" xmlns:a16="http://schemas.microsoft.com/office/drawing/2014/main" id="{E7F359D3-9A48-4F1E-B4D7-FC9DE622A4C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919661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Rectangle 7">
            <a:extLst>
              <a:ext uri="{FF2B5EF4-FFF2-40B4-BE49-F238E27FC236}">
                <a16:creationId xmlns="" xmlns:a16="http://schemas.microsoft.com/office/drawing/2014/main" id="{543FC6AB-0A3A-42BD-9D52-1E37513180D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1922" name="Rectangle 8">
            <a:extLst>
              <a:ext uri="{FF2B5EF4-FFF2-40B4-BE49-F238E27FC236}">
                <a16:creationId xmlns="" xmlns:a16="http://schemas.microsoft.com/office/drawing/2014/main" id="{FCA5E330-6C1C-4A20-9F58-BE3CF8986B3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4F70A6B-5B93-460E-86D1-F0C5C46718A7}" type="slidenum">
              <a:rPr lang="en-US" altLang="en-US" sz="1200">
                <a:latin typeface="Tahoma" panose="020B0604030504040204" pitchFamily="34" charset="0"/>
              </a:rPr>
              <a:pPr/>
              <a:t>30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81923" name="Rectangle 2">
            <a:extLst>
              <a:ext uri="{FF2B5EF4-FFF2-40B4-BE49-F238E27FC236}">
                <a16:creationId xmlns="" xmlns:a16="http://schemas.microsoft.com/office/drawing/2014/main" id="{2A622DDB-2980-47F7-97D5-040F3425C5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2438" y="173038"/>
            <a:ext cx="7772400" cy="838200"/>
          </a:xfrm>
        </p:spPr>
        <p:txBody>
          <a:bodyPr/>
          <a:lstStyle/>
          <a:p>
            <a:r>
              <a:rPr lang="en-US" altLang="en-US" sz="3600"/>
              <a:t>Persistent HTTP</a:t>
            </a:r>
            <a:endParaRPr lang="en-US" altLang="en-US"/>
          </a:p>
        </p:txBody>
      </p:sp>
      <p:sp>
        <p:nvSpPr>
          <p:cNvPr id="98308" name="Rectangle 3">
            <a:extLst>
              <a:ext uri="{FF2B5EF4-FFF2-40B4-BE49-F238E27FC236}">
                <a16:creationId xmlns="" xmlns:a16="http://schemas.microsoft.com/office/drawing/2014/main" id="{7E233986-F2C9-4AD2-9013-E1A5A688CBD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4975" y="1414463"/>
            <a:ext cx="3933825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non-persistent HTTP issues: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requires 2 RTTs per object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OS overhead for </a:t>
            </a:r>
            <a:r>
              <a:rPr lang="en-US" sz="2400" i="1" dirty="0">
                <a:latin typeface="Gill Sans MT" charset="0"/>
                <a:ea typeface="ＭＳ Ｐゴシック" charset="0"/>
              </a:rPr>
              <a:t>each</a:t>
            </a:r>
            <a:r>
              <a:rPr lang="en-US" sz="2400" dirty="0">
                <a:latin typeface="Gill Sans MT" charset="0"/>
                <a:ea typeface="ＭＳ Ｐゴシック" charset="0"/>
              </a:rPr>
              <a:t> TCP connection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browsers often open parallel TCP connections to fetch referenced objects</a:t>
            </a: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  <a:ea typeface="ＭＳ Ｐゴシック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  <a:ea typeface="ＭＳ Ｐゴシック" charset="0"/>
            </a:endParaRPr>
          </a:p>
        </p:txBody>
      </p:sp>
      <p:sp>
        <p:nvSpPr>
          <p:cNvPr id="98309" name="Rectangle 10">
            <a:extLst>
              <a:ext uri="{FF2B5EF4-FFF2-40B4-BE49-F238E27FC236}">
                <a16:creationId xmlns="" xmlns:a16="http://schemas.microsoft.com/office/drawing/2014/main" id="{6EDA97A3-1430-485C-9AA4-ABCD08D83E1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03763" y="1438275"/>
            <a:ext cx="3810000" cy="4648200"/>
          </a:xfrm>
        </p:spPr>
        <p:txBody>
          <a:bodyPr>
            <a:normAutofit fontScale="92500"/>
          </a:bodyPr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persistent  HTTP: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B050"/>
                </a:solidFill>
                <a:latin typeface="Gill Sans MT" charset="0"/>
                <a:ea typeface="ＭＳ Ｐゴシック" charset="0"/>
              </a:rPr>
              <a:t>server leaves connection open after sending response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subsequent HTTP messages  between same client/server sent over open connection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client sends requests as soon as it encounters a referenced object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FF0000"/>
                </a:solidFill>
                <a:latin typeface="Gill Sans MT" charset="0"/>
                <a:ea typeface="ＭＳ Ｐゴシック" charset="0"/>
              </a:rPr>
              <a:t>as little as one RTT for all the referenced objects</a:t>
            </a:r>
          </a:p>
        </p:txBody>
      </p:sp>
      <p:pic>
        <p:nvPicPr>
          <p:cNvPr id="81926" name="Picture 10" descr="underline_base">
            <a:extLst>
              <a:ext uri="{FF2B5EF4-FFF2-40B4-BE49-F238E27FC236}">
                <a16:creationId xmlns="" xmlns:a16="http://schemas.microsoft.com/office/drawing/2014/main" id="{5892CD37-BA6B-415C-B98C-8512180565A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" y="796925"/>
            <a:ext cx="3303588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37029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r>
              <a:rPr lang="en-US" dirty="0" smtClean="0">
                <a:solidFill>
                  <a:srgbClr val="FF0000"/>
                </a:solidFill>
              </a:rPr>
              <a:t>Examples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6400800"/>
            <a:ext cx="8229600" cy="412124"/>
          </a:xfrm>
        </p:spPr>
        <p:txBody>
          <a:bodyPr>
            <a:normAutofit fontScale="62500" lnSpcReduction="20000"/>
          </a:bodyPr>
          <a:lstStyle/>
          <a:p>
            <a:r>
              <a:rPr lang="en-US" dirty="0"/>
              <a:t>https://www.geeksforgeeks.org/http-non-persistent-persistent-connection-set-2/</a:t>
            </a:r>
          </a:p>
        </p:txBody>
      </p:sp>
      <p:sp>
        <p:nvSpPr>
          <p:cNvPr id="5" name="Rectangle 1"/>
          <p:cNvSpPr>
            <a:spLocks noGrp="1" noChangeArrowheads="1"/>
          </p:cNvSpPr>
          <p:nvPr>
            <p:ph sz="half" idx="2"/>
          </p:nvPr>
        </p:nvSpPr>
        <p:spPr bwMode="auto">
          <a:xfrm>
            <a:off x="457200" y="914400"/>
            <a:ext cx="8229600" cy="5262979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1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Questions :</a:t>
            </a: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 Assume that you have base HTML file with 30 embedded images, images &amp; base file are small enough to fit in one TCP segment. How many RTT are required to retrieve base file &amp; images under-following condition :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</a:t>
            </a:r>
            <a:r>
              <a:rPr kumimoji="0" lang="en-US" sz="1200" b="0" i="0" u="none" strike="noStrike" cap="none" normalizeH="0" baseline="0" dirty="0" err="1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i</a:t>
            </a: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) Non-Persistent connection without parallel connection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(ii) Non-persistent connection with 10 parallel connection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(iii) Persistent connection without pipe-lining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(iv) Persistent connection with pipe-lining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(Assume RTT dominates all other time)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1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Explanation :</a:t>
            </a: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/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2RTT is the initial required connection one for TCP connection and one for HTML base file.</a:t>
            </a:r>
            <a:endParaRPr kumimoji="0" lang="en-US" sz="1200" b="0" i="0" u="none" strike="noStrike" cap="none" normalizeH="0" baseline="0" dirty="0" smtClean="0">
              <a:ln>
                <a:noFill/>
              </a:ln>
              <a:solidFill>
                <a:srgbClr val="273239"/>
              </a:solidFill>
              <a:effectLst/>
              <a:latin typeface="Consolas" panose="020B0609020204030204" pitchFamily="49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Consolas" panose="020B0609020204030204" pitchFamily="49" charset="0"/>
              </a:rPr>
              <a:t>Total time = 2RTT + transmit time</a:t>
            </a:r>
            <a:endParaRPr kumimoji="0" lang="en-US" sz="1200" b="0" i="0" u="none" strike="noStrike" cap="none" normalizeH="0" baseline="0" dirty="0" smtClean="0">
              <a:ln>
                <a:noFill/>
              </a:ln>
              <a:solidFill>
                <a:srgbClr val="273239"/>
              </a:solidFill>
              <a:effectLst/>
              <a:latin typeface="urw-din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1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</a:t>
            </a:r>
            <a:r>
              <a:rPr kumimoji="0" lang="en-US" sz="1200" b="1" i="0" u="none" strike="noStrike" cap="none" normalizeH="0" baseline="0" dirty="0" err="1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i</a:t>
            </a:r>
            <a:r>
              <a:rPr kumimoji="0" lang="en-US" sz="1200" b="1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) Non-Persistent connection with no parallel connection :</a:t>
            </a: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/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Here for each image 2 RTT are required one for TCP connection and one for image to send.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So transmit time for 30 images = 2*(30 RTT) = 60 RTT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Total time = 2 RTT+60 RTT = 62RTT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1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(ii) Non-persistent connection with 10 parallel connection :</a:t>
            </a: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/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Here 10 images can be send simultaneously.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So for 30 images it required -&gt; 2*(30/10) = 6RTT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Total time = 2 RTT + 6 RTT = 8RTT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1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(iii) Persistent connection without pipelining :</a:t>
            </a: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/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Here TCP connection is required again and again.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So for 30 images it requires -&gt; 30 RTTs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Total time = 2 RTT + 30 RTT = 32RTT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1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(iv) Persistent connection with pipe-lining :</a:t>
            </a: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/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Since it is Persistent connection TCP connection is not required again and again.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Pipe-lining means in one packet only images which can fit, can be send.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In Pipe-lining connection we can send all images in 1RTT.</a:t>
            </a:r>
            <a:b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</a:br>
            <a:r>
              <a:rPr kumimoji="0" lang="en-US" sz="1200" b="0" i="0" u="none" strike="noStrike" cap="none" normalizeH="0" baseline="0" dirty="0" smtClean="0">
                <a:ln>
                  <a:noFill/>
                </a:ln>
                <a:solidFill>
                  <a:srgbClr val="273239"/>
                </a:solidFill>
                <a:effectLst/>
                <a:latin typeface="urw-din"/>
              </a:rPr>
              <a:t>Total time = 2 RTT + 1 RTT = 3RTT</a:t>
            </a:r>
          </a:p>
        </p:txBody>
      </p:sp>
    </p:spTree>
    <p:extLst>
      <p:ext uri="{BB962C8B-B14F-4D97-AF65-F5344CB8AC3E}">
        <p14:creationId xmlns:p14="http://schemas.microsoft.com/office/powerpoint/2010/main" val="33310566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1143000"/>
          </a:xfrm>
        </p:spPr>
        <p:txBody>
          <a:bodyPr/>
          <a:lstStyle/>
          <a:p>
            <a:r>
              <a:rPr lang="en-US" dirty="0" smtClean="0"/>
              <a:t>Comparison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066800"/>
            <a:ext cx="4038600" cy="4525963"/>
          </a:xfrm>
        </p:spPr>
        <p:txBody>
          <a:bodyPr/>
          <a:lstStyle/>
          <a:p>
            <a:pPr marL="0" indent="0">
              <a:buNone/>
            </a:pPr>
            <a:r>
              <a:rPr lang="en-US" b="1" dirty="0" smtClean="0">
                <a:solidFill>
                  <a:srgbClr val="FF0000"/>
                </a:solidFill>
              </a:rPr>
              <a:t>Persistent </a:t>
            </a:r>
            <a:r>
              <a:rPr lang="en-US" b="1" dirty="0" smtClean="0">
                <a:solidFill>
                  <a:srgbClr val="0070C0"/>
                </a:solidFill>
              </a:rPr>
              <a:t>e.g., http 1.1</a:t>
            </a:r>
          </a:p>
          <a:p>
            <a:r>
              <a:rPr lang="en-US" dirty="0" smtClean="0"/>
              <a:t>1 RTT for TCP Connection</a:t>
            </a:r>
          </a:p>
          <a:p>
            <a:r>
              <a:rPr lang="en-US" dirty="0" smtClean="0"/>
              <a:t>1 RTT for the Base File</a:t>
            </a:r>
          </a:p>
          <a:p>
            <a:r>
              <a:rPr lang="en-US" b="1" dirty="0" smtClean="0">
                <a:solidFill>
                  <a:srgbClr val="273239"/>
                </a:solidFill>
                <a:latin typeface="urw-din"/>
              </a:rPr>
              <a:t>Pipe-lining</a:t>
            </a:r>
          </a:p>
          <a:p>
            <a:pPr lvl="1"/>
            <a:r>
              <a:rPr lang="en-US" b="1" dirty="0" smtClean="0">
                <a:solidFill>
                  <a:srgbClr val="7030A0"/>
                </a:solidFill>
              </a:rPr>
              <a:t>1 RTT for all objects</a:t>
            </a:r>
          </a:p>
          <a:p>
            <a:r>
              <a:rPr lang="en-US" b="1" dirty="0" smtClean="0">
                <a:solidFill>
                  <a:srgbClr val="FF0000"/>
                </a:solidFill>
              </a:rPr>
              <a:t>Non-Pipe-lining</a:t>
            </a:r>
          </a:p>
          <a:p>
            <a:pPr lvl="1"/>
            <a:r>
              <a:rPr lang="en-US" b="1" dirty="0" smtClean="0">
                <a:solidFill>
                  <a:srgbClr val="7030A0"/>
                </a:solidFill>
              </a:rPr>
              <a:t>1 RTT for each object</a:t>
            </a:r>
          </a:p>
          <a:p>
            <a:pPr lvl="1"/>
            <a:endParaRPr lang="en-US" b="1" dirty="0" smtClean="0">
              <a:solidFill>
                <a:srgbClr val="7030A0"/>
              </a:solidFill>
            </a:endParaRPr>
          </a:p>
          <a:p>
            <a:pPr lvl="1"/>
            <a:endParaRPr lang="en-US" b="1" dirty="0">
              <a:solidFill>
                <a:srgbClr val="7030A0"/>
              </a:solidFill>
            </a:endParaRP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066800"/>
            <a:ext cx="4419600" cy="4525963"/>
          </a:xfrm>
        </p:spPr>
        <p:txBody>
          <a:bodyPr/>
          <a:lstStyle/>
          <a:p>
            <a:pPr marL="0" indent="0">
              <a:buNone/>
            </a:pPr>
            <a:r>
              <a:rPr lang="en-US" b="1" dirty="0" smtClean="0">
                <a:solidFill>
                  <a:srgbClr val="FF0000"/>
                </a:solidFill>
              </a:rPr>
              <a:t>Non-Persistent </a:t>
            </a:r>
            <a:r>
              <a:rPr lang="en-US" b="1" dirty="0" smtClean="0">
                <a:solidFill>
                  <a:srgbClr val="0070C0"/>
                </a:solidFill>
              </a:rPr>
              <a:t>e.g., http 1.0</a:t>
            </a:r>
            <a:endParaRPr lang="en-US" dirty="0" smtClean="0">
              <a:solidFill>
                <a:srgbClr val="0070C0"/>
              </a:solidFill>
            </a:endParaRPr>
          </a:p>
          <a:p>
            <a:r>
              <a:rPr lang="en-US" dirty="0" smtClean="0"/>
              <a:t>1 RTT for TCP Connection</a:t>
            </a:r>
          </a:p>
          <a:p>
            <a:r>
              <a:rPr lang="en-US" dirty="0" smtClean="0"/>
              <a:t>1 RTT for the Base File</a:t>
            </a:r>
          </a:p>
          <a:p>
            <a:r>
              <a:rPr lang="en-US" b="1" dirty="0" smtClean="0">
                <a:solidFill>
                  <a:srgbClr val="7030A0"/>
                </a:solidFill>
              </a:rPr>
              <a:t>For each Object do</a:t>
            </a:r>
          </a:p>
          <a:p>
            <a:pPr lvl="1"/>
            <a:r>
              <a:rPr lang="en-US" dirty="0" smtClean="0"/>
              <a:t>1 RTT for TCP Connection</a:t>
            </a:r>
          </a:p>
          <a:p>
            <a:pPr lvl="1"/>
            <a:r>
              <a:rPr lang="en-US" dirty="0" smtClean="0"/>
              <a:t>1 RTT for the Object</a:t>
            </a:r>
            <a:endParaRPr lang="en-US" dirty="0"/>
          </a:p>
        </p:txBody>
      </p:sp>
      <p:sp>
        <p:nvSpPr>
          <p:cNvPr id="5" name="Left Brace 4"/>
          <p:cNvSpPr/>
          <p:nvPr/>
        </p:nvSpPr>
        <p:spPr>
          <a:xfrm>
            <a:off x="152400" y="2234484"/>
            <a:ext cx="304800" cy="1219200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6" name="Left Brace 5"/>
          <p:cNvSpPr/>
          <p:nvPr/>
        </p:nvSpPr>
        <p:spPr>
          <a:xfrm>
            <a:off x="4343400" y="2209800"/>
            <a:ext cx="304800" cy="1219200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76200" y="4953000"/>
            <a:ext cx="8839200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dirty="0">
                <a:solidFill>
                  <a:srgbClr val="FF0000"/>
                </a:solidFill>
              </a:rPr>
              <a:t>The original version of HTTP is called HTTP/1.0</a:t>
            </a:r>
            <a:r>
              <a:rPr lang="en-US" sz="2000" dirty="0"/>
              <a:t> and dates back to the early 1990’s [RFC 1945].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dirty="0"/>
              <a:t>As of 2020, the majority of HTTP transactions take place over </a:t>
            </a:r>
            <a:r>
              <a:rPr lang="en-US" sz="2000" b="1" dirty="0">
                <a:solidFill>
                  <a:srgbClr val="0070C0"/>
                </a:solidFill>
              </a:rPr>
              <a:t>HTTP/1.1</a:t>
            </a:r>
            <a:r>
              <a:rPr lang="en-US" sz="2000" dirty="0"/>
              <a:t> [RFC 7230]. </a:t>
            </a:r>
            <a:endParaRPr lang="en-US" sz="2000" dirty="0" smtClean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dirty="0" smtClean="0"/>
              <a:t>However</a:t>
            </a:r>
            <a:r>
              <a:rPr lang="en-US" sz="2000" dirty="0"/>
              <a:t>, increasingly browsers and Web servers also support </a:t>
            </a:r>
            <a:r>
              <a:rPr lang="en-US" sz="2000" b="1" dirty="0"/>
              <a:t>a new version of HTTP</a:t>
            </a:r>
            <a:r>
              <a:rPr lang="en-US" sz="2000" b="1" dirty="0">
                <a:solidFill>
                  <a:srgbClr val="FF0000"/>
                </a:solidFill>
              </a:rPr>
              <a:t> called HTTP/2</a:t>
            </a:r>
            <a:r>
              <a:rPr lang="en-US" sz="2000" dirty="0"/>
              <a:t> [RFC 7540]. </a:t>
            </a:r>
          </a:p>
        </p:txBody>
      </p:sp>
    </p:spTree>
    <p:extLst>
      <p:ext uri="{BB962C8B-B14F-4D97-AF65-F5344CB8AC3E}">
        <p14:creationId xmlns:p14="http://schemas.microsoft.com/office/powerpoint/2010/main" val="23204964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8563" y="1025071"/>
            <a:ext cx="7886700" cy="670967"/>
          </a:xfrm>
        </p:spPr>
        <p:txBody>
          <a:bodyPr>
            <a:normAutofit/>
          </a:bodyPr>
          <a:lstStyle/>
          <a:p>
            <a:r>
              <a:rPr lang="en-US" sz="3300" dirty="0">
                <a:ea typeface="ＭＳ Ｐゴシック" panose="020B0600070205080204" pitchFamily="34" charset="-128"/>
              </a:rPr>
              <a:t>HTTP/2</a:t>
            </a:r>
            <a:endParaRPr lang="en-US" sz="33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xmlns="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429090" y="1784938"/>
            <a:ext cx="8337830" cy="37748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631" indent="0" algn="ctr" defTabSz="685800">
              <a:spcBef>
                <a:spcPts val="750"/>
              </a:spcBef>
              <a:buNone/>
              <a:defRPr/>
            </a:pPr>
            <a:r>
              <a:rPr lang="en-US" altLang="en-US" sz="2700" i="1" dirty="0">
                <a:solidFill>
                  <a:srgbClr val="000090"/>
                </a:solidFill>
                <a:latin typeface="Calibri"/>
                <a:ea typeface="ＭＳ Ｐゴシック" panose="020B0600070205080204" pitchFamily="34" charset="-128"/>
              </a:rPr>
              <a:t>Key goal: </a:t>
            </a:r>
            <a:r>
              <a:rPr lang="en-US" altLang="en-US" sz="27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decreased delay in multi-object HTTP requests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xmlns="" id="{FB527882-F34C-8945-BA16-5C2965DA6310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2463795"/>
            <a:ext cx="7990589" cy="294783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144" indent="0" defTabSz="685800">
              <a:spcBef>
                <a:spcPts val="750"/>
              </a:spcBef>
              <a:buNone/>
              <a:defRPr/>
            </a:pPr>
            <a:r>
              <a:rPr lang="en-US" altLang="en-US" sz="2400" i="1" u="sng" dirty="0">
                <a:solidFill>
                  <a:srgbClr val="C00000"/>
                </a:solidFill>
                <a:latin typeface="Calibri"/>
                <a:ea typeface="ＭＳ Ｐゴシック" panose="020B0600070205080204" pitchFamily="34" charset="-128"/>
              </a:rPr>
              <a:t>HTTP1.1:</a:t>
            </a:r>
            <a:r>
              <a:rPr lang="en-US" altLang="en-US" sz="2400" u="sng" dirty="0">
                <a:solidFill>
                  <a:srgbClr val="C00000"/>
                </a:solidFill>
                <a:latin typeface="Calibri"/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introduced </a:t>
            </a:r>
            <a:r>
              <a:rPr lang="en-US" altLang="en-US" sz="2400" dirty="0">
                <a:solidFill>
                  <a:srgbClr val="0000A3"/>
                </a:solidFill>
                <a:latin typeface="Calibri"/>
                <a:ea typeface="ＭＳ Ｐゴシック" panose="020B0600070205080204" pitchFamily="34" charset="-128"/>
              </a:rPr>
              <a:t>multiple, pipelined GETs</a:t>
            </a: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 over single TCP connection</a:t>
            </a:r>
            <a:endParaRPr lang="en-US" altLang="en-US" sz="2400" b="1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server responds </a:t>
            </a:r>
            <a:r>
              <a:rPr lang="en-US" altLang="en-US" sz="21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in-order</a:t>
            </a: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 (FCFS: first-come-first-served scheduling) to GET requests</a:t>
            </a:r>
          </a:p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with FCFS, small object may have to wait for transmission  (</a:t>
            </a:r>
            <a:r>
              <a:rPr lang="en-US" altLang="en-US" sz="2100" dirty="0">
                <a:solidFill>
                  <a:srgbClr val="C00000"/>
                </a:solidFill>
                <a:latin typeface="Calibri"/>
                <a:ea typeface="ＭＳ Ｐゴシック" panose="020B0600070205080204" pitchFamily="34" charset="-128"/>
              </a:rPr>
              <a:t>head-of-line (HOL) blocking</a:t>
            </a: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) behind large object(s)</a:t>
            </a:r>
          </a:p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loss recovery (retransmitting lost TCP segments) stalls object transmission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xmlns="" id="{A6F2E176-E832-C946-945A-E70AAE074BF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658875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8563" y="1025071"/>
            <a:ext cx="7886700" cy="670967"/>
          </a:xfrm>
        </p:spPr>
        <p:txBody>
          <a:bodyPr>
            <a:normAutofit/>
          </a:bodyPr>
          <a:lstStyle/>
          <a:p>
            <a:r>
              <a:rPr lang="en-US" sz="3300" dirty="0">
                <a:ea typeface="ＭＳ Ｐゴシック" panose="020B0600070205080204" pitchFamily="34" charset="-128"/>
              </a:rPr>
              <a:t>HTTP/2</a:t>
            </a:r>
            <a:endParaRPr lang="en-US" sz="3300" dirty="0"/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xmlns="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676115" y="2470144"/>
            <a:ext cx="7843781" cy="336545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144" indent="0" defTabSz="685800">
              <a:spcBef>
                <a:spcPts val="750"/>
              </a:spcBef>
              <a:buNone/>
              <a:defRPr/>
            </a:pPr>
            <a:r>
              <a:rPr lang="en-US" altLang="en-US" sz="2400" i="1" u="sng" dirty="0">
                <a:solidFill>
                  <a:srgbClr val="C00000"/>
                </a:solidFill>
                <a:latin typeface="Calibri"/>
                <a:ea typeface="ＭＳ Ｐゴシック" panose="020B0600070205080204" pitchFamily="34" charset="-128"/>
              </a:rPr>
              <a:t>HTTP/2:</a:t>
            </a: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 </a:t>
            </a:r>
            <a:r>
              <a:rPr lang="en-US" altLang="en-US" sz="15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[RFC 7540, 2015] </a:t>
            </a: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increased flexibility at </a:t>
            </a:r>
            <a:r>
              <a:rPr lang="en-US" altLang="en-US" sz="24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server</a:t>
            </a: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 in sending objects to client:</a:t>
            </a:r>
          </a:p>
          <a:p>
            <a:pPr marL="259556" indent="-210741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methods, status codes, most header fields unchanged from HTTP 1.1</a:t>
            </a:r>
          </a:p>
          <a:p>
            <a:pPr marL="259556" indent="-210741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transmission order of requested objects based on client-specified object priority </a:t>
            </a:r>
            <a:r>
              <a:rPr lang="en-US" altLang="en-US" sz="18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(not necessarily FCFS)</a:t>
            </a:r>
          </a:p>
          <a:p>
            <a:pPr marL="259556" indent="-210741" defTabSz="685800">
              <a:spcBef>
                <a:spcPts val="750"/>
              </a:spcBef>
              <a:defRPr/>
            </a:pPr>
            <a:r>
              <a:rPr lang="en-US" altLang="en-US" sz="21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push</a:t>
            </a: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 unrequested objects to client</a:t>
            </a:r>
          </a:p>
          <a:p>
            <a:pPr marL="259556" indent="-210741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divide objects into frames, schedule frames to mitigate HOL blocking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xmlns="" id="{279D3858-EB11-8347-B284-0EA3928CF486}"/>
              </a:ext>
            </a:extLst>
          </p:cNvPr>
          <p:cNvSpPr txBox="1">
            <a:spLocks noChangeArrowheads="1"/>
          </p:cNvSpPr>
          <p:nvPr/>
        </p:nvSpPr>
        <p:spPr>
          <a:xfrm>
            <a:off x="429090" y="1784938"/>
            <a:ext cx="8337830" cy="37748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631" indent="0" algn="ctr" defTabSz="685800">
              <a:spcBef>
                <a:spcPts val="750"/>
              </a:spcBef>
              <a:buNone/>
              <a:defRPr/>
            </a:pPr>
            <a:r>
              <a:rPr lang="en-US" altLang="en-US" sz="2700" i="1" dirty="0">
                <a:solidFill>
                  <a:srgbClr val="000090"/>
                </a:solidFill>
                <a:latin typeface="Calibri"/>
                <a:ea typeface="ＭＳ Ｐゴシック" panose="020B0600070205080204" pitchFamily="34" charset="-128"/>
              </a:rPr>
              <a:t>Key goal: </a:t>
            </a:r>
            <a:r>
              <a:rPr lang="en-US" altLang="en-US" sz="27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decreased delay in multi-object HTTP requests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xmlns="" id="{20476A41-E13C-BC40-A484-B8CD2CE4B461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3075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142159"/>
            <a:ext cx="7886700" cy="670967"/>
          </a:xfrm>
        </p:spPr>
        <p:txBody>
          <a:bodyPr>
            <a:normAutofit/>
          </a:bodyPr>
          <a:lstStyle/>
          <a:p>
            <a:r>
              <a:rPr lang="en-US" sz="3300" dirty="0">
                <a:ea typeface="ＭＳ Ｐゴシック" panose="020B0600070205080204" pitchFamily="34" charset="-128"/>
              </a:rPr>
              <a:t>HTTP/2: mitigating HOL blocking</a:t>
            </a:r>
            <a:endParaRPr lang="en-US" sz="33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xmlns="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599019" y="1813126"/>
            <a:ext cx="8337830" cy="37748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631" indent="0" defTabSz="685800">
              <a:spcBef>
                <a:spcPts val="750"/>
              </a:spcBef>
              <a:buNone/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HTTP 1.1: client requests 1 large object (e.g., video file) and 3 smaller objects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xmlns="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301" y="3034131"/>
            <a:ext cx="615682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>
              <a:spcBef>
                <a:spcPct val="0"/>
              </a:spcBef>
              <a:defRPr/>
            </a:pPr>
            <a:r>
              <a:rPr lang="en-US" altLang="en-US" sz="1500" dirty="0">
                <a:solidFill>
                  <a:srgbClr val="CC0000"/>
                </a:solidFill>
                <a:latin typeface="Calibri"/>
              </a:rPr>
              <a:t>client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xmlns="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9579" y="2276443"/>
            <a:ext cx="67351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>
              <a:spcBef>
                <a:spcPct val="0"/>
              </a:spcBef>
              <a:defRPr/>
            </a:pPr>
            <a:r>
              <a:rPr lang="en-US" altLang="en-US" sz="1500" dirty="0">
                <a:solidFill>
                  <a:srgbClr val="CC0000"/>
                </a:solidFill>
                <a:latin typeface="Calibri"/>
              </a:rPr>
              <a:t>server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xmlns="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5426226" y="2553902"/>
            <a:ext cx="316706" cy="51435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xmlns="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xmlns="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xmlns="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xmlns="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xmlns="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xmlns="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xmlns="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xmlns="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xmlns="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xmlns="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xmlns="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xmlns="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xmlns="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xmlns="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xmlns="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xmlns="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xmlns="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xmlns="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xmlns="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xmlns="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xmlns="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xmlns="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xmlns="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xmlns="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xmlns="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xmlns="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xmlns="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xmlns="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xmlns="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xmlns="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685800">
                <a:spcBef>
                  <a:spcPct val="0"/>
                </a:spcBef>
                <a:defRPr/>
              </a:pPr>
              <a:endParaRPr lang="en-US" altLang="en-US" sz="1350" dirty="0">
                <a:solidFill>
                  <a:srgbClr val="FF0000"/>
                </a:solidFill>
                <a:latin typeface="Calibri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xmlns="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xmlns="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xmlns="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163999" y="2576223"/>
            <a:ext cx="557213" cy="557213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xmlns="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xmlns="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xmlns="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2644902" y="2950864"/>
            <a:ext cx="2932509" cy="19555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BCF97F68-AA2C-FB49-ABBC-199B7521D0A1}"/>
              </a:ext>
            </a:extLst>
          </p:cNvPr>
          <p:cNvSpPr txBox="1"/>
          <p:nvPr/>
        </p:nvSpPr>
        <p:spPr>
          <a:xfrm>
            <a:off x="4569948" y="2857948"/>
            <a:ext cx="669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GET O</a:t>
            </a:r>
            <a:r>
              <a:rPr lang="en-US" sz="1200" baseline="-25000" dirty="0">
                <a:solidFill>
                  <a:prstClr val="black"/>
                </a:solidFill>
                <a:latin typeface="Calibri"/>
              </a:rPr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xmlns="" id="{854675CA-3B4C-CC4F-AFB8-7456C2CEC59A}"/>
              </a:ext>
            </a:extLst>
          </p:cNvPr>
          <p:cNvSpPr txBox="1"/>
          <p:nvPr/>
        </p:nvSpPr>
        <p:spPr>
          <a:xfrm>
            <a:off x="3968848" y="2804827"/>
            <a:ext cx="669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GET O</a:t>
            </a:r>
            <a:r>
              <a:rPr lang="en-US" sz="1200" baseline="-25000" dirty="0">
                <a:solidFill>
                  <a:prstClr val="black"/>
                </a:solidFill>
                <a:latin typeface="Calibri"/>
              </a:rPr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xmlns="" id="{EBB1F67B-C0F8-024A-91A3-3517B8E3A8B6}"/>
              </a:ext>
            </a:extLst>
          </p:cNvPr>
          <p:cNvSpPr txBox="1"/>
          <p:nvPr/>
        </p:nvSpPr>
        <p:spPr>
          <a:xfrm>
            <a:off x="3385330" y="2760829"/>
            <a:ext cx="669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GET O</a:t>
            </a:r>
            <a:r>
              <a:rPr lang="en-US" sz="1200" baseline="-25000" dirty="0">
                <a:solidFill>
                  <a:prstClr val="black"/>
                </a:solidFill>
                <a:latin typeface="Calibri"/>
              </a:rPr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xmlns="" id="{33D26801-4441-6448-9C51-E7BF273943AE}"/>
              </a:ext>
            </a:extLst>
          </p:cNvPr>
          <p:cNvSpPr txBox="1"/>
          <p:nvPr/>
        </p:nvSpPr>
        <p:spPr>
          <a:xfrm>
            <a:off x="2790949" y="2712652"/>
            <a:ext cx="669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GET O</a:t>
            </a:r>
            <a:r>
              <a:rPr lang="en-US" sz="1200" baseline="-25000" dirty="0">
                <a:solidFill>
                  <a:prstClr val="black"/>
                </a:solidFill>
                <a:latin typeface="Calibri"/>
              </a:rPr>
              <a:t>4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xmlns="" id="{38FF6E3C-DC0A-2A42-A83A-2B0D55A3D376}"/>
              </a:ext>
            </a:extLst>
          </p:cNvPr>
          <p:cNvSpPr/>
          <p:nvPr/>
        </p:nvSpPr>
        <p:spPr>
          <a:xfrm>
            <a:off x="6465257" y="3188901"/>
            <a:ext cx="669074" cy="147849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xmlns="" id="{790AB6BC-5FA2-CD42-9930-4B26196539D4}"/>
              </a:ext>
            </a:extLst>
          </p:cNvPr>
          <p:cNvSpPr/>
          <p:nvPr/>
        </p:nvSpPr>
        <p:spPr>
          <a:xfrm>
            <a:off x="6468001" y="4678368"/>
            <a:ext cx="669073" cy="8272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3BCCEA0D-BD56-2144-8446-6F45775C9DAB}"/>
              </a:ext>
            </a:extLst>
          </p:cNvPr>
          <p:cNvGrpSpPr/>
          <p:nvPr/>
        </p:nvGrpSpPr>
        <p:grpSpPr>
          <a:xfrm>
            <a:off x="2550686" y="3155448"/>
            <a:ext cx="3039694" cy="1673683"/>
            <a:chOff x="3400914" y="3064264"/>
            <a:chExt cx="4052925" cy="2231577"/>
          </a:xfrm>
        </p:grpSpPr>
        <p:cxnSp>
          <p:nvCxnSpPr>
            <p:cNvPr id="59" name="Straight Arrow Connector 58">
              <a:extLst>
                <a:ext uri="{FF2B5EF4-FFF2-40B4-BE49-F238E27FC236}">
                  <a16:creationId xmlns:a16="http://schemas.microsoft.com/office/drawing/2014/main" xmlns="" id="{FD6DCCE9-A422-404A-94DE-DE520C1D28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022530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xmlns="" id="{AF7FDDA2-EA85-004E-AB1B-97A9090ECD2A}"/>
                </a:ext>
              </a:extLst>
            </p:cNvPr>
            <p:cNvSpPr/>
            <p:nvPr/>
          </p:nvSpPr>
          <p:spPr>
            <a:xfrm>
              <a:off x="3517643" y="3064264"/>
              <a:ext cx="3868169" cy="2226179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67383 w 3876052"/>
                <a:gd name="connsiteY0" fmla="*/ 0 h 2226179"/>
                <a:gd name="connsiteX1" fmla="*/ 411 w 3876052"/>
                <a:gd name="connsiteY1" fmla="*/ 273465 h 2226179"/>
                <a:gd name="connsiteX2" fmla="*/ 411 w 3876052"/>
                <a:gd name="connsiteY2" fmla="*/ 2226179 h 2226179"/>
                <a:gd name="connsiteX3" fmla="*/ 3875929 w 3876052"/>
                <a:gd name="connsiteY3" fmla="*/ 1956987 h 2226179"/>
                <a:gd name="connsiteX4" fmla="*/ 3867383 w 3876052"/>
                <a:gd name="connsiteY4" fmla="*/ 0 h 2226179"/>
                <a:gd name="connsiteX0" fmla="*/ 3867383 w 3871845"/>
                <a:gd name="connsiteY0" fmla="*/ 0 h 2226179"/>
                <a:gd name="connsiteX1" fmla="*/ 411 w 3871845"/>
                <a:gd name="connsiteY1" fmla="*/ 273465 h 2226179"/>
                <a:gd name="connsiteX2" fmla="*/ 411 w 3871845"/>
                <a:gd name="connsiteY2" fmla="*/ 2226179 h 2226179"/>
                <a:gd name="connsiteX3" fmla="*/ 3871656 w 3871845"/>
                <a:gd name="connsiteY3" fmla="*/ 1969806 h 2226179"/>
                <a:gd name="connsiteX4" fmla="*/ 3867383 w 3871845"/>
                <a:gd name="connsiteY4" fmla="*/ 0 h 2226179"/>
                <a:gd name="connsiteX0" fmla="*/ 3867383 w 3872034"/>
                <a:gd name="connsiteY0" fmla="*/ 0 h 2226179"/>
                <a:gd name="connsiteX1" fmla="*/ 411 w 3872034"/>
                <a:gd name="connsiteY1" fmla="*/ 273465 h 2226179"/>
                <a:gd name="connsiteX2" fmla="*/ 411 w 3872034"/>
                <a:gd name="connsiteY2" fmla="*/ 2226179 h 2226179"/>
                <a:gd name="connsiteX3" fmla="*/ 3871656 w 3872034"/>
                <a:gd name="connsiteY3" fmla="*/ 1969806 h 2226179"/>
                <a:gd name="connsiteX4" fmla="*/ 3867383 w 3872034"/>
                <a:gd name="connsiteY4" fmla="*/ 0 h 2226179"/>
                <a:gd name="connsiteX0" fmla="*/ 3867383 w 3868169"/>
                <a:gd name="connsiteY0" fmla="*/ 0 h 2226179"/>
                <a:gd name="connsiteX1" fmla="*/ 411 w 3868169"/>
                <a:gd name="connsiteY1" fmla="*/ 273465 h 2226179"/>
                <a:gd name="connsiteX2" fmla="*/ 411 w 3868169"/>
                <a:gd name="connsiteY2" fmla="*/ 2226179 h 2226179"/>
                <a:gd name="connsiteX3" fmla="*/ 3863110 w 3868169"/>
                <a:gd name="connsiteY3" fmla="*/ 1969806 h 2226179"/>
                <a:gd name="connsiteX4" fmla="*/ 3867383 w 3868169"/>
                <a:gd name="connsiteY4" fmla="*/ 0 h 222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8169" h="2226179">
                  <a:moveTo>
                    <a:pt x="3867383" y="0"/>
                  </a:moveTo>
                  <a:lnTo>
                    <a:pt x="411" y="273465"/>
                  </a:lnTo>
                  <a:cubicBezTo>
                    <a:pt x="1835" y="927218"/>
                    <a:pt x="-1013" y="1572426"/>
                    <a:pt x="411" y="2226179"/>
                  </a:cubicBezTo>
                  <a:lnTo>
                    <a:pt x="3863110" y="1969806"/>
                  </a:lnTo>
                  <a:cubicBezTo>
                    <a:pt x="3864534" y="1311780"/>
                    <a:pt x="3870232" y="615297"/>
                    <a:pt x="3867383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defRPr/>
              </a:pPr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xmlns="" id="{1032D652-964E-9F43-98C4-FFCFB51B8116}"/>
              </a:ext>
            </a:extLst>
          </p:cNvPr>
          <p:cNvGrpSpPr/>
          <p:nvPr/>
        </p:nvGrpSpPr>
        <p:grpSpPr>
          <a:xfrm>
            <a:off x="2542259" y="4647976"/>
            <a:ext cx="3048120" cy="289942"/>
            <a:chOff x="3389679" y="5054301"/>
            <a:chExt cx="4064160" cy="386589"/>
          </a:xfrm>
        </p:grpSpPr>
        <p:cxnSp>
          <p:nvCxnSpPr>
            <p:cNvPr id="60" name="Straight Arrow Connector 59">
              <a:extLst>
                <a:ext uri="{FF2B5EF4-FFF2-40B4-BE49-F238E27FC236}">
                  <a16:creationId xmlns:a16="http://schemas.microsoft.com/office/drawing/2014/main" xmlns="" id="{74B14409-7AA2-6647-870D-F81D3E4A7B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89679" y="5161562"/>
              <a:ext cx="4064160" cy="27932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xmlns="" id="{40D71812-E6AC-D143-8CC1-FD1BA4C52E80}"/>
                </a:ext>
              </a:extLst>
            </p:cNvPr>
            <p:cNvSpPr/>
            <p:nvPr/>
          </p:nvSpPr>
          <p:spPr>
            <a:xfrm>
              <a:off x="3519116" y="5054301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defRPr/>
              </a:pPr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xmlns="" id="{40FB06DE-F29F-A246-84EE-63E1636623F1}"/>
              </a:ext>
            </a:extLst>
          </p:cNvPr>
          <p:cNvGrpSpPr/>
          <p:nvPr/>
        </p:nvGrpSpPr>
        <p:grpSpPr>
          <a:xfrm>
            <a:off x="2550886" y="4941162"/>
            <a:ext cx="3021602" cy="281517"/>
            <a:chOff x="3401181" y="5445216"/>
            <a:chExt cx="4028803" cy="375356"/>
          </a:xfrm>
        </p:grpSpPr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xmlns="" id="{58B400F4-D655-EC45-9A58-A60137EE25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1181" y="5534648"/>
              <a:ext cx="4028803" cy="269984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xmlns="" id="{E5D9F6BF-C428-4448-A3F0-EC7E244381F1}"/>
                </a:ext>
              </a:extLst>
            </p:cNvPr>
            <p:cNvSpPr/>
            <p:nvPr/>
          </p:nvSpPr>
          <p:spPr>
            <a:xfrm>
              <a:off x="3504762" y="5445216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defRPr/>
              </a:pPr>
              <a:r>
                <a:rPr lang="en-US" sz="1350" dirty="0">
                  <a:solidFill>
                    <a:prstClr val="white"/>
                  </a:solidFill>
                  <a:latin typeface="Calibri"/>
                </a:rPr>
                <a:t>     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CFF15201-6C51-0E4C-8DF2-2874D9BB5094}"/>
              </a:ext>
            </a:extLst>
          </p:cNvPr>
          <p:cNvGrpSpPr/>
          <p:nvPr/>
        </p:nvGrpSpPr>
        <p:grpSpPr>
          <a:xfrm>
            <a:off x="1313057" y="4691336"/>
            <a:ext cx="1230995" cy="276999"/>
            <a:chOff x="1750742" y="5112121"/>
            <a:chExt cx="1641327" cy="369332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xmlns="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290443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xmlns="" id="{1869B0B9-3B24-694E-ACA6-3C15E7F0A7AA}"/>
                </a:ext>
              </a:extLst>
            </p:cNvPr>
            <p:cNvGrpSpPr/>
            <p:nvPr/>
          </p:nvGrpSpPr>
          <p:grpSpPr>
            <a:xfrm>
              <a:off x="2136070" y="5112121"/>
              <a:ext cx="459104" cy="369332"/>
              <a:chOff x="2709565" y="5090498"/>
              <a:chExt cx="459104" cy="369332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xmlns="" id="{50D49D93-5523-2D40-A4B4-2C25959CCB4C}"/>
                  </a:ext>
                </a:extLst>
              </p:cNvPr>
              <p:cNvSpPr/>
              <p:nvPr/>
            </p:nvSpPr>
            <p:spPr>
              <a:xfrm>
                <a:off x="2785241" y="5146384"/>
                <a:ext cx="252731" cy="22746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defRPr/>
                </a:pPr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xmlns="" id="{024E2305-8E5C-AA43-A3E7-0B4250CBA647}"/>
                  </a:ext>
                </a:extLst>
              </p:cNvPr>
              <p:cNvSpPr txBox="1"/>
              <p:nvPr/>
            </p:nvSpPr>
            <p:spPr>
              <a:xfrm>
                <a:off x="2709565" y="5090498"/>
                <a:ext cx="45910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defTabSz="685800">
                  <a:defRPr/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O</a:t>
                </a:r>
                <a:r>
                  <a:rPr lang="en-US" sz="1200" baseline="-25000" dirty="0">
                    <a:solidFill>
                      <a:prstClr val="black"/>
                    </a:solidFill>
                    <a:latin typeface="Calibri"/>
                  </a:rPr>
                  <a:t>1</a:t>
                </a:r>
              </a:p>
            </p:txBody>
          </p:sp>
        </p:grp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xmlns="" id="{63ACB7C6-C932-A244-9314-0E6B7F0BABA7}"/>
              </a:ext>
            </a:extLst>
          </p:cNvPr>
          <p:cNvSpPr/>
          <p:nvPr/>
        </p:nvSpPr>
        <p:spPr>
          <a:xfrm>
            <a:off x="1839920" y="4854959"/>
            <a:ext cx="189548" cy="170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F5600D4F-86F9-0C49-A7FC-8E1F0F10C16E}"/>
              </a:ext>
            </a:extLst>
          </p:cNvPr>
          <p:cNvGrpSpPr/>
          <p:nvPr/>
        </p:nvGrpSpPr>
        <p:grpSpPr>
          <a:xfrm>
            <a:off x="1313057" y="4813050"/>
            <a:ext cx="1230879" cy="276999"/>
            <a:chOff x="1750742" y="5274392"/>
            <a:chExt cx="1641172" cy="369332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xmlns="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442843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xmlns="" id="{4597425E-DF5C-7647-B600-A70497B20E94}"/>
                </a:ext>
              </a:extLst>
            </p:cNvPr>
            <p:cNvSpPr txBox="1"/>
            <p:nvPr/>
          </p:nvSpPr>
          <p:spPr>
            <a:xfrm>
              <a:off x="2384557" y="5274392"/>
              <a:ext cx="45910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685800">
                <a:defRPr/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O</a:t>
              </a:r>
              <a:r>
                <a:rPr lang="en-US" sz="1200" baseline="-25000" dirty="0">
                  <a:solidFill>
                    <a:prstClr val="black"/>
                  </a:solidFill>
                  <a:latin typeface="Calibri"/>
                </a:rPr>
                <a:t>2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DF5B72F1-6258-1D46-8B4C-28D067B642BD}"/>
              </a:ext>
            </a:extLst>
          </p:cNvPr>
          <p:cNvGrpSpPr/>
          <p:nvPr/>
        </p:nvGrpSpPr>
        <p:grpSpPr>
          <a:xfrm>
            <a:off x="1313057" y="4982299"/>
            <a:ext cx="1233260" cy="276999"/>
            <a:chOff x="1750742" y="5500058"/>
            <a:chExt cx="1644347" cy="369332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xmlns="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670973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xmlns="" id="{88D8925B-CD48-6346-BBE6-8AD1F024192A}"/>
                </a:ext>
              </a:extLst>
            </p:cNvPr>
            <p:cNvSpPr txBox="1"/>
            <p:nvPr/>
          </p:nvSpPr>
          <p:spPr>
            <a:xfrm>
              <a:off x="2578112" y="5500058"/>
              <a:ext cx="45910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685800">
                <a:defRPr/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O</a:t>
              </a:r>
              <a:r>
                <a:rPr lang="en-US" sz="1200" baseline="-25000" dirty="0">
                  <a:solidFill>
                    <a:prstClr val="black"/>
                  </a:solidFill>
                  <a:latin typeface="Calibri"/>
                </a:rPr>
                <a:t>3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xmlns="" id="{2E3B66F0-9018-8E4D-819B-CF6530707FCC}"/>
              </a:ext>
            </a:extLst>
          </p:cNvPr>
          <p:cNvGrpSpPr/>
          <p:nvPr/>
        </p:nvGrpSpPr>
        <p:grpSpPr>
          <a:xfrm>
            <a:off x="1313056" y="5083463"/>
            <a:ext cx="1230995" cy="276999"/>
            <a:chOff x="1750742" y="5634943"/>
            <a:chExt cx="1641326" cy="369332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xmlns="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xmlns="" id="{AD494163-6EBC-544B-A9C5-6828F477C4BF}"/>
                </a:ext>
              </a:extLst>
            </p:cNvPr>
            <p:cNvSpPr txBox="1"/>
            <p:nvPr/>
          </p:nvSpPr>
          <p:spPr>
            <a:xfrm>
              <a:off x="2779554" y="5634943"/>
              <a:ext cx="45910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685800">
                <a:defRPr/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O</a:t>
              </a:r>
              <a:r>
                <a:rPr lang="en-US" sz="1200" baseline="-25000" dirty="0">
                  <a:solidFill>
                    <a:prstClr val="black"/>
                  </a:solidFill>
                  <a:latin typeface="Calibri"/>
                </a:rPr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xmlns="" id="{CFAEFC89-AAE1-D248-8065-2DCB806A42B8}"/>
              </a:ext>
            </a:extLst>
          </p:cNvPr>
          <p:cNvSpPr/>
          <p:nvPr/>
        </p:nvSpPr>
        <p:spPr>
          <a:xfrm>
            <a:off x="6468002" y="4768184"/>
            <a:ext cx="669073" cy="8272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xmlns="" id="{B85586A7-784E-134B-85D7-D63EAD126974}"/>
              </a:ext>
            </a:extLst>
          </p:cNvPr>
          <p:cNvSpPr/>
          <p:nvPr/>
        </p:nvSpPr>
        <p:spPr>
          <a:xfrm>
            <a:off x="6468002" y="4835025"/>
            <a:ext cx="669073" cy="8272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xmlns="" id="{88A20BE8-0DED-0F46-A15A-6CA9C220DD67}"/>
              </a:ext>
            </a:extLst>
          </p:cNvPr>
          <p:cNvSpPr/>
          <p:nvPr/>
        </p:nvSpPr>
        <p:spPr>
          <a:xfrm>
            <a:off x="6465258" y="4926303"/>
            <a:ext cx="669073" cy="82727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xmlns="" id="{8AF7AE2C-A59F-D247-BD00-087A82CBE885}"/>
              </a:ext>
            </a:extLst>
          </p:cNvPr>
          <p:cNvSpPr txBox="1"/>
          <p:nvPr/>
        </p:nvSpPr>
        <p:spPr>
          <a:xfrm>
            <a:off x="6241529" y="2856436"/>
            <a:ext cx="1920438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350" dirty="0">
                <a:solidFill>
                  <a:prstClr val="black"/>
                </a:solidFill>
                <a:latin typeface="Calibri"/>
              </a:rPr>
              <a:t>object data requested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xmlns="" id="{9C9ACF7A-93F7-1144-933E-C07E1A9255BB}"/>
              </a:ext>
            </a:extLst>
          </p:cNvPr>
          <p:cNvSpPr/>
          <p:nvPr/>
        </p:nvSpPr>
        <p:spPr>
          <a:xfrm>
            <a:off x="5966602" y="3908266"/>
            <a:ext cx="447635" cy="276999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xmlns="" id="{F92C3131-42F8-4447-929E-4F663CB535C3}"/>
              </a:ext>
            </a:extLst>
          </p:cNvPr>
          <p:cNvSpPr/>
          <p:nvPr/>
        </p:nvSpPr>
        <p:spPr>
          <a:xfrm>
            <a:off x="7549401" y="3629674"/>
            <a:ext cx="296100" cy="170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21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xmlns="" id="{C66EC781-091E-0F4D-AB0D-84A37CFCF6E8}"/>
              </a:ext>
            </a:extLst>
          </p:cNvPr>
          <p:cNvSpPr txBox="1"/>
          <p:nvPr/>
        </p:nvSpPr>
        <p:spPr>
          <a:xfrm>
            <a:off x="7279990" y="3781308"/>
            <a:ext cx="537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O</a:t>
            </a:r>
            <a:r>
              <a:rPr lang="en-US" baseline="-25000" dirty="0">
                <a:solidFill>
                  <a:prstClr val="black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xmlns="" id="{F385891B-C7EB-5245-A25D-276FD77536AB}"/>
              </a:ext>
            </a:extLst>
          </p:cNvPr>
          <p:cNvSpPr/>
          <p:nvPr/>
        </p:nvSpPr>
        <p:spPr>
          <a:xfrm>
            <a:off x="7727558" y="3751378"/>
            <a:ext cx="296100" cy="170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21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xmlns="" id="{9D8408DC-4E3D-7747-AD30-D5058E1B4D77}"/>
              </a:ext>
            </a:extLst>
          </p:cNvPr>
          <p:cNvSpPr txBox="1"/>
          <p:nvPr/>
        </p:nvSpPr>
        <p:spPr>
          <a:xfrm>
            <a:off x="7288055" y="4418216"/>
            <a:ext cx="537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O</a:t>
            </a:r>
            <a:r>
              <a:rPr lang="en-US" baseline="-25000" dirty="0">
                <a:solidFill>
                  <a:prstClr val="black"/>
                </a:solidFill>
                <a:latin typeface="Calibri"/>
              </a:rPr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xmlns="" id="{952069D3-515D-EA47-80C1-EAE65F1325BF}"/>
              </a:ext>
            </a:extLst>
          </p:cNvPr>
          <p:cNvSpPr txBox="1"/>
          <p:nvPr/>
        </p:nvSpPr>
        <p:spPr>
          <a:xfrm>
            <a:off x="7288031" y="4683673"/>
            <a:ext cx="537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O</a:t>
            </a:r>
            <a:r>
              <a:rPr lang="en-US" baseline="-25000" dirty="0">
                <a:solidFill>
                  <a:prstClr val="black"/>
                </a:solidFill>
                <a:latin typeface="Calibri"/>
              </a:rPr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xmlns="" id="{56E9B31D-F0E0-5E40-9F14-0871A03773A6}"/>
              </a:ext>
            </a:extLst>
          </p:cNvPr>
          <p:cNvSpPr txBox="1"/>
          <p:nvPr/>
        </p:nvSpPr>
        <p:spPr>
          <a:xfrm>
            <a:off x="7291659" y="4926303"/>
            <a:ext cx="537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O</a:t>
            </a:r>
            <a:r>
              <a:rPr lang="en-US" baseline="-25000" dirty="0">
                <a:solidFill>
                  <a:prstClr val="black"/>
                </a:solidFill>
                <a:latin typeface="Calibri"/>
              </a:rPr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xmlns="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7187657" y="4850911"/>
            <a:ext cx="139638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xmlns="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7191796" y="4624147"/>
            <a:ext cx="135500" cy="10940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xmlns="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7195233" y="4984139"/>
            <a:ext cx="135500" cy="10940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xmlns="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1807684" y="5535811"/>
            <a:ext cx="6338981" cy="37748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631" indent="0" defTabSz="685800">
              <a:spcBef>
                <a:spcPts val="750"/>
              </a:spcBef>
              <a:buNone/>
              <a:defRPr/>
            </a:pP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objects delivered in order requested: O</a:t>
            </a:r>
            <a:r>
              <a:rPr lang="en-US" altLang="en-US" sz="1800" i="1" baseline="-250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2</a:t>
            </a: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, O</a:t>
            </a:r>
            <a:r>
              <a:rPr lang="en-US" altLang="en-US" sz="1800" i="1" baseline="-250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3</a:t>
            </a: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, O</a:t>
            </a:r>
            <a:r>
              <a:rPr lang="en-US" altLang="en-US" sz="1800" i="1" baseline="-250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4</a:t>
            </a: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 wait behind O</a:t>
            </a:r>
            <a:r>
              <a:rPr lang="en-US" altLang="en-US" sz="1800" i="1" baseline="-250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1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xmlns="" id="{57772C53-CB21-F54B-81A4-80FA45EF0DCB}"/>
              </a:ext>
            </a:extLst>
          </p:cNvPr>
          <p:cNvGrpSpPr/>
          <p:nvPr/>
        </p:nvGrpSpPr>
        <p:grpSpPr>
          <a:xfrm>
            <a:off x="2550685" y="4753692"/>
            <a:ext cx="3021803" cy="357986"/>
            <a:chOff x="3400914" y="5195255"/>
            <a:chExt cx="4029070" cy="477315"/>
          </a:xfrm>
        </p:grpSpPr>
        <p:cxnSp>
          <p:nvCxnSpPr>
            <p:cNvPr id="61" name="Straight Arrow Connector 60">
              <a:extLst>
                <a:ext uri="{FF2B5EF4-FFF2-40B4-BE49-F238E27FC236}">
                  <a16:creationId xmlns:a16="http://schemas.microsoft.com/office/drawing/2014/main" xmlns="" id="{72FF5CC6-CED4-2143-AE2B-F90140B186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403102"/>
              <a:ext cx="4029070" cy="26946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xmlns="" id="{5A06D02B-5F32-3D42-9572-49327927E15A}"/>
                </a:ext>
              </a:extLst>
            </p:cNvPr>
            <p:cNvSpPr/>
            <p:nvPr/>
          </p:nvSpPr>
          <p:spPr>
            <a:xfrm>
              <a:off x="3520812" y="5195255"/>
              <a:ext cx="3866473" cy="468804"/>
            </a:xfrm>
            <a:custGeom>
              <a:avLst/>
              <a:gdLst>
                <a:gd name="connsiteX0" fmla="*/ 0 w 3866473"/>
                <a:gd name="connsiteY0" fmla="*/ 264573 h 468804"/>
                <a:gd name="connsiteX1" fmla="*/ 0 w 3866473"/>
                <a:gd name="connsiteY1" fmla="*/ 468804 h 468804"/>
                <a:gd name="connsiteX2" fmla="*/ 3866473 w 3866473"/>
                <a:gd name="connsiteY2" fmla="*/ 204232 h 468804"/>
                <a:gd name="connsiteX3" fmla="*/ 3861832 w 3866473"/>
                <a:gd name="connsiteY3" fmla="*/ 0 h 468804"/>
                <a:gd name="connsiteX4" fmla="*/ 0 w 3866473"/>
                <a:gd name="connsiteY4" fmla="*/ 264573 h 46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6473" h="468804">
                  <a:moveTo>
                    <a:pt x="0" y="264573"/>
                  </a:moveTo>
                  <a:lnTo>
                    <a:pt x="0" y="468804"/>
                  </a:lnTo>
                  <a:lnTo>
                    <a:pt x="3866473" y="204232"/>
                  </a:lnTo>
                  <a:lnTo>
                    <a:pt x="3861832" y="0"/>
                  </a:lnTo>
                  <a:lnTo>
                    <a:pt x="0" y="2645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defRPr/>
              </a:pPr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93" name="Slide Number Placeholder 2">
            <a:extLst>
              <a:ext uri="{FF2B5EF4-FFF2-40B4-BE49-F238E27FC236}">
                <a16:creationId xmlns:a16="http://schemas.microsoft.com/office/drawing/2014/main" xmlns="" id="{04B1ED28-70FB-1F43-9411-4F7106AECB3D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42284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142159"/>
            <a:ext cx="7886700" cy="670967"/>
          </a:xfrm>
        </p:spPr>
        <p:txBody>
          <a:bodyPr>
            <a:normAutofit/>
          </a:bodyPr>
          <a:lstStyle/>
          <a:p>
            <a:r>
              <a:rPr lang="en-US" sz="3300" dirty="0">
                <a:ea typeface="ＭＳ Ｐゴシック" panose="020B0600070205080204" pitchFamily="34" charset="-128"/>
              </a:rPr>
              <a:t>HTTP/2: mitigating HOL blocking</a:t>
            </a:r>
            <a:endParaRPr lang="en-US" sz="33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xmlns="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599019" y="1813126"/>
            <a:ext cx="8337830" cy="37748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631" indent="0" defTabSz="685800">
              <a:spcBef>
                <a:spcPts val="750"/>
              </a:spcBef>
              <a:buNone/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HTTP/2: objects divided into frames, frame transmission interleaved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xmlns="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301" y="3034131"/>
            <a:ext cx="615682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>
              <a:spcBef>
                <a:spcPct val="0"/>
              </a:spcBef>
              <a:defRPr/>
            </a:pPr>
            <a:r>
              <a:rPr lang="en-US" altLang="en-US" sz="1500" dirty="0">
                <a:solidFill>
                  <a:srgbClr val="CC0000"/>
                </a:solidFill>
                <a:latin typeface="Calibri"/>
              </a:rPr>
              <a:t>client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xmlns="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9579" y="2276443"/>
            <a:ext cx="67351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>
              <a:spcBef>
                <a:spcPct val="0"/>
              </a:spcBef>
              <a:defRPr/>
            </a:pPr>
            <a:r>
              <a:rPr lang="en-US" altLang="en-US" sz="1500" dirty="0">
                <a:solidFill>
                  <a:srgbClr val="CC0000"/>
                </a:solidFill>
                <a:latin typeface="Calibri"/>
              </a:rPr>
              <a:t>server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xmlns="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5426226" y="2553902"/>
            <a:ext cx="316706" cy="51435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xmlns="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xmlns="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xmlns="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xmlns="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xmlns="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xmlns="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xmlns="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xmlns="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xmlns="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xmlns="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xmlns="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xmlns="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xmlns="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xmlns="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xmlns="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xmlns="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xmlns="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xmlns="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xmlns="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xmlns="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xmlns="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150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xmlns="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xmlns="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xmlns="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xmlns="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xmlns="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xmlns="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xmlns="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xmlns="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xmlns="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685800">
                <a:spcBef>
                  <a:spcPct val="0"/>
                </a:spcBef>
                <a:defRPr/>
              </a:pPr>
              <a:endParaRPr lang="en-US" altLang="en-US" sz="1350" dirty="0">
                <a:solidFill>
                  <a:srgbClr val="FF0000"/>
                </a:solidFill>
                <a:latin typeface="Calibri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xmlns="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xmlns="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xmlns="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163999" y="2576223"/>
            <a:ext cx="557213" cy="557213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xmlns="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xmlns="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/>
              </a:endParaRPr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xmlns="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2644902" y="2950864"/>
            <a:ext cx="2932509" cy="19555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BCF97F68-AA2C-FB49-ABBC-199B7521D0A1}"/>
              </a:ext>
            </a:extLst>
          </p:cNvPr>
          <p:cNvSpPr txBox="1"/>
          <p:nvPr/>
        </p:nvSpPr>
        <p:spPr>
          <a:xfrm>
            <a:off x="4569948" y="2857948"/>
            <a:ext cx="669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GET O</a:t>
            </a:r>
            <a:r>
              <a:rPr lang="en-US" sz="1200" baseline="-25000" dirty="0">
                <a:solidFill>
                  <a:prstClr val="black"/>
                </a:solidFill>
                <a:latin typeface="Calibri"/>
              </a:rPr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xmlns="" id="{854675CA-3B4C-CC4F-AFB8-7456C2CEC59A}"/>
              </a:ext>
            </a:extLst>
          </p:cNvPr>
          <p:cNvSpPr txBox="1"/>
          <p:nvPr/>
        </p:nvSpPr>
        <p:spPr>
          <a:xfrm>
            <a:off x="3968848" y="2804827"/>
            <a:ext cx="669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GET O</a:t>
            </a:r>
            <a:r>
              <a:rPr lang="en-US" sz="1200" baseline="-25000" dirty="0">
                <a:solidFill>
                  <a:prstClr val="black"/>
                </a:solidFill>
                <a:latin typeface="Calibri"/>
              </a:rPr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xmlns="" id="{EBB1F67B-C0F8-024A-91A3-3517B8E3A8B6}"/>
              </a:ext>
            </a:extLst>
          </p:cNvPr>
          <p:cNvSpPr txBox="1"/>
          <p:nvPr/>
        </p:nvSpPr>
        <p:spPr>
          <a:xfrm>
            <a:off x="3385330" y="2760829"/>
            <a:ext cx="669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GET O</a:t>
            </a:r>
            <a:r>
              <a:rPr lang="en-US" sz="1200" baseline="-25000" dirty="0">
                <a:solidFill>
                  <a:prstClr val="black"/>
                </a:solidFill>
                <a:latin typeface="Calibri"/>
              </a:rPr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xmlns="" id="{33D26801-4441-6448-9C51-E7BF273943AE}"/>
              </a:ext>
            </a:extLst>
          </p:cNvPr>
          <p:cNvSpPr txBox="1"/>
          <p:nvPr/>
        </p:nvSpPr>
        <p:spPr>
          <a:xfrm>
            <a:off x="2790949" y="2712652"/>
            <a:ext cx="669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GET O</a:t>
            </a:r>
            <a:r>
              <a:rPr lang="en-US" sz="1200" baseline="-25000" dirty="0">
                <a:solidFill>
                  <a:prstClr val="black"/>
                </a:solidFill>
                <a:latin typeface="Calibri"/>
              </a:rPr>
              <a:t>4</a:t>
            </a: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xmlns="" id="{58B400F4-D655-EC45-9A58-A60137EE250C}"/>
              </a:ext>
            </a:extLst>
          </p:cNvPr>
          <p:cNvCxnSpPr>
            <a:cxnSpLocks/>
          </p:cNvCxnSpPr>
          <p:nvPr/>
        </p:nvCxnSpPr>
        <p:spPr>
          <a:xfrm flipH="1">
            <a:off x="2510598" y="5008237"/>
            <a:ext cx="3070254" cy="20635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Rectangle 62">
            <a:extLst>
              <a:ext uri="{FF2B5EF4-FFF2-40B4-BE49-F238E27FC236}">
                <a16:creationId xmlns:a16="http://schemas.microsoft.com/office/drawing/2014/main" xmlns="" id="{38FF6E3C-DC0A-2A42-A83A-2B0D55A3D376}"/>
              </a:ext>
            </a:extLst>
          </p:cNvPr>
          <p:cNvSpPr/>
          <p:nvPr/>
        </p:nvSpPr>
        <p:spPr>
          <a:xfrm>
            <a:off x="6465257" y="3188901"/>
            <a:ext cx="669074" cy="147849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xmlns="" id="{790AB6BC-5FA2-CD42-9930-4B26196539D4}"/>
              </a:ext>
            </a:extLst>
          </p:cNvPr>
          <p:cNvSpPr/>
          <p:nvPr/>
        </p:nvSpPr>
        <p:spPr>
          <a:xfrm>
            <a:off x="6468001" y="4678368"/>
            <a:ext cx="669073" cy="8272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xmlns="" id="{AF7FDDA2-EA85-004E-AB1B-97A9090ECD2A}"/>
              </a:ext>
            </a:extLst>
          </p:cNvPr>
          <p:cNvSpPr/>
          <p:nvPr/>
        </p:nvSpPr>
        <p:spPr>
          <a:xfrm>
            <a:off x="2614885" y="3733958"/>
            <a:ext cx="2900537" cy="1483897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67383 w 3876052"/>
              <a:gd name="connsiteY0" fmla="*/ 0 h 2226179"/>
              <a:gd name="connsiteX1" fmla="*/ 411 w 3876052"/>
              <a:gd name="connsiteY1" fmla="*/ 273465 h 2226179"/>
              <a:gd name="connsiteX2" fmla="*/ 411 w 3876052"/>
              <a:gd name="connsiteY2" fmla="*/ 2226179 h 2226179"/>
              <a:gd name="connsiteX3" fmla="*/ 3875929 w 3876052"/>
              <a:gd name="connsiteY3" fmla="*/ 1956987 h 2226179"/>
              <a:gd name="connsiteX4" fmla="*/ 3867383 w 3876052"/>
              <a:gd name="connsiteY4" fmla="*/ 0 h 2226179"/>
              <a:gd name="connsiteX0" fmla="*/ 3867383 w 3871845"/>
              <a:gd name="connsiteY0" fmla="*/ 0 h 2226179"/>
              <a:gd name="connsiteX1" fmla="*/ 411 w 3871845"/>
              <a:gd name="connsiteY1" fmla="*/ 273465 h 2226179"/>
              <a:gd name="connsiteX2" fmla="*/ 411 w 3871845"/>
              <a:gd name="connsiteY2" fmla="*/ 2226179 h 2226179"/>
              <a:gd name="connsiteX3" fmla="*/ 3871656 w 3871845"/>
              <a:gd name="connsiteY3" fmla="*/ 1969806 h 2226179"/>
              <a:gd name="connsiteX4" fmla="*/ 3867383 w 3871845"/>
              <a:gd name="connsiteY4" fmla="*/ 0 h 2226179"/>
              <a:gd name="connsiteX0" fmla="*/ 3867383 w 3872034"/>
              <a:gd name="connsiteY0" fmla="*/ 0 h 2226179"/>
              <a:gd name="connsiteX1" fmla="*/ 411 w 3872034"/>
              <a:gd name="connsiteY1" fmla="*/ 273465 h 2226179"/>
              <a:gd name="connsiteX2" fmla="*/ 411 w 3872034"/>
              <a:gd name="connsiteY2" fmla="*/ 2226179 h 2226179"/>
              <a:gd name="connsiteX3" fmla="*/ 3871656 w 3872034"/>
              <a:gd name="connsiteY3" fmla="*/ 1969806 h 2226179"/>
              <a:gd name="connsiteX4" fmla="*/ 3867383 w 3872034"/>
              <a:gd name="connsiteY4" fmla="*/ 0 h 2226179"/>
              <a:gd name="connsiteX0" fmla="*/ 3867383 w 3868169"/>
              <a:gd name="connsiteY0" fmla="*/ 0 h 2226179"/>
              <a:gd name="connsiteX1" fmla="*/ 411 w 3868169"/>
              <a:gd name="connsiteY1" fmla="*/ 273465 h 2226179"/>
              <a:gd name="connsiteX2" fmla="*/ 411 w 3868169"/>
              <a:gd name="connsiteY2" fmla="*/ 2226179 h 2226179"/>
              <a:gd name="connsiteX3" fmla="*/ 3863110 w 3868169"/>
              <a:gd name="connsiteY3" fmla="*/ 1969806 h 2226179"/>
              <a:gd name="connsiteX4" fmla="*/ 3867383 w 3868169"/>
              <a:gd name="connsiteY4" fmla="*/ 0 h 2226179"/>
              <a:gd name="connsiteX0" fmla="*/ 3867383 w 3867817"/>
              <a:gd name="connsiteY0" fmla="*/ 0 h 2226179"/>
              <a:gd name="connsiteX1" fmla="*/ 411 w 3867817"/>
              <a:gd name="connsiteY1" fmla="*/ 273465 h 2226179"/>
              <a:gd name="connsiteX2" fmla="*/ 411 w 3867817"/>
              <a:gd name="connsiteY2" fmla="*/ 2226179 h 2226179"/>
              <a:gd name="connsiteX3" fmla="*/ 3856760 w 3867817"/>
              <a:gd name="connsiteY3" fmla="*/ 1718981 h 2226179"/>
              <a:gd name="connsiteX4" fmla="*/ 3867383 w 3867817"/>
              <a:gd name="connsiteY4" fmla="*/ 0 h 2226179"/>
              <a:gd name="connsiteX0" fmla="*/ 3867383 w 3867817"/>
              <a:gd name="connsiteY0" fmla="*/ 0 h 1978529"/>
              <a:gd name="connsiteX1" fmla="*/ 411 w 3867817"/>
              <a:gd name="connsiteY1" fmla="*/ 273465 h 1978529"/>
              <a:gd name="connsiteX2" fmla="*/ 411 w 3867817"/>
              <a:gd name="connsiteY2" fmla="*/ 1978529 h 1978529"/>
              <a:gd name="connsiteX3" fmla="*/ 3856760 w 3867817"/>
              <a:gd name="connsiteY3" fmla="*/ 1718981 h 1978529"/>
              <a:gd name="connsiteX4" fmla="*/ 3867383 w 3867817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7383" h="1978529">
                <a:moveTo>
                  <a:pt x="3867383" y="0"/>
                </a:moveTo>
                <a:lnTo>
                  <a:pt x="411" y="273465"/>
                </a:lnTo>
                <a:cubicBezTo>
                  <a:pt x="1835" y="927218"/>
                  <a:pt x="-1013" y="1324776"/>
                  <a:pt x="411" y="1978529"/>
                </a:cubicBezTo>
                <a:lnTo>
                  <a:pt x="3856760" y="1718981"/>
                </a:lnTo>
                <a:cubicBezTo>
                  <a:pt x="3862689" y="443848"/>
                  <a:pt x="3861223" y="1457627"/>
                  <a:pt x="3867383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xmlns="" id="{40D71812-E6AC-D143-8CC1-FD1BA4C52E80}"/>
              </a:ext>
            </a:extLst>
          </p:cNvPr>
          <p:cNvSpPr/>
          <p:nvPr/>
        </p:nvSpPr>
        <p:spPr>
          <a:xfrm>
            <a:off x="2609899" y="3262993"/>
            <a:ext cx="2906946" cy="281517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xmlns="" id="{10D09925-DD27-D34F-926D-3DCC96A914D5}"/>
              </a:ext>
            </a:extLst>
          </p:cNvPr>
          <p:cNvSpPr/>
          <p:nvPr/>
        </p:nvSpPr>
        <p:spPr>
          <a:xfrm>
            <a:off x="2609899" y="3359714"/>
            <a:ext cx="2906946" cy="281517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xmlns="" id="{E5D9F6BF-C428-4448-A3F0-EC7E244381F1}"/>
              </a:ext>
            </a:extLst>
          </p:cNvPr>
          <p:cNvSpPr/>
          <p:nvPr/>
        </p:nvSpPr>
        <p:spPr>
          <a:xfrm>
            <a:off x="2613847" y="3458315"/>
            <a:ext cx="2906946" cy="281517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xmlns="" id="{50D49D93-5523-2D40-A4B4-2C25959CCB4C}"/>
              </a:ext>
            </a:extLst>
          </p:cNvPr>
          <p:cNvSpPr/>
          <p:nvPr/>
        </p:nvSpPr>
        <p:spPr>
          <a:xfrm>
            <a:off x="1673807" y="3438507"/>
            <a:ext cx="189548" cy="170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B20822AF-19CE-9944-A719-6386C461356D}"/>
              </a:ext>
            </a:extLst>
          </p:cNvPr>
          <p:cNvGrpSpPr/>
          <p:nvPr/>
        </p:nvGrpSpPr>
        <p:grpSpPr>
          <a:xfrm>
            <a:off x="1328054" y="3396595"/>
            <a:ext cx="1230995" cy="276999"/>
            <a:chOff x="1770738" y="3385789"/>
            <a:chExt cx="1641327" cy="369332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xmlns="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70738" y="3564111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xmlns="" id="{024E2305-8E5C-AA43-A3E7-0B4250CBA647}"/>
                </a:ext>
              </a:extLst>
            </p:cNvPr>
            <p:cNvSpPr txBox="1"/>
            <p:nvPr/>
          </p:nvSpPr>
          <p:spPr>
            <a:xfrm>
              <a:off x="2156066" y="3385789"/>
              <a:ext cx="45910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685800">
                <a:defRPr/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O</a:t>
              </a:r>
              <a:r>
                <a:rPr lang="en-US" sz="1200" baseline="-25000" dirty="0">
                  <a:solidFill>
                    <a:prstClr val="black"/>
                  </a:solidFill>
                  <a:latin typeface="Calibri"/>
                </a:rPr>
                <a:t>2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xmlns="" id="{63ACB7C6-C932-A244-9314-0E6B7F0BABA7}"/>
              </a:ext>
            </a:extLst>
          </p:cNvPr>
          <p:cNvSpPr/>
          <p:nvPr/>
        </p:nvSpPr>
        <p:spPr>
          <a:xfrm>
            <a:off x="1776949" y="3653364"/>
            <a:ext cx="189548" cy="170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xmlns="" id="{28813376-E418-2342-A851-A732B9438E05}"/>
              </a:ext>
            </a:extLst>
          </p:cNvPr>
          <p:cNvGrpSpPr/>
          <p:nvPr/>
        </p:nvGrpSpPr>
        <p:grpSpPr>
          <a:xfrm>
            <a:off x="1319744" y="3603576"/>
            <a:ext cx="1230879" cy="276999"/>
            <a:chOff x="1759658" y="3661763"/>
            <a:chExt cx="1641172" cy="369332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xmlns="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9658" y="3839649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xmlns="" id="{AD494163-6EBC-544B-A9C5-6828F477C4BF}"/>
                </a:ext>
              </a:extLst>
            </p:cNvPr>
            <p:cNvSpPr txBox="1"/>
            <p:nvPr/>
          </p:nvSpPr>
          <p:spPr>
            <a:xfrm>
              <a:off x="2315510" y="3661763"/>
              <a:ext cx="45910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685800">
                <a:defRPr/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O</a:t>
              </a:r>
              <a:r>
                <a:rPr lang="en-US" sz="1200" baseline="-25000" dirty="0">
                  <a:solidFill>
                    <a:prstClr val="black"/>
                  </a:solidFill>
                  <a:latin typeface="Calibri"/>
                </a:rPr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xmlns="" id="{CFAEFC89-AAE1-D248-8065-2DCB806A42B8}"/>
              </a:ext>
            </a:extLst>
          </p:cNvPr>
          <p:cNvSpPr/>
          <p:nvPr/>
        </p:nvSpPr>
        <p:spPr>
          <a:xfrm>
            <a:off x="6468002" y="4768184"/>
            <a:ext cx="669073" cy="8272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xmlns="" id="{B85586A7-784E-134B-85D7-D63EAD126974}"/>
              </a:ext>
            </a:extLst>
          </p:cNvPr>
          <p:cNvSpPr/>
          <p:nvPr/>
        </p:nvSpPr>
        <p:spPr>
          <a:xfrm>
            <a:off x="6468002" y="4835025"/>
            <a:ext cx="669073" cy="8272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xmlns="" id="{88A20BE8-0DED-0F46-A15A-6CA9C220DD67}"/>
              </a:ext>
            </a:extLst>
          </p:cNvPr>
          <p:cNvSpPr/>
          <p:nvPr/>
        </p:nvSpPr>
        <p:spPr>
          <a:xfrm>
            <a:off x="6465258" y="4926303"/>
            <a:ext cx="669073" cy="82727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xmlns="" id="{8AF7AE2C-A59F-D247-BD00-087A82CBE885}"/>
              </a:ext>
            </a:extLst>
          </p:cNvPr>
          <p:cNvSpPr txBox="1"/>
          <p:nvPr/>
        </p:nvSpPr>
        <p:spPr>
          <a:xfrm>
            <a:off x="6259229" y="2840870"/>
            <a:ext cx="1920438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sz="1350" dirty="0">
                <a:solidFill>
                  <a:prstClr val="black"/>
                </a:solidFill>
                <a:latin typeface="Calibri"/>
              </a:rPr>
              <a:t>object data requested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xmlns="" id="{9C9ACF7A-93F7-1144-933E-C07E1A9255BB}"/>
              </a:ext>
            </a:extLst>
          </p:cNvPr>
          <p:cNvSpPr/>
          <p:nvPr/>
        </p:nvSpPr>
        <p:spPr>
          <a:xfrm>
            <a:off x="5966602" y="3908266"/>
            <a:ext cx="447635" cy="276999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xmlns="" id="{C66EC781-091E-0F4D-AB0D-84A37CFCF6E8}"/>
              </a:ext>
            </a:extLst>
          </p:cNvPr>
          <p:cNvSpPr txBox="1"/>
          <p:nvPr/>
        </p:nvSpPr>
        <p:spPr>
          <a:xfrm>
            <a:off x="7279990" y="3781308"/>
            <a:ext cx="537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O</a:t>
            </a:r>
            <a:r>
              <a:rPr lang="en-US" baseline="-25000" dirty="0">
                <a:solidFill>
                  <a:prstClr val="black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xmlns="" id="{F385891B-C7EB-5245-A25D-276FD77536AB}"/>
              </a:ext>
            </a:extLst>
          </p:cNvPr>
          <p:cNvSpPr/>
          <p:nvPr/>
        </p:nvSpPr>
        <p:spPr>
          <a:xfrm>
            <a:off x="7727558" y="3751378"/>
            <a:ext cx="296100" cy="170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21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xmlns="" id="{9D8408DC-4E3D-7747-AD30-D5058E1B4D77}"/>
              </a:ext>
            </a:extLst>
          </p:cNvPr>
          <p:cNvSpPr txBox="1"/>
          <p:nvPr/>
        </p:nvSpPr>
        <p:spPr>
          <a:xfrm>
            <a:off x="7288055" y="4418216"/>
            <a:ext cx="537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O</a:t>
            </a:r>
            <a:r>
              <a:rPr lang="en-US" baseline="-25000" dirty="0">
                <a:solidFill>
                  <a:prstClr val="black"/>
                </a:solidFill>
                <a:latin typeface="Calibri"/>
              </a:rPr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xmlns="" id="{952069D3-515D-EA47-80C1-EAE65F1325BF}"/>
              </a:ext>
            </a:extLst>
          </p:cNvPr>
          <p:cNvSpPr txBox="1"/>
          <p:nvPr/>
        </p:nvSpPr>
        <p:spPr>
          <a:xfrm>
            <a:off x="7288031" y="4683673"/>
            <a:ext cx="537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O</a:t>
            </a:r>
            <a:r>
              <a:rPr lang="en-US" baseline="-25000" dirty="0">
                <a:solidFill>
                  <a:prstClr val="black"/>
                </a:solidFill>
                <a:latin typeface="Calibri"/>
              </a:rPr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xmlns="" id="{56E9B31D-F0E0-5E40-9F14-0871A03773A6}"/>
              </a:ext>
            </a:extLst>
          </p:cNvPr>
          <p:cNvSpPr txBox="1"/>
          <p:nvPr/>
        </p:nvSpPr>
        <p:spPr>
          <a:xfrm>
            <a:off x="7291659" y="4926303"/>
            <a:ext cx="537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O</a:t>
            </a:r>
            <a:r>
              <a:rPr lang="en-US" baseline="-25000" dirty="0">
                <a:solidFill>
                  <a:prstClr val="black"/>
                </a:solidFill>
                <a:latin typeface="Calibri"/>
              </a:rPr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xmlns="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7187657" y="4850911"/>
            <a:ext cx="139638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xmlns="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7191796" y="4624147"/>
            <a:ext cx="135500" cy="10940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xmlns="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7195233" y="4984139"/>
            <a:ext cx="135500" cy="10940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xmlns="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2348352" y="5503072"/>
            <a:ext cx="4914630" cy="37748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631" indent="0" defTabSz="685800">
              <a:spcBef>
                <a:spcPts val="750"/>
              </a:spcBef>
              <a:buNone/>
              <a:defRPr/>
            </a:pP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O</a:t>
            </a:r>
            <a:r>
              <a:rPr lang="en-US" altLang="en-US" sz="1800" i="1" baseline="-250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2</a:t>
            </a: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, O</a:t>
            </a:r>
            <a:r>
              <a:rPr lang="en-US" altLang="en-US" sz="1800" i="1" baseline="-250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3</a:t>
            </a: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, O</a:t>
            </a:r>
            <a:r>
              <a:rPr lang="en-US" altLang="en-US" sz="1800" i="1" baseline="-250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4</a:t>
            </a: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 delivered quickly, O</a:t>
            </a:r>
            <a:r>
              <a:rPr lang="en-US" altLang="en-US" sz="1800" i="1" baseline="-250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1 </a:t>
            </a:r>
            <a:r>
              <a:rPr lang="en-US" altLang="en-US" sz="1800" i="1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slightly delayed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61637FC5-05C5-FD43-8C71-1C16B929EBE5}"/>
              </a:ext>
            </a:extLst>
          </p:cNvPr>
          <p:cNvGrpSpPr/>
          <p:nvPr/>
        </p:nvGrpSpPr>
        <p:grpSpPr>
          <a:xfrm>
            <a:off x="2522238" y="3166112"/>
            <a:ext cx="3039694" cy="284769"/>
            <a:chOff x="3362984" y="3078482"/>
            <a:chExt cx="4052925" cy="379692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xmlns="" id="{088B1C0C-41B7-1D42-8218-1018BF87E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62984" y="3078482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xmlns="" id="{1CD4C714-A300-764D-A036-6CA0D38DC0BC}"/>
                </a:ext>
              </a:extLst>
            </p:cNvPr>
            <p:cNvSpPr/>
            <p:nvPr/>
          </p:nvSpPr>
          <p:spPr>
            <a:xfrm>
              <a:off x="3479865" y="3082818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defRPr/>
              </a:pPr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88" name="Freeform 87">
            <a:extLst>
              <a:ext uri="{FF2B5EF4-FFF2-40B4-BE49-F238E27FC236}">
                <a16:creationId xmlns:a16="http://schemas.microsoft.com/office/drawing/2014/main" xmlns="" id="{C6C7F475-0074-4749-BD8A-29E5B317ABB2}"/>
              </a:ext>
            </a:extLst>
          </p:cNvPr>
          <p:cNvSpPr/>
          <p:nvPr/>
        </p:nvSpPr>
        <p:spPr>
          <a:xfrm>
            <a:off x="2610469" y="3554423"/>
            <a:ext cx="2906946" cy="281517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xmlns="" id="{E83720AD-3971-A342-9F15-09DD430DE12F}"/>
              </a:ext>
            </a:extLst>
          </p:cNvPr>
          <p:cNvSpPr/>
          <p:nvPr/>
        </p:nvSpPr>
        <p:spPr>
          <a:xfrm>
            <a:off x="2613847" y="3646918"/>
            <a:ext cx="2906946" cy="281517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BC622377-2E31-1842-B7B8-108319C7B7A5}"/>
              </a:ext>
            </a:extLst>
          </p:cNvPr>
          <p:cNvSpPr/>
          <p:nvPr/>
        </p:nvSpPr>
        <p:spPr>
          <a:xfrm>
            <a:off x="1931445" y="3819181"/>
            <a:ext cx="233189" cy="2108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xmlns="" id="{4CDDC42D-85F3-5F48-A935-3952508D2E47}"/>
              </a:ext>
            </a:extLst>
          </p:cNvPr>
          <p:cNvGrpSpPr/>
          <p:nvPr/>
        </p:nvGrpSpPr>
        <p:grpSpPr>
          <a:xfrm>
            <a:off x="1317363" y="3797640"/>
            <a:ext cx="1233260" cy="276999"/>
            <a:chOff x="1756483" y="3920514"/>
            <a:chExt cx="1644347" cy="369332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xmlns="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6483" y="4094530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xmlns="" id="{88D8925B-CD48-6346-BBE6-8AD1F024192A}"/>
                </a:ext>
              </a:extLst>
            </p:cNvPr>
            <p:cNvSpPr txBox="1"/>
            <p:nvPr/>
          </p:nvSpPr>
          <p:spPr>
            <a:xfrm>
              <a:off x="2554202" y="3920514"/>
              <a:ext cx="45488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685800">
                <a:defRPr/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O</a:t>
              </a:r>
              <a:r>
                <a:rPr lang="en-US" sz="1200" baseline="-25000" dirty="0">
                  <a:solidFill>
                    <a:prstClr val="black"/>
                  </a:solidFill>
                  <a:latin typeface="Calibri"/>
                </a:rPr>
                <a:t>3</a:t>
              </a: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3ED052B0-9951-5649-91CE-3B957628FFA7}"/>
              </a:ext>
            </a:extLst>
          </p:cNvPr>
          <p:cNvSpPr/>
          <p:nvPr/>
        </p:nvSpPr>
        <p:spPr>
          <a:xfrm>
            <a:off x="2152034" y="5133586"/>
            <a:ext cx="202168" cy="172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xmlns="" id="{141BCBD2-E211-8147-94AE-9676C1098C29}"/>
              </a:ext>
            </a:extLst>
          </p:cNvPr>
          <p:cNvGrpSpPr/>
          <p:nvPr/>
        </p:nvGrpSpPr>
        <p:grpSpPr>
          <a:xfrm>
            <a:off x="1279603" y="5073565"/>
            <a:ext cx="1230995" cy="276999"/>
            <a:chOff x="1706138" y="5621746"/>
            <a:chExt cx="1641326" cy="369332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xmlns="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06138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xmlns="" id="{4597425E-DF5C-7647-B600-A70497B20E94}"/>
                </a:ext>
              </a:extLst>
            </p:cNvPr>
            <p:cNvSpPr txBox="1"/>
            <p:nvPr/>
          </p:nvSpPr>
          <p:spPr>
            <a:xfrm>
              <a:off x="2801770" y="5621746"/>
              <a:ext cx="45910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685800">
                <a:defRPr/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O</a:t>
              </a:r>
              <a:r>
                <a:rPr lang="en-US" sz="1200" baseline="-25000" dirty="0">
                  <a:solidFill>
                    <a:prstClr val="black"/>
                  </a:solidFill>
                  <a:latin typeface="Calibri"/>
                </a:rPr>
                <a:t>1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xmlns="" id="{F26F312C-F797-9546-9530-388E7EACD1E5}"/>
              </a:ext>
            </a:extLst>
          </p:cNvPr>
          <p:cNvCxnSpPr/>
          <p:nvPr/>
        </p:nvCxnSpPr>
        <p:spPr>
          <a:xfrm>
            <a:off x="6427684" y="4840838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xmlns="" id="{B1529647-C0C9-574F-8FF1-580A42D9C0C0}"/>
              </a:ext>
            </a:extLst>
          </p:cNvPr>
          <p:cNvCxnSpPr/>
          <p:nvPr/>
        </p:nvCxnSpPr>
        <p:spPr>
          <a:xfrm>
            <a:off x="6438775" y="4574976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xmlns="" id="{7E50FB3C-A3CC-C043-BF4E-10D379228467}"/>
              </a:ext>
            </a:extLst>
          </p:cNvPr>
          <p:cNvCxnSpPr/>
          <p:nvPr/>
        </p:nvCxnSpPr>
        <p:spPr>
          <a:xfrm>
            <a:off x="6434293" y="4475906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xmlns="" id="{B41C7889-A836-484E-8169-EF5C2DBA3482}"/>
              </a:ext>
            </a:extLst>
          </p:cNvPr>
          <p:cNvCxnSpPr/>
          <p:nvPr/>
        </p:nvCxnSpPr>
        <p:spPr>
          <a:xfrm>
            <a:off x="6429812" y="4376835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xmlns="" id="{61EE47C2-CDAF-F340-9C07-30C8346C6253}"/>
              </a:ext>
            </a:extLst>
          </p:cNvPr>
          <p:cNvCxnSpPr/>
          <p:nvPr/>
        </p:nvCxnSpPr>
        <p:spPr>
          <a:xfrm>
            <a:off x="6425331" y="4277765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xmlns="" id="{1849EF8F-5CF1-D94F-B506-490C9309164F}"/>
              </a:ext>
            </a:extLst>
          </p:cNvPr>
          <p:cNvCxnSpPr/>
          <p:nvPr/>
        </p:nvCxnSpPr>
        <p:spPr>
          <a:xfrm>
            <a:off x="6420850" y="4178694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xmlns="" id="{627A730F-13F6-D144-B66D-F5F8082E6868}"/>
              </a:ext>
            </a:extLst>
          </p:cNvPr>
          <p:cNvCxnSpPr/>
          <p:nvPr/>
        </p:nvCxnSpPr>
        <p:spPr>
          <a:xfrm>
            <a:off x="6416368" y="4079624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xmlns="" id="{8DE6F362-ACF1-AC45-94ED-A1E3CFC4CACB}"/>
              </a:ext>
            </a:extLst>
          </p:cNvPr>
          <p:cNvCxnSpPr/>
          <p:nvPr/>
        </p:nvCxnSpPr>
        <p:spPr>
          <a:xfrm>
            <a:off x="6411887" y="3980553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xmlns="" id="{1EE4C68C-D132-C940-9F84-9FA59A49FCD6}"/>
              </a:ext>
            </a:extLst>
          </p:cNvPr>
          <p:cNvCxnSpPr/>
          <p:nvPr/>
        </p:nvCxnSpPr>
        <p:spPr>
          <a:xfrm>
            <a:off x="6407406" y="3881483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xmlns="" id="{31A8F1E6-4E41-C344-A87C-2BCD0FF502FC}"/>
              </a:ext>
            </a:extLst>
          </p:cNvPr>
          <p:cNvCxnSpPr/>
          <p:nvPr/>
        </p:nvCxnSpPr>
        <p:spPr>
          <a:xfrm>
            <a:off x="6402925" y="3782412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xmlns="" id="{73E8E12E-F846-D846-8D27-0D67A493AAA0}"/>
              </a:ext>
            </a:extLst>
          </p:cNvPr>
          <p:cNvCxnSpPr/>
          <p:nvPr/>
        </p:nvCxnSpPr>
        <p:spPr>
          <a:xfrm>
            <a:off x="6398443" y="3683342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xmlns="" id="{E6D99FA8-5239-8748-B4B7-E247030A1E8C}"/>
              </a:ext>
            </a:extLst>
          </p:cNvPr>
          <p:cNvCxnSpPr/>
          <p:nvPr/>
        </p:nvCxnSpPr>
        <p:spPr>
          <a:xfrm>
            <a:off x="6393962" y="3584271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xmlns="" id="{87BDB7C5-F61E-F944-ADD5-B942DE4D8073}"/>
              </a:ext>
            </a:extLst>
          </p:cNvPr>
          <p:cNvCxnSpPr/>
          <p:nvPr/>
        </p:nvCxnSpPr>
        <p:spPr>
          <a:xfrm>
            <a:off x="6405370" y="3485201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xmlns="" id="{DC97917E-3C70-1848-83E2-6E69C542C768}"/>
              </a:ext>
            </a:extLst>
          </p:cNvPr>
          <p:cNvCxnSpPr/>
          <p:nvPr/>
        </p:nvCxnSpPr>
        <p:spPr>
          <a:xfrm>
            <a:off x="6400889" y="3386130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xmlns="" id="{56A2B6C1-D74F-8644-B2DD-07626B62AC3A}"/>
              </a:ext>
            </a:extLst>
          </p:cNvPr>
          <p:cNvCxnSpPr/>
          <p:nvPr/>
        </p:nvCxnSpPr>
        <p:spPr>
          <a:xfrm>
            <a:off x="6401704" y="3287060"/>
            <a:ext cx="7364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xmlns="" id="{99318C6E-B313-F948-A960-AB9F1565EF38}"/>
              </a:ext>
            </a:extLst>
          </p:cNvPr>
          <p:cNvCxnSpPr>
            <a:cxnSpLocks/>
          </p:cNvCxnSpPr>
          <p:nvPr/>
        </p:nvCxnSpPr>
        <p:spPr>
          <a:xfrm flipV="1">
            <a:off x="2589524" y="3828821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xmlns="" id="{41663946-4235-7448-AEF1-D18B5A3DD5D6}"/>
              </a:ext>
            </a:extLst>
          </p:cNvPr>
          <p:cNvCxnSpPr>
            <a:cxnSpLocks/>
          </p:cNvCxnSpPr>
          <p:nvPr/>
        </p:nvCxnSpPr>
        <p:spPr>
          <a:xfrm flipV="1">
            <a:off x="2544010" y="3942063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xmlns="" id="{F191351A-1A02-8B4A-8E31-DE66EA947424}"/>
              </a:ext>
            </a:extLst>
          </p:cNvPr>
          <p:cNvCxnSpPr>
            <a:cxnSpLocks/>
          </p:cNvCxnSpPr>
          <p:nvPr/>
        </p:nvCxnSpPr>
        <p:spPr>
          <a:xfrm flipV="1">
            <a:off x="2552905" y="4045258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xmlns="" id="{F985530D-C4B6-9A4F-AC43-C17FB5DA79CB}"/>
              </a:ext>
            </a:extLst>
          </p:cNvPr>
          <p:cNvCxnSpPr>
            <a:cxnSpLocks/>
          </p:cNvCxnSpPr>
          <p:nvPr/>
        </p:nvCxnSpPr>
        <p:spPr>
          <a:xfrm flipV="1">
            <a:off x="2561800" y="4156920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xmlns="" id="{1F15277D-8E18-5040-BA7A-6BA237E590DA}"/>
              </a:ext>
            </a:extLst>
          </p:cNvPr>
          <p:cNvCxnSpPr>
            <a:cxnSpLocks/>
          </p:cNvCxnSpPr>
          <p:nvPr/>
        </p:nvCxnSpPr>
        <p:spPr>
          <a:xfrm flipV="1">
            <a:off x="2605870" y="5028861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xmlns="" id="{FB7705AD-3AB0-5E4A-A165-5139123712D3}"/>
              </a:ext>
            </a:extLst>
          </p:cNvPr>
          <p:cNvCxnSpPr>
            <a:cxnSpLocks/>
          </p:cNvCxnSpPr>
          <p:nvPr/>
        </p:nvCxnSpPr>
        <p:spPr>
          <a:xfrm flipV="1">
            <a:off x="2614765" y="5144755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xmlns="" id="{B2D7EE39-0642-6848-BC17-455AF4197425}"/>
              </a:ext>
            </a:extLst>
          </p:cNvPr>
          <p:cNvCxnSpPr>
            <a:cxnSpLocks/>
          </p:cNvCxnSpPr>
          <p:nvPr/>
        </p:nvCxnSpPr>
        <p:spPr>
          <a:xfrm flipV="1">
            <a:off x="2600579" y="4252861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xmlns="" id="{B330DE2B-04A2-FF47-AFF6-A2E1A7046084}"/>
              </a:ext>
            </a:extLst>
          </p:cNvPr>
          <p:cNvCxnSpPr>
            <a:cxnSpLocks/>
          </p:cNvCxnSpPr>
          <p:nvPr/>
        </p:nvCxnSpPr>
        <p:spPr>
          <a:xfrm flipV="1">
            <a:off x="2555065" y="4366102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xmlns="" id="{47BB00C9-2F27-004D-9372-BD381A265370}"/>
              </a:ext>
            </a:extLst>
          </p:cNvPr>
          <p:cNvCxnSpPr>
            <a:cxnSpLocks/>
          </p:cNvCxnSpPr>
          <p:nvPr/>
        </p:nvCxnSpPr>
        <p:spPr>
          <a:xfrm flipV="1">
            <a:off x="2563960" y="4469298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xmlns="" id="{C78FEDE8-839F-454D-A0FA-76A2C79B5B9D}"/>
              </a:ext>
            </a:extLst>
          </p:cNvPr>
          <p:cNvCxnSpPr>
            <a:cxnSpLocks/>
          </p:cNvCxnSpPr>
          <p:nvPr/>
        </p:nvCxnSpPr>
        <p:spPr>
          <a:xfrm flipV="1">
            <a:off x="2572855" y="4580959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xmlns="" id="{2E9C306E-46D8-F145-8048-E35C09F8800D}"/>
              </a:ext>
            </a:extLst>
          </p:cNvPr>
          <p:cNvCxnSpPr>
            <a:cxnSpLocks/>
          </p:cNvCxnSpPr>
          <p:nvPr/>
        </p:nvCxnSpPr>
        <p:spPr>
          <a:xfrm flipV="1">
            <a:off x="2611634" y="4676900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Straight Connector 175">
            <a:extLst>
              <a:ext uri="{FF2B5EF4-FFF2-40B4-BE49-F238E27FC236}">
                <a16:creationId xmlns:a16="http://schemas.microsoft.com/office/drawing/2014/main" xmlns="" id="{2DCD9603-AC7A-3345-BD4F-7AD3B80B77A0}"/>
              </a:ext>
            </a:extLst>
          </p:cNvPr>
          <p:cNvCxnSpPr>
            <a:cxnSpLocks/>
          </p:cNvCxnSpPr>
          <p:nvPr/>
        </p:nvCxnSpPr>
        <p:spPr>
          <a:xfrm flipV="1">
            <a:off x="2566120" y="4790142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xmlns="" id="{46D2CB60-1100-B943-BEE0-9BBA817FB8D8}"/>
              </a:ext>
            </a:extLst>
          </p:cNvPr>
          <p:cNvCxnSpPr>
            <a:cxnSpLocks/>
          </p:cNvCxnSpPr>
          <p:nvPr/>
        </p:nvCxnSpPr>
        <p:spPr>
          <a:xfrm flipV="1">
            <a:off x="2575015" y="4893337"/>
            <a:ext cx="2985609" cy="21735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Slide Number Placeholder 2">
            <a:extLst>
              <a:ext uri="{FF2B5EF4-FFF2-40B4-BE49-F238E27FC236}">
                <a16:creationId xmlns:a16="http://schemas.microsoft.com/office/drawing/2014/main" xmlns="" id="{566D02CB-0278-FB40-AE5B-D652B1719C9A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64529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67" grpId="0" animBg="1"/>
      <p:bldP spid="68" grpId="0" animBg="1"/>
      <p:bldP spid="70" grpId="0" animBg="1"/>
      <p:bldP spid="117" grpId="0"/>
      <p:bldP spid="88" grpId="0" animBg="1"/>
      <p:bldP spid="89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8563" y="1025071"/>
            <a:ext cx="7886700" cy="670967"/>
          </a:xfrm>
        </p:spPr>
        <p:txBody>
          <a:bodyPr>
            <a:normAutofit/>
          </a:bodyPr>
          <a:lstStyle/>
          <a:p>
            <a:r>
              <a:rPr lang="en-US" sz="3300" dirty="0">
                <a:ea typeface="ＭＳ Ｐゴシック" panose="020B0600070205080204" pitchFamily="34" charset="-128"/>
              </a:rPr>
              <a:t>HTTP/2 to HTTP/3</a:t>
            </a:r>
            <a:endParaRPr lang="en-US" sz="3300" dirty="0"/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xmlns="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625314" y="1974845"/>
            <a:ext cx="7843781" cy="336545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8815" indent="0" defTabSz="685800">
              <a:spcBef>
                <a:spcPts val="750"/>
              </a:spcBef>
              <a:buNone/>
              <a:defRPr/>
            </a:pP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HTTP/2 over single TCP connection means:</a:t>
            </a:r>
          </a:p>
          <a:p>
            <a:pPr marL="259556" indent="-210741" defTabSz="685800">
              <a:spcBef>
                <a:spcPts val="750"/>
              </a:spcBef>
              <a:defRPr/>
            </a:pP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recovery from packet loss still stalls all object transmissions</a:t>
            </a:r>
          </a:p>
          <a:p>
            <a:pPr marL="516731" lvl="1" indent="-210741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as in HTTP 1.1, browsers have incentive to open multiple parallel TCP connections to reduce stalling, increase overall throughput</a:t>
            </a:r>
          </a:p>
          <a:p>
            <a:pPr marL="259556" indent="-210741" defTabSz="685800">
              <a:spcBef>
                <a:spcPts val="750"/>
              </a:spcBef>
              <a:defRPr/>
            </a:pP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no security over vanilla TCP connection</a:t>
            </a:r>
          </a:p>
          <a:p>
            <a:pPr marL="259556" indent="-210741" defTabSz="685800">
              <a:spcBef>
                <a:spcPts val="750"/>
              </a:spcBef>
              <a:defRPr/>
            </a:pPr>
            <a:r>
              <a:rPr lang="en-US" altLang="en-US" sz="2400" dirty="0">
                <a:solidFill>
                  <a:srgbClr val="C00000"/>
                </a:solidFill>
                <a:latin typeface="Calibri"/>
                <a:ea typeface="ＭＳ Ｐゴシック" panose="020B0600070205080204" pitchFamily="34" charset="-128"/>
              </a:rPr>
              <a:t>HTTP/3: </a:t>
            </a:r>
            <a:r>
              <a:rPr lang="en-US" altLang="en-US" sz="24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adds security, per object error- and congestion-control (more pipelining) over UDP</a:t>
            </a:r>
          </a:p>
          <a:p>
            <a:pPr marL="516731" lvl="1" indent="-210741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more on HTTP/3 in transport layer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  <a:p>
            <a:pPr marL="521494" lvl="1" indent="-173831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prstClr val="black"/>
              </a:solidFill>
              <a:latin typeface="Calibri"/>
              <a:ea typeface="ＭＳ Ｐゴシック" panose="020B0600070205080204" pitchFamily="34" charset="-128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xmlns="" id="{B9970898-8B56-614D-BEEC-E655E686FD7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61315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76600" y="1981200"/>
            <a:ext cx="1981200" cy="2514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9878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7">
            <a:extLst>
              <a:ext uri="{FF2B5EF4-FFF2-40B4-BE49-F238E27FC236}">
                <a16:creationId xmlns="" xmlns:a16="http://schemas.microsoft.com/office/drawing/2014/main" id="{57665206-C6E4-43EC-9730-DBCC521C45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3970" name="Rectangle 8">
            <a:extLst>
              <a:ext uri="{FF2B5EF4-FFF2-40B4-BE49-F238E27FC236}">
                <a16:creationId xmlns="" xmlns:a16="http://schemas.microsoft.com/office/drawing/2014/main" id="{D2A1FABE-61AE-4678-9112-8E97712E9C3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A6EB358-8335-4FC5-8E7C-203339F8625C}" type="slidenum">
              <a:rPr lang="en-US" altLang="en-US" sz="1200">
                <a:latin typeface="Tahoma" panose="020B0604030504040204" pitchFamily="34" charset="0"/>
              </a:rPr>
              <a:pPr/>
              <a:t>39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3971" name="Picture 21" descr="underline_base">
            <a:extLst>
              <a:ext uri="{FF2B5EF4-FFF2-40B4-BE49-F238E27FC236}">
                <a16:creationId xmlns="" xmlns:a16="http://schemas.microsoft.com/office/drawing/2014/main" id="{F212C07B-5DE7-4428-8BF1-2FF8A1A42C9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90805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2" name="Rectangle 2">
            <a:extLst>
              <a:ext uri="{FF2B5EF4-FFF2-40B4-BE49-F238E27FC236}">
                <a16:creationId xmlns="" xmlns:a16="http://schemas.microsoft.com/office/drawing/2014/main" id="{26870D48-F503-48F9-88BD-5F6833EC32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14400"/>
          </a:xfrm>
        </p:spPr>
        <p:txBody>
          <a:bodyPr/>
          <a:lstStyle/>
          <a:p>
            <a:r>
              <a:rPr lang="en-US" altLang="en-US" sz="4000" dirty="0"/>
              <a:t>HTTP request message</a:t>
            </a:r>
            <a:endParaRPr lang="en-US" altLang="en-US" dirty="0"/>
          </a:p>
        </p:txBody>
      </p:sp>
      <p:sp>
        <p:nvSpPr>
          <p:cNvPr id="83973" name="Rectangle 3">
            <a:extLst>
              <a:ext uri="{FF2B5EF4-FFF2-40B4-BE49-F238E27FC236}">
                <a16:creationId xmlns="" xmlns:a16="http://schemas.microsoft.com/office/drawing/2014/main" id="{5088A6F7-48E8-4F85-88BC-959B08AA4AA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444625"/>
            <a:ext cx="7772400" cy="4648200"/>
          </a:xfrm>
        </p:spPr>
        <p:txBody>
          <a:bodyPr/>
          <a:lstStyle/>
          <a:p>
            <a:pPr marL="233363" indent="-233363"/>
            <a:r>
              <a:rPr lang="en-US" altLang="en-US" sz="2400" dirty="0"/>
              <a:t>two types of HTTP messages: </a:t>
            </a:r>
            <a:r>
              <a:rPr lang="en-US" altLang="en-US" sz="2400" i="1" dirty="0">
                <a:solidFill>
                  <a:srgbClr val="CC0000"/>
                </a:solidFill>
              </a:rPr>
              <a:t>request</a:t>
            </a:r>
            <a:r>
              <a:rPr lang="en-US" altLang="en-US" sz="2400" dirty="0">
                <a:solidFill>
                  <a:srgbClr val="CC0000"/>
                </a:solidFill>
              </a:rPr>
              <a:t>, </a:t>
            </a:r>
            <a:r>
              <a:rPr lang="en-US" altLang="en-US" sz="2400" i="1" dirty="0">
                <a:solidFill>
                  <a:srgbClr val="CC0000"/>
                </a:solidFill>
              </a:rPr>
              <a:t>response</a:t>
            </a:r>
          </a:p>
          <a:p>
            <a:pPr marL="233363" indent="-233363"/>
            <a:r>
              <a:rPr lang="en-US" altLang="en-US" sz="2400" dirty="0">
                <a:solidFill>
                  <a:srgbClr val="CC0000"/>
                </a:solidFill>
              </a:rPr>
              <a:t>HTTP request message:</a:t>
            </a:r>
          </a:p>
          <a:p>
            <a:pPr marL="685800" lvl="1" indent="-228600"/>
            <a:r>
              <a:rPr lang="en-US" altLang="en-US" sz="2000" dirty="0"/>
              <a:t>ASCII (human-readable format)</a:t>
            </a:r>
            <a:endParaRPr lang="en-US" altLang="en-US" dirty="0">
              <a:solidFill>
                <a:schemeClr val="accent2"/>
              </a:solidFill>
            </a:endParaRPr>
          </a:p>
        </p:txBody>
      </p:sp>
      <p:sp>
        <p:nvSpPr>
          <p:cNvPr id="83974" name="Text Box 5">
            <a:extLst>
              <a:ext uri="{FF2B5EF4-FFF2-40B4-BE49-F238E27FC236}">
                <a16:creationId xmlns="" xmlns:a16="http://schemas.microsoft.com/office/drawing/2014/main" id="{4C9795AD-2A52-41F6-873C-32024E9EA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2870200"/>
            <a:ext cx="22860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</a:rPr>
              <a:t>request line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</a:rPr>
              <a:t>(GET, POST,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</a:rPr>
              <a:t>HEAD commands</a:t>
            </a:r>
            <a:r>
              <a:rPr lang="en-US" altLang="en-US" dirty="0">
                <a:solidFill>
                  <a:srgbClr val="000099"/>
                </a:solidFill>
                <a:latin typeface="Gill Sans MT" panose="020B0502020104020203" pitchFamily="34" charset="0"/>
              </a:rPr>
              <a:t>)</a:t>
            </a:r>
            <a:endParaRPr lang="en-US" altLang="en-US" sz="2400" dirty="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sp>
        <p:nvSpPr>
          <p:cNvPr id="83975" name="Line 6">
            <a:extLst>
              <a:ext uri="{FF2B5EF4-FFF2-40B4-BE49-F238E27FC236}">
                <a16:creationId xmlns="" xmlns:a16="http://schemas.microsoft.com/office/drawing/2014/main" id="{A3DC7B7F-6E8A-4327-A926-809AE68239F9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5638" y="3201988"/>
            <a:ext cx="868362" cy="14605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6" name="Freeform 7">
            <a:extLst>
              <a:ext uri="{FF2B5EF4-FFF2-40B4-BE49-F238E27FC236}">
                <a16:creationId xmlns="" xmlns:a16="http://schemas.microsoft.com/office/drawing/2014/main" id="{FF9663BA-CE6D-4C62-B5BC-7EE8F4CB425E}"/>
              </a:ext>
            </a:extLst>
          </p:cNvPr>
          <p:cNvSpPr>
            <a:spLocks/>
          </p:cNvSpPr>
          <p:nvPr/>
        </p:nvSpPr>
        <p:spPr bwMode="auto">
          <a:xfrm>
            <a:off x="2776538" y="3538538"/>
            <a:ext cx="149225" cy="1957387"/>
          </a:xfrm>
          <a:custGeom>
            <a:avLst/>
            <a:gdLst>
              <a:gd name="T0" fmla="*/ 2147483647 w 150"/>
              <a:gd name="T1" fmla="*/ 2147483647 h 924"/>
              <a:gd name="T2" fmla="*/ 0 w 150"/>
              <a:gd name="T3" fmla="*/ 0 h 924"/>
              <a:gd name="T4" fmla="*/ 0 w 150"/>
              <a:gd name="T5" fmla="*/ 2147483647 h 924"/>
              <a:gd name="T6" fmla="*/ 2147483647 w 150"/>
              <a:gd name="T7" fmla="*/ 2147483647 h 924"/>
              <a:gd name="T8" fmla="*/ 0 60000 65536"/>
              <a:gd name="T9" fmla="*/ 0 60000 65536"/>
              <a:gd name="T10" fmla="*/ 0 60000 65536"/>
              <a:gd name="T11" fmla="*/ 0 60000 65536"/>
              <a:gd name="T12" fmla="*/ 0 w 150"/>
              <a:gd name="T13" fmla="*/ 0 h 924"/>
              <a:gd name="T14" fmla="*/ 150 w 150"/>
              <a:gd name="T15" fmla="*/ 924 h 92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0" h="924">
                <a:moveTo>
                  <a:pt x="122" y="6"/>
                </a:moveTo>
                <a:lnTo>
                  <a:pt x="0" y="0"/>
                </a:lnTo>
                <a:lnTo>
                  <a:pt x="0" y="924"/>
                </a:lnTo>
                <a:lnTo>
                  <a:pt x="150" y="918"/>
                </a:lnTo>
              </a:path>
            </a:pathLst>
          </a:cu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7" name="Text Box 8">
            <a:extLst>
              <a:ext uri="{FF2B5EF4-FFF2-40B4-BE49-F238E27FC236}">
                <a16:creationId xmlns="" xmlns:a16="http://schemas.microsoft.com/office/drawing/2014/main" id="{094E29F5-4E88-4409-98C7-46857DA10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9900" y="4056063"/>
            <a:ext cx="9747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header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 lines</a:t>
            </a:r>
            <a:endParaRPr lang="en-US" altLang="en-US" sz="2400">
              <a:solidFill>
                <a:srgbClr val="000099"/>
              </a:solidFill>
            </a:endParaRPr>
          </a:p>
        </p:txBody>
      </p:sp>
      <p:sp>
        <p:nvSpPr>
          <p:cNvPr id="83978" name="Line 10">
            <a:extLst>
              <a:ext uri="{FF2B5EF4-FFF2-40B4-BE49-F238E27FC236}">
                <a16:creationId xmlns="" xmlns:a16="http://schemas.microsoft.com/office/drawing/2014/main" id="{9336FBE8-88D1-42B4-950F-99AB977272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9813" y="5622925"/>
            <a:ext cx="51117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9" name="Text Box 11">
            <a:extLst>
              <a:ext uri="{FF2B5EF4-FFF2-40B4-BE49-F238E27FC236}">
                <a16:creationId xmlns="" xmlns:a16="http://schemas.microsoft.com/office/drawing/2014/main" id="{C423111A-2D02-4DD8-A311-3BF0545C33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050" y="4719638"/>
            <a:ext cx="2365375" cy="129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carriage return,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line feed at start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of line indicates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end of header lines</a:t>
            </a:r>
            <a:endParaRPr lang="en-US" altLang="en-US" sz="2400">
              <a:solidFill>
                <a:srgbClr val="000099"/>
              </a:solidFill>
            </a:endParaRPr>
          </a:p>
        </p:txBody>
      </p:sp>
      <p:sp>
        <p:nvSpPr>
          <p:cNvPr id="83980" name="Text Box 16">
            <a:extLst>
              <a:ext uri="{FF2B5EF4-FFF2-40B4-BE49-F238E27FC236}">
                <a16:creationId xmlns="" xmlns:a16="http://schemas.microsoft.com/office/drawing/2014/main" id="{255CDE39-50C2-47BB-98EE-CCBECC4AFA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9875" y="3236913"/>
            <a:ext cx="6140450" cy="2589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GET /index.html HTTP/1.1\r\n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Host: www-net.cs.umass.edu\r\n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User-Agent: Firefox/3.6.10\r\n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Accept: text/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html,application</a:t>
            </a:r>
            <a:r>
              <a:rPr lang="en-US" altLang="en-US" sz="1800" b="1" dirty="0">
                <a:latin typeface="Courier New" panose="02070309020205020404" pitchFamily="49" charset="0"/>
              </a:rPr>
              <a:t>/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xhtml+xml</a:t>
            </a:r>
            <a:r>
              <a:rPr lang="en-US" altLang="en-US" sz="1800" b="1" dirty="0">
                <a:latin typeface="Courier New" panose="02070309020205020404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Accept-Language: 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en-us,en;q</a:t>
            </a:r>
            <a:r>
              <a:rPr lang="en-US" altLang="en-US" sz="1800" b="1" dirty="0">
                <a:latin typeface="Courier New" panose="02070309020205020404" pitchFamily="49" charset="0"/>
              </a:rPr>
              <a:t>=0.5\r\n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Accept-Encoding: 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gzip,deflate</a:t>
            </a:r>
            <a:r>
              <a:rPr lang="en-US" altLang="en-US" sz="1800" b="1" dirty="0">
                <a:latin typeface="Courier New" panose="02070309020205020404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Accept-Charset: ISO-8859-1,utf-8;q=0.7\r\n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Keep-Alive: 115\r\n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panose="02070309020205020404" pitchFamily="49" charset="0"/>
              </a:rPr>
              <a:t>\r\n</a:t>
            </a:r>
          </a:p>
        </p:txBody>
      </p:sp>
      <p:sp>
        <p:nvSpPr>
          <p:cNvPr id="83981" name="Line 17">
            <a:extLst>
              <a:ext uri="{FF2B5EF4-FFF2-40B4-BE49-F238E27FC236}">
                <a16:creationId xmlns="" xmlns:a16="http://schemas.microsoft.com/office/drawing/2014/main" id="{7D3692C2-E655-43E2-A0D6-451E71C012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34125" y="2754313"/>
            <a:ext cx="166688" cy="514350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982" name="Text Box 18">
            <a:extLst>
              <a:ext uri="{FF2B5EF4-FFF2-40B4-BE49-F238E27FC236}">
                <a16:creationId xmlns="" xmlns:a16="http://schemas.microsoft.com/office/drawing/2014/main" id="{B6AAA4D7-F285-4798-9993-0924AB45B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4925" y="2466975"/>
            <a:ext cx="2411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carriage return character</a:t>
            </a:r>
          </a:p>
        </p:txBody>
      </p:sp>
      <p:sp>
        <p:nvSpPr>
          <p:cNvPr id="83983" name="Text Box 19">
            <a:extLst>
              <a:ext uri="{FF2B5EF4-FFF2-40B4-BE49-F238E27FC236}">
                <a16:creationId xmlns="" xmlns:a16="http://schemas.microsoft.com/office/drawing/2014/main" id="{012CC832-18EA-4940-8441-6D4AD2BB3F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7325" y="2763838"/>
            <a:ext cx="18669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line-feed character</a:t>
            </a:r>
          </a:p>
        </p:txBody>
      </p:sp>
      <p:sp>
        <p:nvSpPr>
          <p:cNvPr id="83984" name="Line 20">
            <a:extLst>
              <a:ext uri="{FF2B5EF4-FFF2-40B4-BE49-F238E27FC236}">
                <a16:creationId xmlns="" xmlns:a16="http://schemas.microsoft.com/office/drawing/2014/main" id="{03B824D9-66AF-4907-AEC9-42C6458C07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15113" y="3063875"/>
            <a:ext cx="80962" cy="25241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985" name="TextBox 1">
            <a:extLst>
              <a:ext uri="{FF2B5EF4-FFF2-40B4-BE49-F238E27FC236}">
                <a16:creationId xmlns="" xmlns:a16="http://schemas.microsoft.com/office/drawing/2014/main" id="{9C26CE05-6CDE-4BEB-8A58-3966A60171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400"/>
              <a:t>* Check out the online interactive exercises for more examples: h</a:t>
            </a:r>
            <a:r>
              <a:rPr lang="en-US" altLang="en-US" sz="1200"/>
              <a:t>ttp://gaia.cs.umass.edu/kurose_ross/interactive/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63916440-C765-457C-92CF-E077E3623B78}"/>
              </a:ext>
            </a:extLst>
          </p:cNvPr>
          <p:cNvGrpSpPr/>
          <p:nvPr/>
        </p:nvGrpSpPr>
        <p:grpSpPr>
          <a:xfrm>
            <a:off x="584280" y="298440"/>
            <a:ext cx="8401320" cy="1035360"/>
            <a:chOff x="584280" y="298440"/>
            <a:chExt cx="8401320" cy="103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" name="Ink 1">
                  <a:extLst>
                    <a:ext uri="{FF2B5EF4-FFF2-40B4-BE49-F238E27FC236}">
                      <a16:creationId xmlns="" xmlns:a16="http://schemas.microsoft.com/office/drawing/2014/main" id="{833D30F6-A340-4307-B461-D752928B6670}"/>
                    </a:ext>
                  </a:extLst>
                </p14:cNvPr>
                <p14:cNvContentPartPr/>
                <p14:nvPr/>
              </p14:nvContentPartPr>
              <p14:xfrm>
                <a:off x="584280" y="952560"/>
                <a:ext cx="5054760" cy="2163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="" xmlns:a16="http://schemas.microsoft.com/office/drawing/2014/main" xmlns:p14="http://schemas.microsoft.com/office/powerpoint/2010/main" id="{833D30F6-A340-4307-B461-D752928B667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74920" y="943200"/>
                  <a:ext cx="507348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" name="Ink 2">
                  <a:extLst>
                    <a:ext uri="{FF2B5EF4-FFF2-40B4-BE49-F238E27FC236}">
                      <a16:creationId xmlns="" xmlns:a16="http://schemas.microsoft.com/office/drawing/2014/main" id="{93B8E962-0B43-4C88-9FB9-BE30E56C7E17}"/>
                    </a:ext>
                  </a:extLst>
                </p14:cNvPr>
                <p14:cNvContentPartPr/>
                <p14:nvPr/>
              </p14:nvContentPartPr>
              <p14:xfrm>
                <a:off x="5283360" y="799920"/>
                <a:ext cx="425520" cy="4896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="" xmlns:a16="http://schemas.microsoft.com/office/drawing/2014/main" xmlns:p14="http://schemas.microsoft.com/office/powerpoint/2010/main" id="{93B8E962-0B43-4C88-9FB9-BE30E56C7E1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274000" y="790560"/>
                  <a:ext cx="44424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4" name="Ink 3">
                  <a:extLst>
                    <a:ext uri="{FF2B5EF4-FFF2-40B4-BE49-F238E27FC236}">
                      <a16:creationId xmlns="" xmlns:a16="http://schemas.microsoft.com/office/drawing/2014/main" id="{82963DBC-98C9-4E68-A901-9994C53E38F3}"/>
                    </a:ext>
                  </a:extLst>
                </p14:cNvPr>
                <p14:cNvContentPartPr/>
                <p14:nvPr/>
              </p14:nvContentPartPr>
              <p14:xfrm>
                <a:off x="6083280" y="330120"/>
                <a:ext cx="298800" cy="9975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="" xmlns:a16="http://schemas.microsoft.com/office/drawing/2014/main" xmlns:p14="http://schemas.microsoft.com/office/powerpoint/2010/main" id="{82963DBC-98C9-4E68-A901-9994C53E38F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073920" y="320760"/>
                  <a:ext cx="317520" cy="10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5" name="Ink 4">
                  <a:extLst>
                    <a:ext uri="{FF2B5EF4-FFF2-40B4-BE49-F238E27FC236}">
                      <a16:creationId xmlns="" xmlns:a16="http://schemas.microsoft.com/office/drawing/2014/main" id="{D76DBCC4-4E04-447E-BC38-AD85C4926088}"/>
                    </a:ext>
                  </a:extLst>
                </p14:cNvPr>
                <p14:cNvContentPartPr/>
                <p14:nvPr/>
              </p14:nvContentPartPr>
              <p14:xfrm>
                <a:off x="6451560" y="730080"/>
                <a:ext cx="756000" cy="4957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="" xmlns:a16="http://schemas.microsoft.com/office/drawing/2014/main" xmlns:p14="http://schemas.microsoft.com/office/powerpoint/2010/main" id="{D76DBCC4-4E04-447E-BC38-AD85C492608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6442200" y="720720"/>
                  <a:ext cx="77472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6" name="Ink 5">
                  <a:extLst>
                    <a:ext uri="{FF2B5EF4-FFF2-40B4-BE49-F238E27FC236}">
                      <a16:creationId xmlns="" xmlns:a16="http://schemas.microsoft.com/office/drawing/2014/main" id="{4EDC2D42-F1D9-4649-8720-89A42430728F}"/>
                    </a:ext>
                  </a:extLst>
                </p14:cNvPr>
                <p14:cNvContentPartPr/>
                <p14:nvPr/>
              </p14:nvContentPartPr>
              <p14:xfrm>
                <a:off x="7093080" y="298440"/>
                <a:ext cx="432000" cy="9082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="" xmlns:a16="http://schemas.microsoft.com/office/drawing/2014/main" xmlns:p14="http://schemas.microsoft.com/office/powerpoint/2010/main" id="{4EDC2D42-F1D9-4649-8720-89A42430728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083720" y="289080"/>
                  <a:ext cx="450720" cy="9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7" name="Ink 6">
                  <a:extLst>
                    <a:ext uri="{FF2B5EF4-FFF2-40B4-BE49-F238E27FC236}">
                      <a16:creationId xmlns="" xmlns:a16="http://schemas.microsoft.com/office/drawing/2014/main" id="{F96F8D04-F1CB-412A-868F-E79C2D73528E}"/>
                    </a:ext>
                  </a:extLst>
                </p14:cNvPr>
                <p14:cNvContentPartPr/>
                <p14:nvPr/>
              </p14:nvContentPartPr>
              <p14:xfrm>
                <a:off x="7315200" y="330120"/>
                <a:ext cx="1670400" cy="10036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="" xmlns:a16="http://schemas.microsoft.com/office/drawing/2014/main" xmlns:p14="http://schemas.microsoft.com/office/powerpoint/2010/main" id="{F96F8D04-F1CB-412A-868F-E79C2D73528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305840" y="320760"/>
                  <a:ext cx="1689120" cy="10224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8030847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05E0AAA9-01EF-49FE-9770-D2950D1BDE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en-US" sz="4400" dirty="0"/>
              <a:t>HTTP response message</a:t>
            </a:r>
            <a:br>
              <a:rPr lang="en-US" altLang="en-US" sz="4400" dirty="0"/>
            </a:br>
            <a:endParaRPr lang="en-US" dirty="0"/>
          </a:p>
        </p:txBody>
      </p:sp>
      <p:pic>
        <p:nvPicPr>
          <p:cNvPr id="8" name="Content Placeholder 7">
            <a:extLst>
              <a:ext uri="{FF2B5EF4-FFF2-40B4-BE49-F238E27FC236}">
                <a16:creationId xmlns="" xmlns:a16="http://schemas.microsoft.com/office/drawing/2014/main" id="{054E50BC-5EA6-4590-9D40-54051398D34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5510" y="1931179"/>
            <a:ext cx="7148179" cy="4008467"/>
          </a:xfrm>
        </p:spPr>
      </p:pic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26CDC87A-D9E5-4BC4-8953-B1E7DDC88D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="" xmlns:a16="http://schemas.microsoft.com/office/drawing/2014/main" id="{7E95264C-64AB-4239-8A0F-A45971B600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D07DC43A-9AEF-412D-9BC6-664C12E65D7B}" type="slidenum">
              <a:rPr lang="en-US" altLang="en-US" smtClean="0"/>
              <a:pPr/>
              <a:t>40</a:t>
            </a:fld>
            <a:endParaRPr lang="en-US" altLang="en-US"/>
          </a:p>
        </p:txBody>
      </p:sp>
      <p:pic>
        <p:nvPicPr>
          <p:cNvPr id="9" name="Picture 21" descr="underline_base">
            <a:extLst>
              <a:ext uri="{FF2B5EF4-FFF2-40B4-BE49-F238E27FC236}">
                <a16:creationId xmlns="" xmlns:a16="http://schemas.microsoft.com/office/drawing/2014/main" id="{ECD0557E-A207-4D54-BB7B-DACC5AC13C2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774896"/>
            <a:ext cx="5669437" cy="1434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72773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Rectangle 7">
            <a:extLst>
              <a:ext uri="{FF2B5EF4-FFF2-40B4-BE49-F238E27FC236}">
                <a16:creationId xmlns="" xmlns:a16="http://schemas.microsoft.com/office/drawing/2014/main" id="{D053DDE9-AC2E-4764-B83B-85F1B4271F2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8306" name="Rectangle 8">
            <a:extLst>
              <a:ext uri="{FF2B5EF4-FFF2-40B4-BE49-F238E27FC236}">
                <a16:creationId xmlns="" xmlns:a16="http://schemas.microsoft.com/office/drawing/2014/main" id="{6B2639EF-EFAF-49CC-AB7A-A35D94BE555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5D367D1-EB36-4DC9-A2DB-F45C15C9FD64}" type="slidenum">
              <a:rPr lang="en-US" altLang="en-US" sz="1200">
                <a:latin typeface="Tahoma" panose="020B0604030504040204" pitchFamily="34" charset="0"/>
              </a:rPr>
              <a:pPr/>
              <a:t>41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98307" name="Rectangle 2">
            <a:extLst>
              <a:ext uri="{FF2B5EF4-FFF2-40B4-BE49-F238E27FC236}">
                <a16:creationId xmlns="" xmlns:a16="http://schemas.microsoft.com/office/drawing/2014/main" id="{CF5EC067-1A37-4B10-A91A-519EECE21C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0584" y="0"/>
            <a:ext cx="8229600" cy="1143000"/>
          </a:xfrm>
        </p:spPr>
        <p:txBody>
          <a:bodyPr/>
          <a:lstStyle/>
          <a:p>
            <a:r>
              <a:rPr lang="en-US" altLang="en-US" dirty="0"/>
              <a:t>User-server state: cookies</a:t>
            </a:r>
          </a:p>
        </p:txBody>
      </p:sp>
      <p:sp>
        <p:nvSpPr>
          <p:cNvPr id="98308" name="Rectangle 3">
            <a:extLst>
              <a:ext uri="{FF2B5EF4-FFF2-40B4-BE49-F238E27FC236}">
                <a16:creationId xmlns="" xmlns:a16="http://schemas.microsoft.com/office/drawing/2014/main" id="{AB0FF1D3-13C4-4B9C-B918-F06B52FB006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87845" y="2033360"/>
            <a:ext cx="3810000" cy="4887912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dirty="0"/>
              <a:t>many Web sites use cookies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i="1" dirty="0">
                <a:solidFill>
                  <a:srgbClr val="CC0000"/>
                </a:solidFill>
              </a:rPr>
              <a:t>four components: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000" dirty="0"/>
              <a:t>1) </a:t>
            </a:r>
            <a:r>
              <a:rPr lang="en-US" altLang="en-US" dirty="0"/>
              <a:t>cookie header line of HTTP </a:t>
            </a:r>
            <a:r>
              <a:rPr lang="en-US" altLang="en-US" i="1" dirty="0"/>
              <a:t>response</a:t>
            </a:r>
            <a:r>
              <a:rPr lang="en-US" altLang="en-US" dirty="0"/>
              <a:t> message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dirty="0"/>
              <a:t>2) cookie header line in next HTTP </a:t>
            </a:r>
            <a:r>
              <a:rPr lang="en-US" altLang="en-US" i="1" dirty="0"/>
              <a:t>request</a:t>
            </a:r>
            <a:r>
              <a:rPr lang="en-US" altLang="en-US" dirty="0"/>
              <a:t> message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dirty="0"/>
              <a:t>3) cookie file kept on user</a:t>
            </a:r>
            <a:r>
              <a:rPr lang="ja-JP" altLang="en-US" dirty="0"/>
              <a:t>’</a:t>
            </a:r>
            <a:r>
              <a:rPr lang="en-US" altLang="ja-JP" dirty="0"/>
              <a:t>s host, managed by user</a:t>
            </a:r>
            <a:r>
              <a:rPr lang="ja-JP" altLang="en-US" dirty="0"/>
              <a:t>’</a:t>
            </a:r>
            <a:r>
              <a:rPr lang="en-US" altLang="ja-JP" dirty="0"/>
              <a:t>s browser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dirty="0"/>
              <a:t>4) back-end database at Web site</a:t>
            </a:r>
          </a:p>
        </p:txBody>
      </p:sp>
      <p:sp>
        <p:nvSpPr>
          <p:cNvPr id="114693" name="Rectangle 4">
            <a:extLst>
              <a:ext uri="{FF2B5EF4-FFF2-40B4-BE49-F238E27FC236}">
                <a16:creationId xmlns="" xmlns:a16="http://schemas.microsoft.com/office/drawing/2014/main" id="{ED112568-707A-4198-82FA-291183B244B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19600" y="2160697"/>
            <a:ext cx="4059238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24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example: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Susan always access Internet from PC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visits specific e-commerce site for first time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when initial HTTP requests arrives at site, site creates: 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unique ID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entry in backend database for ID</a:t>
            </a:r>
          </a:p>
        </p:txBody>
      </p:sp>
      <p:pic>
        <p:nvPicPr>
          <p:cNvPr id="98310" name="Picture 10" descr="underline_base">
            <a:extLst>
              <a:ext uri="{FF2B5EF4-FFF2-40B4-BE49-F238E27FC236}">
                <a16:creationId xmlns="" xmlns:a16="http://schemas.microsoft.com/office/drawing/2014/main" id="{F8BAC32C-C32A-4B0F-9FDA-C4B06CD6FF3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838200"/>
            <a:ext cx="612616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1"/>
          <p:cNvSpPr/>
          <p:nvPr/>
        </p:nvSpPr>
        <p:spPr>
          <a:xfrm>
            <a:off x="380918" y="1017697"/>
            <a:ext cx="8718549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srgbClr val="FF0000"/>
                </a:solidFill>
              </a:rPr>
              <a:t>It </a:t>
            </a:r>
            <a:r>
              <a:rPr lang="en-US" sz="2000" b="1" dirty="0">
                <a:solidFill>
                  <a:srgbClr val="FF0000"/>
                </a:solidFill>
              </a:rPr>
              <a:t>is </a:t>
            </a:r>
            <a:r>
              <a:rPr lang="en-US" sz="2000" b="1" dirty="0" smtClean="0">
                <a:solidFill>
                  <a:srgbClr val="FF0000"/>
                </a:solidFill>
              </a:rPr>
              <a:t>desirable </a:t>
            </a:r>
            <a:r>
              <a:rPr lang="en-US" sz="2000" b="1" dirty="0">
                <a:solidFill>
                  <a:srgbClr val="FF0000"/>
                </a:solidFill>
              </a:rPr>
              <a:t>for a Web site to identify </a:t>
            </a:r>
            <a:r>
              <a:rPr lang="en-US" sz="2000" b="1" dirty="0" smtClean="0">
                <a:solidFill>
                  <a:srgbClr val="FF0000"/>
                </a:solidFill>
              </a:rPr>
              <a:t>users: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dirty="0" smtClean="0"/>
              <a:t>either </a:t>
            </a:r>
            <a:r>
              <a:rPr lang="en-US" sz="2000" dirty="0"/>
              <a:t>because the server wishes to </a:t>
            </a:r>
            <a:r>
              <a:rPr lang="en-US" sz="2000" b="1" dirty="0">
                <a:solidFill>
                  <a:srgbClr val="0070C0"/>
                </a:solidFill>
              </a:rPr>
              <a:t>restrict user access</a:t>
            </a:r>
            <a:r>
              <a:rPr lang="en-US" sz="2000" dirty="0"/>
              <a:t> or </a:t>
            </a:r>
            <a:endParaRPr lang="en-US" sz="2000" dirty="0" smtClean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dirty="0" smtClean="0"/>
              <a:t>because </a:t>
            </a:r>
            <a:r>
              <a:rPr lang="en-US" sz="2000" dirty="0"/>
              <a:t>it wants to serve content as a function of </a:t>
            </a:r>
            <a:r>
              <a:rPr lang="en-US" sz="2000" b="1" dirty="0">
                <a:solidFill>
                  <a:srgbClr val="00B050"/>
                </a:solidFill>
              </a:rPr>
              <a:t>the user </a:t>
            </a:r>
            <a:r>
              <a:rPr lang="en-US" sz="2000" b="1" dirty="0" smtClean="0">
                <a:solidFill>
                  <a:srgbClr val="00B050"/>
                </a:solidFill>
              </a:rPr>
              <a:t>identity</a:t>
            </a:r>
            <a:r>
              <a:rPr lang="en-US" sz="2000" dirty="0" smtClean="0"/>
              <a:t>. </a:t>
            </a:r>
            <a:endParaRPr lang="en-US" sz="2000" dirty="0"/>
          </a:p>
        </p:txBody>
      </p:sp>
    </p:spTree>
    <p:extLst>
      <p:ext uri="{BB962C8B-B14F-4D97-AF65-F5344CB8AC3E}">
        <p14:creationId xmlns:p14="http://schemas.microsoft.com/office/powerpoint/2010/main" val="40206701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Rectangle 7">
            <a:extLst>
              <a:ext uri="{FF2B5EF4-FFF2-40B4-BE49-F238E27FC236}">
                <a16:creationId xmlns="" xmlns:a16="http://schemas.microsoft.com/office/drawing/2014/main" id="{3E3D283D-B99A-4FB7-AAB4-7BE3674B228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0354" name="Rectangle 8">
            <a:extLst>
              <a:ext uri="{FF2B5EF4-FFF2-40B4-BE49-F238E27FC236}">
                <a16:creationId xmlns="" xmlns:a16="http://schemas.microsoft.com/office/drawing/2014/main" id="{5F3C966E-2B4A-46DC-8E3C-B12CEAA1934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DA71066-A5A5-4E02-AA4A-65781A836FDE}" type="slidenum">
              <a:rPr lang="en-US" altLang="en-US" sz="1200">
                <a:latin typeface="Tahoma" panose="020B0604030504040204" pitchFamily="34" charset="0"/>
              </a:rPr>
              <a:pPr/>
              <a:t>42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00355" name="Picture 59" descr="underline_base">
            <a:extLst>
              <a:ext uri="{FF2B5EF4-FFF2-40B4-BE49-F238E27FC236}">
                <a16:creationId xmlns="" xmlns:a16="http://schemas.microsoft.com/office/drawing/2014/main" id="{3100B5EF-DF90-4F21-95E4-72317628AE2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38" y="788988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6" name="Rectangle 2">
            <a:extLst>
              <a:ext uri="{FF2B5EF4-FFF2-40B4-BE49-F238E27FC236}">
                <a16:creationId xmlns="" xmlns:a16="http://schemas.microsoft.com/office/drawing/2014/main" id="{5BFB26AC-93BF-491A-9094-6C60D22EA5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1800" y="153988"/>
            <a:ext cx="7772400" cy="773112"/>
          </a:xfrm>
        </p:spPr>
        <p:txBody>
          <a:bodyPr/>
          <a:lstStyle/>
          <a:p>
            <a:r>
              <a:rPr lang="en-US" altLang="en-US" sz="3600"/>
              <a:t>Cookies: keeping </a:t>
            </a:r>
            <a:r>
              <a:rPr lang="ja-JP" altLang="en-US" sz="3600"/>
              <a:t>“</a:t>
            </a:r>
            <a:r>
              <a:rPr lang="en-US" altLang="ja-JP" sz="3600"/>
              <a:t>state</a:t>
            </a:r>
            <a:r>
              <a:rPr lang="ja-JP" altLang="en-US" sz="3600"/>
              <a:t>”</a:t>
            </a:r>
            <a:r>
              <a:rPr lang="en-US" altLang="ja-JP" sz="3600"/>
              <a:t> (cont.)</a:t>
            </a:r>
            <a:endParaRPr lang="en-US" altLang="en-US"/>
          </a:p>
        </p:txBody>
      </p:sp>
      <p:sp>
        <p:nvSpPr>
          <p:cNvPr id="100357" name="Text Box 5">
            <a:extLst>
              <a:ext uri="{FF2B5EF4-FFF2-40B4-BE49-F238E27FC236}">
                <a16:creationId xmlns="" xmlns:a16="http://schemas.microsoft.com/office/drawing/2014/main" id="{1EE00E77-1069-47A1-B262-C7276C6AA4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22713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client</a:t>
            </a:r>
          </a:p>
        </p:txBody>
      </p:sp>
      <p:sp>
        <p:nvSpPr>
          <p:cNvPr id="100358" name="Text Box 6">
            <a:extLst>
              <a:ext uri="{FF2B5EF4-FFF2-40B4-BE49-F238E27FC236}">
                <a16:creationId xmlns="" xmlns:a16="http://schemas.microsoft.com/office/drawing/2014/main" id="{A9F4E456-137E-443C-AFE0-69D5F4C29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3763" y="1273175"/>
            <a:ext cx="889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server</a:t>
            </a:r>
          </a:p>
        </p:txBody>
      </p:sp>
      <p:grpSp>
        <p:nvGrpSpPr>
          <p:cNvPr id="2" name="Group 90">
            <a:extLst>
              <a:ext uri="{FF2B5EF4-FFF2-40B4-BE49-F238E27FC236}">
                <a16:creationId xmlns="" xmlns:a16="http://schemas.microsoft.com/office/drawing/2014/main" id="{C9A75C8D-B0A1-44D5-90EA-13FEFB5A926C}"/>
              </a:ext>
            </a:extLst>
          </p:cNvPr>
          <p:cNvGrpSpPr>
            <a:grpSpLocks/>
          </p:cNvGrpSpPr>
          <p:nvPr/>
        </p:nvGrpSpPr>
        <p:grpSpPr bwMode="auto">
          <a:xfrm>
            <a:off x="2200275" y="4227513"/>
            <a:ext cx="3305175" cy="425450"/>
            <a:chOff x="1386" y="2663"/>
            <a:chExt cx="2082" cy="268"/>
          </a:xfrm>
        </p:grpSpPr>
        <p:sp>
          <p:nvSpPr>
            <p:cNvPr id="100439" name="Line 16">
              <a:extLst>
                <a:ext uri="{FF2B5EF4-FFF2-40B4-BE49-F238E27FC236}">
                  <a16:creationId xmlns="" xmlns:a16="http://schemas.microsoft.com/office/drawing/2014/main" id="{F1946C48-457F-40C2-BFC0-017B845E78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86" y="266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40" name="Group 17">
              <a:extLst>
                <a:ext uri="{FF2B5EF4-FFF2-40B4-BE49-F238E27FC236}">
                  <a16:creationId xmlns="" xmlns:a16="http://schemas.microsoft.com/office/drawing/2014/main" id="{C6FBB07E-67F3-49DF-A4DE-B424C93092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3" y="2694"/>
              <a:ext cx="1743" cy="237"/>
              <a:chOff x="3268" y="2846"/>
              <a:chExt cx="1743" cy="237"/>
            </a:xfrm>
          </p:grpSpPr>
          <p:sp>
            <p:nvSpPr>
              <p:cNvPr id="100441" name="Rectangle 18">
                <a:extLst>
                  <a:ext uri="{FF2B5EF4-FFF2-40B4-BE49-F238E27FC236}">
                    <a16:creationId xmlns="" xmlns:a16="http://schemas.microsoft.com/office/drawing/2014/main" id="{55868B43-2310-4C1E-9CDE-ACAB51809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0442" name="Text Box 19">
                <a:extLst>
                  <a:ext uri="{FF2B5EF4-FFF2-40B4-BE49-F238E27FC236}">
                    <a16:creationId xmlns="" xmlns:a16="http://schemas.microsoft.com/office/drawing/2014/main" id="{E90F147F-1409-4E37-B654-5A7E404DC7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usual http response msg</a:t>
                </a:r>
                <a:endParaRPr lang="en-US" altLang="en-US" sz="2400"/>
              </a:p>
            </p:txBody>
          </p:sp>
        </p:grpSp>
      </p:grpSp>
      <p:grpSp>
        <p:nvGrpSpPr>
          <p:cNvPr id="4" name="Group 94">
            <a:extLst>
              <a:ext uri="{FF2B5EF4-FFF2-40B4-BE49-F238E27FC236}">
                <a16:creationId xmlns="" xmlns:a16="http://schemas.microsoft.com/office/drawing/2014/main" id="{BB54354F-85E4-4541-88BC-06FBDA809A1B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6145213"/>
            <a:ext cx="3305175" cy="407987"/>
            <a:chOff x="1392" y="3605"/>
            <a:chExt cx="2082" cy="257"/>
          </a:xfrm>
        </p:grpSpPr>
        <p:sp>
          <p:nvSpPr>
            <p:cNvPr id="100435" name="Line 24">
              <a:extLst>
                <a:ext uri="{FF2B5EF4-FFF2-40B4-BE49-F238E27FC236}">
                  <a16:creationId xmlns="" xmlns:a16="http://schemas.microsoft.com/office/drawing/2014/main" id="{6E30B601-B511-41AA-ABE3-E72687D88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60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36" name="Group 25">
              <a:extLst>
                <a:ext uri="{FF2B5EF4-FFF2-40B4-BE49-F238E27FC236}">
                  <a16:creationId xmlns="" xmlns:a16="http://schemas.microsoft.com/office/drawing/2014/main" id="{080BFF4B-EBBA-4802-B191-CB92290B4F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2" y="3625"/>
              <a:ext cx="1743" cy="237"/>
              <a:chOff x="3268" y="2846"/>
              <a:chExt cx="1743" cy="237"/>
            </a:xfrm>
          </p:grpSpPr>
          <p:sp>
            <p:nvSpPr>
              <p:cNvPr id="100437" name="Rectangle 26">
                <a:extLst>
                  <a:ext uri="{FF2B5EF4-FFF2-40B4-BE49-F238E27FC236}">
                    <a16:creationId xmlns="" xmlns:a16="http://schemas.microsoft.com/office/drawing/2014/main" id="{6D36B459-0E18-4473-AF8F-9B41BBF3F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0438" name="Text Box 27">
                <a:extLst>
                  <a:ext uri="{FF2B5EF4-FFF2-40B4-BE49-F238E27FC236}">
                    <a16:creationId xmlns="" xmlns:a16="http://schemas.microsoft.com/office/drawing/2014/main" id="{D4FEFFBB-6969-408B-B001-0E14184B37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usual http response msg</a:t>
                </a:r>
                <a:endParaRPr lang="en-US" altLang="en-US" sz="2400"/>
              </a:p>
            </p:txBody>
          </p:sp>
        </p:grpSp>
      </p:grpSp>
      <p:sp>
        <p:nvSpPr>
          <p:cNvPr id="50235" name="Text Box 59">
            <a:extLst>
              <a:ext uri="{FF2B5EF4-FFF2-40B4-BE49-F238E27FC236}">
                <a16:creationId xmlns="" xmlns:a16="http://schemas.microsoft.com/office/drawing/2014/main" id="{2A8E30DC-C926-4FBF-9B0E-4EC9F614D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1075" y="2454275"/>
            <a:ext cx="1787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cookie file</a:t>
            </a:r>
          </a:p>
        </p:txBody>
      </p:sp>
      <p:sp>
        <p:nvSpPr>
          <p:cNvPr id="50242" name="Text Box 66">
            <a:extLst>
              <a:ext uri="{FF2B5EF4-FFF2-40B4-BE49-F238E27FC236}">
                <a16:creationId xmlns="" xmlns:a16="http://schemas.microsoft.com/office/drawing/2014/main" id="{F179EF55-3454-4F45-81C1-8346F0DBFE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878388"/>
            <a:ext cx="1733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one week later:</a:t>
            </a:r>
          </a:p>
        </p:txBody>
      </p:sp>
      <p:grpSp>
        <p:nvGrpSpPr>
          <p:cNvPr id="6" name="Group 89">
            <a:extLst>
              <a:ext uri="{FF2B5EF4-FFF2-40B4-BE49-F238E27FC236}">
                <a16:creationId xmlns="" xmlns:a16="http://schemas.microsoft.com/office/drawing/2014/main" id="{61BEA0E9-9D87-4B00-9AF6-B47022C6FBB6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589338"/>
            <a:ext cx="5638800" cy="1028700"/>
            <a:chOff x="1392" y="2261"/>
            <a:chExt cx="3552" cy="648"/>
          </a:xfrm>
        </p:grpSpPr>
        <p:sp>
          <p:nvSpPr>
            <p:cNvPr id="100428" name="Line 12">
              <a:extLst>
                <a:ext uri="{FF2B5EF4-FFF2-40B4-BE49-F238E27FC236}">
                  <a16:creationId xmlns="" xmlns:a16="http://schemas.microsoft.com/office/drawing/2014/main" id="{0969E896-9EDC-43AF-823A-15C75FA0ED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35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29" name="Text Box 15">
              <a:extLst>
                <a:ext uri="{FF2B5EF4-FFF2-40B4-BE49-F238E27FC236}">
                  <a16:creationId xmlns="" xmlns:a16="http://schemas.microsoft.com/office/drawing/2014/main" id="{92CEA4D3-D369-4002-9BAD-753A5B77E5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/>
                <a:t>cookie: 1678</a:t>
              </a:r>
            </a:p>
          </p:txBody>
        </p:sp>
        <p:sp>
          <p:nvSpPr>
            <p:cNvPr id="100430" name="Text Box 28">
              <a:extLst>
                <a:ext uri="{FF2B5EF4-FFF2-40B4-BE49-F238E27FC236}">
                  <a16:creationId xmlns="" xmlns:a16="http://schemas.microsoft.com/office/drawing/2014/main" id="{00BC7411-D246-4903-AE13-4779AEA18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4" y="233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cookie-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specific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action</a:t>
              </a:r>
            </a:p>
          </p:txBody>
        </p:sp>
        <p:sp>
          <p:nvSpPr>
            <p:cNvPr id="100431" name="Line 42">
              <a:extLst>
                <a:ext uri="{FF2B5EF4-FFF2-40B4-BE49-F238E27FC236}">
                  <a16:creationId xmlns="" xmlns:a16="http://schemas.microsoft.com/office/drawing/2014/main" id="{5DC423E9-397E-4210-99F1-3B95CBD7B3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32" name="Group 83">
              <a:extLst>
                <a:ext uri="{FF2B5EF4-FFF2-40B4-BE49-F238E27FC236}">
                  <a16:creationId xmlns="" xmlns:a16="http://schemas.microsoft.com/office/drawing/2014/main" id="{893FC07A-90E2-46A8-84C5-4B85A91B69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" y="2363"/>
              <a:ext cx="564" cy="231"/>
              <a:chOff x="4306" y="2273"/>
              <a:chExt cx="564" cy="231"/>
            </a:xfrm>
          </p:grpSpPr>
          <p:sp>
            <p:nvSpPr>
              <p:cNvPr id="100433" name="Rectangle 72">
                <a:extLst>
                  <a:ext uri="{FF2B5EF4-FFF2-40B4-BE49-F238E27FC236}">
                    <a16:creationId xmlns="" xmlns:a16="http://schemas.microsoft.com/office/drawing/2014/main" id="{9E2041BE-6436-43F1-B72E-F7B58356A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0434" name="Text Box 43">
                <a:extLst>
                  <a:ext uri="{FF2B5EF4-FFF2-40B4-BE49-F238E27FC236}">
                    <a16:creationId xmlns="" xmlns:a16="http://schemas.microsoft.com/office/drawing/2014/main" id="{17BB0BC1-7BAF-4B13-ABC2-4CCA8051A6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6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access</a:t>
                </a:r>
              </a:p>
            </p:txBody>
          </p:sp>
        </p:grpSp>
      </p:grpSp>
      <p:grpSp>
        <p:nvGrpSpPr>
          <p:cNvPr id="100364" name="Group 81">
            <a:extLst>
              <a:ext uri="{FF2B5EF4-FFF2-40B4-BE49-F238E27FC236}">
                <a16:creationId xmlns="" xmlns:a16="http://schemas.microsoft.com/office/drawing/2014/main" id="{C7DB7694-3F72-4B8E-9566-B91554A0AF93}"/>
              </a:ext>
            </a:extLst>
          </p:cNvPr>
          <p:cNvGrpSpPr>
            <a:grpSpLocks/>
          </p:cNvGrpSpPr>
          <p:nvPr/>
        </p:nvGrpSpPr>
        <p:grpSpPr bwMode="auto">
          <a:xfrm>
            <a:off x="936625" y="1922463"/>
            <a:ext cx="1068388" cy="565150"/>
            <a:chOff x="476" y="1047"/>
            <a:chExt cx="906" cy="486"/>
          </a:xfrm>
        </p:grpSpPr>
        <p:sp>
          <p:nvSpPr>
            <p:cNvPr id="100426" name="AutoShape 67">
              <a:extLst>
                <a:ext uri="{FF2B5EF4-FFF2-40B4-BE49-F238E27FC236}">
                  <a16:creationId xmlns="" xmlns:a16="http://schemas.microsoft.com/office/drawing/2014/main" id="{C0D899F7-BE05-478B-A055-C0C62EB32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00427" name="Text Box 60">
              <a:extLst>
                <a:ext uri="{FF2B5EF4-FFF2-40B4-BE49-F238E27FC236}">
                  <a16:creationId xmlns="" xmlns:a16="http://schemas.microsoft.com/office/drawing/2014/main" id="{0EA763F1-F07C-421E-816A-DAE7EC7BA6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" y="1134"/>
              <a:ext cx="88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</a:rPr>
                <a:t>ebay 8734</a:t>
              </a:r>
            </a:p>
          </p:txBody>
        </p:sp>
      </p:grpSp>
      <p:grpSp>
        <p:nvGrpSpPr>
          <p:cNvPr id="9" name="Group 95">
            <a:extLst>
              <a:ext uri="{FF2B5EF4-FFF2-40B4-BE49-F238E27FC236}">
                <a16:creationId xmlns="" xmlns:a16="http://schemas.microsoft.com/office/drawing/2014/main" id="{880FD03D-6C79-498F-8E9C-F7F2C4CAFF0B}"/>
              </a:ext>
            </a:extLst>
          </p:cNvPr>
          <p:cNvGrpSpPr>
            <a:grpSpLocks/>
          </p:cNvGrpSpPr>
          <p:nvPr/>
        </p:nvGrpSpPr>
        <p:grpSpPr bwMode="auto">
          <a:xfrm>
            <a:off x="2200275" y="2106613"/>
            <a:ext cx="5921375" cy="1296987"/>
            <a:chOff x="1386" y="1327"/>
            <a:chExt cx="3730" cy="817"/>
          </a:xfrm>
        </p:grpSpPr>
        <p:sp>
          <p:nvSpPr>
            <p:cNvPr id="100419" name="Line 4">
              <a:extLst>
                <a:ext uri="{FF2B5EF4-FFF2-40B4-BE49-F238E27FC236}">
                  <a16:creationId xmlns="" xmlns:a16="http://schemas.microsoft.com/office/drawing/2014/main" id="{7D9939DF-577B-4219-9D45-489221A1A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20" name="Text Box 8">
              <a:extLst>
                <a:ext uri="{FF2B5EF4-FFF2-40B4-BE49-F238E27FC236}">
                  <a16:creationId xmlns="" xmlns:a16="http://schemas.microsoft.com/office/drawing/2014/main" id="{E420E2C4-E61C-4838-AD3B-5BFCE1523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request msg</a:t>
              </a:r>
            </a:p>
          </p:txBody>
        </p:sp>
        <p:sp>
          <p:nvSpPr>
            <p:cNvPr id="100421" name="Text Box 31">
              <a:extLst>
                <a:ext uri="{FF2B5EF4-FFF2-40B4-BE49-F238E27FC236}">
                  <a16:creationId xmlns="" xmlns:a16="http://schemas.microsoft.com/office/drawing/2014/main" id="{0705D363-3BE7-4702-9709-6DAB38E39F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1" y="1390"/>
              <a:ext cx="1084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Amazon server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creates ID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1678 for user</a:t>
              </a:r>
            </a:p>
          </p:txBody>
        </p:sp>
        <p:grpSp>
          <p:nvGrpSpPr>
            <p:cNvPr id="100422" name="Group 82">
              <a:extLst>
                <a:ext uri="{FF2B5EF4-FFF2-40B4-BE49-F238E27FC236}">
                  <a16:creationId xmlns="" xmlns:a16="http://schemas.microsoft.com/office/drawing/2014/main" id="{E511D6DB-2A26-45BC-9180-E08604288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1730"/>
              <a:ext cx="739" cy="414"/>
              <a:chOff x="4377" y="1640"/>
              <a:chExt cx="739" cy="414"/>
            </a:xfrm>
          </p:grpSpPr>
          <p:sp>
            <p:nvSpPr>
              <p:cNvPr id="100423" name="Line 40">
                <a:extLst>
                  <a:ext uri="{FF2B5EF4-FFF2-40B4-BE49-F238E27FC236}">
                    <a16:creationId xmlns="" xmlns:a16="http://schemas.microsoft.com/office/drawing/2014/main" id="{7DA9428E-E5D6-4AF4-8417-B07881CD8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0424" name="Rectangle 73">
                <a:extLst>
                  <a:ext uri="{FF2B5EF4-FFF2-40B4-BE49-F238E27FC236}">
                    <a16:creationId xmlns="" xmlns:a16="http://schemas.microsoft.com/office/drawing/2014/main" id="{B29B1D6F-3932-4C18-9DD5-2E59DE995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0425" name="Text Box 41">
                <a:extLst>
                  <a:ext uri="{FF2B5EF4-FFF2-40B4-BE49-F238E27FC236}">
                    <a16:creationId xmlns="" xmlns:a16="http://schemas.microsoft.com/office/drawing/2014/main" id="{4C14806C-85BA-499B-939E-BC27D56063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create</a:t>
                </a:r>
              </a:p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    entry</a:t>
                </a:r>
              </a:p>
            </p:txBody>
          </p:sp>
        </p:grpSp>
      </p:grpSp>
      <p:grpSp>
        <p:nvGrpSpPr>
          <p:cNvPr id="11" name="Group 88">
            <a:extLst>
              <a:ext uri="{FF2B5EF4-FFF2-40B4-BE49-F238E27FC236}">
                <a16:creationId xmlns="" xmlns:a16="http://schemas.microsoft.com/office/drawing/2014/main" id="{5436B051-D14D-45F7-A545-107E537E4A53}"/>
              </a:ext>
            </a:extLst>
          </p:cNvPr>
          <p:cNvGrpSpPr>
            <a:grpSpLocks/>
          </p:cNvGrpSpPr>
          <p:nvPr/>
        </p:nvGrpSpPr>
        <p:grpSpPr bwMode="auto">
          <a:xfrm>
            <a:off x="919163" y="2676525"/>
            <a:ext cx="4392612" cy="877888"/>
            <a:chOff x="459" y="1637"/>
            <a:chExt cx="3027" cy="709"/>
          </a:xfrm>
        </p:grpSpPr>
        <p:sp>
          <p:nvSpPr>
            <p:cNvPr id="100414" name="Line 9">
              <a:extLst>
                <a:ext uri="{FF2B5EF4-FFF2-40B4-BE49-F238E27FC236}">
                  <a16:creationId xmlns="" xmlns:a16="http://schemas.microsoft.com/office/drawing/2014/main" id="{745FA9C2-94AF-48E8-BB27-D56BCF441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4" y="163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5" name="Text Box 11">
              <a:extLst>
                <a:ext uri="{FF2B5EF4-FFF2-40B4-BE49-F238E27FC236}">
                  <a16:creationId xmlns="" xmlns:a16="http://schemas.microsoft.com/office/drawing/2014/main" id="{E8DB8502-B79E-4EFC-81B6-8A72C2A47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4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response 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/>
                <a:t>set-cookie: 1678</a:t>
              </a:r>
              <a:r>
                <a:rPr lang="en-US" altLang="en-US" b="1">
                  <a:latin typeface="Courier New" panose="02070309020205020404" pitchFamily="49" charset="0"/>
                </a:rPr>
                <a:t> </a:t>
              </a:r>
            </a:p>
          </p:txBody>
        </p:sp>
        <p:grpSp>
          <p:nvGrpSpPr>
            <p:cNvPr id="100416" name="Group 76">
              <a:extLst>
                <a:ext uri="{FF2B5EF4-FFF2-40B4-BE49-F238E27FC236}">
                  <a16:creationId xmlns="" xmlns:a16="http://schemas.microsoft.com/office/drawing/2014/main" id="{51E6F169-0DBB-4880-BD7A-E68EC47A38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9" y="1836"/>
              <a:ext cx="1004" cy="510"/>
              <a:chOff x="684" y="1746"/>
              <a:chExt cx="1004" cy="510"/>
            </a:xfrm>
          </p:grpSpPr>
          <p:sp>
            <p:nvSpPr>
              <p:cNvPr id="100417" name="AutoShape 74">
                <a:extLst>
                  <a:ext uri="{FF2B5EF4-FFF2-40B4-BE49-F238E27FC236}">
                    <a16:creationId xmlns="" xmlns:a16="http://schemas.microsoft.com/office/drawing/2014/main" id="{50881492-B8A0-4C79-8B45-B3F7B69D9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1746"/>
                <a:ext cx="829" cy="486"/>
              </a:xfrm>
              <a:prstGeom prst="can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0418" name="Text Box 75">
                <a:extLst>
                  <a:ext uri="{FF2B5EF4-FFF2-40B4-BE49-F238E27FC236}">
                    <a16:creationId xmlns="" xmlns:a16="http://schemas.microsoft.com/office/drawing/2014/main" id="{62AF4E4E-1AF1-4853-B870-BFA215E14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1833"/>
                <a:ext cx="1004" cy="4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>
                    <a:solidFill>
                      <a:schemeClr val="bg1"/>
                    </a:solidFill>
                  </a:rPr>
                  <a:t>ebay 8734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>
                    <a:solidFill>
                      <a:schemeClr val="bg1"/>
                    </a:solidFill>
                  </a:rPr>
                  <a:t>amazon 1678</a:t>
                </a:r>
              </a:p>
            </p:txBody>
          </p:sp>
        </p:grpSp>
      </p:grpSp>
      <p:grpSp>
        <p:nvGrpSpPr>
          <p:cNvPr id="13" name="Group 93">
            <a:extLst>
              <a:ext uri="{FF2B5EF4-FFF2-40B4-BE49-F238E27FC236}">
                <a16:creationId xmlns="" xmlns:a16="http://schemas.microsoft.com/office/drawing/2014/main" id="{AFDC4FA0-95A1-4C50-87AE-508C220057AC}"/>
              </a:ext>
            </a:extLst>
          </p:cNvPr>
          <p:cNvGrpSpPr>
            <a:grpSpLocks/>
          </p:cNvGrpSpPr>
          <p:nvPr/>
        </p:nvGrpSpPr>
        <p:grpSpPr bwMode="auto">
          <a:xfrm>
            <a:off x="2181225" y="4603750"/>
            <a:ext cx="5705475" cy="1901825"/>
            <a:chOff x="1374" y="2641"/>
            <a:chExt cx="3594" cy="1198"/>
          </a:xfrm>
        </p:grpSpPr>
        <p:sp>
          <p:nvSpPr>
            <p:cNvPr id="100409" name="Line 20">
              <a:extLst>
                <a:ext uri="{FF2B5EF4-FFF2-40B4-BE49-F238E27FC236}">
                  <a16:creationId xmlns="" xmlns:a16="http://schemas.microsoft.com/office/drawing/2014/main" id="{99F39D24-F208-4DCA-A3E6-2D64A1BA0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4" y="329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0" name="Text Box 23">
              <a:extLst>
                <a:ext uri="{FF2B5EF4-FFF2-40B4-BE49-F238E27FC236}">
                  <a16:creationId xmlns="" xmlns:a16="http://schemas.microsoft.com/office/drawing/2014/main" id="{94F1D320-1847-42E1-BB28-96B53F55E1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/>
                <a:t>cookie: 1678</a:t>
              </a:r>
            </a:p>
          </p:txBody>
        </p:sp>
        <p:sp>
          <p:nvSpPr>
            <p:cNvPr id="100411" name="Text Box 29">
              <a:extLst>
                <a:ext uri="{FF2B5EF4-FFF2-40B4-BE49-F238E27FC236}">
                  <a16:creationId xmlns="" xmlns:a16="http://schemas.microsoft.com/office/drawing/2014/main" id="{FBD028F1-B2D7-4805-9D56-23376D37D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4" y="326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cookie-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specific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action</a:t>
              </a:r>
            </a:p>
          </p:txBody>
        </p:sp>
        <p:sp>
          <p:nvSpPr>
            <p:cNvPr id="100412" name="Line 44">
              <a:extLst>
                <a:ext uri="{FF2B5EF4-FFF2-40B4-BE49-F238E27FC236}">
                  <a16:creationId xmlns="" xmlns:a16="http://schemas.microsoft.com/office/drawing/2014/main" id="{90ACB731-3FC3-48ED-8F6F-99A6ED7256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3" name="Text Box 71">
              <a:extLst>
                <a:ext uri="{FF2B5EF4-FFF2-40B4-BE49-F238E27FC236}">
                  <a16:creationId xmlns="" xmlns:a16="http://schemas.microsoft.com/office/drawing/2014/main" id="{31DF7312-46F4-447F-8931-8CB7CFE368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7" y="2939"/>
              <a:ext cx="564" cy="2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access</a:t>
              </a:r>
            </a:p>
          </p:txBody>
        </p:sp>
      </p:grpSp>
      <p:grpSp>
        <p:nvGrpSpPr>
          <p:cNvPr id="14" name="Group 77">
            <a:extLst>
              <a:ext uri="{FF2B5EF4-FFF2-40B4-BE49-F238E27FC236}">
                <a16:creationId xmlns="" xmlns:a16="http://schemas.microsoft.com/office/drawing/2014/main" id="{C9482A91-3BEF-4789-9E9A-199FAEA3B9F1}"/>
              </a:ext>
            </a:extLst>
          </p:cNvPr>
          <p:cNvGrpSpPr>
            <a:grpSpLocks/>
          </p:cNvGrpSpPr>
          <p:nvPr/>
        </p:nvGrpSpPr>
        <p:grpSpPr bwMode="auto">
          <a:xfrm>
            <a:off x="865188" y="5351463"/>
            <a:ext cx="1389062" cy="636587"/>
            <a:chOff x="684" y="1746"/>
            <a:chExt cx="1004" cy="488"/>
          </a:xfrm>
        </p:grpSpPr>
        <p:sp>
          <p:nvSpPr>
            <p:cNvPr id="100407" name="AutoShape 78">
              <a:extLst>
                <a:ext uri="{FF2B5EF4-FFF2-40B4-BE49-F238E27FC236}">
                  <a16:creationId xmlns="" xmlns:a16="http://schemas.microsoft.com/office/drawing/2014/main" id="{87058A81-2996-4B14-9F51-0F2233B9E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46"/>
              <a:ext cx="829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00408" name="Text Box 79">
              <a:extLst>
                <a:ext uri="{FF2B5EF4-FFF2-40B4-BE49-F238E27FC236}">
                  <a16:creationId xmlns="" xmlns:a16="http://schemas.microsoft.com/office/drawing/2014/main" id="{14886388-CFCD-4ABA-80BB-92559A7C0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" y="1833"/>
              <a:ext cx="1004" cy="4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</a:rPr>
                <a:t>ebay 8734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</a:rPr>
                <a:t>amazon 1678</a:t>
              </a:r>
            </a:p>
          </p:txBody>
        </p:sp>
      </p:grpSp>
      <p:sp>
        <p:nvSpPr>
          <p:cNvPr id="100369" name="Text Box 80">
            <a:extLst>
              <a:ext uri="{FF2B5EF4-FFF2-40B4-BE49-F238E27FC236}">
                <a16:creationId xmlns="" xmlns:a16="http://schemas.microsoft.com/office/drawing/2014/main" id="{21CF6C3B-A927-4D54-B66D-81D498FBC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2692400"/>
            <a:ext cx="1123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backend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database</a:t>
            </a:r>
          </a:p>
        </p:txBody>
      </p:sp>
      <p:sp>
        <p:nvSpPr>
          <p:cNvPr id="100370" name="AutoShape 327">
            <a:extLst>
              <a:ext uri="{FF2B5EF4-FFF2-40B4-BE49-F238E27FC236}">
                <a16:creationId xmlns="" xmlns:a16="http://schemas.microsoft.com/office/drawing/2014/main" id="{044BAE6B-8E3A-4EA5-B55E-4FC9ED53C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2125" y="3313113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00371" name="Group 63">
            <a:extLst>
              <a:ext uri="{FF2B5EF4-FFF2-40B4-BE49-F238E27FC236}">
                <a16:creationId xmlns="" xmlns:a16="http://schemas.microsoft.com/office/drawing/2014/main" id="{20148D05-7836-4125-A50A-C3515535CB8E}"/>
              </a:ext>
            </a:extLst>
          </p:cNvPr>
          <p:cNvGrpSpPr>
            <a:grpSpLocks/>
          </p:cNvGrpSpPr>
          <p:nvPr/>
        </p:nvGrpSpPr>
        <p:grpSpPr bwMode="auto">
          <a:xfrm>
            <a:off x="5475288" y="1119188"/>
            <a:ext cx="411162" cy="771525"/>
            <a:chOff x="4140" y="429"/>
            <a:chExt cx="1425" cy="2396"/>
          </a:xfrm>
        </p:grpSpPr>
        <p:sp>
          <p:nvSpPr>
            <p:cNvPr id="100375" name="Freeform 64">
              <a:extLst>
                <a:ext uri="{FF2B5EF4-FFF2-40B4-BE49-F238E27FC236}">
                  <a16:creationId xmlns="" xmlns:a16="http://schemas.microsoft.com/office/drawing/2014/main" id="{DA756430-A417-4232-A9E6-B8104D196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6" name="Rectangle 65">
              <a:extLst>
                <a:ext uri="{FF2B5EF4-FFF2-40B4-BE49-F238E27FC236}">
                  <a16:creationId xmlns="" xmlns:a16="http://schemas.microsoft.com/office/drawing/2014/main" id="{9DC648FA-D72A-449B-9AC2-1D7C355F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77" name="Freeform 66">
              <a:extLst>
                <a:ext uri="{FF2B5EF4-FFF2-40B4-BE49-F238E27FC236}">
                  <a16:creationId xmlns="" xmlns:a16="http://schemas.microsoft.com/office/drawing/2014/main" id="{6247A9A1-7767-4E84-8DA9-8D692DCE2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8" name="Freeform 67">
              <a:extLst>
                <a:ext uri="{FF2B5EF4-FFF2-40B4-BE49-F238E27FC236}">
                  <a16:creationId xmlns="" xmlns:a16="http://schemas.microsoft.com/office/drawing/2014/main" id="{9036BB6B-BE84-4166-B973-1642B6BEB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9" name="Rectangle 68">
              <a:extLst>
                <a:ext uri="{FF2B5EF4-FFF2-40B4-BE49-F238E27FC236}">
                  <a16:creationId xmlns="" xmlns:a16="http://schemas.microsoft.com/office/drawing/2014/main" id="{9C5F5D42-DB45-463B-8C85-D04A035C1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0" name="Group 69">
              <a:extLst>
                <a:ext uri="{FF2B5EF4-FFF2-40B4-BE49-F238E27FC236}">
                  <a16:creationId xmlns="" xmlns:a16="http://schemas.microsoft.com/office/drawing/2014/main" id="{53A11906-C660-4B59-9404-5F5C50F477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0405" name="AutoShape 70">
                <a:extLst>
                  <a:ext uri="{FF2B5EF4-FFF2-40B4-BE49-F238E27FC236}">
                    <a16:creationId xmlns="" xmlns:a16="http://schemas.microsoft.com/office/drawing/2014/main" id="{5F882A8F-14A7-4C81-B96C-6047E96C2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6" name="AutoShape 71">
                <a:extLst>
                  <a:ext uri="{FF2B5EF4-FFF2-40B4-BE49-F238E27FC236}">
                    <a16:creationId xmlns="" xmlns:a16="http://schemas.microsoft.com/office/drawing/2014/main" id="{3FE7B6F9-6367-4172-A852-45C225928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1" name="Rectangle 72">
              <a:extLst>
                <a:ext uri="{FF2B5EF4-FFF2-40B4-BE49-F238E27FC236}">
                  <a16:creationId xmlns="" xmlns:a16="http://schemas.microsoft.com/office/drawing/2014/main" id="{33F00914-1459-4BD9-9F2D-D23583B63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2" name="Group 73">
              <a:extLst>
                <a:ext uri="{FF2B5EF4-FFF2-40B4-BE49-F238E27FC236}">
                  <a16:creationId xmlns="" xmlns:a16="http://schemas.microsoft.com/office/drawing/2014/main" id="{8BC546F4-AFF2-4BF1-8F6D-7458D46129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0403" name="AutoShape 74">
                <a:extLst>
                  <a:ext uri="{FF2B5EF4-FFF2-40B4-BE49-F238E27FC236}">
                    <a16:creationId xmlns="" xmlns:a16="http://schemas.microsoft.com/office/drawing/2014/main" id="{395D64BA-6A94-4D14-9E93-21CA4C45D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4" name="AutoShape 75">
                <a:extLst>
                  <a:ext uri="{FF2B5EF4-FFF2-40B4-BE49-F238E27FC236}">
                    <a16:creationId xmlns="" xmlns:a16="http://schemas.microsoft.com/office/drawing/2014/main" id="{245E2F49-B79E-46C5-8E09-1708CF975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3" name="Rectangle 76">
              <a:extLst>
                <a:ext uri="{FF2B5EF4-FFF2-40B4-BE49-F238E27FC236}">
                  <a16:creationId xmlns="" xmlns:a16="http://schemas.microsoft.com/office/drawing/2014/main" id="{86E8096B-40AF-47E0-9798-BBB8BF2CA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84" name="Rectangle 77">
              <a:extLst>
                <a:ext uri="{FF2B5EF4-FFF2-40B4-BE49-F238E27FC236}">
                  <a16:creationId xmlns="" xmlns:a16="http://schemas.microsoft.com/office/drawing/2014/main" id="{E319A047-8888-463D-AC48-AD5B3B2CC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5" name="Group 78">
              <a:extLst>
                <a:ext uri="{FF2B5EF4-FFF2-40B4-BE49-F238E27FC236}">
                  <a16:creationId xmlns="" xmlns:a16="http://schemas.microsoft.com/office/drawing/2014/main" id="{53E509CB-ED73-4923-94ED-85B09A0A9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0401" name="AutoShape 79">
                <a:extLst>
                  <a:ext uri="{FF2B5EF4-FFF2-40B4-BE49-F238E27FC236}">
                    <a16:creationId xmlns="" xmlns:a16="http://schemas.microsoft.com/office/drawing/2014/main" id="{358494F8-7B82-45B6-9F11-189BB4113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2" name="AutoShape 80">
                <a:extLst>
                  <a:ext uri="{FF2B5EF4-FFF2-40B4-BE49-F238E27FC236}">
                    <a16:creationId xmlns="" xmlns:a16="http://schemas.microsoft.com/office/drawing/2014/main" id="{31CCBFD7-9C9A-475E-BA42-9EF4E11C5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6" name="Freeform 81">
              <a:extLst>
                <a:ext uri="{FF2B5EF4-FFF2-40B4-BE49-F238E27FC236}">
                  <a16:creationId xmlns="" xmlns:a16="http://schemas.microsoft.com/office/drawing/2014/main" id="{4DBDE870-7FBD-4A98-A845-0E9EC7526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0387" name="Group 82">
              <a:extLst>
                <a:ext uri="{FF2B5EF4-FFF2-40B4-BE49-F238E27FC236}">
                  <a16:creationId xmlns="" xmlns:a16="http://schemas.microsoft.com/office/drawing/2014/main" id="{05C0CA1E-2624-4230-AF78-32FCCE679F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0399" name="AutoShape 83">
                <a:extLst>
                  <a:ext uri="{FF2B5EF4-FFF2-40B4-BE49-F238E27FC236}">
                    <a16:creationId xmlns="" xmlns:a16="http://schemas.microsoft.com/office/drawing/2014/main" id="{8DFB16B3-4091-46D0-94FC-F01CDCF3D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0" name="AutoShape 84">
                <a:extLst>
                  <a:ext uri="{FF2B5EF4-FFF2-40B4-BE49-F238E27FC236}">
                    <a16:creationId xmlns="" xmlns:a16="http://schemas.microsoft.com/office/drawing/2014/main" id="{A44202C4-0EC9-4EC6-97FB-5C0453E23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8" name="Rectangle 85">
              <a:extLst>
                <a:ext uri="{FF2B5EF4-FFF2-40B4-BE49-F238E27FC236}">
                  <a16:creationId xmlns="" xmlns:a16="http://schemas.microsoft.com/office/drawing/2014/main" id="{F7650647-028F-46EB-8729-14DFA37B4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89" name="Freeform 86">
              <a:extLst>
                <a:ext uri="{FF2B5EF4-FFF2-40B4-BE49-F238E27FC236}">
                  <a16:creationId xmlns="" xmlns:a16="http://schemas.microsoft.com/office/drawing/2014/main" id="{E94268C5-4CC1-4660-B8BC-4DE657765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0" name="Freeform 87">
              <a:extLst>
                <a:ext uri="{FF2B5EF4-FFF2-40B4-BE49-F238E27FC236}">
                  <a16:creationId xmlns="" xmlns:a16="http://schemas.microsoft.com/office/drawing/2014/main" id="{11714F77-DBFB-40E7-975A-E0EBC318F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1" name="Oval 88">
              <a:extLst>
                <a:ext uri="{FF2B5EF4-FFF2-40B4-BE49-F238E27FC236}">
                  <a16:creationId xmlns="" xmlns:a16="http://schemas.microsoft.com/office/drawing/2014/main" id="{20B72B22-1791-4FE6-8E73-B0F8696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2" name="Freeform 89">
              <a:extLst>
                <a:ext uri="{FF2B5EF4-FFF2-40B4-BE49-F238E27FC236}">
                  <a16:creationId xmlns="" xmlns:a16="http://schemas.microsoft.com/office/drawing/2014/main" id="{4DEA723E-548A-460A-81F2-71A376194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3" name="AutoShape 90">
              <a:extLst>
                <a:ext uri="{FF2B5EF4-FFF2-40B4-BE49-F238E27FC236}">
                  <a16:creationId xmlns="" xmlns:a16="http://schemas.microsoft.com/office/drawing/2014/main" id="{8ECD5B2B-B9A9-43B4-88FB-6A132566E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4" name="AutoShape 91">
              <a:extLst>
                <a:ext uri="{FF2B5EF4-FFF2-40B4-BE49-F238E27FC236}">
                  <a16:creationId xmlns="" xmlns:a16="http://schemas.microsoft.com/office/drawing/2014/main" id="{05F791D5-4E11-45CF-92F6-159D0D12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5" name="Oval 92">
              <a:extLst>
                <a:ext uri="{FF2B5EF4-FFF2-40B4-BE49-F238E27FC236}">
                  <a16:creationId xmlns="" xmlns:a16="http://schemas.microsoft.com/office/drawing/2014/main" id="{F3E886A3-7AC9-4E41-826F-7B7373A84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6" name="Oval 93">
              <a:extLst>
                <a:ext uri="{FF2B5EF4-FFF2-40B4-BE49-F238E27FC236}">
                  <a16:creationId xmlns="" xmlns:a16="http://schemas.microsoft.com/office/drawing/2014/main" id="{9468F9F1-753A-4F68-919B-DBA4018C5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00397" name="Oval 94">
              <a:extLst>
                <a:ext uri="{FF2B5EF4-FFF2-40B4-BE49-F238E27FC236}">
                  <a16:creationId xmlns="" xmlns:a16="http://schemas.microsoft.com/office/drawing/2014/main" id="{4177D141-5538-4B4C-AF9C-4E55C9B1C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8" name="Rectangle 95">
              <a:extLst>
                <a:ext uri="{FF2B5EF4-FFF2-40B4-BE49-F238E27FC236}">
                  <a16:creationId xmlns="" xmlns:a16="http://schemas.microsoft.com/office/drawing/2014/main" id="{54CA5DFB-1CCE-4487-B8F2-E573701DD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0372" name="Group 96">
            <a:extLst>
              <a:ext uri="{FF2B5EF4-FFF2-40B4-BE49-F238E27FC236}">
                <a16:creationId xmlns="" xmlns:a16="http://schemas.microsoft.com/office/drawing/2014/main" id="{1C290B91-FB55-4D9B-B9A8-EBF604246259}"/>
              </a:ext>
            </a:extLst>
          </p:cNvPr>
          <p:cNvGrpSpPr>
            <a:grpSpLocks/>
          </p:cNvGrpSpPr>
          <p:nvPr/>
        </p:nvGrpSpPr>
        <p:grpSpPr bwMode="auto">
          <a:xfrm>
            <a:off x="1806575" y="1117600"/>
            <a:ext cx="687388" cy="731838"/>
            <a:chOff x="-44" y="1473"/>
            <a:chExt cx="981" cy="1105"/>
          </a:xfrm>
        </p:grpSpPr>
        <p:pic>
          <p:nvPicPr>
            <p:cNvPr id="100373" name="Picture 97" descr="desktop_computer_stylized_medium">
              <a:extLst>
                <a:ext uri="{FF2B5EF4-FFF2-40B4-BE49-F238E27FC236}">
                  <a16:creationId xmlns="" xmlns:a16="http://schemas.microsoft.com/office/drawing/2014/main" id="{E35BD1BA-6B6A-4D91-B5CB-FC6CFAD3DB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0374" name="Freeform 98">
              <a:extLst>
                <a:ext uri="{FF2B5EF4-FFF2-40B4-BE49-F238E27FC236}">
                  <a16:creationId xmlns="" xmlns:a16="http://schemas.microsoft.com/office/drawing/2014/main" id="{6F39DAA3-10B2-420E-A8A7-5FFC1A9806E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24919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235" grpId="0"/>
      <p:bldP spid="5024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Rectangle 7">
            <a:extLst>
              <a:ext uri="{FF2B5EF4-FFF2-40B4-BE49-F238E27FC236}">
                <a16:creationId xmlns="" xmlns:a16="http://schemas.microsoft.com/office/drawing/2014/main" id="{E7144F1B-EE16-40BC-9B77-AE72C183CDA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2402" name="Rectangle 8">
            <a:extLst>
              <a:ext uri="{FF2B5EF4-FFF2-40B4-BE49-F238E27FC236}">
                <a16:creationId xmlns="" xmlns:a16="http://schemas.microsoft.com/office/drawing/2014/main" id="{257BFDC2-EA5D-4554-9E6D-80D8A6CFDEF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8D89557-8B4A-4932-9761-B9EEF0B70DDC}" type="slidenum">
              <a:rPr lang="en-US" altLang="en-US" sz="1200">
                <a:latin typeface="Tahoma" panose="020B0604030504040204" pitchFamily="34" charset="0"/>
              </a:rPr>
              <a:pPr/>
              <a:t>43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02403" name="Picture 12" descr="underline_base">
            <a:extLst>
              <a:ext uri="{FF2B5EF4-FFF2-40B4-BE49-F238E27FC236}">
                <a16:creationId xmlns="" xmlns:a16="http://schemas.microsoft.com/office/drawing/2014/main" id="{0C5E8FDC-3E71-48CF-80E5-017DE9E1449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" y="898525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4" name="Rectangle 2">
            <a:extLst>
              <a:ext uri="{FF2B5EF4-FFF2-40B4-BE49-F238E27FC236}">
                <a16:creationId xmlns="" xmlns:a16="http://schemas.microsoft.com/office/drawing/2014/main" id="{4F02F6F7-69F0-4542-9DA9-987686C6B1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3063" y="207963"/>
            <a:ext cx="7772400" cy="925512"/>
          </a:xfrm>
        </p:spPr>
        <p:txBody>
          <a:bodyPr/>
          <a:lstStyle/>
          <a:p>
            <a:r>
              <a:rPr lang="en-US" altLang="en-US"/>
              <a:t>Cookies (continued)</a:t>
            </a:r>
          </a:p>
        </p:txBody>
      </p:sp>
      <p:sp>
        <p:nvSpPr>
          <p:cNvPr id="102405" name="Rectangle 3">
            <a:extLst>
              <a:ext uri="{FF2B5EF4-FFF2-40B4-BE49-F238E27FC236}">
                <a16:creationId xmlns="" xmlns:a16="http://schemas.microsoft.com/office/drawing/2014/main" id="{69C2E828-6F5A-4F55-BD1A-0EB2BE64834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89063"/>
            <a:ext cx="3810000" cy="26416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what cookies can be used for: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authorization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shopping carts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recommendations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user session state (Web e-mail)</a:t>
            </a:r>
          </a:p>
        </p:txBody>
      </p:sp>
      <p:sp>
        <p:nvSpPr>
          <p:cNvPr id="102406" name="Rectangle 13">
            <a:extLst>
              <a:ext uri="{FF2B5EF4-FFF2-40B4-BE49-F238E27FC236}">
                <a16:creationId xmlns="" xmlns:a16="http://schemas.microsoft.com/office/drawing/2014/main" id="{549947A1-BF02-4C41-A6F3-F4A59766C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425" y="1471613"/>
            <a:ext cx="3810000" cy="2065337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  <a:latin typeface="Gill Sans MT" panose="020B0502020104020203" pitchFamily="34" charset="0"/>
              </a:rPr>
              <a:t>cookies and privacy: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cookies permit sites to learn a lot about you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you may supply name and e-mail to sites</a:t>
            </a:r>
          </a:p>
        </p:txBody>
      </p:sp>
      <p:sp>
        <p:nvSpPr>
          <p:cNvPr id="102407" name="Text Box 14">
            <a:extLst>
              <a:ext uri="{FF2B5EF4-FFF2-40B4-BE49-F238E27FC236}">
                <a16:creationId xmlns="" xmlns:a16="http://schemas.microsoft.com/office/drawing/2014/main" id="{F3107D66-75FD-4901-BAAB-3336356B53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550" y="1177925"/>
            <a:ext cx="80010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Gill Sans MT" panose="020B0502020104020203" pitchFamily="34" charset="0"/>
              </a:rPr>
              <a:t>aside</a:t>
            </a:r>
          </a:p>
        </p:txBody>
      </p:sp>
      <p:sp>
        <p:nvSpPr>
          <p:cNvPr id="102408" name="Rectangle 15">
            <a:extLst>
              <a:ext uri="{FF2B5EF4-FFF2-40B4-BE49-F238E27FC236}">
                <a16:creationId xmlns="" xmlns:a16="http://schemas.microsoft.com/office/drawing/2014/main" id="{285DF572-4112-4D14-A3C6-61546D705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688" y="3946525"/>
            <a:ext cx="5702300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how to keep </a:t>
            </a:r>
            <a:r>
              <a:rPr lang="ja-JP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“</a:t>
            </a:r>
            <a:r>
              <a:rPr lang="en-US" altLang="ja-JP" sz="2800" i="1">
                <a:solidFill>
                  <a:srgbClr val="CC0000"/>
                </a:solidFill>
                <a:latin typeface="Gill Sans MT" panose="020B0502020104020203" pitchFamily="34" charset="0"/>
              </a:rPr>
              <a:t>state</a:t>
            </a:r>
            <a:r>
              <a:rPr lang="ja-JP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”</a:t>
            </a:r>
            <a:r>
              <a:rPr lang="en-US" altLang="ja-JP" sz="2800" i="1">
                <a:solidFill>
                  <a:srgbClr val="CC0000"/>
                </a:solidFill>
                <a:latin typeface="Gill Sans MT" panose="020B0502020104020203" pitchFamily="34" charset="0"/>
              </a:rPr>
              <a:t>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protocol endpoints: maintain state at sender/receiver over multiple transactions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cookies: http messages carry state</a:t>
            </a:r>
          </a:p>
        </p:txBody>
      </p:sp>
    </p:spTree>
    <p:extLst>
      <p:ext uri="{BB962C8B-B14F-4D97-AF65-F5344CB8AC3E}">
        <p14:creationId xmlns:p14="http://schemas.microsoft.com/office/powerpoint/2010/main" val="7905468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Rectangle 7">
            <a:extLst>
              <a:ext uri="{FF2B5EF4-FFF2-40B4-BE49-F238E27FC236}">
                <a16:creationId xmlns="" xmlns:a16="http://schemas.microsoft.com/office/drawing/2014/main" id="{7C89A5DC-4871-4DAA-B370-CE1DADD84C4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4450" name="Rectangle 8">
            <a:extLst>
              <a:ext uri="{FF2B5EF4-FFF2-40B4-BE49-F238E27FC236}">
                <a16:creationId xmlns="" xmlns:a16="http://schemas.microsoft.com/office/drawing/2014/main" id="{009674B1-1C73-4144-8C07-C1953647BF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C89DCC5-FC64-4596-A264-8D5D63ACA0CB}" type="slidenum">
              <a:rPr lang="en-US" altLang="en-US" sz="1200">
                <a:latin typeface="Tahoma" panose="020B0604030504040204" pitchFamily="34" charset="0"/>
              </a:rPr>
              <a:pPr/>
              <a:t>44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04451" name="Group 171">
            <a:extLst>
              <a:ext uri="{FF2B5EF4-FFF2-40B4-BE49-F238E27FC236}">
                <a16:creationId xmlns="" xmlns:a16="http://schemas.microsoft.com/office/drawing/2014/main" id="{E98236FF-8A0E-450C-BDFB-7972FEA5FCB3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2695575"/>
            <a:ext cx="687387" cy="763588"/>
            <a:chOff x="-44" y="1473"/>
            <a:chExt cx="981" cy="1105"/>
          </a:xfrm>
        </p:grpSpPr>
        <p:pic>
          <p:nvPicPr>
            <p:cNvPr id="104582" name="Picture 172" descr="desktop_computer_stylized_medium">
              <a:extLst>
                <a:ext uri="{FF2B5EF4-FFF2-40B4-BE49-F238E27FC236}">
                  <a16:creationId xmlns="" xmlns:a16="http://schemas.microsoft.com/office/drawing/2014/main" id="{085671B2-120A-46CE-B0C5-073C1AD217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583" name="Freeform 173">
              <a:extLst>
                <a:ext uri="{FF2B5EF4-FFF2-40B4-BE49-F238E27FC236}">
                  <a16:creationId xmlns="" xmlns:a16="http://schemas.microsoft.com/office/drawing/2014/main" id="{6CFC494B-FB29-4E7B-B3B3-DBF88CF456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4452" name="Group 102">
            <a:extLst>
              <a:ext uri="{FF2B5EF4-FFF2-40B4-BE49-F238E27FC236}">
                <a16:creationId xmlns="" xmlns:a16="http://schemas.microsoft.com/office/drawing/2014/main" id="{3EB037D4-1DDE-4B03-A937-4CC48B003C01}"/>
              </a:ext>
            </a:extLst>
          </p:cNvPr>
          <p:cNvGrpSpPr>
            <a:grpSpLocks/>
          </p:cNvGrpSpPr>
          <p:nvPr/>
        </p:nvGrpSpPr>
        <p:grpSpPr bwMode="auto">
          <a:xfrm>
            <a:off x="4092575" y="4568825"/>
            <a:ext cx="687388" cy="763588"/>
            <a:chOff x="-44" y="1473"/>
            <a:chExt cx="981" cy="1105"/>
          </a:xfrm>
        </p:grpSpPr>
        <p:pic>
          <p:nvPicPr>
            <p:cNvPr id="104580" name="Picture 103" descr="desktop_computer_stylized_medium">
              <a:extLst>
                <a:ext uri="{FF2B5EF4-FFF2-40B4-BE49-F238E27FC236}">
                  <a16:creationId xmlns="" xmlns:a16="http://schemas.microsoft.com/office/drawing/2014/main" id="{EBEF5B22-4FDA-48FA-852B-3CDF8B8F4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581" name="Freeform 104">
              <a:extLst>
                <a:ext uri="{FF2B5EF4-FFF2-40B4-BE49-F238E27FC236}">
                  <a16:creationId xmlns="" xmlns:a16="http://schemas.microsoft.com/office/drawing/2014/main" id="{30B6DC8C-2EBC-4668-80F5-31F68CCA702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4453" name="Group 138">
            <a:extLst>
              <a:ext uri="{FF2B5EF4-FFF2-40B4-BE49-F238E27FC236}">
                <a16:creationId xmlns="" xmlns:a16="http://schemas.microsoft.com/office/drawing/2014/main" id="{3A131A91-FD0A-41AA-89E8-D14C534EBD13}"/>
              </a:ext>
            </a:extLst>
          </p:cNvPr>
          <p:cNvGrpSpPr>
            <a:grpSpLocks/>
          </p:cNvGrpSpPr>
          <p:nvPr/>
        </p:nvGrpSpPr>
        <p:grpSpPr bwMode="auto">
          <a:xfrm>
            <a:off x="6230938" y="3457575"/>
            <a:ext cx="400050" cy="715963"/>
            <a:chOff x="4140" y="429"/>
            <a:chExt cx="1425" cy="2396"/>
          </a:xfrm>
        </p:grpSpPr>
        <p:sp>
          <p:nvSpPr>
            <p:cNvPr id="104548" name="Freeform 139">
              <a:extLst>
                <a:ext uri="{FF2B5EF4-FFF2-40B4-BE49-F238E27FC236}">
                  <a16:creationId xmlns="" xmlns:a16="http://schemas.microsoft.com/office/drawing/2014/main" id="{3B0E52AB-2795-4298-B771-DCF4CC9DC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9" name="Rectangle 140">
              <a:extLst>
                <a:ext uri="{FF2B5EF4-FFF2-40B4-BE49-F238E27FC236}">
                  <a16:creationId xmlns="" xmlns:a16="http://schemas.microsoft.com/office/drawing/2014/main" id="{5239A4FC-7129-47E2-AAFE-309B79C82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50" name="Freeform 141">
              <a:extLst>
                <a:ext uri="{FF2B5EF4-FFF2-40B4-BE49-F238E27FC236}">
                  <a16:creationId xmlns="" xmlns:a16="http://schemas.microsoft.com/office/drawing/2014/main" id="{137D6E09-E663-452A-89B5-127C2640B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1" name="Freeform 142">
              <a:extLst>
                <a:ext uri="{FF2B5EF4-FFF2-40B4-BE49-F238E27FC236}">
                  <a16:creationId xmlns="" xmlns:a16="http://schemas.microsoft.com/office/drawing/2014/main" id="{881CDFB6-8384-4511-A996-8FB964667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2" name="Rectangle 143">
              <a:extLst>
                <a:ext uri="{FF2B5EF4-FFF2-40B4-BE49-F238E27FC236}">
                  <a16:creationId xmlns="" xmlns:a16="http://schemas.microsoft.com/office/drawing/2014/main" id="{60E457AA-2B90-476F-B3EC-33D0BF1D2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3" name="Group 144">
              <a:extLst>
                <a:ext uri="{FF2B5EF4-FFF2-40B4-BE49-F238E27FC236}">
                  <a16:creationId xmlns="" xmlns:a16="http://schemas.microsoft.com/office/drawing/2014/main" id="{369022FE-CF93-48D7-92F8-29A49C9F10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78" name="AutoShape 145">
                <a:extLst>
                  <a:ext uri="{FF2B5EF4-FFF2-40B4-BE49-F238E27FC236}">
                    <a16:creationId xmlns="" xmlns:a16="http://schemas.microsoft.com/office/drawing/2014/main" id="{5B26D1C3-D9D3-4252-A226-E28CA5E47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9" name="AutoShape 146">
                <a:extLst>
                  <a:ext uri="{FF2B5EF4-FFF2-40B4-BE49-F238E27FC236}">
                    <a16:creationId xmlns="" xmlns:a16="http://schemas.microsoft.com/office/drawing/2014/main" id="{CD42E561-7AED-4D49-A49E-813B008B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7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4" name="Rectangle 147">
              <a:extLst>
                <a:ext uri="{FF2B5EF4-FFF2-40B4-BE49-F238E27FC236}">
                  <a16:creationId xmlns="" xmlns:a16="http://schemas.microsoft.com/office/drawing/2014/main" id="{5D2E76DD-9343-4FC0-9EF6-4CDF2A0E4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5" name="Group 148">
              <a:extLst>
                <a:ext uri="{FF2B5EF4-FFF2-40B4-BE49-F238E27FC236}">
                  <a16:creationId xmlns="" xmlns:a16="http://schemas.microsoft.com/office/drawing/2014/main" id="{AD664EA2-724C-43E4-8B0F-BC1403822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76" name="AutoShape 149">
                <a:extLst>
                  <a:ext uri="{FF2B5EF4-FFF2-40B4-BE49-F238E27FC236}">
                    <a16:creationId xmlns="" xmlns:a16="http://schemas.microsoft.com/office/drawing/2014/main" id="{26088B08-B47F-49CA-903B-B8F8C34B8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7" name="AutoShape 150">
                <a:extLst>
                  <a:ext uri="{FF2B5EF4-FFF2-40B4-BE49-F238E27FC236}">
                    <a16:creationId xmlns="" xmlns:a16="http://schemas.microsoft.com/office/drawing/2014/main" id="{4125532E-899F-4915-A23B-7FD0790BB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2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6" name="Rectangle 151">
              <a:extLst>
                <a:ext uri="{FF2B5EF4-FFF2-40B4-BE49-F238E27FC236}">
                  <a16:creationId xmlns="" xmlns:a16="http://schemas.microsoft.com/office/drawing/2014/main" id="{A1F61F9B-E2C3-4475-BD54-FC247676E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57" name="Rectangle 152">
              <a:extLst>
                <a:ext uri="{FF2B5EF4-FFF2-40B4-BE49-F238E27FC236}">
                  <a16:creationId xmlns="" xmlns:a16="http://schemas.microsoft.com/office/drawing/2014/main" id="{63F92378-2F9B-452A-B4F6-D299A9B9B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8" name="Group 153">
              <a:extLst>
                <a:ext uri="{FF2B5EF4-FFF2-40B4-BE49-F238E27FC236}">
                  <a16:creationId xmlns="" xmlns:a16="http://schemas.microsoft.com/office/drawing/2014/main" id="{EB96C770-A0F7-42B1-8125-B6D45723A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574" name="AutoShape 154">
                <a:extLst>
                  <a:ext uri="{FF2B5EF4-FFF2-40B4-BE49-F238E27FC236}">
                    <a16:creationId xmlns="" xmlns:a16="http://schemas.microsoft.com/office/drawing/2014/main" id="{3F331F96-5351-4455-ADA6-3CC9C64DB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6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5" name="AutoShape 155">
                <a:extLst>
                  <a:ext uri="{FF2B5EF4-FFF2-40B4-BE49-F238E27FC236}">
                    <a16:creationId xmlns="" xmlns:a16="http://schemas.microsoft.com/office/drawing/2014/main" id="{95A094E7-8BA4-425C-8063-6A8B4EC0A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9" name="Freeform 156">
              <a:extLst>
                <a:ext uri="{FF2B5EF4-FFF2-40B4-BE49-F238E27FC236}">
                  <a16:creationId xmlns="" xmlns:a16="http://schemas.microsoft.com/office/drawing/2014/main" id="{6C5ECC36-CE99-454D-8271-FFDFF9622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560" name="Group 157">
              <a:extLst>
                <a:ext uri="{FF2B5EF4-FFF2-40B4-BE49-F238E27FC236}">
                  <a16:creationId xmlns="" xmlns:a16="http://schemas.microsoft.com/office/drawing/2014/main" id="{D02DFFBA-5A9C-4DA4-9CC1-6CA0318242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572" name="AutoShape 158">
                <a:extLst>
                  <a:ext uri="{FF2B5EF4-FFF2-40B4-BE49-F238E27FC236}">
                    <a16:creationId xmlns="" xmlns:a16="http://schemas.microsoft.com/office/drawing/2014/main" id="{13491DE3-11CA-41AD-BBF3-2346FB919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3" name="AutoShape 159">
                <a:extLst>
                  <a:ext uri="{FF2B5EF4-FFF2-40B4-BE49-F238E27FC236}">
                    <a16:creationId xmlns="" xmlns:a16="http://schemas.microsoft.com/office/drawing/2014/main" id="{159E6E3D-F585-4ED0-A105-F568DADAA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61" name="Rectangle 160">
              <a:extLst>
                <a:ext uri="{FF2B5EF4-FFF2-40B4-BE49-F238E27FC236}">
                  <a16:creationId xmlns="" xmlns:a16="http://schemas.microsoft.com/office/drawing/2014/main" id="{B6AF3D3A-668E-4E15-ABA8-D1BA62203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2" name="Freeform 161">
              <a:extLst>
                <a:ext uri="{FF2B5EF4-FFF2-40B4-BE49-F238E27FC236}">
                  <a16:creationId xmlns="" xmlns:a16="http://schemas.microsoft.com/office/drawing/2014/main" id="{4E3DB8CA-3645-4EEC-AEA6-5B926E13D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3" name="Freeform 162">
              <a:extLst>
                <a:ext uri="{FF2B5EF4-FFF2-40B4-BE49-F238E27FC236}">
                  <a16:creationId xmlns="" xmlns:a16="http://schemas.microsoft.com/office/drawing/2014/main" id="{BB6B4C8D-833C-488F-8449-CB10AC62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4" name="Oval 163">
              <a:extLst>
                <a:ext uri="{FF2B5EF4-FFF2-40B4-BE49-F238E27FC236}">
                  <a16:creationId xmlns="" xmlns:a16="http://schemas.microsoft.com/office/drawing/2014/main" id="{CF6D9BB1-FDE1-4042-90BA-D73B7F4E0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5" name="Freeform 164">
              <a:extLst>
                <a:ext uri="{FF2B5EF4-FFF2-40B4-BE49-F238E27FC236}">
                  <a16:creationId xmlns="" xmlns:a16="http://schemas.microsoft.com/office/drawing/2014/main" id="{92B097AE-B3CD-48E8-9BDB-05C1FD324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6" name="AutoShape 165">
              <a:extLst>
                <a:ext uri="{FF2B5EF4-FFF2-40B4-BE49-F238E27FC236}">
                  <a16:creationId xmlns="" xmlns:a16="http://schemas.microsoft.com/office/drawing/2014/main" id="{C11B87D0-4BCF-4640-860D-3C96ABE33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9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7" name="AutoShape 166">
              <a:extLst>
                <a:ext uri="{FF2B5EF4-FFF2-40B4-BE49-F238E27FC236}">
                  <a16:creationId xmlns="" xmlns:a16="http://schemas.microsoft.com/office/drawing/2014/main" id="{D3D67446-413A-4AB1-8BB7-454CD56C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9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8" name="Oval 167">
              <a:extLst>
                <a:ext uri="{FF2B5EF4-FFF2-40B4-BE49-F238E27FC236}">
                  <a16:creationId xmlns="" xmlns:a16="http://schemas.microsoft.com/office/drawing/2014/main" id="{ECFEAAE3-AC15-4BA0-85BB-13903547E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9" name="Oval 168">
              <a:extLst>
                <a:ext uri="{FF2B5EF4-FFF2-40B4-BE49-F238E27FC236}">
                  <a16:creationId xmlns="" xmlns:a16="http://schemas.microsoft.com/office/drawing/2014/main" id="{0C1BDB1F-1B58-4E48-AD7A-F57EE42E9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04570" name="Oval 169">
              <a:extLst>
                <a:ext uri="{FF2B5EF4-FFF2-40B4-BE49-F238E27FC236}">
                  <a16:creationId xmlns="" xmlns:a16="http://schemas.microsoft.com/office/drawing/2014/main" id="{A297A1E9-2A66-470F-B7AA-6B0B78AEA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71" name="Rectangle 170">
              <a:extLst>
                <a:ext uri="{FF2B5EF4-FFF2-40B4-BE49-F238E27FC236}">
                  <a16:creationId xmlns="" xmlns:a16="http://schemas.microsoft.com/office/drawing/2014/main" id="{41A73BB5-2F2F-4DFD-8769-69C53F4A7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4454" name="Group 105">
            <a:extLst>
              <a:ext uri="{FF2B5EF4-FFF2-40B4-BE49-F238E27FC236}">
                <a16:creationId xmlns="" xmlns:a16="http://schemas.microsoft.com/office/drawing/2014/main" id="{B967DF9E-054B-4FC2-A8D9-545FFC44471B}"/>
              </a:ext>
            </a:extLst>
          </p:cNvPr>
          <p:cNvGrpSpPr>
            <a:grpSpLocks/>
          </p:cNvGrpSpPr>
          <p:nvPr/>
        </p:nvGrpSpPr>
        <p:grpSpPr bwMode="auto">
          <a:xfrm>
            <a:off x="8178800" y="2836863"/>
            <a:ext cx="433388" cy="715962"/>
            <a:chOff x="4140" y="429"/>
            <a:chExt cx="1425" cy="2396"/>
          </a:xfrm>
        </p:grpSpPr>
        <p:sp>
          <p:nvSpPr>
            <p:cNvPr id="104516" name="Freeform 106">
              <a:extLst>
                <a:ext uri="{FF2B5EF4-FFF2-40B4-BE49-F238E27FC236}">
                  <a16:creationId xmlns="" xmlns:a16="http://schemas.microsoft.com/office/drawing/2014/main" id="{49C5F92F-A9B4-49F0-A4C1-7D97FFF89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7" name="Rectangle 107">
              <a:extLst>
                <a:ext uri="{FF2B5EF4-FFF2-40B4-BE49-F238E27FC236}">
                  <a16:creationId xmlns="" xmlns:a16="http://schemas.microsoft.com/office/drawing/2014/main" id="{45F474AC-9886-4540-A19A-46C20F033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18" name="Freeform 108">
              <a:extLst>
                <a:ext uri="{FF2B5EF4-FFF2-40B4-BE49-F238E27FC236}">
                  <a16:creationId xmlns="" xmlns:a16="http://schemas.microsoft.com/office/drawing/2014/main" id="{DA2606CF-3FA6-48FE-BEB0-F9DF6FC4F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9" name="Freeform 109">
              <a:extLst>
                <a:ext uri="{FF2B5EF4-FFF2-40B4-BE49-F238E27FC236}">
                  <a16:creationId xmlns="" xmlns:a16="http://schemas.microsoft.com/office/drawing/2014/main" id="{5DCD5A8F-DFDC-4792-B80A-073BC13F0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0" name="Rectangle 110">
              <a:extLst>
                <a:ext uri="{FF2B5EF4-FFF2-40B4-BE49-F238E27FC236}">
                  <a16:creationId xmlns="" xmlns:a16="http://schemas.microsoft.com/office/drawing/2014/main" id="{4C25931A-64B0-4177-BCD0-CFC715A7D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1" name="Group 111">
              <a:extLst>
                <a:ext uri="{FF2B5EF4-FFF2-40B4-BE49-F238E27FC236}">
                  <a16:creationId xmlns="" xmlns:a16="http://schemas.microsoft.com/office/drawing/2014/main" id="{83A37610-5776-4B61-9807-7AE1B9F9E4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46" name="AutoShape 112">
                <a:extLst>
                  <a:ext uri="{FF2B5EF4-FFF2-40B4-BE49-F238E27FC236}">
                    <a16:creationId xmlns="" xmlns:a16="http://schemas.microsoft.com/office/drawing/2014/main" id="{C151EE66-8D6D-4F52-A50B-86D6C83C3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7" name="AutoShape 113">
                <a:extLst>
                  <a:ext uri="{FF2B5EF4-FFF2-40B4-BE49-F238E27FC236}">
                    <a16:creationId xmlns="" xmlns:a16="http://schemas.microsoft.com/office/drawing/2014/main" id="{1A1511EB-4E8E-4FDC-9F0B-C08517AB5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2" name="Rectangle 114">
              <a:extLst>
                <a:ext uri="{FF2B5EF4-FFF2-40B4-BE49-F238E27FC236}">
                  <a16:creationId xmlns="" xmlns:a16="http://schemas.microsoft.com/office/drawing/2014/main" id="{6133C288-882B-481F-9996-6CD7D53A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3" name="Group 115">
              <a:extLst>
                <a:ext uri="{FF2B5EF4-FFF2-40B4-BE49-F238E27FC236}">
                  <a16:creationId xmlns="" xmlns:a16="http://schemas.microsoft.com/office/drawing/2014/main" id="{8D49947C-321C-4863-AB78-750F668D1B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44" name="AutoShape 116">
                <a:extLst>
                  <a:ext uri="{FF2B5EF4-FFF2-40B4-BE49-F238E27FC236}">
                    <a16:creationId xmlns="" xmlns:a16="http://schemas.microsoft.com/office/drawing/2014/main" id="{1192B8E2-99A6-4919-8791-D62815A19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5" name="AutoShape 117">
                <a:extLst>
                  <a:ext uri="{FF2B5EF4-FFF2-40B4-BE49-F238E27FC236}">
                    <a16:creationId xmlns="" xmlns:a16="http://schemas.microsoft.com/office/drawing/2014/main" id="{A925AE94-1295-4CC4-9749-639E1AF65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4" name="Rectangle 118">
              <a:extLst>
                <a:ext uri="{FF2B5EF4-FFF2-40B4-BE49-F238E27FC236}">
                  <a16:creationId xmlns="" xmlns:a16="http://schemas.microsoft.com/office/drawing/2014/main" id="{0AA76769-4636-4B0C-8784-49284D03A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25" name="Rectangle 119">
              <a:extLst>
                <a:ext uri="{FF2B5EF4-FFF2-40B4-BE49-F238E27FC236}">
                  <a16:creationId xmlns="" xmlns:a16="http://schemas.microsoft.com/office/drawing/2014/main" id="{2A0810CA-41CD-49FA-9012-4161E6605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6" name="Group 120">
              <a:extLst>
                <a:ext uri="{FF2B5EF4-FFF2-40B4-BE49-F238E27FC236}">
                  <a16:creationId xmlns="" xmlns:a16="http://schemas.microsoft.com/office/drawing/2014/main" id="{3ED4EF7D-6C9D-45C4-B7A5-32D2D8D390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542" name="AutoShape 121">
                <a:extLst>
                  <a:ext uri="{FF2B5EF4-FFF2-40B4-BE49-F238E27FC236}">
                    <a16:creationId xmlns="" xmlns:a16="http://schemas.microsoft.com/office/drawing/2014/main" id="{2C26DCE6-FB0A-4126-90A4-BBD7203D3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3" name="AutoShape 122">
                <a:extLst>
                  <a:ext uri="{FF2B5EF4-FFF2-40B4-BE49-F238E27FC236}">
                    <a16:creationId xmlns="" xmlns:a16="http://schemas.microsoft.com/office/drawing/2014/main" id="{CC765306-30CB-4390-A36A-1B08DA3D6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7" name="Freeform 123">
              <a:extLst>
                <a:ext uri="{FF2B5EF4-FFF2-40B4-BE49-F238E27FC236}">
                  <a16:creationId xmlns="" xmlns:a16="http://schemas.microsoft.com/office/drawing/2014/main" id="{FECB901B-9E84-4F18-B3B1-C3B17F8A2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528" name="Group 124">
              <a:extLst>
                <a:ext uri="{FF2B5EF4-FFF2-40B4-BE49-F238E27FC236}">
                  <a16:creationId xmlns="" xmlns:a16="http://schemas.microsoft.com/office/drawing/2014/main" id="{4BCBD1FF-5E80-4F0E-BB46-7C3878975F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540" name="AutoShape 125">
                <a:extLst>
                  <a:ext uri="{FF2B5EF4-FFF2-40B4-BE49-F238E27FC236}">
                    <a16:creationId xmlns="" xmlns:a16="http://schemas.microsoft.com/office/drawing/2014/main" id="{4809BBC1-524D-4A7B-B095-6061279AC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1" name="AutoShape 126">
                <a:extLst>
                  <a:ext uri="{FF2B5EF4-FFF2-40B4-BE49-F238E27FC236}">
                    <a16:creationId xmlns="" xmlns:a16="http://schemas.microsoft.com/office/drawing/2014/main" id="{3B737EB1-01F7-45B9-8B46-37D78EC71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9" name="Rectangle 127">
              <a:extLst>
                <a:ext uri="{FF2B5EF4-FFF2-40B4-BE49-F238E27FC236}">
                  <a16:creationId xmlns="" xmlns:a16="http://schemas.microsoft.com/office/drawing/2014/main" id="{BFBB6CEE-0CE9-4D94-85D6-21047A56E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0" name="Freeform 128">
              <a:extLst>
                <a:ext uri="{FF2B5EF4-FFF2-40B4-BE49-F238E27FC236}">
                  <a16:creationId xmlns="" xmlns:a16="http://schemas.microsoft.com/office/drawing/2014/main" id="{9A177A6E-856C-4651-BFDC-FB829CFF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1" name="Freeform 129">
              <a:extLst>
                <a:ext uri="{FF2B5EF4-FFF2-40B4-BE49-F238E27FC236}">
                  <a16:creationId xmlns="" xmlns:a16="http://schemas.microsoft.com/office/drawing/2014/main" id="{4D83B7BD-8C30-43AE-947F-0CF90F6BC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2" name="Oval 130">
              <a:extLst>
                <a:ext uri="{FF2B5EF4-FFF2-40B4-BE49-F238E27FC236}">
                  <a16:creationId xmlns="" xmlns:a16="http://schemas.microsoft.com/office/drawing/2014/main" id="{E5089663-33F7-401D-ADC7-3EE2138D8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3" name="Freeform 131">
              <a:extLst>
                <a:ext uri="{FF2B5EF4-FFF2-40B4-BE49-F238E27FC236}">
                  <a16:creationId xmlns="" xmlns:a16="http://schemas.microsoft.com/office/drawing/2014/main" id="{9B6EE10E-11BC-4055-8FA8-9B51566A0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4" name="AutoShape 132">
              <a:extLst>
                <a:ext uri="{FF2B5EF4-FFF2-40B4-BE49-F238E27FC236}">
                  <a16:creationId xmlns="" xmlns:a16="http://schemas.microsoft.com/office/drawing/2014/main" id="{E9BE7145-C7D6-4311-987D-F1C1DB69B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5" name="AutoShape 133">
              <a:extLst>
                <a:ext uri="{FF2B5EF4-FFF2-40B4-BE49-F238E27FC236}">
                  <a16:creationId xmlns="" xmlns:a16="http://schemas.microsoft.com/office/drawing/2014/main" id="{35AF2C1B-2367-4B1F-95E2-4BCE58703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6" name="Oval 134">
              <a:extLst>
                <a:ext uri="{FF2B5EF4-FFF2-40B4-BE49-F238E27FC236}">
                  <a16:creationId xmlns="" xmlns:a16="http://schemas.microsoft.com/office/drawing/2014/main" id="{14A01687-113D-4EC7-A347-45E871609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7" name="Oval 135">
              <a:extLst>
                <a:ext uri="{FF2B5EF4-FFF2-40B4-BE49-F238E27FC236}">
                  <a16:creationId xmlns="" xmlns:a16="http://schemas.microsoft.com/office/drawing/2014/main" id="{A8C3CFAF-6844-4938-9075-971BEF122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04538" name="Oval 136">
              <a:extLst>
                <a:ext uri="{FF2B5EF4-FFF2-40B4-BE49-F238E27FC236}">
                  <a16:creationId xmlns="" xmlns:a16="http://schemas.microsoft.com/office/drawing/2014/main" id="{579CED1C-37EC-4644-84C8-077F6054B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9" name="Rectangle 137">
              <a:extLst>
                <a:ext uri="{FF2B5EF4-FFF2-40B4-BE49-F238E27FC236}">
                  <a16:creationId xmlns="" xmlns:a16="http://schemas.microsoft.com/office/drawing/2014/main" id="{93089D14-01D4-46F5-AC63-ADACABE01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104455" name="Picture 63" descr="underline_base">
            <a:extLst>
              <a:ext uri="{FF2B5EF4-FFF2-40B4-BE49-F238E27FC236}">
                <a16:creationId xmlns="" xmlns:a16="http://schemas.microsoft.com/office/drawing/2014/main" id="{CCE9C22E-59DE-4DD4-8FEC-252E6CA94F42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893763"/>
            <a:ext cx="5942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6" name="Rectangle 2">
            <a:extLst>
              <a:ext uri="{FF2B5EF4-FFF2-40B4-BE49-F238E27FC236}">
                <a16:creationId xmlns="" xmlns:a16="http://schemas.microsoft.com/office/drawing/2014/main" id="{421D509F-6F07-43F0-9FB1-28AD0BDA36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3375" y="234950"/>
            <a:ext cx="7772400" cy="892175"/>
          </a:xfrm>
        </p:spPr>
        <p:txBody>
          <a:bodyPr/>
          <a:lstStyle/>
          <a:p>
            <a:r>
              <a:rPr lang="en-US" altLang="en-US" sz="4000"/>
              <a:t>Web caches (proxy server)</a:t>
            </a:r>
            <a:endParaRPr lang="en-US" altLang="en-US"/>
          </a:p>
        </p:txBody>
      </p:sp>
      <p:sp>
        <p:nvSpPr>
          <p:cNvPr id="104457" name="Rectangle 3">
            <a:extLst>
              <a:ext uri="{FF2B5EF4-FFF2-40B4-BE49-F238E27FC236}">
                <a16:creationId xmlns="" xmlns:a16="http://schemas.microsoft.com/office/drawing/2014/main" id="{25FAE829-9C86-412F-955E-8E1ED22980C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214313" y="1957388"/>
            <a:ext cx="3898900" cy="3762375"/>
          </a:xfrm>
        </p:spPr>
        <p:txBody>
          <a:bodyPr>
            <a:normAutofit fontScale="92500"/>
          </a:bodyPr>
          <a:lstStyle/>
          <a:p>
            <a:pPr marL="233363" indent="-233363"/>
            <a:r>
              <a:rPr lang="en-US" altLang="en-US" sz="2400" dirty="0"/>
              <a:t>user sets browser: Web accesses via  cache</a:t>
            </a:r>
          </a:p>
          <a:p>
            <a:pPr marL="233363" indent="-233363"/>
            <a:r>
              <a:rPr lang="en-US" altLang="en-US" sz="2400" dirty="0"/>
              <a:t>browser sends all HTTP requests to cache</a:t>
            </a:r>
          </a:p>
          <a:p>
            <a:pPr marL="685800" lvl="1" indent="-228600"/>
            <a:r>
              <a:rPr lang="en-US" altLang="en-US" b="1" dirty="0" smtClean="0">
                <a:solidFill>
                  <a:srgbClr val="FF0000"/>
                </a:solidFill>
              </a:rPr>
              <a:t>If object </a:t>
            </a:r>
            <a:r>
              <a:rPr lang="en-US" altLang="en-US" b="1" dirty="0">
                <a:solidFill>
                  <a:srgbClr val="FF0000"/>
                </a:solidFill>
              </a:rPr>
              <a:t>in cache</a:t>
            </a:r>
            <a:r>
              <a:rPr lang="en-US" altLang="en-US" dirty="0"/>
              <a:t>: cache returns object </a:t>
            </a:r>
          </a:p>
          <a:p>
            <a:pPr marL="685800" lvl="1" indent="-228600"/>
            <a:r>
              <a:rPr lang="en-US" altLang="en-US" b="1" dirty="0">
                <a:solidFill>
                  <a:srgbClr val="FF0000"/>
                </a:solidFill>
              </a:rPr>
              <a:t>else</a:t>
            </a:r>
            <a:r>
              <a:rPr lang="en-US" altLang="en-US" dirty="0"/>
              <a:t> cache requests object </a:t>
            </a:r>
            <a:r>
              <a:rPr lang="en-US" altLang="en-US" b="1" dirty="0">
                <a:solidFill>
                  <a:srgbClr val="FF0000"/>
                </a:solidFill>
              </a:rPr>
              <a:t>from origin server</a:t>
            </a:r>
            <a:r>
              <a:rPr lang="en-US" altLang="en-US" dirty="0" smtClean="0"/>
              <a:t>, </a:t>
            </a:r>
            <a:r>
              <a:rPr lang="en-US" altLang="en-US" b="1" dirty="0" smtClean="0">
                <a:solidFill>
                  <a:srgbClr val="00B050"/>
                </a:solidFill>
              </a:rPr>
              <a:t>store copy</a:t>
            </a:r>
            <a:r>
              <a:rPr lang="en-US" altLang="en-US" dirty="0" smtClean="0"/>
              <a:t> and </a:t>
            </a:r>
            <a:r>
              <a:rPr lang="en-US" altLang="en-US" dirty="0"/>
              <a:t>then returns object to client</a:t>
            </a:r>
          </a:p>
        </p:txBody>
      </p:sp>
      <p:sp>
        <p:nvSpPr>
          <p:cNvPr id="104458" name="Rectangle 4">
            <a:extLst>
              <a:ext uri="{FF2B5EF4-FFF2-40B4-BE49-F238E27FC236}">
                <a16:creationId xmlns="" xmlns:a16="http://schemas.microsoft.com/office/drawing/2014/main" id="{544B6F5B-DEF3-44B5-B4C5-939D30491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" y="1265238"/>
            <a:ext cx="9067800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i="1" dirty="0" smtClean="0">
                <a:solidFill>
                  <a:srgbClr val="CC0000"/>
                </a:solidFill>
                <a:latin typeface="Gill Sans MT" panose="020B0502020104020203" pitchFamily="34" charset="0"/>
              </a:rPr>
              <a:t>Goal</a:t>
            </a:r>
            <a:r>
              <a:rPr lang="en-US" altLang="en-US" sz="2800" i="1" dirty="0">
                <a:solidFill>
                  <a:srgbClr val="CC0000"/>
                </a:solidFill>
                <a:latin typeface="Gill Sans MT" panose="020B0502020104020203" pitchFamily="34" charset="0"/>
              </a:rPr>
              <a:t>:</a:t>
            </a:r>
            <a:r>
              <a:rPr lang="en-US" altLang="en-US" sz="2800" dirty="0">
                <a:latin typeface="Gill Sans MT" panose="020B0502020104020203" pitchFamily="34" charset="0"/>
              </a:rPr>
              <a:t> satisfy client request </a:t>
            </a:r>
            <a:r>
              <a:rPr lang="en-US" altLang="en-US" sz="2800" b="1" dirty="0">
                <a:solidFill>
                  <a:srgbClr val="00B050"/>
                </a:solidFill>
                <a:latin typeface="Gill Sans MT" panose="020B0502020104020203" pitchFamily="34" charset="0"/>
              </a:rPr>
              <a:t>without involving origin server</a:t>
            </a:r>
          </a:p>
        </p:txBody>
      </p:sp>
      <p:sp>
        <p:nvSpPr>
          <p:cNvPr id="104459" name="Text Box 6">
            <a:extLst>
              <a:ext uri="{FF2B5EF4-FFF2-40B4-BE49-F238E27FC236}">
                <a16:creationId xmlns="" xmlns:a16="http://schemas.microsoft.com/office/drawing/2014/main" id="{7BF37B75-A9B2-4FB2-B6E9-C4D6012A1E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950" y="3368675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client</a:t>
            </a:r>
            <a:endParaRPr lang="en-US" altLang="en-US" sz="2400"/>
          </a:p>
        </p:txBody>
      </p:sp>
      <p:sp>
        <p:nvSpPr>
          <p:cNvPr id="104460" name="Text Box 8">
            <a:extLst>
              <a:ext uri="{FF2B5EF4-FFF2-40B4-BE49-F238E27FC236}">
                <a16:creationId xmlns="" xmlns:a16="http://schemas.microsoft.com/office/drawing/2014/main" id="{D47CA384-3B43-4EA7-B0B1-EEB0CABEB1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7888" y="2774950"/>
            <a:ext cx="889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proxy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server</a:t>
            </a:r>
            <a:endParaRPr lang="en-US" altLang="en-US" sz="2400"/>
          </a:p>
        </p:txBody>
      </p:sp>
      <p:sp>
        <p:nvSpPr>
          <p:cNvPr id="104461" name="Text Box 21">
            <a:extLst>
              <a:ext uri="{FF2B5EF4-FFF2-40B4-BE49-F238E27FC236}">
                <a16:creationId xmlns="" xmlns:a16="http://schemas.microsoft.com/office/drawing/2014/main" id="{DF8B4B27-1939-4F49-A604-EA94EC95C8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340350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client</a:t>
            </a:r>
            <a:endParaRPr lang="en-US" altLang="en-US" sz="2400"/>
          </a:p>
        </p:txBody>
      </p:sp>
      <p:grpSp>
        <p:nvGrpSpPr>
          <p:cNvPr id="14" name="Group 53">
            <a:extLst>
              <a:ext uri="{FF2B5EF4-FFF2-40B4-BE49-F238E27FC236}">
                <a16:creationId xmlns="" xmlns:a16="http://schemas.microsoft.com/office/drawing/2014/main" id="{749B391B-6B0E-4C10-BFD6-019B6A806F97}"/>
              </a:ext>
            </a:extLst>
          </p:cNvPr>
          <p:cNvGrpSpPr>
            <a:grpSpLocks/>
          </p:cNvGrpSpPr>
          <p:nvPr/>
        </p:nvGrpSpPr>
        <p:grpSpPr bwMode="auto">
          <a:xfrm>
            <a:off x="4597400" y="4095750"/>
            <a:ext cx="1563688" cy="760413"/>
            <a:chOff x="2896" y="2580"/>
            <a:chExt cx="985" cy="479"/>
          </a:xfrm>
        </p:grpSpPr>
        <p:sp>
          <p:nvSpPr>
            <p:cNvPr id="104514" name="Line 19">
              <a:extLst>
                <a:ext uri="{FF2B5EF4-FFF2-40B4-BE49-F238E27FC236}">
                  <a16:creationId xmlns="" xmlns:a16="http://schemas.microsoft.com/office/drawing/2014/main" id="{CC719602-D0B6-4951-84F5-82BBF2303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5" name="Text Box 23">
              <a:extLst>
                <a:ext uri="{FF2B5EF4-FFF2-40B4-BE49-F238E27FC236}">
                  <a16:creationId xmlns="" xmlns:a16="http://schemas.microsoft.com/office/drawing/2014/main" id="{BF7908C8-7F3B-4176-AA1F-C737B25586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692639">
              <a:off x="2896" y="264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15" name="Group 54">
            <a:extLst>
              <a:ext uri="{FF2B5EF4-FFF2-40B4-BE49-F238E27FC236}">
                <a16:creationId xmlns="" xmlns:a16="http://schemas.microsoft.com/office/drawing/2014/main" id="{FC49E278-7B95-4408-9CEF-1CEB270DB267}"/>
              </a:ext>
            </a:extLst>
          </p:cNvPr>
          <p:cNvGrpSpPr>
            <a:grpSpLocks/>
          </p:cNvGrpSpPr>
          <p:nvPr/>
        </p:nvGrpSpPr>
        <p:grpSpPr bwMode="auto">
          <a:xfrm>
            <a:off x="4781550" y="4183063"/>
            <a:ext cx="1604963" cy="785812"/>
            <a:chOff x="3012" y="2635"/>
            <a:chExt cx="1011" cy="495"/>
          </a:xfrm>
        </p:grpSpPr>
        <p:sp>
          <p:nvSpPr>
            <p:cNvPr id="104512" name="Line 20">
              <a:extLst>
                <a:ext uri="{FF2B5EF4-FFF2-40B4-BE49-F238E27FC236}">
                  <a16:creationId xmlns="" xmlns:a16="http://schemas.microsoft.com/office/drawing/2014/main" id="{0178E61E-A347-4B1D-99A3-15E73073DE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3" name="Text Box 25">
              <a:extLst>
                <a:ext uri="{FF2B5EF4-FFF2-40B4-BE49-F238E27FC236}">
                  <a16:creationId xmlns="" xmlns:a16="http://schemas.microsoft.com/office/drawing/2014/main" id="{DFE4D718-DACF-49AB-92E9-84B49AC52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737783">
              <a:off x="3012" y="2847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16" name="Group 49">
            <a:extLst>
              <a:ext uri="{FF2B5EF4-FFF2-40B4-BE49-F238E27FC236}">
                <a16:creationId xmlns="" xmlns:a16="http://schemas.microsoft.com/office/drawing/2014/main" id="{375DFE5C-560B-4E70-B611-8E96760CEDD6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3124200"/>
            <a:ext cx="3251200" cy="730250"/>
            <a:chOff x="3002" y="1979"/>
            <a:chExt cx="2048" cy="460"/>
          </a:xfrm>
        </p:grpSpPr>
        <p:sp>
          <p:nvSpPr>
            <p:cNvPr id="104509" name="Freeform 18">
              <a:extLst>
                <a:ext uri="{FF2B5EF4-FFF2-40B4-BE49-F238E27FC236}">
                  <a16:creationId xmlns="" xmlns:a16="http://schemas.microsoft.com/office/drawing/2014/main" id="{455E88CA-73BF-434D-B363-230D9883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0" name="Text Box 22">
              <a:extLst>
                <a:ext uri="{FF2B5EF4-FFF2-40B4-BE49-F238E27FC236}">
                  <a16:creationId xmlns="" xmlns:a16="http://schemas.microsoft.com/office/drawing/2014/main" id="{9054E5B7-590F-4242-85C2-517F805483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083" y="200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sp>
          <p:nvSpPr>
            <p:cNvPr id="104511" name="Text Box 45">
              <a:extLst>
                <a:ext uri="{FF2B5EF4-FFF2-40B4-BE49-F238E27FC236}">
                  <a16:creationId xmlns="" xmlns:a16="http://schemas.microsoft.com/office/drawing/2014/main" id="{BE09A4B9-5859-4E7A-A4D7-4B4C53FBEE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419968">
              <a:off x="4114" y="201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sp>
        <p:nvSpPr>
          <p:cNvPr id="104465" name="Text Box 47">
            <a:extLst>
              <a:ext uri="{FF2B5EF4-FFF2-40B4-BE49-F238E27FC236}">
                <a16:creationId xmlns="" xmlns:a16="http://schemas.microsoft.com/office/drawing/2014/main" id="{494BD68D-8E47-48C5-872A-BC720DEE9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9413" y="542131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origin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104466" name="Text Box 48">
            <a:extLst>
              <a:ext uri="{FF2B5EF4-FFF2-40B4-BE49-F238E27FC236}">
                <a16:creationId xmlns="" xmlns:a16="http://schemas.microsoft.com/office/drawing/2014/main" id="{45F9C5D0-48ED-4200-9226-289B6A21A4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6875" y="348456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origin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104467" name="Rectangle 55">
            <a:extLst>
              <a:ext uri="{FF2B5EF4-FFF2-40B4-BE49-F238E27FC236}">
                <a16:creationId xmlns="" xmlns:a16="http://schemas.microsoft.com/office/drawing/2014/main" id="{1DD721EF-5B5C-47B8-9FAF-73F3657D9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00" y="4349750"/>
            <a:ext cx="40640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04468" name="Picture 56">
            <a:extLst>
              <a:ext uri="{FF2B5EF4-FFF2-40B4-BE49-F238E27FC236}">
                <a16:creationId xmlns="" xmlns:a16="http://schemas.microsoft.com/office/drawing/2014/main" id="{F1E35DB3-EBC1-441E-8B11-7E224A762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7863" y="26320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" name="Group 60">
            <a:extLst>
              <a:ext uri="{FF2B5EF4-FFF2-40B4-BE49-F238E27FC236}">
                <a16:creationId xmlns="" xmlns:a16="http://schemas.microsoft.com/office/drawing/2014/main" id="{292D3E83-DA2D-428E-94EF-B93AA6074C0D}"/>
              </a:ext>
            </a:extLst>
          </p:cNvPr>
          <p:cNvGrpSpPr>
            <a:grpSpLocks/>
          </p:cNvGrpSpPr>
          <p:nvPr/>
        </p:nvGrpSpPr>
        <p:grpSpPr bwMode="auto">
          <a:xfrm>
            <a:off x="3992563" y="2671763"/>
            <a:ext cx="4178300" cy="1814512"/>
            <a:chOff x="2515" y="1687"/>
            <a:chExt cx="2632" cy="1143"/>
          </a:xfrm>
        </p:grpSpPr>
        <p:sp>
          <p:nvSpPr>
            <p:cNvPr id="104504" name="Freeform 44">
              <a:extLst>
                <a:ext uri="{FF2B5EF4-FFF2-40B4-BE49-F238E27FC236}">
                  <a16:creationId xmlns="" xmlns:a16="http://schemas.microsoft.com/office/drawing/2014/main" id="{98D7EF19-AC5D-4948-8B08-D77A7AB3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05" name="Text Box 24">
              <a:extLst>
                <a:ext uri="{FF2B5EF4-FFF2-40B4-BE49-F238E27FC236}">
                  <a16:creationId xmlns="" xmlns:a16="http://schemas.microsoft.com/office/drawing/2014/main" id="{03E67B5A-0651-4AAC-BD0C-9860D34CF7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2906" y="2244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sp>
          <p:nvSpPr>
            <p:cNvPr id="104506" name="Text Box 46">
              <a:extLst>
                <a:ext uri="{FF2B5EF4-FFF2-40B4-BE49-F238E27FC236}">
                  <a16:creationId xmlns="" xmlns:a16="http://schemas.microsoft.com/office/drawing/2014/main" id="{CA48AA85-25C5-4C4C-9E56-18621BEE52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415789">
              <a:off x="4136" y="2232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pic>
          <p:nvPicPr>
            <p:cNvPr id="104507" name="Picture 57">
              <a:extLst>
                <a:ext uri="{FF2B5EF4-FFF2-40B4-BE49-F238E27FC236}">
                  <a16:creationId xmlns="" xmlns:a16="http://schemas.microsoft.com/office/drawing/2014/main" id="{47F6EF28-9969-41C8-87C6-2EF3777A39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508" name="Picture 59">
              <a:extLst>
                <a:ext uri="{FF2B5EF4-FFF2-40B4-BE49-F238E27FC236}">
                  <a16:creationId xmlns="" xmlns:a16="http://schemas.microsoft.com/office/drawing/2014/main" id="{5D035089-D477-4D02-8916-164BE1BFC2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71069" name="Picture 61">
            <a:extLst>
              <a:ext uri="{FF2B5EF4-FFF2-40B4-BE49-F238E27FC236}">
                <a16:creationId xmlns="" xmlns:a16="http://schemas.microsoft.com/office/drawing/2014/main" id="{66744BAF-97CE-4ACB-91A6-39A1E04421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0188" y="46132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471" name="Group 69">
            <a:extLst>
              <a:ext uri="{FF2B5EF4-FFF2-40B4-BE49-F238E27FC236}">
                <a16:creationId xmlns="" xmlns:a16="http://schemas.microsoft.com/office/drawing/2014/main" id="{454CF0F9-CC5D-435A-8A17-900D278CB428}"/>
              </a:ext>
            </a:extLst>
          </p:cNvPr>
          <p:cNvGrpSpPr>
            <a:grpSpLocks/>
          </p:cNvGrpSpPr>
          <p:nvPr/>
        </p:nvGrpSpPr>
        <p:grpSpPr bwMode="auto">
          <a:xfrm>
            <a:off x="8112125" y="4764088"/>
            <a:ext cx="433388" cy="715962"/>
            <a:chOff x="4140" y="429"/>
            <a:chExt cx="1425" cy="2396"/>
          </a:xfrm>
        </p:grpSpPr>
        <p:sp>
          <p:nvSpPr>
            <p:cNvPr id="104472" name="Freeform 70">
              <a:extLst>
                <a:ext uri="{FF2B5EF4-FFF2-40B4-BE49-F238E27FC236}">
                  <a16:creationId xmlns="" xmlns:a16="http://schemas.microsoft.com/office/drawing/2014/main" id="{E93ED83A-3C9E-4C12-AB7D-33AE306EB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3" name="Rectangle 71">
              <a:extLst>
                <a:ext uri="{FF2B5EF4-FFF2-40B4-BE49-F238E27FC236}">
                  <a16:creationId xmlns="" xmlns:a16="http://schemas.microsoft.com/office/drawing/2014/main" id="{F3EF1D23-6764-475F-B935-69FEAFBA9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74" name="Freeform 72">
              <a:extLst>
                <a:ext uri="{FF2B5EF4-FFF2-40B4-BE49-F238E27FC236}">
                  <a16:creationId xmlns="" xmlns:a16="http://schemas.microsoft.com/office/drawing/2014/main" id="{8BDF865E-B94F-40F8-8C2A-BBFFB643E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5" name="Freeform 73">
              <a:extLst>
                <a:ext uri="{FF2B5EF4-FFF2-40B4-BE49-F238E27FC236}">
                  <a16:creationId xmlns="" xmlns:a16="http://schemas.microsoft.com/office/drawing/2014/main" id="{AB0DF44F-6E29-4CAE-9E3D-DFB803BE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6" name="Rectangle 74">
              <a:extLst>
                <a:ext uri="{FF2B5EF4-FFF2-40B4-BE49-F238E27FC236}">
                  <a16:creationId xmlns="" xmlns:a16="http://schemas.microsoft.com/office/drawing/2014/main" id="{A7A98E46-95A9-4D1C-8984-812C3FDAA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77" name="Group 75">
              <a:extLst>
                <a:ext uri="{FF2B5EF4-FFF2-40B4-BE49-F238E27FC236}">
                  <a16:creationId xmlns="" xmlns:a16="http://schemas.microsoft.com/office/drawing/2014/main" id="{AC715C32-0B1A-4507-A004-005EA83D14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02" name="AutoShape 76">
                <a:extLst>
                  <a:ext uri="{FF2B5EF4-FFF2-40B4-BE49-F238E27FC236}">
                    <a16:creationId xmlns="" xmlns:a16="http://schemas.microsoft.com/office/drawing/2014/main" id="{745141E6-031E-4B6C-8ED2-4818A5444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03" name="AutoShape 77">
                <a:extLst>
                  <a:ext uri="{FF2B5EF4-FFF2-40B4-BE49-F238E27FC236}">
                    <a16:creationId xmlns="" xmlns:a16="http://schemas.microsoft.com/office/drawing/2014/main" id="{9870818D-EAFF-43BF-8576-DB273A969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78" name="Rectangle 78">
              <a:extLst>
                <a:ext uri="{FF2B5EF4-FFF2-40B4-BE49-F238E27FC236}">
                  <a16:creationId xmlns="" xmlns:a16="http://schemas.microsoft.com/office/drawing/2014/main" id="{6E07595F-111F-4618-B550-658B30BA5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79" name="Group 79">
              <a:extLst>
                <a:ext uri="{FF2B5EF4-FFF2-40B4-BE49-F238E27FC236}">
                  <a16:creationId xmlns="" xmlns:a16="http://schemas.microsoft.com/office/drawing/2014/main" id="{1108F5D6-47B8-432A-B622-5C3DF2DB84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00" name="AutoShape 80">
                <a:extLst>
                  <a:ext uri="{FF2B5EF4-FFF2-40B4-BE49-F238E27FC236}">
                    <a16:creationId xmlns="" xmlns:a16="http://schemas.microsoft.com/office/drawing/2014/main" id="{B3550D1F-58B7-46B1-983C-BA5338C47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01" name="AutoShape 81">
                <a:extLst>
                  <a:ext uri="{FF2B5EF4-FFF2-40B4-BE49-F238E27FC236}">
                    <a16:creationId xmlns="" xmlns:a16="http://schemas.microsoft.com/office/drawing/2014/main" id="{09299406-BA49-4C8A-A5A6-A6ABAE539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0" name="Rectangle 82">
              <a:extLst>
                <a:ext uri="{FF2B5EF4-FFF2-40B4-BE49-F238E27FC236}">
                  <a16:creationId xmlns="" xmlns:a16="http://schemas.microsoft.com/office/drawing/2014/main" id="{702029B7-8D07-4853-AC3C-1415CCDCF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1" name="Rectangle 83">
              <a:extLst>
                <a:ext uri="{FF2B5EF4-FFF2-40B4-BE49-F238E27FC236}">
                  <a16:creationId xmlns="" xmlns:a16="http://schemas.microsoft.com/office/drawing/2014/main" id="{82B994CF-D2F7-42CE-8A8F-1BB2717BF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82" name="Group 84">
              <a:extLst>
                <a:ext uri="{FF2B5EF4-FFF2-40B4-BE49-F238E27FC236}">
                  <a16:creationId xmlns="" xmlns:a16="http://schemas.microsoft.com/office/drawing/2014/main" id="{E8CE79CE-3AED-4575-8F12-28AA115261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498" name="AutoShape 85">
                <a:extLst>
                  <a:ext uri="{FF2B5EF4-FFF2-40B4-BE49-F238E27FC236}">
                    <a16:creationId xmlns="" xmlns:a16="http://schemas.microsoft.com/office/drawing/2014/main" id="{97819014-FF87-4FDC-AB0F-C1309BA98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499" name="AutoShape 86">
                <a:extLst>
                  <a:ext uri="{FF2B5EF4-FFF2-40B4-BE49-F238E27FC236}">
                    <a16:creationId xmlns="" xmlns:a16="http://schemas.microsoft.com/office/drawing/2014/main" id="{440938AE-B434-4024-9CB0-6CE21C768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3" name="Freeform 87">
              <a:extLst>
                <a:ext uri="{FF2B5EF4-FFF2-40B4-BE49-F238E27FC236}">
                  <a16:creationId xmlns="" xmlns:a16="http://schemas.microsoft.com/office/drawing/2014/main" id="{2FB6A958-C9D4-4FF3-B93A-F07E26BA3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484" name="Group 88">
              <a:extLst>
                <a:ext uri="{FF2B5EF4-FFF2-40B4-BE49-F238E27FC236}">
                  <a16:creationId xmlns="" xmlns:a16="http://schemas.microsoft.com/office/drawing/2014/main" id="{781DA63E-10B1-44BE-AD26-90CBD527C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496" name="AutoShape 89">
                <a:extLst>
                  <a:ext uri="{FF2B5EF4-FFF2-40B4-BE49-F238E27FC236}">
                    <a16:creationId xmlns="" xmlns:a16="http://schemas.microsoft.com/office/drawing/2014/main" id="{51F86032-FD3C-4B7C-9D77-366A20AC7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497" name="AutoShape 90">
                <a:extLst>
                  <a:ext uri="{FF2B5EF4-FFF2-40B4-BE49-F238E27FC236}">
                    <a16:creationId xmlns="" xmlns:a16="http://schemas.microsoft.com/office/drawing/2014/main" id="{9053D516-E70F-41EE-A54F-EDBB687D1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5" name="Rectangle 91">
              <a:extLst>
                <a:ext uri="{FF2B5EF4-FFF2-40B4-BE49-F238E27FC236}">
                  <a16:creationId xmlns="" xmlns:a16="http://schemas.microsoft.com/office/drawing/2014/main" id="{D8A8A359-CED8-49E8-8DB9-7B3131799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6" name="Freeform 92">
              <a:extLst>
                <a:ext uri="{FF2B5EF4-FFF2-40B4-BE49-F238E27FC236}">
                  <a16:creationId xmlns="" xmlns:a16="http://schemas.microsoft.com/office/drawing/2014/main" id="{4281093E-70F2-42F3-A5B7-C6FB5E1C2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7" name="Freeform 93">
              <a:extLst>
                <a:ext uri="{FF2B5EF4-FFF2-40B4-BE49-F238E27FC236}">
                  <a16:creationId xmlns="" xmlns:a16="http://schemas.microsoft.com/office/drawing/2014/main" id="{8B981D13-EBFD-4F26-A05F-F684EABB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8" name="Oval 94">
              <a:extLst>
                <a:ext uri="{FF2B5EF4-FFF2-40B4-BE49-F238E27FC236}">
                  <a16:creationId xmlns="" xmlns:a16="http://schemas.microsoft.com/office/drawing/2014/main" id="{47F8CFD7-1257-465B-B07D-E576D4D8C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9" name="Freeform 95">
              <a:extLst>
                <a:ext uri="{FF2B5EF4-FFF2-40B4-BE49-F238E27FC236}">
                  <a16:creationId xmlns="" xmlns:a16="http://schemas.microsoft.com/office/drawing/2014/main" id="{306FA7B5-2BCB-4BD2-8E22-0AE8E36EE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0" name="AutoShape 96">
              <a:extLst>
                <a:ext uri="{FF2B5EF4-FFF2-40B4-BE49-F238E27FC236}">
                  <a16:creationId xmlns="" xmlns:a16="http://schemas.microsoft.com/office/drawing/2014/main" id="{D0BECB2C-6F5A-4919-B101-5484E6FF1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1" name="AutoShape 97">
              <a:extLst>
                <a:ext uri="{FF2B5EF4-FFF2-40B4-BE49-F238E27FC236}">
                  <a16:creationId xmlns="" xmlns:a16="http://schemas.microsoft.com/office/drawing/2014/main" id="{0BFF287C-C962-4886-AA00-D281A6164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2" name="Oval 98">
              <a:extLst>
                <a:ext uri="{FF2B5EF4-FFF2-40B4-BE49-F238E27FC236}">
                  <a16:creationId xmlns="" xmlns:a16="http://schemas.microsoft.com/office/drawing/2014/main" id="{830D8F85-72E9-478B-8DF8-479DCD71B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3" name="Oval 99">
              <a:extLst>
                <a:ext uri="{FF2B5EF4-FFF2-40B4-BE49-F238E27FC236}">
                  <a16:creationId xmlns="" xmlns:a16="http://schemas.microsoft.com/office/drawing/2014/main" id="{38257FB3-BEEF-4E0C-939F-685CCCD9E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04494" name="Oval 100">
              <a:extLst>
                <a:ext uri="{FF2B5EF4-FFF2-40B4-BE49-F238E27FC236}">
                  <a16:creationId xmlns="" xmlns:a16="http://schemas.microsoft.com/office/drawing/2014/main" id="{7644E2FE-FC13-46AF-B19E-F863F1C1E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5" name="Rectangle 101">
              <a:extLst>
                <a:ext uri="{FF2B5EF4-FFF2-40B4-BE49-F238E27FC236}">
                  <a16:creationId xmlns="" xmlns:a16="http://schemas.microsoft.com/office/drawing/2014/main" id="{830F341C-F739-4BF1-8FBC-3F51F42AB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028962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7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7">
            <a:extLst>
              <a:ext uri="{FF2B5EF4-FFF2-40B4-BE49-F238E27FC236}">
                <a16:creationId xmlns="" xmlns:a16="http://schemas.microsoft.com/office/drawing/2014/main" id="{E80CFEDC-C0CE-46C8-9FD3-68BA662C85D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6498" name="Rectangle 8">
            <a:extLst>
              <a:ext uri="{FF2B5EF4-FFF2-40B4-BE49-F238E27FC236}">
                <a16:creationId xmlns="" xmlns:a16="http://schemas.microsoft.com/office/drawing/2014/main" id="{25B08747-7904-4D30-AE3C-F19512A0B42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9343901-B0F9-4EF4-86CF-E01E8D8655C1}" type="slidenum">
              <a:rPr lang="en-US" altLang="en-US" sz="1200">
                <a:latin typeface="Tahoma" panose="020B0604030504040204" pitchFamily="34" charset="0"/>
              </a:rPr>
              <a:pPr/>
              <a:t>45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06499" name="Picture 10" descr="underline_base">
            <a:extLst>
              <a:ext uri="{FF2B5EF4-FFF2-40B4-BE49-F238E27FC236}">
                <a16:creationId xmlns="" xmlns:a16="http://schemas.microsoft.com/office/drawing/2014/main" id="{4F6959C2-BF28-4F21-A988-CF27CC0814F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936625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6500" name="Rectangle 2">
            <a:extLst>
              <a:ext uri="{FF2B5EF4-FFF2-40B4-BE49-F238E27FC236}">
                <a16:creationId xmlns="" xmlns:a16="http://schemas.microsoft.com/office/drawing/2014/main" id="{CBDD311C-C0DF-484E-8B57-BE6CF10384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47738"/>
          </a:xfrm>
        </p:spPr>
        <p:txBody>
          <a:bodyPr/>
          <a:lstStyle/>
          <a:p>
            <a:r>
              <a:rPr lang="en-US" altLang="en-US"/>
              <a:t>More about Web caching</a:t>
            </a:r>
          </a:p>
        </p:txBody>
      </p:sp>
      <p:sp>
        <p:nvSpPr>
          <p:cNvPr id="106501" name="Rectangle 3">
            <a:extLst>
              <a:ext uri="{FF2B5EF4-FFF2-40B4-BE49-F238E27FC236}">
                <a16:creationId xmlns="" xmlns:a16="http://schemas.microsoft.com/office/drawing/2014/main" id="{7979991C-1DEE-421D-8137-A64908A84BA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r>
              <a:rPr lang="en-US" altLang="en-US" b="1" dirty="0">
                <a:solidFill>
                  <a:srgbClr val="00B050"/>
                </a:solidFill>
              </a:rPr>
              <a:t>cache</a:t>
            </a:r>
            <a:r>
              <a:rPr lang="en-US" altLang="en-US" dirty="0"/>
              <a:t> acts as both </a:t>
            </a:r>
            <a:r>
              <a:rPr lang="en-US" altLang="en-US" b="1" dirty="0">
                <a:solidFill>
                  <a:srgbClr val="FF0000"/>
                </a:solidFill>
              </a:rPr>
              <a:t>client and server</a:t>
            </a:r>
          </a:p>
          <a:p>
            <a:pPr lvl="1"/>
            <a:r>
              <a:rPr lang="en-US" altLang="en-US" sz="2000" dirty="0"/>
              <a:t>server for original requesting client</a:t>
            </a:r>
          </a:p>
          <a:p>
            <a:pPr lvl="1"/>
            <a:r>
              <a:rPr lang="en-US" altLang="en-US" sz="2000" dirty="0"/>
              <a:t>client to origin server</a:t>
            </a:r>
          </a:p>
          <a:p>
            <a:r>
              <a:rPr lang="en-US" altLang="en-US" dirty="0"/>
              <a:t>typically cache is installed by ISP (university, company, residential ISP)</a:t>
            </a:r>
          </a:p>
        </p:txBody>
      </p:sp>
      <p:sp>
        <p:nvSpPr>
          <p:cNvPr id="106502" name="Rectangle 4">
            <a:extLst>
              <a:ext uri="{FF2B5EF4-FFF2-40B4-BE49-F238E27FC236}">
                <a16:creationId xmlns="" xmlns:a16="http://schemas.microsoft.com/office/drawing/2014/main" id="{FAC795F8-1DDD-42EC-A8D2-6611B4216CE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4159250" cy="4648200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why Web caching?</a:t>
            </a:r>
          </a:p>
          <a:p>
            <a:r>
              <a:rPr lang="en-US" altLang="en-US" b="1" dirty="0">
                <a:solidFill>
                  <a:srgbClr val="00B050"/>
                </a:solidFill>
              </a:rPr>
              <a:t>reduce response time </a:t>
            </a:r>
            <a:r>
              <a:rPr lang="en-US" altLang="en-US" dirty="0"/>
              <a:t>for client request</a:t>
            </a:r>
          </a:p>
          <a:p>
            <a:r>
              <a:rPr lang="en-US" altLang="en-US" b="1" dirty="0">
                <a:solidFill>
                  <a:srgbClr val="00B050"/>
                </a:solidFill>
              </a:rPr>
              <a:t>reduce traffic</a:t>
            </a:r>
            <a:r>
              <a:rPr lang="en-US" altLang="en-US" dirty="0"/>
              <a:t> on an institution</a:t>
            </a:r>
            <a:r>
              <a:rPr lang="ja-JP" altLang="en-US" dirty="0"/>
              <a:t>’</a:t>
            </a:r>
            <a:r>
              <a:rPr lang="en-US" altLang="ja-JP" dirty="0"/>
              <a:t>s access link</a:t>
            </a:r>
          </a:p>
          <a:p>
            <a:r>
              <a:rPr lang="en-US" altLang="en-US" dirty="0"/>
              <a:t>Internet dense with caches: enables </a:t>
            </a:r>
            <a:r>
              <a:rPr lang="ja-JP" altLang="en-US" dirty="0"/>
              <a:t>“</a:t>
            </a:r>
            <a:r>
              <a:rPr lang="en-US" altLang="ja-JP" dirty="0"/>
              <a:t>poor</a:t>
            </a:r>
            <a:r>
              <a:rPr lang="ja-JP" altLang="en-US" dirty="0"/>
              <a:t>”</a:t>
            </a:r>
            <a:r>
              <a:rPr lang="en-US" altLang="ja-JP" dirty="0"/>
              <a:t> content providers to </a:t>
            </a:r>
            <a:r>
              <a:rPr lang="en-US" altLang="ja-JP" b="1" dirty="0">
                <a:solidFill>
                  <a:srgbClr val="00B050"/>
                </a:solidFill>
              </a:rPr>
              <a:t>effectively deliver content</a:t>
            </a:r>
            <a:r>
              <a:rPr lang="en-US" altLang="ja-JP" dirty="0"/>
              <a:t> (so too does P2P file sharing)</a:t>
            </a:r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3923720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76600" y="1981200"/>
            <a:ext cx="1981200" cy="2514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3398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785" name="Picture 11" descr="underline_base">
            <a:extLst>
              <a:ext uri="{FF2B5EF4-FFF2-40B4-BE49-F238E27FC236}">
                <a16:creationId xmlns="" xmlns:a16="http://schemas.microsoft.com/office/drawing/2014/main" id="{755AB13A-F95D-46C0-9CD4-A2319032051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8786" name="Rectangle 7">
            <a:extLst>
              <a:ext uri="{FF2B5EF4-FFF2-40B4-BE49-F238E27FC236}">
                <a16:creationId xmlns="" xmlns:a16="http://schemas.microsoft.com/office/drawing/2014/main" id="{05BB4995-9BA8-4D18-AE85-0FA34C679AD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8787" name="Rectangle 8">
            <a:extLst>
              <a:ext uri="{FF2B5EF4-FFF2-40B4-BE49-F238E27FC236}">
                <a16:creationId xmlns="" xmlns:a16="http://schemas.microsoft.com/office/drawing/2014/main" id="{51A602EB-19DE-4CCB-B7FE-FA03FFC747C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794EDE6-1F33-49AF-85A7-5A63D2B27B19}" type="slidenum">
              <a:rPr lang="en-US" altLang="en-US" sz="1200">
                <a:latin typeface="Tahoma" panose="020B0604030504040204" pitchFamily="34" charset="0"/>
              </a:rPr>
              <a:pPr/>
              <a:t>47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18788" name="Rectangle 2">
            <a:extLst>
              <a:ext uri="{FF2B5EF4-FFF2-40B4-BE49-F238E27FC236}">
                <a16:creationId xmlns="" xmlns:a16="http://schemas.microsoft.com/office/drawing/2014/main" id="{1771EA60-4A4C-45B9-8F83-1320212769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="" xmlns:a16="http://schemas.microsoft.com/office/drawing/2014/main" id="{D88813A2-94EC-462D-B28A-8AFD98C9E46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18790" name="Rectangle 4">
            <a:extLst>
              <a:ext uri="{FF2B5EF4-FFF2-40B4-BE49-F238E27FC236}">
                <a16:creationId xmlns="" xmlns:a16="http://schemas.microsoft.com/office/drawing/2014/main" id="{002570F7-7CCA-4426-BF27-4B076555F4F8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  <p:extLst>
      <p:ext uri="{BB962C8B-B14F-4D97-AF65-F5344CB8AC3E}">
        <p14:creationId xmlns:p14="http://schemas.microsoft.com/office/powerpoint/2010/main" val="1271521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Rectangle 7">
            <a:extLst>
              <a:ext uri="{FF2B5EF4-FFF2-40B4-BE49-F238E27FC236}">
                <a16:creationId xmlns="" xmlns:a16="http://schemas.microsoft.com/office/drawing/2014/main" id="{1803D52D-8138-4078-BA5B-1525CC3312D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0834" name="Rectangle 8">
            <a:extLst>
              <a:ext uri="{FF2B5EF4-FFF2-40B4-BE49-F238E27FC236}">
                <a16:creationId xmlns="" xmlns:a16="http://schemas.microsoft.com/office/drawing/2014/main" id="{665C6C23-0228-4EA0-B7FF-5C2B45B2BDA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DD96CF6-57A4-4DDB-9808-2B29C30C86DC}" type="slidenum">
              <a:rPr lang="en-US" altLang="en-US" sz="1200">
                <a:latin typeface="Tahoma" panose="020B0604030504040204" pitchFamily="34" charset="0"/>
              </a:rPr>
              <a:pPr/>
              <a:t>48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20835" name="Rectangle 2">
            <a:extLst>
              <a:ext uri="{FF2B5EF4-FFF2-40B4-BE49-F238E27FC236}">
                <a16:creationId xmlns="" xmlns:a16="http://schemas.microsoft.com/office/drawing/2014/main" id="{B200803B-7C62-4610-B990-AF6C6ED78C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301625"/>
            <a:ext cx="7772400" cy="869950"/>
          </a:xfrm>
        </p:spPr>
        <p:txBody>
          <a:bodyPr/>
          <a:lstStyle/>
          <a:p>
            <a:r>
              <a:rPr lang="en-US" altLang="en-US" sz="4000"/>
              <a:t>Electronic mail</a:t>
            </a:r>
            <a:endParaRPr lang="en-US" altLang="en-US"/>
          </a:p>
        </p:txBody>
      </p:sp>
      <p:sp>
        <p:nvSpPr>
          <p:cNvPr id="120836" name="Rectangle 3">
            <a:extLst>
              <a:ext uri="{FF2B5EF4-FFF2-40B4-BE49-F238E27FC236}">
                <a16:creationId xmlns="" xmlns:a16="http://schemas.microsoft.com/office/drawing/2014/main" id="{84D990BA-8229-4591-A6E4-35EDBBA23A6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366838"/>
            <a:ext cx="3933825" cy="4876800"/>
          </a:xfrm>
        </p:spPr>
        <p:txBody>
          <a:bodyPr>
            <a:normAutofit fontScale="92500" lnSpcReduction="2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Three major components:</a:t>
            </a:r>
            <a:r>
              <a:rPr lang="en-US" altLang="en-US" dirty="0">
                <a:solidFill>
                  <a:srgbClr val="CC0000"/>
                </a:solidFill>
              </a:rPr>
              <a:t> </a:t>
            </a:r>
          </a:p>
          <a:p>
            <a:r>
              <a:rPr lang="en-US" altLang="en-US" sz="2400" dirty="0"/>
              <a:t>user agents </a:t>
            </a:r>
          </a:p>
          <a:p>
            <a:r>
              <a:rPr lang="en-US" altLang="en-US" sz="2400" dirty="0"/>
              <a:t>mail servers </a:t>
            </a:r>
          </a:p>
          <a:p>
            <a:pPr>
              <a:spcAft>
                <a:spcPct val="75000"/>
              </a:spcAft>
            </a:pPr>
            <a:r>
              <a:rPr lang="en-US" altLang="en-US" sz="2400" dirty="0"/>
              <a:t>simple mail transfer protocol: SMTP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</a:rPr>
              <a:t>User Agent</a:t>
            </a:r>
          </a:p>
          <a:p>
            <a:r>
              <a:rPr lang="en-US" altLang="en-US" sz="2400" dirty="0"/>
              <a:t>a.k.a. </a:t>
            </a:r>
            <a:r>
              <a:rPr lang="ja-JP" altLang="en-US" sz="2400" dirty="0"/>
              <a:t>“</a:t>
            </a:r>
            <a:r>
              <a:rPr lang="en-US" altLang="ja-JP" sz="2400" dirty="0"/>
              <a:t>mail reader</a:t>
            </a:r>
            <a:r>
              <a:rPr lang="ja-JP" altLang="en-US" sz="2400" dirty="0"/>
              <a:t>”</a:t>
            </a:r>
            <a:endParaRPr lang="en-US" altLang="ja-JP" sz="2400" dirty="0"/>
          </a:p>
          <a:p>
            <a:r>
              <a:rPr lang="en-US" altLang="en-US" sz="2400" dirty="0"/>
              <a:t>composing, editing, reading mail messages</a:t>
            </a:r>
          </a:p>
          <a:p>
            <a:r>
              <a:rPr lang="en-US" altLang="en-US" sz="2400" dirty="0"/>
              <a:t>e.g., Outlook, Thunderbird, iPhone mail client</a:t>
            </a:r>
          </a:p>
          <a:p>
            <a:r>
              <a:rPr lang="en-US" altLang="en-US" sz="2400" dirty="0"/>
              <a:t>outgoing, incoming messages stored on server</a:t>
            </a:r>
          </a:p>
        </p:txBody>
      </p:sp>
      <p:sp>
        <p:nvSpPr>
          <p:cNvPr id="120837" name="Rectangle 280">
            <a:extLst>
              <a:ext uri="{FF2B5EF4-FFF2-40B4-BE49-F238E27FC236}">
                <a16:creationId xmlns="" xmlns:a16="http://schemas.microsoft.com/office/drawing/2014/main" id="{45FD0D3E-BE9D-4BB5-A0D3-17B6A7246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628650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/>
          </a:p>
        </p:txBody>
      </p:sp>
      <p:grpSp>
        <p:nvGrpSpPr>
          <p:cNvPr id="120838" name="Group 279">
            <a:extLst>
              <a:ext uri="{FF2B5EF4-FFF2-40B4-BE49-F238E27FC236}">
                <a16:creationId xmlns="" xmlns:a16="http://schemas.microsoft.com/office/drawing/2014/main" id="{80EC2DDA-5058-43B7-97F9-ABD550218AF7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576263"/>
            <a:ext cx="1736725" cy="955675"/>
            <a:chOff x="4458" y="3335"/>
            <a:chExt cx="1094" cy="602"/>
          </a:xfrm>
        </p:grpSpPr>
        <p:sp>
          <p:nvSpPr>
            <p:cNvPr id="121036" name="Text Box 263">
              <a:extLst>
                <a:ext uri="{FF2B5EF4-FFF2-40B4-BE49-F238E27FC236}">
                  <a16:creationId xmlns="" xmlns:a16="http://schemas.microsoft.com/office/drawing/2014/main" id="{9B0FA3E0-527B-4A37-8270-E3151AA02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0" y="3725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 mailbox</a:t>
              </a:r>
              <a:endParaRPr lang="en-US" altLang="en-US" sz="2400"/>
            </a:p>
          </p:txBody>
        </p:sp>
        <p:grpSp>
          <p:nvGrpSpPr>
            <p:cNvPr id="121037" name="Group 278">
              <a:extLst>
                <a:ext uri="{FF2B5EF4-FFF2-40B4-BE49-F238E27FC236}">
                  <a16:creationId xmlns="" xmlns:a16="http://schemas.microsoft.com/office/drawing/2014/main" id="{FD82FF31-4ECF-47C0-8016-BAACC1BA6C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121040" name="Rectangle 264">
                <a:extLst>
                  <a:ext uri="{FF2B5EF4-FFF2-40B4-BE49-F238E27FC236}">
                    <a16:creationId xmlns="" xmlns:a16="http://schemas.microsoft.com/office/drawing/2014/main" id="{F447851A-C16D-4616-9BE1-279917950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1041" name="Line 265">
                <a:extLst>
                  <a:ext uri="{FF2B5EF4-FFF2-40B4-BE49-F238E27FC236}">
                    <a16:creationId xmlns="" xmlns:a16="http://schemas.microsoft.com/office/drawing/2014/main" id="{644FCFBA-EB51-4E9F-A8B7-03BAD6A4CE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2" name="Line 266">
                <a:extLst>
                  <a:ext uri="{FF2B5EF4-FFF2-40B4-BE49-F238E27FC236}">
                    <a16:creationId xmlns="" xmlns:a16="http://schemas.microsoft.com/office/drawing/2014/main" id="{BD6C7954-9C20-45CB-B3AB-15B377315E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3" name="Line 267">
                <a:extLst>
                  <a:ext uri="{FF2B5EF4-FFF2-40B4-BE49-F238E27FC236}">
                    <a16:creationId xmlns="" xmlns:a16="http://schemas.microsoft.com/office/drawing/2014/main" id="{24C78F57-54DB-41E4-BFE5-6B3A46ACEA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4" name="Line 268">
                <a:extLst>
                  <a:ext uri="{FF2B5EF4-FFF2-40B4-BE49-F238E27FC236}">
                    <a16:creationId xmlns="" xmlns:a16="http://schemas.microsoft.com/office/drawing/2014/main" id="{9B40A2D7-A7B1-4BA6-9B57-AECBADA2B3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5" name="Line 269">
                <a:extLst>
                  <a:ext uri="{FF2B5EF4-FFF2-40B4-BE49-F238E27FC236}">
                    <a16:creationId xmlns="" xmlns:a16="http://schemas.microsoft.com/office/drawing/2014/main" id="{EA4B0E1E-321B-4084-AFE1-2161485B90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6" name="Line 270">
                <a:extLst>
                  <a:ext uri="{FF2B5EF4-FFF2-40B4-BE49-F238E27FC236}">
                    <a16:creationId xmlns="" xmlns:a16="http://schemas.microsoft.com/office/drawing/2014/main" id="{1990717A-AF4B-4DB6-BFFD-AF64E26F9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7" name="Line 271">
                <a:extLst>
                  <a:ext uri="{FF2B5EF4-FFF2-40B4-BE49-F238E27FC236}">
                    <a16:creationId xmlns="" xmlns:a16="http://schemas.microsoft.com/office/drawing/2014/main" id="{D0595D32-4B95-4CF1-8017-A3C2FB141C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21038" name="Rectangle 272">
              <a:extLst>
                <a:ext uri="{FF2B5EF4-FFF2-40B4-BE49-F238E27FC236}">
                  <a16:creationId xmlns="" xmlns:a16="http://schemas.microsoft.com/office/drawing/2014/main" id="{6467B1AF-11AA-415C-9261-B12CE0F53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1039" name="Text Box 277">
              <a:extLst>
                <a:ext uri="{FF2B5EF4-FFF2-40B4-BE49-F238E27FC236}">
                  <a16:creationId xmlns="" xmlns:a16="http://schemas.microsoft.com/office/drawing/2014/main" id="{0B4ED82A-E60F-4D05-9168-96AB9F7A9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" y="3335"/>
              <a:ext cx="102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outgoing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message queue</a:t>
              </a:r>
              <a:endParaRPr lang="en-US" altLang="en-US" sz="2400"/>
            </a:p>
          </p:txBody>
        </p:sp>
      </p:grpSp>
      <p:pic>
        <p:nvPicPr>
          <p:cNvPr id="120839" name="Picture 230" descr="underline_base">
            <a:extLst>
              <a:ext uri="{FF2B5EF4-FFF2-40B4-BE49-F238E27FC236}">
                <a16:creationId xmlns="" xmlns:a16="http://schemas.microsoft.com/office/drawing/2014/main" id="{F52451ED-F867-4E07-BF9A-54B53075E18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947738"/>
            <a:ext cx="319405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0840" name="Group 454">
            <a:extLst>
              <a:ext uri="{FF2B5EF4-FFF2-40B4-BE49-F238E27FC236}">
                <a16:creationId xmlns="" xmlns:a16="http://schemas.microsoft.com/office/drawing/2014/main" id="{00836AE1-0733-4827-BB4B-1F92B74FB7D3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1406525"/>
            <a:ext cx="4318000" cy="5118100"/>
            <a:chOff x="2937" y="886"/>
            <a:chExt cx="2720" cy="3224"/>
          </a:xfrm>
        </p:grpSpPr>
        <p:grpSp>
          <p:nvGrpSpPr>
            <p:cNvPr id="120841" name="Group 389">
              <a:extLst>
                <a:ext uri="{FF2B5EF4-FFF2-40B4-BE49-F238E27FC236}">
                  <a16:creationId xmlns="" xmlns:a16="http://schemas.microsoft.com/office/drawing/2014/main" id="{9E63E6B2-02D6-432B-A020-A031C1FCB9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121004" name="Freeform 390">
                <a:extLst>
                  <a:ext uri="{FF2B5EF4-FFF2-40B4-BE49-F238E27FC236}">
                    <a16:creationId xmlns="" xmlns:a16="http://schemas.microsoft.com/office/drawing/2014/main" id="{1AFEB396-4E28-4862-985B-2DCA28674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5" name="Rectangle 391">
                <a:extLst>
                  <a:ext uri="{FF2B5EF4-FFF2-40B4-BE49-F238E27FC236}">
                    <a16:creationId xmlns="" xmlns:a16="http://schemas.microsoft.com/office/drawing/2014/main" id="{B67B6A79-828E-4980-A8FC-47A7A256B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06" name="Freeform 392">
                <a:extLst>
                  <a:ext uri="{FF2B5EF4-FFF2-40B4-BE49-F238E27FC236}">
                    <a16:creationId xmlns="" xmlns:a16="http://schemas.microsoft.com/office/drawing/2014/main" id="{5FEAB4E6-7C90-4DFE-9941-264366370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7" name="Freeform 393">
                <a:extLst>
                  <a:ext uri="{FF2B5EF4-FFF2-40B4-BE49-F238E27FC236}">
                    <a16:creationId xmlns="" xmlns:a16="http://schemas.microsoft.com/office/drawing/2014/main" id="{FE59E4F5-659E-4B01-8517-295ED3C74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8" name="Rectangle 394">
                <a:extLst>
                  <a:ext uri="{FF2B5EF4-FFF2-40B4-BE49-F238E27FC236}">
                    <a16:creationId xmlns="" xmlns:a16="http://schemas.microsoft.com/office/drawing/2014/main" id="{E76E519D-1F03-4918-B6C0-F32C0AEBA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1009" name="Group 395">
                <a:extLst>
                  <a:ext uri="{FF2B5EF4-FFF2-40B4-BE49-F238E27FC236}">
                    <a16:creationId xmlns="" xmlns:a16="http://schemas.microsoft.com/office/drawing/2014/main" id="{D9457555-F3EF-4EF9-9EFF-7D8B618949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21034" name="AutoShape 396">
                  <a:extLst>
                    <a:ext uri="{FF2B5EF4-FFF2-40B4-BE49-F238E27FC236}">
                      <a16:creationId xmlns="" xmlns:a16="http://schemas.microsoft.com/office/drawing/2014/main" id="{0EC6D7FF-6827-4FF7-B28A-36BE0EFD7E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35" name="AutoShape 397">
                  <a:extLst>
                    <a:ext uri="{FF2B5EF4-FFF2-40B4-BE49-F238E27FC236}">
                      <a16:creationId xmlns="" xmlns:a16="http://schemas.microsoft.com/office/drawing/2014/main" id="{96E7FC37-4BD0-4476-A477-8452B58D41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1010" name="Rectangle 398">
                <a:extLst>
                  <a:ext uri="{FF2B5EF4-FFF2-40B4-BE49-F238E27FC236}">
                    <a16:creationId xmlns="" xmlns:a16="http://schemas.microsoft.com/office/drawing/2014/main" id="{D111C79F-AFEA-4F24-A0EB-DC9A8A306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1011" name="Group 399">
                <a:extLst>
                  <a:ext uri="{FF2B5EF4-FFF2-40B4-BE49-F238E27FC236}">
                    <a16:creationId xmlns="" xmlns:a16="http://schemas.microsoft.com/office/drawing/2014/main" id="{FE6E6B32-32F8-4252-9194-468B206CDE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1032" name="AutoShape 400">
                  <a:extLst>
                    <a:ext uri="{FF2B5EF4-FFF2-40B4-BE49-F238E27FC236}">
                      <a16:creationId xmlns="" xmlns:a16="http://schemas.microsoft.com/office/drawing/2014/main" id="{328EB944-182A-45C0-9980-09C76B3E95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33" name="AutoShape 401">
                  <a:extLst>
                    <a:ext uri="{FF2B5EF4-FFF2-40B4-BE49-F238E27FC236}">
                      <a16:creationId xmlns="" xmlns:a16="http://schemas.microsoft.com/office/drawing/2014/main" id="{815E778F-74F2-4AB9-880A-924231EA20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1012" name="Rectangle 402">
                <a:extLst>
                  <a:ext uri="{FF2B5EF4-FFF2-40B4-BE49-F238E27FC236}">
                    <a16:creationId xmlns="" xmlns:a16="http://schemas.microsoft.com/office/drawing/2014/main" id="{CE388ECB-52C9-4401-AC77-6BBEBC1DB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13" name="Rectangle 403">
                <a:extLst>
                  <a:ext uri="{FF2B5EF4-FFF2-40B4-BE49-F238E27FC236}">
                    <a16:creationId xmlns="" xmlns:a16="http://schemas.microsoft.com/office/drawing/2014/main" id="{BA3EC845-20BB-4D09-98F4-FE2300E5D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1014" name="Group 404">
                <a:extLst>
                  <a:ext uri="{FF2B5EF4-FFF2-40B4-BE49-F238E27FC236}">
                    <a16:creationId xmlns="" xmlns:a16="http://schemas.microsoft.com/office/drawing/2014/main" id="{CBA5F29E-78C1-4AAA-BD5F-3C084DC3C8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1030" name="AutoShape 405">
                  <a:extLst>
                    <a:ext uri="{FF2B5EF4-FFF2-40B4-BE49-F238E27FC236}">
                      <a16:creationId xmlns="" xmlns:a16="http://schemas.microsoft.com/office/drawing/2014/main" id="{3A86D0DF-90B6-4E63-90BC-25533E5EB3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31" name="AutoShape 406">
                  <a:extLst>
                    <a:ext uri="{FF2B5EF4-FFF2-40B4-BE49-F238E27FC236}">
                      <a16:creationId xmlns="" xmlns:a16="http://schemas.microsoft.com/office/drawing/2014/main" id="{C2F5B6DF-42EF-4313-8CA3-901346CAE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1015" name="Freeform 407">
                <a:extLst>
                  <a:ext uri="{FF2B5EF4-FFF2-40B4-BE49-F238E27FC236}">
                    <a16:creationId xmlns="" xmlns:a16="http://schemas.microsoft.com/office/drawing/2014/main" id="{56375E3B-02B1-4D33-9A44-B4EF56A28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21016" name="Group 408">
                <a:extLst>
                  <a:ext uri="{FF2B5EF4-FFF2-40B4-BE49-F238E27FC236}">
                    <a16:creationId xmlns="" xmlns:a16="http://schemas.microsoft.com/office/drawing/2014/main" id="{3509557F-9847-4FD9-BE8A-037AB0FF06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1028" name="AutoShape 409">
                  <a:extLst>
                    <a:ext uri="{FF2B5EF4-FFF2-40B4-BE49-F238E27FC236}">
                      <a16:creationId xmlns="" xmlns:a16="http://schemas.microsoft.com/office/drawing/2014/main" id="{0760DF4C-E60C-4587-86F2-71F6FA8D39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29" name="AutoShape 410">
                  <a:extLst>
                    <a:ext uri="{FF2B5EF4-FFF2-40B4-BE49-F238E27FC236}">
                      <a16:creationId xmlns="" xmlns:a16="http://schemas.microsoft.com/office/drawing/2014/main" id="{C53D0533-D167-4878-99A9-2FEC7E0E6A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1017" name="Rectangle 411">
                <a:extLst>
                  <a:ext uri="{FF2B5EF4-FFF2-40B4-BE49-F238E27FC236}">
                    <a16:creationId xmlns="" xmlns:a16="http://schemas.microsoft.com/office/drawing/2014/main" id="{2636C996-5B71-400B-9F07-E9CFAF2C8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18" name="Freeform 412">
                <a:extLst>
                  <a:ext uri="{FF2B5EF4-FFF2-40B4-BE49-F238E27FC236}">
                    <a16:creationId xmlns="" xmlns:a16="http://schemas.microsoft.com/office/drawing/2014/main" id="{02ACF6F4-C301-4657-BEC0-94CF48E9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9" name="Freeform 413">
                <a:extLst>
                  <a:ext uri="{FF2B5EF4-FFF2-40B4-BE49-F238E27FC236}">
                    <a16:creationId xmlns="" xmlns:a16="http://schemas.microsoft.com/office/drawing/2014/main" id="{431D3BE7-9226-41E4-BF27-B58F67606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0" name="Oval 414">
                <a:extLst>
                  <a:ext uri="{FF2B5EF4-FFF2-40B4-BE49-F238E27FC236}">
                    <a16:creationId xmlns="" xmlns:a16="http://schemas.microsoft.com/office/drawing/2014/main" id="{1630BF84-E7C7-4D59-A815-49663523E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1" name="Freeform 415">
                <a:extLst>
                  <a:ext uri="{FF2B5EF4-FFF2-40B4-BE49-F238E27FC236}">
                    <a16:creationId xmlns="" xmlns:a16="http://schemas.microsoft.com/office/drawing/2014/main" id="{85855558-EC24-479D-A5B4-BFBFA9C3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2" name="AutoShape 416">
                <a:extLst>
                  <a:ext uri="{FF2B5EF4-FFF2-40B4-BE49-F238E27FC236}">
                    <a16:creationId xmlns="" xmlns:a16="http://schemas.microsoft.com/office/drawing/2014/main" id="{6309B62B-02AF-4EC2-B14E-5038C1CB6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3" name="AutoShape 417">
                <a:extLst>
                  <a:ext uri="{FF2B5EF4-FFF2-40B4-BE49-F238E27FC236}">
                    <a16:creationId xmlns="" xmlns:a16="http://schemas.microsoft.com/office/drawing/2014/main" id="{F482F354-0551-4FE7-AF12-9F3EB65B7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4" name="Oval 418">
                <a:extLst>
                  <a:ext uri="{FF2B5EF4-FFF2-40B4-BE49-F238E27FC236}">
                    <a16:creationId xmlns="" xmlns:a16="http://schemas.microsoft.com/office/drawing/2014/main" id="{01DAE702-EB94-47B4-8364-A6DA2F243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5" name="Oval 419">
                <a:extLst>
                  <a:ext uri="{FF2B5EF4-FFF2-40B4-BE49-F238E27FC236}">
                    <a16:creationId xmlns="" xmlns:a16="http://schemas.microsoft.com/office/drawing/2014/main" id="{1F14C572-5090-4306-A6A8-9E805A95D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1026" name="Oval 420">
                <a:extLst>
                  <a:ext uri="{FF2B5EF4-FFF2-40B4-BE49-F238E27FC236}">
                    <a16:creationId xmlns="" xmlns:a16="http://schemas.microsoft.com/office/drawing/2014/main" id="{36D14772-3423-4DB3-B510-3C6E5F725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7" name="Rectangle 421">
                <a:extLst>
                  <a:ext uri="{FF2B5EF4-FFF2-40B4-BE49-F238E27FC236}">
                    <a16:creationId xmlns="" xmlns:a16="http://schemas.microsoft.com/office/drawing/2014/main" id="{0C8C2778-9EEC-4C90-A2C8-309824A3F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120842" name="Group 356">
              <a:extLst>
                <a:ext uri="{FF2B5EF4-FFF2-40B4-BE49-F238E27FC236}">
                  <a16:creationId xmlns="" xmlns:a16="http://schemas.microsoft.com/office/drawing/2014/main" id="{2FCC090B-6253-43D7-A0DB-793DF5843A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120972" name="Freeform 357">
                <a:extLst>
                  <a:ext uri="{FF2B5EF4-FFF2-40B4-BE49-F238E27FC236}">
                    <a16:creationId xmlns="" xmlns:a16="http://schemas.microsoft.com/office/drawing/2014/main" id="{EEE2BA70-D2F7-4807-97B5-A8C6BF8DA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3" name="Rectangle 358">
                <a:extLst>
                  <a:ext uri="{FF2B5EF4-FFF2-40B4-BE49-F238E27FC236}">
                    <a16:creationId xmlns="" xmlns:a16="http://schemas.microsoft.com/office/drawing/2014/main" id="{C1F6F793-EE95-4D29-83D8-0701EDED9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74" name="Freeform 359">
                <a:extLst>
                  <a:ext uri="{FF2B5EF4-FFF2-40B4-BE49-F238E27FC236}">
                    <a16:creationId xmlns="" xmlns:a16="http://schemas.microsoft.com/office/drawing/2014/main" id="{AC2114CC-010C-4FC7-AEA0-99BF1591E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5" name="Freeform 360">
                <a:extLst>
                  <a:ext uri="{FF2B5EF4-FFF2-40B4-BE49-F238E27FC236}">
                    <a16:creationId xmlns="" xmlns:a16="http://schemas.microsoft.com/office/drawing/2014/main" id="{0C0D4787-7973-4704-84E5-6F131FA1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6" name="Rectangle 361">
                <a:extLst>
                  <a:ext uri="{FF2B5EF4-FFF2-40B4-BE49-F238E27FC236}">
                    <a16:creationId xmlns="" xmlns:a16="http://schemas.microsoft.com/office/drawing/2014/main" id="{E27A591D-A011-4A70-9E13-77A3A8F48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77" name="Group 362">
                <a:extLst>
                  <a:ext uri="{FF2B5EF4-FFF2-40B4-BE49-F238E27FC236}">
                    <a16:creationId xmlns="" xmlns:a16="http://schemas.microsoft.com/office/drawing/2014/main" id="{D8B8FCAB-3D80-42BE-80C1-0A6D8D42BB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21002" name="AutoShape 363">
                  <a:extLst>
                    <a:ext uri="{FF2B5EF4-FFF2-40B4-BE49-F238E27FC236}">
                      <a16:creationId xmlns="" xmlns:a16="http://schemas.microsoft.com/office/drawing/2014/main" id="{474D008B-2470-46F5-AA2B-9FBAF33BC5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03" name="AutoShape 364">
                  <a:extLst>
                    <a:ext uri="{FF2B5EF4-FFF2-40B4-BE49-F238E27FC236}">
                      <a16:creationId xmlns="" xmlns:a16="http://schemas.microsoft.com/office/drawing/2014/main" id="{041C6B0F-9370-4B14-A732-18F76255C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78" name="Rectangle 365">
                <a:extLst>
                  <a:ext uri="{FF2B5EF4-FFF2-40B4-BE49-F238E27FC236}">
                    <a16:creationId xmlns="" xmlns:a16="http://schemas.microsoft.com/office/drawing/2014/main" id="{7E855BB2-FF1D-40AC-8AC0-A9D301B91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79" name="Group 366">
                <a:extLst>
                  <a:ext uri="{FF2B5EF4-FFF2-40B4-BE49-F238E27FC236}">
                    <a16:creationId xmlns="" xmlns:a16="http://schemas.microsoft.com/office/drawing/2014/main" id="{E57D9B3C-FD64-4F48-A983-C8A84945D8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1000" name="AutoShape 367">
                  <a:extLst>
                    <a:ext uri="{FF2B5EF4-FFF2-40B4-BE49-F238E27FC236}">
                      <a16:creationId xmlns="" xmlns:a16="http://schemas.microsoft.com/office/drawing/2014/main" id="{FDB2710A-EDBF-4538-B37B-6AAD93F0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01" name="AutoShape 368">
                  <a:extLst>
                    <a:ext uri="{FF2B5EF4-FFF2-40B4-BE49-F238E27FC236}">
                      <a16:creationId xmlns="" xmlns:a16="http://schemas.microsoft.com/office/drawing/2014/main" id="{9B58591C-6D13-4BA4-BD9C-4ECC1EE627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80" name="Rectangle 369">
                <a:extLst>
                  <a:ext uri="{FF2B5EF4-FFF2-40B4-BE49-F238E27FC236}">
                    <a16:creationId xmlns="" xmlns:a16="http://schemas.microsoft.com/office/drawing/2014/main" id="{3D3602FD-C060-472A-8905-CDAEBF483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81" name="Rectangle 370">
                <a:extLst>
                  <a:ext uri="{FF2B5EF4-FFF2-40B4-BE49-F238E27FC236}">
                    <a16:creationId xmlns="" xmlns:a16="http://schemas.microsoft.com/office/drawing/2014/main" id="{FE104EC0-D00A-4B08-A723-6480CD66A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82" name="Group 371">
                <a:extLst>
                  <a:ext uri="{FF2B5EF4-FFF2-40B4-BE49-F238E27FC236}">
                    <a16:creationId xmlns="" xmlns:a16="http://schemas.microsoft.com/office/drawing/2014/main" id="{3E52B2B9-A39D-4B81-8C9E-8F6425CBB1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0998" name="AutoShape 372">
                  <a:extLst>
                    <a:ext uri="{FF2B5EF4-FFF2-40B4-BE49-F238E27FC236}">
                      <a16:creationId xmlns="" xmlns:a16="http://schemas.microsoft.com/office/drawing/2014/main" id="{C7018364-7D3A-4605-98DD-FF122DFE20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99" name="AutoShape 373">
                  <a:extLst>
                    <a:ext uri="{FF2B5EF4-FFF2-40B4-BE49-F238E27FC236}">
                      <a16:creationId xmlns="" xmlns:a16="http://schemas.microsoft.com/office/drawing/2014/main" id="{A7C0E149-96DB-4091-9BA5-A882C4B32E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83" name="Freeform 374">
                <a:extLst>
                  <a:ext uri="{FF2B5EF4-FFF2-40B4-BE49-F238E27FC236}">
                    <a16:creationId xmlns="" xmlns:a16="http://schemas.microsoft.com/office/drawing/2014/main" id="{B9B94C3D-6431-4FCF-9175-26071201E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20984" name="Group 375">
                <a:extLst>
                  <a:ext uri="{FF2B5EF4-FFF2-40B4-BE49-F238E27FC236}">
                    <a16:creationId xmlns="" xmlns:a16="http://schemas.microsoft.com/office/drawing/2014/main" id="{4AFAE477-0E46-4259-BABF-7FAC8EB366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0996" name="AutoShape 376">
                  <a:extLst>
                    <a:ext uri="{FF2B5EF4-FFF2-40B4-BE49-F238E27FC236}">
                      <a16:creationId xmlns="" xmlns:a16="http://schemas.microsoft.com/office/drawing/2014/main" id="{FA56F53B-604B-4875-B359-67D0624D72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97" name="AutoShape 377">
                  <a:extLst>
                    <a:ext uri="{FF2B5EF4-FFF2-40B4-BE49-F238E27FC236}">
                      <a16:creationId xmlns="" xmlns:a16="http://schemas.microsoft.com/office/drawing/2014/main" id="{3FC84322-5CD8-4381-ADC0-CAEA4845E8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85" name="Rectangle 378">
                <a:extLst>
                  <a:ext uri="{FF2B5EF4-FFF2-40B4-BE49-F238E27FC236}">
                    <a16:creationId xmlns="" xmlns:a16="http://schemas.microsoft.com/office/drawing/2014/main" id="{4FDC8BB2-9B30-4AD4-98AD-9834CDF5B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86" name="Freeform 379">
                <a:extLst>
                  <a:ext uri="{FF2B5EF4-FFF2-40B4-BE49-F238E27FC236}">
                    <a16:creationId xmlns="" xmlns:a16="http://schemas.microsoft.com/office/drawing/2014/main" id="{2513BB95-7F12-4958-A713-9A4C5E2A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7" name="Freeform 380">
                <a:extLst>
                  <a:ext uri="{FF2B5EF4-FFF2-40B4-BE49-F238E27FC236}">
                    <a16:creationId xmlns="" xmlns:a16="http://schemas.microsoft.com/office/drawing/2014/main" id="{F70D9703-A936-4579-B2C0-C1AE2BB3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8" name="Oval 381">
                <a:extLst>
                  <a:ext uri="{FF2B5EF4-FFF2-40B4-BE49-F238E27FC236}">
                    <a16:creationId xmlns="" xmlns:a16="http://schemas.microsoft.com/office/drawing/2014/main" id="{C64EE58B-B26D-462F-B29A-1EFA6B6B3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89" name="Freeform 382">
                <a:extLst>
                  <a:ext uri="{FF2B5EF4-FFF2-40B4-BE49-F238E27FC236}">
                    <a16:creationId xmlns="" xmlns:a16="http://schemas.microsoft.com/office/drawing/2014/main" id="{07A33191-95A1-48BE-B48A-690050EF4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0" name="AutoShape 383">
                <a:extLst>
                  <a:ext uri="{FF2B5EF4-FFF2-40B4-BE49-F238E27FC236}">
                    <a16:creationId xmlns="" xmlns:a16="http://schemas.microsoft.com/office/drawing/2014/main" id="{8DA4D6EF-CFE8-42C0-B37A-372B28BEE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1" name="AutoShape 384">
                <a:extLst>
                  <a:ext uri="{FF2B5EF4-FFF2-40B4-BE49-F238E27FC236}">
                    <a16:creationId xmlns="" xmlns:a16="http://schemas.microsoft.com/office/drawing/2014/main" id="{4AA9921B-4787-4D2F-9D39-CA55D7B0C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2" name="Oval 385">
                <a:extLst>
                  <a:ext uri="{FF2B5EF4-FFF2-40B4-BE49-F238E27FC236}">
                    <a16:creationId xmlns="" xmlns:a16="http://schemas.microsoft.com/office/drawing/2014/main" id="{92EA741A-0D1B-4C70-8616-1737F8459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3" name="Oval 386">
                <a:extLst>
                  <a:ext uri="{FF2B5EF4-FFF2-40B4-BE49-F238E27FC236}">
                    <a16:creationId xmlns="" xmlns:a16="http://schemas.microsoft.com/office/drawing/2014/main" id="{CCABFAA8-B2B9-4553-8ACF-A68EB50A6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0994" name="Oval 387">
                <a:extLst>
                  <a:ext uri="{FF2B5EF4-FFF2-40B4-BE49-F238E27FC236}">
                    <a16:creationId xmlns="" xmlns:a16="http://schemas.microsoft.com/office/drawing/2014/main" id="{49DEC034-F428-4A9F-9774-4B860E47B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5" name="Rectangle 388">
                <a:extLst>
                  <a:ext uri="{FF2B5EF4-FFF2-40B4-BE49-F238E27FC236}">
                    <a16:creationId xmlns="" xmlns:a16="http://schemas.microsoft.com/office/drawing/2014/main" id="{175E9863-9887-4791-894D-23B764F69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120843" name="Group 320">
              <a:extLst>
                <a:ext uri="{FF2B5EF4-FFF2-40B4-BE49-F238E27FC236}">
                  <a16:creationId xmlns="" xmlns:a16="http://schemas.microsoft.com/office/drawing/2014/main" id="{4E2BB1C1-97BA-4339-88B5-1689013B06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120940" name="Freeform 321">
                <a:extLst>
                  <a:ext uri="{FF2B5EF4-FFF2-40B4-BE49-F238E27FC236}">
                    <a16:creationId xmlns="" xmlns:a16="http://schemas.microsoft.com/office/drawing/2014/main" id="{3805E3C6-29AE-4F4C-8691-11B8B23A0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1" name="Rectangle 322">
                <a:extLst>
                  <a:ext uri="{FF2B5EF4-FFF2-40B4-BE49-F238E27FC236}">
                    <a16:creationId xmlns="" xmlns:a16="http://schemas.microsoft.com/office/drawing/2014/main" id="{F4E49049-596F-4BD8-9CA1-742160DF6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42" name="Freeform 323">
                <a:extLst>
                  <a:ext uri="{FF2B5EF4-FFF2-40B4-BE49-F238E27FC236}">
                    <a16:creationId xmlns="" xmlns:a16="http://schemas.microsoft.com/office/drawing/2014/main" id="{86CC944A-9498-4137-A1C7-75E9694B4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3" name="Freeform 324">
                <a:extLst>
                  <a:ext uri="{FF2B5EF4-FFF2-40B4-BE49-F238E27FC236}">
                    <a16:creationId xmlns="" xmlns:a16="http://schemas.microsoft.com/office/drawing/2014/main" id="{5C73E068-D205-4825-B7CF-8CF9B460C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4" name="Rectangle 325">
                <a:extLst>
                  <a:ext uri="{FF2B5EF4-FFF2-40B4-BE49-F238E27FC236}">
                    <a16:creationId xmlns="" xmlns:a16="http://schemas.microsoft.com/office/drawing/2014/main" id="{3D903FC9-2A6D-43DD-8936-6AEE3BFC8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45" name="Group 326">
                <a:extLst>
                  <a:ext uri="{FF2B5EF4-FFF2-40B4-BE49-F238E27FC236}">
                    <a16:creationId xmlns="" xmlns:a16="http://schemas.microsoft.com/office/drawing/2014/main" id="{E71F4D41-6B80-43E4-9C09-F7E7519E94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20970" name="AutoShape 327">
                  <a:extLst>
                    <a:ext uri="{FF2B5EF4-FFF2-40B4-BE49-F238E27FC236}">
                      <a16:creationId xmlns="" xmlns:a16="http://schemas.microsoft.com/office/drawing/2014/main" id="{16D7BD28-20A7-441F-BA1D-CF29F8CEA6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71" name="AutoShape 328">
                  <a:extLst>
                    <a:ext uri="{FF2B5EF4-FFF2-40B4-BE49-F238E27FC236}">
                      <a16:creationId xmlns="" xmlns:a16="http://schemas.microsoft.com/office/drawing/2014/main" id="{F5D1FCFA-02FA-4C4A-BE2E-BB056D7E39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46" name="Rectangle 329">
                <a:extLst>
                  <a:ext uri="{FF2B5EF4-FFF2-40B4-BE49-F238E27FC236}">
                    <a16:creationId xmlns="" xmlns:a16="http://schemas.microsoft.com/office/drawing/2014/main" id="{AC432467-5961-4EED-BA54-161E916FD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47" name="Group 330">
                <a:extLst>
                  <a:ext uri="{FF2B5EF4-FFF2-40B4-BE49-F238E27FC236}">
                    <a16:creationId xmlns="" xmlns:a16="http://schemas.microsoft.com/office/drawing/2014/main" id="{5FB7582A-95C2-4E0D-9DDF-CA1BB0B91C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0968" name="AutoShape 331">
                  <a:extLst>
                    <a:ext uri="{FF2B5EF4-FFF2-40B4-BE49-F238E27FC236}">
                      <a16:creationId xmlns="" xmlns:a16="http://schemas.microsoft.com/office/drawing/2014/main" id="{9D4EFCCD-5A10-4D94-9502-9FF59D7FCB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69" name="AutoShape 332">
                  <a:extLst>
                    <a:ext uri="{FF2B5EF4-FFF2-40B4-BE49-F238E27FC236}">
                      <a16:creationId xmlns="" xmlns:a16="http://schemas.microsoft.com/office/drawing/2014/main" id="{239B6A06-1854-4EE1-98FB-DFF829E374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48" name="Rectangle 333">
                <a:extLst>
                  <a:ext uri="{FF2B5EF4-FFF2-40B4-BE49-F238E27FC236}">
                    <a16:creationId xmlns="" xmlns:a16="http://schemas.microsoft.com/office/drawing/2014/main" id="{0364846B-FC0A-4D63-B8D6-89C89B741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49" name="Rectangle 334">
                <a:extLst>
                  <a:ext uri="{FF2B5EF4-FFF2-40B4-BE49-F238E27FC236}">
                    <a16:creationId xmlns="" xmlns:a16="http://schemas.microsoft.com/office/drawing/2014/main" id="{3E711FB4-A952-4F7A-A79A-39079D9BE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50" name="Group 335">
                <a:extLst>
                  <a:ext uri="{FF2B5EF4-FFF2-40B4-BE49-F238E27FC236}">
                    <a16:creationId xmlns="" xmlns:a16="http://schemas.microsoft.com/office/drawing/2014/main" id="{BF005EF6-ECC9-4E89-8774-EFABDAA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0966" name="AutoShape 336">
                  <a:extLst>
                    <a:ext uri="{FF2B5EF4-FFF2-40B4-BE49-F238E27FC236}">
                      <a16:creationId xmlns="" xmlns:a16="http://schemas.microsoft.com/office/drawing/2014/main" id="{3C18620C-9AEE-40A7-B9FB-FA2776CD89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67" name="AutoShape 337">
                  <a:extLst>
                    <a:ext uri="{FF2B5EF4-FFF2-40B4-BE49-F238E27FC236}">
                      <a16:creationId xmlns="" xmlns:a16="http://schemas.microsoft.com/office/drawing/2014/main" id="{7D00F4BB-F6F9-45E2-9F14-A5541ED89A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51" name="Freeform 338">
                <a:extLst>
                  <a:ext uri="{FF2B5EF4-FFF2-40B4-BE49-F238E27FC236}">
                    <a16:creationId xmlns="" xmlns:a16="http://schemas.microsoft.com/office/drawing/2014/main" id="{1F13AA7A-54E6-4AAD-91B2-0B1B07EDE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20952" name="Group 339">
                <a:extLst>
                  <a:ext uri="{FF2B5EF4-FFF2-40B4-BE49-F238E27FC236}">
                    <a16:creationId xmlns="" xmlns:a16="http://schemas.microsoft.com/office/drawing/2014/main" id="{FBE510E4-C00D-479D-AD03-5643D0BCFE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0964" name="AutoShape 340">
                  <a:extLst>
                    <a:ext uri="{FF2B5EF4-FFF2-40B4-BE49-F238E27FC236}">
                      <a16:creationId xmlns="" xmlns:a16="http://schemas.microsoft.com/office/drawing/2014/main" id="{16FF9736-D2F2-486C-9B2C-1BB6DB665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65" name="AutoShape 341">
                  <a:extLst>
                    <a:ext uri="{FF2B5EF4-FFF2-40B4-BE49-F238E27FC236}">
                      <a16:creationId xmlns="" xmlns:a16="http://schemas.microsoft.com/office/drawing/2014/main" id="{96827A51-E976-455A-8BE6-605F29AF81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53" name="Rectangle 342">
                <a:extLst>
                  <a:ext uri="{FF2B5EF4-FFF2-40B4-BE49-F238E27FC236}">
                    <a16:creationId xmlns="" xmlns:a16="http://schemas.microsoft.com/office/drawing/2014/main" id="{627369E2-B6B4-4C39-A750-C55ED3D17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54" name="Freeform 343">
                <a:extLst>
                  <a:ext uri="{FF2B5EF4-FFF2-40B4-BE49-F238E27FC236}">
                    <a16:creationId xmlns="" xmlns:a16="http://schemas.microsoft.com/office/drawing/2014/main" id="{75E56C70-3188-462E-A1B4-44F9A52D6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5" name="Freeform 344">
                <a:extLst>
                  <a:ext uri="{FF2B5EF4-FFF2-40B4-BE49-F238E27FC236}">
                    <a16:creationId xmlns="" xmlns:a16="http://schemas.microsoft.com/office/drawing/2014/main" id="{3EE8B033-F33A-463A-B073-0F431F45F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6" name="Oval 345">
                <a:extLst>
                  <a:ext uri="{FF2B5EF4-FFF2-40B4-BE49-F238E27FC236}">
                    <a16:creationId xmlns="" xmlns:a16="http://schemas.microsoft.com/office/drawing/2014/main" id="{03B32845-03FA-48B4-9E30-88C248989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57" name="Freeform 346">
                <a:extLst>
                  <a:ext uri="{FF2B5EF4-FFF2-40B4-BE49-F238E27FC236}">
                    <a16:creationId xmlns="" xmlns:a16="http://schemas.microsoft.com/office/drawing/2014/main" id="{F8A26885-4AAB-4A9C-A307-7F9F5E8F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8" name="AutoShape 347">
                <a:extLst>
                  <a:ext uri="{FF2B5EF4-FFF2-40B4-BE49-F238E27FC236}">
                    <a16:creationId xmlns="" xmlns:a16="http://schemas.microsoft.com/office/drawing/2014/main" id="{72A78C06-BD31-4790-B833-2078BFE91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59" name="AutoShape 348">
                <a:extLst>
                  <a:ext uri="{FF2B5EF4-FFF2-40B4-BE49-F238E27FC236}">
                    <a16:creationId xmlns="" xmlns:a16="http://schemas.microsoft.com/office/drawing/2014/main" id="{2957304E-FEAE-4729-83EF-B3D3AF17B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0" name="Oval 349">
                <a:extLst>
                  <a:ext uri="{FF2B5EF4-FFF2-40B4-BE49-F238E27FC236}">
                    <a16:creationId xmlns="" xmlns:a16="http://schemas.microsoft.com/office/drawing/2014/main" id="{D71AF781-C637-4177-AA7B-5255FEE8A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1" name="Oval 350">
                <a:extLst>
                  <a:ext uri="{FF2B5EF4-FFF2-40B4-BE49-F238E27FC236}">
                    <a16:creationId xmlns="" xmlns:a16="http://schemas.microsoft.com/office/drawing/2014/main" id="{B01B08A6-A81C-4E8B-B533-57F96705C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0962" name="Oval 351">
                <a:extLst>
                  <a:ext uri="{FF2B5EF4-FFF2-40B4-BE49-F238E27FC236}">
                    <a16:creationId xmlns="" xmlns:a16="http://schemas.microsoft.com/office/drawing/2014/main" id="{F3510F66-2879-48F2-95F2-45122C35A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3" name="Rectangle 352">
                <a:extLst>
                  <a:ext uri="{FF2B5EF4-FFF2-40B4-BE49-F238E27FC236}">
                    <a16:creationId xmlns="" xmlns:a16="http://schemas.microsoft.com/office/drawing/2014/main" id="{6E88C390-BC14-4B95-AF8D-E32A5BBB4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844" name="Line 9">
              <a:extLst>
                <a:ext uri="{FF2B5EF4-FFF2-40B4-BE49-F238E27FC236}">
                  <a16:creationId xmlns="" xmlns:a16="http://schemas.microsoft.com/office/drawing/2014/main" id="{F4F347F6-DE9B-4CC5-8E2C-8B8B50D41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0845" name="Group 19">
              <a:extLst>
                <a:ext uri="{FF2B5EF4-FFF2-40B4-BE49-F238E27FC236}">
                  <a16:creationId xmlns="" xmlns:a16="http://schemas.microsoft.com/office/drawing/2014/main" id="{B6731B8E-5208-425D-A047-EC4BCA832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120925" name="Rectangle 20">
                <a:extLst>
                  <a:ext uri="{FF2B5EF4-FFF2-40B4-BE49-F238E27FC236}">
                    <a16:creationId xmlns="" xmlns:a16="http://schemas.microsoft.com/office/drawing/2014/main" id="{AD8A9759-6425-4AFD-A7B8-D40C01DEF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6" name="Text Box 21">
                <a:extLst>
                  <a:ext uri="{FF2B5EF4-FFF2-40B4-BE49-F238E27FC236}">
                    <a16:creationId xmlns="" xmlns:a16="http://schemas.microsoft.com/office/drawing/2014/main" id="{B60C5E48-7905-4F61-B86B-6D01EE7462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mail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server</a:t>
                </a:r>
                <a:endParaRPr lang="en-US" altLang="en-US" sz="2400"/>
              </a:p>
            </p:txBody>
          </p:sp>
          <p:sp>
            <p:nvSpPr>
              <p:cNvPr id="120927" name="Rectangle 22">
                <a:extLst>
                  <a:ext uri="{FF2B5EF4-FFF2-40B4-BE49-F238E27FC236}">
                    <a16:creationId xmlns="" xmlns:a16="http://schemas.microsoft.com/office/drawing/2014/main" id="{F5B817DD-0DA9-49E1-B421-C4259EEDB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8" name="Line 23">
                <a:extLst>
                  <a:ext uri="{FF2B5EF4-FFF2-40B4-BE49-F238E27FC236}">
                    <a16:creationId xmlns="" xmlns:a16="http://schemas.microsoft.com/office/drawing/2014/main" id="{30284188-461F-4449-83E7-7654120D7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29" name="Line 24">
                <a:extLst>
                  <a:ext uri="{FF2B5EF4-FFF2-40B4-BE49-F238E27FC236}">
                    <a16:creationId xmlns="" xmlns:a16="http://schemas.microsoft.com/office/drawing/2014/main" id="{039FDDEC-94FA-42E1-A9AE-A6CE60B791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0" name="Line 25">
                <a:extLst>
                  <a:ext uri="{FF2B5EF4-FFF2-40B4-BE49-F238E27FC236}">
                    <a16:creationId xmlns="" xmlns:a16="http://schemas.microsoft.com/office/drawing/2014/main" id="{399CC638-5446-457A-833D-6D893659F4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1" name="Line 26">
                <a:extLst>
                  <a:ext uri="{FF2B5EF4-FFF2-40B4-BE49-F238E27FC236}">
                    <a16:creationId xmlns="" xmlns:a16="http://schemas.microsoft.com/office/drawing/2014/main" id="{8320C5C8-C870-4D40-9E95-711FD9CB0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2" name="Line 27">
                <a:extLst>
                  <a:ext uri="{FF2B5EF4-FFF2-40B4-BE49-F238E27FC236}">
                    <a16:creationId xmlns="" xmlns:a16="http://schemas.microsoft.com/office/drawing/2014/main" id="{CD741C1C-2584-40E2-9A2C-84CC668571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3" name="Line 28">
                <a:extLst>
                  <a:ext uri="{FF2B5EF4-FFF2-40B4-BE49-F238E27FC236}">
                    <a16:creationId xmlns="" xmlns:a16="http://schemas.microsoft.com/office/drawing/2014/main" id="{724A46F5-45A0-4838-B75D-5FFC9749C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4" name="Line 29">
                <a:extLst>
                  <a:ext uri="{FF2B5EF4-FFF2-40B4-BE49-F238E27FC236}">
                    <a16:creationId xmlns="" xmlns:a16="http://schemas.microsoft.com/office/drawing/2014/main" id="{2158AE64-E3DF-4064-B1DA-EC89ACBCE1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5" name="Rectangle 30">
                <a:extLst>
                  <a:ext uri="{FF2B5EF4-FFF2-40B4-BE49-F238E27FC236}">
                    <a16:creationId xmlns="" xmlns:a16="http://schemas.microsoft.com/office/drawing/2014/main" id="{3EC06286-7F30-477B-ABDE-2B4CDA584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36" name="Rectangle 31">
                <a:extLst>
                  <a:ext uri="{FF2B5EF4-FFF2-40B4-BE49-F238E27FC236}">
                    <a16:creationId xmlns="" xmlns:a16="http://schemas.microsoft.com/office/drawing/2014/main" id="{C34254E5-F299-4D9F-9A72-528E30B1A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37" name="Rectangle 32">
                <a:extLst>
                  <a:ext uri="{FF2B5EF4-FFF2-40B4-BE49-F238E27FC236}">
                    <a16:creationId xmlns="" xmlns:a16="http://schemas.microsoft.com/office/drawing/2014/main" id="{4FC3C73E-0920-4583-8736-D5B55342A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38" name="Rectangle 33">
                <a:extLst>
                  <a:ext uri="{FF2B5EF4-FFF2-40B4-BE49-F238E27FC236}">
                    <a16:creationId xmlns="" xmlns:a16="http://schemas.microsoft.com/office/drawing/2014/main" id="{ABA80394-EEE4-47DF-87EE-6D68DAA36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39" name="Rectangle 34">
                <a:extLst>
                  <a:ext uri="{FF2B5EF4-FFF2-40B4-BE49-F238E27FC236}">
                    <a16:creationId xmlns="" xmlns:a16="http://schemas.microsoft.com/office/drawing/2014/main" id="{33069D02-A21E-4FD8-9A78-D49A0D697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</p:grpSp>
        <p:grpSp>
          <p:nvGrpSpPr>
            <p:cNvPr id="120846" name="Group 60">
              <a:extLst>
                <a:ext uri="{FF2B5EF4-FFF2-40B4-BE49-F238E27FC236}">
                  <a16:creationId xmlns="" xmlns:a16="http://schemas.microsoft.com/office/drawing/2014/main" id="{26159CF6-7682-4535-A49D-BA43840E95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120910" name="Rectangle 61">
                <a:extLst>
                  <a:ext uri="{FF2B5EF4-FFF2-40B4-BE49-F238E27FC236}">
                    <a16:creationId xmlns="" xmlns:a16="http://schemas.microsoft.com/office/drawing/2014/main" id="{BEC833EE-F1CC-401C-98CA-C3F2315B7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11" name="Text Box 62">
                <a:extLst>
                  <a:ext uri="{FF2B5EF4-FFF2-40B4-BE49-F238E27FC236}">
                    <a16:creationId xmlns="" xmlns:a16="http://schemas.microsoft.com/office/drawing/2014/main" id="{EC8FB81D-9E6F-42C5-8F01-F4801B1DDE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mail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server</a:t>
                </a:r>
                <a:endParaRPr lang="en-US" altLang="en-US" sz="2400"/>
              </a:p>
            </p:txBody>
          </p:sp>
          <p:sp>
            <p:nvSpPr>
              <p:cNvPr id="120912" name="Rectangle 63">
                <a:extLst>
                  <a:ext uri="{FF2B5EF4-FFF2-40B4-BE49-F238E27FC236}">
                    <a16:creationId xmlns="" xmlns:a16="http://schemas.microsoft.com/office/drawing/2014/main" id="{2D87BDEE-2AC4-4443-8D72-515F6C11D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13" name="Line 64">
                <a:extLst>
                  <a:ext uri="{FF2B5EF4-FFF2-40B4-BE49-F238E27FC236}">
                    <a16:creationId xmlns="" xmlns:a16="http://schemas.microsoft.com/office/drawing/2014/main" id="{893CAC96-DF2E-4212-8C9C-B81FA83E92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4" name="Line 65">
                <a:extLst>
                  <a:ext uri="{FF2B5EF4-FFF2-40B4-BE49-F238E27FC236}">
                    <a16:creationId xmlns="" xmlns:a16="http://schemas.microsoft.com/office/drawing/2014/main" id="{E90D7DAD-5C2E-4933-8C47-799DA036DF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5" name="Line 66">
                <a:extLst>
                  <a:ext uri="{FF2B5EF4-FFF2-40B4-BE49-F238E27FC236}">
                    <a16:creationId xmlns="" xmlns:a16="http://schemas.microsoft.com/office/drawing/2014/main" id="{E6A4EA28-5EAA-4DEE-BE23-6E7EAFDB80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6" name="Line 67">
                <a:extLst>
                  <a:ext uri="{FF2B5EF4-FFF2-40B4-BE49-F238E27FC236}">
                    <a16:creationId xmlns="" xmlns:a16="http://schemas.microsoft.com/office/drawing/2014/main" id="{3D23209D-F3FB-4B7D-A632-27105DC7B8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7" name="Line 68">
                <a:extLst>
                  <a:ext uri="{FF2B5EF4-FFF2-40B4-BE49-F238E27FC236}">
                    <a16:creationId xmlns="" xmlns:a16="http://schemas.microsoft.com/office/drawing/2014/main" id="{0393F736-C1F6-43CC-815A-7F7FFEE583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8" name="Line 69">
                <a:extLst>
                  <a:ext uri="{FF2B5EF4-FFF2-40B4-BE49-F238E27FC236}">
                    <a16:creationId xmlns="" xmlns:a16="http://schemas.microsoft.com/office/drawing/2014/main" id="{99560ABB-9362-418F-A470-18257B6AC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9" name="Line 70">
                <a:extLst>
                  <a:ext uri="{FF2B5EF4-FFF2-40B4-BE49-F238E27FC236}">
                    <a16:creationId xmlns="" xmlns:a16="http://schemas.microsoft.com/office/drawing/2014/main" id="{28DB1966-5379-4CC9-9C91-2CCF5B9251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20" name="Rectangle 71">
                <a:extLst>
                  <a:ext uri="{FF2B5EF4-FFF2-40B4-BE49-F238E27FC236}">
                    <a16:creationId xmlns="" xmlns:a16="http://schemas.microsoft.com/office/drawing/2014/main" id="{80C6F362-DCF9-4D3E-8910-E5DCE8FD5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1" name="Rectangle 72">
                <a:extLst>
                  <a:ext uri="{FF2B5EF4-FFF2-40B4-BE49-F238E27FC236}">
                    <a16:creationId xmlns="" xmlns:a16="http://schemas.microsoft.com/office/drawing/2014/main" id="{A45D7274-3FD8-443F-AC55-A33F1D47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2" name="Rectangle 73">
                <a:extLst>
                  <a:ext uri="{FF2B5EF4-FFF2-40B4-BE49-F238E27FC236}">
                    <a16:creationId xmlns="" xmlns:a16="http://schemas.microsoft.com/office/drawing/2014/main" id="{DE086C79-5A98-42E8-BF6F-C9F876A08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3" name="Rectangle 74">
                <a:extLst>
                  <a:ext uri="{FF2B5EF4-FFF2-40B4-BE49-F238E27FC236}">
                    <a16:creationId xmlns="" xmlns:a16="http://schemas.microsoft.com/office/drawing/2014/main" id="{31CFA50B-E5E5-4089-888F-BF61A3F49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4" name="Rectangle 75">
                <a:extLst>
                  <a:ext uri="{FF2B5EF4-FFF2-40B4-BE49-F238E27FC236}">
                    <a16:creationId xmlns="" xmlns:a16="http://schemas.microsoft.com/office/drawing/2014/main" id="{D469A9F6-29D6-4C76-B76B-05BA32AA6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</p:grpSp>
        <p:grpSp>
          <p:nvGrpSpPr>
            <p:cNvPr id="120847" name="Group 96">
              <a:extLst>
                <a:ext uri="{FF2B5EF4-FFF2-40B4-BE49-F238E27FC236}">
                  <a16:creationId xmlns="" xmlns:a16="http://schemas.microsoft.com/office/drawing/2014/main" id="{AE12F391-5C4D-460F-9159-C52DC11EF0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120895" name="Rectangle 97">
                <a:extLst>
                  <a:ext uri="{FF2B5EF4-FFF2-40B4-BE49-F238E27FC236}">
                    <a16:creationId xmlns="" xmlns:a16="http://schemas.microsoft.com/office/drawing/2014/main" id="{10665DE9-E15A-4660-8076-E8EC2B555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6" name="Text Box 98">
                <a:extLst>
                  <a:ext uri="{FF2B5EF4-FFF2-40B4-BE49-F238E27FC236}">
                    <a16:creationId xmlns="" xmlns:a16="http://schemas.microsoft.com/office/drawing/2014/main" id="{A4F28A3E-56E4-4C4B-88E2-4EA71AD921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mail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server</a:t>
                </a:r>
                <a:endParaRPr lang="en-US" altLang="en-US" sz="2400"/>
              </a:p>
            </p:txBody>
          </p:sp>
          <p:sp>
            <p:nvSpPr>
              <p:cNvPr id="120897" name="Rectangle 99">
                <a:extLst>
                  <a:ext uri="{FF2B5EF4-FFF2-40B4-BE49-F238E27FC236}">
                    <a16:creationId xmlns="" xmlns:a16="http://schemas.microsoft.com/office/drawing/2014/main" id="{8840C125-813A-483E-8BA4-091114971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8" name="Line 100">
                <a:extLst>
                  <a:ext uri="{FF2B5EF4-FFF2-40B4-BE49-F238E27FC236}">
                    <a16:creationId xmlns="" xmlns:a16="http://schemas.microsoft.com/office/drawing/2014/main" id="{285A7ADC-742C-4B6B-A76D-A1663F5D22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899" name="Line 101">
                <a:extLst>
                  <a:ext uri="{FF2B5EF4-FFF2-40B4-BE49-F238E27FC236}">
                    <a16:creationId xmlns="" xmlns:a16="http://schemas.microsoft.com/office/drawing/2014/main" id="{59226A88-A13F-4741-BB25-FEF80B3D09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0" name="Line 102">
                <a:extLst>
                  <a:ext uri="{FF2B5EF4-FFF2-40B4-BE49-F238E27FC236}">
                    <a16:creationId xmlns="" xmlns:a16="http://schemas.microsoft.com/office/drawing/2014/main" id="{AB5663F1-DF06-49B2-8E06-AF27614F26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1" name="Line 103">
                <a:extLst>
                  <a:ext uri="{FF2B5EF4-FFF2-40B4-BE49-F238E27FC236}">
                    <a16:creationId xmlns="" xmlns:a16="http://schemas.microsoft.com/office/drawing/2014/main" id="{43075F71-8852-427F-99CF-C56CE11953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2" name="Line 104">
                <a:extLst>
                  <a:ext uri="{FF2B5EF4-FFF2-40B4-BE49-F238E27FC236}">
                    <a16:creationId xmlns="" xmlns:a16="http://schemas.microsoft.com/office/drawing/2014/main" id="{0E79207B-E678-4AD3-9EE5-3DA43FC2C8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3" name="Line 105">
                <a:extLst>
                  <a:ext uri="{FF2B5EF4-FFF2-40B4-BE49-F238E27FC236}">
                    <a16:creationId xmlns="" xmlns:a16="http://schemas.microsoft.com/office/drawing/2014/main" id="{7692FFF8-C228-491B-8666-E7E69BAAA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4" name="Line 106">
                <a:extLst>
                  <a:ext uri="{FF2B5EF4-FFF2-40B4-BE49-F238E27FC236}">
                    <a16:creationId xmlns="" xmlns:a16="http://schemas.microsoft.com/office/drawing/2014/main" id="{2B4299CA-CA57-40E0-9C69-60B33480C6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5" name="Rectangle 107">
                <a:extLst>
                  <a:ext uri="{FF2B5EF4-FFF2-40B4-BE49-F238E27FC236}">
                    <a16:creationId xmlns="" xmlns:a16="http://schemas.microsoft.com/office/drawing/2014/main" id="{00BC58D2-CC5B-4E6F-B7C1-47F498153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06" name="Rectangle 108">
                <a:extLst>
                  <a:ext uri="{FF2B5EF4-FFF2-40B4-BE49-F238E27FC236}">
                    <a16:creationId xmlns="" xmlns:a16="http://schemas.microsoft.com/office/drawing/2014/main" id="{9A1421CC-CAC3-4079-980D-1C033686D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07" name="Rectangle 109">
                <a:extLst>
                  <a:ext uri="{FF2B5EF4-FFF2-40B4-BE49-F238E27FC236}">
                    <a16:creationId xmlns="" xmlns:a16="http://schemas.microsoft.com/office/drawing/2014/main" id="{05982230-1CA4-4327-93F9-72FA86C87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08" name="Rectangle 110">
                <a:extLst>
                  <a:ext uri="{FF2B5EF4-FFF2-40B4-BE49-F238E27FC236}">
                    <a16:creationId xmlns="" xmlns:a16="http://schemas.microsoft.com/office/drawing/2014/main" id="{2222707A-8B93-454E-B27D-C62B76985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09" name="Rectangle 111">
                <a:extLst>
                  <a:ext uri="{FF2B5EF4-FFF2-40B4-BE49-F238E27FC236}">
                    <a16:creationId xmlns="" xmlns:a16="http://schemas.microsoft.com/office/drawing/2014/main" id="{180C36AA-A87A-4107-81B4-38596E92B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</p:grpSp>
        <p:sp>
          <p:nvSpPr>
            <p:cNvPr id="120848" name="Line 117">
              <a:extLst>
                <a:ext uri="{FF2B5EF4-FFF2-40B4-BE49-F238E27FC236}">
                  <a16:creationId xmlns="" xmlns:a16="http://schemas.microsoft.com/office/drawing/2014/main" id="{D1F11678-47C7-4A32-A8D3-AF3E8647AD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9" name="Line 118">
              <a:extLst>
                <a:ext uri="{FF2B5EF4-FFF2-40B4-BE49-F238E27FC236}">
                  <a16:creationId xmlns="" xmlns:a16="http://schemas.microsoft.com/office/drawing/2014/main" id="{32FF6A3E-DDB7-4A20-83FF-6888500EED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0850" name="Group 119">
              <a:extLst>
                <a:ext uri="{FF2B5EF4-FFF2-40B4-BE49-F238E27FC236}">
                  <a16:creationId xmlns="" xmlns:a16="http://schemas.microsoft.com/office/drawing/2014/main" id="{1087D4C1-986A-40D3-8D93-AEA7724730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5" y="2535"/>
              <a:ext cx="650" cy="288"/>
              <a:chOff x="3745" y="2537"/>
              <a:chExt cx="650" cy="288"/>
            </a:xfrm>
          </p:grpSpPr>
          <p:sp>
            <p:nvSpPr>
              <p:cNvPr id="120893" name="Rectangle 120">
                <a:extLst>
                  <a:ext uri="{FF2B5EF4-FFF2-40B4-BE49-F238E27FC236}">
                    <a16:creationId xmlns="" xmlns:a16="http://schemas.microsoft.com/office/drawing/2014/main" id="{3A74FF01-A62B-4D92-AFB6-8A996607B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4" name="Text Box 121">
                <a:extLst>
                  <a:ext uri="{FF2B5EF4-FFF2-40B4-BE49-F238E27FC236}">
                    <a16:creationId xmlns="" xmlns:a16="http://schemas.microsoft.com/office/drawing/2014/main" id="{37981191-ACE2-4183-9E6B-2ACF430583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</a:rPr>
                  <a:t>SMTP</a:t>
                </a:r>
              </a:p>
            </p:txBody>
          </p:sp>
        </p:grpSp>
        <p:grpSp>
          <p:nvGrpSpPr>
            <p:cNvPr id="120851" name="Group 122">
              <a:extLst>
                <a:ext uri="{FF2B5EF4-FFF2-40B4-BE49-F238E27FC236}">
                  <a16:creationId xmlns="" xmlns:a16="http://schemas.microsoft.com/office/drawing/2014/main" id="{6FFDA1A3-E43D-4FCE-9C00-03294DC72C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743"/>
              <a:ext cx="650" cy="288"/>
              <a:chOff x="3745" y="2537"/>
              <a:chExt cx="650" cy="288"/>
            </a:xfrm>
          </p:grpSpPr>
          <p:sp>
            <p:nvSpPr>
              <p:cNvPr id="120891" name="Rectangle 123">
                <a:extLst>
                  <a:ext uri="{FF2B5EF4-FFF2-40B4-BE49-F238E27FC236}">
                    <a16:creationId xmlns="" xmlns:a16="http://schemas.microsoft.com/office/drawing/2014/main" id="{778C10BE-7C97-465B-9361-82F5C7102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2" name="Text Box 124">
                <a:extLst>
                  <a:ext uri="{FF2B5EF4-FFF2-40B4-BE49-F238E27FC236}">
                    <a16:creationId xmlns="" xmlns:a16="http://schemas.microsoft.com/office/drawing/2014/main" id="{A83645E4-3E02-447B-BB60-225901768F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</a:rPr>
                  <a:t>SMTP</a:t>
                </a:r>
              </a:p>
            </p:txBody>
          </p:sp>
        </p:grpSp>
        <p:grpSp>
          <p:nvGrpSpPr>
            <p:cNvPr id="120852" name="Group 125">
              <a:extLst>
                <a:ext uri="{FF2B5EF4-FFF2-40B4-BE49-F238E27FC236}">
                  <a16:creationId xmlns="" xmlns:a16="http://schemas.microsoft.com/office/drawing/2014/main" id="{19C2E8AF-14EB-4D08-B638-1845803CBB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7" y="2193"/>
              <a:ext cx="650" cy="288"/>
              <a:chOff x="3745" y="2537"/>
              <a:chExt cx="650" cy="288"/>
            </a:xfrm>
          </p:grpSpPr>
          <p:sp>
            <p:nvSpPr>
              <p:cNvPr id="120889" name="Rectangle 126">
                <a:extLst>
                  <a:ext uri="{FF2B5EF4-FFF2-40B4-BE49-F238E27FC236}">
                    <a16:creationId xmlns="" xmlns:a16="http://schemas.microsoft.com/office/drawing/2014/main" id="{607A94B6-65D6-49E3-8D6C-877EA71F6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0" name="Text Box 127">
                <a:extLst>
                  <a:ext uri="{FF2B5EF4-FFF2-40B4-BE49-F238E27FC236}">
                    <a16:creationId xmlns="" xmlns:a16="http://schemas.microsoft.com/office/drawing/2014/main" id="{87185582-F6C0-4169-A1AE-4B12767C31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</a:rPr>
                  <a:t>SMTP</a:t>
                </a:r>
              </a:p>
            </p:txBody>
          </p:sp>
        </p:grpSp>
        <p:grpSp>
          <p:nvGrpSpPr>
            <p:cNvPr id="120853" name="Group 423">
              <a:extLst>
                <a:ext uri="{FF2B5EF4-FFF2-40B4-BE49-F238E27FC236}">
                  <a16:creationId xmlns="" xmlns:a16="http://schemas.microsoft.com/office/drawing/2014/main" id="{5B8EADFC-1F67-4D64-87AE-AD03FB93F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7" y="886"/>
              <a:ext cx="575" cy="664"/>
              <a:chOff x="3574" y="550"/>
              <a:chExt cx="575" cy="664"/>
            </a:xfrm>
          </p:grpSpPr>
          <p:grpSp>
            <p:nvGrpSpPr>
              <p:cNvPr id="120884" name="Group 353">
                <a:extLst>
                  <a:ext uri="{FF2B5EF4-FFF2-40B4-BE49-F238E27FC236}">
                    <a16:creationId xmlns="" xmlns:a16="http://schemas.microsoft.com/office/drawing/2014/main" id="{354A6CE6-0698-46E0-8C1A-7159A0C1F3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87" name="Picture 354" descr="desktop_computer_stylized_medium">
                  <a:extLst>
                    <a:ext uri="{FF2B5EF4-FFF2-40B4-BE49-F238E27FC236}">
                      <a16:creationId xmlns="" xmlns:a16="http://schemas.microsoft.com/office/drawing/2014/main" id="{06411AAE-7D1B-4727-A6EC-E3AC258523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88" name="Freeform 355">
                  <a:extLst>
                    <a:ext uri="{FF2B5EF4-FFF2-40B4-BE49-F238E27FC236}">
                      <a16:creationId xmlns="" xmlns:a16="http://schemas.microsoft.com/office/drawing/2014/main" id="{829FE56F-8867-47D6-AF75-195E59AFB6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85" name="Rectangle 115">
                <a:extLst>
                  <a:ext uri="{FF2B5EF4-FFF2-40B4-BE49-F238E27FC236}">
                    <a16:creationId xmlns="" xmlns:a16="http://schemas.microsoft.com/office/drawing/2014/main" id="{0D2DC9A6-CBE1-4066-A3E4-F3203DF0E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86" name="Text Box 116">
                <a:extLst>
                  <a:ext uri="{FF2B5EF4-FFF2-40B4-BE49-F238E27FC236}">
                    <a16:creationId xmlns="" xmlns:a16="http://schemas.microsoft.com/office/drawing/2014/main" id="{0B45F5D6-2C4C-4C75-AD4F-DCF6967B3B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4" name="Group 424">
              <a:extLst>
                <a:ext uri="{FF2B5EF4-FFF2-40B4-BE49-F238E27FC236}">
                  <a16:creationId xmlns="" xmlns:a16="http://schemas.microsoft.com/office/drawing/2014/main" id="{5A99D22B-D07F-43A7-9FDE-A7CAFF2F6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0" y="1400"/>
              <a:ext cx="575" cy="664"/>
              <a:chOff x="3574" y="550"/>
              <a:chExt cx="575" cy="664"/>
            </a:xfrm>
          </p:grpSpPr>
          <p:grpSp>
            <p:nvGrpSpPr>
              <p:cNvPr id="120879" name="Group 425">
                <a:extLst>
                  <a:ext uri="{FF2B5EF4-FFF2-40B4-BE49-F238E27FC236}">
                    <a16:creationId xmlns="" xmlns:a16="http://schemas.microsoft.com/office/drawing/2014/main" id="{06F7DD48-F60B-429B-9F9C-F9C727A312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82" name="Picture 426" descr="desktop_computer_stylized_medium">
                  <a:extLst>
                    <a:ext uri="{FF2B5EF4-FFF2-40B4-BE49-F238E27FC236}">
                      <a16:creationId xmlns="" xmlns:a16="http://schemas.microsoft.com/office/drawing/2014/main" id="{7A8CD713-9A03-4DD9-B47F-519B21F07B9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83" name="Freeform 427">
                  <a:extLst>
                    <a:ext uri="{FF2B5EF4-FFF2-40B4-BE49-F238E27FC236}">
                      <a16:creationId xmlns="" xmlns:a16="http://schemas.microsoft.com/office/drawing/2014/main" id="{38BA29EB-EB36-486D-9EA4-C6FBC67F4D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80" name="Rectangle 115">
                <a:extLst>
                  <a:ext uri="{FF2B5EF4-FFF2-40B4-BE49-F238E27FC236}">
                    <a16:creationId xmlns="" xmlns:a16="http://schemas.microsoft.com/office/drawing/2014/main" id="{CF1D860E-1F9E-4BDC-95F3-65E59651F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81" name="Text Box 116">
                <a:extLst>
                  <a:ext uri="{FF2B5EF4-FFF2-40B4-BE49-F238E27FC236}">
                    <a16:creationId xmlns="" xmlns:a16="http://schemas.microsoft.com/office/drawing/2014/main" id="{CBA84C6A-E31C-489E-9207-40462A75D1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5" name="Group 430">
              <a:extLst>
                <a:ext uri="{FF2B5EF4-FFF2-40B4-BE49-F238E27FC236}">
                  <a16:creationId xmlns="" xmlns:a16="http://schemas.microsoft.com/office/drawing/2014/main" id="{FACDBCBA-FFE5-4C1D-B14C-D951BB5EFE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" y="1880"/>
              <a:ext cx="575" cy="664"/>
              <a:chOff x="3574" y="550"/>
              <a:chExt cx="575" cy="664"/>
            </a:xfrm>
          </p:grpSpPr>
          <p:grpSp>
            <p:nvGrpSpPr>
              <p:cNvPr id="120874" name="Group 431">
                <a:extLst>
                  <a:ext uri="{FF2B5EF4-FFF2-40B4-BE49-F238E27FC236}">
                    <a16:creationId xmlns="" xmlns:a16="http://schemas.microsoft.com/office/drawing/2014/main" id="{D2385193-CFA1-42C7-9419-E071317A1A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77" name="Picture 432" descr="desktop_computer_stylized_medium">
                  <a:extLst>
                    <a:ext uri="{FF2B5EF4-FFF2-40B4-BE49-F238E27FC236}">
                      <a16:creationId xmlns="" xmlns:a16="http://schemas.microsoft.com/office/drawing/2014/main" id="{FB03CABE-8D7D-40B5-8ECD-1B2BD79849F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78" name="Freeform 433">
                  <a:extLst>
                    <a:ext uri="{FF2B5EF4-FFF2-40B4-BE49-F238E27FC236}">
                      <a16:creationId xmlns="" xmlns:a16="http://schemas.microsoft.com/office/drawing/2014/main" id="{D87E8578-74BF-47BA-9305-F4CBDE373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75" name="Rectangle 115">
                <a:extLst>
                  <a:ext uri="{FF2B5EF4-FFF2-40B4-BE49-F238E27FC236}">
                    <a16:creationId xmlns="" xmlns:a16="http://schemas.microsoft.com/office/drawing/2014/main" id="{8A2595EA-EE68-4752-9735-4EE0F3BFC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76" name="Text Box 116">
                <a:extLst>
                  <a:ext uri="{FF2B5EF4-FFF2-40B4-BE49-F238E27FC236}">
                    <a16:creationId xmlns="" xmlns:a16="http://schemas.microsoft.com/office/drawing/2014/main" id="{6F31059E-49A2-45A5-A3AD-6B6826F140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6" name="Group 436">
              <a:extLst>
                <a:ext uri="{FF2B5EF4-FFF2-40B4-BE49-F238E27FC236}">
                  <a16:creationId xmlns="" xmlns:a16="http://schemas.microsoft.com/office/drawing/2014/main" id="{B7521972-00C7-48E3-9FA3-1E61814035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9" y="2540"/>
              <a:ext cx="575" cy="664"/>
              <a:chOff x="3574" y="550"/>
              <a:chExt cx="575" cy="664"/>
            </a:xfrm>
          </p:grpSpPr>
          <p:grpSp>
            <p:nvGrpSpPr>
              <p:cNvPr id="120869" name="Group 437">
                <a:extLst>
                  <a:ext uri="{FF2B5EF4-FFF2-40B4-BE49-F238E27FC236}">
                    <a16:creationId xmlns="" xmlns:a16="http://schemas.microsoft.com/office/drawing/2014/main" id="{BBFAC096-8F35-4B05-A4BB-E0C0767456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72" name="Picture 438" descr="desktop_computer_stylized_medium">
                  <a:extLst>
                    <a:ext uri="{FF2B5EF4-FFF2-40B4-BE49-F238E27FC236}">
                      <a16:creationId xmlns="" xmlns:a16="http://schemas.microsoft.com/office/drawing/2014/main" id="{3C982DFD-59CB-4E6F-92D2-A01B49E8000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73" name="Freeform 439">
                  <a:extLst>
                    <a:ext uri="{FF2B5EF4-FFF2-40B4-BE49-F238E27FC236}">
                      <a16:creationId xmlns="" xmlns:a16="http://schemas.microsoft.com/office/drawing/2014/main" id="{588215BF-93B8-4523-9BEC-6AEFC470B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70" name="Rectangle 115">
                <a:extLst>
                  <a:ext uri="{FF2B5EF4-FFF2-40B4-BE49-F238E27FC236}">
                    <a16:creationId xmlns="" xmlns:a16="http://schemas.microsoft.com/office/drawing/2014/main" id="{89754C0C-266A-4582-8A5A-5CEE79795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71" name="Text Box 116">
                <a:extLst>
                  <a:ext uri="{FF2B5EF4-FFF2-40B4-BE49-F238E27FC236}">
                    <a16:creationId xmlns="" xmlns:a16="http://schemas.microsoft.com/office/drawing/2014/main" id="{433F4543-5F0B-4B00-9720-0E90C81E94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7" name="Group 442">
              <a:extLst>
                <a:ext uri="{FF2B5EF4-FFF2-40B4-BE49-F238E27FC236}">
                  <a16:creationId xmlns="" xmlns:a16="http://schemas.microsoft.com/office/drawing/2014/main" id="{962AED86-4BCA-4D2D-9686-29538AD8BE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4" y="3446"/>
              <a:ext cx="575" cy="664"/>
              <a:chOff x="3574" y="550"/>
              <a:chExt cx="575" cy="664"/>
            </a:xfrm>
          </p:grpSpPr>
          <p:grpSp>
            <p:nvGrpSpPr>
              <p:cNvPr id="120864" name="Group 443">
                <a:extLst>
                  <a:ext uri="{FF2B5EF4-FFF2-40B4-BE49-F238E27FC236}">
                    <a16:creationId xmlns="" xmlns:a16="http://schemas.microsoft.com/office/drawing/2014/main" id="{A83A3D5C-B14B-45C7-9357-7DA6D4BE9E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67" name="Picture 444" descr="desktop_computer_stylized_medium">
                  <a:extLst>
                    <a:ext uri="{FF2B5EF4-FFF2-40B4-BE49-F238E27FC236}">
                      <a16:creationId xmlns="" xmlns:a16="http://schemas.microsoft.com/office/drawing/2014/main" id="{C836860A-4419-460B-B84A-2A33FDE0400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68" name="Freeform 445">
                  <a:extLst>
                    <a:ext uri="{FF2B5EF4-FFF2-40B4-BE49-F238E27FC236}">
                      <a16:creationId xmlns="" xmlns:a16="http://schemas.microsoft.com/office/drawing/2014/main" id="{2A917023-E89F-464F-8E5F-B9CC7719FC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65" name="Rectangle 115">
                <a:extLst>
                  <a:ext uri="{FF2B5EF4-FFF2-40B4-BE49-F238E27FC236}">
                    <a16:creationId xmlns="" xmlns:a16="http://schemas.microsoft.com/office/drawing/2014/main" id="{AB80BF9F-8202-4CB6-80FA-9EE0677AE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66" name="Text Box 116">
                <a:extLst>
                  <a:ext uri="{FF2B5EF4-FFF2-40B4-BE49-F238E27FC236}">
                    <a16:creationId xmlns="" xmlns:a16="http://schemas.microsoft.com/office/drawing/2014/main" id="{0DECBAAB-3C00-4A34-8E66-E81A4CBA52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8" name="Group 448">
              <a:extLst>
                <a:ext uri="{FF2B5EF4-FFF2-40B4-BE49-F238E27FC236}">
                  <a16:creationId xmlns="" xmlns:a16="http://schemas.microsoft.com/office/drawing/2014/main" id="{7AA9696D-B89E-4F94-BB50-D14293D8B5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3056"/>
              <a:ext cx="575" cy="664"/>
              <a:chOff x="3574" y="550"/>
              <a:chExt cx="575" cy="664"/>
            </a:xfrm>
          </p:grpSpPr>
          <p:grpSp>
            <p:nvGrpSpPr>
              <p:cNvPr id="120859" name="Group 449">
                <a:extLst>
                  <a:ext uri="{FF2B5EF4-FFF2-40B4-BE49-F238E27FC236}">
                    <a16:creationId xmlns="" xmlns:a16="http://schemas.microsoft.com/office/drawing/2014/main" id="{37BCF590-1ECF-43F6-85F2-448F318C51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62" name="Picture 450" descr="desktop_computer_stylized_medium">
                  <a:extLst>
                    <a:ext uri="{FF2B5EF4-FFF2-40B4-BE49-F238E27FC236}">
                      <a16:creationId xmlns="" xmlns:a16="http://schemas.microsoft.com/office/drawing/2014/main" id="{401295FB-29F1-49AD-AE5B-1C6C99B38CD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63" name="Freeform 451">
                  <a:extLst>
                    <a:ext uri="{FF2B5EF4-FFF2-40B4-BE49-F238E27FC236}">
                      <a16:creationId xmlns="" xmlns:a16="http://schemas.microsoft.com/office/drawing/2014/main" id="{AA23DEA8-AA58-43D7-A9C2-32ADF3981C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60" name="Rectangle 115">
                <a:extLst>
                  <a:ext uri="{FF2B5EF4-FFF2-40B4-BE49-F238E27FC236}">
                    <a16:creationId xmlns="" xmlns:a16="http://schemas.microsoft.com/office/drawing/2014/main" id="{D3D07E21-56BF-46B6-AC2F-08D53C6E2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61" name="Text Box 116">
                <a:extLst>
                  <a:ext uri="{FF2B5EF4-FFF2-40B4-BE49-F238E27FC236}">
                    <a16:creationId xmlns="" xmlns:a16="http://schemas.microsoft.com/office/drawing/2014/main" id="{F2FFA0A5-0BA0-4237-B8AB-DCD2C5E0F7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620172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Rectangle 7">
            <a:extLst>
              <a:ext uri="{FF2B5EF4-FFF2-40B4-BE49-F238E27FC236}">
                <a16:creationId xmlns="" xmlns:a16="http://schemas.microsoft.com/office/drawing/2014/main" id="{B7A227C5-F957-435D-A58C-88F01ADA1A1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2882" name="Rectangle 8">
            <a:extLst>
              <a:ext uri="{FF2B5EF4-FFF2-40B4-BE49-F238E27FC236}">
                <a16:creationId xmlns="" xmlns:a16="http://schemas.microsoft.com/office/drawing/2014/main" id="{EB23D772-8D6B-4F7C-942C-B680FD8086D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85AEA70-6C70-4F21-A478-913FBFFD2438}" type="slidenum">
              <a:rPr lang="en-US" altLang="en-US" sz="1200">
                <a:latin typeface="Tahoma" panose="020B0604030504040204" pitchFamily="34" charset="0"/>
              </a:rPr>
              <a:pPr/>
              <a:t>49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22883" name="Rectangle 2">
            <a:extLst>
              <a:ext uri="{FF2B5EF4-FFF2-40B4-BE49-F238E27FC236}">
                <a16:creationId xmlns="" xmlns:a16="http://schemas.microsoft.com/office/drawing/2014/main" id="{F13E1CEF-A7B3-424F-B3C6-0FE9569B935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6238" y="222250"/>
            <a:ext cx="7772400" cy="882650"/>
          </a:xfrm>
        </p:spPr>
        <p:txBody>
          <a:bodyPr/>
          <a:lstStyle/>
          <a:p>
            <a:r>
              <a:rPr lang="en-US" altLang="en-US" sz="4000"/>
              <a:t>Electronic mail: mail servers</a:t>
            </a:r>
            <a:endParaRPr lang="en-US" altLang="en-US"/>
          </a:p>
        </p:txBody>
      </p:sp>
      <p:sp>
        <p:nvSpPr>
          <p:cNvPr id="122884" name="Rectangle 3">
            <a:extLst>
              <a:ext uri="{FF2B5EF4-FFF2-40B4-BE49-F238E27FC236}">
                <a16:creationId xmlns="" xmlns:a16="http://schemas.microsoft.com/office/drawing/2014/main" id="{735C4806-7B0C-412B-B316-2F01D6A9837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98588"/>
            <a:ext cx="3933825" cy="4648200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mail servers: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mailbox</a:t>
            </a:r>
            <a:r>
              <a:rPr lang="en-US" altLang="en-US" sz="2400"/>
              <a:t> contains incoming messages for user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message queue</a:t>
            </a:r>
            <a:r>
              <a:rPr lang="en-US" altLang="en-US" sz="2400"/>
              <a:t> of outgoing (to be sent) mail messages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SMTP protocol</a:t>
            </a:r>
            <a:r>
              <a:rPr lang="en-US" altLang="en-US" sz="2400"/>
              <a:t> between mail servers to send email messages</a:t>
            </a:r>
          </a:p>
          <a:p>
            <a:pPr lvl="1"/>
            <a:r>
              <a:rPr lang="en-US" altLang="en-US"/>
              <a:t>client: sending mail server</a:t>
            </a:r>
          </a:p>
          <a:p>
            <a:pPr lvl="1"/>
            <a:r>
              <a:rPr lang="ja-JP" altLang="en-US"/>
              <a:t>“</a:t>
            </a:r>
            <a:r>
              <a:rPr lang="en-US" altLang="ja-JP"/>
              <a:t>server</a:t>
            </a:r>
            <a:r>
              <a:rPr lang="ja-JP" altLang="en-US"/>
              <a:t>”</a:t>
            </a:r>
            <a:r>
              <a:rPr lang="en-US" altLang="ja-JP"/>
              <a:t>: receiving mail server</a:t>
            </a:r>
            <a:endParaRPr lang="en-US" altLang="en-US"/>
          </a:p>
        </p:txBody>
      </p:sp>
      <p:pic>
        <p:nvPicPr>
          <p:cNvPr id="122885" name="Picture 159" descr="underline_base">
            <a:extLst>
              <a:ext uri="{FF2B5EF4-FFF2-40B4-BE49-F238E27FC236}">
                <a16:creationId xmlns="" xmlns:a16="http://schemas.microsoft.com/office/drawing/2014/main" id="{65D8FBAE-3660-4F3F-9901-3ACF2B6920A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188" y="882650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886" name="Group 271">
            <a:extLst>
              <a:ext uri="{FF2B5EF4-FFF2-40B4-BE49-F238E27FC236}">
                <a16:creationId xmlns="" xmlns:a16="http://schemas.microsoft.com/office/drawing/2014/main" id="{16B21757-91B8-4C77-9CA9-739E2D95ED6D}"/>
              </a:ext>
            </a:extLst>
          </p:cNvPr>
          <p:cNvGrpSpPr>
            <a:grpSpLocks/>
          </p:cNvGrpSpPr>
          <p:nvPr/>
        </p:nvGrpSpPr>
        <p:grpSpPr bwMode="auto">
          <a:xfrm>
            <a:off x="6899275" y="2787650"/>
            <a:ext cx="477838" cy="715963"/>
            <a:chOff x="4140" y="429"/>
            <a:chExt cx="1425" cy="2396"/>
          </a:xfrm>
        </p:grpSpPr>
        <p:sp>
          <p:nvSpPr>
            <p:cNvPr id="123049" name="Freeform 272">
              <a:extLst>
                <a:ext uri="{FF2B5EF4-FFF2-40B4-BE49-F238E27FC236}">
                  <a16:creationId xmlns="" xmlns:a16="http://schemas.microsoft.com/office/drawing/2014/main" id="{1C9C83F8-702B-4B71-9004-BB16D228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0" name="Rectangle 273">
              <a:extLst>
                <a:ext uri="{FF2B5EF4-FFF2-40B4-BE49-F238E27FC236}">
                  <a16:creationId xmlns="" xmlns:a16="http://schemas.microsoft.com/office/drawing/2014/main" id="{5314BE1F-4F6F-4879-BF39-BF19568CC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51" name="Freeform 274">
              <a:extLst>
                <a:ext uri="{FF2B5EF4-FFF2-40B4-BE49-F238E27FC236}">
                  <a16:creationId xmlns="" xmlns:a16="http://schemas.microsoft.com/office/drawing/2014/main" id="{D8BE2B11-5F4D-4DEB-867E-28A4F4BB2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2" name="Freeform 275">
              <a:extLst>
                <a:ext uri="{FF2B5EF4-FFF2-40B4-BE49-F238E27FC236}">
                  <a16:creationId xmlns="" xmlns:a16="http://schemas.microsoft.com/office/drawing/2014/main" id="{A6B0B359-AE87-439D-9964-EC32489F3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3" name="Rectangle 276">
              <a:extLst>
                <a:ext uri="{FF2B5EF4-FFF2-40B4-BE49-F238E27FC236}">
                  <a16:creationId xmlns="" xmlns:a16="http://schemas.microsoft.com/office/drawing/2014/main" id="{B236B7C7-2FB8-4332-AF62-66451A95E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4" name="Group 277">
              <a:extLst>
                <a:ext uri="{FF2B5EF4-FFF2-40B4-BE49-F238E27FC236}">
                  <a16:creationId xmlns="" xmlns:a16="http://schemas.microsoft.com/office/drawing/2014/main" id="{9FC10BC3-31C3-45C9-8A63-F9F555CA41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79" name="AutoShape 278">
                <a:extLst>
                  <a:ext uri="{FF2B5EF4-FFF2-40B4-BE49-F238E27FC236}">
                    <a16:creationId xmlns="" xmlns:a16="http://schemas.microsoft.com/office/drawing/2014/main" id="{53690CED-AF70-4B1B-9F2A-8D9ECFF12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80" name="AutoShape 279">
                <a:extLst>
                  <a:ext uri="{FF2B5EF4-FFF2-40B4-BE49-F238E27FC236}">
                    <a16:creationId xmlns="" xmlns:a16="http://schemas.microsoft.com/office/drawing/2014/main" id="{AB81201D-F8EC-4BEE-835A-204AB51D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55" name="Rectangle 280">
              <a:extLst>
                <a:ext uri="{FF2B5EF4-FFF2-40B4-BE49-F238E27FC236}">
                  <a16:creationId xmlns="" xmlns:a16="http://schemas.microsoft.com/office/drawing/2014/main" id="{819611CF-5B0F-4CBE-877D-AEE09087F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6" name="Group 281">
              <a:extLst>
                <a:ext uri="{FF2B5EF4-FFF2-40B4-BE49-F238E27FC236}">
                  <a16:creationId xmlns="" xmlns:a16="http://schemas.microsoft.com/office/drawing/2014/main" id="{FE651C21-521C-41DC-A129-706C93FF6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77" name="AutoShape 282">
                <a:extLst>
                  <a:ext uri="{FF2B5EF4-FFF2-40B4-BE49-F238E27FC236}">
                    <a16:creationId xmlns="" xmlns:a16="http://schemas.microsoft.com/office/drawing/2014/main" id="{30DD2270-BD2F-4BEE-A584-FEE317A04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8" name="AutoShape 283">
                <a:extLst>
                  <a:ext uri="{FF2B5EF4-FFF2-40B4-BE49-F238E27FC236}">
                    <a16:creationId xmlns="" xmlns:a16="http://schemas.microsoft.com/office/drawing/2014/main" id="{38E8A308-D50A-4EC7-93F6-22BD53102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57" name="Rectangle 284">
              <a:extLst>
                <a:ext uri="{FF2B5EF4-FFF2-40B4-BE49-F238E27FC236}">
                  <a16:creationId xmlns="" xmlns:a16="http://schemas.microsoft.com/office/drawing/2014/main" id="{623EE791-A135-4A7A-9A5C-032F56E01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58" name="Rectangle 285">
              <a:extLst>
                <a:ext uri="{FF2B5EF4-FFF2-40B4-BE49-F238E27FC236}">
                  <a16:creationId xmlns="" xmlns:a16="http://schemas.microsoft.com/office/drawing/2014/main" id="{F3385BF6-3453-48FE-AA4A-0EA624CEA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9" name="Group 286">
              <a:extLst>
                <a:ext uri="{FF2B5EF4-FFF2-40B4-BE49-F238E27FC236}">
                  <a16:creationId xmlns="" xmlns:a16="http://schemas.microsoft.com/office/drawing/2014/main" id="{01A3EC29-CE95-4E16-A240-1EE8A33E41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75" name="AutoShape 287">
                <a:extLst>
                  <a:ext uri="{FF2B5EF4-FFF2-40B4-BE49-F238E27FC236}">
                    <a16:creationId xmlns="" xmlns:a16="http://schemas.microsoft.com/office/drawing/2014/main" id="{EE2F1067-4920-487B-AD41-66921F6C2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6" name="AutoShape 288">
                <a:extLst>
                  <a:ext uri="{FF2B5EF4-FFF2-40B4-BE49-F238E27FC236}">
                    <a16:creationId xmlns="" xmlns:a16="http://schemas.microsoft.com/office/drawing/2014/main" id="{6B57D2BC-8B39-4937-95B4-F92691F3A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60" name="Freeform 289">
              <a:extLst>
                <a:ext uri="{FF2B5EF4-FFF2-40B4-BE49-F238E27FC236}">
                  <a16:creationId xmlns="" xmlns:a16="http://schemas.microsoft.com/office/drawing/2014/main" id="{B0FD1089-EFA2-4450-A046-8DF164104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3061" name="Group 290">
              <a:extLst>
                <a:ext uri="{FF2B5EF4-FFF2-40B4-BE49-F238E27FC236}">
                  <a16:creationId xmlns="" xmlns:a16="http://schemas.microsoft.com/office/drawing/2014/main" id="{0D94FA7A-872B-4A57-97EE-B8B643E9ED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73" name="AutoShape 291">
                <a:extLst>
                  <a:ext uri="{FF2B5EF4-FFF2-40B4-BE49-F238E27FC236}">
                    <a16:creationId xmlns="" xmlns:a16="http://schemas.microsoft.com/office/drawing/2014/main" id="{3C188503-E2D2-43D2-9FAA-96D2351AC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4" name="AutoShape 292">
                <a:extLst>
                  <a:ext uri="{FF2B5EF4-FFF2-40B4-BE49-F238E27FC236}">
                    <a16:creationId xmlns="" xmlns:a16="http://schemas.microsoft.com/office/drawing/2014/main" id="{95D48464-C5F8-4B7B-84CC-A7E710FAF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62" name="Rectangle 293">
              <a:extLst>
                <a:ext uri="{FF2B5EF4-FFF2-40B4-BE49-F238E27FC236}">
                  <a16:creationId xmlns="" xmlns:a16="http://schemas.microsoft.com/office/drawing/2014/main" id="{F0076A25-9F7A-4EAF-8A2E-9D437E8B4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3" name="Freeform 294">
              <a:extLst>
                <a:ext uri="{FF2B5EF4-FFF2-40B4-BE49-F238E27FC236}">
                  <a16:creationId xmlns="" xmlns:a16="http://schemas.microsoft.com/office/drawing/2014/main" id="{5B2AED01-6834-4BF2-B1C5-052AA68E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4" name="Freeform 295">
              <a:extLst>
                <a:ext uri="{FF2B5EF4-FFF2-40B4-BE49-F238E27FC236}">
                  <a16:creationId xmlns="" xmlns:a16="http://schemas.microsoft.com/office/drawing/2014/main" id="{0D4B9B09-69EC-4ECA-90E4-951ADBE5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5" name="Oval 296">
              <a:extLst>
                <a:ext uri="{FF2B5EF4-FFF2-40B4-BE49-F238E27FC236}">
                  <a16:creationId xmlns="" xmlns:a16="http://schemas.microsoft.com/office/drawing/2014/main" id="{43ED104D-DCA3-4547-B5F5-7358ED613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6" name="Freeform 297">
              <a:extLst>
                <a:ext uri="{FF2B5EF4-FFF2-40B4-BE49-F238E27FC236}">
                  <a16:creationId xmlns="" xmlns:a16="http://schemas.microsoft.com/office/drawing/2014/main" id="{98DCAF97-7838-4DE4-8E3D-26C66AC2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7" name="AutoShape 298">
              <a:extLst>
                <a:ext uri="{FF2B5EF4-FFF2-40B4-BE49-F238E27FC236}">
                  <a16:creationId xmlns="" xmlns:a16="http://schemas.microsoft.com/office/drawing/2014/main" id="{54B80937-B093-46AD-B3FD-ABA5EEAB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8" name="AutoShape 299">
              <a:extLst>
                <a:ext uri="{FF2B5EF4-FFF2-40B4-BE49-F238E27FC236}">
                  <a16:creationId xmlns="" xmlns:a16="http://schemas.microsoft.com/office/drawing/2014/main" id="{D49C2FDE-7DE7-40BC-B021-3959E3009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9" name="Oval 300">
              <a:extLst>
                <a:ext uri="{FF2B5EF4-FFF2-40B4-BE49-F238E27FC236}">
                  <a16:creationId xmlns="" xmlns:a16="http://schemas.microsoft.com/office/drawing/2014/main" id="{D435175C-EE26-4E48-9087-5062851C5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70" name="Oval 301">
              <a:extLst>
                <a:ext uri="{FF2B5EF4-FFF2-40B4-BE49-F238E27FC236}">
                  <a16:creationId xmlns="" xmlns:a16="http://schemas.microsoft.com/office/drawing/2014/main" id="{88A61946-3CF9-42C4-9E44-84A038190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3071" name="Oval 302">
              <a:extLst>
                <a:ext uri="{FF2B5EF4-FFF2-40B4-BE49-F238E27FC236}">
                  <a16:creationId xmlns="" xmlns:a16="http://schemas.microsoft.com/office/drawing/2014/main" id="{F562DE7A-1A40-42F4-A747-FFC51FCF9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72" name="Rectangle 303">
              <a:extLst>
                <a:ext uri="{FF2B5EF4-FFF2-40B4-BE49-F238E27FC236}">
                  <a16:creationId xmlns="" xmlns:a16="http://schemas.microsoft.com/office/drawing/2014/main" id="{341F80D4-C7CD-4883-8B88-85D13AB3E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2887" name="Group 304">
            <a:extLst>
              <a:ext uri="{FF2B5EF4-FFF2-40B4-BE49-F238E27FC236}">
                <a16:creationId xmlns="" xmlns:a16="http://schemas.microsoft.com/office/drawing/2014/main" id="{79417C20-B5E0-42C2-BF0C-EC5626B57801}"/>
              </a:ext>
            </a:extLst>
          </p:cNvPr>
          <p:cNvGrpSpPr>
            <a:grpSpLocks/>
          </p:cNvGrpSpPr>
          <p:nvPr/>
        </p:nvGrpSpPr>
        <p:grpSpPr bwMode="auto">
          <a:xfrm>
            <a:off x="4906963" y="4181475"/>
            <a:ext cx="477837" cy="715963"/>
            <a:chOff x="4140" y="429"/>
            <a:chExt cx="1425" cy="2396"/>
          </a:xfrm>
        </p:grpSpPr>
        <p:sp>
          <p:nvSpPr>
            <p:cNvPr id="123017" name="Freeform 305">
              <a:extLst>
                <a:ext uri="{FF2B5EF4-FFF2-40B4-BE49-F238E27FC236}">
                  <a16:creationId xmlns="" xmlns:a16="http://schemas.microsoft.com/office/drawing/2014/main" id="{BC702CF9-6319-4EE4-B3CA-6195D9F4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8" name="Rectangle 306">
              <a:extLst>
                <a:ext uri="{FF2B5EF4-FFF2-40B4-BE49-F238E27FC236}">
                  <a16:creationId xmlns="" xmlns:a16="http://schemas.microsoft.com/office/drawing/2014/main" id="{DEE90B0C-1F33-49B6-8636-2814B1310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19" name="Freeform 307">
              <a:extLst>
                <a:ext uri="{FF2B5EF4-FFF2-40B4-BE49-F238E27FC236}">
                  <a16:creationId xmlns="" xmlns:a16="http://schemas.microsoft.com/office/drawing/2014/main" id="{43DCB37C-A187-4EFE-A863-6D4A1748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0" name="Freeform 308">
              <a:extLst>
                <a:ext uri="{FF2B5EF4-FFF2-40B4-BE49-F238E27FC236}">
                  <a16:creationId xmlns="" xmlns:a16="http://schemas.microsoft.com/office/drawing/2014/main" id="{02E051B6-CBB1-4DDE-9172-E5342D96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1" name="Rectangle 309">
              <a:extLst>
                <a:ext uri="{FF2B5EF4-FFF2-40B4-BE49-F238E27FC236}">
                  <a16:creationId xmlns="" xmlns:a16="http://schemas.microsoft.com/office/drawing/2014/main" id="{B7CF5DEF-72EC-45DC-840F-F1829D9B7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2" name="Group 310">
              <a:extLst>
                <a:ext uri="{FF2B5EF4-FFF2-40B4-BE49-F238E27FC236}">
                  <a16:creationId xmlns="" xmlns:a16="http://schemas.microsoft.com/office/drawing/2014/main" id="{FD983285-F5A7-4173-9E59-39DCEDCEDB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47" name="AutoShape 311">
                <a:extLst>
                  <a:ext uri="{FF2B5EF4-FFF2-40B4-BE49-F238E27FC236}">
                    <a16:creationId xmlns="" xmlns:a16="http://schemas.microsoft.com/office/drawing/2014/main" id="{A3264495-C1CC-43F3-9218-388661A3C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8" name="AutoShape 312">
                <a:extLst>
                  <a:ext uri="{FF2B5EF4-FFF2-40B4-BE49-F238E27FC236}">
                    <a16:creationId xmlns="" xmlns:a16="http://schemas.microsoft.com/office/drawing/2014/main" id="{524C6D1A-12CD-40F7-AE74-7A10C3E6D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3" name="Rectangle 313">
              <a:extLst>
                <a:ext uri="{FF2B5EF4-FFF2-40B4-BE49-F238E27FC236}">
                  <a16:creationId xmlns="" xmlns:a16="http://schemas.microsoft.com/office/drawing/2014/main" id="{574E38C0-807C-4054-B01B-B177D16CE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4" name="Group 314">
              <a:extLst>
                <a:ext uri="{FF2B5EF4-FFF2-40B4-BE49-F238E27FC236}">
                  <a16:creationId xmlns="" xmlns:a16="http://schemas.microsoft.com/office/drawing/2014/main" id="{CDD11A8B-F4BF-4A60-87C4-B362EC5743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45" name="AutoShape 315">
                <a:extLst>
                  <a:ext uri="{FF2B5EF4-FFF2-40B4-BE49-F238E27FC236}">
                    <a16:creationId xmlns="" xmlns:a16="http://schemas.microsoft.com/office/drawing/2014/main" id="{5A115C35-7DF4-4563-9362-2C90443B3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6" name="AutoShape 316">
                <a:extLst>
                  <a:ext uri="{FF2B5EF4-FFF2-40B4-BE49-F238E27FC236}">
                    <a16:creationId xmlns="" xmlns:a16="http://schemas.microsoft.com/office/drawing/2014/main" id="{81E754D4-8F7C-480B-B15B-035DDE17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5" name="Rectangle 317">
              <a:extLst>
                <a:ext uri="{FF2B5EF4-FFF2-40B4-BE49-F238E27FC236}">
                  <a16:creationId xmlns="" xmlns:a16="http://schemas.microsoft.com/office/drawing/2014/main" id="{3024CC7D-FED5-4085-8F23-5DA54321F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26" name="Rectangle 318">
              <a:extLst>
                <a:ext uri="{FF2B5EF4-FFF2-40B4-BE49-F238E27FC236}">
                  <a16:creationId xmlns="" xmlns:a16="http://schemas.microsoft.com/office/drawing/2014/main" id="{BA031872-2827-48AA-ACB6-C1FAAC12B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7" name="Group 319">
              <a:extLst>
                <a:ext uri="{FF2B5EF4-FFF2-40B4-BE49-F238E27FC236}">
                  <a16:creationId xmlns="" xmlns:a16="http://schemas.microsoft.com/office/drawing/2014/main" id="{5B3F0812-2612-4615-8C8C-6C4E1FAA90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43" name="AutoShape 320">
                <a:extLst>
                  <a:ext uri="{FF2B5EF4-FFF2-40B4-BE49-F238E27FC236}">
                    <a16:creationId xmlns="" xmlns:a16="http://schemas.microsoft.com/office/drawing/2014/main" id="{2D3F8AAB-4B75-425D-B551-892666F27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4" name="AutoShape 321">
                <a:extLst>
                  <a:ext uri="{FF2B5EF4-FFF2-40B4-BE49-F238E27FC236}">
                    <a16:creationId xmlns="" xmlns:a16="http://schemas.microsoft.com/office/drawing/2014/main" id="{FAB7B0A8-CCBC-4DCE-A816-91825A7DA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8" name="Freeform 322">
              <a:extLst>
                <a:ext uri="{FF2B5EF4-FFF2-40B4-BE49-F238E27FC236}">
                  <a16:creationId xmlns="" xmlns:a16="http://schemas.microsoft.com/office/drawing/2014/main" id="{BC599087-21AD-4FCC-8859-5A348F130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3029" name="Group 323">
              <a:extLst>
                <a:ext uri="{FF2B5EF4-FFF2-40B4-BE49-F238E27FC236}">
                  <a16:creationId xmlns="" xmlns:a16="http://schemas.microsoft.com/office/drawing/2014/main" id="{7D4DF372-99EF-4D98-9CCE-872CE6EE83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41" name="AutoShape 324">
                <a:extLst>
                  <a:ext uri="{FF2B5EF4-FFF2-40B4-BE49-F238E27FC236}">
                    <a16:creationId xmlns="" xmlns:a16="http://schemas.microsoft.com/office/drawing/2014/main" id="{ABFBFB82-72E0-40F2-B375-4FB9C1F39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2" name="AutoShape 325">
                <a:extLst>
                  <a:ext uri="{FF2B5EF4-FFF2-40B4-BE49-F238E27FC236}">
                    <a16:creationId xmlns="" xmlns:a16="http://schemas.microsoft.com/office/drawing/2014/main" id="{BF815985-0ADB-455E-958A-7D7928C04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30" name="Rectangle 326">
              <a:extLst>
                <a:ext uri="{FF2B5EF4-FFF2-40B4-BE49-F238E27FC236}">
                  <a16:creationId xmlns="" xmlns:a16="http://schemas.microsoft.com/office/drawing/2014/main" id="{6D784B10-5219-44EF-A0E9-B264BA383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1" name="Freeform 327">
              <a:extLst>
                <a:ext uri="{FF2B5EF4-FFF2-40B4-BE49-F238E27FC236}">
                  <a16:creationId xmlns="" xmlns:a16="http://schemas.microsoft.com/office/drawing/2014/main" id="{FD0CE055-6188-4501-8A69-7CDEDA06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2" name="Freeform 328">
              <a:extLst>
                <a:ext uri="{FF2B5EF4-FFF2-40B4-BE49-F238E27FC236}">
                  <a16:creationId xmlns="" xmlns:a16="http://schemas.microsoft.com/office/drawing/2014/main" id="{35D3D0BA-0E98-4552-BB2B-D39116252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3" name="Oval 329">
              <a:extLst>
                <a:ext uri="{FF2B5EF4-FFF2-40B4-BE49-F238E27FC236}">
                  <a16:creationId xmlns="" xmlns:a16="http://schemas.microsoft.com/office/drawing/2014/main" id="{38BA9D02-5E44-4E95-A1EA-E537DE713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4" name="Freeform 330">
              <a:extLst>
                <a:ext uri="{FF2B5EF4-FFF2-40B4-BE49-F238E27FC236}">
                  <a16:creationId xmlns="" xmlns:a16="http://schemas.microsoft.com/office/drawing/2014/main" id="{169A988C-7F61-4F22-BC1B-C4B0E9A0C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5" name="AutoShape 331">
              <a:extLst>
                <a:ext uri="{FF2B5EF4-FFF2-40B4-BE49-F238E27FC236}">
                  <a16:creationId xmlns="" xmlns:a16="http://schemas.microsoft.com/office/drawing/2014/main" id="{1ACA1861-1F7C-4A8B-9BD0-82E0399C9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6" name="AutoShape 332">
              <a:extLst>
                <a:ext uri="{FF2B5EF4-FFF2-40B4-BE49-F238E27FC236}">
                  <a16:creationId xmlns="" xmlns:a16="http://schemas.microsoft.com/office/drawing/2014/main" id="{117C095C-E9B3-41F5-B7BB-F18F1D390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7" name="Oval 333">
              <a:extLst>
                <a:ext uri="{FF2B5EF4-FFF2-40B4-BE49-F238E27FC236}">
                  <a16:creationId xmlns="" xmlns:a16="http://schemas.microsoft.com/office/drawing/2014/main" id="{B97E5478-5B9F-498E-9976-705CC339A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8" name="Oval 334">
              <a:extLst>
                <a:ext uri="{FF2B5EF4-FFF2-40B4-BE49-F238E27FC236}">
                  <a16:creationId xmlns="" xmlns:a16="http://schemas.microsoft.com/office/drawing/2014/main" id="{5EDEF882-AE43-4915-A81D-B15533C40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3039" name="Oval 335">
              <a:extLst>
                <a:ext uri="{FF2B5EF4-FFF2-40B4-BE49-F238E27FC236}">
                  <a16:creationId xmlns="" xmlns:a16="http://schemas.microsoft.com/office/drawing/2014/main" id="{5AE4764C-C58B-4A3F-988C-189003D30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40" name="Rectangle 336">
              <a:extLst>
                <a:ext uri="{FF2B5EF4-FFF2-40B4-BE49-F238E27FC236}">
                  <a16:creationId xmlns="" xmlns:a16="http://schemas.microsoft.com/office/drawing/2014/main" id="{8CCE0E8B-D566-4CA5-BC5F-FBFBA2A29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2888" name="Group 337">
            <a:extLst>
              <a:ext uri="{FF2B5EF4-FFF2-40B4-BE49-F238E27FC236}">
                <a16:creationId xmlns="" xmlns:a16="http://schemas.microsoft.com/office/drawing/2014/main" id="{89BF9A52-64EF-4A4D-A7EF-7B35B47E8622}"/>
              </a:ext>
            </a:extLst>
          </p:cNvPr>
          <p:cNvGrpSpPr>
            <a:grpSpLocks/>
          </p:cNvGrpSpPr>
          <p:nvPr/>
        </p:nvGrpSpPr>
        <p:grpSpPr bwMode="auto">
          <a:xfrm>
            <a:off x="4929188" y="1839913"/>
            <a:ext cx="477837" cy="715962"/>
            <a:chOff x="4140" y="429"/>
            <a:chExt cx="1425" cy="2396"/>
          </a:xfrm>
        </p:grpSpPr>
        <p:sp>
          <p:nvSpPr>
            <p:cNvPr id="122985" name="Freeform 338">
              <a:extLst>
                <a:ext uri="{FF2B5EF4-FFF2-40B4-BE49-F238E27FC236}">
                  <a16:creationId xmlns="" xmlns:a16="http://schemas.microsoft.com/office/drawing/2014/main" id="{3471783D-8A94-4F90-AAD8-107821830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6" name="Rectangle 339">
              <a:extLst>
                <a:ext uri="{FF2B5EF4-FFF2-40B4-BE49-F238E27FC236}">
                  <a16:creationId xmlns="" xmlns:a16="http://schemas.microsoft.com/office/drawing/2014/main" id="{7D281849-5586-41CE-B484-20B7CE9CA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87" name="Freeform 340">
              <a:extLst>
                <a:ext uri="{FF2B5EF4-FFF2-40B4-BE49-F238E27FC236}">
                  <a16:creationId xmlns="" xmlns:a16="http://schemas.microsoft.com/office/drawing/2014/main" id="{FF11683C-9307-48BE-A500-C36A6B8F7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8" name="Freeform 341">
              <a:extLst>
                <a:ext uri="{FF2B5EF4-FFF2-40B4-BE49-F238E27FC236}">
                  <a16:creationId xmlns="" xmlns:a16="http://schemas.microsoft.com/office/drawing/2014/main" id="{DF927673-0565-4BC2-87C5-D769667E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9" name="Rectangle 342">
              <a:extLst>
                <a:ext uri="{FF2B5EF4-FFF2-40B4-BE49-F238E27FC236}">
                  <a16:creationId xmlns="" xmlns:a16="http://schemas.microsoft.com/office/drawing/2014/main" id="{0104A7F8-4456-4838-8C63-0AD95C09B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0" name="Group 343">
              <a:extLst>
                <a:ext uri="{FF2B5EF4-FFF2-40B4-BE49-F238E27FC236}">
                  <a16:creationId xmlns="" xmlns:a16="http://schemas.microsoft.com/office/drawing/2014/main" id="{A1764B4C-33E7-4848-99CC-D7433D8B25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15" name="AutoShape 344">
                <a:extLst>
                  <a:ext uri="{FF2B5EF4-FFF2-40B4-BE49-F238E27FC236}">
                    <a16:creationId xmlns="" xmlns:a16="http://schemas.microsoft.com/office/drawing/2014/main" id="{483CEEF0-91C2-4A1D-B8F8-29BC8FFE6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6" name="AutoShape 345">
                <a:extLst>
                  <a:ext uri="{FF2B5EF4-FFF2-40B4-BE49-F238E27FC236}">
                    <a16:creationId xmlns="" xmlns:a16="http://schemas.microsoft.com/office/drawing/2014/main" id="{28DC6A1A-8FC4-452D-ACE0-19CFB7070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1" name="Rectangle 346">
              <a:extLst>
                <a:ext uri="{FF2B5EF4-FFF2-40B4-BE49-F238E27FC236}">
                  <a16:creationId xmlns="" xmlns:a16="http://schemas.microsoft.com/office/drawing/2014/main" id="{48B5D55C-F6D6-460D-B50B-30A61A109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2" name="Group 347">
              <a:extLst>
                <a:ext uri="{FF2B5EF4-FFF2-40B4-BE49-F238E27FC236}">
                  <a16:creationId xmlns="" xmlns:a16="http://schemas.microsoft.com/office/drawing/2014/main" id="{57D23DB3-B773-44A5-B8EF-DD62524DAF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13" name="AutoShape 348">
                <a:extLst>
                  <a:ext uri="{FF2B5EF4-FFF2-40B4-BE49-F238E27FC236}">
                    <a16:creationId xmlns="" xmlns:a16="http://schemas.microsoft.com/office/drawing/2014/main" id="{9AFC132E-7B4B-401D-8FED-5F3B403F4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4" name="AutoShape 349">
                <a:extLst>
                  <a:ext uri="{FF2B5EF4-FFF2-40B4-BE49-F238E27FC236}">
                    <a16:creationId xmlns="" xmlns:a16="http://schemas.microsoft.com/office/drawing/2014/main" id="{638BD597-428D-42B6-A1E3-D57CCC7AC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3" name="Rectangle 350">
              <a:extLst>
                <a:ext uri="{FF2B5EF4-FFF2-40B4-BE49-F238E27FC236}">
                  <a16:creationId xmlns="" xmlns:a16="http://schemas.microsoft.com/office/drawing/2014/main" id="{79A79174-8DB8-4746-A025-E921789CC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94" name="Rectangle 351">
              <a:extLst>
                <a:ext uri="{FF2B5EF4-FFF2-40B4-BE49-F238E27FC236}">
                  <a16:creationId xmlns="" xmlns:a16="http://schemas.microsoft.com/office/drawing/2014/main" id="{35CFA42E-5E62-4958-8BA4-9AB24355F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5" name="Group 352">
              <a:extLst>
                <a:ext uri="{FF2B5EF4-FFF2-40B4-BE49-F238E27FC236}">
                  <a16:creationId xmlns="" xmlns:a16="http://schemas.microsoft.com/office/drawing/2014/main" id="{1CE5360A-36BA-4E23-B6AF-5D6200062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11" name="AutoShape 353">
                <a:extLst>
                  <a:ext uri="{FF2B5EF4-FFF2-40B4-BE49-F238E27FC236}">
                    <a16:creationId xmlns="" xmlns:a16="http://schemas.microsoft.com/office/drawing/2014/main" id="{D12B2A80-3D05-4D5C-9B99-B10755114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2" name="AutoShape 354">
                <a:extLst>
                  <a:ext uri="{FF2B5EF4-FFF2-40B4-BE49-F238E27FC236}">
                    <a16:creationId xmlns="" xmlns:a16="http://schemas.microsoft.com/office/drawing/2014/main" id="{7BFCA10F-3C2E-486A-93A4-C9A62934E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6" name="Freeform 355">
              <a:extLst>
                <a:ext uri="{FF2B5EF4-FFF2-40B4-BE49-F238E27FC236}">
                  <a16:creationId xmlns="" xmlns:a16="http://schemas.microsoft.com/office/drawing/2014/main" id="{7A03841A-DC3C-43DD-A53B-8D02C3E0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2997" name="Group 356">
              <a:extLst>
                <a:ext uri="{FF2B5EF4-FFF2-40B4-BE49-F238E27FC236}">
                  <a16:creationId xmlns="" xmlns:a16="http://schemas.microsoft.com/office/drawing/2014/main" id="{DDB45B64-5217-4EB1-A8D0-0809024737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09" name="AutoShape 357">
                <a:extLst>
                  <a:ext uri="{FF2B5EF4-FFF2-40B4-BE49-F238E27FC236}">
                    <a16:creationId xmlns="" xmlns:a16="http://schemas.microsoft.com/office/drawing/2014/main" id="{BBE34928-B453-483D-8313-EEAD9CCE5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0" name="AutoShape 358">
                <a:extLst>
                  <a:ext uri="{FF2B5EF4-FFF2-40B4-BE49-F238E27FC236}">
                    <a16:creationId xmlns="" xmlns:a16="http://schemas.microsoft.com/office/drawing/2014/main" id="{9C14ECB4-E052-4ABD-B317-363A11BF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8" name="Rectangle 359">
              <a:extLst>
                <a:ext uri="{FF2B5EF4-FFF2-40B4-BE49-F238E27FC236}">
                  <a16:creationId xmlns="" xmlns:a16="http://schemas.microsoft.com/office/drawing/2014/main" id="{6DB5F590-2463-4831-A9B6-B60BA2CDF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99" name="Freeform 360">
              <a:extLst>
                <a:ext uri="{FF2B5EF4-FFF2-40B4-BE49-F238E27FC236}">
                  <a16:creationId xmlns="" xmlns:a16="http://schemas.microsoft.com/office/drawing/2014/main" id="{D5DF637B-00A9-4742-BCCD-487D57F7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0" name="Freeform 361">
              <a:extLst>
                <a:ext uri="{FF2B5EF4-FFF2-40B4-BE49-F238E27FC236}">
                  <a16:creationId xmlns="" xmlns:a16="http://schemas.microsoft.com/office/drawing/2014/main" id="{3D7BEE3F-4CD5-4D33-895F-E64323988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1" name="Oval 362">
              <a:extLst>
                <a:ext uri="{FF2B5EF4-FFF2-40B4-BE49-F238E27FC236}">
                  <a16:creationId xmlns="" xmlns:a16="http://schemas.microsoft.com/office/drawing/2014/main" id="{E428D87E-0716-4BFE-906A-28434953B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2" name="Freeform 363">
              <a:extLst>
                <a:ext uri="{FF2B5EF4-FFF2-40B4-BE49-F238E27FC236}">
                  <a16:creationId xmlns="" xmlns:a16="http://schemas.microsoft.com/office/drawing/2014/main" id="{1802CBF6-1E4E-4C79-9393-C68ED1902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3" name="AutoShape 364">
              <a:extLst>
                <a:ext uri="{FF2B5EF4-FFF2-40B4-BE49-F238E27FC236}">
                  <a16:creationId xmlns="" xmlns:a16="http://schemas.microsoft.com/office/drawing/2014/main" id="{F5E01861-3A9A-42C0-8380-0A5108B74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4" name="AutoShape 365">
              <a:extLst>
                <a:ext uri="{FF2B5EF4-FFF2-40B4-BE49-F238E27FC236}">
                  <a16:creationId xmlns="" xmlns:a16="http://schemas.microsoft.com/office/drawing/2014/main" id="{CCEF02C7-5621-4035-BE5C-D373FA8C2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5" name="Oval 366">
              <a:extLst>
                <a:ext uri="{FF2B5EF4-FFF2-40B4-BE49-F238E27FC236}">
                  <a16:creationId xmlns="" xmlns:a16="http://schemas.microsoft.com/office/drawing/2014/main" id="{6704B1D5-CC9E-437F-AEFE-507437715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6" name="Oval 367">
              <a:extLst>
                <a:ext uri="{FF2B5EF4-FFF2-40B4-BE49-F238E27FC236}">
                  <a16:creationId xmlns="" xmlns:a16="http://schemas.microsoft.com/office/drawing/2014/main" id="{8A026F5F-0383-4AC0-93D4-D99BD661B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3007" name="Oval 368">
              <a:extLst>
                <a:ext uri="{FF2B5EF4-FFF2-40B4-BE49-F238E27FC236}">
                  <a16:creationId xmlns="" xmlns:a16="http://schemas.microsoft.com/office/drawing/2014/main" id="{1A03CD2A-616E-4985-BAFD-60E089ACB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8" name="Rectangle 369">
              <a:extLst>
                <a:ext uri="{FF2B5EF4-FFF2-40B4-BE49-F238E27FC236}">
                  <a16:creationId xmlns="" xmlns:a16="http://schemas.microsoft.com/office/drawing/2014/main" id="{4E6CDBBC-2F01-4765-B7E8-18A7ACEFF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22889" name="Line 9">
            <a:extLst>
              <a:ext uri="{FF2B5EF4-FFF2-40B4-BE49-F238E27FC236}">
                <a16:creationId xmlns="" xmlns:a16="http://schemas.microsoft.com/office/drawing/2014/main" id="{FF50FDF0-EC64-40A8-8835-DAE3111C84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7725" y="2606675"/>
            <a:ext cx="1123950" cy="7905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2890" name="Group 19">
            <a:extLst>
              <a:ext uri="{FF2B5EF4-FFF2-40B4-BE49-F238E27FC236}">
                <a16:creationId xmlns="" xmlns:a16="http://schemas.microsoft.com/office/drawing/2014/main" id="{54CE4883-2495-401B-ACC4-33A13FD7CB00}"/>
              </a:ext>
            </a:extLst>
          </p:cNvPr>
          <p:cNvGrpSpPr>
            <a:grpSpLocks/>
          </p:cNvGrpSpPr>
          <p:nvPr/>
        </p:nvGrpSpPr>
        <p:grpSpPr bwMode="auto">
          <a:xfrm>
            <a:off x="7089775" y="2986088"/>
            <a:ext cx="809625" cy="1049337"/>
            <a:chOff x="4296" y="2627"/>
            <a:chExt cx="510" cy="661"/>
          </a:xfrm>
        </p:grpSpPr>
        <p:sp>
          <p:nvSpPr>
            <p:cNvPr id="122970" name="Rectangle 20">
              <a:extLst>
                <a:ext uri="{FF2B5EF4-FFF2-40B4-BE49-F238E27FC236}">
                  <a16:creationId xmlns="" xmlns:a16="http://schemas.microsoft.com/office/drawing/2014/main" id="{981AF6B7-1934-4FB4-9898-4539FC664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71" name="Text Box 21">
              <a:extLst>
                <a:ext uri="{FF2B5EF4-FFF2-40B4-BE49-F238E27FC236}">
                  <a16:creationId xmlns="" xmlns:a16="http://schemas.microsoft.com/office/drawing/2014/main" id="{CE6517B7-4041-400A-A11E-18A4D11336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72" name="Rectangle 22">
              <a:extLst>
                <a:ext uri="{FF2B5EF4-FFF2-40B4-BE49-F238E27FC236}">
                  <a16:creationId xmlns="" xmlns:a16="http://schemas.microsoft.com/office/drawing/2014/main" id="{832DCC10-96BA-4820-ACB9-337DFB40F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73" name="Line 23">
              <a:extLst>
                <a:ext uri="{FF2B5EF4-FFF2-40B4-BE49-F238E27FC236}">
                  <a16:creationId xmlns="" xmlns:a16="http://schemas.microsoft.com/office/drawing/2014/main" id="{80F03CC2-600E-4CE9-8969-BA6F007E5F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4" name="Line 24">
              <a:extLst>
                <a:ext uri="{FF2B5EF4-FFF2-40B4-BE49-F238E27FC236}">
                  <a16:creationId xmlns="" xmlns:a16="http://schemas.microsoft.com/office/drawing/2014/main" id="{86720846-7364-449C-9EFD-51A49EC1A2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5" name="Line 25">
              <a:extLst>
                <a:ext uri="{FF2B5EF4-FFF2-40B4-BE49-F238E27FC236}">
                  <a16:creationId xmlns="" xmlns:a16="http://schemas.microsoft.com/office/drawing/2014/main" id="{1670705E-3483-4CDD-8269-32408E3E83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6" name="Line 26">
              <a:extLst>
                <a:ext uri="{FF2B5EF4-FFF2-40B4-BE49-F238E27FC236}">
                  <a16:creationId xmlns="" xmlns:a16="http://schemas.microsoft.com/office/drawing/2014/main" id="{57199CC7-C8C1-4D62-A5FF-07322B4F0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7" name="Line 27">
              <a:extLst>
                <a:ext uri="{FF2B5EF4-FFF2-40B4-BE49-F238E27FC236}">
                  <a16:creationId xmlns="" xmlns:a16="http://schemas.microsoft.com/office/drawing/2014/main" id="{5E91CDA0-72EC-46FB-BCB0-013EFD5870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8" name="Line 28">
              <a:extLst>
                <a:ext uri="{FF2B5EF4-FFF2-40B4-BE49-F238E27FC236}">
                  <a16:creationId xmlns="" xmlns:a16="http://schemas.microsoft.com/office/drawing/2014/main" id="{0572E6D4-74FD-4C72-9113-E6079FF9AC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9" name="Line 29">
              <a:extLst>
                <a:ext uri="{FF2B5EF4-FFF2-40B4-BE49-F238E27FC236}">
                  <a16:creationId xmlns="" xmlns:a16="http://schemas.microsoft.com/office/drawing/2014/main" id="{E03F9FA2-250C-4A9F-9A4A-24E7A99D15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80" name="Rectangle 30">
              <a:extLst>
                <a:ext uri="{FF2B5EF4-FFF2-40B4-BE49-F238E27FC236}">
                  <a16:creationId xmlns="" xmlns:a16="http://schemas.microsoft.com/office/drawing/2014/main" id="{AEC70965-BCB4-416A-BAC4-6F6D89468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1" name="Rectangle 31">
              <a:extLst>
                <a:ext uri="{FF2B5EF4-FFF2-40B4-BE49-F238E27FC236}">
                  <a16:creationId xmlns="" xmlns:a16="http://schemas.microsoft.com/office/drawing/2014/main" id="{1702F7D9-9DAA-4912-9DC7-719FF867B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2" name="Rectangle 32">
              <a:extLst>
                <a:ext uri="{FF2B5EF4-FFF2-40B4-BE49-F238E27FC236}">
                  <a16:creationId xmlns="" xmlns:a16="http://schemas.microsoft.com/office/drawing/2014/main" id="{E1306EA9-6860-481F-984F-4FF2981CA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3" name="Rectangle 33">
              <a:extLst>
                <a:ext uri="{FF2B5EF4-FFF2-40B4-BE49-F238E27FC236}">
                  <a16:creationId xmlns="" xmlns:a16="http://schemas.microsoft.com/office/drawing/2014/main" id="{51FC6719-C7BE-493D-8F46-847032B4A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4" name="Rectangle 34">
              <a:extLst>
                <a:ext uri="{FF2B5EF4-FFF2-40B4-BE49-F238E27FC236}">
                  <a16:creationId xmlns="" xmlns:a16="http://schemas.microsoft.com/office/drawing/2014/main" id="{2CDED8A1-4071-4ADE-A5B4-0E9341902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2891" name="Group 60">
            <a:extLst>
              <a:ext uri="{FF2B5EF4-FFF2-40B4-BE49-F238E27FC236}">
                <a16:creationId xmlns="" xmlns:a16="http://schemas.microsoft.com/office/drawing/2014/main" id="{F1DC6FF1-F89B-49B4-AD55-17A1E5567C9D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4386263"/>
            <a:ext cx="809625" cy="1049337"/>
            <a:chOff x="4296" y="2627"/>
            <a:chExt cx="510" cy="661"/>
          </a:xfrm>
        </p:grpSpPr>
        <p:sp>
          <p:nvSpPr>
            <p:cNvPr id="122955" name="Rectangle 61">
              <a:extLst>
                <a:ext uri="{FF2B5EF4-FFF2-40B4-BE49-F238E27FC236}">
                  <a16:creationId xmlns="" xmlns:a16="http://schemas.microsoft.com/office/drawing/2014/main" id="{B0994A67-80AE-4D54-B059-CF44F9D6A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6" name="Text Box 62">
              <a:extLst>
                <a:ext uri="{FF2B5EF4-FFF2-40B4-BE49-F238E27FC236}">
                  <a16:creationId xmlns="" xmlns:a16="http://schemas.microsoft.com/office/drawing/2014/main" id="{F1355EA3-8239-41E6-81FF-8519766C5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57" name="Rectangle 63">
              <a:extLst>
                <a:ext uri="{FF2B5EF4-FFF2-40B4-BE49-F238E27FC236}">
                  <a16:creationId xmlns="" xmlns:a16="http://schemas.microsoft.com/office/drawing/2014/main" id="{2EBC1803-823D-473E-ABCE-B406F7484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8" name="Line 64">
              <a:extLst>
                <a:ext uri="{FF2B5EF4-FFF2-40B4-BE49-F238E27FC236}">
                  <a16:creationId xmlns="" xmlns:a16="http://schemas.microsoft.com/office/drawing/2014/main" id="{2C6A98FC-29F0-44A6-AA95-635006CEE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59" name="Line 65">
              <a:extLst>
                <a:ext uri="{FF2B5EF4-FFF2-40B4-BE49-F238E27FC236}">
                  <a16:creationId xmlns="" xmlns:a16="http://schemas.microsoft.com/office/drawing/2014/main" id="{888AA474-8B33-483E-A99F-81987EBB41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0" name="Line 66">
              <a:extLst>
                <a:ext uri="{FF2B5EF4-FFF2-40B4-BE49-F238E27FC236}">
                  <a16:creationId xmlns="" xmlns:a16="http://schemas.microsoft.com/office/drawing/2014/main" id="{F2A85894-B892-4714-9744-8E7009BD4B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1" name="Line 67">
              <a:extLst>
                <a:ext uri="{FF2B5EF4-FFF2-40B4-BE49-F238E27FC236}">
                  <a16:creationId xmlns="" xmlns:a16="http://schemas.microsoft.com/office/drawing/2014/main" id="{8F63DF9D-5C97-4D6D-AE60-368E07C73C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2" name="Line 68">
              <a:extLst>
                <a:ext uri="{FF2B5EF4-FFF2-40B4-BE49-F238E27FC236}">
                  <a16:creationId xmlns="" xmlns:a16="http://schemas.microsoft.com/office/drawing/2014/main" id="{E487E938-C4B1-4E17-A545-F264BC1A5F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3" name="Line 69">
              <a:extLst>
                <a:ext uri="{FF2B5EF4-FFF2-40B4-BE49-F238E27FC236}">
                  <a16:creationId xmlns="" xmlns:a16="http://schemas.microsoft.com/office/drawing/2014/main" id="{A18D5E2E-8DE5-4EA3-BC7F-454A779812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4" name="Line 70">
              <a:extLst>
                <a:ext uri="{FF2B5EF4-FFF2-40B4-BE49-F238E27FC236}">
                  <a16:creationId xmlns="" xmlns:a16="http://schemas.microsoft.com/office/drawing/2014/main" id="{9BC4B446-6479-46E4-8F54-DCD10BB7F8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5" name="Rectangle 71">
              <a:extLst>
                <a:ext uri="{FF2B5EF4-FFF2-40B4-BE49-F238E27FC236}">
                  <a16:creationId xmlns="" xmlns:a16="http://schemas.microsoft.com/office/drawing/2014/main" id="{B3AD858A-78B8-4066-8C4D-5188E0206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6" name="Rectangle 72">
              <a:extLst>
                <a:ext uri="{FF2B5EF4-FFF2-40B4-BE49-F238E27FC236}">
                  <a16:creationId xmlns="" xmlns:a16="http://schemas.microsoft.com/office/drawing/2014/main" id="{E4933701-2FA6-4AF8-A060-CE0423500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7" name="Rectangle 73">
              <a:extLst>
                <a:ext uri="{FF2B5EF4-FFF2-40B4-BE49-F238E27FC236}">
                  <a16:creationId xmlns="" xmlns:a16="http://schemas.microsoft.com/office/drawing/2014/main" id="{DDDC8D80-0DD9-42C5-BB4A-2EC43B61C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8" name="Rectangle 74">
              <a:extLst>
                <a:ext uri="{FF2B5EF4-FFF2-40B4-BE49-F238E27FC236}">
                  <a16:creationId xmlns="" xmlns:a16="http://schemas.microsoft.com/office/drawing/2014/main" id="{B76DDD1C-238D-4A9D-8389-731653AEC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9" name="Rectangle 75">
              <a:extLst>
                <a:ext uri="{FF2B5EF4-FFF2-40B4-BE49-F238E27FC236}">
                  <a16:creationId xmlns="" xmlns:a16="http://schemas.microsoft.com/office/drawing/2014/main" id="{16B748BA-C58D-4BD8-80D1-E17897F70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2892" name="Group 96">
            <a:extLst>
              <a:ext uri="{FF2B5EF4-FFF2-40B4-BE49-F238E27FC236}">
                <a16:creationId xmlns="" xmlns:a16="http://schemas.microsoft.com/office/drawing/2014/main" id="{8548B559-38F9-4865-851D-9C82C10E65FC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2138363"/>
            <a:ext cx="809625" cy="1049337"/>
            <a:chOff x="4296" y="2627"/>
            <a:chExt cx="510" cy="661"/>
          </a:xfrm>
        </p:grpSpPr>
        <p:sp>
          <p:nvSpPr>
            <p:cNvPr id="122940" name="Rectangle 97">
              <a:extLst>
                <a:ext uri="{FF2B5EF4-FFF2-40B4-BE49-F238E27FC236}">
                  <a16:creationId xmlns="" xmlns:a16="http://schemas.microsoft.com/office/drawing/2014/main" id="{445B5575-C8A7-4D91-97DD-B050C6529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41" name="Text Box 98">
              <a:extLst>
                <a:ext uri="{FF2B5EF4-FFF2-40B4-BE49-F238E27FC236}">
                  <a16:creationId xmlns="" xmlns:a16="http://schemas.microsoft.com/office/drawing/2014/main" id="{FB518210-C1AF-4EAB-A89E-601F8FAC1E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42" name="Rectangle 99">
              <a:extLst>
                <a:ext uri="{FF2B5EF4-FFF2-40B4-BE49-F238E27FC236}">
                  <a16:creationId xmlns="" xmlns:a16="http://schemas.microsoft.com/office/drawing/2014/main" id="{62738C53-9F9C-4291-A1FA-0FA347F91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43" name="Line 100">
              <a:extLst>
                <a:ext uri="{FF2B5EF4-FFF2-40B4-BE49-F238E27FC236}">
                  <a16:creationId xmlns="" xmlns:a16="http://schemas.microsoft.com/office/drawing/2014/main" id="{FF34F886-F30A-482C-A966-434148922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4" name="Line 101">
              <a:extLst>
                <a:ext uri="{FF2B5EF4-FFF2-40B4-BE49-F238E27FC236}">
                  <a16:creationId xmlns="" xmlns:a16="http://schemas.microsoft.com/office/drawing/2014/main" id="{7BEC66DF-7A57-45F5-ACFF-DC3737691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5" name="Line 102">
              <a:extLst>
                <a:ext uri="{FF2B5EF4-FFF2-40B4-BE49-F238E27FC236}">
                  <a16:creationId xmlns="" xmlns:a16="http://schemas.microsoft.com/office/drawing/2014/main" id="{2D810C73-C1E2-48C7-89B3-580EF25A53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6" name="Line 103">
              <a:extLst>
                <a:ext uri="{FF2B5EF4-FFF2-40B4-BE49-F238E27FC236}">
                  <a16:creationId xmlns="" xmlns:a16="http://schemas.microsoft.com/office/drawing/2014/main" id="{813DF236-AD59-4537-98DB-5520F1F87F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7" name="Line 104">
              <a:extLst>
                <a:ext uri="{FF2B5EF4-FFF2-40B4-BE49-F238E27FC236}">
                  <a16:creationId xmlns="" xmlns:a16="http://schemas.microsoft.com/office/drawing/2014/main" id="{C2C107D0-ACD0-4E98-8020-5777AB1AB3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8" name="Line 105">
              <a:extLst>
                <a:ext uri="{FF2B5EF4-FFF2-40B4-BE49-F238E27FC236}">
                  <a16:creationId xmlns="" xmlns:a16="http://schemas.microsoft.com/office/drawing/2014/main" id="{3D0F6C6D-A67B-4083-8DE7-99CA0C5768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9" name="Line 106">
              <a:extLst>
                <a:ext uri="{FF2B5EF4-FFF2-40B4-BE49-F238E27FC236}">
                  <a16:creationId xmlns="" xmlns:a16="http://schemas.microsoft.com/office/drawing/2014/main" id="{F6C10A4B-1B20-4DA1-8F26-272BBE1E63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50" name="Rectangle 107">
              <a:extLst>
                <a:ext uri="{FF2B5EF4-FFF2-40B4-BE49-F238E27FC236}">
                  <a16:creationId xmlns="" xmlns:a16="http://schemas.microsoft.com/office/drawing/2014/main" id="{A5940AEE-FE33-4F86-ABB3-BFCA6EDB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1" name="Rectangle 108">
              <a:extLst>
                <a:ext uri="{FF2B5EF4-FFF2-40B4-BE49-F238E27FC236}">
                  <a16:creationId xmlns="" xmlns:a16="http://schemas.microsoft.com/office/drawing/2014/main" id="{99ED9677-9FE0-4C77-8FA5-7A06935B4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2" name="Rectangle 109">
              <a:extLst>
                <a:ext uri="{FF2B5EF4-FFF2-40B4-BE49-F238E27FC236}">
                  <a16:creationId xmlns="" xmlns:a16="http://schemas.microsoft.com/office/drawing/2014/main" id="{6B855077-0913-47A5-970C-7662984C7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3" name="Rectangle 110">
              <a:extLst>
                <a:ext uri="{FF2B5EF4-FFF2-40B4-BE49-F238E27FC236}">
                  <a16:creationId xmlns="" xmlns:a16="http://schemas.microsoft.com/office/drawing/2014/main" id="{E48FD0E7-FC8C-40E7-8B20-D0A42EC54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4" name="Rectangle 111">
              <a:extLst>
                <a:ext uri="{FF2B5EF4-FFF2-40B4-BE49-F238E27FC236}">
                  <a16:creationId xmlns="" xmlns:a16="http://schemas.microsoft.com/office/drawing/2014/main" id="{D40EA57C-5D03-402D-BD90-882C7F936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sp>
        <p:nvSpPr>
          <p:cNvPr id="122893" name="Line 117">
            <a:extLst>
              <a:ext uri="{FF2B5EF4-FFF2-40B4-BE49-F238E27FC236}">
                <a16:creationId xmlns="" xmlns:a16="http://schemas.microsoft.com/office/drawing/2014/main" id="{4D7A1B2E-A433-4D84-94E9-A660FB17C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7725" y="3730625"/>
            <a:ext cx="1123950" cy="10858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2894" name="Line 118">
            <a:extLst>
              <a:ext uri="{FF2B5EF4-FFF2-40B4-BE49-F238E27FC236}">
                <a16:creationId xmlns="" xmlns:a16="http://schemas.microsoft.com/office/drawing/2014/main" id="{F895FA85-74A3-4689-8485-C5685A0C391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4775" y="3206750"/>
            <a:ext cx="0" cy="12477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2895" name="Group 119">
            <a:extLst>
              <a:ext uri="{FF2B5EF4-FFF2-40B4-BE49-F238E27FC236}">
                <a16:creationId xmlns="" xmlns:a16="http://schemas.microsoft.com/office/drawing/2014/main" id="{5B55D820-E70F-4033-8201-F52ED6E94D70}"/>
              </a:ext>
            </a:extLst>
          </p:cNvPr>
          <p:cNvGrpSpPr>
            <a:grpSpLocks/>
          </p:cNvGrpSpPr>
          <p:nvPr/>
        </p:nvGrpSpPr>
        <p:grpSpPr bwMode="auto">
          <a:xfrm>
            <a:off x="6024563" y="4024313"/>
            <a:ext cx="1031875" cy="457200"/>
            <a:chOff x="3745" y="2537"/>
            <a:chExt cx="650" cy="288"/>
          </a:xfrm>
        </p:grpSpPr>
        <p:sp>
          <p:nvSpPr>
            <p:cNvPr id="122938" name="Rectangle 120">
              <a:extLst>
                <a:ext uri="{FF2B5EF4-FFF2-40B4-BE49-F238E27FC236}">
                  <a16:creationId xmlns="" xmlns:a16="http://schemas.microsoft.com/office/drawing/2014/main" id="{C1C8DA01-49E2-40CD-9856-0A4FDE04C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9" name="Text Box 121">
              <a:extLst>
                <a:ext uri="{FF2B5EF4-FFF2-40B4-BE49-F238E27FC236}">
                  <a16:creationId xmlns="" xmlns:a16="http://schemas.microsoft.com/office/drawing/2014/main" id="{F2807216-BE09-495D-BE39-E3C56CB92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6" name="Group 122">
            <a:extLst>
              <a:ext uri="{FF2B5EF4-FFF2-40B4-BE49-F238E27FC236}">
                <a16:creationId xmlns="" xmlns:a16="http://schemas.microsoft.com/office/drawing/2014/main" id="{92005301-E93F-42C0-87A7-4E01A75C81DA}"/>
              </a:ext>
            </a:extLst>
          </p:cNvPr>
          <p:cNvGrpSpPr>
            <a:grpSpLocks/>
          </p:cNvGrpSpPr>
          <p:nvPr/>
        </p:nvGrpSpPr>
        <p:grpSpPr bwMode="auto">
          <a:xfrm>
            <a:off x="5986463" y="2767013"/>
            <a:ext cx="1031875" cy="457200"/>
            <a:chOff x="3745" y="2537"/>
            <a:chExt cx="650" cy="288"/>
          </a:xfrm>
        </p:grpSpPr>
        <p:sp>
          <p:nvSpPr>
            <p:cNvPr id="122936" name="Rectangle 123">
              <a:extLst>
                <a:ext uri="{FF2B5EF4-FFF2-40B4-BE49-F238E27FC236}">
                  <a16:creationId xmlns="" xmlns:a16="http://schemas.microsoft.com/office/drawing/2014/main" id="{C07E6F63-587C-47A0-B944-A0BA2B7C0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7" name="Text Box 124">
              <a:extLst>
                <a:ext uri="{FF2B5EF4-FFF2-40B4-BE49-F238E27FC236}">
                  <a16:creationId xmlns="" xmlns:a16="http://schemas.microsoft.com/office/drawing/2014/main" id="{70EDC8E6-7F4F-4FF6-BF0C-F93037897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7" name="Group 125">
            <a:extLst>
              <a:ext uri="{FF2B5EF4-FFF2-40B4-BE49-F238E27FC236}">
                <a16:creationId xmlns="" xmlns:a16="http://schemas.microsoft.com/office/drawing/2014/main" id="{C7EC73EA-54EC-4427-9C00-A610A17F27B1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3481388"/>
            <a:ext cx="1031875" cy="457200"/>
            <a:chOff x="3745" y="2537"/>
            <a:chExt cx="650" cy="288"/>
          </a:xfrm>
        </p:grpSpPr>
        <p:sp>
          <p:nvSpPr>
            <p:cNvPr id="122934" name="Rectangle 126">
              <a:extLst>
                <a:ext uri="{FF2B5EF4-FFF2-40B4-BE49-F238E27FC236}">
                  <a16:creationId xmlns="" xmlns:a16="http://schemas.microsoft.com/office/drawing/2014/main" id="{034E8CF7-60D5-41AB-9F07-B455E80F0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5" name="Text Box 127">
              <a:extLst>
                <a:ext uri="{FF2B5EF4-FFF2-40B4-BE49-F238E27FC236}">
                  <a16:creationId xmlns="" xmlns:a16="http://schemas.microsoft.com/office/drawing/2014/main" id="{EE401F3E-616A-4C25-8CAB-E7F863B194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8" name="Group 430">
            <a:extLst>
              <a:ext uri="{FF2B5EF4-FFF2-40B4-BE49-F238E27FC236}">
                <a16:creationId xmlns="" xmlns:a16="http://schemas.microsoft.com/office/drawing/2014/main" id="{784778AB-C6E6-444A-B829-B8A0B0559AD9}"/>
              </a:ext>
            </a:extLst>
          </p:cNvPr>
          <p:cNvGrpSpPr>
            <a:grpSpLocks/>
          </p:cNvGrpSpPr>
          <p:nvPr/>
        </p:nvGrpSpPr>
        <p:grpSpPr bwMode="auto">
          <a:xfrm>
            <a:off x="5694363" y="1406525"/>
            <a:ext cx="912812" cy="1054100"/>
            <a:chOff x="3574" y="550"/>
            <a:chExt cx="575" cy="664"/>
          </a:xfrm>
        </p:grpSpPr>
        <p:grpSp>
          <p:nvGrpSpPr>
            <p:cNvPr id="122929" name="Group 431">
              <a:extLst>
                <a:ext uri="{FF2B5EF4-FFF2-40B4-BE49-F238E27FC236}">
                  <a16:creationId xmlns="" xmlns:a16="http://schemas.microsoft.com/office/drawing/2014/main" id="{927ADD26-2DE3-4E27-9D72-1FE597F57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32" name="Picture 432" descr="desktop_computer_stylized_medium">
                <a:extLst>
                  <a:ext uri="{FF2B5EF4-FFF2-40B4-BE49-F238E27FC236}">
                    <a16:creationId xmlns="" xmlns:a16="http://schemas.microsoft.com/office/drawing/2014/main" id="{443E72C8-C359-4B29-86C0-05B67BA3A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33" name="Freeform 433">
                <a:extLst>
                  <a:ext uri="{FF2B5EF4-FFF2-40B4-BE49-F238E27FC236}">
                    <a16:creationId xmlns="" xmlns:a16="http://schemas.microsoft.com/office/drawing/2014/main" id="{63D57971-CE6A-4837-A857-D6E3FE14BE9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30" name="Rectangle 115">
              <a:extLst>
                <a:ext uri="{FF2B5EF4-FFF2-40B4-BE49-F238E27FC236}">
                  <a16:creationId xmlns="" xmlns:a16="http://schemas.microsoft.com/office/drawing/2014/main" id="{EE116537-E858-469A-946B-6A66D0C08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1" name="Text Box 116">
              <a:extLst>
                <a:ext uri="{FF2B5EF4-FFF2-40B4-BE49-F238E27FC236}">
                  <a16:creationId xmlns="" xmlns:a16="http://schemas.microsoft.com/office/drawing/2014/main" id="{46AFD369-F640-48B9-B4CB-F7778023F8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899" name="Group 436">
            <a:extLst>
              <a:ext uri="{FF2B5EF4-FFF2-40B4-BE49-F238E27FC236}">
                <a16:creationId xmlns="" xmlns:a16="http://schemas.microsoft.com/office/drawing/2014/main" id="{20728555-6400-4F4F-9285-229410CF282F}"/>
              </a:ext>
            </a:extLst>
          </p:cNvPr>
          <p:cNvGrpSpPr>
            <a:grpSpLocks/>
          </p:cNvGrpSpPr>
          <p:nvPr/>
        </p:nvGrpSpPr>
        <p:grpSpPr bwMode="auto">
          <a:xfrm>
            <a:off x="7731125" y="2222500"/>
            <a:ext cx="912813" cy="1054100"/>
            <a:chOff x="3574" y="550"/>
            <a:chExt cx="575" cy="664"/>
          </a:xfrm>
        </p:grpSpPr>
        <p:grpSp>
          <p:nvGrpSpPr>
            <p:cNvPr id="122924" name="Group 437">
              <a:extLst>
                <a:ext uri="{FF2B5EF4-FFF2-40B4-BE49-F238E27FC236}">
                  <a16:creationId xmlns="" xmlns:a16="http://schemas.microsoft.com/office/drawing/2014/main" id="{FA4A9839-D7CC-4959-9BF6-11FEAA1C8D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27" name="Picture 438" descr="desktop_computer_stylized_medium">
                <a:extLst>
                  <a:ext uri="{FF2B5EF4-FFF2-40B4-BE49-F238E27FC236}">
                    <a16:creationId xmlns="" xmlns:a16="http://schemas.microsoft.com/office/drawing/2014/main" id="{3B66B853-61F1-4988-8EBB-9665DB11D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28" name="Freeform 439">
                <a:extLst>
                  <a:ext uri="{FF2B5EF4-FFF2-40B4-BE49-F238E27FC236}">
                    <a16:creationId xmlns="" xmlns:a16="http://schemas.microsoft.com/office/drawing/2014/main" id="{FD08028C-0B77-45E7-85C4-93A4C41A531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25" name="Rectangle 115">
              <a:extLst>
                <a:ext uri="{FF2B5EF4-FFF2-40B4-BE49-F238E27FC236}">
                  <a16:creationId xmlns="" xmlns:a16="http://schemas.microsoft.com/office/drawing/2014/main" id="{A963D83F-D3E8-49C6-941E-536C93D3E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26" name="Text Box 116">
              <a:extLst>
                <a:ext uri="{FF2B5EF4-FFF2-40B4-BE49-F238E27FC236}">
                  <a16:creationId xmlns="" xmlns:a16="http://schemas.microsoft.com/office/drawing/2014/main" id="{CD54211A-581D-4973-9D7C-EB06A2F89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0" name="Group 442">
            <a:extLst>
              <a:ext uri="{FF2B5EF4-FFF2-40B4-BE49-F238E27FC236}">
                <a16:creationId xmlns="" xmlns:a16="http://schemas.microsoft.com/office/drawing/2014/main" id="{9A45ACFD-A331-4BA4-98AB-2F2994466FE4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2984500"/>
            <a:ext cx="912813" cy="1054100"/>
            <a:chOff x="3574" y="550"/>
            <a:chExt cx="575" cy="664"/>
          </a:xfrm>
        </p:grpSpPr>
        <p:grpSp>
          <p:nvGrpSpPr>
            <p:cNvPr id="122919" name="Group 443">
              <a:extLst>
                <a:ext uri="{FF2B5EF4-FFF2-40B4-BE49-F238E27FC236}">
                  <a16:creationId xmlns="" xmlns:a16="http://schemas.microsoft.com/office/drawing/2014/main" id="{48C0705D-C3C8-4739-B0D0-D707365FB5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22" name="Picture 444" descr="desktop_computer_stylized_medium">
                <a:extLst>
                  <a:ext uri="{FF2B5EF4-FFF2-40B4-BE49-F238E27FC236}">
                    <a16:creationId xmlns="" xmlns:a16="http://schemas.microsoft.com/office/drawing/2014/main" id="{163AA9F7-B407-4430-9B0B-44785AF32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23" name="Freeform 445">
                <a:extLst>
                  <a:ext uri="{FF2B5EF4-FFF2-40B4-BE49-F238E27FC236}">
                    <a16:creationId xmlns="" xmlns:a16="http://schemas.microsoft.com/office/drawing/2014/main" id="{86733F16-CE58-4D93-8222-CB9F37B16ED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20" name="Rectangle 115">
              <a:extLst>
                <a:ext uri="{FF2B5EF4-FFF2-40B4-BE49-F238E27FC236}">
                  <a16:creationId xmlns="" xmlns:a16="http://schemas.microsoft.com/office/drawing/2014/main" id="{8856A28F-2A55-43EE-BFAB-5C677F2E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21" name="Text Box 116">
              <a:extLst>
                <a:ext uri="{FF2B5EF4-FFF2-40B4-BE49-F238E27FC236}">
                  <a16:creationId xmlns="" xmlns:a16="http://schemas.microsoft.com/office/drawing/2014/main" id="{44128F8F-87ED-4EC2-A566-100D4350B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1" name="Group 448">
            <a:extLst>
              <a:ext uri="{FF2B5EF4-FFF2-40B4-BE49-F238E27FC236}">
                <a16:creationId xmlns="" xmlns:a16="http://schemas.microsoft.com/office/drawing/2014/main" id="{C4A24521-237A-46B3-8CDC-49DC7DD55435}"/>
              </a:ext>
            </a:extLst>
          </p:cNvPr>
          <p:cNvGrpSpPr>
            <a:grpSpLocks/>
          </p:cNvGrpSpPr>
          <p:nvPr/>
        </p:nvGrpSpPr>
        <p:grpSpPr bwMode="auto">
          <a:xfrm>
            <a:off x="7935913" y="4032250"/>
            <a:ext cx="912812" cy="1054100"/>
            <a:chOff x="3574" y="550"/>
            <a:chExt cx="575" cy="664"/>
          </a:xfrm>
        </p:grpSpPr>
        <p:grpSp>
          <p:nvGrpSpPr>
            <p:cNvPr id="122914" name="Group 449">
              <a:extLst>
                <a:ext uri="{FF2B5EF4-FFF2-40B4-BE49-F238E27FC236}">
                  <a16:creationId xmlns="" xmlns:a16="http://schemas.microsoft.com/office/drawing/2014/main" id="{F8ACEAA2-79C0-4C16-A946-1643EC7709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17" name="Picture 450" descr="desktop_computer_stylized_medium">
                <a:extLst>
                  <a:ext uri="{FF2B5EF4-FFF2-40B4-BE49-F238E27FC236}">
                    <a16:creationId xmlns="" xmlns:a16="http://schemas.microsoft.com/office/drawing/2014/main" id="{30E432FC-1CC7-4505-91DD-349273696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18" name="Freeform 451">
                <a:extLst>
                  <a:ext uri="{FF2B5EF4-FFF2-40B4-BE49-F238E27FC236}">
                    <a16:creationId xmlns="" xmlns:a16="http://schemas.microsoft.com/office/drawing/2014/main" id="{ED63FD2E-3101-4F82-A8B2-377456C2C42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15" name="Rectangle 115">
              <a:extLst>
                <a:ext uri="{FF2B5EF4-FFF2-40B4-BE49-F238E27FC236}">
                  <a16:creationId xmlns="" xmlns:a16="http://schemas.microsoft.com/office/drawing/2014/main" id="{FBF61FE3-0ABC-49AB-9C89-EE3A581C0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16" name="Text Box 116">
              <a:extLst>
                <a:ext uri="{FF2B5EF4-FFF2-40B4-BE49-F238E27FC236}">
                  <a16:creationId xmlns="" xmlns:a16="http://schemas.microsoft.com/office/drawing/2014/main" id="{DCD745D6-5DBA-41B1-8D91-0D0D109815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2" name="Group 454">
            <a:extLst>
              <a:ext uri="{FF2B5EF4-FFF2-40B4-BE49-F238E27FC236}">
                <a16:creationId xmlns="" xmlns:a16="http://schemas.microsoft.com/office/drawing/2014/main" id="{6F20CCB4-BD91-4569-8C6F-BD6F1DE6F76B}"/>
              </a:ext>
            </a:extLst>
          </p:cNvPr>
          <p:cNvGrpSpPr>
            <a:grpSpLocks/>
          </p:cNvGrpSpPr>
          <p:nvPr/>
        </p:nvGrpSpPr>
        <p:grpSpPr bwMode="auto">
          <a:xfrm>
            <a:off x="5324475" y="5470525"/>
            <a:ext cx="912813" cy="1054100"/>
            <a:chOff x="3574" y="550"/>
            <a:chExt cx="575" cy="664"/>
          </a:xfrm>
        </p:grpSpPr>
        <p:grpSp>
          <p:nvGrpSpPr>
            <p:cNvPr id="122909" name="Group 455">
              <a:extLst>
                <a:ext uri="{FF2B5EF4-FFF2-40B4-BE49-F238E27FC236}">
                  <a16:creationId xmlns="" xmlns:a16="http://schemas.microsoft.com/office/drawing/2014/main" id="{1BF7CFC3-C2DF-43B7-8D8B-4125B38B45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12" name="Picture 456" descr="desktop_computer_stylized_medium">
                <a:extLst>
                  <a:ext uri="{FF2B5EF4-FFF2-40B4-BE49-F238E27FC236}">
                    <a16:creationId xmlns="" xmlns:a16="http://schemas.microsoft.com/office/drawing/2014/main" id="{E2CB0AA1-948F-4D8E-932E-F32FB8886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13" name="Freeform 457">
                <a:extLst>
                  <a:ext uri="{FF2B5EF4-FFF2-40B4-BE49-F238E27FC236}">
                    <a16:creationId xmlns="" xmlns:a16="http://schemas.microsoft.com/office/drawing/2014/main" id="{12FDCC9D-A82D-478E-91D4-128BC18522B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10" name="Rectangle 115">
              <a:extLst>
                <a:ext uri="{FF2B5EF4-FFF2-40B4-BE49-F238E27FC236}">
                  <a16:creationId xmlns="" xmlns:a16="http://schemas.microsoft.com/office/drawing/2014/main" id="{1E721784-34B8-43D8-B253-22CBB4714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11" name="Text Box 116">
              <a:extLst>
                <a:ext uri="{FF2B5EF4-FFF2-40B4-BE49-F238E27FC236}">
                  <a16:creationId xmlns="" xmlns:a16="http://schemas.microsoft.com/office/drawing/2014/main" id="{E411B878-9A79-4025-B4B1-FD7D712EBB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3" name="Group 460">
            <a:extLst>
              <a:ext uri="{FF2B5EF4-FFF2-40B4-BE49-F238E27FC236}">
                <a16:creationId xmlns="" xmlns:a16="http://schemas.microsoft.com/office/drawing/2014/main" id="{6F578886-B67E-442C-9C90-30B334A8045A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4851400"/>
            <a:ext cx="912812" cy="1054100"/>
            <a:chOff x="3574" y="550"/>
            <a:chExt cx="575" cy="664"/>
          </a:xfrm>
        </p:grpSpPr>
        <p:grpSp>
          <p:nvGrpSpPr>
            <p:cNvPr id="122904" name="Group 461">
              <a:extLst>
                <a:ext uri="{FF2B5EF4-FFF2-40B4-BE49-F238E27FC236}">
                  <a16:creationId xmlns="" xmlns:a16="http://schemas.microsoft.com/office/drawing/2014/main" id="{CD9412E9-3BF4-4A90-A3A5-5860691FB5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07" name="Picture 462" descr="desktop_computer_stylized_medium">
                <a:extLst>
                  <a:ext uri="{FF2B5EF4-FFF2-40B4-BE49-F238E27FC236}">
                    <a16:creationId xmlns="" xmlns:a16="http://schemas.microsoft.com/office/drawing/2014/main" id="{0EF09858-4A08-4830-AD7F-E324BE925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08" name="Freeform 463">
                <a:extLst>
                  <a:ext uri="{FF2B5EF4-FFF2-40B4-BE49-F238E27FC236}">
                    <a16:creationId xmlns="" xmlns:a16="http://schemas.microsoft.com/office/drawing/2014/main" id="{4D030234-C8A5-4C67-B3A9-295B9141C08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05" name="Rectangle 115">
              <a:extLst>
                <a:ext uri="{FF2B5EF4-FFF2-40B4-BE49-F238E27FC236}">
                  <a16:creationId xmlns="" xmlns:a16="http://schemas.microsoft.com/office/drawing/2014/main" id="{3A86134B-70F8-405A-A7C3-609FC7C69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06" name="Text Box 116">
              <a:extLst>
                <a:ext uri="{FF2B5EF4-FFF2-40B4-BE49-F238E27FC236}">
                  <a16:creationId xmlns="" xmlns:a16="http://schemas.microsoft.com/office/drawing/2014/main" id="{B72F729D-6AB8-4178-A936-EBC87F804C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745894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Rectangle 7">
            <a:extLst>
              <a:ext uri="{FF2B5EF4-FFF2-40B4-BE49-F238E27FC236}">
                <a16:creationId xmlns="" xmlns:a16="http://schemas.microsoft.com/office/drawing/2014/main" id="{BD5979A5-F69F-4D95-B7C1-721ADEB69AC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4930" name="Rectangle 8">
            <a:extLst>
              <a:ext uri="{FF2B5EF4-FFF2-40B4-BE49-F238E27FC236}">
                <a16:creationId xmlns="" xmlns:a16="http://schemas.microsoft.com/office/drawing/2014/main" id="{7A913987-6B2C-4BBD-A248-81A096D989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AAE9922-9FBD-4838-871A-9869A51F90D5}" type="slidenum">
              <a:rPr lang="en-US" altLang="en-US" sz="1200">
                <a:latin typeface="Tahoma" panose="020B0604030504040204" pitchFamily="34" charset="0"/>
              </a:rPr>
              <a:pPr/>
              <a:t>50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24931" name="Picture 9" descr="underline_base">
            <a:extLst>
              <a:ext uri="{FF2B5EF4-FFF2-40B4-BE49-F238E27FC236}">
                <a16:creationId xmlns="" xmlns:a16="http://schemas.microsoft.com/office/drawing/2014/main" id="{5950F776-085A-49E2-AA4A-F5AB97D1944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2" name="Rectangle 2">
            <a:extLst>
              <a:ext uri="{FF2B5EF4-FFF2-40B4-BE49-F238E27FC236}">
                <a16:creationId xmlns="" xmlns:a16="http://schemas.microsoft.com/office/drawing/2014/main" id="{206F998F-DAD8-4B09-8855-080751FDED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234950"/>
            <a:ext cx="7772400" cy="958850"/>
          </a:xfrm>
        </p:spPr>
        <p:txBody>
          <a:bodyPr/>
          <a:lstStyle/>
          <a:p>
            <a:r>
              <a:rPr lang="en-US" altLang="en-US" sz="4000"/>
              <a:t>Electronic Mail: SMTP </a:t>
            </a:r>
            <a:r>
              <a:rPr lang="en-US" altLang="en-US" sz="3600"/>
              <a:t>[RFC 2821]</a:t>
            </a:r>
            <a:endParaRPr lang="en-US" altLang="en-US"/>
          </a:p>
        </p:txBody>
      </p:sp>
      <p:sp>
        <p:nvSpPr>
          <p:cNvPr id="124933" name="Rectangle 3">
            <a:extLst>
              <a:ext uri="{FF2B5EF4-FFF2-40B4-BE49-F238E27FC236}">
                <a16:creationId xmlns="" xmlns:a16="http://schemas.microsoft.com/office/drawing/2014/main" id="{023508CF-F8CB-49F7-A484-74F2E31BCB1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8963" y="1422400"/>
            <a:ext cx="7629525" cy="4648200"/>
          </a:xfrm>
        </p:spPr>
        <p:txBody>
          <a:bodyPr>
            <a:normAutofit fontScale="92500" lnSpcReduction="10000"/>
          </a:bodyPr>
          <a:lstStyle/>
          <a:p>
            <a:r>
              <a:rPr lang="en-US" altLang="en-US" dirty="0"/>
              <a:t>uses TCP to reliably transfer email message from client to server, </a:t>
            </a:r>
            <a:r>
              <a:rPr lang="en-US" altLang="en-US" b="1" dirty="0">
                <a:solidFill>
                  <a:srgbClr val="FF0000"/>
                </a:solidFill>
              </a:rPr>
              <a:t>port 25</a:t>
            </a:r>
          </a:p>
          <a:p>
            <a:r>
              <a:rPr lang="en-US" altLang="en-US" dirty="0"/>
              <a:t>direct transfer: sending server to receiving server</a:t>
            </a:r>
          </a:p>
          <a:p>
            <a:r>
              <a:rPr lang="en-US" altLang="en-US" b="1" dirty="0">
                <a:solidFill>
                  <a:srgbClr val="FF0000"/>
                </a:solidFill>
              </a:rPr>
              <a:t>three phases of transfer</a:t>
            </a:r>
          </a:p>
          <a:p>
            <a:pPr lvl="1"/>
            <a:r>
              <a:rPr lang="en-US" altLang="en-US" dirty="0"/>
              <a:t>handshaking (greeting)</a:t>
            </a:r>
          </a:p>
          <a:p>
            <a:pPr lvl="1"/>
            <a:r>
              <a:rPr lang="en-US" altLang="en-US" dirty="0"/>
              <a:t>transfer of messages</a:t>
            </a:r>
          </a:p>
          <a:p>
            <a:pPr lvl="1"/>
            <a:r>
              <a:rPr lang="en-US" altLang="en-US" dirty="0"/>
              <a:t>closure</a:t>
            </a:r>
          </a:p>
          <a:p>
            <a:r>
              <a:rPr lang="en-US" altLang="en-US" dirty="0"/>
              <a:t>command/response interaction (like </a:t>
            </a:r>
            <a:r>
              <a:rPr lang="en-US" altLang="en-US" sz="2400" dirty="0"/>
              <a:t>HTTP</a:t>
            </a:r>
            <a:r>
              <a:rPr lang="en-US" altLang="en-US" dirty="0"/>
              <a:t>)</a:t>
            </a:r>
            <a:endParaRPr lang="en-US" altLang="en-US" dirty="0">
              <a:solidFill>
                <a:schemeClr val="accent2"/>
              </a:solidFill>
            </a:endParaRPr>
          </a:p>
          <a:p>
            <a:pPr lvl="1"/>
            <a:r>
              <a:rPr lang="en-US" altLang="en-US" dirty="0">
                <a:solidFill>
                  <a:srgbClr val="000099"/>
                </a:solidFill>
              </a:rPr>
              <a:t>commands:</a:t>
            </a:r>
            <a:r>
              <a:rPr lang="en-US" altLang="en-US" dirty="0"/>
              <a:t> ASCII text</a:t>
            </a:r>
          </a:p>
          <a:p>
            <a:pPr lvl="1"/>
            <a:r>
              <a:rPr lang="en-US" altLang="en-US" dirty="0">
                <a:solidFill>
                  <a:srgbClr val="000099"/>
                </a:solidFill>
              </a:rPr>
              <a:t>response:</a:t>
            </a:r>
            <a:r>
              <a:rPr lang="en-US" altLang="en-US" dirty="0"/>
              <a:t> status code and phrase</a:t>
            </a:r>
          </a:p>
          <a:p>
            <a:r>
              <a:rPr lang="en-US" altLang="en-US" dirty="0"/>
              <a:t>messages must be in </a:t>
            </a:r>
            <a:r>
              <a:rPr lang="en-US" altLang="en-US"/>
              <a:t>7-bit </a:t>
            </a:r>
            <a:r>
              <a:rPr lang="en-US" altLang="en-US" smtClean="0"/>
              <a:t>ASCII</a:t>
            </a:r>
            <a:endParaRPr lang="en-US" altLang="en-US" sz="3200" dirty="0"/>
          </a:p>
          <a:p>
            <a:pPr lvl="1"/>
            <a:endParaRPr lang="en-US" altLang="en-US" sz="2000" dirty="0"/>
          </a:p>
        </p:txBody>
      </p:sp>
    </p:spTree>
    <p:extLst>
      <p:ext uri="{BB962C8B-B14F-4D97-AF65-F5344CB8AC3E}">
        <p14:creationId xmlns:p14="http://schemas.microsoft.com/office/powerpoint/2010/main" val="21294905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9396"/>
            <a:ext cx="7886700" cy="670967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SMTP RFC </a:t>
            </a:r>
            <a:r>
              <a:rPr lang="en-US" altLang="en-US" sz="2400" dirty="0">
                <a:cs typeface="Calibri" panose="020F0502020204030204" pitchFamily="34" charset="0"/>
              </a:rPr>
              <a:t>(5321)</a:t>
            </a:r>
            <a:endParaRPr lang="en-US" sz="3300" dirty="0"/>
          </a:p>
        </p:txBody>
      </p:sp>
      <p:sp>
        <p:nvSpPr>
          <p:cNvPr id="5" name="Line 15">
            <a:extLst>
              <a:ext uri="{FF2B5EF4-FFF2-40B4-BE49-F238E27FC236}">
                <a16:creationId xmlns:a16="http://schemas.microsoft.com/office/drawing/2014/main" xmlns="" id="{9DD85366-88DE-C542-88D9-20C49121DBDB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1815" y="2212320"/>
            <a:ext cx="0" cy="337071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" name="Line 16">
            <a:extLst>
              <a:ext uri="{FF2B5EF4-FFF2-40B4-BE49-F238E27FC236}">
                <a16:creationId xmlns:a16="http://schemas.microsoft.com/office/drawing/2014/main" xmlns="" id="{7FC5AA52-7805-5447-B85E-FDF51CDDE3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9830" y="2207557"/>
            <a:ext cx="0" cy="3338071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" name="Line 17">
            <a:extLst>
              <a:ext uri="{FF2B5EF4-FFF2-40B4-BE49-F238E27FC236}">
                <a16:creationId xmlns:a16="http://schemas.microsoft.com/office/drawing/2014/main" xmlns="" id="{35C19D9B-6414-7C40-AE68-D886427A018E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2530" y="2386152"/>
            <a:ext cx="1263254" cy="29289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" name="Line 18">
            <a:extLst>
              <a:ext uri="{FF2B5EF4-FFF2-40B4-BE49-F238E27FC236}">
                <a16:creationId xmlns:a16="http://schemas.microsoft.com/office/drawing/2014/main" xmlns="" id="{07450D17-7F6B-0642-8980-25D2524CF9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24284" y="2689826"/>
            <a:ext cx="1254919" cy="30241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" name="Line 19">
            <a:extLst>
              <a:ext uri="{FF2B5EF4-FFF2-40B4-BE49-F238E27FC236}">
                <a16:creationId xmlns:a16="http://schemas.microsoft.com/office/drawing/2014/main" xmlns="" id="{0BF8BD6C-738E-9C48-AE64-45C8CCA0DADB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0237" y="3070826"/>
            <a:ext cx="1263254" cy="29289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" name="Line 23">
            <a:extLst>
              <a:ext uri="{FF2B5EF4-FFF2-40B4-BE49-F238E27FC236}">
                <a16:creationId xmlns:a16="http://schemas.microsoft.com/office/drawing/2014/main" xmlns="" id="{7FDF6CF0-39AA-704E-A46D-6894CBE8617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8921" y="2367102"/>
            <a:ext cx="292894" cy="119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4" name="Text Box 24">
            <a:extLst>
              <a:ext uri="{FF2B5EF4-FFF2-40B4-BE49-F238E27FC236}">
                <a16:creationId xmlns:a16="http://schemas.microsoft.com/office/drawing/2014/main" xmlns="" id="{0D81911D-90C6-0740-89E6-FCC1C8669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0575" y="2118646"/>
            <a:ext cx="1066510" cy="4847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srgbClr val="CC0000"/>
                </a:solidFill>
                <a:latin typeface="Calibri" panose="020F0502020204030204"/>
              </a:rPr>
              <a:t>initiate TCP</a:t>
            </a:r>
          </a:p>
          <a:p>
            <a:pPr algn="r"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srgbClr val="CC0000"/>
                </a:solidFill>
                <a:latin typeface="Calibri" panose="020F0502020204030204"/>
              </a:rPr>
              <a:t>connection</a:t>
            </a:r>
          </a:p>
        </p:txBody>
      </p:sp>
      <p:sp>
        <p:nvSpPr>
          <p:cNvPr id="15" name="AutoShape 25">
            <a:extLst>
              <a:ext uri="{FF2B5EF4-FFF2-40B4-BE49-F238E27FC236}">
                <a16:creationId xmlns:a16="http://schemas.microsoft.com/office/drawing/2014/main" xmlns="" id="{D39D69F5-CE1C-8841-A745-AB48B82D86C3}"/>
              </a:ext>
            </a:extLst>
          </p:cNvPr>
          <p:cNvSpPr>
            <a:spLocks/>
          </p:cNvSpPr>
          <p:nvPr/>
        </p:nvSpPr>
        <p:spPr bwMode="auto">
          <a:xfrm>
            <a:off x="4020124" y="2405202"/>
            <a:ext cx="96441" cy="602456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lnSpc>
                <a:spcPct val="85000"/>
              </a:lnSpc>
              <a:defRPr/>
            </a:pPr>
            <a:endParaRPr lang="en-US" altLang="en-US" sz="240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6" name="Text Box 26">
            <a:extLst>
              <a:ext uri="{FF2B5EF4-FFF2-40B4-BE49-F238E27FC236}">
                <a16:creationId xmlns:a16="http://schemas.microsoft.com/office/drawing/2014/main" xmlns="" id="{22E819B2-D05E-114A-A16B-079A0196A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0644" y="2538616"/>
            <a:ext cx="475579" cy="2885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prstClr val="black"/>
                </a:solidFill>
                <a:latin typeface="Calibri" panose="020F0502020204030204"/>
              </a:rPr>
              <a:t>RTT</a:t>
            </a:r>
          </a:p>
        </p:txBody>
      </p:sp>
      <p:sp>
        <p:nvSpPr>
          <p:cNvPr id="17" name="Line 27">
            <a:extLst>
              <a:ext uri="{FF2B5EF4-FFF2-40B4-BE49-F238E27FC236}">
                <a16:creationId xmlns:a16="http://schemas.microsoft.com/office/drawing/2014/main" xmlns="" id="{DED47AD4-A4E5-D643-BEC4-36C828498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8300" y="3020819"/>
            <a:ext cx="2655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3" name="Text Box 37">
            <a:extLst>
              <a:ext uri="{FF2B5EF4-FFF2-40B4-BE49-F238E27FC236}">
                <a16:creationId xmlns:a16="http://schemas.microsoft.com/office/drawing/2014/main" xmlns="" id="{F2867BB2-60F5-864A-8E27-42D477CE11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2375" y="5344638"/>
            <a:ext cx="543739" cy="2885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prstClr val="black"/>
                </a:solidFill>
                <a:latin typeface="Calibri" panose="020F0502020204030204"/>
              </a:rPr>
              <a:t>time</a:t>
            </a:r>
          </a:p>
        </p:txBody>
      </p:sp>
      <p:grpSp>
        <p:nvGrpSpPr>
          <p:cNvPr id="25" name="Group 43">
            <a:extLst>
              <a:ext uri="{FF2B5EF4-FFF2-40B4-BE49-F238E27FC236}">
                <a16:creationId xmlns:a16="http://schemas.microsoft.com/office/drawing/2014/main" xmlns="" id="{3D5C236C-8782-D645-9D62-5F8367661898}"/>
              </a:ext>
            </a:extLst>
          </p:cNvPr>
          <p:cNvGrpSpPr>
            <a:grpSpLocks/>
          </p:cNvGrpSpPr>
          <p:nvPr/>
        </p:nvGrpSpPr>
        <p:grpSpPr bwMode="auto">
          <a:xfrm>
            <a:off x="5383249" y="1692680"/>
            <a:ext cx="227052" cy="465435"/>
            <a:chOff x="4140" y="429"/>
            <a:chExt cx="1425" cy="2396"/>
          </a:xfrm>
        </p:grpSpPr>
        <p:sp>
          <p:nvSpPr>
            <p:cNvPr id="26" name="Freeform 44">
              <a:extLst>
                <a:ext uri="{FF2B5EF4-FFF2-40B4-BE49-F238E27FC236}">
                  <a16:creationId xmlns:a16="http://schemas.microsoft.com/office/drawing/2014/main" xmlns="" id="{3D7FD269-66F0-3A46-BC26-B1B48C1EC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Rectangle 45">
              <a:extLst>
                <a:ext uri="{FF2B5EF4-FFF2-40B4-BE49-F238E27FC236}">
                  <a16:creationId xmlns:a16="http://schemas.microsoft.com/office/drawing/2014/main" xmlns="" id="{499BD07C-348D-EE47-8262-97587EBC3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reeform 46">
              <a:extLst>
                <a:ext uri="{FF2B5EF4-FFF2-40B4-BE49-F238E27FC236}">
                  <a16:creationId xmlns:a16="http://schemas.microsoft.com/office/drawing/2014/main" xmlns="" id="{6ADDA8D7-383A-D440-BC8C-29623DD1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reeform 47">
              <a:extLst>
                <a:ext uri="{FF2B5EF4-FFF2-40B4-BE49-F238E27FC236}">
                  <a16:creationId xmlns:a16="http://schemas.microsoft.com/office/drawing/2014/main" xmlns="" id="{221B896F-4BCD-BC48-AD88-C33440B17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Rectangle 48">
              <a:extLst>
                <a:ext uri="{FF2B5EF4-FFF2-40B4-BE49-F238E27FC236}">
                  <a16:creationId xmlns:a16="http://schemas.microsoft.com/office/drawing/2014/main" xmlns="" id="{4E3B542B-3515-614D-AC0F-5446B6428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31" name="Group 49">
              <a:extLst>
                <a:ext uri="{FF2B5EF4-FFF2-40B4-BE49-F238E27FC236}">
                  <a16:creationId xmlns:a16="http://schemas.microsoft.com/office/drawing/2014/main" xmlns="" id="{3F1A063C-0F0D-D342-925F-8A37EF918A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6" name="AutoShape 50">
                <a:extLst>
                  <a:ext uri="{FF2B5EF4-FFF2-40B4-BE49-F238E27FC236}">
                    <a16:creationId xmlns:a16="http://schemas.microsoft.com/office/drawing/2014/main" xmlns="" id="{365C2571-C0AC-DD4F-8C0B-E0135B6B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57" name="AutoShape 51">
                <a:extLst>
                  <a:ext uri="{FF2B5EF4-FFF2-40B4-BE49-F238E27FC236}">
                    <a16:creationId xmlns:a16="http://schemas.microsoft.com/office/drawing/2014/main" xmlns="" id="{2E2E375F-F5BB-7048-98A7-F20398811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32" name="Rectangle 52">
              <a:extLst>
                <a:ext uri="{FF2B5EF4-FFF2-40B4-BE49-F238E27FC236}">
                  <a16:creationId xmlns:a16="http://schemas.microsoft.com/office/drawing/2014/main" xmlns="" id="{599276A5-9097-4F48-BD66-F55248A53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33" name="Group 53">
              <a:extLst>
                <a:ext uri="{FF2B5EF4-FFF2-40B4-BE49-F238E27FC236}">
                  <a16:creationId xmlns:a16="http://schemas.microsoft.com/office/drawing/2014/main" xmlns="" id="{E8493614-E5BF-3C4B-A69C-B0D2B204F3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" name="AutoShape 54">
                <a:extLst>
                  <a:ext uri="{FF2B5EF4-FFF2-40B4-BE49-F238E27FC236}">
                    <a16:creationId xmlns:a16="http://schemas.microsoft.com/office/drawing/2014/main" xmlns="" id="{53114F52-1575-9749-8952-D2DCC610E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55" name="AutoShape 55">
                <a:extLst>
                  <a:ext uri="{FF2B5EF4-FFF2-40B4-BE49-F238E27FC236}">
                    <a16:creationId xmlns:a16="http://schemas.microsoft.com/office/drawing/2014/main" xmlns="" id="{DB62F37B-A7AE-8743-A129-954FFFE6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34" name="Rectangle 56">
              <a:extLst>
                <a:ext uri="{FF2B5EF4-FFF2-40B4-BE49-F238E27FC236}">
                  <a16:creationId xmlns:a16="http://schemas.microsoft.com/office/drawing/2014/main" xmlns="" id="{2D963FA1-A98D-9146-9517-70D64C4EA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Rectangle 57">
              <a:extLst>
                <a:ext uri="{FF2B5EF4-FFF2-40B4-BE49-F238E27FC236}">
                  <a16:creationId xmlns:a16="http://schemas.microsoft.com/office/drawing/2014/main" xmlns="" id="{7B009C8F-02A4-8847-B0EA-D16645DB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36" name="Group 58">
              <a:extLst>
                <a:ext uri="{FF2B5EF4-FFF2-40B4-BE49-F238E27FC236}">
                  <a16:creationId xmlns:a16="http://schemas.microsoft.com/office/drawing/2014/main" xmlns="" id="{B1F1EC6C-CC95-F941-9E85-C17672F094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" name="AutoShape 59">
                <a:extLst>
                  <a:ext uri="{FF2B5EF4-FFF2-40B4-BE49-F238E27FC236}">
                    <a16:creationId xmlns:a16="http://schemas.microsoft.com/office/drawing/2014/main" xmlns="" id="{7CAD6A00-FCBF-E349-9263-787D78926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53" name="AutoShape 60">
                <a:extLst>
                  <a:ext uri="{FF2B5EF4-FFF2-40B4-BE49-F238E27FC236}">
                    <a16:creationId xmlns:a16="http://schemas.microsoft.com/office/drawing/2014/main" xmlns="" id="{8338FE16-5897-AD45-8114-892D80B4C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37" name="Freeform 61">
              <a:extLst>
                <a:ext uri="{FF2B5EF4-FFF2-40B4-BE49-F238E27FC236}">
                  <a16:creationId xmlns:a16="http://schemas.microsoft.com/office/drawing/2014/main" xmlns="" id="{3BECD43D-8173-6E4A-B0C1-C8A765BA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38" name="Group 62">
              <a:extLst>
                <a:ext uri="{FF2B5EF4-FFF2-40B4-BE49-F238E27FC236}">
                  <a16:creationId xmlns:a16="http://schemas.microsoft.com/office/drawing/2014/main" xmlns="" id="{75BFA42A-D868-E642-8EE5-F73001FC89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" name="AutoShape 63">
                <a:extLst>
                  <a:ext uri="{FF2B5EF4-FFF2-40B4-BE49-F238E27FC236}">
                    <a16:creationId xmlns:a16="http://schemas.microsoft.com/office/drawing/2014/main" xmlns="" id="{76ACB339-3800-EF48-8BAE-12EDC0FAB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51" name="AutoShape 64">
                <a:extLst>
                  <a:ext uri="{FF2B5EF4-FFF2-40B4-BE49-F238E27FC236}">
                    <a16:creationId xmlns:a16="http://schemas.microsoft.com/office/drawing/2014/main" xmlns="" id="{8E15701E-130D-7A4D-939B-7886ED0C9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39" name="Rectangle 65">
              <a:extLst>
                <a:ext uri="{FF2B5EF4-FFF2-40B4-BE49-F238E27FC236}">
                  <a16:creationId xmlns:a16="http://schemas.microsoft.com/office/drawing/2014/main" xmlns="" id="{6CCE6F19-24CA-4043-A2B7-7D60C738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reeform 66">
              <a:extLst>
                <a:ext uri="{FF2B5EF4-FFF2-40B4-BE49-F238E27FC236}">
                  <a16:creationId xmlns:a16="http://schemas.microsoft.com/office/drawing/2014/main" xmlns="" id="{2A28341F-5DEB-B44C-88F8-74F23A63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reeform 67">
              <a:extLst>
                <a:ext uri="{FF2B5EF4-FFF2-40B4-BE49-F238E27FC236}">
                  <a16:creationId xmlns:a16="http://schemas.microsoft.com/office/drawing/2014/main" xmlns="" id="{EDFA6B41-9630-9F47-ABC3-C7388288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Oval 68">
              <a:extLst>
                <a:ext uri="{FF2B5EF4-FFF2-40B4-BE49-F238E27FC236}">
                  <a16:creationId xmlns:a16="http://schemas.microsoft.com/office/drawing/2014/main" xmlns="" id="{1C7176F1-ECE1-E74E-B7C8-7797741E6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reeform 69">
              <a:extLst>
                <a:ext uri="{FF2B5EF4-FFF2-40B4-BE49-F238E27FC236}">
                  <a16:creationId xmlns:a16="http://schemas.microsoft.com/office/drawing/2014/main" xmlns="" id="{D66AA0EC-BC6B-344B-B4D6-64442E95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AutoShape 70">
              <a:extLst>
                <a:ext uri="{FF2B5EF4-FFF2-40B4-BE49-F238E27FC236}">
                  <a16:creationId xmlns:a16="http://schemas.microsoft.com/office/drawing/2014/main" xmlns="" id="{832E4567-4C68-074B-AEA6-ACB828E35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AutoShape 71">
              <a:extLst>
                <a:ext uri="{FF2B5EF4-FFF2-40B4-BE49-F238E27FC236}">
                  <a16:creationId xmlns:a16="http://schemas.microsoft.com/office/drawing/2014/main" xmlns="" id="{67F8A755-B9EC-9F49-95FB-E4F39802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Oval 72">
              <a:extLst>
                <a:ext uri="{FF2B5EF4-FFF2-40B4-BE49-F238E27FC236}">
                  <a16:creationId xmlns:a16="http://schemas.microsoft.com/office/drawing/2014/main" xmlns="" id="{5906629E-4506-1E4E-9123-6965F605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Oval 73">
              <a:extLst>
                <a:ext uri="{FF2B5EF4-FFF2-40B4-BE49-F238E27FC236}">
                  <a16:creationId xmlns:a16="http://schemas.microsoft.com/office/drawing/2014/main" xmlns="" id="{83F45A09-1088-1D46-AED8-76F1B32CD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685800">
                <a:spcBef>
                  <a:spcPct val="0"/>
                </a:spcBef>
                <a:defRPr/>
              </a:pPr>
              <a:endParaRPr lang="en-US" altLang="en-US" sz="1800" dirty="0">
                <a:solidFill>
                  <a:srgbClr val="FF0000"/>
                </a:solidFill>
                <a:latin typeface="Calibri" panose="020F0502020204030204"/>
                <a:cs typeface="Arial" panose="020B0604020202020204" pitchFamily="34" charset="0"/>
              </a:endParaRPr>
            </a:p>
          </p:txBody>
        </p:sp>
        <p:sp>
          <p:nvSpPr>
            <p:cNvPr id="48" name="Oval 74">
              <a:extLst>
                <a:ext uri="{FF2B5EF4-FFF2-40B4-BE49-F238E27FC236}">
                  <a16:creationId xmlns:a16="http://schemas.microsoft.com/office/drawing/2014/main" xmlns="" id="{D16667B0-47FC-D643-9889-1EEC853A4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Rectangle 75">
              <a:extLst>
                <a:ext uri="{FF2B5EF4-FFF2-40B4-BE49-F238E27FC236}">
                  <a16:creationId xmlns:a16="http://schemas.microsoft.com/office/drawing/2014/main" xmlns="" id="{22A86370-93A8-014B-BBD6-F67C8EED8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63" name="Group 43">
            <a:extLst>
              <a:ext uri="{FF2B5EF4-FFF2-40B4-BE49-F238E27FC236}">
                <a16:creationId xmlns:a16="http://schemas.microsoft.com/office/drawing/2014/main" xmlns="" id="{36A665F7-DA44-AD4B-B7B6-65FA291092CF}"/>
              </a:ext>
            </a:extLst>
          </p:cNvPr>
          <p:cNvGrpSpPr>
            <a:grpSpLocks/>
          </p:cNvGrpSpPr>
          <p:nvPr/>
        </p:nvGrpSpPr>
        <p:grpSpPr bwMode="auto">
          <a:xfrm>
            <a:off x="4113479" y="1707227"/>
            <a:ext cx="227052" cy="465435"/>
            <a:chOff x="4140" y="429"/>
            <a:chExt cx="1425" cy="2396"/>
          </a:xfrm>
        </p:grpSpPr>
        <p:sp>
          <p:nvSpPr>
            <p:cNvPr id="64" name="Freeform 44">
              <a:extLst>
                <a:ext uri="{FF2B5EF4-FFF2-40B4-BE49-F238E27FC236}">
                  <a16:creationId xmlns:a16="http://schemas.microsoft.com/office/drawing/2014/main" xmlns="" id="{720EF6ED-B248-674A-99A4-96E903A62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Rectangle 45">
              <a:extLst>
                <a:ext uri="{FF2B5EF4-FFF2-40B4-BE49-F238E27FC236}">
                  <a16:creationId xmlns:a16="http://schemas.microsoft.com/office/drawing/2014/main" xmlns="" id="{38AB1A91-FBEE-3141-9930-02B3EF189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reeform 46">
              <a:extLst>
                <a:ext uri="{FF2B5EF4-FFF2-40B4-BE49-F238E27FC236}">
                  <a16:creationId xmlns:a16="http://schemas.microsoft.com/office/drawing/2014/main" xmlns="" id="{413C4E64-9257-904B-843E-0AFF647C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reeform 47">
              <a:extLst>
                <a:ext uri="{FF2B5EF4-FFF2-40B4-BE49-F238E27FC236}">
                  <a16:creationId xmlns:a16="http://schemas.microsoft.com/office/drawing/2014/main" xmlns="" id="{7FC7B94F-54BF-D841-ADBC-E458F9F0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Rectangle 48">
              <a:extLst>
                <a:ext uri="{FF2B5EF4-FFF2-40B4-BE49-F238E27FC236}">
                  <a16:creationId xmlns:a16="http://schemas.microsoft.com/office/drawing/2014/main" xmlns="" id="{EB1624E1-0701-0F40-AE26-BDCD5DCEA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69" name="Group 49">
              <a:extLst>
                <a:ext uri="{FF2B5EF4-FFF2-40B4-BE49-F238E27FC236}">
                  <a16:creationId xmlns:a16="http://schemas.microsoft.com/office/drawing/2014/main" xmlns="" id="{CAC021DC-E11F-DC42-9412-BD2C0C399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4" name="AutoShape 50">
                <a:extLst>
                  <a:ext uri="{FF2B5EF4-FFF2-40B4-BE49-F238E27FC236}">
                    <a16:creationId xmlns:a16="http://schemas.microsoft.com/office/drawing/2014/main" xmlns="" id="{8D780C67-4BAA-7E49-96F5-16CC58563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95" name="AutoShape 51">
                <a:extLst>
                  <a:ext uri="{FF2B5EF4-FFF2-40B4-BE49-F238E27FC236}">
                    <a16:creationId xmlns:a16="http://schemas.microsoft.com/office/drawing/2014/main" xmlns="" id="{78C123FD-3471-EF45-B37D-E38208348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70" name="Rectangle 52">
              <a:extLst>
                <a:ext uri="{FF2B5EF4-FFF2-40B4-BE49-F238E27FC236}">
                  <a16:creationId xmlns:a16="http://schemas.microsoft.com/office/drawing/2014/main" xmlns="" id="{5A2221CB-BA38-7749-9467-FA3B7AED9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71" name="Group 53">
              <a:extLst>
                <a:ext uri="{FF2B5EF4-FFF2-40B4-BE49-F238E27FC236}">
                  <a16:creationId xmlns:a16="http://schemas.microsoft.com/office/drawing/2014/main" xmlns="" id="{6065AE00-0D61-7C4C-900C-0CFE2BE0D0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2" name="AutoShape 54">
                <a:extLst>
                  <a:ext uri="{FF2B5EF4-FFF2-40B4-BE49-F238E27FC236}">
                    <a16:creationId xmlns:a16="http://schemas.microsoft.com/office/drawing/2014/main" xmlns="" id="{4A448B66-F817-A745-8EA1-C03EF50CF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93" name="AutoShape 55">
                <a:extLst>
                  <a:ext uri="{FF2B5EF4-FFF2-40B4-BE49-F238E27FC236}">
                    <a16:creationId xmlns:a16="http://schemas.microsoft.com/office/drawing/2014/main" xmlns="" id="{A620699C-DAD6-F445-AAE7-28E005A0D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72" name="Rectangle 56">
              <a:extLst>
                <a:ext uri="{FF2B5EF4-FFF2-40B4-BE49-F238E27FC236}">
                  <a16:creationId xmlns:a16="http://schemas.microsoft.com/office/drawing/2014/main" xmlns="" id="{4670FC57-F525-D849-A249-FF7598EB7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Rectangle 57">
              <a:extLst>
                <a:ext uri="{FF2B5EF4-FFF2-40B4-BE49-F238E27FC236}">
                  <a16:creationId xmlns:a16="http://schemas.microsoft.com/office/drawing/2014/main" xmlns="" id="{23434908-EF71-6241-8890-49973F488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74" name="Group 58">
              <a:extLst>
                <a:ext uri="{FF2B5EF4-FFF2-40B4-BE49-F238E27FC236}">
                  <a16:creationId xmlns:a16="http://schemas.microsoft.com/office/drawing/2014/main" xmlns="" id="{0BEED104-A0C2-604F-ADB7-7A0CC2B52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0" name="AutoShape 59">
                <a:extLst>
                  <a:ext uri="{FF2B5EF4-FFF2-40B4-BE49-F238E27FC236}">
                    <a16:creationId xmlns:a16="http://schemas.microsoft.com/office/drawing/2014/main" xmlns="" id="{0BC08FA1-E25B-8D4E-A5C0-77901B325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91" name="AutoShape 60">
                <a:extLst>
                  <a:ext uri="{FF2B5EF4-FFF2-40B4-BE49-F238E27FC236}">
                    <a16:creationId xmlns:a16="http://schemas.microsoft.com/office/drawing/2014/main" xmlns="" id="{C4D23A96-8BA2-7D4B-81E9-EC31FC87E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75" name="Freeform 61">
              <a:extLst>
                <a:ext uri="{FF2B5EF4-FFF2-40B4-BE49-F238E27FC236}">
                  <a16:creationId xmlns:a16="http://schemas.microsoft.com/office/drawing/2014/main" xmlns="" id="{B18E03CB-6F6A-3E47-B686-EC972ED9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76" name="Group 62">
              <a:extLst>
                <a:ext uri="{FF2B5EF4-FFF2-40B4-BE49-F238E27FC236}">
                  <a16:creationId xmlns:a16="http://schemas.microsoft.com/office/drawing/2014/main" xmlns="" id="{EF110DE7-64A5-1A4C-8A85-F37C7799C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8" name="AutoShape 63">
                <a:extLst>
                  <a:ext uri="{FF2B5EF4-FFF2-40B4-BE49-F238E27FC236}">
                    <a16:creationId xmlns:a16="http://schemas.microsoft.com/office/drawing/2014/main" xmlns="" id="{327C23D1-08FF-2743-89A8-0F6315DB8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89" name="AutoShape 64">
                <a:extLst>
                  <a:ext uri="{FF2B5EF4-FFF2-40B4-BE49-F238E27FC236}">
                    <a16:creationId xmlns:a16="http://schemas.microsoft.com/office/drawing/2014/main" xmlns="" id="{8687BE83-72B1-2948-9845-040B8B4B0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endParaRPr lang="en-US" altLang="en-US" sz="210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77" name="Rectangle 65">
              <a:extLst>
                <a:ext uri="{FF2B5EF4-FFF2-40B4-BE49-F238E27FC236}">
                  <a16:creationId xmlns:a16="http://schemas.microsoft.com/office/drawing/2014/main" xmlns="" id="{F776310D-3544-D142-97B4-F2F00A1AC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reeform 66">
              <a:extLst>
                <a:ext uri="{FF2B5EF4-FFF2-40B4-BE49-F238E27FC236}">
                  <a16:creationId xmlns:a16="http://schemas.microsoft.com/office/drawing/2014/main" xmlns="" id="{4C033668-E94B-0E4E-BBCE-069F172D3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reeform 67">
              <a:extLst>
                <a:ext uri="{FF2B5EF4-FFF2-40B4-BE49-F238E27FC236}">
                  <a16:creationId xmlns:a16="http://schemas.microsoft.com/office/drawing/2014/main" xmlns="" id="{DC0B0478-C1D9-0046-A23B-D886AB63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Oval 68">
              <a:extLst>
                <a:ext uri="{FF2B5EF4-FFF2-40B4-BE49-F238E27FC236}">
                  <a16:creationId xmlns:a16="http://schemas.microsoft.com/office/drawing/2014/main" xmlns="" id="{A32BD7FF-72FE-6443-8650-0A6A33496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reeform 69">
              <a:extLst>
                <a:ext uri="{FF2B5EF4-FFF2-40B4-BE49-F238E27FC236}">
                  <a16:creationId xmlns:a16="http://schemas.microsoft.com/office/drawing/2014/main" xmlns="" id="{6050B46A-99D7-BE45-AF3A-D5364444A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AutoShape 70">
              <a:extLst>
                <a:ext uri="{FF2B5EF4-FFF2-40B4-BE49-F238E27FC236}">
                  <a16:creationId xmlns:a16="http://schemas.microsoft.com/office/drawing/2014/main" xmlns="" id="{D23062E1-60FC-864E-A235-B0A1E921D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AutoShape 71">
              <a:extLst>
                <a:ext uri="{FF2B5EF4-FFF2-40B4-BE49-F238E27FC236}">
                  <a16:creationId xmlns:a16="http://schemas.microsoft.com/office/drawing/2014/main" xmlns="" id="{E5263FDE-E525-C044-8987-248993FDE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Oval 72">
              <a:extLst>
                <a:ext uri="{FF2B5EF4-FFF2-40B4-BE49-F238E27FC236}">
                  <a16:creationId xmlns:a16="http://schemas.microsoft.com/office/drawing/2014/main" xmlns="" id="{2DA10128-E8BC-314D-954C-8A0197A01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Oval 73">
              <a:extLst>
                <a:ext uri="{FF2B5EF4-FFF2-40B4-BE49-F238E27FC236}">
                  <a16:creationId xmlns:a16="http://schemas.microsoft.com/office/drawing/2014/main" xmlns="" id="{3407F73C-E949-224D-965B-E440F97DD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685800">
                <a:spcBef>
                  <a:spcPct val="0"/>
                </a:spcBef>
                <a:defRPr/>
              </a:pPr>
              <a:endParaRPr lang="en-US" altLang="en-US" sz="1800" dirty="0">
                <a:solidFill>
                  <a:srgbClr val="FF0000"/>
                </a:solidFill>
                <a:latin typeface="Calibri" panose="020F0502020204030204"/>
                <a:cs typeface="Arial" panose="020B0604020202020204" pitchFamily="34" charset="0"/>
              </a:endParaRPr>
            </a:p>
          </p:txBody>
        </p:sp>
        <p:sp>
          <p:nvSpPr>
            <p:cNvPr id="86" name="Oval 74">
              <a:extLst>
                <a:ext uri="{FF2B5EF4-FFF2-40B4-BE49-F238E27FC236}">
                  <a16:creationId xmlns:a16="http://schemas.microsoft.com/office/drawing/2014/main" xmlns="" id="{B3E6374F-2478-844C-8FAE-082D84F4A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Rectangle 75">
              <a:extLst>
                <a:ext uri="{FF2B5EF4-FFF2-40B4-BE49-F238E27FC236}">
                  <a16:creationId xmlns:a16="http://schemas.microsoft.com/office/drawing/2014/main" xmlns="" id="{6045DF2A-0FBD-094E-8F87-423339790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21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4BAA52C1-A711-F843-BEA2-9AB59FD36A9E}"/>
              </a:ext>
            </a:extLst>
          </p:cNvPr>
          <p:cNvGrpSpPr/>
          <p:nvPr/>
        </p:nvGrpSpPr>
        <p:grpSpPr>
          <a:xfrm>
            <a:off x="2864817" y="3367401"/>
            <a:ext cx="2630753" cy="1058913"/>
            <a:chOff x="7963592" y="3346866"/>
            <a:chExt cx="3507671" cy="1411883"/>
          </a:xfrm>
        </p:grpSpPr>
        <p:sp>
          <p:nvSpPr>
            <p:cNvPr id="96" name="Line 18">
              <a:extLst>
                <a:ext uri="{FF2B5EF4-FFF2-40B4-BE49-F238E27FC236}">
                  <a16:creationId xmlns:a16="http://schemas.microsoft.com/office/drawing/2014/main" xmlns="" id="{DAFB71B0-CADE-A94E-B910-CA1B2F983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8988" y="3377229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Line 19">
              <a:extLst>
                <a:ext uri="{FF2B5EF4-FFF2-40B4-BE49-F238E27FC236}">
                  <a16:creationId xmlns:a16="http://schemas.microsoft.com/office/drawing/2014/main" xmlns="" id="{01CE800B-0C3C-BD45-ADD9-6BD2CA9B1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6925" y="3835354"/>
              <a:ext cx="1684338" cy="3905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Line 18">
              <a:extLst>
                <a:ext uri="{FF2B5EF4-FFF2-40B4-BE49-F238E27FC236}">
                  <a16:creationId xmlns:a16="http://schemas.microsoft.com/office/drawing/2014/main" xmlns="" id="{56583440-860C-5248-899B-B6C0BD12C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81759" y="4294399"/>
              <a:ext cx="1673225" cy="403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xmlns="" id="{50D6B51D-F16D-C648-9B06-B18E393A7937}"/>
                </a:ext>
              </a:extLst>
            </p:cNvPr>
            <p:cNvSpPr txBox="1"/>
            <p:nvPr/>
          </p:nvSpPr>
          <p:spPr>
            <a:xfrm>
              <a:off x="10274100" y="3374969"/>
              <a:ext cx="548639" cy="67710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defTabSz="685800"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 panose="020F0502020204030204"/>
                </a:rPr>
                <a:t>220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xmlns="" id="{281B67B0-9202-3141-BB17-579825F0D8DB}"/>
                </a:ext>
              </a:extLst>
            </p:cNvPr>
            <p:cNvSpPr txBox="1"/>
            <p:nvPr/>
          </p:nvSpPr>
          <p:spPr>
            <a:xfrm>
              <a:off x="10110616" y="4358640"/>
              <a:ext cx="1127759" cy="40010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defTabSz="685800"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 panose="020F0502020204030204"/>
                </a:rPr>
                <a:t>250 Hello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xmlns="" id="{1166F236-B330-B049-81C5-C27349358BA0}"/>
                </a:ext>
              </a:extLst>
            </p:cNvPr>
            <p:cNvSpPr txBox="1"/>
            <p:nvPr/>
          </p:nvSpPr>
          <p:spPr>
            <a:xfrm>
              <a:off x="10293496" y="3859879"/>
              <a:ext cx="695497" cy="67710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defTabSz="685800"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 panose="020F0502020204030204"/>
                </a:rPr>
                <a:t>HELO</a:t>
              </a:r>
            </a:p>
          </p:txBody>
        </p:sp>
        <p:sp>
          <p:nvSpPr>
            <p:cNvPr id="109" name="AutoShape 25">
              <a:extLst>
                <a:ext uri="{FF2B5EF4-FFF2-40B4-BE49-F238E27FC236}">
                  <a16:creationId xmlns:a16="http://schemas.microsoft.com/office/drawing/2014/main" xmlns="" id="{B3532E9F-B52F-EE40-916E-F3743036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9901" y="3346866"/>
              <a:ext cx="152184" cy="1391389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lnSpc>
                  <a:spcPct val="85000"/>
                </a:lnSpc>
                <a:defRPr/>
              </a:pPr>
              <a:endParaRPr lang="en-US" altLang="en-US" sz="24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Text Box 26">
              <a:extLst>
                <a:ext uri="{FF2B5EF4-FFF2-40B4-BE49-F238E27FC236}">
                  <a16:creationId xmlns:a16="http://schemas.microsoft.com/office/drawing/2014/main" xmlns="" id="{3B861658-DE9B-9046-ACBD-7560EACF0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3592" y="3757508"/>
              <a:ext cx="1662545" cy="646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685800">
                <a:lnSpc>
                  <a:spcPct val="85000"/>
                </a:lnSpc>
                <a:spcBef>
                  <a:spcPct val="0"/>
                </a:spcBef>
                <a:defRPr/>
              </a:pPr>
              <a:r>
                <a:rPr lang="en-US" altLang="en-US" sz="1500" dirty="0">
                  <a:solidFill>
                    <a:prstClr val="black"/>
                  </a:solidFill>
                  <a:latin typeface="Calibri" panose="020F0502020204030204"/>
                </a:rPr>
                <a:t>SMTP handshaking</a:t>
              </a:r>
            </a:p>
          </p:txBody>
        </p:sp>
      </p:grpSp>
      <p:sp>
        <p:nvSpPr>
          <p:cNvPr id="111" name="Text Box 24">
            <a:extLst>
              <a:ext uri="{FF2B5EF4-FFF2-40B4-BE49-F238E27FC236}">
                <a16:creationId xmlns:a16="http://schemas.microsoft.com/office/drawing/2014/main" xmlns="" id="{1AB225C5-3897-CE47-9E7A-F5B2FC51E3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744179"/>
            <a:ext cx="1644231" cy="4847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srgbClr val="CC0000"/>
                </a:solidFill>
                <a:latin typeface="Calibri" panose="020F0502020204030204"/>
              </a:rPr>
              <a:t>TCP connection</a:t>
            </a:r>
          </a:p>
          <a:p>
            <a:pPr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srgbClr val="CC0000"/>
                </a:solidFill>
                <a:latin typeface="Calibri" panose="020F0502020204030204"/>
              </a:rPr>
              <a:t>initiated</a:t>
            </a:r>
          </a:p>
        </p:txBody>
      </p:sp>
      <p:sp>
        <p:nvSpPr>
          <p:cNvPr id="112" name="Text Box 37">
            <a:extLst>
              <a:ext uri="{FF2B5EF4-FFF2-40B4-BE49-F238E27FC236}">
                <a16:creationId xmlns:a16="http://schemas.microsoft.com/office/drawing/2014/main" xmlns="" id="{40F2207E-339D-D64D-83CD-4CF07C6412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9891" y="1219447"/>
            <a:ext cx="1205715" cy="4847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prstClr val="black"/>
                </a:solidFill>
                <a:latin typeface="Calibri" panose="020F0502020204030204"/>
              </a:rPr>
              <a:t>“client”</a:t>
            </a:r>
          </a:p>
          <a:p>
            <a:pPr algn="r"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prstClr val="black"/>
                </a:solidFill>
                <a:latin typeface="Calibri" panose="020F0502020204030204"/>
              </a:rPr>
              <a:t> SMTP server</a:t>
            </a:r>
          </a:p>
        </p:txBody>
      </p:sp>
      <p:sp>
        <p:nvSpPr>
          <p:cNvPr id="113" name="Text Box 37">
            <a:extLst>
              <a:ext uri="{FF2B5EF4-FFF2-40B4-BE49-F238E27FC236}">
                <a16:creationId xmlns:a16="http://schemas.microsoft.com/office/drawing/2014/main" xmlns="" id="{59390DD3-9B16-EC4B-86FC-6D12AD88A7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965" y="1221525"/>
            <a:ext cx="1205715" cy="4847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prstClr val="black"/>
                </a:solidFill>
                <a:latin typeface="Calibri" panose="020F0502020204030204"/>
              </a:rPr>
              <a:t>“server”</a:t>
            </a:r>
          </a:p>
          <a:p>
            <a:pPr algn="r" defTabSz="685800">
              <a:lnSpc>
                <a:spcPct val="85000"/>
              </a:lnSpc>
              <a:spcBef>
                <a:spcPct val="0"/>
              </a:spcBef>
              <a:defRPr/>
            </a:pPr>
            <a:r>
              <a:rPr lang="en-US" altLang="en-US" sz="1500" dirty="0">
                <a:solidFill>
                  <a:prstClr val="black"/>
                </a:solidFill>
                <a:latin typeface="Calibri" panose="020F0502020204030204"/>
              </a:rPr>
              <a:t> SMTP server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xmlns="" id="{A69C7318-30FE-6549-B28A-E671678A3F17}"/>
              </a:ext>
            </a:extLst>
          </p:cNvPr>
          <p:cNvGrpSpPr/>
          <p:nvPr/>
        </p:nvGrpSpPr>
        <p:grpSpPr>
          <a:xfrm>
            <a:off x="2866894" y="4479228"/>
            <a:ext cx="1308932" cy="1043542"/>
            <a:chOff x="7966363" y="4829303"/>
            <a:chExt cx="1745242" cy="1391389"/>
          </a:xfrm>
        </p:grpSpPr>
        <p:sp>
          <p:nvSpPr>
            <p:cNvPr id="114" name="AutoShape 25">
              <a:extLst>
                <a:ext uri="{FF2B5EF4-FFF2-40B4-BE49-F238E27FC236}">
                  <a16:creationId xmlns:a16="http://schemas.microsoft.com/office/drawing/2014/main" xmlns="" id="{E945F49C-1ED9-E94C-A6C5-EB45DB3B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9421" y="4829303"/>
              <a:ext cx="152184" cy="1391389"/>
            </a:xfrm>
            <a:prstGeom prst="leftBrace">
              <a:avLst>
                <a:gd name="adj1" fmla="val 52057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lnSpc>
                  <a:spcPct val="85000"/>
                </a:lnSpc>
                <a:defRPr/>
              </a:pPr>
              <a:endParaRPr lang="en-US" altLang="en-US" sz="24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Text Box 26">
              <a:extLst>
                <a:ext uri="{FF2B5EF4-FFF2-40B4-BE49-F238E27FC236}">
                  <a16:creationId xmlns:a16="http://schemas.microsoft.com/office/drawing/2014/main" xmlns="" id="{8FEE0406-B0E9-A947-A9BE-28C683780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6363" y="5223320"/>
              <a:ext cx="16625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685800">
                <a:lnSpc>
                  <a:spcPct val="85000"/>
                </a:lnSpc>
                <a:spcBef>
                  <a:spcPct val="0"/>
                </a:spcBef>
                <a:defRPr/>
              </a:pPr>
              <a:r>
                <a:rPr lang="en-US" altLang="en-US" sz="1500" dirty="0">
                  <a:solidFill>
                    <a:prstClr val="black"/>
                  </a:solidFill>
                  <a:latin typeface="Calibri" panose="020F0502020204030204"/>
                </a:rPr>
                <a:t>SMTP transfers</a:t>
              </a:r>
            </a:p>
          </p:txBody>
        </p:sp>
      </p:grpSp>
      <p:sp>
        <p:nvSpPr>
          <p:cNvPr id="98" name="Slide Number Placeholder 2">
            <a:extLst>
              <a:ext uri="{FF2B5EF4-FFF2-40B4-BE49-F238E27FC236}">
                <a16:creationId xmlns:a16="http://schemas.microsoft.com/office/drawing/2014/main" xmlns="" id="{D42AF363-59AE-A349-BD98-DB00532A00F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3806834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6991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Rectangle 7">
            <a:extLst>
              <a:ext uri="{FF2B5EF4-FFF2-40B4-BE49-F238E27FC236}">
                <a16:creationId xmlns="" xmlns:a16="http://schemas.microsoft.com/office/drawing/2014/main" id="{6EA17C70-F676-4656-BD72-63EFFF02DE0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6978" name="Rectangle 8">
            <a:extLst>
              <a:ext uri="{FF2B5EF4-FFF2-40B4-BE49-F238E27FC236}">
                <a16:creationId xmlns="" xmlns:a16="http://schemas.microsoft.com/office/drawing/2014/main" id="{3609377F-93A1-48B0-8715-D640E606EDD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240412F-7E1A-44C6-8D3B-5BDF2D56130C}" type="slidenum">
              <a:rPr lang="en-US" altLang="en-US" sz="1200">
                <a:latin typeface="Tahoma" panose="020B0604030504040204" pitchFamily="34" charset="0"/>
              </a:rPr>
              <a:pPr/>
              <a:t>52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26979" name="Group 163">
            <a:extLst>
              <a:ext uri="{FF2B5EF4-FFF2-40B4-BE49-F238E27FC236}">
                <a16:creationId xmlns="" xmlns:a16="http://schemas.microsoft.com/office/drawing/2014/main" id="{0DCCDAA3-C5F7-4EB3-8EB6-B25F3FDA1EC4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4881563"/>
            <a:ext cx="912813" cy="1054100"/>
            <a:chOff x="3574" y="550"/>
            <a:chExt cx="575" cy="664"/>
          </a:xfrm>
        </p:grpSpPr>
        <p:grpSp>
          <p:nvGrpSpPr>
            <p:cNvPr id="127101" name="Group 164">
              <a:extLst>
                <a:ext uri="{FF2B5EF4-FFF2-40B4-BE49-F238E27FC236}">
                  <a16:creationId xmlns="" xmlns:a16="http://schemas.microsoft.com/office/drawing/2014/main" id="{6E37948C-6CD7-4EFC-8799-A207519C4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7104" name="Picture 165" descr="desktop_computer_stylized_medium">
                <a:extLst>
                  <a:ext uri="{FF2B5EF4-FFF2-40B4-BE49-F238E27FC236}">
                    <a16:creationId xmlns="" xmlns:a16="http://schemas.microsoft.com/office/drawing/2014/main" id="{A4F85D78-CC2F-4097-8117-0B1FD2A91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7105" name="Freeform 166">
                <a:extLst>
                  <a:ext uri="{FF2B5EF4-FFF2-40B4-BE49-F238E27FC236}">
                    <a16:creationId xmlns="" xmlns:a16="http://schemas.microsoft.com/office/drawing/2014/main" id="{DBE1D58B-38A3-4071-BF89-98F99C0D09F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7102" name="Rectangle 115">
              <a:extLst>
                <a:ext uri="{FF2B5EF4-FFF2-40B4-BE49-F238E27FC236}">
                  <a16:creationId xmlns="" xmlns:a16="http://schemas.microsoft.com/office/drawing/2014/main" id="{1B562340-DC45-4F41-BDDB-1F0B38AF6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103" name="Text Box 116">
              <a:extLst>
                <a:ext uri="{FF2B5EF4-FFF2-40B4-BE49-F238E27FC236}">
                  <a16:creationId xmlns="" xmlns:a16="http://schemas.microsoft.com/office/drawing/2014/main" id="{EED36BB1-ABE7-4C13-BFFD-1EA9A378DB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6980" name="Group 130">
            <a:extLst>
              <a:ext uri="{FF2B5EF4-FFF2-40B4-BE49-F238E27FC236}">
                <a16:creationId xmlns="" xmlns:a16="http://schemas.microsoft.com/office/drawing/2014/main" id="{8DB47BBA-B759-48B9-9F5E-666A2A2BD433}"/>
              </a:ext>
            </a:extLst>
          </p:cNvPr>
          <p:cNvGrpSpPr>
            <a:grpSpLocks/>
          </p:cNvGrpSpPr>
          <p:nvPr/>
        </p:nvGrpSpPr>
        <p:grpSpPr bwMode="auto">
          <a:xfrm>
            <a:off x="4852988" y="4613275"/>
            <a:ext cx="511175" cy="693738"/>
            <a:chOff x="4140" y="429"/>
            <a:chExt cx="1425" cy="2396"/>
          </a:xfrm>
        </p:grpSpPr>
        <p:sp>
          <p:nvSpPr>
            <p:cNvPr id="127069" name="Freeform 131">
              <a:extLst>
                <a:ext uri="{FF2B5EF4-FFF2-40B4-BE49-F238E27FC236}">
                  <a16:creationId xmlns="" xmlns:a16="http://schemas.microsoft.com/office/drawing/2014/main" id="{17C2A7EA-9784-49A9-AD4C-E74EC5B04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0" name="Rectangle 132">
              <a:extLst>
                <a:ext uri="{FF2B5EF4-FFF2-40B4-BE49-F238E27FC236}">
                  <a16:creationId xmlns="" xmlns:a16="http://schemas.microsoft.com/office/drawing/2014/main" id="{2137B531-03E6-4C8D-81ED-79064807B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71" name="Freeform 133">
              <a:extLst>
                <a:ext uri="{FF2B5EF4-FFF2-40B4-BE49-F238E27FC236}">
                  <a16:creationId xmlns="" xmlns:a16="http://schemas.microsoft.com/office/drawing/2014/main" id="{0B9546DE-F353-4051-865C-B62364C94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2" name="Freeform 134">
              <a:extLst>
                <a:ext uri="{FF2B5EF4-FFF2-40B4-BE49-F238E27FC236}">
                  <a16:creationId xmlns="" xmlns:a16="http://schemas.microsoft.com/office/drawing/2014/main" id="{E1B2AFAC-D547-46DD-85BF-0230DE95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3" name="Rectangle 135">
              <a:extLst>
                <a:ext uri="{FF2B5EF4-FFF2-40B4-BE49-F238E27FC236}">
                  <a16:creationId xmlns="" xmlns:a16="http://schemas.microsoft.com/office/drawing/2014/main" id="{F389549C-32FC-49E5-ABEC-46A7DBCE9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4" name="Group 136">
              <a:extLst>
                <a:ext uri="{FF2B5EF4-FFF2-40B4-BE49-F238E27FC236}">
                  <a16:creationId xmlns="" xmlns:a16="http://schemas.microsoft.com/office/drawing/2014/main" id="{FF7B105F-E17F-41AD-9F83-1953035B0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7099" name="AutoShape 137">
                <a:extLst>
                  <a:ext uri="{FF2B5EF4-FFF2-40B4-BE49-F238E27FC236}">
                    <a16:creationId xmlns="" xmlns:a16="http://schemas.microsoft.com/office/drawing/2014/main" id="{274D4A11-D6F0-4062-B924-592C4651B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100" name="AutoShape 138">
                <a:extLst>
                  <a:ext uri="{FF2B5EF4-FFF2-40B4-BE49-F238E27FC236}">
                    <a16:creationId xmlns="" xmlns:a16="http://schemas.microsoft.com/office/drawing/2014/main" id="{FD57C43B-AA74-460C-A327-8182DC004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75" name="Rectangle 139">
              <a:extLst>
                <a:ext uri="{FF2B5EF4-FFF2-40B4-BE49-F238E27FC236}">
                  <a16:creationId xmlns="" xmlns:a16="http://schemas.microsoft.com/office/drawing/2014/main" id="{205F6740-3386-4C70-BBCA-22AF0EF51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6" name="Group 140">
              <a:extLst>
                <a:ext uri="{FF2B5EF4-FFF2-40B4-BE49-F238E27FC236}">
                  <a16:creationId xmlns="" xmlns:a16="http://schemas.microsoft.com/office/drawing/2014/main" id="{56D8FF78-A745-44FE-B266-06E7672FF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7097" name="AutoShape 141">
                <a:extLst>
                  <a:ext uri="{FF2B5EF4-FFF2-40B4-BE49-F238E27FC236}">
                    <a16:creationId xmlns="" xmlns:a16="http://schemas.microsoft.com/office/drawing/2014/main" id="{ACFDEF46-05FB-497E-9EEF-2314B9F5E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8" name="AutoShape 142">
                <a:extLst>
                  <a:ext uri="{FF2B5EF4-FFF2-40B4-BE49-F238E27FC236}">
                    <a16:creationId xmlns="" xmlns:a16="http://schemas.microsoft.com/office/drawing/2014/main" id="{46F37B39-1973-40B8-852F-3A0D25B40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77" name="Rectangle 143">
              <a:extLst>
                <a:ext uri="{FF2B5EF4-FFF2-40B4-BE49-F238E27FC236}">
                  <a16:creationId xmlns="" xmlns:a16="http://schemas.microsoft.com/office/drawing/2014/main" id="{5A03B36F-1AED-4FFA-817F-21D52C8E0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78" name="Rectangle 144">
              <a:extLst>
                <a:ext uri="{FF2B5EF4-FFF2-40B4-BE49-F238E27FC236}">
                  <a16:creationId xmlns="" xmlns:a16="http://schemas.microsoft.com/office/drawing/2014/main" id="{EB723348-9F24-4079-99E1-514C23AA1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9" name="Group 145">
              <a:extLst>
                <a:ext uri="{FF2B5EF4-FFF2-40B4-BE49-F238E27FC236}">
                  <a16:creationId xmlns="" xmlns:a16="http://schemas.microsoft.com/office/drawing/2014/main" id="{6085954D-1EEF-4B3C-A3FD-D03B83A1AC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7095" name="AutoShape 146">
                <a:extLst>
                  <a:ext uri="{FF2B5EF4-FFF2-40B4-BE49-F238E27FC236}">
                    <a16:creationId xmlns="" xmlns:a16="http://schemas.microsoft.com/office/drawing/2014/main" id="{9AE7DB48-D5F5-4990-BA33-D42DE40DE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6" name="AutoShape 147">
                <a:extLst>
                  <a:ext uri="{FF2B5EF4-FFF2-40B4-BE49-F238E27FC236}">
                    <a16:creationId xmlns="" xmlns:a16="http://schemas.microsoft.com/office/drawing/2014/main" id="{6D8AFBC5-35B0-47CF-B839-67378D829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80" name="Freeform 148">
              <a:extLst>
                <a:ext uri="{FF2B5EF4-FFF2-40B4-BE49-F238E27FC236}">
                  <a16:creationId xmlns="" xmlns:a16="http://schemas.microsoft.com/office/drawing/2014/main" id="{332D6DD8-590B-4B52-A4EF-C76FCD3D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7081" name="Group 149">
              <a:extLst>
                <a:ext uri="{FF2B5EF4-FFF2-40B4-BE49-F238E27FC236}">
                  <a16:creationId xmlns="" xmlns:a16="http://schemas.microsoft.com/office/drawing/2014/main" id="{43612A99-2AB2-4D06-9CBC-B6492A5D9C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7093" name="AutoShape 150">
                <a:extLst>
                  <a:ext uri="{FF2B5EF4-FFF2-40B4-BE49-F238E27FC236}">
                    <a16:creationId xmlns="" xmlns:a16="http://schemas.microsoft.com/office/drawing/2014/main" id="{5ADA346B-4E0B-4228-BE71-C5DB206E5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4" name="AutoShape 151">
                <a:extLst>
                  <a:ext uri="{FF2B5EF4-FFF2-40B4-BE49-F238E27FC236}">
                    <a16:creationId xmlns="" xmlns:a16="http://schemas.microsoft.com/office/drawing/2014/main" id="{50AA8ED7-4F07-4043-8D9D-215CA3B5F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82" name="Rectangle 152">
              <a:extLst>
                <a:ext uri="{FF2B5EF4-FFF2-40B4-BE49-F238E27FC236}">
                  <a16:creationId xmlns="" xmlns:a16="http://schemas.microsoft.com/office/drawing/2014/main" id="{77661DDA-61BF-4880-9A18-4BE46DC22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3" name="Freeform 153">
              <a:extLst>
                <a:ext uri="{FF2B5EF4-FFF2-40B4-BE49-F238E27FC236}">
                  <a16:creationId xmlns="" xmlns:a16="http://schemas.microsoft.com/office/drawing/2014/main" id="{B691F446-C85C-4D08-A26F-E340AEA9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4" name="Freeform 154">
              <a:extLst>
                <a:ext uri="{FF2B5EF4-FFF2-40B4-BE49-F238E27FC236}">
                  <a16:creationId xmlns="" xmlns:a16="http://schemas.microsoft.com/office/drawing/2014/main" id="{F6CC38EE-89C6-4A30-91A5-897E3CBE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5" name="Oval 155">
              <a:extLst>
                <a:ext uri="{FF2B5EF4-FFF2-40B4-BE49-F238E27FC236}">
                  <a16:creationId xmlns="" xmlns:a16="http://schemas.microsoft.com/office/drawing/2014/main" id="{DB7E0DEF-BE1F-44A8-90BC-C4AD2D370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6" name="Freeform 156">
              <a:extLst>
                <a:ext uri="{FF2B5EF4-FFF2-40B4-BE49-F238E27FC236}">
                  <a16:creationId xmlns="" xmlns:a16="http://schemas.microsoft.com/office/drawing/2014/main" id="{CB88C2D0-1334-4CF9-8F04-0D1C1B182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7" name="AutoShape 157">
              <a:extLst>
                <a:ext uri="{FF2B5EF4-FFF2-40B4-BE49-F238E27FC236}">
                  <a16:creationId xmlns="" xmlns:a16="http://schemas.microsoft.com/office/drawing/2014/main" id="{50FEA455-A73B-4605-BF86-2D0ED2677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8" name="AutoShape 158">
              <a:extLst>
                <a:ext uri="{FF2B5EF4-FFF2-40B4-BE49-F238E27FC236}">
                  <a16:creationId xmlns="" xmlns:a16="http://schemas.microsoft.com/office/drawing/2014/main" id="{6C61BE25-F67E-49A5-B642-2ED353579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9" name="Oval 159">
              <a:extLst>
                <a:ext uri="{FF2B5EF4-FFF2-40B4-BE49-F238E27FC236}">
                  <a16:creationId xmlns="" xmlns:a16="http://schemas.microsoft.com/office/drawing/2014/main" id="{9856BBDD-D8A5-43D0-B5B7-9ED139C8B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90" name="Oval 160">
              <a:extLst>
                <a:ext uri="{FF2B5EF4-FFF2-40B4-BE49-F238E27FC236}">
                  <a16:creationId xmlns="" xmlns:a16="http://schemas.microsoft.com/office/drawing/2014/main" id="{47DA5BC3-F389-48A3-BBA9-8F154910E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7091" name="Oval 161">
              <a:extLst>
                <a:ext uri="{FF2B5EF4-FFF2-40B4-BE49-F238E27FC236}">
                  <a16:creationId xmlns="" xmlns:a16="http://schemas.microsoft.com/office/drawing/2014/main" id="{1FE4772C-4D33-4B98-A701-9B6BCBD38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92" name="Rectangle 162">
              <a:extLst>
                <a:ext uri="{FF2B5EF4-FFF2-40B4-BE49-F238E27FC236}">
                  <a16:creationId xmlns="" xmlns:a16="http://schemas.microsoft.com/office/drawing/2014/main" id="{3388AF6A-9297-4920-9B61-D34A97787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6981" name="Group 97">
            <a:extLst>
              <a:ext uri="{FF2B5EF4-FFF2-40B4-BE49-F238E27FC236}">
                <a16:creationId xmlns="" xmlns:a16="http://schemas.microsoft.com/office/drawing/2014/main" id="{C5C8D772-2660-4478-B43E-A0904763D0D8}"/>
              </a:ext>
            </a:extLst>
          </p:cNvPr>
          <p:cNvGrpSpPr>
            <a:grpSpLocks/>
          </p:cNvGrpSpPr>
          <p:nvPr/>
        </p:nvGrpSpPr>
        <p:grpSpPr bwMode="auto">
          <a:xfrm>
            <a:off x="2674938" y="4668838"/>
            <a:ext cx="511175" cy="693737"/>
            <a:chOff x="4140" y="429"/>
            <a:chExt cx="1425" cy="2396"/>
          </a:xfrm>
        </p:grpSpPr>
        <p:sp>
          <p:nvSpPr>
            <p:cNvPr id="127037" name="Freeform 98">
              <a:extLst>
                <a:ext uri="{FF2B5EF4-FFF2-40B4-BE49-F238E27FC236}">
                  <a16:creationId xmlns="" xmlns:a16="http://schemas.microsoft.com/office/drawing/2014/main" id="{2DFAA735-7B01-49DD-8C2F-7F28E414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38" name="Rectangle 99">
              <a:extLst>
                <a:ext uri="{FF2B5EF4-FFF2-40B4-BE49-F238E27FC236}">
                  <a16:creationId xmlns="" xmlns:a16="http://schemas.microsoft.com/office/drawing/2014/main" id="{56C29C85-256D-4ADF-B252-9A4DA67A3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39" name="Freeform 100">
              <a:extLst>
                <a:ext uri="{FF2B5EF4-FFF2-40B4-BE49-F238E27FC236}">
                  <a16:creationId xmlns="" xmlns:a16="http://schemas.microsoft.com/office/drawing/2014/main" id="{FBE96861-F412-4B57-A487-552FF1CC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0" name="Freeform 101">
              <a:extLst>
                <a:ext uri="{FF2B5EF4-FFF2-40B4-BE49-F238E27FC236}">
                  <a16:creationId xmlns="" xmlns:a16="http://schemas.microsoft.com/office/drawing/2014/main" id="{21FC7BEF-724B-4B4A-9469-B45A97AD9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1" name="Rectangle 102">
              <a:extLst>
                <a:ext uri="{FF2B5EF4-FFF2-40B4-BE49-F238E27FC236}">
                  <a16:creationId xmlns="" xmlns:a16="http://schemas.microsoft.com/office/drawing/2014/main" id="{1066F275-6368-4ACA-87CB-8BC8C83E1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2" name="Group 103">
              <a:extLst>
                <a:ext uri="{FF2B5EF4-FFF2-40B4-BE49-F238E27FC236}">
                  <a16:creationId xmlns="" xmlns:a16="http://schemas.microsoft.com/office/drawing/2014/main" id="{7BAA2C2F-9E5E-439A-9DBD-E5D6A9C2DE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7067" name="AutoShape 104">
                <a:extLst>
                  <a:ext uri="{FF2B5EF4-FFF2-40B4-BE49-F238E27FC236}">
                    <a16:creationId xmlns="" xmlns:a16="http://schemas.microsoft.com/office/drawing/2014/main" id="{898EF4E2-A703-4C98-9B57-7B2C4FAEB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8" name="AutoShape 105">
                <a:extLst>
                  <a:ext uri="{FF2B5EF4-FFF2-40B4-BE49-F238E27FC236}">
                    <a16:creationId xmlns="" xmlns:a16="http://schemas.microsoft.com/office/drawing/2014/main" id="{9B6E37D1-54D1-4474-9983-F57C61EB1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3" name="Rectangle 106">
              <a:extLst>
                <a:ext uri="{FF2B5EF4-FFF2-40B4-BE49-F238E27FC236}">
                  <a16:creationId xmlns="" xmlns:a16="http://schemas.microsoft.com/office/drawing/2014/main" id="{4677160B-CFC5-4015-8192-7CABE02A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4" name="Group 107">
              <a:extLst>
                <a:ext uri="{FF2B5EF4-FFF2-40B4-BE49-F238E27FC236}">
                  <a16:creationId xmlns="" xmlns:a16="http://schemas.microsoft.com/office/drawing/2014/main" id="{B08A156B-2F36-4D09-A4F8-E9FF7C8997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7065" name="AutoShape 108">
                <a:extLst>
                  <a:ext uri="{FF2B5EF4-FFF2-40B4-BE49-F238E27FC236}">
                    <a16:creationId xmlns="" xmlns:a16="http://schemas.microsoft.com/office/drawing/2014/main" id="{D178CDE9-EEB5-430F-A70C-4EBAEFA7F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6" name="AutoShape 109">
                <a:extLst>
                  <a:ext uri="{FF2B5EF4-FFF2-40B4-BE49-F238E27FC236}">
                    <a16:creationId xmlns="" xmlns:a16="http://schemas.microsoft.com/office/drawing/2014/main" id="{AEAAFCF7-DFE9-4E63-9D15-FCAC30EC1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5" name="Rectangle 110">
              <a:extLst>
                <a:ext uri="{FF2B5EF4-FFF2-40B4-BE49-F238E27FC236}">
                  <a16:creationId xmlns="" xmlns:a16="http://schemas.microsoft.com/office/drawing/2014/main" id="{E022AC61-700A-41DF-815F-D3997CBF3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46" name="Rectangle 111">
              <a:extLst>
                <a:ext uri="{FF2B5EF4-FFF2-40B4-BE49-F238E27FC236}">
                  <a16:creationId xmlns="" xmlns:a16="http://schemas.microsoft.com/office/drawing/2014/main" id="{F009DEDF-C2DF-4F0E-AF6A-7E8EE61F7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7" name="Group 112">
              <a:extLst>
                <a:ext uri="{FF2B5EF4-FFF2-40B4-BE49-F238E27FC236}">
                  <a16:creationId xmlns="" xmlns:a16="http://schemas.microsoft.com/office/drawing/2014/main" id="{5876D60E-14FD-4939-BE8E-E5E3DE785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7063" name="AutoShape 113">
                <a:extLst>
                  <a:ext uri="{FF2B5EF4-FFF2-40B4-BE49-F238E27FC236}">
                    <a16:creationId xmlns="" xmlns:a16="http://schemas.microsoft.com/office/drawing/2014/main" id="{6B704B30-DE2D-40B3-B6F0-67B7D158C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4" name="AutoShape 114">
                <a:extLst>
                  <a:ext uri="{FF2B5EF4-FFF2-40B4-BE49-F238E27FC236}">
                    <a16:creationId xmlns="" xmlns:a16="http://schemas.microsoft.com/office/drawing/2014/main" id="{44E41437-4626-4A82-9E97-D2BB591BB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8" name="Freeform 115">
              <a:extLst>
                <a:ext uri="{FF2B5EF4-FFF2-40B4-BE49-F238E27FC236}">
                  <a16:creationId xmlns="" xmlns:a16="http://schemas.microsoft.com/office/drawing/2014/main" id="{AE4F2AF2-AE10-422C-BC31-A33C804F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7049" name="Group 116">
              <a:extLst>
                <a:ext uri="{FF2B5EF4-FFF2-40B4-BE49-F238E27FC236}">
                  <a16:creationId xmlns="" xmlns:a16="http://schemas.microsoft.com/office/drawing/2014/main" id="{E0CE2E98-07D2-4EA0-A96A-3CFAC7D1F4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7061" name="AutoShape 117">
                <a:extLst>
                  <a:ext uri="{FF2B5EF4-FFF2-40B4-BE49-F238E27FC236}">
                    <a16:creationId xmlns="" xmlns:a16="http://schemas.microsoft.com/office/drawing/2014/main" id="{FF94BC67-16D6-448C-8374-4BA6FBE12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2" name="AutoShape 118">
                <a:extLst>
                  <a:ext uri="{FF2B5EF4-FFF2-40B4-BE49-F238E27FC236}">
                    <a16:creationId xmlns="" xmlns:a16="http://schemas.microsoft.com/office/drawing/2014/main" id="{835FD3AC-D712-4CCD-B636-CF521BF0C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50" name="Rectangle 119">
              <a:extLst>
                <a:ext uri="{FF2B5EF4-FFF2-40B4-BE49-F238E27FC236}">
                  <a16:creationId xmlns="" xmlns:a16="http://schemas.microsoft.com/office/drawing/2014/main" id="{3D49074F-BC2C-4925-BFF2-B0EEB02A1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1" name="Freeform 120">
              <a:extLst>
                <a:ext uri="{FF2B5EF4-FFF2-40B4-BE49-F238E27FC236}">
                  <a16:creationId xmlns="" xmlns:a16="http://schemas.microsoft.com/office/drawing/2014/main" id="{0C4D6E48-F569-449D-B25D-4031C90A8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2" name="Freeform 121">
              <a:extLst>
                <a:ext uri="{FF2B5EF4-FFF2-40B4-BE49-F238E27FC236}">
                  <a16:creationId xmlns="" xmlns:a16="http://schemas.microsoft.com/office/drawing/2014/main" id="{7C6642BC-AA24-46D5-BF69-EE7D69918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3" name="Oval 122">
              <a:extLst>
                <a:ext uri="{FF2B5EF4-FFF2-40B4-BE49-F238E27FC236}">
                  <a16:creationId xmlns="" xmlns:a16="http://schemas.microsoft.com/office/drawing/2014/main" id="{6D10FA6A-540B-452F-B3E8-35D415234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4" name="Freeform 123">
              <a:extLst>
                <a:ext uri="{FF2B5EF4-FFF2-40B4-BE49-F238E27FC236}">
                  <a16:creationId xmlns="" xmlns:a16="http://schemas.microsoft.com/office/drawing/2014/main" id="{49C47A59-A1F6-4AD1-8CE2-2ECF05C30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5" name="AutoShape 124">
              <a:extLst>
                <a:ext uri="{FF2B5EF4-FFF2-40B4-BE49-F238E27FC236}">
                  <a16:creationId xmlns="" xmlns:a16="http://schemas.microsoft.com/office/drawing/2014/main" id="{62009752-4AF2-413D-AA7B-1B105BF90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6" name="AutoShape 125">
              <a:extLst>
                <a:ext uri="{FF2B5EF4-FFF2-40B4-BE49-F238E27FC236}">
                  <a16:creationId xmlns="" xmlns:a16="http://schemas.microsoft.com/office/drawing/2014/main" id="{35A41D28-43E5-49FF-8883-C751CECD9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7" name="Oval 126">
              <a:extLst>
                <a:ext uri="{FF2B5EF4-FFF2-40B4-BE49-F238E27FC236}">
                  <a16:creationId xmlns="" xmlns:a16="http://schemas.microsoft.com/office/drawing/2014/main" id="{A49EDEBF-2A9A-4A6B-B538-ECCDE8A09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8" name="Oval 127">
              <a:extLst>
                <a:ext uri="{FF2B5EF4-FFF2-40B4-BE49-F238E27FC236}">
                  <a16:creationId xmlns="" xmlns:a16="http://schemas.microsoft.com/office/drawing/2014/main" id="{AE5DB156-7F2B-42BB-B9BD-EE3338C83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7059" name="Oval 128">
              <a:extLst>
                <a:ext uri="{FF2B5EF4-FFF2-40B4-BE49-F238E27FC236}">
                  <a16:creationId xmlns="" xmlns:a16="http://schemas.microsoft.com/office/drawing/2014/main" id="{B427DC12-6DC5-4E71-BD5F-3119F4329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60" name="Rectangle 129">
              <a:extLst>
                <a:ext uri="{FF2B5EF4-FFF2-40B4-BE49-F238E27FC236}">
                  <a16:creationId xmlns="" xmlns:a16="http://schemas.microsoft.com/office/drawing/2014/main" id="{40359A7A-1C13-4ACC-B318-1EFAE7728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126982" name="Picture 83" descr="underline_base">
            <a:extLst>
              <a:ext uri="{FF2B5EF4-FFF2-40B4-BE49-F238E27FC236}">
                <a16:creationId xmlns="" xmlns:a16="http://schemas.microsoft.com/office/drawing/2014/main" id="{C7C32BEF-A4FD-4C96-92D9-473F50C1413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801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983" name="Rectangle 2">
            <a:extLst>
              <a:ext uri="{FF2B5EF4-FFF2-40B4-BE49-F238E27FC236}">
                <a16:creationId xmlns="" xmlns:a16="http://schemas.microsoft.com/office/drawing/2014/main" id="{D8F0E3FD-FBFF-484B-A688-90C7AA16EF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2225"/>
            <a:ext cx="8235950" cy="1143000"/>
          </a:xfrm>
        </p:spPr>
        <p:txBody>
          <a:bodyPr/>
          <a:lstStyle/>
          <a:p>
            <a:r>
              <a:rPr lang="en-US" altLang="en-US" sz="4000"/>
              <a:t>Scenario: Alice sends message to Bob</a:t>
            </a:r>
            <a:endParaRPr lang="en-US" altLang="en-US"/>
          </a:p>
        </p:txBody>
      </p:sp>
      <p:sp>
        <p:nvSpPr>
          <p:cNvPr id="126984" name="Rectangle 3">
            <a:extLst>
              <a:ext uri="{FF2B5EF4-FFF2-40B4-BE49-F238E27FC236}">
                <a16:creationId xmlns="" xmlns:a16="http://schemas.microsoft.com/office/drawing/2014/main" id="{CF803473-747C-45C7-8F55-75391B165D3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810000" cy="3219450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200" dirty="0"/>
              <a:t>1) </a:t>
            </a:r>
            <a:r>
              <a:rPr lang="en-US" altLang="en-US" sz="2200" b="1" dirty="0">
                <a:solidFill>
                  <a:srgbClr val="C00000"/>
                </a:solidFill>
              </a:rPr>
              <a:t>Alice uses UA to compose message</a:t>
            </a:r>
            <a:r>
              <a:rPr lang="en-US" altLang="en-US" sz="2200" dirty="0"/>
              <a:t> </a:t>
            </a:r>
            <a:r>
              <a:rPr lang="ja-JP" altLang="en-US" sz="2200" dirty="0"/>
              <a:t>“</a:t>
            </a:r>
            <a:r>
              <a:rPr lang="en-US" altLang="ja-JP" sz="2200" dirty="0"/>
              <a:t>to</a:t>
            </a:r>
            <a:r>
              <a:rPr lang="ja-JP" altLang="en-US" sz="2200" dirty="0"/>
              <a:t>”</a:t>
            </a:r>
            <a:r>
              <a:rPr lang="en-US" altLang="ja-JP" sz="2200" dirty="0"/>
              <a:t> </a:t>
            </a:r>
            <a:r>
              <a:rPr lang="en-US" altLang="ja-JP" sz="2200" dirty="0">
                <a:latin typeface="Courier New" panose="02070309020205020404" pitchFamily="49" charset="0"/>
              </a:rPr>
              <a:t>bob@someschool.edu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 dirty="0"/>
              <a:t>2) Alice</a:t>
            </a:r>
            <a:r>
              <a:rPr lang="ja-JP" altLang="en-US" sz="2200" dirty="0"/>
              <a:t>’</a:t>
            </a:r>
            <a:r>
              <a:rPr lang="en-US" altLang="ja-JP" sz="2200" dirty="0"/>
              <a:t>s </a:t>
            </a:r>
            <a:r>
              <a:rPr lang="en-US" altLang="ja-JP" sz="2200" b="1" dirty="0">
                <a:solidFill>
                  <a:srgbClr val="00B050"/>
                </a:solidFill>
              </a:rPr>
              <a:t>UA sends message to her mail server</a:t>
            </a:r>
            <a:r>
              <a:rPr lang="en-US" altLang="ja-JP" sz="2200" dirty="0"/>
              <a:t>; message placed in message queue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 dirty="0"/>
              <a:t>3) </a:t>
            </a:r>
            <a:r>
              <a:rPr lang="en-US" altLang="en-US" sz="2200" b="1" dirty="0">
                <a:solidFill>
                  <a:srgbClr val="FF0000"/>
                </a:solidFill>
              </a:rPr>
              <a:t>client side of SMTP opens TCP connection</a:t>
            </a:r>
            <a:r>
              <a:rPr lang="en-US" altLang="en-US" sz="2200" dirty="0"/>
              <a:t> with Bob</a:t>
            </a:r>
            <a:r>
              <a:rPr lang="ja-JP" altLang="en-US" sz="2200" dirty="0"/>
              <a:t>’</a:t>
            </a:r>
            <a:r>
              <a:rPr lang="en-US" altLang="ja-JP" sz="2200" dirty="0"/>
              <a:t>s mail server</a:t>
            </a:r>
            <a:endParaRPr lang="en-US" altLang="en-US" sz="2200" dirty="0"/>
          </a:p>
        </p:txBody>
      </p:sp>
      <p:sp>
        <p:nvSpPr>
          <p:cNvPr id="126985" name="Rectangle 4">
            <a:extLst>
              <a:ext uri="{FF2B5EF4-FFF2-40B4-BE49-F238E27FC236}">
                <a16:creationId xmlns="" xmlns:a16="http://schemas.microsoft.com/office/drawing/2014/main" id="{6321322B-4F2E-4494-9A63-3D95D7A7545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08500" y="1335088"/>
            <a:ext cx="3810000" cy="3268662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200" dirty="0"/>
              <a:t>4) </a:t>
            </a:r>
            <a:r>
              <a:rPr lang="en-US" altLang="en-US" sz="2200" b="1" dirty="0">
                <a:solidFill>
                  <a:srgbClr val="FF0000"/>
                </a:solidFill>
              </a:rPr>
              <a:t>SMTP client sends</a:t>
            </a:r>
            <a:r>
              <a:rPr lang="en-US" altLang="en-US" sz="2200" dirty="0"/>
              <a:t> Alice</a:t>
            </a:r>
            <a:r>
              <a:rPr lang="ja-JP" altLang="en-US" sz="2200" dirty="0"/>
              <a:t>’</a:t>
            </a:r>
            <a:r>
              <a:rPr lang="en-US" altLang="ja-JP" sz="2200" dirty="0"/>
              <a:t>s message over the TCP connection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 dirty="0"/>
              <a:t>5) </a:t>
            </a:r>
            <a:r>
              <a:rPr lang="en-US" altLang="en-US" sz="2200" b="1" dirty="0">
                <a:solidFill>
                  <a:srgbClr val="00B050"/>
                </a:solidFill>
              </a:rPr>
              <a:t>Bob</a:t>
            </a:r>
            <a:r>
              <a:rPr lang="ja-JP" altLang="en-US" sz="2200" b="1" dirty="0">
                <a:solidFill>
                  <a:srgbClr val="00B050"/>
                </a:solidFill>
              </a:rPr>
              <a:t>’</a:t>
            </a:r>
            <a:r>
              <a:rPr lang="en-US" altLang="ja-JP" sz="2200" b="1" dirty="0">
                <a:solidFill>
                  <a:srgbClr val="00B050"/>
                </a:solidFill>
              </a:rPr>
              <a:t>s mail server places the message</a:t>
            </a:r>
            <a:r>
              <a:rPr lang="en-US" altLang="ja-JP" sz="2200" dirty="0"/>
              <a:t> in Bob</a:t>
            </a:r>
            <a:r>
              <a:rPr lang="ja-JP" altLang="en-US" sz="2200" dirty="0"/>
              <a:t>’</a:t>
            </a:r>
            <a:r>
              <a:rPr lang="en-US" altLang="ja-JP" sz="2200" dirty="0"/>
              <a:t>s mailbox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 dirty="0"/>
              <a:t>6) Bob invokes his user agent to read message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200" dirty="0"/>
          </a:p>
        </p:txBody>
      </p:sp>
      <p:grpSp>
        <p:nvGrpSpPr>
          <p:cNvPr id="126986" name="Group 20">
            <a:extLst>
              <a:ext uri="{FF2B5EF4-FFF2-40B4-BE49-F238E27FC236}">
                <a16:creationId xmlns="" xmlns:a16="http://schemas.microsoft.com/office/drawing/2014/main" id="{58D5FD1F-17BC-47FA-BE4F-994AC1D2488D}"/>
              </a:ext>
            </a:extLst>
          </p:cNvPr>
          <p:cNvGrpSpPr>
            <a:grpSpLocks/>
          </p:cNvGrpSpPr>
          <p:nvPr/>
        </p:nvGrpSpPr>
        <p:grpSpPr bwMode="auto">
          <a:xfrm>
            <a:off x="2808288" y="4956175"/>
            <a:ext cx="809625" cy="1049338"/>
            <a:chOff x="4296" y="2627"/>
            <a:chExt cx="510" cy="661"/>
          </a:xfrm>
        </p:grpSpPr>
        <p:sp>
          <p:nvSpPr>
            <p:cNvPr id="127022" name="Rectangle 21">
              <a:extLst>
                <a:ext uri="{FF2B5EF4-FFF2-40B4-BE49-F238E27FC236}">
                  <a16:creationId xmlns="" xmlns:a16="http://schemas.microsoft.com/office/drawing/2014/main" id="{4BDA3B86-9FBD-4616-AF5A-39088B3AB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3" name="Text Box 22">
              <a:extLst>
                <a:ext uri="{FF2B5EF4-FFF2-40B4-BE49-F238E27FC236}">
                  <a16:creationId xmlns="" xmlns:a16="http://schemas.microsoft.com/office/drawing/2014/main" id="{3BA92042-04B8-4A38-B2E6-4968EF4A3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7024" name="Rectangle 23">
              <a:extLst>
                <a:ext uri="{FF2B5EF4-FFF2-40B4-BE49-F238E27FC236}">
                  <a16:creationId xmlns="" xmlns:a16="http://schemas.microsoft.com/office/drawing/2014/main" id="{F9181389-480E-4F43-8D99-48F04A25A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5" name="Line 24">
              <a:extLst>
                <a:ext uri="{FF2B5EF4-FFF2-40B4-BE49-F238E27FC236}">
                  <a16:creationId xmlns="" xmlns:a16="http://schemas.microsoft.com/office/drawing/2014/main" id="{85D9A197-EA03-4BF4-B29E-4B3A4ED9D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6" name="Line 25">
              <a:extLst>
                <a:ext uri="{FF2B5EF4-FFF2-40B4-BE49-F238E27FC236}">
                  <a16:creationId xmlns="" xmlns:a16="http://schemas.microsoft.com/office/drawing/2014/main" id="{3EEC1EF5-18DD-4E19-BD03-4D7FE46B49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7" name="Line 26">
              <a:extLst>
                <a:ext uri="{FF2B5EF4-FFF2-40B4-BE49-F238E27FC236}">
                  <a16:creationId xmlns="" xmlns:a16="http://schemas.microsoft.com/office/drawing/2014/main" id="{C69A27D1-2A4F-4DF6-800A-C4902E669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8" name="Line 27">
              <a:extLst>
                <a:ext uri="{FF2B5EF4-FFF2-40B4-BE49-F238E27FC236}">
                  <a16:creationId xmlns="" xmlns:a16="http://schemas.microsoft.com/office/drawing/2014/main" id="{501551A5-93AB-4D2D-9230-8B12746D2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9" name="Line 28">
              <a:extLst>
                <a:ext uri="{FF2B5EF4-FFF2-40B4-BE49-F238E27FC236}">
                  <a16:creationId xmlns="" xmlns:a16="http://schemas.microsoft.com/office/drawing/2014/main" id="{5C6EFD35-6B58-4089-AE86-8C4BB24A6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0" name="Line 29">
              <a:extLst>
                <a:ext uri="{FF2B5EF4-FFF2-40B4-BE49-F238E27FC236}">
                  <a16:creationId xmlns="" xmlns:a16="http://schemas.microsoft.com/office/drawing/2014/main" id="{B8705023-9C4A-434D-B2CA-B917B3379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1" name="Line 30">
              <a:extLst>
                <a:ext uri="{FF2B5EF4-FFF2-40B4-BE49-F238E27FC236}">
                  <a16:creationId xmlns="" xmlns:a16="http://schemas.microsoft.com/office/drawing/2014/main" id="{DE5763C5-D3DA-4118-AE64-4086DE57E8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2" name="Rectangle 31">
              <a:extLst>
                <a:ext uri="{FF2B5EF4-FFF2-40B4-BE49-F238E27FC236}">
                  <a16:creationId xmlns="" xmlns:a16="http://schemas.microsoft.com/office/drawing/2014/main" id="{30659FF5-E5AC-44A2-9527-5B46CF354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3" name="Rectangle 32">
              <a:extLst>
                <a:ext uri="{FF2B5EF4-FFF2-40B4-BE49-F238E27FC236}">
                  <a16:creationId xmlns="" xmlns:a16="http://schemas.microsoft.com/office/drawing/2014/main" id="{E91FCA09-7BC0-4B83-BC48-8FBB513A7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4" name="Rectangle 33">
              <a:extLst>
                <a:ext uri="{FF2B5EF4-FFF2-40B4-BE49-F238E27FC236}">
                  <a16:creationId xmlns="" xmlns:a16="http://schemas.microsoft.com/office/drawing/2014/main" id="{8D4FDEFF-5413-40C8-BBAD-8107E3A85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5" name="Rectangle 34">
              <a:extLst>
                <a:ext uri="{FF2B5EF4-FFF2-40B4-BE49-F238E27FC236}">
                  <a16:creationId xmlns="" xmlns:a16="http://schemas.microsoft.com/office/drawing/2014/main" id="{B788C3EE-BC20-40A7-9D80-64B36ED67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6" name="Rectangle 35">
              <a:extLst>
                <a:ext uri="{FF2B5EF4-FFF2-40B4-BE49-F238E27FC236}">
                  <a16:creationId xmlns="" xmlns:a16="http://schemas.microsoft.com/office/drawing/2014/main" id="{16584448-97D6-497C-81D5-3BA881B18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pic>
        <p:nvPicPr>
          <p:cNvPr id="126987" name="Picture 36" descr="Alice">
            <a:extLst>
              <a:ext uri="{FF2B5EF4-FFF2-40B4-BE49-F238E27FC236}">
                <a16:creationId xmlns="" xmlns:a16="http://schemas.microsoft.com/office/drawing/2014/main" id="{3E99C38E-DF0B-4FA3-9865-8EE5BEEA36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225" y="512127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6988" name="Picture 37" descr="Bob">
            <a:extLst>
              <a:ext uri="{FF2B5EF4-FFF2-40B4-BE49-F238E27FC236}">
                <a16:creationId xmlns="" xmlns:a16="http://schemas.microsoft.com/office/drawing/2014/main" id="{A8509F94-5632-401C-B9C1-AC6AE99FD1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3038" y="50260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6989" name="Group 48">
            <a:extLst>
              <a:ext uri="{FF2B5EF4-FFF2-40B4-BE49-F238E27FC236}">
                <a16:creationId xmlns="" xmlns:a16="http://schemas.microsoft.com/office/drawing/2014/main" id="{77E78B10-38C6-4EE1-AF01-C1C8A4D299E7}"/>
              </a:ext>
            </a:extLst>
          </p:cNvPr>
          <p:cNvGrpSpPr>
            <a:grpSpLocks/>
          </p:cNvGrpSpPr>
          <p:nvPr/>
        </p:nvGrpSpPr>
        <p:grpSpPr bwMode="auto">
          <a:xfrm>
            <a:off x="4999038" y="4902200"/>
            <a:ext cx="809625" cy="1049338"/>
            <a:chOff x="4296" y="2627"/>
            <a:chExt cx="510" cy="661"/>
          </a:xfrm>
        </p:grpSpPr>
        <p:sp>
          <p:nvSpPr>
            <p:cNvPr id="127007" name="Rectangle 49">
              <a:extLst>
                <a:ext uri="{FF2B5EF4-FFF2-40B4-BE49-F238E27FC236}">
                  <a16:creationId xmlns="" xmlns:a16="http://schemas.microsoft.com/office/drawing/2014/main" id="{1378F7DF-CEDC-4C3E-A919-97B2DCE5F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08" name="Text Box 50">
              <a:extLst>
                <a:ext uri="{FF2B5EF4-FFF2-40B4-BE49-F238E27FC236}">
                  <a16:creationId xmlns="" xmlns:a16="http://schemas.microsoft.com/office/drawing/2014/main" id="{99738985-9258-40D7-A268-8B59B5479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7009" name="Rectangle 51">
              <a:extLst>
                <a:ext uri="{FF2B5EF4-FFF2-40B4-BE49-F238E27FC236}">
                  <a16:creationId xmlns="" xmlns:a16="http://schemas.microsoft.com/office/drawing/2014/main" id="{E103970C-CDAF-419A-BA2E-1BE4C19F7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0" name="Line 52">
              <a:extLst>
                <a:ext uri="{FF2B5EF4-FFF2-40B4-BE49-F238E27FC236}">
                  <a16:creationId xmlns="" xmlns:a16="http://schemas.microsoft.com/office/drawing/2014/main" id="{81F8BDFC-BCA5-4352-BC7A-B50821B61E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1" name="Line 53">
              <a:extLst>
                <a:ext uri="{FF2B5EF4-FFF2-40B4-BE49-F238E27FC236}">
                  <a16:creationId xmlns="" xmlns:a16="http://schemas.microsoft.com/office/drawing/2014/main" id="{2613C09C-86C7-46F9-A847-46A8C3A1FB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2" name="Line 54">
              <a:extLst>
                <a:ext uri="{FF2B5EF4-FFF2-40B4-BE49-F238E27FC236}">
                  <a16:creationId xmlns="" xmlns:a16="http://schemas.microsoft.com/office/drawing/2014/main" id="{EA829A22-0B66-4043-B64B-419F1BF76C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3" name="Line 55">
              <a:extLst>
                <a:ext uri="{FF2B5EF4-FFF2-40B4-BE49-F238E27FC236}">
                  <a16:creationId xmlns="" xmlns:a16="http://schemas.microsoft.com/office/drawing/2014/main" id="{7492D850-3FA7-433D-A264-16BA013BBB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4" name="Line 56">
              <a:extLst>
                <a:ext uri="{FF2B5EF4-FFF2-40B4-BE49-F238E27FC236}">
                  <a16:creationId xmlns="" xmlns:a16="http://schemas.microsoft.com/office/drawing/2014/main" id="{4BACBE26-478F-4FC4-A882-E8F06269D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5" name="Line 57">
              <a:extLst>
                <a:ext uri="{FF2B5EF4-FFF2-40B4-BE49-F238E27FC236}">
                  <a16:creationId xmlns="" xmlns:a16="http://schemas.microsoft.com/office/drawing/2014/main" id="{47357470-5EDC-45EE-8695-1F90A8F63B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6" name="Line 58">
              <a:extLst>
                <a:ext uri="{FF2B5EF4-FFF2-40B4-BE49-F238E27FC236}">
                  <a16:creationId xmlns="" xmlns:a16="http://schemas.microsoft.com/office/drawing/2014/main" id="{78D5950D-581C-4AE2-9868-B23F8890D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7" name="Rectangle 59">
              <a:extLst>
                <a:ext uri="{FF2B5EF4-FFF2-40B4-BE49-F238E27FC236}">
                  <a16:creationId xmlns="" xmlns:a16="http://schemas.microsoft.com/office/drawing/2014/main" id="{ADCCCBBF-0156-4D82-BCA8-F9900072D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8" name="Rectangle 60">
              <a:extLst>
                <a:ext uri="{FF2B5EF4-FFF2-40B4-BE49-F238E27FC236}">
                  <a16:creationId xmlns="" xmlns:a16="http://schemas.microsoft.com/office/drawing/2014/main" id="{1603F986-086D-444A-B967-17902E5E5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9" name="Rectangle 61">
              <a:extLst>
                <a:ext uri="{FF2B5EF4-FFF2-40B4-BE49-F238E27FC236}">
                  <a16:creationId xmlns="" xmlns:a16="http://schemas.microsoft.com/office/drawing/2014/main" id="{DAE23AC3-E63D-4840-8E72-E7EB19E5B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0" name="Rectangle 62">
              <a:extLst>
                <a:ext uri="{FF2B5EF4-FFF2-40B4-BE49-F238E27FC236}">
                  <a16:creationId xmlns="" xmlns:a16="http://schemas.microsoft.com/office/drawing/2014/main" id="{A363CDB7-8EA2-46B2-B010-94702B61C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1" name="Rectangle 63">
              <a:extLst>
                <a:ext uri="{FF2B5EF4-FFF2-40B4-BE49-F238E27FC236}">
                  <a16:creationId xmlns="" xmlns:a16="http://schemas.microsoft.com/office/drawing/2014/main" id="{B9F7271C-8122-45E2-8D20-B4DDCBF8D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sp>
        <p:nvSpPr>
          <p:cNvPr id="126990" name="Line 69">
            <a:extLst>
              <a:ext uri="{FF2B5EF4-FFF2-40B4-BE49-F238E27FC236}">
                <a16:creationId xmlns="" xmlns:a16="http://schemas.microsoft.com/office/drawing/2014/main" id="{3372B08B-17B0-4E24-944C-075CB3C88D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8813" y="5494338"/>
            <a:ext cx="892175" cy="1460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1" name="Line 70">
            <a:extLst>
              <a:ext uri="{FF2B5EF4-FFF2-40B4-BE49-F238E27FC236}">
                <a16:creationId xmlns="" xmlns:a16="http://schemas.microsoft.com/office/drawing/2014/main" id="{11844D1D-34BC-4980-B3AE-2304A24EA3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4738" y="5629275"/>
            <a:ext cx="1379537" cy="219075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2" name="Line 71">
            <a:extLst>
              <a:ext uri="{FF2B5EF4-FFF2-40B4-BE49-F238E27FC236}">
                <a16:creationId xmlns="" xmlns:a16="http://schemas.microsoft.com/office/drawing/2014/main" id="{C20A673C-261D-4C93-BB23-73FA2468E3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5175" y="5408613"/>
            <a:ext cx="1027113" cy="427037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3" name="Oval 72">
            <a:extLst>
              <a:ext uri="{FF2B5EF4-FFF2-40B4-BE49-F238E27FC236}">
                <a16:creationId xmlns="" xmlns:a16="http://schemas.microsoft.com/office/drawing/2014/main" id="{9E59F391-CE24-489D-B6E3-E1C569D49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863" y="49434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1</a:t>
            </a:r>
            <a:endParaRPr lang="en-US" altLang="en-US" sz="2400"/>
          </a:p>
        </p:txBody>
      </p:sp>
      <p:sp>
        <p:nvSpPr>
          <p:cNvPr id="126994" name="Oval 74">
            <a:extLst>
              <a:ext uri="{FF2B5EF4-FFF2-40B4-BE49-F238E27FC236}">
                <a16:creationId xmlns="" xmlns:a16="http://schemas.microsoft.com/office/drawing/2014/main" id="{7B3B4A10-1BB1-40B3-A523-379EE37E0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8525" y="54387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2</a:t>
            </a:r>
            <a:endParaRPr lang="en-US" altLang="en-US" sz="2400"/>
          </a:p>
        </p:txBody>
      </p:sp>
      <p:sp>
        <p:nvSpPr>
          <p:cNvPr id="126995" name="Oval 75">
            <a:extLst>
              <a:ext uri="{FF2B5EF4-FFF2-40B4-BE49-F238E27FC236}">
                <a16:creationId xmlns="" xmlns:a16="http://schemas.microsoft.com/office/drawing/2014/main" id="{159958E1-3FF8-4EE1-9111-316B351F4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0063" y="55181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3</a:t>
            </a:r>
            <a:endParaRPr lang="en-US" altLang="en-US" sz="2400"/>
          </a:p>
        </p:txBody>
      </p:sp>
      <p:sp>
        <p:nvSpPr>
          <p:cNvPr id="126996" name="Oval 76">
            <a:extLst>
              <a:ext uri="{FF2B5EF4-FFF2-40B4-BE49-F238E27FC236}">
                <a16:creationId xmlns="" xmlns:a16="http://schemas.microsoft.com/office/drawing/2014/main" id="{15E928C2-B861-462D-B639-994426EEB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1313" y="56038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4</a:t>
            </a:r>
            <a:endParaRPr lang="en-US" altLang="en-US" sz="2400"/>
          </a:p>
        </p:txBody>
      </p:sp>
      <p:sp>
        <p:nvSpPr>
          <p:cNvPr id="126997" name="Oval 77">
            <a:extLst>
              <a:ext uri="{FF2B5EF4-FFF2-40B4-BE49-F238E27FC236}">
                <a16:creationId xmlns="" xmlns:a16="http://schemas.microsoft.com/office/drawing/2014/main" id="{9C612899-C3F4-4FFB-9B3C-99D8F6F7C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213" y="5935663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5</a:t>
            </a:r>
            <a:endParaRPr lang="en-US" altLang="en-US" sz="2400"/>
          </a:p>
        </p:txBody>
      </p:sp>
      <p:sp>
        <p:nvSpPr>
          <p:cNvPr id="126998" name="Oval 78">
            <a:extLst>
              <a:ext uri="{FF2B5EF4-FFF2-40B4-BE49-F238E27FC236}">
                <a16:creationId xmlns="" xmlns:a16="http://schemas.microsoft.com/office/drawing/2014/main" id="{0E9DEF99-E7CF-4FCF-B431-D77E50FAC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8550" y="55054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6</a:t>
            </a:r>
            <a:endParaRPr lang="en-US" altLang="en-US" sz="2400"/>
          </a:p>
        </p:txBody>
      </p:sp>
      <p:sp>
        <p:nvSpPr>
          <p:cNvPr id="126999" name="Text Box 95">
            <a:extLst>
              <a:ext uri="{FF2B5EF4-FFF2-40B4-BE49-F238E27FC236}">
                <a16:creationId xmlns="" xmlns:a16="http://schemas.microsoft.com/office/drawing/2014/main" id="{A61AAA25-687B-41FE-AA7A-5F1974FB2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6069013"/>
            <a:ext cx="181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Alice</a:t>
            </a:r>
            <a:r>
              <a:rPr lang="ja-JP" altLang="en-US" sz="1600"/>
              <a:t>’</a:t>
            </a:r>
            <a:r>
              <a:rPr lang="en-US" altLang="ja-JP" sz="1600"/>
              <a:t>s mail server</a:t>
            </a:r>
            <a:endParaRPr lang="en-US" altLang="en-US" sz="1600"/>
          </a:p>
        </p:txBody>
      </p:sp>
      <p:sp>
        <p:nvSpPr>
          <p:cNvPr id="127000" name="Text Box 96">
            <a:extLst>
              <a:ext uri="{FF2B5EF4-FFF2-40B4-BE49-F238E27FC236}">
                <a16:creationId xmlns="" xmlns:a16="http://schemas.microsoft.com/office/drawing/2014/main" id="{E04495DF-AC89-46E6-9986-D7003B1B6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8988" y="6132513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Bob</a:t>
            </a:r>
            <a:r>
              <a:rPr lang="ja-JP" altLang="en-US" sz="1600"/>
              <a:t>’</a:t>
            </a:r>
            <a:r>
              <a:rPr lang="en-US" altLang="ja-JP" sz="1600"/>
              <a:t>s mail server</a:t>
            </a:r>
            <a:endParaRPr lang="en-US" altLang="en-US" sz="1600"/>
          </a:p>
        </p:txBody>
      </p:sp>
      <p:grpSp>
        <p:nvGrpSpPr>
          <p:cNvPr id="127001" name="Group 169">
            <a:extLst>
              <a:ext uri="{FF2B5EF4-FFF2-40B4-BE49-F238E27FC236}">
                <a16:creationId xmlns="" xmlns:a16="http://schemas.microsoft.com/office/drawing/2014/main" id="{67D6336A-3FF5-4B7E-BA40-C60FDCF199A3}"/>
              </a:ext>
            </a:extLst>
          </p:cNvPr>
          <p:cNvGrpSpPr>
            <a:grpSpLocks/>
          </p:cNvGrpSpPr>
          <p:nvPr/>
        </p:nvGrpSpPr>
        <p:grpSpPr bwMode="auto">
          <a:xfrm>
            <a:off x="6672263" y="4808538"/>
            <a:ext cx="912812" cy="1054100"/>
            <a:chOff x="3574" y="550"/>
            <a:chExt cx="575" cy="664"/>
          </a:xfrm>
        </p:grpSpPr>
        <p:grpSp>
          <p:nvGrpSpPr>
            <p:cNvPr id="127002" name="Group 170">
              <a:extLst>
                <a:ext uri="{FF2B5EF4-FFF2-40B4-BE49-F238E27FC236}">
                  <a16:creationId xmlns="" xmlns:a16="http://schemas.microsoft.com/office/drawing/2014/main" id="{EA1A5B72-66E4-4FCB-B1F2-C0C44B1A25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7005" name="Picture 171" descr="desktop_computer_stylized_medium">
                <a:extLst>
                  <a:ext uri="{FF2B5EF4-FFF2-40B4-BE49-F238E27FC236}">
                    <a16:creationId xmlns="" xmlns:a16="http://schemas.microsoft.com/office/drawing/2014/main" id="{DB1C4AE2-86C9-43CC-91C4-404B4B8A6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7006" name="Freeform 172">
                <a:extLst>
                  <a:ext uri="{FF2B5EF4-FFF2-40B4-BE49-F238E27FC236}">
                    <a16:creationId xmlns="" xmlns:a16="http://schemas.microsoft.com/office/drawing/2014/main" id="{11B3EA71-D649-4959-B91A-65E2C948393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7003" name="Rectangle 115">
              <a:extLst>
                <a:ext uri="{FF2B5EF4-FFF2-40B4-BE49-F238E27FC236}">
                  <a16:creationId xmlns="" xmlns:a16="http://schemas.microsoft.com/office/drawing/2014/main" id="{655774E1-3AE7-4C56-A57C-B50521CE3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04" name="Text Box 116">
              <a:extLst>
                <a:ext uri="{FF2B5EF4-FFF2-40B4-BE49-F238E27FC236}">
                  <a16:creationId xmlns="" xmlns:a16="http://schemas.microsoft.com/office/drawing/2014/main" id="{71F1824C-4489-4BC1-854D-BD0DFE379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393466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Rectangle 7">
            <a:extLst>
              <a:ext uri="{FF2B5EF4-FFF2-40B4-BE49-F238E27FC236}">
                <a16:creationId xmlns="" xmlns:a16="http://schemas.microsoft.com/office/drawing/2014/main" id="{8B67F2B1-E33E-4576-BB9A-28B6BB2CD00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5170" name="Rectangle 8">
            <a:extLst>
              <a:ext uri="{FF2B5EF4-FFF2-40B4-BE49-F238E27FC236}">
                <a16:creationId xmlns="" xmlns:a16="http://schemas.microsoft.com/office/drawing/2014/main" id="{F05C88CE-A5F1-402A-A905-5EAF94AE2A2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80092E8-A2ED-49ED-94B4-1293A0AD15A0}" type="slidenum">
              <a:rPr lang="en-US" altLang="en-US" sz="1200">
                <a:latin typeface="Tahoma" panose="020B0604030504040204" pitchFamily="34" charset="0"/>
              </a:rPr>
              <a:pPr/>
              <a:t>53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35171" name="Rectangle 2">
            <a:extLst>
              <a:ext uri="{FF2B5EF4-FFF2-40B4-BE49-F238E27FC236}">
                <a16:creationId xmlns="" xmlns:a16="http://schemas.microsoft.com/office/drawing/2014/main" id="{B96E22B9-90FB-4165-A85A-B3F6B2104E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en-US" sz="4000"/>
              <a:t>Mail message format</a:t>
            </a:r>
            <a:endParaRPr lang="en-US" altLang="en-US"/>
          </a:p>
        </p:txBody>
      </p:sp>
      <p:sp>
        <p:nvSpPr>
          <p:cNvPr id="135172" name="Rectangle 3">
            <a:extLst>
              <a:ext uri="{FF2B5EF4-FFF2-40B4-BE49-F238E27FC236}">
                <a16:creationId xmlns="" xmlns:a16="http://schemas.microsoft.com/office/drawing/2014/main" id="{7FC86D1B-E1FF-498E-A1B6-B02DB8D6FB5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927475" cy="4648200"/>
          </a:xfrm>
        </p:spPr>
        <p:txBody>
          <a:bodyPr>
            <a:normAutofit fontScale="92500" lnSpcReduction="1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SMTP: protocol for exchanging email messages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RFC 822: standard for text message format:</a:t>
            </a:r>
          </a:p>
          <a:p>
            <a:r>
              <a:rPr lang="en-US" altLang="en-US" sz="2400"/>
              <a:t>header lines, e.g.,</a:t>
            </a:r>
          </a:p>
          <a:p>
            <a:pPr lvl="1"/>
            <a:r>
              <a:rPr lang="en-US" altLang="en-US" sz="2000"/>
              <a:t>To:</a:t>
            </a:r>
          </a:p>
          <a:p>
            <a:pPr lvl="1"/>
            <a:r>
              <a:rPr lang="en-US" altLang="en-US" sz="2000"/>
              <a:t>From:</a:t>
            </a:r>
          </a:p>
          <a:p>
            <a:pPr lvl="1"/>
            <a:r>
              <a:rPr lang="en-US" altLang="en-US" sz="2000"/>
              <a:t>Subject: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FF0000"/>
                </a:solidFill>
              </a:rPr>
              <a:t>different</a:t>
            </a:r>
            <a:r>
              <a:rPr lang="en-US" altLang="en-US" i="1">
                <a:solidFill>
                  <a:srgbClr val="66FFCC"/>
                </a:solidFill>
              </a:rPr>
              <a:t> </a:t>
            </a:r>
            <a:r>
              <a:rPr lang="en-US" altLang="en-US" i="1"/>
              <a:t>from </a:t>
            </a:r>
            <a:r>
              <a:rPr lang="en-US" altLang="en-US" sz="2200"/>
              <a:t>SMTP MAIL FROM, RCPT TO:</a:t>
            </a:r>
            <a:r>
              <a:rPr lang="en-US" altLang="en-US"/>
              <a:t> commands!</a:t>
            </a:r>
          </a:p>
          <a:p>
            <a:r>
              <a:rPr lang="en-US" altLang="en-US" sz="2400"/>
              <a:t>Body: the </a:t>
            </a:r>
            <a:r>
              <a:rPr lang="ja-JP" altLang="en-US" sz="2400"/>
              <a:t>“</a:t>
            </a:r>
            <a:r>
              <a:rPr lang="en-US" altLang="ja-JP" sz="2400"/>
              <a:t>message</a:t>
            </a:r>
            <a:r>
              <a:rPr lang="ja-JP" altLang="en-US" sz="2400"/>
              <a:t>”</a:t>
            </a:r>
            <a:r>
              <a:rPr lang="en-US" altLang="ja-JP" sz="2400"/>
              <a:t> </a:t>
            </a:r>
          </a:p>
          <a:p>
            <a:pPr lvl="1"/>
            <a:r>
              <a:rPr lang="en-US" altLang="en-US" sz="2000"/>
              <a:t>ASCII characters only</a:t>
            </a:r>
          </a:p>
        </p:txBody>
      </p:sp>
      <p:sp>
        <p:nvSpPr>
          <p:cNvPr id="135173" name="Rectangle 5">
            <a:extLst>
              <a:ext uri="{FF2B5EF4-FFF2-40B4-BE49-F238E27FC236}">
                <a16:creationId xmlns="" xmlns:a16="http://schemas.microsoft.com/office/drawing/2014/main" id="{2AC43B29-FD9D-4129-B011-FBEA6933A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1892300"/>
            <a:ext cx="2832100" cy="4318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</a:rPr>
              <a:t>header</a:t>
            </a:r>
          </a:p>
        </p:txBody>
      </p:sp>
      <p:sp>
        <p:nvSpPr>
          <p:cNvPr id="135174" name="Rectangle 7">
            <a:extLst>
              <a:ext uri="{FF2B5EF4-FFF2-40B4-BE49-F238E27FC236}">
                <a16:creationId xmlns="" xmlns:a16="http://schemas.microsoft.com/office/drawing/2014/main" id="{6835E9DA-B063-4C65-A99C-1B1505FAA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2705100"/>
            <a:ext cx="2832100" cy="17399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</a:rPr>
              <a:t>body</a:t>
            </a:r>
          </a:p>
        </p:txBody>
      </p:sp>
      <p:sp>
        <p:nvSpPr>
          <p:cNvPr id="135175" name="Rectangle 9">
            <a:extLst>
              <a:ext uri="{FF2B5EF4-FFF2-40B4-BE49-F238E27FC236}">
                <a16:creationId xmlns="" xmlns:a16="http://schemas.microsoft.com/office/drawing/2014/main" id="{054673FB-1E77-4E38-904A-21A9B914D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5200" y="1778000"/>
            <a:ext cx="3238500" cy="30734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35176" name="Line 10">
            <a:extLst>
              <a:ext uri="{FF2B5EF4-FFF2-40B4-BE49-F238E27FC236}">
                <a16:creationId xmlns="" xmlns:a16="http://schemas.microsoft.com/office/drawing/2014/main" id="{5BC97FFA-C1D9-4CC3-86B7-7C3500CE41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2159000"/>
            <a:ext cx="1765300" cy="10160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5177" name="Line 11">
            <a:extLst>
              <a:ext uri="{FF2B5EF4-FFF2-40B4-BE49-F238E27FC236}">
                <a16:creationId xmlns="" xmlns:a16="http://schemas.microsoft.com/office/drawing/2014/main" id="{95ADCA06-D70C-47BA-9FEB-073A8282B4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09900" y="3327400"/>
            <a:ext cx="1905000" cy="1879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5178" name="Text Box 13">
            <a:extLst>
              <a:ext uri="{FF2B5EF4-FFF2-40B4-BE49-F238E27FC236}">
                <a16:creationId xmlns="" xmlns:a16="http://schemas.microsoft.com/office/drawing/2014/main" id="{3F59DAF5-C235-453B-9F3B-B14647F319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3" y="2112963"/>
            <a:ext cx="7921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blank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line</a:t>
            </a:r>
          </a:p>
        </p:txBody>
      </p:sp>
      <p:sp>
        <p:nvSpPr>
          <p:cNvPr id="135179" name="Line 14">
            <a:extLst>
              <a:ext uri="{FF2B5EF4-FFF2-40B4-BE49-F238E27FC236}">
                <a16:creationId xmlns="" xmlns:a16="http://schemas.microsoft.com/office/drawing/2014/main" id="{3227945E-FB7D-47A3-9B76-7292DAF27B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51700" y="2552700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35180" name="Picture 16" descr="underline_base">
            <a:extLst>
              <a:ext uri="{FF2B5EF4-FFF2-40B4-BE49-F238E27FC236}">
                <a16:creationId xmlns="" xmlns:a16="http://schemas.microsoft.com/office/drawing/2014/main" id="{B57C6125-0B38-4101-B589-550AD278D64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1281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08077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Rectangle 7">
            <a:extLst>
              <a:ext uri="{FF2B5EF4-FFF2-40B4-BE49-F238E27FC236}">
                <a16:creationId xmlns="" xmlns:a16="http://schemas.microsoft.com/office/drawing/2014/main" id="{D3845712-4288-4E9D-846C-4747FB1E952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7218" name="Rectangle 8">
            <a:extLst>
              <a:ext uri="{FF2B5EF4-FFF2-40B4-BE49-F238E27FC236}">
                <a16:creationId xmlns="" xmlns:a16="http://schemas.microsoft.com/office/drawing/2014/main" id="{779AC76D-39FC-4A26-A90D-2607177D778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1B252B9-DFC5-4895-A96A-A1CE39DFDDF8}" type="slidenum">
              <a:rPr lang="en-US" altLang="en-US" sz="1200">
                <a:latin typeface="Tahoma" panose="020B0604030504040204" pitchFamily="34" charset="0"/>
              </a:rPr>
              <a:pPr/>
              <a:t>54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37219" name="Group 133">
            <a:extLst>
              <a:ext uri="{FF2B5EF4-FFF2-40B4-BE49-F238E27FC236}">
                <a16:creationId xmlns="" xmlns:a16="http://schemas.microsoft.com/office/drawing/2014/main" id="{085BED6F-D5E4-4A29-911B-6D676DDA77FD}"/>
              </a:ext>
            </a:extLst>
          </p:cNvPr>
          <p:cNvGrpSpPr>
            <a:grpSpLocks/>
          </p:cNvGrpSpPr>
          <p:nvPr/>
        </p:nvGrpSpPr>
        <p:grpSpPr bwMode="auto">
          <a:xfrm>
            <a:off x="2962275" y="1577975"/>
            <a:ext cx="511175" cy="693738"/>
            <a:chOff x="4140" y="429"/>
            <a:chExt cx="1425" cy="2396"/>
          </a:xfrm>
        </p:grpSpPr>
        <p:sp>
          <p:nvSpPr>
            <p:cNvPr id="137311" name="Freeform 134">
              <a:extLst>
                <a:ext uri="{FF2B5EF4-FFF2-40B4-BE49-F238E27FC236}">
                  <a16:creationId xmlns="" xmlns:a16="http://schemas.microsoft.com/office/drawing/2014/main" id="{65D2AB42-E3C1-490C-8627-3EBF7854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2" name="Rectangle 135">
              <a:extLst>
                <a:ext uri="{FF2B5EF4-FFF2-40B4-BE49-F238E27FC236}">
                  <a16:creationId xmlns="" xmlns:a16="http://schemas.microsoft.com/office/drawing/2014/main" id="{682F6A99-775A-4807-B50B-9203DB72E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13" name="Freeform 136">
              <a:extLst>
                <a:ext uri="{FF2B5EF4-FFF2-40B4-BE49-F238E27FC236}">
                  <a16:creationId xmlns="" xmlns:a16="http://schemas.microsoft.com/office/drawing/2014/main" id="{B3C3409D-F98F-4185-BDCD-34CF51D0B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4" name="Freeform 137">
              <a:extLst>
                <a:ext uri="{FF2B5EF4-FFF2-40B4-BE49-F238E27FC236}">
                  <a16:creationId xmlns="" xmlns:a16="http://schemas.microsoft.com/office/drawing/2014/main" id="{0FED35E0-8D35-4F25-AB53-671652AA3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5" name="Rectangle 138">
              <a:extLst>
                <a:ext uri="{FF2B5EF4-FFF2-40B4-BE49-F238E27FC236}">
                  <a16:creationId xmlns="" xmlns:a16="http://schemas.microsoft.com/office/drawing/2014/main" id="{A6CA4B12-788A-4094-8F40-DF2F5DE47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316" name="Group 139">
              <a:extLst>
                <a:ext uri="{FF2B5EF4-FFF2-40B4-BE49-F238E27FC236}">
                  <a16:creationId xmlns="" xmlns:a16="http://schemas.microsoft.com/office/drawing/2014/main" id="{CAA0C9CE-A096-4568-9C52-FE139B8D38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7341" name="AutoShape 140">
                <a:extLst>
                  <a:ext uri="{FF2B5EF4-FFF2-40B4-BE49-F238E27FC236}">
                    <a16:creationId xmlns="" xmlns:a16="http://schemas.microsoft.com/office/drawing/2014/main" id="{5DD2A658-026C-40C3-AD98-F896D4C74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42" name="AutoShape 141">
                <a:extLst>
                  <a:ext uri="{FF2B5EF4-FFF2-40B4-BE49-F238E27FC236}">
                    <a16:creationId xmlns="" xmlns:a16="http://schemas.microsoft.com/office/drawing/2014/main" id="{43E378F6-EBFE-45C4-811C-AE1DA2B6C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317" name="Rectangle 142">
              <a:extLst>
                <a:ext uri="{FF2B5EF4-FFF2-40B4-BE49-F238E27FC236}">
                  <a16:creationId xmlns="" xmlns:a16="http://schemas.microsoft.com/office/drawing/2014/main" id="{D5AE091F-8A75-44EE-B3EB-57898183A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318" name="Group 143">
              <a:extLst>
                <a:ext uri="{FF2B5EF4-FFF2-40B4-BE49-F238E27FC236}">
                  <a16:creationId xmlns="" xmlns:a16="http://schemas.microsoft.com/office/drawing/2014/main" id="{1B084340-4B5B-440B-857A-168B90E182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7339" name="AutoShape 144">
                <a:extLst>
                  <a:ext uri="{FF2B5EF4-FFF2-40B4-BE49-F238E27FC236}">
                    <a16:creationId xmlns="" xmlns:a16="http://schemas.microsoft.com/office/drawing/2014/main" id="{5049425D-2A2D-4541-B9FA-24AF76D3A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40" name="AutoShape 145">
                <a:extLst>
                  <a:ext uri="{FF2B5EF4-FFF2-40B4-BE49-F238E27FC236}">
                    <a16:creationId xmlns="" xmlns:a16="http://schemas.microsoft.com/office/drawing/2014/main" id="{FF2795F6-27F3-4F4B-9BD8-9C970776B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319" name="Rectangle 146">
              <a:extLst>
                <a:ext uri="{FF2B5EF4-FFF2-40B4-BE49-F238E27FC236}">
                  <a16:creationId xmlns="" xmlns:a16="http://schemas.microsoft.com/office/drawing/2014/main" id="{62D337DD-26EC-4117-B844-C9FCA1D62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20" name="Rectangle 147">
              <a:extLst>
                <a:ext uri="{FF2B5EF4-FFF2-40B4-BE49-F238E27FC236}">
                  <a16:creationId xmlns="" xmlns:a16="http://schemas.microsoft.com/office/drawing/2014/main" id="{9CD3EDD6-C78E-4AEB-B11D-821F77646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321" name="Group 148">
              <a:extLst>
                <a:ext uri="{FF2B5EF4-FFF2-40B4-BE49-F238E27FC236}">
                  <a16:creationId xmlns="" xmlns:a16="http://schemas.microsoft.com/office/drawing/2014/main" id="{5B7926E4-4D2F-46E5-B078-11D27AFCFC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7337" name="AutoShape 149">
                <a:extLst>
                  <a:ext uri="{FF2B5EF4-FFF2-40B4-BE49-F238E27FC236}">
                    <a16:creationId xmlns="" xmlns:a16="http://schemas.microsoft.com/office/drawing/2014/main" id="{D0C170FF-7642-4184-A736-551914C8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38" name="AutoShape 150">
                <a:extLst>
                  <a:ext uri="{FF2B5EF4-FFF2-40B4-BE49-F238E27FC236}">
                    <a16:creationId xmlns="" xmlns:a16="http://schemas.microsoft.com/office/drawing/2014/main" id="{F72F9479-5EFD-489E-81C4-EAF0CE94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322" name="Freeform 151">
              <a:extLst>
                <a:ext uri="{FF2B5EF4-FFF2-40B4-BE49-F238E27FC236}">
                  <a16:creationId xmlns="" xmlns:a16="http://schemas.microsoft.com/office/drawing/2014/main" id="{ED37F8B7-31C5-40B6-840C-FC48551E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323" name="Group 152">
              <a:extLst>
                <a:ext uri="{FF2B5EF4-FFF2-40B4-BE49-F238E27FC236}">
                  <a16:creationId xmlns="" xmlns:a16="http://schemas.microsoft.com/office/drawing/2014/main" id="{1B7EE953-E8FD-4CFA-ADCC-E4CD070C5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7335" name="AutoShape 153">
                <a:extLst>
                  <a:ext uri="{FF2B5EF4-FFF2-40B4-BE49-F238E27FC236}">
                    <a16:creationId xmlns="" xmlns:a16="http://schemas.microsoft.com/office/drawing/2014/main" id="{680EAC6A-5958-42D4-A838-71556AD80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36" name="AutoShape 154">
                <a:extLst>
                  <a:ext uri="{FF2B5EF4-FFF2-40B4-BE49-F238E27FC236}">
                    <a16:creationId xmlns="" xmlns:a16="http://schemas.microsoft.com/office/drawing/2014/main" id="{B37E9EA2-D3FA-483D-AADA-23083E1A4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324" name="Rectangle 155">
              <a:extLst>
                <a:ext uri="{FF2B5EF4-FFF2-40B4-BE49-F238E27FC236}">
                  <a16:creationId xmlns="" xmlns:a16="http://schemas.microsoft.com/office/drawing/2014/main" id="{CBBE8F44-34AE-4873-86D1-85C66324E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25" name="Freeform 156">
              <a:extLst>
                <a:ext uri="{FF2B5EF4-FFF2-40B4-BE49-F238E27FC236}">
                  <a16:creationId xmlns="" xmlns:a16="http://schemas.microsoft.com/office/drawing/2014/main" id="{ABA10269-E0B2-49D4-824A-51AFF9AB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6" name="Freeform 157">
              <a:extLst>
                <a:ext uri="{FF2B5EF4-FFF2-40B4-BE49-F238E27FC236}">
                  <a16:creationId xmlns="" xmlns:a16="http://schemas.microsoft.com/office/drawing/2014/main" id="{B43319E1-08C9-4EFD-8987-E3CB0CDB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7" name="Oval 158">
              <a:extLst>
                <a:ext uri="{FF2B5EF4-FFF2-40B4-BE49-F238E27FC236}">
                  <a16:creationId xmlns="" xmlns:a16="http://schemas.microsoft.com/office/drawing/2014/main" id="{E5DFF6A5-7904-4723-ABFA-D56939F1F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28" name="Freeform 159">
              <a:extLst>
                <a:ext uri="{FF2B5EF4-FFF2-40B4-BE49-F238E27FC236}">
                  <a16:creationId xmlns="" xmlns:a16="http://schemas.microsoft.com/office/drawing/2014/main" id="{7B39E40D-E6EF-4FB7-84AE-0F3F5A792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9" name="AutoShape 160">
              <a:extLst>
                <a:ext uri="{FF2B5EF4-FFF2-40B4-BE49-F238E27FC236}">
                  <a16:creationId xmlns="" xmlns:a16="http://schemas.microsoft.com/office/drawing/2014/main" id="{F440D6CE-B930-4DF8-80E4-312015EC4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30" name="AutoShape 161">
              <a:extLst>
                <a:ext uri="{FF2B5EF4-FFF2-40B4-BE49-F238E27FC236}">
                  <a16:creationId xmlns="" xmlns:a16="http://schemas.microsoft.com/office/drawing/2014/main" id="{FE812E59-9663-4056-8D0F-398EFD442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31" name="Oval 162">
              <a:extLst>
                <a:ext uri="{FF2B5EF4-FFF2-40B4-BE49-F238E27FC236}">
                  <a16:creationId xmlns="" xmlns:a16="http://schemas.microsoft.com/office/drawing/2014/main" id="{A5E15456-B67F-4D97-9CBA-BAC42EECE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32" name="Oval 163">
              <a:extLst>
                <a:ext uri="{FF2B5EF4-FFF2-40B4-BE49-F238E27FC236}">
                  <a16:creationId xmlns="" xmlns:a16="http://schemas.microsoft.com/office/drawing/2014/main" id="{30ED5C68-BF16-472C-9046-A4B9337B3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333" name="Oval 164">
              <a:extLst>
                <a:ext uri="{FF2B5EF4-FFF2-40B4-BE49-F238E27FC236}">
                  <a16:creationId xmlns="" xmlns:a16="http://schemas.microsoft.com/office/drawing/2014/main" id="{05BC15CA-1981-4983-982C-D187B3F1F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34" name="Rectangle 165">
              <a:extLst>
                <a:ext uri="{FF2B5EF4-FFF2-40B4-BE49-F238E27FC236}">
                  <a16:creationId xmlns="" xmlns:a16="http://schemas.microsoft.com/office/drawing/2014/main" id="{9D708584-3A0A-4F12-B1A9-B688A7D78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37220" name="Group 100">
            <a:extLst>
              <a:ext uri="{FF2B5EF4-FFF2-40B4-BE49-F238E27FC236}">
                <a16:creationId xmlns="" xmlns:a16="http://schemas.microsoft.com/office/drawing/2014/main" id="{FC8DD520-0BAF-4FD4-804E-0C9BDE688A67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1587500"/>
            <a:ext cx="511175" cy="693738"/>
            <a:chOff x="4140" y="429"/>
            <a:chExt cx="1425" cy="2396"/>
          </a:xfrm>
        </p:grpSpPr>
        <p:sp>
          <p:nvSpPr>
            <p:cNvPr id="137279" name="Freeform 101">
              <a:extLst>
                <a:ext uri="{FF2B5EF4-FFF2-40B4-BE49-F238E27FC236}">
                  <a16:creationId xmlns="" xmlns:a16="http://schemas.microsoft.com/office/drawing/2014/main" id="{95B3143A-AD3B-4881-B725-16636AD11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0" name="Rectangle 102">
              <a:extLst>
                <a:ext uri="{FF2B5EF4-FFF2-40B4-BE49-F238E27FC236}">
                  <a16:creationId xmlns="" xmlns:a16="http://schemas.microsoft.com/office/drawing/2014/main" id="{20BF90B6-0938-4E01-8910-A434C22DF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81" name="Freeform 103">
              <a:extLst>
                <a:ext uri="{FF2B5EF4-FFF2-40B4-BE49-F238E27FC236}">
                  <a16:creationId xmlns="" xmlns:a16="http://schemas.microsoft.com/office/drawing/2014/main" id="{D7AA0B1A-FD27-4EFC-BFEE-17829816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2" name="Freeform 104">
              <a:extLst>
                <a:ext uri="{FF2B5EF4-FFF2-40B4-BE49-F238E27FC236}">
                  <a16:creationId xmlns="" xmlns:a16="http://schemas.microsoft.com/office/drawing/2014/main" id="{F96B6A51-BE5A-4214-8CCC-19101786B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3" name="Rectangle 105">
              <a:extLst>
                <a:ext uri="{FF2B5EF4-FFF2-40B4-BE49-F238E27FC236}">
                  <a16:creationId xmlns="" xmlns:a16="http://schemas.microsoft.com/office/drawing/2014/main" id="{140C5E82-F385-4F58-B877-E12B665A8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84" name="Group 106">
              <a:extLst>
                <a:ext uri="{FF2B5EF4-FFF2-40B4-BE49-F238E27FC236}">
                  <a16:creationId xmlns="" xmlns:a16="http://schemas.microsoft.com/office/drawing/2014/main" id="{D5FB9D92-ABB0-4C42-9759-4190BDB7D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7309" name="AutoShape 107">
                <a:extLst>
                  <a:ext uri="{FF2B5EF4-FFF2-40B4-BE49-F238E27FC236}">
                    <a16:creationId xmlns="" xmlns:a16="http://schemas.microsoft.com/office/drawing/2014/main" id="{24BA11CC-DE35-4B80-AD5F-2960C73EF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10" name="AutoShape 108">
                <a:extLst>
                  <a:ext uri="{FF2B5EF4-FFF2-40B4-BE49-F238E27FC236}">
                    <a16:creationId xmlns="" xmlns:a16="http://schemas.microsoft.com/office/drawing/2014/main" id="{728740FF-D094-42FD-8D21-3E7F137A9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85" name="Rectangle 109">
              <a:extLst>
                <a:ext uri="{FF2B5EF4-FFF2-40B4-BE49-F238E27FC236}">
                  <a16:creationId xmlns="" xmlns:a16="http://schemas.microsoft.com/office/drawing/2014/main" id="{B3F20BE9-700A-4691-8A3A-59F3E7BA1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86" name="Group 110">
              <a:extLst>
                <a:ext uri="{FF2B5EF4-FFF2-40B4-BE49-F238E27FC236}">
                  <a16:creationId xmlns="" xmlns:a16="http://schemas.microsoft.com/office/drawing/2014/main" id="{53BBA684-6D8D-4431-939B-C8AAF38AD9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7307" name="AutoShape 111">
                <a:extLst>
                  <a:ext uri="{FF2B5EF4-FFF2-40B4-BE49-F238E27FC236}">
                    <a16:creationId xmlns="" xmlns:a16="http://schemas.microsoft.com/office/drawing/2014/main" id="{462CCE0A-5CF2-4FA1-B5B4-6A5CA2043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8" name="AutoShape 112">
                <a:extLst>
                  <a:ext uri="{FF2B5EF4-FFF2-40B4-BE49-F238E27FC236}">
                    <a16:creationId xmlns="" xmlns:a16="http://schemas.microsoft.com/office/drawing/2014/main" id="{B5236717-9C43-4DE9-BFE2-9187E0D71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87" name="Rectangle 113">
              <a:extLst>
                <a:ext uri="{FF2B5EF4-FFF2-40B4-BE49-F238E27FC236}">
                  <a16:creationId xmlns="" xmlns:a16="http://schemas.microsoft.com/office/drawing/2014/main" id="{928D21C5-833C-498C-A9A5-072F7ADB8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88" name="Rectangle 114">
              <a:extLst>
                <a:ext uri="{FF2B5EF4-FFF2-40B4-BE49-F238E27FC236}">
                  <a16:creationId xmlns="" xmlns:a16="http://schemas.microsoft.com/office/drawing/2014/main" id="{D32424F4-CA6A-4AB9-9657-FFCBBE8A0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89" name="Group 115">
              <a:extLst>
                <a:ext uri="{FF2B5EF4-FFF2-40B4-BE49-F238E27FC236}">
                  <a16:creationId xmlns="" xmlns:a16="http://schemas.microsoft.com/office/drawing/2014/main" id="{27305126-1426-414E-9DBB-07292C96AE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7305" name="AutoShape 116">
                <a:extLst>
                  <a:ext uri="{FF2B5EF4-FFF2-40B4-BE49-F238E27FC236}">
                    <a16:creationId xmlns="" xmlns:a16="http://schemas.microsoft.com/office/drawing/2014/main" id="{D9377389-B72E-4963-A9FF-4ABDEAB58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6" name="AutoShape 117">
                <a:extLst>
                  <a:ext uri="{FF2B5EF4-FFF2-40B4-BE49-F238E27FC236}">
                    <a16:creationId xmlns="" xmlns:a16="http://schemas.microsoft.com/office/drawing/2014/main" id="{A8EAD285-C3D1-42E6-8572-422C93B1F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90" name="Freeform 118">
              <a:extLst>
                <a:ext uri="{FF2B5EF4-FFF2-40B4-BE49-F238E27FC236}">
                  <a16:creationId xmlns="" xmlns:a16="http://schemas.microsoft.com/office/drawing/2014/main" id="{4BAC3CF4-BA37-4535-9A9D-D8F7091D7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291" name="Group 119">
              <a:extLst>
                <a:ext uri="{FF2B5EF4-FFF2-40B4-BE49-F238E27FC236}">
                  <a16:creationId xmlns="" xmlns:a16="http://schemas.microsoft.com/office/drawing/2014/main" id="{70B42409-FACD-4684-8073-9E82FC9F66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7303" name="AutoShape 120">
                <a:extLst>
                  <a:ext uri="{FF2B5EF4-FFF2-40B4-BE49-F238E27FC236}">
                    <a16:creationId xmlns="" xmlns:a16="http://schemas.microsoft.com/office/drawing/2014/main" id="{50D79866-BF41-42CB-92DA-FCBD438BF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4" name="AutoShape 121">
                <a:extLst>
                  <a:ext uri="{FF2B5EF4-FFF2-40B4-BE49-F238E27FC236}">
                    <a16:creationId xmlns="" xmlns:a16="http://schemas.microsoft.com/office/drawing/2014/main" id="{E1E5966D-7618-449C-AE52-751982E92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92" name="Rectangle 122">
              <a:extLst>
                <a:ext uri="{FF2B5EF4-FFF2-40B4-BE49-F238E27FC236}">
                  <a16:creationId xmlns="" xmlns:a16="http://schemas.microsoft.com/office/drawing/2014/main" id="{EC1AE36E-BBD3-43A5-B3FE-54AE9F6A2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93" name="Freeform 123">
              <a:extLst>
                <a:ext uri="{FF2B5EF4-FFF2-40B4-BE49-F238E27FC236}">
                  <a16:creationId xmlns="" xmlns:a16="http://schemas.microsoft.com/office/drawing/2014/main" id="{C28318A3-EFD3-42B6-9584-E396E1D18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4" name="Freeform 124">
              <a:extLst>
                <a:ext uri="{FF2B5EF4-FFF2-40B4-BE49-F238E27FC236}">
                  <a16:creationId xmlns="" xmlns:a16="http://schemas.microsoft.com/office/drawing/2014/main" id="{6FFC61E5-22BF-47D3-8175-AEA09414A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5" name="Oval 125">
              <a:extLst>
                <a:ext uri="{FF2B5EF4-FFF2-40B4-BE49-F238E27FC236}">
                  <a16:creationId xmlns="" xmlns:a16="http://schemas.microsoft.com/office/drawing/2014/main" id="{009BE05C-A962-4BCD-A9CC-1E2D4191E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96" name="Freeform 126">
              <a:extLst>
                <a:ext uri="{FF2B5EF4-FFF2-40B4-BE49-F238E27FC236}">
                  <a16:creationId xmlns="" xmlns:a16="http://schemas.microsoft.com/office/drawing/2014/main" id="{5F3A2AD2-4158-4809-89FD-DA4A64832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7" name="AutoShape 127">
              <a:extLst>
                <a:ext uri="{FF2B5EF4-FFF2-40B4-BE49-F238E27FC236}">
                  <a16:creationId xmlns="" xmlns:a16="http://schemas.microsoft.com/office/drawing/2014/main" id="{20651675-8C78-4FE9-A8C9-3EBAD6D65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98" name="AutoShape 128">
              <a:extLst>
                <a:ext uri="{FF2B5EF4-FFF2-40B4-BE49-F238E27FC236}">
                  <a16:creationId xmlns="" xmlns:a16="http://schemas.microsoft.com/office/drawing/2014/main" id="{2115863C-1FE8-49DB-AC4B-9BD1A752A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99" name="Oval 129">
              <a:extLst>
                <a:ext uri="{FF2B5EF4-FFF2-40B4-BE49-F238E27FC236}">
                  <a16:creationId xmlns="" xmlns:a16="http://schemas.microsoft.com/office/drawing/2014/main" id="{D82E350E-5640-4BD2-8EBB-CF946712E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00" name="Oval 130">
              <a:extLst>
                <a:ext uri="{FF2B5EF4-FFF2-40B4-BE49-F238E27FC236}">
                  <a16:creationId xmlns="" xmlns:a16="http://schemas.microsoft.com/office/drawing/2014/main" id="{AEB574D0-92D8-4F73-ACB3-68EBF75F9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301" name="Oval 131">
              <a:extLst>
                <a:ext uri="{FF2B5EF4-FFF2-40B4-BE49-F238E27FC236}">
                  <a16:creationId xmlns="" xmlns:a16="http://schemas.microsoft.com/office/drawing/2014/main" id="{5EF40E50-AE28-4052-944D-1669162B7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02" name="Rectangle 132">
              <a:extLst>
                <a:ext uri="{FF2B5EF4-FFF2-40B4-BE49-F238E27FC236}">
                  <a16:creationId xmlns="" xmlns:a16="http://schemas.microsoft.com/office/drawing/2014/main" id="{6357EC28-83D9-4E62-AE45-515CE8659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137221" name="Picture 98" descr="underline_base">
            <a:extLst>
              <a:ext uri="{FF2B5EF4-FFF2-40B4-BE49-F238E27FC236}">
                <a16:creationId xmlns="" xmlns:a16="http://schemas.microsoft.com/office/drawing/2014/main" id="{A3D905A2-754F-4B76-8F88-03CE8F5E4DA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525" y="96361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222" name="Rectangle 2">
            <a:extLst>
              <a:ext uri="{FF2B5EF4-FFF2-40B4-BE49-F238E27FC236}">
                <a16:creationId xmlns="" xmlns:a16="http://schemas.microsoft.com/office/drawing/2014/main" id="{9590622C-0914-4D22-A2E6-C4C82F9AD5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255588"/>
            <a:ext cx="7772400" cy="893762"/>
          </a:xfrm>
        </p:spPr>
        <p:txBody>
          <a:bodyPr/>
          <a:lstStyle/>
          <a:p>
            <a:r>
              <a:rPr lang="en-US" altLang="en-US"/>
              <a:t>Mail access protocols</a:t>
            </a:r>
          </a:p>
        </p:txBody>
      </p:sp>
      <p:sp>
        <p:nvSpPr>
          <p:cNvPr id="137223" name="Rectangle 3">
            <a:extLst>
              <a:ext uri="{FF2B5EF4-FFF2-40B4-BE49-F238E27FC236}">
                <a16:creationId xmlns="" xmlns:a16="http://schemas.microsoft.com/office/drawing/2014/main" id="{35AC4D57-AE16-4B6D-A9F6-53514274CCB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1025" y="3230563"/>
            <a:ext cx="7381875" cy="2209800"/>
          </a:xfrm>
        </p:spPr>
        <p:txBody>
          <a:bodyPr>
            <a:normAutofit fontScale="92500" lnSpcReduction="10000"/>
          </a:bodyPr>
          <a:lstStyle/>
          <a:p>
            <a:r>
              <a:rPr lang="en-US" altLang="en-US" sz="2400" dirty="0">
                <a:solidFill>
                  <a:srgbClr val="CC0000"/>
                </a:solidFill>
              </a:rPr>
              <a:t>SMTP:</a:t>
            </a:r>
            <a:r>
              <a:rPr lang="en-US" altLang="en-US" sz="2400" dirty="0"/>
              <a:t> delivery/storage to receiver</a:t>
            </a:r>
            <a:r>
              <a:rPr lang="ja-JP" altLang="en-US" sz="2400" dirty="0"/>
              <a:t>’</a:t>
            </a:r>
            <a:r>
              <a:rPr lang="en-US" altLang="ja-JP" sz="2400" dirty="0"/>
              <a:t>s server</a:t>
            </a:r>
          </a:p>
          <a:p>
            <a:r>
              <a:rPr lang="en-US" altLang="en-US" sz="2400" b="1" dirty="0">
                <a:solidFill>
                  <a:srgbClr val="7030A0"/>
                </a:solidFill>
              </a:rPr>
              <a:t>mail access protocol</a:t>
            </a:r>
            <a:r>
              <a:rPr lang="en-US" altLang="en-US" sz="2400" dirty="0"/>
              <a:t>: retrieval from server</a:t>
            </a:r>
          </a:p>
          <a:p>
            <a:pPr lvl="1"/>
            <a:r>
              <a:rPr lang="en-US" altLang="en-US" sz="2200" dirty="0">
                <a:solidFill>
                  <a:srgbClr val="CC0000"/>
                </a:solidFill>
              </a:rPr>
              <a:t>POP:</a:t>
            </a:r>
            <a:r>
              <a:rPr lang="en-US" altLang="en-US" sz="2200" dirty="0"/>
              <a:t> Post Office Protocol [RFC 1939]: authorization, download </a:t>
            </a:r>
          </a:p>
          <a:p>
            <a:pPr lvl="1"/>
            <a:r>
              <a:rPr lang="en-US" altLang="en-US" sz="2200" dirty="0">
                <a:solidFill>
                  <a:srgbClr val="CC0000"/>
                </a:solidFill>
              </a:rPr>
              <a:t>IMAP:</a:t>
            </a:r>
            <a:r>
              <a:rPr lang="en-US" altLang="en-US" sz="2200" dirty="0"/>
              <a:t> Internet Mail Access Protocol [RFC 1730]: more features, including manipulation of stored messages on server</a:t>
            </a:r>
          </a:p>
          <a:p>
            <a:pPr lvl="1"/>
            <a:r>
              <a:rPr lang="en-US" altLang="en-US" sz="2200" dirty="0">
                <a:solidFill>
                  <a:srgbClr val="CC0000"/>
                </a:solidFill>
              </a:rPr>
              <a:t>HTTP:</a:t>
            </a:r>
            <a:r>
              <a:rPr lang="en-US" altLang="en-US" sz="2200" dirty="0"/>
              <a:t> </a:t>
            </a:r>
            <a:r>
              <a:rPr lang="en-US" altLang="en-US" sz="2200" dirty="0" err="1"/>
              <a:t>gmail</a:t>
            </a:r>
            <a:r>
              <a:rPr lang="en-US" altLang="en-US" sz="2200" dirty="0"/>
              <a:t>, Hotmail, Yahoo! Mail, etc.</a:t>
            </a:r>
          </a:p>
          <a:p>
            <a:pPr lvl="1"/>
            <a:endParaRPr lang="en-US" altLang="en-US" sz="2200" dirty="0"/>
          </a:p>
        </p:txBody>
      </p:sp>
      <p:grpSp>
        <p:nvGrpSpPr>
          <p:cNvPr id="137224" name="Group 158">
            <a:extLst>
              <a:ext uri="{FF2B5EF4-FFF2-40B4-BE49-F238E27FC236}">
                <a16:creationId xmlns="" xmlns:a16="http://schemas.microsoft.com/office/drawing/2014/main" id="{E9208587-8087-4D22-BE3F-0FAE91D54957}"/>
              </a:ext>
            </a:extLst>
          </p:cNvPr>
          <p:cNvGrpSpPr>
            <a:grpSpLocks/>
          </p:cNvGrpSpPr>
          <p:nvPr/>
        </p:nvGrpSpPr>
        <p:grpSpPr bwMode="auto">
          <a:xfrm>
            <a:off x="2797175" y="1987550"/>
            <a:ext cx="1436688" cy="1131888"/>
            <a:chOff x="1796" y="1206"/>
            <a:chExt cx="905" cy="713"/>
          </a:xfrm>
        </p:grpSpPr>
        <p:sp>
          <p:nvSpPr>
            <p:cNvPr id="137263" name="Text Box 95">
              <a:extLst>
                <a:ext uri="{FF2B5EF4-FFF2-40B4-BE49-F238E27FC236}">
                  <a16:creationId xmlns="" xmlns:a16="http://schemas.microsoft.com/office/drawing/2014/main" id="{E0C106CC-49E5-4D21-B39D-8579286B7E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6" y="1583"/>
              <a:ext cx="905" cy="3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sender</a:t>
              </a:r>
              <a:r>
                <a:rPr lang="ja-JP" altLang="en-US" sz="1600"/>
                <a:t>’</a:t>
              </a:r>
              <a:r>
                <a:rPr lang="en-US" altLang="ja-JP" sz="1600"/>
                <a:t>s mail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grpSp>
          <p:nvGrpSpPr>
            <p:cNvPr id="137264" name="Group 157">
              <a:extLst>
                <a:ext uri="{FF2B5EF4-FFF2-40B4-BE49-F238E27FC236}">
                  <a16:creationId xmlns="" xmlns:a16="http://schemas.microsoft.com/office/drawing/2014/main" id="{9BE62946-68B9-49FC-8E4C-EB7C41F81D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137265" name="Rectangle 94">
                <a:extLst>
                  <a:ext uri="{FF2B5EF4-FFF2-40B4-BE49-F238E27FC236}">
                    <a16:creationId xmlns="" xmlns:a16="http://schemas.microsoft.com/office/drawing/2014/main" id="{8AD8D1F8-8A35-488F-8A8B-2621F013B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7266" name="Rectangle 96">
                <a:extLst>
                  <a:ext uri="{FF2B5EF4-FFF2-40B4-BE49-F238E27FC236}">
                    <a16:creationId xmlns="" xmlns:a16="http://schemas.microsoft.com/office/drawing/2014/main" id="{5A760FCF-18B6-417C-BD9A-5141A68A9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7267" name="Line 97">
                <a:extLst>
                  <a:ext uri="{FF2B5EF4-FFF2-40B4-BE49-F238E27FC236}">
                    <a16:creationId xmlns="" xmlns:a16="http://schemas.microsoft.com/office/drawing/2014/main" id="{3DA31965-5B87-4B80-A03D-D7AF45F9DF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68" name="Line 98">
                <a:extLst>
                  <a:ext uri="{FF2B5EF4-FFF2-40B4-BE49-F238E27FC236}">
                    <a16:creationId xmlns="" xmlns:a16="http://schemas.microsoft.com/office/drawing/2014/main" id="{90349B9C-B88B-4531-8F22-FB79421705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69" name="Line 99">
                <a:extLst>
                  <a:ext uri="{FF2B5EF4-FFF2-40B4-BE49-F238E27FC236}">
                    <a16:creationId xmlns="" xmlns:a16="http://schemas.microsoft.com/office/drawing/2014/main" id="{347F94F8-91B2-49E1-924D-9886364433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0" name="Line 100">
                <a:extLst>
                  <a:ext uri="{FF2B5EF4-FFF2-40B4-BE49-F238E27FC236}">
                    <a16:creationId xmlns="" xmlns:a16="http://schemas.microsoft.com/office/drawing/2014/main" id="{50FC6960-D2EF-4D49-ABDD-4F6AA0854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1" name="Line 101">
                <a:extLst>
                  <a:ext uri="{FF2B5EF4-FFF2-40B4-BE49-F238E27FC236}">
                    <a16:creationId xmlns="" xmlns:a16="http://schemas.microsoft.com/office/drawing/2014/main" id="{C77F0427-153B-4FF7-B3B5-D694B21351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2" name="Line 102">
                <a:extLst>
                  <a:ext uri="{FF2B5EF4-FFF2-40B4-BE49-F238E27FC236}">
                    <a16:creationId xmlns="" xmlns:a16="http://schemas.microsoft.com/office/drawing/2014/main" id="{C0DC6A0F-F68C-4CD3-8BE0-74D85A16A7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3" name="Line 103">
                <a:extLst>
                  <a:ext uri="{FF2B5EF4-FFF2-40B4-BE49-F238E27FC236}">
                    <a16:creationId xmlns="" xmlns:a16="http://schemas.microsoft.com/office/drawing/2014/main" id="{AAEF9766-5460-4696-8301-CA220787EF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4" name="Rectangle 104">
                <a:extLst>
                  <a:ext uri="{FF2B5EF4-FFF2-40B4-BE49-F238E27FC236}">
                    <a16:creationId xmlns="" xmlns:a16="http://schemas.microsoft.com/office/drawing/2014/main" id="{42BA4C96-C9A3-4CC7-950B-1E03172BB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7275" name="Rectangle 105">
                <a:extLst>
                  <a:ext uri="{FF2B5EF4-FFF2-40B4-BE49-F238E27FC236}">
                    <a16:creationId xmlns="" xmlns:a16="http://schemas.microsoft.com/office/drawing/2014/main" id="{FE5EF784-298E-47A6-B2F1-8AE73B30D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7276" name="Rectangle 106">
                <a:extLst>
                  <a:ext uri="{FF2B5EF4-FFF2-40B4-BE49-F238E27FC236}">
                    <a16:creationId xmlns="" xmlns:a16="http://schemas.microsoft.com/office/drawing/2014/main" id="{ED9521B9-1821-47E0-A3DD-EC5AD5A20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7277" name="Rectangle 107">
                <a:extLst>
                  <a:ext uri="{FF2B5EF4-FFF2-40B4-BE49-F238E27FC236}">
                    <a16:creationId xmlns="" xmlns:a16="http://schemas.microsoft.com/office/drawing/2014/main" id="{011C45DE-F13D-4BED-9B2D-1808C94F2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7278" name="Rectangle 108">
                <a:extLst>
                  <a:ext uri="{FF2B5EF4-FFF2-40B4-BE49-F238E27FC236}">
                    <a16:creationId xmlns="" xmlns:a16="http://schemas.microsoft.com/office/drawing/2014/main" id="{62AD2C93-8C7B-44F0-9689-0A91B32F5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137225" name="Text Box 121">
            <a:extLst>
              <a:ext uri="{FF2B5EF4-FFF2-40B4-BE49-F238E27FC236}">
                <a16:creationId xmlns="" xmlns:a16="http://schemas.microsoft.com/office/drawing/2014/main" id="{3B23986E-C66A-4205-9D36-5E26E9E85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888" y="1466850"/>
            <a:ext cx="8905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SMTP</a:t>
            </a:r>
          </a:p>
        </p:txBody>
      </p:sp>
      <p:sp>
        <p:nvSpPr>
          <p:cNvPr id="137226" name="Rectangle 153">
            <a:extLst>
              <a:ext uri="{FF2B5EF4-FFF2-40B4-BE49-F238E27FC236}">
                <a16:creationId xmlns="" xmlns:a16="http://schemas.microsoft.com/office/drawing/2014/main" id="{9534CF80-D776-4906-BBB3-96271AAA1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1457325"/>
            <a:ext cx="8572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137227" name="Text Box 154">
            <a:extLst>
              <a:ext uri="{FF2B5EF4-FFF2-40B4-BE49-F238E27FC236}">
                <a16:creationId xmlns="" xmlns:a16="http://schemas.microsoft.com/office/drawing/2014/main" id="{4C350AEB-126D-4EED-841F-865D85A091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675" y="1477963"/>
            <a:ext cx="890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SMTP</a:t>
            </a:r>
          </a:p>
        </p:txBody>
      </p:sp>
      <p:sp>
        <p:nvSpPr>
          <p:cNvPr id="137228" name="Text Box 156">
            <a:extLst>
              <a:ext uri="{FF2B5EF4-FFF2-40B4-BE49-F238E27FC236}">
                <a16:creationId xmlns="" xmlns:a16="http://schemas.microsoft.com/office/drawing/2014/main" id="{E210D84B-2B7F-4074-980E-6607CFDC32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1308100"/>
            <a:ext cx="1511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mail access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protocol</a:t>
            </a:r>
            <a:endParaRPr lang="en-US" altLang="en-US" sz="1800">
              <a:solidFill>
                <a:srgbClr val="CC0000"/>
              </a:solidFill>
            </a:endParaRPr>
          </a:p>
        </p:txBody>
      </p:sp>
      <p:sp>
        <p:nvSpPr>
          <p:cNvPr id="137229" name="Text Box 160">
            <a:extLst>
              <a:ext uri="{FF2B5EF4-FFF2-40B4-BE49-F238E27FC236}">
                <a16:creationId xmlns="" xmlns:a16="http://schemas.microsoft.com/office/drawing/2014/main" id="{98E87E2B-8F14-4704-8BAA-9948E0D11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975" y="2598738"/>
            <a:ext cx="15382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receiver</a:t>
            </a:r>
            <a:r>
              <a:rPr lang="ja-JP" altLang="en-US" sz="1600"/>
              <a:t>’</a:t>
            </a:r>
            <a:r>
              <a:rPr lang="en-US" altLang="ja-JP" sz="1600"/>
              <a:t>s mail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grpSp>
        <p:nvGrpSpPr>
          <p:cNvPr id="137230" name="Group 161">
            <a:extLst>
              <a:ext uri="{FF2B5EF4-FFF2-40B4-BE49-F238E27FC236}">
                <a16:creationId xmlns="" xmlns:a16="http://schemas.microsoft.com/office/drawing/2014/main" id="{718AB6C7-CEA6-4704-A051-A19D04137617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000250"/>
            <a:ext cx="809625" cy="561975"/>
            <a:chOff x="2070" y="2004"/>
            <a:chExt cx="510" cy="354"/>
          </a:xfrm>
        </p:grpSpPr>
        <p:sp>
          <p:nvSpPr>
            <p:cNvPr id="137249" name="Rectangle 162">
              <a:extLst>
                <a:ext uri="{FF2B5EF4-FFF2-40B4-BE49-F238E27FC236}">
                  <a16:creationId xmlns="" xmlns:a16="http://schemas.microsoft.com/office/drawing/2014/main" id="{25DB3C7E-AFE7-4262-B8B8-668111A80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37250" name="Rectangle 163">
              <a:extLst>
                <a:ext uri="{FF2B5EF4-FFF2-40B4-BE49-F238E27FC236}">
                  <a16:creationId xmlns="" xmlns:a16="http://schemas.microsoft.com/office/drawing/2014/main" id="{64EE4560-CE39-44FE-B692-1DB0F5BCC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37251" name="Line 164">
              <a:extLst>
                <a:ext uri="{FF2B5EF4-FFF2-40B4-BE49-F238E27FC236}">
                  <a16:creationId xmlns="" xmlns:a16="http://schemas.microsoft.com/office/drawing/2014/main" id="{40EAB403-491E-4C56-994E-78CB13FC6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2" name="Line 165">
              <a:extLst>
                <a:ext uri="{FF2B5EF4-FFF2-40B4-BE49-F238E27FC236}">
                  <a16:creationId xmlns="" xmlns:a16="http://schemas.microsoft.com/office/drawing/2014/main" id="{C43B9CD8-1CBE-4605-B89E-013EFA578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3" name="Line 166">
              <a:extLst>
                <a:ext uri="{FF2B5EF4-FFF2-40B4-BE49-F238E27FC236}">
                  <a16:creationId xmlns="" xmlns:a16="http://schemas.microsoft.com/office/drawing/2014/main" id="{8D6DF8F8-2EAE-4437-A009-EEBF049F03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4" name="Line 167">
              <a:extLst>
                <a:ext uri="{FF2B5EF4-FFF2-40B4-BE49-F238E27FC236}">
                  <a16:creationId xmlns="" xmlns:a16="http://schemas.microsoft.com/office/drawing/2014/main" id="{A5C674C6-2792-4A5F-807B-E1FB6DC87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5" name="Line 168">
              <a:extLst>
                <a:ext uri="{FF2B5EF4-FFF2-40B4-BE49-F238E27FC236}">
                  <a16:creationId xmlns="" xmlns:a16="http://schemas.microsoft.com/office/drawing/2014/main" id="{12E4CA4C-AE3D-4F75-96B9-FD4B6B13D0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6" name="Line 169">
              <a:extLst>
                <a:ext uri="{FF2B5EF4-FFF2-40B4-BE49-F238E27FC236}">
                  <a16:creationId xmlns="" xmlns:a16="http://schemas.microsoft.com/office/drawing/2014/main" id="{4920FFCC-C3AB-4371-956B-ED7145D60B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7" name="Line 170">
              <a:extLst>
                <a:ext uri="{FF2B5EF4-FFF2-40B4-BE49-F238E27FC236}">
                  <a16:creationId xmlns="" xmlns:a16="http://schemas.microsoft.com/office/drawing/2014/main" id="{9E1D235B-A7F0-45F8-8A7E-187B570BB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8" name="Rectangle 171">
              <a:extLst>
                <a:ext uri="{FF2B5EF4-FFF2-40B4-BE49-F238E27FC236}">
                  <a16:creationId xmlns="" xmlns:a16="http://schemas.microsoft.com/office/drawing/2014/main" id="{75E09E57-6047-4B03-975E-7F75DB449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37259" name="Rectangle 172">
              <a:extLst>
                <a:ext uri="{FF2B5EF4-FFF2-40B4-BE49-F238E27FC236}">
                  <a16:creationId xmlns="" xmlns:a16="http://schemas.microsoft.com/office/drawing/2014/main" id="{7B05B5CF-E3A5-42A3-A869-F5A9E748C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37260" name="Rectangle 173">
              <a:extLst>
                <a:ext uri="{FF2B5EF4-FFF2-40B4-BE49-F238E27FC236}">
                  <a16:creationId xmlns="" xmlns:a16="http://schemas.microsoft.com/office/drawing/2014/main" id="{E1DCDC36-3DE0-4C66-8F45-98276CDA0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37261" name="Rectangle 174">
              <a:extLst>
                <a:ext uri="{FF2B5EF4-FFF2-40B4-BE49-F238E27FC236}">
                  <a16:creationId xmlns="" xmlns:a16="http://schemas.microsoft.com/office/drawing/2014/main" id="{831CEDE0-8159-4A93-BCC2-BC2C4C81C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37262" name="Rectangle 175">
              <a:extLst>
                <a:ext uri="{FF2B5EF4-FFF2-40B4-BE49-F238E27FC236}">
                  <a16:creationId xmlns="" xmlns:a16="http://schemas.microsoft.com/office/drawing/2014/main" id="{5E4581B8-DC36-44D1-BAB3-6C0DE078B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702030302020204" pitchFamily="66" charset="0"/>
              </a:endParaRPr>
            </a:p>
          </p:txBody>
        </p:sp>
      </p:grpSp>
      <p:pic>
        <p:nvPicPr>
          <p:cNvPr id="137231" name="Picture 176" descr="Alice">
            <a:extLst>
              <a:ext uri="{FF2B5EF4-FFF2-40B4-BE49-F238E27FC236}">
                <a16:creationId xmlns="" xmlns:a16="http://schemas.microsoft.com/office/drawing/2014/main" id="{404388CC-625A-4E65-9032-AD8852AABD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557338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7232" name="Picture 179" descr="Bob">
            <a:extLst>
              <a:ext uri="{FF2B5EF4-FFF2-40B4-BE49-F238E27FC236}">
                <a16:creationId xmlns="" xmlns:a16="http://schemas.microsoft.com/office/drawing/2014/main" id="{FFF99ECC-E2E2-4590-95B6-7516115A4D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3700" y="15716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233" name="Line 94">
            <a:extLst>
              <a:ext uri="{FF2B5EF4-FFF2-40B4-BE49-F238E27FC236}">
                <a16:creationId xmlns="" xmlns:a16="http://schemas.microsoft.com/office/drawing/2014/main" id="{CD3FAE42-E2E7-4EBC-8B22-3279ECD854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3425" y="1905000"/>
            <a:ext cx="9032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4" name="Line 95">
            <a:extLst>
              <a:ext uri="{FF2B5EF4-FFF2-40B4-BE49-F238E27FC236}">
                <a16:creationId xmlns="" xmlns:a16="http://schemas.microsoft.com/office/drawing/2014/main" id="{6162AF16-583A-4A9F-8E4D-3227D94D2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3788" y="1901825"/>
            <a:ext cx="90328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5" name="Line 96">
            <a:extLst>
              <a:ext uri="{FF2B5EF4-FFF2-40B4-BE49-F238E27FC236}">
                <a16:creationId xmlns="" xmlns:a16="http://schemas.microsoft.com/office/drawing/2014/main" id="{E92D17E8-7E64-41D9-A936-0FB15D732A08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1898650"/>
            <a:ext cx="1697037" cy="158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6" name="Text Box 156">
            <a:extLst>
              <a:ext uri="{FF2B5EF4-FFF2-40B4-BE49-F238E27FC236}">
                <a16:creationId xmlns="" xmlns:a16="http://schemas.microsoft.com/office/drawing/2014/main" id="{D82249EE-2E06-469E-90AD-C12137CA5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1927225"/>
            <a:ext cx="1311275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solidFill>
                  <a:srgbClr val="CC0000"/>
                </a:solidFill>
              </a:rPr>
              <a:t>(e.g., </a:t>
            </a:r>
            <a:r>
              <a:rPr lang="en-US" altLang="en-US" sz="1600" i="1">
                <a:solidFill>
                  <a:srgbClr val="CC0000"/>
                </a:solidFill>
              </a:rPr>
              <a:t>POP, 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</a:rPr>
              <a:t>         IMAP</a:t>
            </a:r>
            <a:r>
              <a:rPr lang="en-US" altLang="en-US" sz="1800" i="1">
                <a:solidFill>
                  <a:srgbClr val="CC0000"/>
                </a:solidFill>
              </a:rPr>
              <a:t>)</a:t>
            </a:r>
          </a:p>
        </p:txBody>
      </p:sp>
      <p:grpSp>
        <p:nvGrpSpPr>
          <p:cNvPr id="137237" name="Group 166">
            <a:extLst>
              <a:ext uri="{FF2B5EF4-FFF2-40B4-BE49-F238E27FC236}">
                <a16:creationId xmlns="" xmlns:a16="http://schemas.microsoft.com/office/drawing/2014/main" id="{04FF9291-EF08-4DFA-9C8E-FDD546082D79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419225"/>
            <a:ext cx="912813" cy="1054100"/>
            <a:chOff x="3574" y="550"/>
            <a:chExt cx="575" cy="664"/>
          </a:xfrm>
        </p:grpSpPr>
        <p:grpSp>
          <p:nvGrpSpPr>
            <p:cNvPr id="137244" name="Group 167">
              <a:extLst>
                <a:ext uri="{FF2B5EF4-FFF2-40B4-BE49-F238E27FC236}">
                  <a16:creationId xmlns="" xmlns:a16="http://schemas.microsoft.com/office/drawing/2014/main" id="{AADFA801-185B-4E32-93BA-DCF51DF88D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37247" name="Picture 168" descr="desktop_computer_stylized_medium">
                <a:extLst>
                  <a:ext uri="{FF2B5EF4-FFF2-40B4-BE49-F238E27FC236}">
                    <a16:creationId xmlns="" xmlns:a16="http://schemas.microsoft.com/office/drawing/2014/main" id="{B8CD921F-5E8B-4F54-AFEA-AD3662A08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7248" name="Freeform 169">
                <a:extLst>
                  <a:ext uri="{FF2B5EF4-FFF2-40B4-BE49-F238E27FC236}">
                    <a16:creationId xmlns="" xmlns:a16="http://schemas.microsoft.com/office/drawing/2014/main" id="{AD61ABCC-32FB-49D7-8322-01F3C68C1DF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37245" name="Rectangle 115">
              <a:extLst>
                <a:ext uri="{FF2B5EF4-FFF2-40B4-BE49-F238E27FC236}">
                  <a16:creationId xmlns="" xmlns:a16="http://schemas.microsoft.com/office/drawing/2014/main" id="{BD1310A3-9D63-49DF-AA28-2336BEA28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37246" name="Text Box 116">
              <a:extLst>
                <a:ext uri="{FF2B5EF4-FFF2-40B4-BE49-F238E27FC236}">
                  <a16:creationId xmlns="" xmlns:a16="http://schemas.microsoft.com/office/drawing/2014/main" id="{A71A6658-05BF-4E8B-8751-2ABBFFCE7B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37238" name="Group 172">
            <a:extLst>
              <a:ext uri="{FF2B5EF4-FFF2-40B4-BE49-F238E27FC236}">
                <a16:creationId xmlns="" xmlns:a16="http://schemas.microsoft.com/office/drawing/2014/main" id="{F7539A5F-E86D-456B-8D1E-C7292C0C1235}"/>
              </a:ext>
            </a:extLst>
          </p:cNvPr>
          <p:cNvGrpSpPr>
            <a:grpSpLocks/>
          </p:cNvGrpSpPr>
          <p:nvPr/>
        </p:nvGrpSpPr>
        <p:grpSpPr bwMode="auto">
          <a:xfrm>
            <a:off x="6967538" y="1422400"/>
            <a:ext cx="912812" cy="1054100"/>
            <a:chOff x="3574" y="550"/>
            <a:chExt cx="575" cy="664"/>
          </a:xfrm>
        </p:grpSpPr>
        <p:grpSp>
          <p:nvGrpSpPr>
            <p:cNvPr id="137239" name="Group 173">
              <a:extLst>
                <a:ext uri="{FF2B5EF4-FFF2-40B4-BE49-F238E27FC236}">
                  <a16:creationId xmlns="" xmlns:a16="http://schemas.microsoft.com/office/drawing/2014/main" id="{6A3D99E4-06FF-4129-88A3-A095318693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37242" name="Picture 174" descr="desktop_computer_stylized_medium">
                <a:extLst>
                  <a:ext uri="{FF2B5EF4-FFF2-40B4-BE49-F238E27FC236}">
                    <a16:creationId xmlns="" xmlns:a16="http://schemas.microsoft.com/office/drawing/2014/main" id="{0473CCFE-1795-4BFF-90B8-B9AF8FD94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7243" name="Freeform 175">
                <a:extLst>
                  <a:ext uri="{FF2B5EF4-FFF2-40B4-BE49-F238E27FC236}">
                    <a16:creationId xmlns="" xmlns:a16="http://schemas.microsoft.com/office/drawing/2014/main" id="{1DED135A-E548-4CE3-A5DC-F2D9B3AED9A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37240" name="Rectangle 115">
              <a:extLst>
                <a:ext uri="{FF2B5EF4-FFF2-40B4-BE49-F238E27FC236}">
                  <a16:creationId xmlns="" xmlns:a16="http://schemas.microsoft.com/office/drawing/2014/main" id="{9634D7D6-3624-4AA9-8C2D-B6380E930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37241" name="Text Box 116">
              <a:extLst>
                <a:ext uri="{FF2B5EF4-FFF2-40B4-BE49-F238E27FC236}">
                  <a16:creationId xmlns="" xmlns:a16="http://schemas.microsoft.com/office/drawing/2014/main" id="{B5D4D006-F61E-43FD-9B63-5D2BDB9CD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4827374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>
            <a:extLst>
              <a:ext uri="{FF2B5EF4-FFF2-40B4-BE49-F238E27FC236}">
                <a16:creationId xmlns="" xmlns:a16="http://schemas.microsoft.com/office/drawing/2014/main" id="{9751ACA9-EBA8-40B2-B71C-8A65504D34F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2" name="Rectangle 7">
            <a:extLst>
              <a:ext uri="{FF2B5EF4-FFF2-40B4-BE49-F238E27FC236}">
                <a16:creationId xmlns="" xmlns:a16="http://schemas.microsoft.com/office/drawing/2014/main" id="{4D722B0E-260B-484F-8C9A-EE1179010C6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3363" name="Rectangle 8">
            <a:extLst>
              <a:ext uri="{FF2B5EF4-FFF2-40B4-BE49-F238E27FC236}">
                <a16:creationId xmlns="" xmlns:a16="http://schemas.microsoft.com/office/drawing/2014/main" id="{0D90D264-C0F2-4A47-AE66-16EB001BF46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9B36A89-62A9-4CEC-BBD7-EF8E3BE6734A}" type="slidenum">
              <a:rPr lang="en-US" altLang="en-US" sz="1200">
                <a:latin typeface="Tahoma" panose="020B0604030504040204" pitchFamily="34" charset="0"/>
              </a:rPr>
              <a:pPr/>
              <a:t>55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3364" name="Rectangle 2">
            <a:extLst>
              <a:ext uri="{FF2B5EF4-FFF2-40B4-BE49-F238E27FC236}">
                <a16:creationId xmlns="" xmlns:a16="http://schemas.microsoft.com/office/drawing/2014/main" id="{7F81425E-7C5D-4D3A-BA7E-C45DB4B71A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="" xmlns:a16="http://schemas.microsoft.com/office/drawing/2014/main" id="{8178E08C-3C13-4EA5-B09C-02D66E6DBCD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43366" name="Rectangle 4">
            <a:extLst>
              <a:ext uri="{FF2B5EF4-FFF2-40B4-BE49-F238E27FC236}">
                <a16:creationId xmlns="" xmlns:a16="http://schemas.microsoft.com/office/drawing/2014/main" id="{3DAFBA7F-0FC8-4499-80A3-3714650CFD4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  <p:extLst>
      <p:ext uri="{BB962C8B-B14F-4D97-AF65-F5344CB8AC3E}">
        <p14:creationId xmlns:p14="http://schemas.microsoft.com/office/powerpoint/2010/main" val="4858866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7">
            <a:extLst>
              <a:ext uri="{FF2B5EF4-FFF2-40B4-BE49-F238E27FC236}">
                <a16:creationId xmlns="" xmlns:a16="http://schemas.microsoft.com/office/drawing/2014/main" id="{CE88DDF7-9B92-47E9-83D1-9C3E64791AC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5410" name="Rectangle 8">
            <a:extLst>
              <a:ext uri="{FF2B5EF4-FFF2-40B4-BE49-F238E27FC236}">
                <a16:creationId xmlns="" xmlns:a16="http://schemas.microsoft.com/office/drawing/2014/main" id="{88B9F24C-8113-478F-80C5-216A28BCF79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5EA534D-C611-4829-8A80-4554CFE576E9}" type="slidenum">
              <a:rPr lang="en-US" altLang="en-US" sz="1200">
                <a:latin typeface="Tahoma" panose="020B0604030504040204" pitchFamily="34" charset="0"/>
              </a:rPr>
              <a:pPr/>
              <a:t>56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45411" name="Picture 10" descr="underline_base">
            <a:extLst>
              <a:ext uri="{FF2B5EF4-FFF2-40B4-BE49-F238E27FC236}">
                <a16:creationId xmlns="" xmlns:a16="http://schemas.microsoft.com/office/drawing/2014/main" id="{79FFB0DE-A54D-465D-9E8E-D697B78773E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990600"/>
            <a:ext cx="5942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5412" name="Rectangle 2">
            <a:extLst>
              <a:ext uri="{FF2B5EF4-FFF2-40B4-BE49-F238E27FC236}">
                <a16:creationId xmlns="" xmlns:a16="http://schemas.microsoft.com/office/drawing/2014/main" id="{8AFB8CFB-79AA-49FA-A0F9-820EE6C5A3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01625"/>
            <a:ext cx="7772400" cy="914400"/>
          </a:xfrm>
        </p:spPr>
        <p:txBody>
          <a:bodyPr/>
          <a:lstStyle/>
          <a:p>
            <a:r>
              <a:rPr lang="en-US" altLang="en-US" sz="4000"/>
              <a:t>DNS: domain name system</a:t>
            </a:r>
            <a:endParaRPr lang="en-US" altLang="en-US"/>
          </a:p>
        </p:txBody>
      </p:sp>
      <p:sp>
        <p:nvSpPr>
          <p:cNvPr id="145413" name="Rectangle 3">
            <a:extLst>
              <a:ext uri="{FF2B5EF4-FFF2-40B4-BE49-F238E27FC236}">
                <a16:creationId xmlns="" xmlns:a16="http://schemas.microsoft.com/office/drawing/2014/main" id="{65514237-6EAF-43E2-9755-AF4A65D46D0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68313" y="1511300"/>
            <a:ext cx="3810000" cy="4648200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i="1" dirty="0">
                <a:solidFill>
                  <a:srgbClr val="000099"/>
                </a:solidFill>
              </a:rPr>
              <a:t>people:</a:t>
            </a:r>
            <a:r>
              <a:rPr lang="en-US" altLang="en-US" sz="2400" dirty="0"/>
              <a:t> many identifiers:</a:t>
            </a:r>
          </a:p>
          <a:p>
            <a:pPr lvl="1"/>
            <a:r>
              <a:rPr lang="en-US" altLang="en-US" dirty="0"/>
              <a:t>SSN, name, passport #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i="1" dirty="0">
                <a:solidFill>
                  <a:srgbClr val="000099"/>
                </a:solidFill>
              </a:rPr>
              <a:t>Internet hosts, routers:</a:t>
            </a:r>
          </a:p>
          <a:p>
            <a:pPr lvl="1"/>
            <a:r>
              <a:rPr lang="en-US" altLang="en-US" dirty="0"/>
              <a:t>IP address (32 bit) - used for addressing datagrams</a:t>
            </a:r>
          </a:p>
          <a:p>
            <a:pPr lvl="1"/>
            <a:r>
              <a:rPr lang="ja-JP" altLang="en-US" dirty="0"/>
              <a:t>“</a:t>
            </a:r>
            <a:r>
              <a:rPr lang="en-US" altLang="ja-JP" dirty="0"/>
              <a:t>name</a:t>
            </a:r>
            <a:r>
              <a:rPr lang="ja-JP" altLang="en-US" dirty="0"/>
              <a:t>”</a:t>
            </a:r>
            <a:r>
              <a:rPr lang="en-US" altLang="ja-JP" dirty="0"/>
              <a:t>, e.g., www.yahoo.com - used by humans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i="1" u="sng" dirty="0">
                <a:solidFill>
                  <a:srgbClr val="CC0000"/>
                </a:solidFill>
              </a:rPr>
              <a:t>Q:</a:t>
            </a:r>
            <a:r>
              <a:rPr lang="en-US" altLang="en-US" sz="2400" dirty="0"/>
              <a:t> how to map between IP address and name, and vice versa ?</a:t>
            </a:r>
          </a:p>
        </p:txBody>
      </p:sp>
      <p:sp>
        <p:nvSpPr>
          <p:cNvPr id="169990" name="Rectangle 4">
            <a:extLst>
              <a:ext uri="{FF2B5EF4-FFF2-40B4-BE49-F238E27FC236}">
                <a16:creationId xmlns="" xmlns:a16="http://schemas.microsoft.com/office/drawing/2014/main" id="{A3186758-2003-4CD2-9169-B633D9B15D2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489075"/>
            <a:ext cx="4283075" cy="5006975"/>
          </a:xfrm>
        </p:spPr>
        <p:txBody>
          <a:bodyPr>
            <a:normAutofit fontScale="85000" lnSpcReduction="2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Domain Name System:</a:t>
            </a:r>
          </a:p>
          <a:p>
            <a:r>
              <a:rPr lang="en-US" altLang="en-US" sz="2400" i="1" dirty="0">
                <a:solidFill>
                  <a:srgbClr val="000099"/>
                </a:solidFill>
              </a:rPr>
              <a:t>distributed database</a:t>
            </a:r>
            <a:r>
              <a:rPr lang="en-US" altLang="en-US" sz="2400" dirty="0"/>
              <a:t> implemented in hierarchy of many </a:t>
            </a:r>
            <a:r>
              <a:rPr lang="en-US" altLang="en-US" sz="2400" i="1" dirty="0">
                <a:solidFill>
                  <a:srgbClr val="000099"/>
                </a:solidFill>
              </a:rPr>
              <a:t>name servers</a:t>
            </a:r>
            <a:endParaRPr lang="en-US" altLang="en-US" sz="2400" dirty="0">
              <a:solidFill>
                <a:srgbClr val="000099"/>
              </a:solidFill>
            </a:endParaRPr>
          </a:p>
          <a:p>
            <a:r>
              <a:rPr lang="en-US" altLang="en-US" sz="2400" i="1" dirty="0">
                <a:solidFill>
                  <a:srgbClr val="000099"/>
                </a:solidFill>
              </a:rPr>
              <a:t>application-layer protocol:</a:t>
            </a:r>
            <a:r>
              <a:rPr lang="en-US" altLang="en-US" sz="2400" dirty="0"/>
              <a:t> hosts, name servers communicate to </a:t>
            </a:r>
            <a:r>
              <a:rPr lang="en-US" altLang="en-US" sz="2400" i="1" dirty="0">
                <a:solidFill>
                  <a:srgbClr val="000099"/>
                </a:solidFill>
              </a:rPr>
              <a:t>resolve</a:t>
            </a:r>
            <a:r>
              <a:rPr lang="en-US" altLang="en-US" sz="2400" dirty="0">
                <a:solidFill>
                  <a:srgbClr val="FF0000"/>
                </a:solidFill>
              </a:rPr>
              <a:t> </a:t>
            </a:r>
            <a:r>
              <a:rPr lang="en-US" altLang="en-US" sz="2400" dirty="0" smtClean="0">
                <a:solidFill>
                  <a:srgbClr val="FF0000"/>
                </a:solidFill>
              </a:rPr>
              <a:t>address / </a:t>
            </a:r>
            <a:r>
              <a:rPr lang="en-US" altLang="en-US" sz="2400" dirty="0"/>
              <a:t>names </a:t>
            </a:r>
            <a:r>
              <a:rPr lang="en-US" altLang="en-US" sz="2400" dirty="0" smtClean="0"/>
              <a:t>translation (</a:t>
            </a:r>
            <a:r>
              <a:rPr lang="en-US" altLang="en-US" sz="2400" dirty="0"/>
              <a:t>i.e</a:t>
            </a:r>
            <a:r>
              <a:rPr lang="en-US" altLang="en-US" sz="2400" dirty="0" smtClean="0"/>
              <a:t>., allows hosts to query the distributed database)</a:t>
            </a:r>
            <a:endParaRPr lang="en-US" altLang="en-US" sz="2400" dirty="0"/>
          </a:p>
          <a:p>
            <a:pPr lvl="1">
              <a:lnSpc>
                <a:spcPct val="90000"/>
              </a:lnSpc>
            </a:pPr>
            <a:r>
              <a:rPr lang="en-US" altLang="en-US" sz="2200" dirty="0" smtClean="0"/>
              <a:t>DNS servers are often </a:t>
            </a:r>
            <a:r>
              <a:rPr lang="en-US" altLang="en-US" sz="2200" b="1" dirty="0" smtClean="0">
                <a:solidFill>
                  <a:srgbClr val="FF0000"/>
                </a:solidFill>
              </a:rPr>
              <a:t>UNIX Machines</a:t>
            </a:r>
          </a:p>
          <a:p>
            <a:pPr lvl="1">
              <a:lnSpc>
                <a:spcPct val="90000"/>
              </a:lnSpc>
            </a:pPr>
            <a:r>
              <a:rPr lang="en-US" altLang="en-US" sz="2200" dirty="0" smtClean="0"/>
              <a:t>DNS servers run Berkeley Internet Name Domain, namely </a:t>
            </a:r>
            <a:r>
              <a:rPr lang="en-US" altLang="en-US" sz="2200" b="1" dirty="0" smtClean="0">
                <a:solidFill>
                  <a:srgbClr val="FF0000"/>
                </a:solidFill>
              </a:rPr>
              <a:t>BIND software</a:t>
            </a:r>
            <a:endParaRPr lang="en-US" altLang="en-US" sz="2200" b="1" dirty="0" smtClean="0">
              <a:solidFill>
                <a:srgbClr val="FF0000"/>
              </a:solidFill>
            </a:endParaRPr>
          </a:p>
          <a:p>
            <a:pPr lvl="1">
              <a:lnSpc>
                <a:spcPct val="90000"/>
              </a:lnSpc>
            </a:pPr>
            <a:r>
              <a:rPr lang="en-US" altLang="en-US" sz="2200" dirty="0" smtClean="0"/>
              <a:t>DNS protocol runs over </a:t>
            </a:r>
            <a:r>
              <a:rPr lang="en-US" altLang="en-US" sz="2200" b="1" dirty="0" smtClean="0">
                <a:solidFill>
                  <a:srgbClr val="FF0000"/>
                </a:solidFill>
              </a:rPr>
              <a:t>UDP and uses port 53</a:t>
            </a:r>
          </a:p>
          <a:p>
            <a:pPr lvl="1">
              <a:lnSpc>
                <a:spcPct val="90000"/>
              </a:lnSpc>
            </a:pPr>
            <a:r>
              <a:rPr lang="en-US" altLang="en-US" sz="2200" dirty="0" smtClean="0"/>
              <a:t>note</a:t>
            </a:r>
            <a:r>
              <a:rPr lang="en-US" altLang="en-US" sz="2200" dirty="0"/>
              <a:t>: core Internet function, implemented as application-layer protocol</a:t>
            </a:r>
          </a:p>
          <a:p>
            <a:pPr lvl="1">
              <a:lnSpc>
                <a:spcPct val="90000"/>
              </a:lnSpc>
            </a:pPr>
            <a:r>
              <a:rPr lang="en-US" altLang="en-US" sz="2200" dirty="0"/>
              <a:t>complexity at network</a:t>
            </a:r>
            <a:r>
              <a:rPr lang="ja-JP" altLang="en-US" sz="2200" dirty="0"/>
              <a:t>’</a:t>
            </a:r>
            <a:r>
              <a:rPr lang="en-US" altLang="ja-JP" sz="2200" dirty="0"/>
              <a:t>s </a:t>
            </a:r>
            <a:r>
              <a:rPr lang="ja-JP" altLang="en-US" sz="2200" dirty="0"/>
              <a:t>“</a:t>
            </a:r>
            <a:r>
              <a:rPr lang="en-US" altLang="ja-JP" sz="2200" dirty="0"/>
              <a:t>edge</a:t>
            </a:r>
            <a:r>
              <a:rPr lang="ja-JP" altLang="en-US" sz="2200" dirty="0"/>
              <a:t>”</a:t>
            </a:r>
            <a:endParaRPr lang="en-US" altLang="en-US" sz="2200" dirty="0"/>
          </a:p>
        </p:txBody>
      </p:sp>
    </p:spTree>
    <p:extLst>
      <p:ext uri="{BB962C8B-B14F-4D97-AF65-F5344CB8AC3E}">
        <p14:creationId xmlns:p14="http://schemas.microsoft.com/office/powerpoint/2010/main" val="3133016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9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90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1143000"/>
          </a:xfrm>
        </p:spPr>
        <p:txBody>
          <a:bodyPr/>
          <a:lstStyle/>
          <a:p>
            <a:r>
              <a:rPr lang="en-US" dirty="0" smtClean="0"/>
              <a:t>DNS Overview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295400"/>
            <a:ext cx="8458200" cy="5486400"/>
          </a:xfrm>
        </p:spPr>
        <p:txBody>
          <a:bodyPr>
            <a:normAutofit/>
          </a:bodyPr>
          <a:lstStyle/>
          <a:p>
            <a:r>
              <a:rPr lang="en-US" sz="2400" dirty="0" smtClean="0"/>
              <a:t>When </a:t>
            </a:r>
            <a:r>
              <a:rPr lang="en-US" sz="2400" dirty="0"/>
              <a:t>a </a:t>
            </a:r>
            <a:r>
              <a:rPr lang="en-US" sz="2400" dirty="0" smtClean="0"/>
              <a:t>browser, </a:t>
            </a:r>
            <a:r>
              <a:rPr lang="en-US" sz="2400" dirty="0"/>
              <a:t>running on some user’s host, requests the URL </a:t>
            </a:r>
            <a:r>
              <a:rPr lang="en-US" sz="2400" b="1" dirty="0">
                <a:solidFill>
                  <a:srgbClr val="002060"/>
                </a:solidFill>
              </a:rPr>
              <a:t>www.someschool.edu/index.html</a:t>
            </a:r>
            <a:r>
              <a:rPr lang="en-US" sz="2400" dirty="0"/>
              <a:t>. </a:t>
            </a:r>
            <a:endParaRPr lang="en-US" sz="2400" dirty="0" smtClean="0"/>
          </a:p>
          <a:p>
            <a:r>
              <a:rPr lang="en-US" sz="2400" dirty="0" smtClean="0"/>
              <a:t>To be able to send </a:t>
            </a:r>
            <a:r>
              <a:rPr lang="en-US" sz="2400" dirty="0"/>
              <a:t>an HTTP request message to the </a:t>
            </a:r>
            <a:r>
              <a:rPr lang="en-US" sz="2400" b="1" dirty="0"/>
              <a:t>Web server</a:t>
            </a:r>
            <a:r>
              <a:rPr lang="en-US" sz="2400" dirty="0"/>
              <a:t> </a:t>
            </a:r>
            <a:r>
              <a:rPr lang="en-US" sz="2400" b="1" dirty="0">
                <a:solidFill>
                  <a:srgbClr val="002060"/>
                </a:solidFill>
              </a:rPr>
              <a:t>www.someschool.edu</a:t>
            </a:r>
            <a:r>
              <a:rPr lang="en-US" sz="2400" dirty="0"/>
              <a:t>, the </a:t>
            </a:r>
            <a:r>
              <a:rPr lang="en-US" sz="2400" dirty="0" smtClean="0"/>
              <a:t>user must obtain </a:t>
            </a:r>
            <a:r>
              <a:rPr lang="en-US" sz="2400" b="1" dirty="0">
                <a:solidFill>
                  <a:srgbClr val="FF0000"/>
                </a:solidFill>
              </a:rPr>
              <a:t>the IP </a:t>
            </a:r>
            <a:r>
              <a:rPr lang="en-US" sz="2400" b="1" dirty="0" smtClean="0">
                <a:solidFill>
                  <a:srgbClr val="FF0000"/>
                </a:solidFill>
              </a:rPr>
              <a:t>address</a:t>
            </a:r>
            <a:r>
              <a:rPr lang="en-US" sz="2400" dirty="0" smtClean="0"/>
              <a:t>. </a:t>
            </a:r>
          </a:p>
          <a:p>
            <a:r>
              <a:rPr lang="en-US" sz="2400" dirty="0" smtClean="0"/>
              <a:t>This </a:t>
            </a:r>
            <a:r>
              <a:rPr lang="en-US" sz="2400" dirty="0"/>
              <a:t>is done as </a:t>
            </a:r>
            <a:r>
              <a:rPr lang="en-US" sz="2400" dirty="0" smtClean="0"/>
              <a:t>follows: </a:t>
            </a:r>
          </a:p>
          <a:p>
            <a:pPr lvl="1"/>
            <a:r>
              <a:rPr lang="en-US" sz="2000" b="1" dirty="0" smtClean="0">
                <a:solidFill>
                  <a:schemeClr val="accent6">
                    <a:lumMod val="75000"/>
                  </a:schemeClr>
                </a:solidFill>
              </a:rPr>
              <a:t>1</a:t>
            </a:r>
            <a:r>
              <a:rPr lang="en-US" sz="2000" b="1" dirty="0">
                <a:solidFill>
                  <a:schemeClr val="accent6">
                    <a:lumMod val="75000"/>
                  </a:schemeClr>
                </a:solidFill>
              </a:rPr>
              <a:t>.</a:t>
            </a:r>
            <a:r>
              <a:rPr lang="en-US" sz="2000" dirty="0"/>
              <a:t> The same user machine runs the </a:t>
            </a:r>
            <a:r>
              <a:rPr lang="en-US" sz="2000" b="1" dirty="0">
                <a:solidFill>
                  <a:srgbClr val="7030A0"/>
                </a:solidFill>
              </a:rPr>
              <a:t>client side of the DNS application</a:t>
            </a:r>
            <a:r>
              <a:rPr lang="en-US" sz="2000" dirty="0"/>
              <a:t>. </a:t>
            </a:r>
            <a:endParaRPr lang="en-US" sz="2000" dirty="0" smtClean="0"/>
          </a:p>
          <a:p>
            <a:pPr lvl="1"/>
            <a:r>
              <a:rPr lang="en-US" sz="2000" b="1" dirty="0" smtClean="0">
                <a:solidFill>
                  <a:schemeClr val="accent6">
                    <a:lumMod val="75000"/>
                  </a:schemeClr>
                </a:solidFill>
              </a:rPr>
              <a:t>2</a:t>
            </a:r>
            <a:r>
              <a:rPr lang="en-US" sz="2000" b="1" dirty="0">
                <a:solidFill>
                  <a:schemeClr val="accent6">
                    <a:lumMod val="75000"/>
                  </a:schemeClr>
                </a:solidFill>
              </a:rPr>
              <a:t>.</a:t>
            </a:r>
            <a:r>
              <a:rPr lang="en-US" sz="2000" dirty="0"/>
              <a:t> The </a:t>
            </a:r>
            <a:r>
              <a:rPr lang="en-US" sz="2000" b="1" dirty="0">
                <a:solidFill>
                  <a:schemeClr val="accent6">
                    <a:lumMod val="75000"/>
                  </a:schemeClr>
                </a:solidFill>
              </a:rPr>
              <a:t>browser extracts the hostname</a:t>
            </a:r>
            <a:r>
              <a:rPr lang="en-US" sz="2000" dirty="0"/>
              <a:t>, </a:t>
            </a:r>
            <a:r>
              <a:rPr lang="en-US" sz="2000" b="1" dirty="0">
                <a:solidFill>
                  <a:srgbClr val="002060"/>
                </a:solidFill>
              </a:rPr>
              <a:t>www.someschool.edu</a:t>
            </a:r>
            <a:r>
              <a:rPr lang="en-US" sz="2000" dirty="0"/>
              <a:t>, from the URL and passes the hostname </a:t>
            </a:r>
            <a:r>
              <a:rPr lang="en-US" sz="2000" b="1" dirty="0">
                <a:solidFill>
                  <a:srgbClr val="FF0000"/>
                </a:solidFill>
              </a:rPr>
              <a:t>to the client side of the DNS application</a:t>
            </a:r>
            <a:r>
              <a:rPr lang="en-US" sz="2000" dirty="0"/>
              <a:t>. </a:t>
            </a:r>
            <a:endParaRPr lang="en-US" sz="2000" dirty="0" smtClean="0"/>
          </a:p>
          <a:p>
            <a:pPr lvl="1"/>
            <a:r>
              <a:rPr lang="en-US" sz="2000" b="1" dirty="0" smtClean="0">
                <a:solidFill>
                  <a:schemeClr val="accent6">
                    <a:lumMod val="75000"/>
                  </a:schemeClr>
                </a:solidFill>
              </a:rPr>
              <a:t>3</a:t>
            </a:r>
            <a:r>
              <a:rPr lang="en-US" sz="2000" b="1" dirty="0">
                <a:solidFill>
                  <a:schemeClr val="accent6">
                    <a:lumMod val="75000"/>
                  </a:schemeClr>
                </a:solidFill>
              </a:rPr>
              <a:t>.</a:t>
            </a:r>
            <a:r>
              <a:rPr lang="en-US" sz="2000" dirty="0"/>
              <a:t> </a:t>
            </a:r>
            <a:r>
              <a:rPr lang="en-US" sz="2000" dirty="0" smtClean="0"/>
              <a:t>DNS </a:t>
            </a:r>
            <a:r>
              <a:rPr lang="en-US" sz="2000" dirty="0"/>
              <a:t>client </a:t>
            </a:r>
            <a:r>
              <a:rPr lang="en-US" sz="2000" b="1" dirty="0">
                <a:solidFill>
                  <a:srgbClr val="7030A0"/>
                </a:solidFill>
              </a:rPr>
              <a:t>sends a query containing the hostname to a DNS server</a:t>
            </a:r>
            <a:r>
              <a:rPr lang="en-US" sz="2000" dirty="0"/>
              <a:t>. </a:t>
            </a:r>
            <a:endParaRPr lang="en-US" sz="2000" dirty="0" smtClean="0"/>
          </a:p>
          <a:p>
            <a:pPr lvl="1"/>
            <a:r>
              <a:rPr lang="en-US" sz="2000" b="1" dirty="0" smtClean="0">
                <a:solidFill>
                  <a:schemeClr val="accent6">
                    <a:lumMod val="75000"/>
                  </a:schemeClr>
                </a:solidFill>
              </a:rPr>
              <a:t>4</a:t>
            </a:r>
            <a:r>
              <a:rPr lang="en-US" sz="2000" b="1" dirty="0">
                <a:solidFill>
                  <a:schemeClr val="accent6">
                    <a:lumMod val="75000"/>
                  </a:schemeClr>
                </a:solidFill>
              </a:rPr>
              <a:t>.</a:t>
            </a:r>
            <a:r>
              <a:rPr lang="en-US" sz="2000" dirty="0"/>
              <a:t> The DNS client </a:t>
            </a:r>
            <a:r>
              <a:rPr lang="en-US" sz="2000" b="1" dirty="0">
                <a:solidFill>
                  <a:srgbClr val="FF0000"/>
                </a:solidFill>
              </a:rPr>
              <a:t>eventually receives a reply, which includes the IP address</a:t>
            </a:r>
            <a:r>
              <a:rPr lang="en-US" sz="2000" dirty="0"/>
              <a:t> for the hostname. </a:t>
            </a:r>
            <a:endParaRPr lang="en-US" sz="2000" dirty="0" smtClean="0"/>
          </a:p>
          <a:p>
            <a:pPr lvl="1"/>
            <a:r>
              <a:rPr lang="en-US" sz="2000" b="1" dirty="0" smtClean="0">
                <a:solidFill>
                  <a:schemeClr val="accent6">
                    <a:lumMod val="75000"/>
                  </a:schemeClr>
                </a:solidFill>
              </a:rPr>
              <a:t>5</a:t>
            </a:r>
            <a:r>
              <a:rPr lang="en-US" sz="2000" b="1" dirty="0">
                <a:solidFill>
                  <a:schemeClr val="accent6">
                    <a:lumMod val="75000"/>
                  </a:schemeClr>
                </a:solidFill>
              </a:rPr>
              <a:t>.</a:t>
            </a:r>
            <a:r>
              <a:rPr lang="en-US" sz="2000" dirty="0"/>
              <a:t> Once </a:t>
            </a:r>
            <a:r>
              <a:rPr lang="en-US" sz="2000" b="1" dirty="0">
                <a:solidFill>
                  <a:srgbClr val="7030A0"/>
                </a:solidFill>
              </a:rPr>
              <a:t>the browser</a:t>
            </a:r>
            <a:r>
              <a:rPr lang="en-US" sz="2000" dirty="0"/>
              <a:t> receives the IP address from DNS, it can </a:t>
            </a:r>
            <a:r>
              <a:rPr lang="en-US" sz="2000" b="1" dirty="0">
                <a:solidFill>
                  <a:srgbClr val="7030A0"/>
                </a:solidFill>
              </a:rPr>
              <a:t>initiate a TCP </a:t>
            </a:r>
            <a:r>
              <a:rPr lang="en-US" sz="2000" b="1" dirty="0" smtClean="0">
                <a:solidFill>
                  <a:srgbClr val="7030A0"/>
                </a:solidFill>
              </a:rPr>
              <a:t>connection </a:t>
            </a:r>
            <a:r>
              <a:rPr lang="en-US" sz="2000" b="1" dirty="0">
                <a:solidFill>
                  <a:srgbClr val="7030A0"/>
                </a:solidFill>
              </a:rPr>
              <a:t>to the HTTP server</a:t>
            </a:r>
            <a:r>
              <a:rPr lang="en-US" sz="2000" dirty="0"/>
              <a:t> process located at port 80 at that IP</a:t>
            </a:r>
          </a:p>
        </p:txBody>
      </p:sp>
    </p:spTree>
    <p:extLst>
      <p:ext uri="{BB962C8B-B14F-4D97-AF65-F5344CB8AC3E}">
        <p14:creationId xmlns:p14="http://schemas.microsoft.com/office/powerpoint/2010/main" val="160341116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Rectangle 7">
            <a:extLst>
              <a:ext uri="{FF2B5EF4-FFF2-40B4-BE49-F238E27FC236}">
                <a16:creationId xmlns="" xmlns:a16="http://schemas.microsoft.com/office/drawing/2014/main" id="{4238250C-8F60-4434-B0BE-7C671EB12F8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7458" name="Rectangle 8">
            <a:extLst>
              <a:ext uri="{FF2B5EF4-FFF2-40B4-BE49-F238E27FC236}">
                <a16:creationId xmlns="" xmlns:a16="http://schemas.microsoft.com/office/drawing/2014/main" id="{F7854754-9C38-43AB-96F2-047AF5130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01162B5-EE62-46FD-9EBE-0CA679285335}" type="slidenum">
              <a:rPr lang="en-US" altLang="en-US" sz="1200">
                <a:latin typeface="Tahoma" panose="020B0604030504040204" pitchFamily="34" charset="0"/>
              </a:rPr>
              <a:pPr/>
              <a:t>58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7459" name="Rectangle 2">
            <a:extLst>
              <a:ext uri="{FF2B5EF4-FFF2-40B4-BE49-F238E27FC236}">
                <a16:creationId xmlns="" xmlns:a16="http://schemas.microsoft.com/office/drawing/2014/main" id="{6C806201-56BF-49A8-9ED1-7539784745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en-US" sz="4000"/>
              <a:t>DNS: services, structure </a:t>
            </a:r>
            <a:endParaRPr lang="en-US" altLang="en-US"/>
          </a:p>
        </p:txBody>
      </p:sp>
      <p:sp>
        <p:nvSpPr>
          <p:cNvPr id="147460" name="Rectangle 4">
            <a:extLst>
              <a:ext uri="{FF2B5EF4-FFF2-40B4-BE49-F238E27FC236}">
                <a16:creationId xmlns="" xmlns:a16="http://schemas.microsoft.com/office/drawing/2014/main" id="{29B1DE39-14C1-4472-8641-E4DB73CEB73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1271588"/>
            <a:ext cx="4419600" cy="3071812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why not centralize DNS?</a:t>
            </a:r>
          </a:p>
          <a:p>
            <a:r>
              <a:rPr lang="en-US" altLang="en-US" sz="2400" dirty="0"/>
              <a:t>single point of failure</a:t>
            </a:r>
          </a:p>
          <a:p>
            <a:r>
              <a:rPr lang="en-US" altLang="en-US" sz="2400" dirty="0"/>
              <a:t>traffic volume</a:t>
            </a:r>
          </a:p>
          <a:p>
            <a:r>
              <a:rPr lang="en-US" altLang="en-US" sz="2400" dirty="0"/>
              <a:t>distant centralized database</a:t>
            </a:r>
          </a:p>
          <a:p>
            <a:r>
              <a:rPr lang="en-US" altLang="en-US" sz="2400" dirty="0"/>
              <a:t>maintenance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147461" name="Rectangle 5">
            <a:extLst>
              <a:ext uri="{FF2B5EF4-FFF2-40B4-BE49-F238E27FC236}">
                <a16:creationId xmlns="" xmlns:a16="http://schemas.microsoft.com/office/drawing/2014/main" id="{DAAF7DE2-FB76-458B-9C32-2F60083B722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300163"/>
            <a:ext cx="4160838" cy="4648200"/>
          </a:xfrm>
        </p:spPr>
        <p:txBody>
          <a:bodyPr>
            <a:normAutofit fontScale="92500" lnSpcReduction="2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</a:rPr>
              <a:t>DNS services</a:t>
            </a:r>
          </a:p>
          <a:p>
            <a:r>
              <a:rPr lang="en-US" altLang="en-US" sz="2400" dirty="0"/>
              <a:t>hostname to IP address translation</a:t>
            </a:r>
          </a:p>
          <a:p>
            <a:r>
              <a:rPr lang="en-US" altLang="en-US" sz="2400" dirty="0"/>
              <a:t>host aliasing</a:t>
            </a:r>
          </a:p>
          <a:p>
            <a:pPr lvl="1"/>
            <a:r>
              <a:rPr lang="en-US" altLang="en-US" sz="2000" dirty="0" smtClean="0"/>
              <a:t>A host with a complicated hostname can have one or more alias names.</a:t>
            </a:r>
          </a:p>
          <a:p>
            <a:pPr lvl="1"/>
            <a:r>
              <a:rPr lang="en-US" altLang="en-US" sz="2000" dirty="0" smtClean="0"/>
              <a:t>canonical</a:t>
            </a:r>
            <a:r>
              <a:rPr lang="en-US" altLang="en-US" sz="2000" dirty="0"/>
              <a:t>, alias </a:t>
            </a:r>
            <a:r>
              <a:rPr lang="en-US" altLang="en-US" sz="2000" dirty="0" smtClean="0"/>
              <a:t>names</a:t>
            </a:r>
          </a:p>
          <a:p>
            <a:pPr lvl="1"/>
            <a:r>
              <a:rPr lang="en-US" altLang="en-US" sz="2000" dirty="0" smtClean="0"/>
              <a:t>Example: </a:t>
            </a:r>
            <a:endParaRPr lang="en-US" altLang="en-US" sz="2000" dirty="0"/>
          </a:p>
          <a:p>
            <a:r>
              <a:rPr lang="en-US" altLang="en-US" sz="2400" dirty="0"/>
              <a:t>mail server aliasing</a:t>
            </a:r>
          </a:p>
          <a:p>
            <a:r>
              <a:rPr lang="en-US" altLang="en-US" sz="2400" dirty="0"/>
              <a:t>load distribution</a:t>
            </a:r>
          </a:p>
          <a:p>
            <a:pPr lvl="1"/>
            <a:r>
              <a:rPr lang="en-US" altLang="en-US" dirty="0"/>
              <a:t>replicated Web servers: many IP addresses correspond to one name</a:t>
            </a:r>
          </a:p>
          <a:p>
            <a:endParaRPr lang="en-US" altLang="en-US" sz="2400" dirty="0"/>
          </a:p>
        </p:txBody>
      </p:sp>
      <p:pic>
        <p:nvPicPr>
          <p:cNvPr id="147462" name="Picture 10" descr="underline_base">
            <a:extLst>
              <a:ext uri="{FF2B5EF4-FFF2-40B4-BE49-F238E27FC236}">
                <a16:creationId xmlns="" xmlns:a16="http://schemas.microsoft.com/office/drawing/2014/main" id="{03BA01AC-FCFD-4B5F-B4CA-A32B102BB8F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" y="9159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7" name="Text Box 11">
            <a:extLst>
              <a:ext uri="{FF2B5EF4-FFF2-40B4-BE49-F238E27FC236}">
                <a16:creationId xmlns="" xmlns:a16="http://schemas.microsoft.com/office/drawing/2014/main" id="{8076E193-1F3D-4948-BE59-5E1C421D4E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8588" y="3429000"/>
            <a:ext cx="29067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i="1"/>
              <a:t>A: </a:t>
            </a:r>
            <a:r>
              <a:rPr lang="en-US" altLang="en-US" sz="2800" i="1">
                <a:solidFill>
                  <a:srgbClr val="CC0000"/>
                </a:solidFill>
              </a:rPr>
              <a:t>doesn‘t</a:t>
            </a:r>
            <a:r>
              <a:rPr lang="en-US" altLang="ja-JP" sz="2800" i="1">
                <a:solidFill>
                  <a:srgbClr val="CC0000"/>
                </a:solidFill>
              </a:rPr>
              <a:t> scale!</a:t>
            </a:r>
            <a:endParaRPr lang="en-US" altLang="en-US" sz="2800" i="1"/>
          </a:p>
        </p:txBody>
      </p:sp>
    </p:spTree>
    <p:extLst>
      <p:ext uri="{BB962C8B-B14F-4D97-AF65-F5344CB8AC3E}">
        <p14:creationId xmlns:p14="http://schemas.microsoft.com/office/powerpoint/2010/main" val="48453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2">
            <a:extLst>
              <a:ext uri="{FF2B5EF4-FFF2-40B4-BE49-F238E27FC236}">
                <a16:creationId xmlns="" xmlns:a16="http://schemas.microsoft.com/office/drawing/2014/main" id="{A7E249FF-01FC-487E-B05D-F7C27AD5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21539"/>
            <a:ext cx="5846436" cy="56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>
            <a:lvl1pPr algn="l" defTabSz="684213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defRPr lang="en-US" sz="2400" kern="1200">
                <a:solidFill>
                  <a:schemeClr val="accent4"/>
                </a:solidFill>
                <a:latin typeface="+mj-lt"/>
                <a:ea typeface="ＭＳ Ｐゴシック" charset="0"/>
                <a:cs typeface="CiscoSans"/>
              </a:defRPr>
            </a:lvl1pPr>
            <a:lvl2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2pPr>
            <a:lvl3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3pPr>
            <a:lvl4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4pPr>
            <a:lvl5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5pPr>
            <a:lvl6pPr marL="4572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6pPr>
            <a:lvl7pPr marL="9144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7pPr>
            <a:lvl8pPr marL="13716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8pPr>
            <a:lvl9pPr marL="18288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2000" dirty="0"/>
              <a:t>DNS</a:t>
            </a:r>
          </a:p>
          <a:p>
            <a:pPr algn="ctr"/>
            <a:r>
              <a:rPr lang="en-US" sz="3200" dirty="0"/>
              <a:t>The DNS Domain Hierarchy</a:t>
            </a:r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152400" y="1783888"/>
            <a:ext cx="4573902" cy="4464512"/>
          </a:xfrm>
        </p:spPr>
        <p:txBody>
          <a:bodyPr>
            <a:noAutofit/>
          </a:bodyPr>
          <a:lstStyle/>
          <a:p>
            <a:pPr algn="just">
              <a:spcBef>
                <a:spcPts val="300"/>
              </a:spcBef>
              <a:spcAft>
                <a:spcPts val="300"/>
              </a:spcAft>
            </a:pPr>
            <a:r>
              <a:rPr lang="en-US" sz="1800" dirty="0"/>
              <a:t>DNS consists of a hierarchy of </a:t>
            </a:r>
            <a:r>
              <a:rPr lang="en-US" sz="1800" b="1" dirty="0">
                <a:solidFill>
                  <a:srgbClr val="FF0000"/>
                </a:solidFill>
              </a:rPr>
              <a:t>generic top-level domains and numerous country-level domains.</a:t>
            </a:r>
          </a:p>
          <a:p>
            <a:pPr algn="just">
              <a:spcBef>
                <a:spcPts val="300"/>
              </a:spcBef>
              <a:spcAft>
                <a:spcPts val="300"/>
              </a:spcAft>
            </a:pPr>
            <a:r>
              <a:rPr lang="en-US" sz="1800" dirty="0"/>
              <a:t>The second-level domains are represented by a domain name that is followed by a top-level domain. </a:t>
            </a:r>
          </a:p>
          <a:p>
            <a:pPr algn="just">
              <a:spcBef>
                <a:spcPts val="300"/>
              </a:spcBef>
              <a:spcAft>
                <a:spcPts val="300"/>
              </a:spcAft>
            </a:pPr>
            <a:r>
              <a:rPr lang="en-US" sz="1800" dirty="0"/>
              <a:t>Subdomains are found at the next level of the DNS hierarchy and represent some division of the second-level domain. </a:t>
            </a:r>
          </a:p>
          <a:p>
            <a:pPr algn="just">
              <a:spcBef>
                <a:spcPts val="300"/>
              </a:spcBef>
              <a:spcAft>
                <a:spcPts val="300"/>
              </a:spcAft>
            </a:pPr>
            <a:r>
              <a:rPr lang="en-US" sz="1800" dirty="0"/>
              <a:t>Fourth level domain can represent a host in a subdomain. </a:t>
            </a:r>
          </a:p>
          <a:p>
            <a:pPr algn="just">
              <a:spcBef>
                <a:spcPts val="300"/>
              </a:spcBef>
              <a:spcAft>
                <a:spcPts val="300"/>
              </a:spcAft>
            </a:pPr>
            <a:r>
              <a:rPr lang="en-US" sz="1800" b="1" dirty="0">
                <a:solidFill>
                  <a:srgbClr val="FF0000"/>
                </a:solidFill>
              </a:rPr>
              <a:t>Top-level domains represent either the type of organization or country of origin. </a:t>
            </a:r>
            <a:r>
              <a:rPr lang="en-US" sz="1800" dirty="0"/>
              <a:t>Examples: (</a:t>
            </a:r>
            <a:r>
              <a:rPr lang="en-US" sz="1800" b="1" dirty="0"/>
              <a:t>.org) </a:t>
            </a:r>
            <a:r>
              <a:rPr lang="en-US" sz="1800" dirty="0"/>
              <a:t>- a non-profit organization, </a:t>
            </a:r>
            <a:r>
              <a:rPr lang="en-US" sz="1800" b="1" dirty="0"/>
              <a:t>(.au) </a:t>
            </a:r>
            <a:r>
              <a:rPr lang="en-US" sz="1800" dirty="0"/>
              <a:t>– Australia.</a:t>
            </a: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701" y="1783888"/>
            <a:ext cx="4249634" cy="4464512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4866001" y="5029200"/>
            <a:ext cx="27499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1200" dirty="0">
                <a:solidFill>
                  <a:srgbClr val="000000"/>
                </a:solidFill>
              </a:rPr>
              <a:t>DNS Hierarchy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0494174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2">
            <a:extLst>
              <a:ext uri="{FF2B5EF4-FFF2-40B4-BE49-F238E27FC236}">
                <a16:creationId xmlns="" xmlns:a16="http://schemas.microsoft.com/office/drawing/2014/main" id="{A7E249FF-01FC-487E-B05D-F7C27AD5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840657"/>
            <a:ext cx="6472421" cy="56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>
            <a:lvl1pPr algn="l" defTabSz="684213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defRPr lang="en-US" sz="2400" kern="1200">
                <a:solidFill>
                  <a:schemeClr val="accent4"/>
                </a:solidFill>
                <a:latin typeface="+mj-lt"/>
                <a:ea typeface="ＭＳ Ｐゴシック" charset="0"/>
                <a:cs typeface="CiscoSans"/>
              </a:defRPr>
            </a:lvl1pPr>
            <a:lvl2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2pPr>
            <a:lvl3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3pPr>
            <a:lvl4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4pPr>
            <a:lvl5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5pPr>
            <a:lvl6pPr marL="4572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6pPr>
            <a:lvl7pPr marL="9144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7pPr>
            <a:lvl8pPr marL="13716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8pPr>
            <a:lvl9pPr marL="18288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2000" dirty="0"/>
              <a:t>DNS</a:t>
            </a:r>
          </a:p>
          <a:p>
            <a:pPr algn="ctr"/>
            <a:r>
              <a:rPr lang="en-US" sz="3200" dirty="0"/>
              <a:t>The DNS Lookup Process</a:t>
            </a:r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0" y="2065445"/>
            <a:ext cx="4709571" cy="3439427"/>
          </a:xfrm>
        </p:spPr>
        <p:txBody>
          <a:bodyPr>
            <a:noAutofit/>
          </a:bodyPr>
          <a:lstStyle/>
          <a:p>
            <a:pPr algn="just">
              <a:spcBef>
                <a:spcPts val="300"/>
              </a:spcBef>
              <a:spcAft>
                <a:spcPts val="300"/>
              </a:spcAft>
            </a:pPr>
            <a:r>
              <a:rPr lang="en-US" sz="1800" dirty="0"/>
              <a:t>To resolve a name to an IP address, </a:t>
            </a:r>
            <a:r>
              <a:rPr lang="en-US" sz="1800" b="1" dirty="0">
                <a:solidFill>
                  <a:srgbClr val="FF0000"/>
                </a:solidFill>
              </a:rPr>
              <a:t>the resolver, will first check its local DNS cache</a:t>
            </a:r>
            <a:r>
              <a:rPr lang="en-US" sz="1800" dirty="0"/>
              <a:t>. If the mapping is not found, a query will be issued to the DNS server .</a:t>
            </a:r>
          </a:p>
          <a:p>
            <a:pPr algn="just">
              <a:spcBef>
                <a:spcPts val="300"/>
              </a:spcBef>
              <a:spcAft>
                <a:spcPts val="300"/>
              </a:spcAft>
            </a:pPr>
            <a:r>
              <a:rPr lang="en-US" sz="1800" b="1" dirty="0">
                <a:solidFill>
                  <a:srgbClr val="7030A0"/>
                </a:solidFill>
              </a:rPr>
              <a:t>If the mapping is not found there,</a:t>
            </a:r>
            <a:r>
              <a:rPr lang="en-US" sz="1800" dirty="0"/>
              <a:t> the DNS server will query other higher-level DNS servers that are authoritative for the top-level domain in order to find the mapping. </a:t>
            </a:r>
            <a:r>
              <a:rPr lang="en-US" sz="1800" b="1" dirty="0">
                <a:solidFill>
                  <a:srgbClr val="FF0000"/>
                </a:solidFill>
              </a:rPr>
              <a:t>These are known as recursive queries.</a:t>
            </a:r>
          </a:p>
          <a:p>
            <a:pPr algn="just">
              <a:spcBef>
                <a:spcPts val="300"/>
              </a:spcBef>
              <a:spcAft>
                <a:spcPts val="300"/>
              </a:spcAft>
            </a:pPr>
            <a:r>
              <a:rPr lang="en-US" sz="1800" dirty="0"/>
              <a:t>The caching DNS servers can resolve recursive queries without forwarding the queries to higher level servers. </a:t>
            </a:r>
          </a:p>
        </p:txBody>
      </p:sp>
      <p:sp>
        <p:nvSpPr>
          <p:cNvPr id="3" name="Content Placeholder 2"/>
          <p:cNvSpPr txBox="1"/>
          <p:nvPr/>
        </p:nvSpPr>
        <p:spPr>
          <a:xfrm>
            <a:off x="-1" y="5945161"/>
            <a:ext cx="834043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14313" indent="-146447">
              <a:buSzPct val="90000"/>
              <a:buFont typeface="Arial" panose="020B0604020202020204" pitchFamily="34" charset="0"/>
              <a:buChar char="•"/>
            </a:pPr>
            <a:r>
              <a:rPr lang="en-IN" dirty="0">
                <a:solidFill>
                  <a:srgbClr val="000000"/>
                </a:solidFill>
              </a:rPr>
              <a:t>If a server requires data for a zone,  it will request a transfer of that data from an authoritative server for that zone. The process of transferring DNS data between servers is known as </a:t>
            </a:r>
            <a:r>
              <a:rPr lang="en-IN" b="1" dirty="0">
                <a:solidFill>
                  <a:srgbClr val="FF0000"/>
                </a:solidFill>
              </a:rPr>
              <a:t>zone transfer</a:t>
            </a:r>
            <a:r>
              <a:rPr lang="en-IN" dirty="0">
                <a:solidFill>
                  <a:srgbClr val="000000"/>
                </a:solidFill>
              </a:rPr>
              <a:t>.</a:t>
            </a:r>
          </a:p>
        </p:txBody>
      </p: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768031" y="1823709"/>
            <a:ext cx="4147369" cy="4106202"/>
          </a:xfrm>
          <a:prstGeom prst="rect">
            <a:avLst/>
          </a:prstGeom>
          <a:noFill/>
          <a:ln>
            <a:solidFill>
              <a:schemeClr val="bg1">
                <a:lumMod val="8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8035435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Rectangle 7">
            <a:extLst>
              <a:ext uri="{FF2B5EF4-FFF2-40B4-BE49-F238E27FC236}">
                <a16:creationId xmlns="" xmlns:a16="http://schemas.microsoft.com/office/drawing/2014/main" id="{C4DE638A-6D5C-4C01-8F37-03ACD5F0FF0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9506" name="Rectangle 8">
            <a:extLst>
              <a:ext uri="{FF2B5EF4-FFF2-40B4-BE49-F238E27FC236}">
                <a16:creationId xmlns="" xmlns:a16="http://schemas.microsoft.com/office/drawing/2014/main" id="{0AEF98C4-EF62-49AD-AD12-7AF4C25852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34764DB-5A59-428F-B36C-F7C71E89CEFD}" type="slidenum">
              <a:rPr lang="en-US" altLang="en-US" sz="1200">
                <a:latin typeface="Tahoma" panose="020B0604030504040204" pitchFamily="34" charset="0"/>
              </a:rPr>
              <a:pPr/>
              <a:t>61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49507" name="Group 23">
            <a:extLst>
              <a:ext uri="{FF2B5EF4-FFF2-40B4-BE49-F238E27FC236}">
                <a16:creationId xmlns="" xmlns:a16="http://schemas.microsoft.com/office/drawing/2014/main" id="{68B05DC4-FC63-4778-946A-F46A4D055908}"/>
              </a:ext>
            </a:extLst>
          </p:cNvPr>
          <p:cNvGrpSpPr>
            <a:grpSpLocks/>
          </p:cNvGrpSpPr>
          <p:nvPr/>
        </p:nvGrpSpPr>
        <p:grpSpPr bwMode="auto">
          <a:xfrm>
            <a:off x="438150" y="1193800"/>
            <a:ext cx="8205788" cy="2444750"/>
            <a:chOff x="230" y="576"/>
            <a:chExt cx="5504" cy="1757"/>
          </a:xfrm>
        </p:grpSpPr>
        <p:sp>
          <p:nvSpPr>
            <p:cNvPr id="149513" name="Text Box 2">
              <a:extLst>
                <a:ext uri="{FF2B5EF4-FFF2-40B4-BE49-F238E27FC236}">
                  <a16:creationId xmlns="" xmlns:a16="http://schemas.microsoft.com/office/drawing/2014/main" id="{F046A511-E817-4C9D-9E36-7374E6ED83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576"/>
              <a:ext cx="1385" cy="2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Root DNS Servers</a:t>
              </a:r>
            </a:p>
          </p:txBody>
        </p:sp>
        <p:sp>
          <p:nvSpPr>
            <p:cNvPr id="149514" name="Text Box 4">
              <a:extLst>
                <a:ext uri="{FF2B5EF4-FFF2-40B4-BE49-F238E27FC236}">
                  <a16:creationId xmlns="" xmlns:a16="http://schemas.microsoft.com/office/drawing/2014/main" id="{3851DAC0-6FC4-4766-B961-FD2D42F1A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344"/>
              <a:ext cx="1325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com DNS servers</a:t>
              </a:r>
            </a:p>
          </p:txBody>
        </p:sp>
        <p:sp>
          <p:nvSpPr>
            <p:cNvPr id="149515" name="Text Box 5">
              <a:extLst>
                <a:ext uri="{FF2B5EF4-FFF2-40B4-BE49-F238E27FC236}">
                  <a16:creationId xmlns="" xmlns:a16="http://schemas.microsoft.com/office/drawing/2014/main" id="{4D9C7256-DF63-4B6C-8F37-9B859D8F4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296"/>
              <a:ext cx="1257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org DNS servers</a:t>
              </a:r>
            </a:p>
          </p:txBody>
        </p:sp>
        <p:sp>
          <p:nvSpPr>
            <p:cNvPr id="149516" name="Text Box 6">
              <a:extLst>
                <a:ext uri="{FF2B5EF4-FFF2-40B4-BE49-F238E27FC236}">
                  <a16:creationId xmlns="" xmlns:a16="http://schemas.microsoft.com/office/drawing/2014/main" id="{6C5EAB5D-9239-4BC7-B90D-0BF0F0F5E7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2" y="1296"/>
              <a:ext cx="1291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edu DNS servers</a:t>
              </a:r>
            </a:p>
          </p:txBody>
        </p:sp>
        <p:sp>
          <p:nvSpPr>
            <p:cNvPr id="149517" name="Line 7">
              <a:extLst>
                <a:ext uri="{FF2B5EF4-FFF2-40B4-BE49-F238E27FC236}">
                  <a16:creationId xmlns="" xmlns:a16="http://schemas.microsoft.com/office/drawing/2014/main" id="{A4669009-2BC1-43A3-A2D6-5EF288D646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4" y="864"/>
              <a:ext cx="1392" cy="432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8" name="Line 8">
              <a:extLst>
                <a:ext uri="{FF2B5EF4-FFF2-40B4-BE49-F238E27FC236}">
                  <a16:creationId xmlns="" xmlns:a16="http://schemas.microsoft.com/office/drawing/2014/main" id="{BB681D9D-039E-4E51-82B8-5A3FD9452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816"/>
              <a:ext cx="0" cy="4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9" name="Line 9">
              <a:extLst>
                <a:ext uri="{FF2B5EF4-FFF2-40B4-BE49-F238E27FC236}">
                  <a16:creationId xmlns="" xmlns:a16="http://schemas.microsoft.com/office/drawing/2014/main" id="{C67EC201-F216-44C8-BFB9-0D72D9A94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864"/>
              <a:ext cx="1440" cy="43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0" name="Text Box 10">
              <a:extLst>
                <a:ext uri="{FF2B5EF4-FFF2-40B4-BE49-F238E27FC236}">
                  <a16:creationId xmlns="" xmlns:a16="http://schemas.microsoft.com/office/drawing/2014/main" id="{DFAEED01-A250-48DB-80F8-B52434825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8" y="175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poly.edu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1" name="Text Box 11">
              <a:extLst>
                <a:ext uri="{FF2B5EF4-FFF2-40B4-BE49-F238E27FC236}">
                  <a16:creationId xmlns="" xmlns:a16="http://schemas.microsoft.com/office/drawing/2014/main" id="{26FA5FB8-BCD1-45B5-BA8A-2807CA639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2" y="175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umass.edu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2" name="Line 12">
              <a:extLst>
                <a:ext uri="{FF2B5EF4-FFF2-40B4-BE49-F238E27FC236}">
                  <a16:creationId xmlns="" xmlns:a16="http://schemas.microsoft.com/office/drawing/2014/main" id="{72A13F76-6220-49D3-A58C-DCC999A8AF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24" y="1536"/>
              <a:ext cx="336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3" name="Line 13">
              <a:extLst>
                <a:ext uri="{FF2B5EF4-FFF2-40B4-BE49-F238E27FC236}">
                  <a16:creationId xmlns="" xmlns:a16="http://schemas.microsoft.com/office/drawing/2014/main" id="{16046CBF-6AD2-4185-A26E-A687C1AADF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536"/>
              <a:ext cx="288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4" name="Text Box 14">
              <a:extLst>
                <a:ext uri="{FF2B5EF4-FFF2-40B4-BE49-F238E27FC236}">
                  <a16:creationId xmlns="" xmlns:a16="http://schemas.microsoft.com/office/drawing/2014/main" id="{05720144-992E-4BD6-B4AD-58E4A3C76D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" y="1848"/>
              <a:ext cx="1010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yahoo.com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5" name="Text Box 15">
              <a:extLst>
                <a:ext uri="{FF2B5EF4-FFF2-40B4-BE49-F238E27FC236}">
                  <a16:creationId xmlns="" xmlns:a16="http://schemas.microsoft.com/office/drawing/2014/main" id="{695D929E-22AB-45A6-BD20-3A84E7A7C0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1872"/>
              <a:ext cx="1001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amazon.com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6" name="Line 16">
              <a:extLst>
                <a:ext uri="{FF2B5EF4-FFF2-40B4-BE49-F238E27FC236}">
                  <a16:creationId xmlns="" xmlns:a16="http://schemas.microsoft.com/office/drawing/2014/main" id="{B3746FE1-39B5-4200-9842-742B639060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8" y="1584"/>
              <a:ext cx="192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7" name="Line 17">
              <a:extLst>
                <a:ext uri="{FF2B5EF4-FFF2-40B4-BE49-F238E27FC236}">
                  <a16:creationId xmlns="" xmlns:a16="http://schemas.microsoft.com/office/drawing/2014/main" id="{4CCDEB03-1AF4-4B82-A306-68C04082BD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1584"/>
              <a:ext cx="24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8" name="Text Box 18">
              <a:extLst>
                <a:ext uri="{FF2B5EF4-FFF2-40B4-BE49-F238E27FC236}">
                  <a16:creationId xmlns="" xmlns:a16="http://schemas.microsoft.com/office/drawing/2014/main" id="{1FDB2888-24CF-4D7C-8B9F-8B6B1D7411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4" y="1799"/>
              <a:ext cx="993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pbs.org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9" name="Line 19">
              <a:extLst>
                <a:ext uri="{FF2B5EF4-FFF2-40B4-BE49-F238E27FC236}">
                  <a16:creationId xmlns="" xmlns:a16="http://schemas.microsoft.com/office/drawing/2014/main" id="{4EEB1725-3125-493E-B614-CCD3F7D177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1536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9508" name="Rectangle 20">
            <a:extLst>
              <a:ext uri="{FF2B5EF4-FFF2-40B4-BE49-F238E27FC236}">
                <a16:creationId xmlns="" xmlns:a16="http://schemas.microsoft.com/office/drawing/2014/main" id="{3230F3A8-3268-471D-968E-5DA0D0DF86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8313" y="161925"/>
            <a:ext cx="8023225" cy="936625"/>
          </a:xfrm>
        </p:spPr>
        <p:txBody>
          <a:bodyPr/>
          <a:lstStyle/>
          <a:p>
            <a:r>
              <a:rPr lang="en-US" altLang="en-US" sz="3600"/>
              <a:t>DNS: a distributed, hierarchical database</a:t>
            </a:r>
          </a:p>
        </p:txBody>
      </p:sp>
      <p:sp>
        <p:nvSpPr>
          <p:cNvPr id="149509" name="Rectangle 22">
            <a:extLst>
              <a:ext uri="{FF2B5EF4-FFF2-40B4-BE49-F238E27FC236}">
                <a16:creationId xmlns="" xmlns:a16="http://schemas.microsoft.com/office/drawing/2014/main" id="{805CABA3-A51C-4E80-BD4F-D14F2005975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20700" y="3971925"/>
            <a:ext cx="8172450" cy="21336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</a:rPr>
              <a:t>client wants IP for www.amazon.com; 1</a:t>
            </a:r>
            <a:r>
              <a:rPr lang="en-US" altLang="en-US" sz="2400" i="1" baseline="30000">
                <a:solidFill>
                  <a:srgbClr val="000099"/>
                </a:solidFill>
              </a:rPr>
              <a:t>st</a:t>
            </a:r>
            <a:r>
              <a:rPr lang="en-US" altLang="en-US" sz="2400" i="1">
                <a:solidFill>
                  <a:srgbClr val="000099"/>
                </a:solidFill>
              </a:rPr>
              <a:t> approximation:</a:t>
            </a:r>
          </a:p>
          <a:p>
            <a:r>
              <a:rPr lang="en-US" altLang="en-US" sz="2200"/>
              <a:t>client queries root server to find com DNS server</a:t>
            </a:r>
          </a:p>
          <a:p>
            <a:r>
              <a:rPr lang="en-US" altLang="en-US" sz="2200"/>
              <a:t>client queries .com DNS server to get amazon.com DNS server</a:t>
            </a:r>
          </a:p>
          <a:p>
            <a:r>
              <a:rPr lang="en-US" altLang="en-US" sz="2200"/>
              <a:t>client queries amazon.com DNS server to get  IP address for www.amazon.com</a:t>
            </a:r>
          </a:p>
        </p:txBody>
      </p:sp>
      <p:pic>
        <p:nvPicPr>
          <p:cNvPr id="149510" name="Picture 28" descr="underline_base">
            <a:extLst>
              <a:ext uri="{FF2B5EF4-FFF2-40B4-BE49-F238E27FC236}">
                <a16:creationId xmlns="" xmlns:a16="http://schemas.microsoft.com/office/drawing/2014/main" id="{AC1E0B72-DE40-4FED-A140-A58705BA5C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025" y="849313"/>
            <a:ext cx="8043863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9511" name="Text Box 29">
            <a:extLst>
              <a:ext uri="{FF2B5EF4-FFF2-40B4-BE49-F238E27FC236}">
                <a16:creationId xmlns="" xmlns:a16="http://schemas.microsoft.com/office/drawing/2014/main" id="{C74F03C3-789B-49BA-AD3B-7BCE390A8D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7638" y="1687513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…</a:t>
            </a:r>
          </a:p>
        </p:txBody>
      </p:sp>
      <p:sp>
        <p:nvSpPr>
          <p:cNvPr id="149512" name="Text Box 30">
            <a:extLst>
              <a:ext uri="{FF2B5EF4-FFF2-40B4-BE49-F238E27FC236}">
                <a16:creationId xmlns="" xmlns:a16="http://schemas.microsoft.com/office/drawing/2014/main" id="{B6655ADD-4E15-4960-9601-3AC3265A2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1200" y="168592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2088533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3" name="Rectangle 7">
            <a:extLst>
              <a:ext uri="{FF2B5EF4-FFF2-40B4-BE49-F238E27FC236}">
                <a16:creationId xmlns="" xmlns:a16="http://schemas.microsoft.com/office/drawing/2014/main" id="{83007756-AA9A-47F3-93B7-ECB903008A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1554" name="Rectangle 8">
            <a:extLst>
              <a:ext uri="{FF2B5EF4-FFF2-40B4-BE49-F238E27FC236}">
                <a16:creationId xmlns="" xmlns:a16="http://schemas.microsoft.com/office/drawing/2014/main" id="{DE794B0E-40A1-440E-9128-6B1A642A7B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DE81827-5A93-4C6A-85F4-DC33B7893451}" type="slidenum">
              <a:rPr lang="en-US" altLang="en-US" sz="1200">
                <a:latin typeface="Tahoma" panose="020B0604030504040204" pitchFamily="34" charset="0"/>
              </a:rPr>
              <a:pPr/>
              <a:t>62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1555" name="Rectangle 2">
            <a:extLst>
              <a:ext uri="{FF2B5EF4-FFF2-40B4-BE49-F238E27FC236}">
                <a16:creationId xmlns="" xmlns:a16="http://schemas.microsoft.com/office/drawing/2014/main" id="{08C53A59-38F5-45E2-9C4E-1B51A05CAD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2250"/>
            <a:ext cx="7772400" cy="882650"/>
          </a:xfrm>
        </p:spPr>
        <p:txBody>
          <a:bodyPr/>
          <a:lstStyle/>
          <a:p>
            <a:r>
              <a:rPr lang="en-US" altLang="en-US" sz="4000"/>
              <a:t>DNS: root name servers</a:t>
            </a:r>
            <a:endParaRPr lang="en-US" altLang="en-US"/>
          </a:p>
        </p:txBody>
      </p:sp>
      <p:sp>
        <p:nvSpPr>
          <p:cNvPr id="151556" name="Rectangle 3">
            <a:extLst>
              <a:ext uri="{FF2B5EF4-FFF2-40B4-BE49-F238E27FC236}">
                <a16:creationId xmlns="" xmlns:a16="http://schemas.microsoft.com/office/drawing/2014/main" id="{FDD37A34-E9F7-4012-AEE1-AE5B8F006F7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4188" y="1362075"/>
            <a:ext cx="8478837" cy="4648200"/>
          </a:xfrm>
        </p:spPr>
        <p:txBody>
          <a:bodyPr/>
          <a:lstStyle/>
          <a:p>
            <a:r>
              <a:rPr lang="en-US" altLang="en-US" sz="2400"/>
              <a:t>contacted by local name server that can not resolve name</a:t>
            </a:r>
          </a:p>
          <a:p>
            <a:r>
              <a:rPr lang="en-US" altLang="en-US" sz="2400"/>
              <a:t>root name server:</a:t>
            </a:r>
          </a:p>
          <a:p>
            <a:pPr lvl="1"/>
            <a:r>
              <a:rPr lang="en-US" altLang="en-US" sz="2200"/>
              <a:t>contacts authoritative name server if name mapping not known</a:t>
            </a:r>
          </a:p>
          <a:p>
            <a:pPr lvl="1"/>
            <a:r>
              <a:rPr lang="en-US" altLang="en-US" sz="2200"/>
              <a:t>gets mapping</a:t>
            </a:r>
          </a:p>
          <a:p>
            <a:pPr lvl="1"/>
            <a:r>
              <a:rPr lang="en-US" altLang="en-US" sz="2200"/>
              <a:t>returns mapping to local name server</a:t>
            </a:r>
          </a:p>
        </p:txBody>
      </p:sp>
      <p:sp>
        <p:nvSpPr>
          <p:cNvPr id="176133" name="Rectangle 20">
            <a:extLst>
              <a:ext uri="{FF2B5EF4-FFF2-40B4-BE49-F238E27FC236}">
                <a16:creationId xmlns="" xmlns:a16="http://schemas.microsoft.com/office/drawing/2014/main" id="{F9CC08A0-00C8-4641-880F-58ACC085A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992688"/>
            <a:ext cx="2957513" cy="811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i="1"/>
              <a:t> 13 logical root name </a:t>
            </a:r>
            <a:r>
              <a:rPr lang="ja-JP" altLang="en-US" i="1"/>
              <a:t>“</a:t>
            </a:r>
            <a:r>
              <a:rPr lang="en-US" altLang="ja-JP" i="1"/>
              <a:t>servers</a:t>
            </a:r>
            <a:r>
              <a:rPr lang="ja-JP" altLang="en-US" i="1"/>
              <a:t>”</a:t>
            </a:r>
            <a:r>
              <a:rPr lang="en-US" altLang="ja-JP" i="1"/>
              <a:t> worldwide</a:t>
            </a:r>
          </a:p>
          <a:p>
            <a:pPr>
              <a:lnSpc>
                <a:spcPct val="85000"/>
              </a:lnSpc>
              <a:buClr>
                <a:srgbClr val="000090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ja-JP" sz="1800" i="1"/>
              <a:t>each “server” replicated many times</a:t>
            </a:r>
          </a:p>
        </p:txBody>
      </p:sp>
      <p:sp>
        <p:nvSpPr>
          <p:cNvPr id="151558" name="AutoShape 22">
            <a:extLst>
              <a:ext uri="{FF2B5EF4-FFF2-40B4-BE49-F238E27FC236}">
                <a16:creationId xmlns="" xmlns:a16="http://schemas.microsoft.com/office/drawing/2014/main" id="{63993845-94DB-4DF2-BC15-1F031AD5253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81013" y="3581400"/>
            <a:ext cx="5784850" cy="297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51559" name="Picture 23" descr="worldf">
            <a:extLst>
              <a:ext uri="{FF2B5EF4-FFF2-40B4-BE49-F238E27FC236}">
                <a16:creationId xmlns="" xmlns:a16="http://schemas.microsoft.com/office/drawing/2014/main" id="{281CCA28-14FF-447E-A24C-D34F6802D8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1813" y="4378325"/>
            <a:ext cx="4319587" cy="217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1560" name="Text Box 25">
            <a:extLst>
              <a:ext uri="{FF2B5EF4-FFF2-40B4-BE49-F238E27FC236}">
                <a16:creationId xmlns="" xmlns:a16="http://schemas.microsoft.com/office/drawing/2014/main" id="{84806660-0EDF-494F-9632-9C2580A867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963" y="5160963"/>
            <a:ext cx="2090737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a. Verisign, Los Angeles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    (5 other sites)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b. USC-ISI Marina del Rey,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l. ICANN Los Angeles,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   (41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51561" name="Freeform 26">
            <a:extLst>
              <a:ext uri="{FF2B5EF4-FFF2-40B4-BE49-F238E27FC236}">
                <a16:creationId xmlns="" xmlns:a16="http://schemas.microsoft.com/office/drawing/2014/main" id="{3DF2B45F-7C8B-4B6F-80CB-A3783A54557A}"/>
              </a:ext>
            </a:extLst>
          </p:cNvPr>
          <p:cNvSpPr>
            <a:spLocks/>
          </p:cNvSpPr>
          <p:nvPr/>
        </p:nvSpPr>
        <p:spPr bwMode="auto">
          <a:xfrm>
            <a:off x="1757363" y="5113338"/>
            <a:ext cx="531812" cy="341312"/>
          </a:xfrm>
          <a:custGeom>
            <a:avLst/>
            <a:gdLst>
              <a:gd name="T0" fmla="*/ 0 w 582"/>
              <a:gd name="T1" fmla="*/ 2147483647 h 426"/>
              <a:gd name="T2" fmla="*/ 2147483647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2" name="Text Box 27">
            <a:extLst>
              <a:ext uri="{FF2B5EF4-FFF2-40B4-BE49-F238E27FC236}">
                <a16:creationId xmlns="" xmlns:a16="http://schemas.microsoft.com/office/drawing/2014/main" id="{FDD37F2F-07D6-4B16-87EE-2F1A38100A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788" y="4333875"/>
            <a:ext cx="1949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e. NASA Mt View,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f. Internet Software C.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Palo Alto, CA (and 48 other  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51563" name="Freeform 28">
            <a:extLst>
              <a:ext uri="{FF2B5EF4-FFF2-40B4-BE49-F238E27FC236}">
                <a16:creationId xmlns="" xmlns:a16="http://schemas.microsoft.com/office/drawing/2014/main" id="{FEF07DB7-9089-4436-B02C-E58558CEE621}"/>
              </a:ext>
            </a:extLst>
          </p:cNvPr>
          <p:cNvSpPr>
            <a:spLocks/>
          </p:cNvSpPr>
          <p:nvPr/>
        </p:nvSpPr>
        <p:spPr bwMode="auto">
          <a:xfrm flipV="1">
            <a:off x="1423988" y="4868863"/>
            <a:ext cx="817562" cy="184150"/>
          </a:xfrm>
          <a:custGeom>
            <a:avLst/>
            <a:gdLst>
              <a:gd name="T0" fmla="*/ 0 w 582"/>
              <a:gd name="T1" fmla="*/ 2147483647 h 426"/>
              <a:gd name="T2" fmla="*/ 2147483647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4" name="Text Box 29">
            <a:extLst>
              <a:ext uri="{FF2B5EF4-FFF2-40B4-BE49-F238E27FC236}">
                <a16:creationId xmlns="" xmlns:a16="http://schemas.microsoft.com/office/drawing/2014/main" id="{F165813B-8394-424B-B187-E5CEACCC3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7363" y="3973513"/>
            <a:ext cx="2278062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i. Netnod, Stockholm (37 other sites)</a:t>
            </a:r>
          </a:p>
        </p:txBody>
      </p:sp>
      <p:sp>
        <p:nvSpPr>
          <p:cNvPr id="151565" name="Freeform 30">
            <a:extLst>
              <a:ext uri="{FF2B5EF4-FFF2-40B4-BE49-F238E27FC236}">
                <a16:creationId xmlns="" xmlns:a16="http://schemas.microsoft.com/office/drawing/2014/main" id="{B7E4495A-3B3B-4F53-8813-7781A732AEFF}"/>
              </a:ext>
            </a:extLst>
          </p:cNvPr>
          <p:cNvSpPr>
            <a:spLocks/>
          </p:cNvSpPr>
          <p:nvPr/>
        </p:nvSpPr>
        <p:spPr bwMode="auto">
          <a:xfrm>
            <a:off x="3932238" y="4068763"/>
            <a:ext cx="446087" cy="654050"/>
          </a:xfrm>
          <a:custGeom>
            <a:avLst/>
            <a:gdLst>
              <a:gd name="T0" fmla="*/ 2147483647 w 666"/>
              <a:gd name="T1" fmla="*/ 0 h 1005"/>
              <a:gd name="T2" fmla="*/ 0 w 666"/>
              <a:gd name="T3" fmla="*/ 2147483647 h 1005"/>
              <a:gd name="T4" fmla="*/ 0 60000 65536"/>
              <a:gd name="T5" fmla="*/ 0 60000 65536"/>
              <a:gd name="T6" fmla="*/ 0 w 666"/>
              <a:gd name="T7" fmla="*/ 0 h 1005"/>
              <a:gd name="T8" fmla="*/ 666 w 666"/>
              <a:gd name="T9" fmla="*/ 1005 h 100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66" h="1005">
                <a:moveTo>
                  <a:pt x="666" y="0"/>
                </a:moveTo>
                <a:lnTo>
                  <a:pt x="0" y="100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6" name="Text Box 31">
            <a:extLst>
              <a:ext uri="{FF2B5EF4-FFF2-40B4-BE49-F238E27FC236}">
                <a16:creationId xmlns="" xmlns:a16="http://schemas.microsoft.com/office/drawing/2014/main" id="{D256C41E-217B-46EA-8B42-9C4A49EA4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75" y="3684588"/>
            <a:ext cx="2519363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k. RIPE London (17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51567" name="Freeform 32">
            <a:extLst>
              <a:ext uri="{FF2B5EF4-FFF2-40B4-BE49-F238E27FC236}">
                <a16:creationId xmlns="" xmlns:a16="http://schemas.microsoft.com/office/drawing/2014/main" id="{CEC1A1A9-79B2-4A1E-9121-48BB7B56206E}"/>
              </a:ext>
            </a:extLst>
          </p:cNvPr>
          <p:cNvSpPr>
            <a:spLocks/>
          </p:cNvSpPr>
          <p:nvPr/>
        </p:nvSpPr>
        <p:spPr bwMode="auto">
          <a:xfrm>
            <a:off x="3751263" y="3862388"/>
            <a:ext cx="615950" cy="946150"/>
          </a:xfrm>
          <a:custGeom>
            <a:avLst/>
            <a:gdLst>
              <a:gd name="T0" fmla="*/ 2147483647 w 922"/>
              <a:gd name="T1" fmla="*/ 0 h 1448"/>
              <a:gd name="T2" fmla="*/ 0 w 922"/>
              <a:gd name="T3" fmla="*/ 2147483647 h 1448"/>
              <a:gd name="T4" fmla="*/ 0 60000 65536"/>
              <a:gd name="T5" fmla="*/ 0 60000 65536"/>
              <a:gd name="T6" fmla="*/ 0 w 922"/>
              <a:gd name="T7" fmla="*/ 0 h 1448"/>
              <a:gd name="T8" fmla="*/ 922 w 922"/>
              <a:gd name="T9" fmla="*/ 1448 h 144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22" h="1448">
                <a:moveTo>
                  <a:pt x="922" y="0"/>
                </a:moveTo>
                <a:lnTo>
                  <a:pt x="0" y="1448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8" name="Text Box 33">
            <a:extLst>
              <a:ext uri="{FF2B5EF4-FFF2-40B4-BE49-F238E27FC236}">
                <a16:creationId xmlns="" xmlns:a16="http://schemas.microsoft.com/office/drawing/2014/main" id="{9DF554AE-2E90-4437-BE54-822DCF2BF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4303713"/>
            <a:ext cx="1766888" cy="233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m. WIDE Tokyo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(5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51569" name="Freeform 34">
            <a:extLst>
              <a:ext uri="{FF2B5EF4-FFF2-40B4-BE49-F238E27FC236}">
                <a16:creationId xmlns="" xmlns:a16="http://schemas.microsoft.com/office/drawing/2014/main" id="{F43E6CB9-8C75-4F08-90CA-58E6B81BB56F}"/>
              </a:ext>
            </a:extLst>
          </p:cNvPr>
          <p:cNvSpPr>
            <a:spLocks/>
          </p:cNvSpPr>
          <p:nvPr/>
        </p:nvSpPr>
        <p:spPr bwMode="auto">
          <a:xfrm>
            <a:off x="5575300" y="4598988"/>
            <a:ext cx="400050" cy="431800"/>
          </a:xfrm>
          <a:custGeom>
            <a:avLst/>
            <a:gdLst>
              <a:gd name="T0" fmla="*/ 2147483647 w 252"/>
              <a:gd name="T1" fmla="*/ 0 h 462"/>
              <a:gd name="T2" fmla="*/ 0 w 252"/>
              <a:gd name="T3" fmla="*/ 2147483647 h 462"/>
              <a:gd name="T4" fmla="*/ 0 60000 65536"/>
              <a:gd name="T5" fmla="*/ 0 60000 65536"/>
              <a:gd name="T6" fmla="*/ 0 w 252"/>
              <a:gd name="T7" fmla="*/ 0 h 462"/>
              <a:gd name="T8" fmla="*/ 252 w 252"/>
              <a:gd name="T9" fmla="*/ 462 h 46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462">
                <a:moveTo>
                  <a:pt x="252" y="0"/>
                </a:moveTo>
                <a:lnTo>
                  <a:pt x="0" y="462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70" name="Text Box 35">
            <a:extLst>
              <a:ext uri="{FF2B5EF4-FFF2-40B4-BE49-F238E27FC236}">
                <a16:creationId xmlns="" xmlns:a16="http://schemas.microsoft.com/office/drawing/2014/main" id="{F1AEF56B-793A-4CF8-93CD-DC4C704E6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7025" y="3541713"/>
            <a:ext cx="2598738" cy="75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c. Cogent, Herndon, VA (5 other sites)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d. U Maryland College Park, MD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h. ARL Aberdeen, MD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j. Verisign, Dulles VA (69 other sites 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pic>
        <p:nvPicPr>
          <p:cNvPr id="151571" name="Picture 24" descr="underline_base">
            <a:extLst>
              <a:ext uri="{FF2B5EF4-FFF2-40B4-BE49-F238E27FC236}">
                <a16:creationId xmlns="" xmlns:a16="http://schemas.microsoft.com/office/drawing/2014/main" id="{28088A52-63CF-4DCE-B693-E8DE68413D84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84238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51572" name="Straight Arrow Connector 2">
            <a:extLst>
              <a:ext uri="{FF2B5EF4-FFF2-40B4-BE49-F238E27FC236}">
                <a16:creationId xmlns="" xmlns:a16="http://schemas.microsoft.com/office/drawing/2014/main" id="{8FA75CAB-940D-48A3-A7F3-8D35F71649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78138" y="4278313"/>
            <a:ext cx="7937" cy="690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573" name="Text Box 35">
            <a:extLst>
              <a:ext uri="{FF2B5EF4-FFF2-40B4-BE49-F238E27FC236}">
                <a16:creationId xmlns="" xmlns:a16="http://schemas.microsoft.com/office/drawing/2014/main" id="{BFD3BD08-950B-44B6-9A9C-02F08F8A93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889625"/>
            <a:ext cx="1470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g. US DoD Columbus, OH (5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cxnSp>
        <p:nvCxnSpPr>
          <p:cNvPr id="151574" name="Straight Arrow Connector 24">
            <a:extLst>
              <a:ext uri="{FF2B5EF4-FFF2-40B4-BE49-F238E27FC236}">
                <a16:creationId xmlns="" xmlns:a16="http://schemas.microsoft.com/office/drawing/2014/main" id="{AE273550-143F-4CA2-8BC7-44F300529364}"/>
              </a:ext>
            </a:extLst>
          </p:cNvPr>
          <p:cNvCxnSpPr>
            <a:cxnSpLocks noChangeShapeType="1"/>
            <a:stCxn id="151573" idx="0"/>
          </p:cNvCxnSpPr>
          <p:nvPr/>
        </p:nvCxnSpPr>
        <p:spPr bwMode="auto">
          <a:xfrm flipV="1">
            <a:off x="2286000" y="4945063"/>
            <a:ext cx="481013" cy="944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5674823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1" name="Rectangle 7">
            <a:extLst>
              <a:ext uri="{FF2B5EF4-FFF2-40B4-BE49-F238E27FC236}">
                <a16:creationId xmlns="" xmlns:a16="http://schemas.microsoft.com/office/drawing/2014/main" id="{BA481394-090D-41CA-BD54-8B460F532B4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3602" name="Rectangle 8">
            <a:extLst>
              <a:ext uri="{FF2B5EF4-FFF2-40B4-BE49-F238E27FC236}">
                <a16:creationId xmlns="" xmlns:a16="http://schemas.microsoft.com/office/drawing/2014/main" id="{B6A24332-953E-4DDB-9361-7633489EB91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B57265D-251F-45F2-8413-958CF4876152}" type="slidenum">
              <a:rPr lang="en-US" altLang="en-US" sz="1200">
                <a:latin typeface="Tahoma" panose="020B0604030504040204" pitchFamily="34" charset="0"/>
              </a:rPr>
              <a:pPr/>
              <a:t>63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3603" name="Rectangle 2">
            <a:extLst>
              <a:ext uri="{FF2B5EF4-FFF2-40B4-BE49-F238E27FC236}">
                <a16:creationId xmlns="" xmlns:a16="http://schemas.microsoft.com/office/drawing/2014/main" id="{28E79BF7-DC72-45CD-8BE5-42B7A1722D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4950"/>
            <a:ext cx="7772400" cy="914400"/>
          </a:xfrm>
        </p:spPr>
        <p:txBody>
          <a:bodyPr/>
          <a:lstStyle/>
          <a:p>
            <a:r>
              <a:rPr lang="en-US" altLang="en-US"/>
              <a:t>TLD, authoritative servers</a:t>
            </a:r>
          </a:p>
        </p:txBody>
      </p:sp>
      <p:sp>
        <p:nvSpPr>
          <p:cNvPr id="153604" name="Rectangle 3">
            <a:extLst>
              <a:ext uri="{FF2B5EF4-FFF2-40B4-BE49-F238E27FC236}">
                <a16:creationId xmlns="" xmlns:a16="http://schemas.microsoft.com/office/drawing/2014/main" id="{5468B1E9-9996-4E79-9BC6-970A255FCCC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600200"/>
            <a:ext cx="8159750" cy="4648200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top-level domain (TLD) servers:</a:t>
            </a:r>
          </a:p>
          <a:p>
            <a:pPr lvl="1"/>
            <a:r>
              <a:rPr lang="en-US" altLang="en-US"/>
              <a:t>responsible for com, org, net, edu, aero, jobs, museums, and all top-level country domains, e.g.: uk, fr, ca, jp</a:t>
            </a:r>
          </a:p>
          <a:p>
            <a:pPr lvl="1"/>
            <a:r>
              <a:rPr lang="en-US" altLang="en-US"/>
              <a:t>Network Solutions maintains servers for .com TLD</a:t>
            </a:r>
          </a:p>
          <a:p>
            <a:pPr lvl="1"/>
            <a:r>
              <a:rPr lang="en-US" altLang="en-US"/>
              <a:t>Educause for .edu TLD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authoritative DNS servers:</a:t>
            </a:r>
            <a:r>
              <a:rPr lang="en-US" altLang="en-US"/>
              <a:t> </a:t>
            </a:r>
          </a:p>
          <a:p>
            <a:pPr lvl="1"/>
            <a:r>
              <a:rPr lang="en-US" altLang="en-US"/>
              <a:t>organization</a:t>
            </a:r>
            <a:r>
              <a:rPr lang="ja-JP" altLang="en-US"/>
              <a:t>’</a:t>
            </a:r>
            <a:r>
              <a:rPr lang="en-US" altLang="ja-JP"/>
              <a:t>s own DNS server(s), providing authoritative hostname to IP mappings for organization</a:t>
            </a:r>
            <a:r>
              <a:rPr lang="ja-JP" altLang="en-US"/>
              <a:t>’</a:t>
            </a:r>
            <a:r>
              <a:rPr lang="en-US" altLang="ja-JP"/>
              <a:t>s named hosts </a:t>
            </a:r>
          </a:p>
          <a:p>
            <a:pPr lvl="1"/>
            <a:r>
              <a:rPr lang="en-US" altLang="en-US"/>
              <a:t>can be maintained by organization or service provider</a:t>
            </a:r>
          </a:p>
          <a:p>
            <a:pPr lvl="1"/>
            <a:endParaRPr lang="en-US" altLang="en-US"/>
          </a:p>
        </p:txBody>
      </p:sp>
      <p:pic>
        <p:nvPicPr>
          <p:cNvPr id="153605" name="Picture 10" descr="underline_base">
            <a:extLst>
              <a:ext uri="{FF2B5EF4-FFF2-40B4-BE49-F238E27FC236}">
                <a16:creationId xmlns="" xmlns:a16="http://schemas.microsoft.com/office/drawing/2014/main" id="{EAF9E6A3-39B0-4DFD-AAE3-81598CAB5CD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163" y="9445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61074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49" name="Rectangle 7">
            <a:extLst>
              <a:ext uri="{FF2B5EF4-FFF2-40B4-BE49-F238E27FC236}">
                <a16:creationId xmlns="" xmlns:a16="http://schemas.microsoft.com/office/drawing/2014/main" id="{BC96A998-0C56-4F2D-AAFE-501E3E05A41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5650" name="Rectangle 8">
            <a:extLst>
              <a:ext uri="{FF2B5EF4-FFF2-40B4-BE49-F238E27FC236}">
                <a16:creationId xmlns="" xmlns:a16="http://schemas.microsoft.com/office/drawing/2014/main" id="{32DA05BE-C43D-424C-BF75-EADF42E304B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4CFACE3-946E-471B-A464-186A45204C1E}" type="slidenum">
              <a:rPr lang="en-US" altLang="en-US" sz="1200">
                <a:latin typeface="Tahoma" panose="020B0604030504040204" pitchFamily="34" charset="0"/>
              </a:rPr>
              <a:pPr/>
              <a:t>64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5651" name="Rectangle 2">
            <a:extLst>
              <a:ext uri="{FF2B5EF4-FFF2-40B4-BE49-F238E27FC236}">
                <a16:creationId xmlns="" xmlns:a16="http://schemas.microsoft.com/office/drawing/2014/main" id="{74E770DA-E098-4AFC-AC0B-281DA25616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6538"/>
            <a:ext cx="7772400" cy="957262"/>
          </a:xfrm>
        </p:spPr>
        <p:txBody>
          <a:bodyPr/>
          <a:lstStyle/>
          <a:p>
            <a:r>
              <a:rPr lang="en-US" altLang="en-US"/>
              <a:t>Local </a:t>
            </a:r>
            <a:r>
              <a:rPr lang="en-US" altLang="en-US" sz="4000"/>
              <a:t>DNS</a:t>
            </a:r>
            <a:r>
              <a:rPr lang="en-US" altLang="en-US"/>
              <a:t> name server</a:t>
            </a:r>
          </a:p>
        </p:txBody>
      </p:sp>
      <p:sp>
        <p:nvSpPr>
          <p:cNvPr id="155652" name="Rectangle 3">
            <a:extLst>
              <a:ext uri="{FF2B5EF4-FFF2-40B4-BE49-F238E27FC236}">
                <a16:creationId xmlns="" xmlns:a16="http://schemas.microsoft.com/office/drawing/2014/main" id="{9D88F2ED-4330-4EE6-AA8C-EB7CA39D690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>
            <a:normAutofit lnSpcReduction="10000"/>
          </a:bodyPr>
          <a:lstStyle/>
          <a:p>
            <a:r>
              <a:rPr lang="en-US" altLang="en-US"/>
              <a:t>does not strictly belong to hierarchy</a:t>
            </a:r>
          </a:p>
          <a:p>
            <a:r>
              <a:rPr lang="en-US" altLang="en-US"/>
              <a:t>each ISP (residential ISP, company, university) has one</a:t>
            </a:r>
          </a:p>
          <a:p>
            <a:pPr lvl="1"/>
            <a:r>
              <a:rPr lang="en-US" altLang="en-US"/>
              <a:t>also called </a:t>
            </a:r>
            <a:r>
              <a:rPr lang="ja-JP" altLang="en-US"/>
              <a:t>“</a:t>
            </a:r>
            <a:r>
              <a:rPr lang="en-US" altLang="ja-JP"/>
              <a:t>default name server</a:t>
            </a:r>
            <a:r>
              <a:rPr lang="ja-JP" altLang="en-US"/>
              <a:t>”</a:t>
            </a:r>
            <a:endParaRPr lang="en-US" altLang="ja-JP"/>
          </a:p>
          <a:p>
            <a:r>
              <a:rPr lang="en-US" altLang="en-US"/>
              <a:t>when host makes DNS query, query is sent to its local DNS server</a:t>
            </a:r>
          </a:p>
          <a:p>
            <a:pPr lvl="1"/>
            <a:r>
              <a:rPr lang="en-US" altLang="en-US"/>
              <a:t>has local cache of recent name-to-address translation pairs (but may be out of date!)</a:t>
            </a:r>
          </a:p>
          <a:p>
            <a:pPr lvl="1"/>
            <a:r>
              <a:rPr lang="en-US" altLang="en-US"/>
              <a:t>acts as proxy, forwards query into hierarchy</a:t>
            </a:r>
          </a:p>
          <a:p>
            <a:pPr lvl="1"/>
            <a:endParaRPr lang="en-US" altLang="en-US"/>
          </a:p>
        </p:txBody>
      </p:sp>
      <p:pic>
        <p:nvPicPr>
          <p:cNvPr id="155653" name="Picture 9" descr="underline_base">
            <a:extLst>
              <a:ext uri="{FF2B5EF4-FFF2-40B4-BE49-F238E27FC236}">
                <a16:creationId xmlns="" xmlns:a16="http://schemas.microsoft.com/office/drawing/2014/main" id="{27E05001-2FA1-42B6-8DEA-3178F600FF0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163" y="969963"/>
            <a:ext cx="5548312" cy="204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457878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7" name="Rectangle 7">
            <a:extLst>
              <a:ext uri="{FF2B5EF4-FFF2-40B4-BE49-F238E27FC236}">
                <a16:creationId xmlns="" xmlns:a16="http://schemas.microsoft.com/office/drawing/2014/main" id="{B83D3A8C-B750-410A-B7F5-940C95D76FC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7698" name="Rectangle 8">
            <a:extLst>
              <a:ext uri="{FF2B5EF4-FFF2-40B4-BE49-F238E27FC236}">
                <a16:creationId xmlns="" xmlns:a16="http://schemas.microsoft.com/office/drawing/2014/main" id="{8434D650-471F-417B-9D43-26DB880EA9B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B910869-3081-42CF-9EA8-E4136A3AFBD9}" type="slidenum">
              <a:rPr lang="en-US" altLang="en-US" sz="1200">
                <a:latin typeface="Tahoma" panose="020B0604030504040204" pitchFamily="34" charset="0"/>
              </a:rPr>
              <a:pPr/>
              <a:t>65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57699" name="Picture 73" descr="underline_base">
            <a:extLst>
              <a:ext uri="{FF2B5EF4-FFF2-40B4-BE49-F238E27FC236}">
                <a16:creationId xmlns="" xmlns:a16="http://schemas.microsoft.com/office/drawing/2014/main" id="{1E3FD26C-7696-4EE2-A8F1-6D320602A4F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7700" name="Text Box 5">
            <a:extLst>
              <a:ext uri="{FF2B5EF4-FFF2-40B4-BE49-F238E27FC236}">
                <a16:creationId xmlns="" xmlns:a16="http://schemas.microsoft.com/office/drawing/2014/main" id="{3B72F5D3-3950-4C1F-A3A1-418C62C697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requesting host</a:t>
            </a:r>
            <a:endParaRPr lang="en-US" altLang="en-US" sz="240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</a:rPr>
              <a:t>cis.poly.edu</a:t>
            </a:r>
          </a:p>
        </p:txBody>
      </p:sp>
      <p:sp>
        <p:nvSpPr>
          <p:cNvPr id="157701" name="Text Box 6">
            <a:extLst>
              <a:ext uri="{FF2B5EF4-FFF2-40B4-BE49-F238E27FC236}">
                <a16:creationId xmlns="" xmlns:a16="http://schemas.microsoft.com/office/drawing/2014/main" id="{D51F7054-1C73-47AA-87F9-E68940EDF5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gaia.cs.umass.edu</a:t>
            </a:r>
          </a:p>
        </p:txBody>
      </p:sp>
      <p:sp>
        <p:nvSpPr>
          <p:cNvPr id="157702" name="Text Box 17">
            <a:extLst>
              <a:ext uri="{FF2B5EF4-FFF2-40B4-BE49-F238E27FC236}">
                <a16:creationId xmlns="" xmlns:a16="http://schemas.microsoft.com/office/drawing/2014/main" id="{AEB13722-6947-4148-8913-BFA326EF18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root DNS server</a:t>
            </a:r>
            <a:endParaRPr lang="en-US" altLang="en-US" sz="1600"/>
          </a:p>
        </p:txBody>
      </p:sp>
      <p:sp>
        <p:nvSpPr>
          <p:cNvPr id="202770" name="Line 18">
            <a:extLst>
              <a:ext uri="{FF2B5EF4-FFF2-40B4-BE49-F238E27FC236}">
                <a16:creationId xmlns="" xmlns:a16="http://schemas.microsoft.com/office/drawing/2014/main" id="{1C4BFB05-A0E0-448C-B74B-DFDBD99A0E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1" name="Line 19">
            <a:extLst>
              <a:ext uri="{FF2B5EF4-FFF2-40B4-BE49-F238E27FC236}">
                <a16:creationId xmlns="" xmlns:a16="http://schemas.microsoft.com/office/drawing/2014/main" id="{4A5C7D48-2668-464E-AC9B-0A25C83EB2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00675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2" name="Line 20">
            <a:extLst>
              <a:ext uri="{FF2B5EF4-FFF2-40B4-BE49-F238E27FC236}">
                <a16:creationId xmlns="" xmlns:a16="http://schemas.microsoft.com/office/drawing/2014/main" id="{94C1224F-3F21-4CF6-AA1A-E476CFF0C8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6425" y="2382838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3" name="Line 21">
            <a:extLst>
              <a:ext uri="{FF2B5EF4-FFF2-40B4-BE49-F238E27FC236}">
                <a16:creationId xmlns="" xmlns:a16="http://schemas.microsoft.com/office/drawing/2014/main" id="{A87D1D5A-9A7C-4278-8642-404D3CDAD8A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86425" y="2554288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4" name="Line 22">
            <a:extLst>
              <a:ext uri="{FF2B5EF4-FFF2-40B4-BE49-F238E27FC236}">
                <a16:creationId xmlns="" xmlns:a16="http://schemas.microsoft.com/office/drawing/2014/main" id="{4D04E046-561C-417F-A40E-5BC2CD423A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0225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5" name="Line 23">
            <a:extLst>
              <a:ext uri="{FF2B5EF4-FFF2-40B4-BE49-F238E27FC236}">
                <a16:creationId xmlns="" xmlns:a16="http://schemas.microsoft.com/office/drawing/2014/main" id="{B88BEA12-3DEA-4DB4-B296-891E2915E80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33700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57709" name="Group 24">
            <a:extLst>
              <a:ext uri="{FF2B5EF4-FFF2-40B4-BE49-F238E27FC236}">
                <a16:creationId xmlns="" xmlns:a16="http://schemas.microsoft.com/office/drawing/2014/main" id="{8C6A52D0-05D2-4180-870E-887C479FE8B1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157863" name="Rectangle 25">
              <a:extLst>
                <a:ext uri="{FF2B5EF4-FFF2-40B4-BE49-F238E27FC236}">
                  <a16:creationId xmlns="" xmlns:a16="http://schemas.microsoft.com/office/drawing/2014/main" id="{FA2079C8-5A8D-49A6-93D8-81E966185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57864" name="Text Box 26">
              <a:extLst>
                <a:ext uri="{FF2B5EF4-FFF2-40B4-BE49-F238E27FC236}">
                  <a16:creationId xmlns="" xmlns:a16="http://schemas.microsoft.com/office/drawing/2014/main" id="{085DD9D1-3B4A-4F88-9150-BDD324635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local DNS server</a:t>
              </a:r>
              <a:endParaRPr lang="en-US" altLang="en-US" sz="24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</a:rPr>
                <a:t>dns.poly.edu</a:t>
              </a:r>
            </a:p>
          </p:txBody>
        </p:sp>
      </p:grpSp>
      <p:sp>
        <p:nvSpPr>
          <p:cNvPr id="202779" name="Text Box 27">
            <a:extLst>
              <a:ext uri="{FF2B5EF4-FFF2-40B4-BE49-F238E27FC236}">
                <a16:creationId xmlns="" xmlns:a16="http://schemas.microsoft.com/office/drawing/2014/main" id="{AC544716-7CA7-4502-A693-BC500B88C6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1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0" name="Text Box 28">
            <a:extLst>
              <a:ext uri="{FF2B5EF4-FFF2-40B4-BE49-F238E27FC236}">
                <a16:creationId xmlns="" xmlns:a16="http://schemas.microsoft.com/office/drawing/2014/main" id="{23BFE947-A5B0-4FB3-B09D-43792BEF56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2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1" name="Text Box 29">
            <a:extLst>
              <a:ext uri="{FF2B5EF4-FFF2-40B4-BE49-F238E27FC236}">
                <a16:creationId xmlns="" xmlns:a16="http://schemas.microsoft.com/office/drawing/2014/main" id="{B8F0BF91-A714-4715-9996-7FA19A4D9E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3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2" name="Text Box 30">
            <a:extLst>
              <a:ext uri="{FF2B5EF4-FFF2-40B4-BE49-F238E27FC236}">
                <a16:creationId xmlns="" xmlns:a16="http://schemas.microsoft.com/office/drawing/2014/main" id="{45AF8240-94EF-4DE2-B7BC-D02C789FE7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20859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4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3" name="Text Box 31">
            <a:extLst>
              <a:ext uri="{FF2B5EF4-FFF2-40B4-BE49-F238E27FC236}">
                <a16:creationId xmlns="" xmlns:a16="http://schemas.microsoft.com/office/drawing/2014/main" id="{E5D33208-5CD3-4073-8850-DC9109528A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3013" y="2573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5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4" name="Text Box 32">
            <a:extLst>
              <a:ext uri="{FF2B5EF4-FFF2-40B4-BE49-F238E27FC236}">
                <a16:creationId xmlns="" xmlns:a16="http://schemas.microsoft.com/office/drawing/2014/main" id="{58CC0E62-3FBF-4667-9B82-755079A0F8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913" y="36131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6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7716" name="Text Box 60">
            <a:extLst>
              <a:ext uri="{FF2B5EF4-FFF2-40B4-BE49-F238E27FC236}">
                <a16:creationId xmlns="" xmlns:a16="http://schemas.microsoft.com/office/drawing/2014/main" id="{2480E5DC-54EB-418A-8E68-CBCF22F4AF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authoritative DNS server</a:t>
            </a:r>
            <a:endParaRPr lang="en-US" altLang="en-US" sz="240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dns.cs.umass.edu</a:t>
            </a:r>
            <a:endParaRPr lang="en-US" altLang="en-US" sz="1600"/>
          </a:p>
        </p:txBody>
      </p:sp>
      <p:sp>
        <p:nvSpPr>
          <p:cNvPr id="202813" name="Text Box 61">
            <a:extLst>
              <a:ext uri="{FF2B5EF4-FFF2-40B4-BE49-F238E27FC236}">
                <a16:creationId xmlns="" xmlns:a16="http://schemas.microsoft.com/office/drawing/2014/main" id="{032C7E88-A711-4558-B907-AB8E45379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36433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7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814" name="Text Box 62">
            <a:extLst>
              <a:ext uri="{FF2B5EF4-FFF2-40B4-BE49-F238E27FC236}">
                <a16:creationId xmlns="" xmlns:a16="http://schemas.microsoft.com/office/drawing/2014/main" id="{F93C25F7-AB3D-481D-8695-BB3F777D6C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909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8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815" name="Line 63">
            <a:extLst>
              <a:ext uri="{FF2B5EF4-FFF2-40B4-BE49-F238E27FC236}">
                <a16:creationId xmlns="" xmlns:a16="http://schemas.microsoft.com/office/drawing/2014/main" id="{24134D94-68CD-4DE9-92AE-19FA04EA5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9750" y="2714625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2816" name="Line 64">
            <a:extLst>
              <a:ext uri="{FF2B5EF4-FFF2-40B4-BE49-F238E27FC236}">
                <a16:creationId xmlns="" xmlns:a16="http://schemas.microsoft.com/office/drawing/2014/main" id="{F39D153A-E156-437E-9B1D-A56A72D184B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80063" y="2840038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21" name="Text Box 65">
            <a:extLst>
              <a:ext uri="{FF2B5EF4-FFF2-40B4-BE49-F238E27FC236}">
                <a16:creationId xmlns="" xmlns:a16="http://schemas.microsoft.com/office/drawing/2014/main" id="{D3F9ACB0-E95F-44B5-A113-78516C3DC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1613" y="1852613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TLD DNS server</a:t>
            </a:r>
            <a:endParaRPr lang="en-US" altLang="en-US" sz="1600"/>
          </a:p>
        </p:txBody>
      </p:sp>
      <p:sp>
        <p:nvSpPr>
          <p:cNvPr id="157722" name="Rectangle 66">
            <a:extLst>
              <a:ext uri="{FF2B5EF4-FFF2-40B4-BE49-F238E27FC236}">
                <a16:creationId xmlns="" xmlns:a16="http://schemas.microsoft.com/office/drawing/2014/main" id="{4570F1BF-5041-46AE-8050-C1E26FE917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17488"/>
            <a:ext cx="4910138" cy="1143000"/>
          </a:xfrm>
        </p:spPr>
        <p:txBody>
          <a:bodyPr/>
          <a:lstStyle/>
          <a:p>
            <a:pPr>
              <a:lnSpc>
                <a:spcPct val="85000"/>
              </a:lnSpc>
            </a:pPr>
            <a:r>
              <a:rPr lang="en-US" altLang="en-US" sz="4000"/>
              <a:t>DNS name </a:t>
            </a:r>
            <a:br>
              <a:rPr lang="en-US" altLang="en-US" sz="4000"/>
            </a:br>
            <a:r>
              <a:rPr lang="en-US" altLang="en-US" sz="4000"/>
              <a:t>resolution example</a:t>
            </a:r>
          </a:p>
        </p:txBody>
      </p:sp>
      <p:sp>
        <p:nvSpPr>
          <p:cNvPr id="157723" name="Rectangle 67">
            <a:extLst>
              <a:ext uri="{FF2B5EF4-FFF2-40B4-BE49-F238E27FC236}">
                <a16:creationId xmlns="" xmlns:a16="http://schemas.microsoft.com/office/drawing/2014/main" id="{EAA0CC6A-2907-485D-A80E-3089BC69D72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1800" y="1725613"/>
            <a:ext cx="3565525" cy="4648200"/>
          </a:xfrm>
        </p:spPr>
        <p:txBody>
          <a:bodyPr/>
          <a:lstStyle/>
          <a:p>
            <a:r>
              <a:rPr lang="en-US" altLang="en-US" sz="2400"/>
              <a:t>host at cis.poly.edu wants IP address for gaia.cs.umass.edu</a:t>
            </a:r>
          </a:p>
        </p:txBody>
      </p:sp>
      <p:sp>
        <p:nvSpPr>
          <p:cNvPr id="157724" name="Rectangle 69">
            <a:extLst>
              <a:ext uri="{FF2B5EF4-FFF2-40B4-BE49-F238E27FC236}">
                <a16:creationId xmlns="" xmlns:a16="http://schemas.microsoft.com/office/drawing/2014/main" id="{A393AB19-862B-4D98-9812-992792498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613" y="3094038"/>
            <a:ext cx="3478212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iterated query: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contacted server replies with name of server to contact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ja-JP" altLang="en-US" sz="2400">
                <a:latin typeface="Gill Sans MT" panose="020B0502020104020203" pitchFamily="34" charset="0"/>
              </a:rPr>
              <a:t>“</a:t>
            </a:r>
            <a:r>
              <a:rPr lang="en-US" altLang="ja-JP" sz="2400">
                <a:latin typeface="Gill Sans MT" panose="020B0502020104020203" pitchFamily="34" charset="0"/>
              </a:rPr>
              <a:t>I don</a:t>
            </a:r>
            <a:r>
              <a:rPr lang="ja-JP" altLang="en-US" sz="2400">
                <a:latin typeface="Gill Sans MT" panose="020B0502020104020203" pitchFamily="34" charset="0"/>
              </a:rPr>
              <a:t>’</a:t>
            </a:r>
            <a:r>
              <a:rPr lang="en-US" altLang="ja-JP" sz="2400">
                <a:latin typeface="Gill Sans MT" panose="020B0502020104020203" pitchFamily="34" charset="0"/>
              </a:rPr>
              <a:t>t know this name, but ask this server</a:t>
            </a:r>
            <a:r>
              <a:rPr lang="ja-JP" altLang="en-US" sz="2400">
                <a:latin typeface="Gill Sans MT" panose="020B0502020104020203" pitchFamily="34" charset="0"/>
              </a:rPr>
              <a:t>”</a:t>
            </a:r>
            <a:endParaRPr lang="en-US" altLang="en-US" sz="2400">
              <a:latin typeface="Gill Sans MT" panose="020B0502020104020203" pitchFamily="34" charset="0"/>
            </a:endParaRPr>
          </a:p>
        </p:txBody>
      </p:sp>
      <p:grpSp>
        <p:nvGrpSpPr>
          <p:cNvPr id="157725" name="Group 86">
            <a:extLst>
              <a:ext uri="{FF2B5EF4-FFF2-40B4-BE49-F238E27FC236}">
                <a16:creationId xmlns="" xmlns:a16="http://schemas.microsoft.com/office/drawing/2014/main" id="{5BAACE99-357D-41C4-94CC-1B0E8E8D999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157861" name="Picture 87" descr="desktop_computer_stylized_medium">
              <a:extLst>
                <a:ext uri="{FF2B5EF4-FFF2-40B4-BE49-F238E27FC236}">
                  <a16:creationId xmlns="" xmlns:a16="http://schemas.microsoft.com/office/drawing/2014/main" id="{9E2E9DFE-3F82-47D2-AF6D-46BB51F395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7862" name="Freeform 88">
              <a:extLst>
                <a:ext uri="{FF2B5EF4-FFF2-40B4-BE49-F238E27FC236}">
                  <a16:creationId xmlns="" xmlns:a16="http://schemas.microsoft.com/office/drawing/2014/main" id="{9567CBC1-F630-4A5E-A1C6-60E157DA40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7726" name="Group 89">
            <a:extLst>
              <a:ext uri="{FF2B5EF4-FFF2-40B4-BE49-F238E27FC236}">
                <a16:creationId xmlns="" xmlns:a16="http://schemas.microsoft.com/office/drawing/2014/main" id="{459EE3BF-1686-47D8-9E36-03797538091D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157859" name="Picture 90" descr="desktop_computer_stylized_medium">
              <a:extLst>
                <a:ext uri="{FF2B5EF4-FFF2-40B4-BE49-F238E27FC236}">
                  <a16:creationId xmlns="" xmlns:a16="http://schemas.microsoft.com/office/drawing/2014/main" id="{B6C4C3FD-90D4-42C9-A7C7-03BDE25298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7860" name="Freeform 91">
              <a:extLst>
                <a:ext uri="{FF2B5EF4-FFF2-40B4-BE49-F238E27FC236}">
                  <a16:creationId xmlns="" xmlns:a16="http://schemas.microsoft.com/office/drawing/2014/main" id="{79EE6330-0026-4324-AA09-DFEB704EC9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7727" name="Group 125">
            <a:extLst>
              <a:ext uri="{FF2B5EF4-FFF2-40B4-BE49-F238E27FC236}">
                <a16:creationId xmlns="" xmlns:a16="http://schemas.microsoft.com/office/drawing/2014/main" id="{684389AC-E859-4E53-AC58-8AB1333677DE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157827" name="Freeform 126">
              <a:extLst>
                <a:ext uri="{FF2B5EF4-FFF2-40B4-BE49-F238E27FC236}">
                  <a16:creationId xmlns="" xmlns:a16="http://schemas.microsoft.com/office/drawing/2014/main" id="{B0B92E90-8774-48AE-A28D-A3E49F81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8" name="Rectangle 127">
              <a:extLst>
                <a:ext uri="{FF2B5EF4-FFF2-40B4-BE49-F238E27FC236}">
                  <a16:creationId xmlns="" xmlns:a16="http://schemas.microsoft.com/office/drawing/2014/main" id="{F9F812F6-F981-4EAA-86D1-F38404467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29" name="Freeform 128">
              <a:extLst>
                <a:ext uri="{FF2B5EF4-FFF2-40B4-BE49-F238E27FC236}">
                  <a16:creationId xmlns="" xmlns:a16="http://schemas.microsoft.com/office/drawing/2014/main" id="{29EB0DAE-1423-4F3F-A9B5-94478BB7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0" name="Freeform 129">
              <a:extLst>
                <a:ext uri="{FF2B5EF4-FFF2-40B4-BE49-F238E27FC236}">
                  <a16:creationId xmlns="" xmlns:a16="http://schemas.microsoft.com/office/drawing/2014/main" id="{96774FAF-0E91-4770-A5EA-8430298A6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1" name="Rectangle 130">
              <a:extLst>
                <a:ext uri="{FF2B5EF4-FFF2-40B4-BE49-F238E27FC236}">
                  <a16:creationId xmlns="" xmlns:a16="http://schemas.microsoft.com/office/drawing/2014/main" id="{CC2E1403-D38C-4B73-8C04-EA51057CA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2" name="Group 131">
              <a:extLst>
                <a:ext uri="{FF2B5EF4-FFF2-40B4-BE49-F238E27FC236}">
                  <a16:creationId xmlns="" xmlns:a16="http://schemas.microsoft.com/office/drawing/2014/main" id="{302DA407-CC84-4F38-8C55-D00EDFEB78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857" name="AutoShape 132">
                <a:extLst>
                  <a:ext uri="{FF2B5EF4-FFF2-40B4-BE49-F238E27FC236}">
                    <a16:creationId xmlns="" xmlns:a16="http://schemas.microsoft.com/office/drawing/2014/main" id="{C6573C20-B6AB-4364-B69E-69C027A50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8" name="AutoShape 133">
                <a:extLst>
                  <a:ext uri="{FF2B5EF4-FFF2-40B4-BE49-F238E27FC236}">
                    <a16:creationId xmlns="" xmlns:a16="http://schemas.microsoft.com/office/drawing/2014/main" id="{FF072C1B-F7D3-409C-A39A-260935931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3" name="Rectangle 134">
              <a:extLst>
                <a:ext uri="{FF2B5EF4-FFF2-40B4-BE49-F238E27FC236}">
                  <a16:creationId xmlns="" xmlns:a16="http://schemas.microsoft.com/office/drawing/2014/main" id="{B110587F-5092-4644-A487-5AF5E064F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4" name="Group 135">
              <a:extLst>
                <a:ext uri="{FF2B5EF4-FFF2-40B4-BE49-F238E27FC236}">
                  <a16:creationId xmlns="" xmlns:a16="http://schemas.microsoft.com/office/drawing/2014/main" id="{CCE7E798-4528-4E00-8009-9CB7B19766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855" name="AutoShape 136">
                <a:extLst>
                  <a:ext uri="{FF2B5EF4-FFF2-40B4-BE49-F238E27FC236}">
                    <a16:creationId xmlns="" xmlns:a16="http://schemas.microsoft.com/office/drawing/2014/main" id="{947ECDA8-3FE1-4863-B488-9E12EED01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6" name="AutoShape 137">
                <a:extLst>
                  <a:ext uri="{FF2B5EF4-FFF2-40B4-BE49-F238E27FC236}">
                    <a16:creationId xmlns="" xmlns:a16="http://schemas.microsoft.com/office/drawing/2014/main" id="{5F50F90E-E761-4C80-A226-D2EB81E0E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5" name="Rectangle 138">
              <a:extLst>
                <a:ext uri="{FF2B5EF4-FFF2-40B4-BE49-F238E27FC236}">
                  <a16:creationId xmlns="" xmlns:a16="http://schemas.microsoft.com/office/drawing/2014/main" id="{0C6431ED-A52B-4836-962C-E4A6686B2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36" name="Rectangle 139">
              <a:extLst>
                <a:ext uri="{FF2B5EF4-FFF2-40B4-BE49-F238E27FC236}">
                  <a16:creationId xmlns="" xmlns:a16="http://schemas.microsoft.com/office/drawing/2014/main" id="{42A9CF30-C617-4060-97E8-605462BC0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7" name="Group 140">
              <a:extLst>
                <a:ext uri="{FF2B5EF4-FFF2-40B4-BE49-F238E27FC236}">
                  <a16:creationId xmlns="" xmlns:a16="http://schemas.microsoft.com/office/drawing/2014/main" id="{1B4253A0-2560-43E9-A7A6-9A57CBF43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853" name="AutoShape 141">
                <a:extLst>
                  <a:ext uri="{FF2B5EF4-FFF2-40B4-BE49-F238E27FC236}">
                    <a16:creationId xmlns="" xmlns:a16="http://schemas.microsoft.com/office/drawing/2014/main" id="{18ECC22B-2C70-4E6B-A556-780D60667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4" name="AutoShape 142">
                <a:extLst>
                  <a:ext uri="{FF2B5EF4-FFF2-40B4-BE49-F238E27FC236}">
                    <a16:creationId xmlns="" xmlns:a16="http://schemas.microsoft.com/office/drawing/2014/main" id="{09410020-8C7F-4AB2-B170-E15E02370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8" name="Freeform 143">
              <a:extLst>
                <a:ext uri="{FF2B5EF4-FFF2-40B4-BE49-F238E27FC236}">
                  <a16:creationId xmlns="" xmlns:a16="http://schemas.microsoft.com/office/drawing/2014/main" id="{7D44795C-0D71-44A6-BB24-4866EAD98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839" name="Group 144">
              <a:extLst>
                <a:ext uri="{FF2B5EF4-FFF2-40B4-BE49-F238E27FC236}">
                  <a16:creationId xmlns="" xmlns:a16="http://schemas.microsoft.com/office/drawing/2014/main" id="{85918FF8-E823-4BD1-A8EC-AF06D79C48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851" name="AutoShape 145">
                <a:extLst>
                  <a:ext uri="{FF2B5EF4-FFF2-40B4-BE49-F238E27FC236}">
                    <a16:creationId xmlns="" xmlns:a16="http://schemas.microsoft.com/office/drawing/2014/main" id="{C8C278C0-013C-4AD4-9191-83A0D2D6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2" name="AutoShape 146">
                <a:extLst>
                  <a:ext uri="{FF2B5EF4-FFF2-40B4-BE49-F238E27FC236}">
                    <a16:creationId xmlns="" xmlns:a16="http://schemas.microsoft.com/office/drawing/2014/main" id="{694D20AB-1CC9-4BFC-8F31-A03D5C911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40" name="Rectangle 147">
              <a:extLst>
                <a:ext uri="{FF2B5EF4-FFF2-40B4-BE49-F238E27FC236}">
                  <a16:creationId xmlns="" xmlns:a16="http://schemas.microsoft.com/office/drawing/2014/main" id="{5C2E0D4D-B100-4A21-82BA-FC4567B2F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1" name="Freeform 148">
              <a:extLst>
                <a:ext uri="{FF2B5EF4-FFF2-40B4-BE49-F238E27FC236}">
                  <a16:creationId xmlns="" xmlns:a16="http://schemas.microsoft.com/office/drawing/2014/main" id="{EBA534E8-D3DF-4CFF-BE9B-261B323EC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2" name="Freeform 149">
              <a:extLst>
                <a:ext uri="{FF2B5EF4-FFF2-40B4-BE49-F238E27FC236}">
                  <a16:creationId xmlns="" xmlns:a16="http://schemas.microsoft.com/office/drawing/2014/main" id="{461AABA8-8654-45D6-9DD5-93CB5356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3" name="Oval 150">
              <a:extLst>
                <a:ext uri="{FF2B5EF4-FFF2-40B4-BE49-F238E27FC236}">
                  <a16:creationId xmlns="" xmlns:a16="http://schemas.microsoft.com/office/drawing/2014/main" id="{CC749844-85CF-4FF9-AF13-960249DCE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4" name="Freeform 151">
              <a:extLst>
                <a:ext uri="{FF2B5EF4-FFF2-40B4-BE49-F238E27FC236}">
                  <a16:creationId xmlns="" xmlns:a16="http://schemas.microsoft.com/office/drawing/2014/main" id="{63E60C6D-59A9-4931-9DEA-2AB3BCC60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5" name="AutoShape 152">
              <a:extLst>
                <a:ext uri="{FF2B5EF4-FFF2-40B4-BE49-F238E27FC236}">
                  <a16:creationId xmlns="" xmlns:a16="http://schemas.microsoft.com/office/drawing/2014/main" id="{425C1E6A-CE7C-4F80-AE4D-18CFA513E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6" name="AutoShape 153">
              <a:extLst>
                <a:ext uri="{FF2B5EF4-FFF2-40B4-BE49-F238E27FC236}">
                  <a16:creationId xmlns="" xmlns:a16="http://schemas.microsoft.com/office/drawing/2014/main" id="{5E3E5DC2-E4C1-491E-B625-9C0A4CE85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7" name="Oval 154">
              <a:extLst>
                <a:ext uri="{FF2B5EF4-FFF2-40B4-BE49-F238E27FC236}">
                  <a16:creationId xmlns="" xmlns:a16="http://schemas.microsoft.com/office/drawing/2014/main" id="{38213C78-156F-4E72-92A8-FD3ACFFC0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8" name="Oval 155">
              <a:extLst>
                <a:ext uri="{FF2B5EF4-FFF2-40B4-BE49-F238E27FC236}">
                  <a16:creationId xmlns="" xmlns:a16="http://schemas.microsoft.com/office/drawing/2014/main" id="{A9E83493-3B36-42E8-AB6B-39FF63989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7849" name="Oval 156">
              <a:extLst>
                <a:ext uri="{FF2B5EF4-FFF2-40B4-BE49-F238E27FC236}">
                  <a16:creationId xmlns="" xmlns:a16="http://schemas.microsoft.com/office/drawing/2014/main" id="{317CB4AD-F24F-4C33-A1B8-22CA72CA7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50" name="Rectangle 157">
              <a:extLst>
                <a:ext uri="{FF2B5EF4-FFF2-40B4-BE49-F238E27FC236}">
                  <a16:creationId xmlns="" xmlns:a16="http://schemas.microsoft.com/office/drawing/2014/main" id="{F0D2ECCF-E75C-49D6-892A-6D4AB4D97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28" name="Group 158">
            <a:extLst>
              <a:ext uri="{FF2B5EF4-FFF2-40B4-BE49-F238E27FC236}">
                <a16:creationId xmlns="" xmlns:a16="http://schemas.microsoft.com/office/drawing/2014/main" id="{46B967A9-6ACE-4E39-B78A-05050BB4B0E6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157795" name="Freeform 159">
              <a:extLst>
                <a:ext uri="{FF2B5EF4-FFF2-40B4-BE49-F238E27FC236}">
                  <a16:creationId xmlns="" xmlns:a16="http://schemas.microsoft.com/office/drawing/2014/main" id="{F653379D-4525-415A-AD88-109B5BB90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6" name="Rectangle 160">
              <a:extLst>
                <a:ext uri="{FF2B5EF4-FFF2-40B4-BE49-F238E27FC236}">
                  <a16:creationId xmlns="" xmlns:a16="http://schemas.microsoft.com/office/drawing/2014/main" id="{DFD3CB14-B1B1-46AD-9CC0-D924824A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97" name="Freeform 161">
              <a:extLst>
                <a:ext uri="{FF2B5EF4-FFF2-40B4-BE49-F238E27FC236}">
                  <a16:creationId xmlns="" xmlns:a16="http://schemas.microsoft.com/office/drawing/2014/main" id="{0DD99C9C-475A-43EF-9139-8034449F8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8" name="Freeform 162">
              <a:extLst>
                <a:ext uri="{FF2B5EF4-FFF2-40B4-BE49-F238E27FC236}">
                  <a16:creationId xmlns="" xmlns:a16="http://schemas.microsoft.com/office/drawing/2014/main" id="{A89EF511-49F1-4041-B42A-F2319DBA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9" name="Rectangle 163">
              <a:extLst>
                <a:ext uri="{FF2B5EF4-FFF2-40B4-BE49-F238E27FC236}">
                  <a16:creationId xmlns="" xmlns:a16="http://schemas.microsoft.com/office/drawing/2014/main" id="{C20FC5F1-F323-425E-9349-B80D95EDD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0" name="Group 164">
              <a:extLst>
                <a:ext uri="{FF2B5EF4-FFF2-40B4-BE49-F238E27FC236}">
                  <a16:creationId xmlns="" xmlns:a16="http://schemas.microsoft.com/office/drawing/2014/main" id="{2187CB81-69E9-4444-9EEE-105EEF4094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825" name="AutoShape 165">
                <a:extLst>
                  <a:ext uri="{FF2B5EF4-FFF2-40B4-BE49-F238E27FC236}">
                    <a16:creationId xmlns="" xmlns:a16="http://schemas.microsoft.com/office/drawing/2014/main" id="{9103BC32-B9AE-45E4-AF46-43E4994EA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6" name="AutoShape 166">
                <a:extLst>
                  <a:ext uri="{FF2B5EF4-FFF2-40B4-BE49-F238E27FC236}">
                    <a16:creationId xmlns="" xmlns:a16="http://schemas.microsoft.com/office/drawing/2014/main" id="{590253CB-1845-4DA6-A179-1FB40F4CB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1" name="Rectangle 167">
              <a:extLst>
                <a:ext uri="{FF2B5EF4-FFF2-40B4-BE49-F238E27FC236}">
                  <a16:creationId xmlns="" xmlns:a16="http://schemas.microsoft.com/office/drawing/2014/main" id="{A11972CB-1ADB-44B6-8B0F-12C39035B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2" name="Group 168">
              <a:extLst>
                <a:ext uri="{FF2B5EF4-FFF2-40B4-BE49-F238E27FC236}">
                  <a16:creationId xmlns="" xmlns:a16="http://schemas.microsoft.com/office/drawing/2014/main" id="{DC2C1889-233B-469F-9A45-3CAD7F3385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823" name="AutoShape 169">
                <a:extLst>
                  <a:ext uri="{FF2B5EF4-FFF2-40B4-BE49-F238E27FC236}">
                    <a16:creationId xmlns="" xmlns:a16="http://schemas.microsoft.com/office/drawing/2014/main" id="{BF888CA6-53FD-4A25-8F2D-D19CEE894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4" name="AutoShape 170">
                <a:extLst>
                  <a:ext uri="{FF2B5EF4-FFF2-40B4-BE49-F238E27FC236}">
                    <a16:creationId xmlns="" xmlns:a16="http://schemas.microsoft.com/office/drawing/2014/main" id="{C8221E24-6D0B-4E84-96A5-378C28B3F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3" name="Rectangle 171">
              <a:extLst>
                <a:ext uri="{FF2B5EF4-FFF2-40B4-BE49-F238E27FC236}">
                  <a16:creationId xmlns="" xmlns:a16="http://schemas.microsoft.com/office/drawing/2014/main" id="{8CF75204-E51B-49A2-BCEA-D267124D3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04" name="Rectangle 172">
              <a:extLst>
                <a:ext uri="{FF2B5EF4-FFF2-40B4-BE49-F238E27FC236}">
                  <a16:creationId xmlns="" xmlns:a16="http://schemas.microsoft.com/office/drawing/2014/main" id="{541B9C4B-23B5-4BA4-8DBD-92D519A2E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5" name="Group 173">
              <a:extLst>
                <a:ext uri="{FF2B5EF4-FFF2-40B4-BE49-F238E27FC236}">
                  <a16:creationId xmlns="" xmlns:a16="http://schemas.microsoft.com/office/drawing/2014/main" id="{8FC3E203-0A18-4EE8-9A30-121D942224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821" name="AutoShape 174">
                <a:extLst>
                  <a:ext uri="{FF2B5EF4-FFF2-40B4-BE49-F238E27FC236}">
                    <a16:creationId xmlns="" xmlns:a16="http://schemas.microsoft.com/office/drawing/2014/main" id="{561F8577-13F5-4BDC-95C2-BBD61BFBC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2" name="AutoShape 175">
                <a:extLst>
                  <a:ext uri="{FF2B5EF4-FFF2-40B4-BE49-F238E27FC236}">
                    <a16:creationId xmlns="" xmlns:a16="http://schemas.microsoft.com/office/drawing/2014/main" id="{154F4B9C-073C-4F76-B1A6-780142981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6" name="Freeform 176">
              <a:extLst>
                <a:ext uri="{FF2B5EF4-FFF2-40B4-BE49-F238E27FC236}">
                  <a16:creationId xmlns="" xmlns:a16="http://schemas.microsoft.com/office/drawing/2014/main" id="{D1181F58-F1A3-4F60-B8A5-429410EF7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807" name="Group 177">
              <a:extLst>
                <a:ext uri="{FF2B5EF4-FFF2-40B4-BE49-F238E27FC236}">
                  <a16:creationId xmlns="" xmlns:a16="http://schemas.microsoft.com/office/drawing/2014/main" id="{D2C7AA97-F403-4E53-9588-6DDFAB08D3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819" name="AutoShape 178">
                <a:extLst>
                  <a:ext uri="{FF2B5EF4-FFF2-40B4-BE49-F238E27FC236}">
                    <a16:creationId xmlns="" xmlns:a16="http://schemas.microsoft.com/office/drawing/2014/main" id="{ED647A6C-A7B6-41D6-A8F5-F3EA7A1C2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0" name="AutoShape 179">
                <a:extLst>
                  <a:ext uri="{FF2B5EF4-FFF2-40B4-BE49-F238E27FC236}">
                    <a16:creationId xmlns="" xmlns:a16="http://schemas.microsoft.com/office/drawing/2014/main" id="{3CBD26A6-AF97-49A7-BAD8-3F11C53C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8" name="Rectangle 180">
              <a:extLst>
                <a:ext uri="{FF2B5EF4-FFF2-40B4-BE49-F238E27FC236}">
                  <a16:creationId xmlns="" xmlns:a16="http://schemas.microsoft.com/office/drawing/2014/main" id="{E11A3E5A-FB23-4377-B5F8-A0F2896FF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09" name="Freeform 181">
              <a:extLst>
                <a:ext uri="{FF2B5EF4-FFF2-40B4-BE49-F238E27FC236}">
                  <a16:creationId xmlns="" xmlns:a16="http://schemas.microsoft.com/office/drawing/2014/main" id="{BF0710D6-45FE-421D-AF02-7388FE70C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0" name="Freeform 182">
              <a:extLst>
                <a:ext uri="{FF2B5EF4-FFF2-40B4-BE49-F238E27FC236}">
                  <a16:creationId xmlns="" xmlns:a16="http://schemas.microsoft.com/office/drawing/2014/main" id="{44DDD6CF-1B93-46B8-AB55-7130B3FE9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1" name="Oval 183">
              <a:extLst>
                <a:ext uri="{FF2B5EF4-FFF2-40B4-BE49-F238E27FC236}">
                  <a16:creationId xmlns="" xmlns:a16="http://schemas.microsoft.com/office/drawing/2014/main" id="{FE8F9734-41D2-4289-9A5B-E7F84A237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2" name="Freeform 184">
              <a:extLst>
                <a:ext uri="{FF2B5EF4-FFF2-40B4-BE49-F238E27FC236}">
                  <a16:creationId xmlns="" xmlns:a16="http://schemas.microsoft.com/office/drawing/2014/main" id="{8AC6F12C-E673-4B24-A4DB-22CD97356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3" name="AutoShape 185">
              <a:extLst>
                <a:ext uri="{FF2B5EF4-FFF2-40B4-BE49-F238E27FC236}">
                  <a16:creationId xmlns="" xmlns:a16="http://schemas.microsoft.com/office/drawing/2014/main" id="{63E45CF6-9983-42BE-95C8-0D6BB012D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4" name="AutoShape 186">
              <a:extLst>
                <a:ext uri="{FF2B5EF4-FFF2-40B4-BE49-F238E27FC236}">
                  <a16:creationId xmlns="" xmlns:a16="http://schemas.microsoft.com/office/drawing/2014/main" id="{34DE7345-2BE2-4601-B77C-6A11550F2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5" name="Oval 187">
              <a:extLst>
                <a:ext uri="{FF2B5EF4-FFF2-40B4-BE49-F238E27FC236}">
                  <a16:creationId xmlns="" xmlns:a16="http://schemas.microsoft.com/office/drawing/2014/main" id="{8C856E6D-8971-4656-8005-C6BCF5F0B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6" name="Oval 188">
              <a:extLst>
                <a:ext uri="{FF2B5EF4-FFF2-40B4-BE49-F238E27FC236}">
                  <a16:creationId xmlns="" xmlns:a16="http://schemas.microsoft.com/office/drawing/2014/main" id="{E071FCEF-2E5A-42F0-B730-1C32D9C02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7817" name="Oval 189">
              <a:extLst>
                <a:ext uri="{FF2B5EF4-FFF2-40B4-BE49-F238E27FC236}">
                  <a16:creationId xmlns="" xmlns:a16="http://schemas.microsoft.com/office/drawing/2014/main" id="{55DD682B-461D-4365-ADDF-AA7D1A3A4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8" name="Rectangle 190">
              <a:extLst>
                <a:ext uri="{FF2B5EF4-FFF2-40B4-BE49-F238E27FC236}">
                  <a16:creationId xmlns="" xmlns:a16="http://schemas.microsoft.com/office/drawing/2014/main" id="{8DA7614F-E446-4393-AD19-71142CB08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29" name="Group 224">
            <a:extLst>
              <a:ext uri="{FF2B5EF4-FFF2-40B4-BE49-F238E27FC236}">
                <a16:creationId xmlns="" xmlns:a16="http://schemas.microsoft.com/office/drawing/2014/main" id="{8C47B4CF-10E9-4411-95A3-2C211834F0DD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157763" name="Freeform 225">
              <a:extLst>
                <a:ext uri="{FF2B5EF4-FFF2-40B4-BE49-F238E27FC236}">
                  <a16:creationId xmlns="" xmlns:a16="http://schemas.microsoft.com/office/drawing/2014/main" id="{CABF206F-655A-422F-A367-0139A330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4" name="Rectangle 226">
              <a:extLst>
                <a:ext uri="{FF2B5EF4-FFF2-40B4-BE49-F238E27FC236}">
                  <a16:creationId xmlns="" xmlns:a16="http://schemas.microsoft.com/office/drawing/2014/main" id="{56A71530-0D25-4303-8038-BC44D6EAB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65" name="Freeform 227">
              <a:extLst>
                <a:ext uri="{FF2B5EF4-FFF2-40B4-BE49-F238E27FC236}">
                  <a16:creationId xmlns="" xmlns:a16="http://schemas.microsoft.com/office/drawing/2014/main" id="{64F4EA37-C813-4F44-A3F3-122B1176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6" name="Freeform 228">
              <a:extLst>
                <a:ext uri="{FF2B5EF4-FFF2-40B4-BE49-F238E27FC236}">
                  <a16:creationId xmlns="" xmlns:a16="http://schemas.microsoft.com/office/drawing/2014/main" id="{3230F6EF-A9C3-4D94-A412-67BE25DE3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7" name="Rectangle 229">
              <a:extLst>
                <a:ext uri="{FF2B5EF4-FFF2-40B4-BE49-F238E27FC236}">
                  <a16:creationId xmlns="" xmlns:a16="http://schemas.microsoft.com/office/drawing/2014/main" id="{3A3C0863-33D6-4124-9C49-A1D3356B2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68" name="Group 230">
              <a:extLst>
                <a:ext uri="{FF2B5EF4-FFF2-40B4-BE49-F238E27FC236}">
                  <a16:creationId xmlns="" xmlns:a16="http://schemas.microsoft.com/office/drawing/2014/main" id="{130BC0D0-9243-4E26-A2B7-EBE8A7CFEE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793" name="AutoShape 231">
                <a:extLst>
                  <a:ext uri="{FF2B5EF4-FFF2-40B4-BE49-F238E27FC236}">
                    <a16:creationId xmlns="" xmlns:a16="http://schemas.microsoft.com/office/drawing/2014/main" id="{D11C8D36-4A1A-4322-B541-1CA157232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4" name="AutoShape 232">
                <a:extLst>
                  <a:ext uri="{FF2B5EF4-FFF2-40B4-BE49-F238E27FC236}">
                    <a16:creationId xmlns="" xmlns:a16="http://schemas.microsoft.com/office/drawing/2014/main" id="{F491FE68-607F-42BA-8A55-9A31AF6F7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69" name="Rectangle 233">
              <a:extLst>
                <a:ext uri="{FF2B5EF4-FFF2-40B4-BE49-F238E27FC236}">
                  <a16:creationId xmlns="" xmlns:a16="http://schemas.microsoft.com/office/drawing/2014/main" id="{C312920E-B699-4770-82F5-66B433A8A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70" name="Group 234">
              <a:extLst>
                <a:ext uri="{FF2B5EF4-FFF2-40B4-BE49-F238E27FC236}">
                  <a16:creationId xmlns="" xmlns:a16="http://schemas.microsoft.com/office/drawing/2014/main" id="{F24FB6CF-67A9-485F-9340-A811E69278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791" name="AutoShape 235">
                <a:extLst>
                  <a:ext uri="{FF2B5EF4-FFF2-40B4-BE49-F238E27FC236}">
                    <a16:creationId xmlns="" xmlns:a16="http://schemas.microsoft.com/office/drawing/2014/main" id="{E91D38A9-8535-4C85-BC69-490DFD73F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2" name="AutoShape 236">
                <a:extLst>
                  <a:ext uri="{FF2B5EF4-FFF2-40B4-BE49-F238E27FC236}">
                    <a16:creationId xmlns="" xmlns:a16="http://schemas.microsoft.com/office/drawing/2014/main" id="{61E22DBC-0E00-4683-A83E-3FE971B1A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1" name="Rectangle 237">
              <a:extLst>
                <a:ext uri="{FF2B5EF4-FFF2-40B4-BE49-F238E27FC236}">
                  <a16:creationId xmlns="" xmlns:a16="http://schemas.microsoft.com/office/drawing/2014/main" id="{EFF178CB-EF56-4698-B24B-A82582536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72" name="Rectangle 238">
              <a:extLst>
                <a:ext uri="{FF2B5EF4-FFF2-40B4-BE49-F238E27FC236}">
                  <a16:creationId xmlns="" xmlns:a16="http://schemas.microsoft.com/office/drawing/2014/main" id="{2B96D7A5-7ABD-483B-9D41-30785A58F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73" name="Group 239">
              <a:extLst>
                <a:ext uri="{FF2B5EF4-FFF2-40B4-BE49-F238E27FC236}">
                  <a16:creationId xmlns="" xmlns:a16="http://schemas.microsoft.com/office/drawing/2014/main" id="{07C04BBE-36B4-4392-9103-9028524425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789" name="AutoShape 240">
                <a:extLst>
                  <a:ext uri="{FF2B5EF4-FFF2-40B4-BE49-F238E27FC236}">
                    <a16:creationId xmlns="" xmlns:a16="http://schemas.microsoft.com/office/drawing/2014/main" id="{C4141619-FCBD-4E9D-BFBD-7FF33C02C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0" name="AutoShape 241">
                <a:extLst>
                  <a:ext uri="{FF2B5EF4-FFF2-40B4-BE49-F238E27FC236}">
                    <a16:creationId xmlns="" xmlns:a16="http://schemas.microsoft.com/office/drawing/2014/main" id="{CD7D44F6-C136-4E72-AC89-50BBB699C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4" name="Freeform 242">
              <a:extLst>
                <a:ext uri="{FF2B5EF4-FFF2-40B4-BE49-F238E27FC236}">
                  <a16:creationId xmlns="" xmlns:a16="http://schemas.microsoft.com/office/drawing/2014/main" id="{0BD4122C-9A28-42A2-B150-6DECDB9B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775" name="Group 243">
              <a:extLst>
                <a:ext uri="{FF2B5EF4-FFF2-40B4-BE49-F238E27FC236}">
                  <a16:creationId xmlns="" xmlns:a16="http://schemas.microsoft.com/office/drawing/2014/main" id="{BF0D9E3A-81DA-47D8-9440-AEB518B2C7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787" name="AutoShape 244">
                <a:extLst>
                  <a:ext uri="{FF2B5EF4-FFF2-40B4-BE49-F238E27FC236}">
                    <a16:creationId xmlns="" xmlns:a16="http://schemas.microsoft.com/office/drawing/2014/main" id="{89BE7516-4BDE-47FF-BEAB-3C6411CB1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88" name="AutoShape 245">
                <a:extLst>
                  <a:ext uri="{FF2B5EF4-FFF2-40B4-BE49-F238E27FC236}">
                    <a16:creationId xmlns="" xmlns:a16="http://schemas.microsoft.com/office/drawing/2014/main" id="{376C85E8-0575-4157-9C9E-37EF8DDEC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6" name="Rectangle 246">
              <a:extLst>
                <a:ext uri="{FF2B5EF4-FFF2-40B4-BE49-F238E27FC236}">
                  <a16:creationId xmlns="" xmlns:a16="http://schemas.microsoft.com/office/drawing/2014/main" id="{E6587A26-ED98-421F-AAB1-99FE9F302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77" name="Freeform 247">
              <a:extLst>
                <a:ext uri="{FF2B5EF4-FFF2-40B4-BE49-F238E27FC236}">
                  <a16:creationId xmlns="" xmlns:a16="http://schemas.microsoft.com/office/drawing/2014/main" id="{FF271EB3-AC2B-4EF9-A4BC-33FC4903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8" name="Freeform 248">
              <a:extLst>
                <a:ext uri="{FF2B5EF4-FFF2-40B4-BE49-F238E27FC236}">
                  <a16:creationId xmlns="" xmlns:a16="http://schemas.microsoft.com/office/drawing/2014/main" id="{8EBE9AEC-E1F1-4C33-BCBE-740717F0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9" name="Oval 249">
              <a:extLst>
                <a:ext uri="{FF2B5EF4-FFF2-40B4-BE49-F238E27FC236}">
                  <a16:creationId xmlns="" xmlns:a16="http://schemas.microsoft.com/office/drawing/2014/main" id="{B24163A5-EABE-42AD-AF38-E444CBE5D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0" name="Freeform 250">
              <a:extLst>
                <a:ext uri="{FF2B5EF4-FFF2-40B4-BE49-F238E27FC236}">
                  <a16:creationId xmlns="" xmlns:a16="http://schemas.microsoft.com/office/drawing/2014/main" id="{9923DB1D-844D-45AD-9F2C-4296EE9A7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1" name="AutoShape 251">
              <a:extLst>
                <a:ext uri="{FF2B5EF4-FFF2-40B4-BE49-F238E27FC236}">
                  <a16:creationId xmlns="" xmlns:a16="http://schemas.microsoft.com/office/drawing/2014/main" id="{D2B92A13-BE80-416B-9426-719C1344D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2" name="AutoShape 252">
              <a:extLst>
                <a:ext uri="{FF2B5EF4-FFF2-40B4-BE49-F238E27FC236}">
                  <a16:creationId xmlns="" xmlns:a16="http://schemas.microsoft.com/office/drawing/2014/main" id="{F8BCFC12-E495-40BA-AF99-34C0AB15C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3" name="Oval 253">
              <a:extLst>
                <a:ext uri="{FF2B5EF4-FFF2-40B4-BE49-F238E27FC236}">
                  <a16:creationId xmlns="" xmlns:a16="http://schemas.microsoft.com/office/drawing/2014/main" id="{EC1EBDE9-4B68-47C0-A36B-A6F5D5F90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4" name="Oval 254">
              <a:extLst>
                <a:ext uri="{FF2B5EF4-FFF2-40B4-BE49-F238E27FC236}">
                  <a16:creationId xmlns="" xmlns:a16="http://schemas.microsoft.com/office/drawing/2014/main" id="{E331361F-E873-4F7A-908D-72A3A120E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7785" name="Oval 255">
              <a:extLst>
                <a:ext uri="{FF2B5EF4-FFF2-40B4-BE49-F238E27FC236}">
                  <a16:creationId xmlns="" xmlns:a16="http://schemas.microsoft.com/office/drawing/2014/main" id="{0F54A4D8-37D0-4C43-8B95-48D22F429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6" name="Rectangle 256">
              <a:extLst>
                <a:ext uri="{FF2B5EF4-FFF2-40B4-BE49-F238E27FC236}">
                  <a16:creationId xmlns="" xmlns:a16="http://schemas.microsoft.com/office/drawing/2014/main" id="{05A0B140-BAEA-4279-95AF-87309BA3E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30" name="Group 257">
            <a:extLst>
              <a:ext uri="{FF2B5EF4-FFF2-40B4-BE49-F238E27FC236}">
                <a16:creationId xmlns="" xmlns:a16="http://schemas.microsoft.com/office/drawing/2014/main" id="{EA4E89BD-2FAB-4992-A249-B891D1687AC4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157731" name="Freeform 258">
              <a:extLst>
                <a:ext uri="{FF2B5EF4-FFF2-40B4-BE49-F238E27FC236}">
                  <a16:creationId xmlns="" xmlns:a16="http://schemas.microsoft.com/office/drawing/2014/main" id="{8566696C-39EE-45DA-A6E5-C0166317E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2" name="Rectangle 259">
              <a:extLst>
                <a:ext uri="{FF2B5EF4-FFF2-40B4-BE49-F238E27FC236}">
                  <a16:creationId xmlns="" xmlns:a16="http://schemas.microsoft.com/office/drawing/2014/main" id="{AAE7649C-EB2B-450C-95A0-B8F69AB55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33" name="Freeform 260">
              <a:extLst>
                <a:ext uri="{FF2B5EF4-FFF2-40B4-BE49-F238E27FC236}">
                  <a16:creationId xmlns="" xmlns:a16="http://schemas.microsoft.com/office/drawing/2014/main" id="{AA3E540B-171C-4266-9B5F-5BD1CF5C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4" name="Freeform 261">
              <a:extLst>
                <a:ext uri="{FF2B5EF4-FFF2-40B4-BE49-F238E27FC236}">
                  <a16:creationId xmlns="" xmlns:a16="http://schemas.microsoft.com/office/drawing/2014/main" id="{C6BB8C3D-AA07-44FA-BDCD-E3AB63976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5" name="Rectangle 262">
              <a:extLst>
                <a:ext uri="{FF2B5EF4-FFF2-40B4-BE49-F238E27FC236}">
                  <a16:creationId xmlns="" xmlns:a16="http://schemas.microsoft.com/office/drawing/2014/main" id="{6C7F84C3-B621-40CD-9D52-A527E40A2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36" name="Group 263">
              <a:extLst>
                <a:ext uri="{FF2B5EF4-FFF2-40B4-BE49-F238E27FC236}">
                  <a16:creationId xmlns="" xmlns:a16="http://schemas.microsoft.com/office/drawing/2014/main" id="{1708CF91-8AA9-4788-B85C-56FB1F00DC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761" name="AutoShape 264">
                <a:extLst>
                  <a:ext uri="{FF2B5EF4-FFF2-40B4-BE49-F238E27FC236}">
                    <a16:creationId xmlns="" xmlns:a16="http://schemas.microsoft.com/office/drawing/2014/main" id="{C0F5A51E-4DE3-4B20-B04D-25E3069B3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62" name="AutoShape 265">
                <a:extLst>
                  <a:ext uri="{FF2B5EF4-FFF2-40B4-BE49-F238E27FC236}">
                    <a16:creationId xmlns="" xmlns:a16="http://schemas.microsoft.com/office/drawing/2014/main" id="{8691C860-E930-4E7A-B6EC-24BCDA488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37" name="Rectangle 266">
              <a:extLst>
                <a:ext uri="{FF2B5EF4-FFF2-40B4-BE49-F238E27FC236}">
                  <a16:creationId xmlns="" xmlns:a16="http://schemas.microsoft.com/office/drawing/2014/main" id="{BA51F6A3-0CEB-47F3-9161-EACA191B6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38" name="Group 267">
              <a:extLst>
                <a:ext uri="{FF2B5EF4-FFF2-40B4-BE49-F238E27FC236}">
                  <a16:creationId xmlns="" xmlns:a16="http://schemas.microsoft.com/office/drawing/2014/main" id="{06C209FB-7DD5-461A-A62F-91BC7A1A6A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759" name="AutoShape 268">
                <a:extLst>
                  <a:ext uri="{FF2B5EF4-FFF2-40B4-BE49-F238E27FC236}">
                    <a16:creationId xmlns="" xmlns:a16="http://schemas.microsoft.com/office/drawing/2014/main" id="{4F0ED087-1A8F-448C-B240-1234B9E96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60" name="AutoShape 269">
                <a:extLst>
                  <a:ext uri="{FF2B5EF4-FFF2-40B4-BE49-F238E27FC236}">
                    <a16:creationId xmlns="" xmlns:a16="http://schemas.microsoft.com/office/drawing/2014/main" id="{2DFCCDF3-30B1-4339-80C3-09AEC6CD0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39" name="Rectangle 270">
              <a:extLst>
                <a:ext uri="{FF2B5EF4-FFF2-40B4-BE49-F238E27FC236}">
                  <a16:creationId xmlns="" xmlns:a16="http://schemas.microsoft.com/office/drawing/2014/main" id="{42630160-0423-4DCB-B66E-92109FD9B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0" name="Rectangle 271">
              <a:extLst>
                <a:ext uri="{FF2B5EF4-FFF2-40B4-BE49-F238E27FC236}">
                  <a16:creationId xmlns="" xmlns:a16="http://schemas.microsoft.com/office/drawing/2014/main" id="{5BB83550-66D2-49B2-9316-C7F30FD52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41" name="Group 272">
              <a:extLst>
                <a:ext uri="{FF2B5EF4-FFF2-40B4-BE49-F238E27FC236}">
                  <a16:creationId xmlns="" xmlns:a16="http://schemas.microsoft.com/office/drawing/2014/main" id="{2111BCCD-EDFA-42E2-A55B-C71D02C871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757" name="AutoShape 273">
                <a:extLst>
                  <a:ext uri="{FF2B5EF4-FFF2-40B4-BE49-F238E27FC236}">
                    <a16:creationId xmlns="" xmlns:a16="http://schemas.microsoft.com/office/drawing/2014/main" id="{E9AD9A98-78F6-4AD4-9632-8479FE07A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58" name="AutoShape 274">
                <a:extLst>
                  <a:ext uri="{FF2B5EF4-FFF2-40B4-BE49-F238E27FC236}">
                    <a16:creationId xmlns="" xmlns:a16="http://schemas.microsoft.com/office/drawing/2014/main" id="{A2E0445A-DE37-4390-B571-BEEA9C399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42" name="Freeform 275">
              <a:extLst>
                <a:ext uri="{FF2B5EF4-FFF2-40B4-BE49-F238E27FC236}">
                  <a16:creationId xmlns="" xmlns:a16="http://schemas.microsoft.com/office/drawing/2014/main" id="{78638A7D-14A0-41A4-961C-03C9640D9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743" name="Group 276">
              <a:extLst>
                <a:ext uri="{FF2B5EF4-FFF2-40B4-BE49-F238E27FC236}">
                  <a16:creationId xmlns="" xmlns:a16="http://schemas.microsoft.com/office/drawing/2014/main" id="{33FF3B84-607F-4CD3-B0A1-0E484F34D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755" name="AutoShape 277">
                <a:extLst>
                  <a:ext uri="{FF2B5EF4-FFF2-40B4-BE49-F238E27FC236}">
                    <a16:creationId xmlns="" xmlns:a16="http://schemas.microsoft.com/office/drawing/2014/main" id="{8263B0A3-7D8B-4FDD-9BDC-FC8A790F0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56" name="AutoShape 278">
                <a:extLst>
                  <a:ext uri="{FF2B5EF4-FFF2-40B4-BE49-F238E27FC236}">
                    <a16:creationId xmlns="" xmlns:a16="http://schemas.microsoft.com/office/drawing/2014/main" id="{8393ECB8-C195-46E7-9FCF-15BBE889A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44" name="Rectangle 279">
              <a:extLst>
                <a:ext uri="{FF2B5EF4-FFF2-40B4-BE49-F238E27FC236}">
                  <a16:creationId xmlns="" xmlns:a16="http://schemas.microsoft.com/office/drawing/2014/main" id="{A3689F81-36C2-4D19-9967-3C43743B9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5" name="Freeform 280">
              <a:extLst>
                <a:ext uri="{FF2B5EF4-FFF2-40B4-BE49-F238E27FC236}">
                  <a16:creationId xmlns="" xmlns:a16="http://schemas.microsoft.com/office/drawing/2014/main" id="{441905AF-376C-4149-B865-40CAB2C04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6" name="Freeform 281">
              <a:extLst>
                <a:ext uri="{FF2B5EF4-FFF2-40B4-BE49-F238E27FC236}">
                  <a16:creationId xmlns="" xmlns:a16="http://schemas.microsoft.com/office/drawing/2014/main" id="{AE121F62-DC0C-4C53-8032-EBDC29E5E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7" name="Oval 282">
              <a:extLst>
                <a:ext uri="{FF2B5EF4-FFF2-40B4-BE49-F238E27FC236}">
                  <a16:creationId xmlns="" xmlns:a16="http://schemas.microsoft.com/office/drawing/2014/main" id="{4389D974-7736-4CF3-AD96-1784418D7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8" name="Freeform 283">
              <a:extLst>
                <a:ext uri="{FF2B5EF4-FFF2-40B4-BE49-F238E27FC236}">
                  <a16:creationId xmlns="" xmlns:a16="http://schemas.microsoft.com/office/drawing/2014/main" id="{BAD0242A-C597-4C83-9448-30FF2362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9" name="AutoShape 284">
              <a:extLst>
                <a:ext uri="{FF2B5EF4-FFF2-40B4-BE49-F238E27FC236}">
                  <a16:creationId xmlns="" xmlns:a16="http://schemas.microsoft.com/office/drawing/2014/main" id="{CDB1B3B7-DD75-4B17-9A9D-484484E9F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0" name="AutoShape 285">
              <a:extLst>
                <a:ext uri="{FF2B5EF4-FFF2-40B4-BE49-F238E27FC236}">
                  <a16:creationId xmlns="" xmlns:a16="http://schemas.microsoft.com/office/drawing/2014/main" id="{B7CA460C-9FC8-4879-8D11-D4929B05E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1" name="Oval 286">
              <a:extLst>
                <a:ext uri="{FF2B5EF4-FFF2-40B4-BE49-F238E27FC236}">
                  <a16:creationId xmlns="" xmlns:a16="http://schemas.microsoft.com/office/drawing/2014/main" id="{DB530F0B-88AA-4DB9-9BE6-6AA408258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2" name="Oval 287">
              <a:extLst>
                <a:ext uri="{FF2B5EF4-FFF2-40B4-BE49-F238E27FC236}">
                  <a16:creationId xmlns="" xmlns:a16="http://schemas.microsoft.com/office/drawing/2014/main" id="{B9B03918-C5D1-44C8-8F1C-408C8447E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7753" name="Oval 288">
              <a:extLst>
                <a:ext uri="{FF2B5EF4-FFF2-40B4-BE49-F238E27FC236}">
                  <a16:creationId xmlns="" xmlns:a16="http://schemas.microsoft.com/office/drawing/2014/main" id="{D7FEE5E4-302A-4E3A-AB83-5417C0BEC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4" name="Rectangle 289">
              <a:extLst>
                <a:ext uri="{FF2B5EF4-FFF2-40B4-BE49-F238E27FC236}">
                  <a16:creationId xmlns="" xmlns:a16="http://schemas.microsoft.com/office/drawing/2014/main" id="{61EE82D5-802C-4D64-A88E-DC9F566F3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922287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79" grpId="0"/>
      <p:bldP spid="202780" grpId="0"/>
      <p:bldP spid="202781" grpId="0"/>
      <p:bldP spid="202782" grpId="0"/>
      <p:bldP spid="202783" grpId="0"/>
      <p:bldP spid="202784" grpId="0"/>
      <p:bldP spid="202813" grpId="0"/>
      <p:bldP spid="202814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5" name="Rectangle 7">
            <a:extLst>
              <a:ext uri="{FF2B5EF4-FFF2-40B4-BE49-F238E27FC236}">
                <a16:creationId xmlns="" xmlns:a16="http://schemas.microsoft.com/office/drawing/2014/main" id="{2146DD7F-7739-4841-A51D-85332474294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9746" name="Rectangle 8">
            <a:extLst>
              <a:ext uri="{FF2B5EF4-FFF2-40B4-BE49-F238E27FC236}">
                <a16:creationId xmlns="" xmlns:a16="http://schemas.microsoft.com/office/drawing/2014/main" id="{AA86D6F9-7C0D-43D6-ACCE-F0D6036F479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995EB9E-EBC1-4B8E-A1D3-9A5059F51BF9}" type="slidenum">
              <a:rPr lang="en-US" altLang="en-US" sz="1200">
                <a:latin typeface="Tahoma" panose="020B0604030504040204" pitchFamily="34" charset="0"/>
              </a:rPr>
              <a:pPr/>
              <a:t>66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9747" name="Text Box 24">
            <a:extLst>
              <a:ext uri="{FF2B5EF4-FFF2-40B4-BE49-F238E27FC236}">
                <a16:creationId xmlns="" xmlns:a16="http://schemas.microsoft.com/office/drawing/2014/main" id="{73EC0D38-0CDB-4288-81D5-F2D122EF60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2838" y="32575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4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48" name="Text Box 25">
            <a:extLst>
              <a:ext uri="{FF2B5EF4-FFF2-40B4-BE49-F238E27FC236}">
                <a16:creationId xmlns="" xmlns:a16="http://schemas.microsoft.com/office/drawing/2014/main" id="{32683E62-096F-41E8-9C5E-F255E84932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5638" y="33337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5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49" name="Text Box 26">
            <a:extLst>
              <a:ext uri="{FF2B5EF4-FFF2-40B4-BE49-F238E27FC236}">
                <a16:creationId xmlns="" xmlns:a16="http://schemas.microsoft.com/office/drawing/2014/main" id="{942AC13D-BBF1-4BEB-B93B-24380E2DC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50" y="181768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6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50" name="Line 60">
            <a:extLst>
              <a:ext uri="{FF2B5EF4-FFF2-40B4-BE49-F238E27FC236}">
                <a16:creationId xmlns="" xmlns:a16="http://schemas.microsoft.com/office/drawing/2014/main" id="{D8C1B95A-C6BA-4C81-B52B-A26D32713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613" y="2941638"/>
            <a:ext cx="0" cy="67468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1" name="Line 61">
            <a:extLst>
              <a:ext uri="{FF2B5EF4-FFF2-40B4-BE49-F238E27FC236}">
                <a16:creationId xmlns="" xmlns:a16="http://schemas.microsoft.com/office/drawing/2014/main" id="{629C033A-C152-451E-92C4-3993C9918A7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19963" y="2952750"/>
            <a:ext cx="0" cy="71913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2" name="Line 62">
            <a:extLst>
              <a:ext uri="{FF2B5EF4-FFF2-40B4-BE49-F238E27FC236}">
                <a16:creationId xmlns="" xmlns:a16="http://schemas.microsoft.com/office/drawing/2014/main" id="{DD46CF31-3D5B-4D25-BDE0-FD828394E5C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99263" y="1541463"/>
            <a:ext cx="458787" cy="56673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3" name="Text Box 63">
            <a:extLst>
              <a:ext uri="{FF2B5EF4-FFF2-40B4-BE49-F238E27FC236}">
                <a16:creationId xmlns="" xmlns:a16="http://schemas.microsoft.com/office/drawing/2014/main" id="{7CF7723B-EB32-4974-9E88-2C2E5767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750" y="13906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3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54" name="Rectangle 67">
            <a:extLst>
              <a:ext uri="{FF2B5EF4-FFF2-40B4-BE49-F238E27FC236}">
                <a16:creationId xmlns="" xmlns:a16="http://schemas.microsoft.com/office/drawing/2014/main" id="{4D55E0A3-4D30-4E9E-9214-E1B7AA28D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1687513"/>
            <a:ext cx="3162300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recursive query</a:t>
            </a:r>
            <a:r>
              <a:rPr lang="en-US" altLang="en-US" sz="2800" i="1">
                <a:solidFill>
                  <a:srgbClr val="CC0000"/>
                </a:solidFill>
                <a:latin typeface="Comic Sans MS" panose="030F0702030302020204" pitchFamily="66" charset="0"/>
              </a:rPr>
              <a:t>:</a:t>
            </a:r>
          </a:p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puts burden of name resolution on contacted name server</a:t>
            </a:r>
          </a:p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heavy load at upper levels of hierarchy?</a:t>
            </a:r>
          </a:p>
        </p:txBody>
      </p:sp>
      <p:sp>
        <p:nvSpPr>
          <p:cNvPr id="159755" name="Text Box 5">
            <a:extLst>
              <a:ext uri="{FF2B5EF4-FFF2-40B4-BE49-F238E27FC236}">
                <a16:creationId xmlns="" xmlns:a16="http://schemas.microsoft.com/office/drawing/2014/main" id="{37BA783B-D293-4B9B-8D3F-9617BC8C19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requesting host</a:t>
            </a:r>
            <a:endParaRPr lang="en-US" altLang="en-US" sz="240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</a:rPr>
              <a:t>cis.poly.edu</a:t>
            </a:r>
          </a:p>
        </p:txBody>
      </p:sp>
      <p:sp>
        <p:nvSpPr>
          <p:cNvPr id="159756" name="Text Box 6">
            <a:extLst>
              <a:ext uri="{FF2B5EF4-FFF2-40B4-BE49-F238E27FC236}">
                <a16:creationId xmlns="" xmlns:a16="http://schemas.microsoft.com/office/drawing/2014/main" id="{D14E57BF-F3BB-46B7-A832-B30C1FE946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gaia.cs.umass.edu</a:t>
            </a:r>
          </a:p>
        </p:txBody>
      </p:sp>
      <p:sp>
        <p:nvSpPr>
          <p:cNvPr id="159757" name="Text Box 17">
            <a:extLst>
              <a:ext uri="{FF2B5EF4-FFF2-40B4-BE49-F238E27FC236}">
                <a16:creationId xmlns="" xmlns:a16="http://schemas.microsoft.com/office/drawing/2014/main" id="{DA6D642A-7502-4FD6-8469-DD3F6C6F05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root DNS server</a:t>
            </a:r>
            <a:endParaRPr lang="en-US" altLang="en-US" sz="1600"/>
          </a:p>
        </p:txBody>
      </p:sp>
      <p:sp>
        <p:nvSpPr>
          <p:cNvPr id="159758" name="Line 18">
            <a:extLst>
              <a:ext uri="{FF2B5EF4-FFF2-40B4-BE49-F238E27FC236}">
                <a16:creationId xmlns="" xmlns:a16="http://schemas.microsoft.com/office/drawing/2014/main" id="{8437D487-356C-403D-B1E3-228C56F6591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9" name="Line 19">
            <a:extLst>
              <a:ext uri="{FF2B5EF4-FFF2-40B4-BE49-F238E27FC236}">
                <a16:creationId xmlns="" xmlns:a16="http://schemas.microsoft.com/office/drawing/2014/main" id="{248850E1-E1B4-4500-AE7A-2B5FD8C99A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91150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60" name="Line 22">
            <a:extLst>
              <a:ext uri="{FF2B5EF4-FFF2-40B4-BE49-F238E27FC236}">
                <a16:creationId xmlns="" xmlns:a16="http://schemas.microsoft.com/office/drawing/2014/main" id="{5863D5DD-468E-4D9C-9148-96D162C0A8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0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61" name="Line 23">
            <a:extLst>
              <a:ext uri="{FF2B5EF4-FFF2-40B4-BE49-F238E27FC236}">
                <a16:creationId xmlns="" xmlns:a16="http://schemas.microsoft.com/office/drawing/2014/main" id="{B9167BB8-36AA-4AD6-B48D-9BD88726674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44813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59762" name="Group 24">
            <a:extLst>
              <a:ext uri="{FF2B5EF4-FFF2-40B4-BE49-F238E27FC236}">
                <a16:creationId xmlns="" xmlns:a16="http://schemas.microsoft.com/office/drawing/2014/main" id="{0038BB04-255C-4892-AD48-7B7B60358D9C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159910" name="Rectangle 25">
              <a:extLst>
                <a:ext uri="{FF2B5EF4-FFF2-40B4-BE49-F238E27FC236}">
                  <a16:creationId xmlns="" xmlns:a16="http://schemas.microsoft.com/office/drawing/2014/main" id="{6EE97E03-4CBC-4B1A-88B6-B332CF221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59911" name="Text Box 26">
              <a:extLst>
                <a:ext uri="{FF2B5EF4-FFF2-40B4-BE49-F238E27FC236}">
                  <a16:creationId xmlns="" xmlns:a16="http://schemas.microsoft.com/office/drawing/2014/main" id="{F59FC5B2-CA6E-419E-B804-3E6B332B7E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local DNS server</a:t>
              </a:r>
              <a:endParaRPr lang="en-US" altLang="en-US" sz="24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</a:rPr>
                <a:t>dns.poly.edu</a:t>
              </a:r>
            </a:p>
          </p:txBody>
        </p:sp>
      </p:grpSp>
      <p:sp>
        <p:nvSpPr>
          <p:cNvPr id="159763" name="Text Box 27">
            <a:extLst>
              <a:ext uri="{FF2B5EF4-FFF2-40B4-BE49-F238E27FC236}">
                <a16:creationId xmlns="" xmlns:a16="http://schemas.microsoft.com/office/drawing/2014/main" id="{E82015D5-C614-4E45-BC7D-EED31FBDF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1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4" name="Text Box 28">
            <a:extLst>
              <a:ext uri="{FF2B5EF4-FFF2-40B4-BE49-F238E27FC236}">
                <a16:creationId xmlns="" xmlns:a16="http://schemas.microsoft.com/office/drawing/2014/main" id="{E9364B3C-F9A6-48A7-A4CE-2DCDF409AE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2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5" name="Text Box 29">
            <a:extLst>
              <a:ext uri="{FF2B5EF4-FFF2-40B4-BE49-F238E27FC236}">
                <a16:creationId xmlns="" xmlns:a16="http://schemas.microsoft.com/office/drawing/2014/main" id="{C7F2F3CC-E710-4B59-9E7A-810F09607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7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6" name="Text Box 60">
            <a:extLst>
              <a:ext uri="{FF2B5EF4-FFF2-40B4-BE49-F238E27FC236}">
                <a16:creationId xmlns="" xmlns:a16="http://schemas.microsoft.com/office/drawing/2014/main" id="{F76D2D90-336A-4693-8A75-0C6B1C916B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authoritative DNS server</a:t>
            </a:r>
            <a:endParaRPr lang="en-US" altLang="en-US" sz="240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dns.cs.umass.edu</a:t>
            </a:r>
            <a:endParaRPr lang="en-US" altLang="en-US" sz="1600"/>
          </a:p>
        </p:txBody>
      </p:sp>
      <p:sp>
        <p:nvSpPr>
          <p:cNvPr id="159767" name="Text Box 62">
            <a:extLst>
              <a:ext uri="{FF2B5EF4-FFF2-40B4-BE49-F238E27FC236}">
                <a16:creationId xmlns="" xmlns:a16="http://schemas.microsoft.com/office/drawing/2014/main" id="{35A39A90-FDF9-4AEB-BA36-2FCAA31D54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814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8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8" name="Line 62">
            <a:extLst>
              <a:ext uri="{FF2B5EF4-FFF2-40B4-BE49-F238E27FC236}">
                <a16:creationId xmlns="" xmlns:a16="http://schemas.microsoft.com/office/drawing/2014/main" id="{500C2F61-BC70-45D9-8303-3F4E7D87977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53238" y="1333500"/>
            <a:ext cx="600075" cy="7413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59769" name="Picture 137" descr="underline_base">
            <a:extLst>
              <a:ext uri="{FF2B5EF4-FFF2-40B4-BE49-F238E27FC236}">
                <a16:creationId xmlns="" xmlns:a16="http://schemas.microsoft.com/office/drawing/2014/main" id="{999318C7-8669-45A9-84D3-B57C3324ECB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770" name="Rectangle 66">
            <a:extLst>
              <a:ext uri="{FF2B5EF4-FFF2-40B4-BE49-F238E27FC236}">
                <a16:creationId xmlns="" xmlns:a16="http://schemas.microsoft.com/office/drawing/2014/main" id="{1A28F365-37FC-4B0D-8BC6-FFAC9EBA27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217488"/>
            <a:ext cx="4910138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  <a:latin typeface="Gill Sans MT" panose="020B0502020104020203" pitchFamily="34" charset="0"/>
              </a:rPr>
              <a:t>DNS name </a:t>
            </a:r>
            <a:br>
              <a:rPr lang="en-US" altLang="en-US" sz="4000">
                <a:solidFill>
                  <a:srgbClr val="000099"/>
                </a:solidFill>
                <a:latin typeface="Gill Sans MT" panose="020B0502020104020203" pitchFamily="34" charset="0"/>
              </a:rPr>
            </a:br>
            <a:r>
              <a:rPr lang="en-US" altLang="en-US" sz="4000">
                <a:solidFill>
                  <a:srgbClr val="000099"/>
                </a:solidFill>
                <a:latin typeface="Gill Sans MT" panose="020B0502020104020203" pitchFamily="34" charset="0"/>
              </a:rPr>
              <a:t>resolution example</a:t>
            </a:r>
          </a:p>
        </p:txBody>
      </p:sp>
      <p:sp>
        <p:nvSpPr>
          <p:cNvPr id="159771" name="Text Box 65">
            <a:extLst>
              <a:ext uri="{FF2B5EF4-FFF2-40B4-BE49-F238E27FC236}">
                <a16:creationId xmlns="" xmlns:a16="http://schemas.microsoft.com/office/drawing/2014/main" id="{C09472FF-F5A9-4C7E-9874-059D167AD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2287588"/>
            <a:ext cx="1325563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TLD DNS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</a:t>
            </a:r>
            <a:endParaRPr lang="en-US" altLang="en-US" sz="1600"/>
          </a:p>
        </p:txBody>
      </p:sp>
      <p:grpSp>
        <p:nvGrpSpPr>
          <p:cNvPr id="159772" name="Group 140">
            <a:extLst>
              <a:ext uri="{FF2B5EF4-FFF2-40B4-BE49-F238E27FC236}">
                <a16:creationId xmlns="" xmlns:a16="http://schemas.microsoft.com/office/drawing/2014/main" id="{E9F2B931-E4B7-4050-89CE-FCBA6BF1348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159908" name="Picture 141" descr="desktop_computer_stylized_medium">
              <a:extLst>
                <a:ext uri="{FF2B5EF4-FFF2-40B4-BE49-F238E27FC236}">
                  <a16:creationId xmlns="" xmlns:a16="http://schemas.microsoft.com/office/drawing/2014/main" id="{FB1F7343-8AF3-4647-8441-56403A0474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9909" name="Freeform 142">
              <a:extLst>
                <a:ext uri="{FF2B5EF4-FFF2-40B4-BE49-F238E27FC236}">
                  <a16:creationId xmlns="" xmlns:a16="http://schemas.microsoft.com/office/drawing/2014/main" id="{DC6882BE-FB92-4226-B9B2-D3F0C67014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9773" name="Group 143">
            <a:extLst>
              <a:ext uri="{FF2B5EF4-FFF2-40B4-BE49-F238E27FC236}">
                <a16:creationId xmlns="" xmlns:a16="http://schemas.microsoft.com/office/drawing/2014/main" id="{FC063518-E415-4FD7-BB24-40D2852B4673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159906" name="Picture 144" descr="desktop_computer_stylized_medium">
              <a:extLst>
                <a:ext uri="{FF2B5EF4-FFF2-40B4-BE49-F238E27FC236}">
                  <a16:creationId xmlns="" xmlns:a16="http://schemas.microsoft.com/office/drawing/2014/main" id="{5B433EB8-CD73-4F4C-9ADE-493F1DC3B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9907" name="Freeform 145">
              <a:extLst>
                <a:ext uri="{FF2B5EF4-FFF2-40B4-BE49-F238E27FC236}">
                  <a16:creationId xmlns="" xmlns:a16="http://schemas.microsoft.com/office/drawing/2014/main" id="{C101369B-EF81-4F8B-8956-AC7AAABFA93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9774" name="Group 146">
            <a:extLst>
              <a:ext uri="{FF2B5EF4-FFF2-40B4-BE49-F238E27FC236}">
                <a16:creationId xmlns="" xmlns:a16="http://schemas.microsoft.com/office/drawing/2014/main" id="{D34C9692-C45A-4D88-8DB4-21166F42B085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159874" name="Freeform 147">
              <a:extLst>
                <a:ext uri="{FF2B5EF4-FFF2-40B4-BE49-F238E27FC236}">
                  <a16:creationId xmlns="" xmlns:a16="http://schemas.microsoft.com/office/drawing/2014/main" id="{06D08C8A-18F8-4E35-9505-898F0F5F3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5" name="Rectangle 148">
              <a:extLst>
                <a:ext uri="{FF2B5EF4-FFF2-40B4-BE49-F238E27FC236}">
                  <a16:creationId xmlns="" xmlns:a16="http://schemas.microsoft.com/office/drawing/2014/main" id="{578F5B8C-A71F-4C76-969F-19E69E9CC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76" name="Freeform 149">
              <a:extLst>
                <a:ext uri="{FF2B5EF4-FFF2-40B4-BE49-F238E27FC236}">
                  <a16:creationId xmlns="" xmlns:a16="http://schemas.microsoft.com/office/drawing/2014/main" id="{7C424E4E-3303-4C2C-AA62-44927C0A1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7" name="Freeform 150">
              <a:extLst>
                <a:ext uri="{FF2B5EF4-FFF2-40B4-BE49-F238E27FC236}">
                  <a16:creationId xmlns="" xmlns:a16="http://schemas.microsoft.com/office/drawing/2014/main" id="{83E2DE77-58C9-45C9-8480-3F9DED742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8" name="Rectangle 151">
              <a:extLst>
                <a:ext uri="{FF2B5EF4-FFF2-40B4-BE49-F238E27FC236}">
                  <a16:creationId xmlns="" xmlns:a16="http://schemas.microsoft.com/office/drawing/2014/main" id="{EA71DDA3-F0C9-4944-BFE8-FE3543CD3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79" name="Group 152">
              <a:extLst>
                <a:ext uri="{FF2B5EF4-FFF2-40B4-BE49-F238E27FC236}">
                  <a16:creationId xmlns="" xmlns:a16="http://schemas.microsoft.com/office/drawing/2014/main" id="{3E15D12B-EBEE-44DD-BB53-44C09C7843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904" name="AutoShape 153">
                <a:extLst>
                  <a:ext uri="{FF2B5EF4-FFF2-40B4-BE49-F238E27FC236}">
                    <a16:creationId xmlns="" xmlns:a16="http://schemas.microsoft.com/office/drawing/2014/main" id="{813B30AF-ACC9-48A9-AA5D-0D3B52001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5" name="AutoShape 154">
                <a:extLst>
                  <a:ext uri="{FF2B5EF4-FFF2-40B4-BE49-F238E27FC236}">
                    <a16:creationId xmlns="" xmlns:a16="http://schemas.microsoft.com/office/drawing/2014/main" id="{1C31554F-18FF-4753-AB98-9B5D5DA5C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0" name="Rectangle 155">
              <a:extLst>
                <a:ext uri="{FF2B5EF4-FFF2-40B4-BE49-F238E27FC236}">
                  <a16:creationId xmlns="" xmlns:a16="http://schemas.microsoft.com/office/drawing/2014/main" id="{E5F264AA-5574-4C9A-AE80-7D72A49F5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81" name="Group 156">
              <a:extLst>
                <a:ext uri="{FF2B5EF4-FFF2-40B4-BE49-F238E27FC236}">
                  <a16:creationId xmlns="" xmlns:a16="http://schemas.microsoft.com/office/drawing/2014/main" id="{2ACF8E92-511C-4FFD-964B-4A3007CA09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902" name="AutoShape 157">
                <a:extLst>
                  <a:ext uri="{FF2B5EF4-FFF2-40B4-BE49-F238E27FC236}">
                    <a16:creationId xmlns="" xmlns:a16="http://schemas.microsoft.com/office/drawing/2014/main" id="{19ED18D9-A8F7-4B06-9508-1B2CA9DF6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3" name="AutoShape 158">
                <a:extLst>
                  <a:ext uri="{FF2B5EF4-FFF2-40B4-BE49-F238E27FC236}">
                    <a16:creationId xmlns="" xmlns:a16="http://schemas.microsoft.com/office/drawing/2014/main" id="{4FE7C054-DD32-4E47-BB34-32F94D3A8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2" name="Rectangle 159">
              <a:extLst>
                <a:ext uri="{FF2B5EF4-FFF2-40B4-BE49-F238E27FC236}">
                  <a16:creationId xmlns="" xmlns:a16="http://schemas.microsoft.com/office/drawing/2014/main" id="{C488C15A-A619-4820-A20F-A517375A7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83" name="Rectangle 160">
              <a:extLst>
                <a:ext uri="{FF2B5EF4-FFF2-40B4-BE49-F238E27FC236}">
                  <a16:creationId xmlns="" xmlns:a16="http://schemas.microsoft.com/office/drawing/2014/main" id="{9388F879-DF60-4D9F-8757-75CF7E880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84" name="Group 161">
              <a:extLst>
                <a:ext uri="{FF2B5EF4-FFF2-40B4-BE49-F238E27FC236}">
                  <a16:creationId xmlns="" xmlns:a16="http://schemas.microsoft.com/office/drawing/2014/main" id="{0AE10EC3-7D31-4A69-80B6-01F79E7D97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900" name="AutoShape 162">
                <a:extLst>
                  <a:ext uri="{FF2B5EF4-FFF2-40B4-BE49-F238E27FC236}">
                    <a16:creationId xmlns="" xmlns:a16="http://schemas.microsoft.com/office/drawing/2014/main" id="{5F76D712-6AF7-4577-8F43-3A315F787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1" name="AutoShape 163">
                <a:extLst>
                  <a:ext uri="{FF2B5EF4-FFF2-40B4-BE49-F238E27FC236}">
                    <a16:creationId xmlns="" xmlns:a16="http://schemas.microsoft.com/office/drawing/2014/main" id="{4CF01E3B-B07C-4DD1-83E0-EDF80D5A2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5" name="Freeform 164">
              <a:extLst>
                <a:ext uri="{FF2B5EF4-FFF2-40B4-BE49-F238E27FC236}">
                  <a16:creationId xmlns="" xmlns:a16="http://schemas.microsoft.com/office/drawing/2014/main" id="{46A5667E-E902-499D-BABA-33A427232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86" name="Group 165">
              <a:extLst>
                <a:ext uri="{FF2B5EF4-FFF2-40B4-BE49-F238E27FC236}">
                  <a16:creationId xmlns="" xmlns:a16="http://schemas.microsoft.com/office/drawing/2014/main" id="{4A4344BD-2BE0-4BCD-992A-7295DEAFA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98" name="AutoShape 166">
                <a:extLst>
                  <a:ext uri="{FF2B5EF4-FFF2-40B4-BE49-F238E27FC236}">
                    <a16:creationId xmlns="" xmlns:a16="http://schemas.microsoft.com/office/drawing/2014/main" id="{6365218B-DA0A-47DE-A01C-EE6A39AB6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99" name="AutoShape 167">
                <a:extLst>
                  <a:ext uri="{FF2B5EF4-FFF2-40B4-BE49-F238E27FC236}">
                    <a16:creationId xmlns="" xmlns:a16="http://schemas.microsoft.com/office/drawing/2014/main" id="{E73910BF-D212-4772-85CB-26E9277AB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7" name="Rectangle 168">
              <a:extLst>
                <a:ext uri="{FF2B5EF4-FFF2-40B4-BE49-F238E27FC236}">
                  <a16:creationId xmlns="" xmlns:a16="http://schemas.microsoft.com/office/drawing/2014/main" id="{87EFEC42-EF78-4FAD-95FC-E77D68C76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88" name="Freeform 169">
              <a:extLst>
                <a:ext uri="{FF2B5EF4-FFF2-40B4-BE49-F238E27FC236}">
                  <a16:creationId xmlns="" xmlns:a16="http://schemas.microsoft.com/office/drawing/2014/main" id="{3DE519E4-6BE1-4341-93D7-B9AFBCB6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89" name="Freeform 170">
              <a:extLst>
                <a:ext uri="{FF2B5EF4-FFF2-40B4-BE49-F238E27FC236}">
                  <a16:creationId xmlns="" xmlns:a16="http://schemas.microsoft.com/office/drawing/2014/main" id="{68AD080B-04DC-4366-B44C-C3E6E81E9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0" name="Oval 171">
              <a:extLst>
                <a:ext uri="{FF2B5EF4-FFF2-40B4-BE49-F238E27FC236}">
                  <a16:creationId xmlns="" xmlns:a16="http://schemas.microsoft.com/office/drawing/2014/main" id="{1B4D60C2-8E34-4665-92B4-79002A083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1" name="Freeform 172">
              <a:extLst>
                <a:ext uri="{FF2B5EF4-FFF2-40B4-BE49-F238E27FC236}">
                  <a16:creationId xmlns="" xmlns:a16="http://schemas.microsoft.com/office/drawing/2014/main" id="{4EE23FD2-AF3F-477D-8423-F6B9408C3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2" name="AutoShape 173">
              <a:extLst>
                <a:ext uri="{FF2B5EF4-FFF2-40B4-BE49-F238E27FC236}">
                  <a16:creationId xmlns="" xmlns:a16="http://schemas.microsoft.com/office/drawing/2014/main" id="{F7D41ACC-FEB0-453B-AEB2-ED04047BA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3" name="AutoShape 174">
              <a:extLst>
                <a:ext uri="{FF2B5EF4-FFF2-40B4-BE49-F238E27FC236}">
                  <a16:creationId xmlns="" xmlns:a16="http://schemas.microsoft.com/office/drawing/2014/main" id="{7778787D-1C52-4E3B-9CB9-841D60BA1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4" name="Oval 175">
              <a:extLst>
                <a:ext uri="{FF2B5EF4-FFF2-40B4-BE49-F238E27FC236}">
                  <a16:creationId xmlns="" xmlns:a16="http://schemas.microsoft.com/office/drawing/2014/main" id="{9526FA43-33F0-4D07-93F8-CED3E9E7F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5" name="Oval 176">
              <a:extLst>
                <a:ext uri="{FF2B5EF4-FFF2-40B4-BE49-F238E27FC236}">
                  <a16:creationId xmlns="" xmlns:a16="http://schemas.microsoft.com/office/drawing/2014/main" id="{A3662AB7-0907-4469-8E35-C9433CD43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9896" name="Oval 177">
              <a:extLst>
                <a:ext uri="{FF2B5EF4-FFF2-40B4-BE49-F238E27FC236}">
                  <a16:creationId xmlns="" xmlns:a16="http://schemas.microsoft.com/office/drawing/2014/main" id="{385C8113-2012-4367-8C65-470B0CE2F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7" name="Rectangle 178">
              <a:extLst>
                <a:ext uri="{FF2B5EF4-FFF2-40B4-BE49-F238E27FC236}">
                  <a16:creationId xmlns="" xmlns:a16="http://schemas.microsoft.com/office/drawing/2014/main" id="{59AABB47-2639-4E3D-9340-44B401B38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5" name="Group 212">
            <a:extLst>
              <a:ext uri="{FF2B5EF4-FFF2-40B4-BE49-F238E27FC236}">
                <a16:creationId xmlns="" xmlns:a16="http://schemas.microsoft.com/office/drawing/2014/main" id="{6EF26FC3-F2E0-4FF3-BC47-5CA8F64279E4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159842" name="Freeform 213">
              <a:extLst>
                <a:ext uri="{FF2B5EF4-FFF2-40B4-BE49-F238E27FC236}">
                  <a16:creationId xmlns="" xmlns:a16="http://schemas.microsoft.com/office/drawing/2014/main" id="{753E7ECD-73E1-4E92-BFF8-D749C7EE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3" name="Rectangle 214">
              <a:extLst>
                <a:ext uri="{FF2B5EF4-FFF2-40B4-BE49-F238E27FC236}">
                  <a16:creationId xmlns="" xmlns:a16="http://schemas.microsoft.com/office/drawing/2014/main" id="{F91B31EB-F276-4EC1-BDD1-548F3C53D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44" name="Freeform 215">
              <a:extLst>
                <a:ext uri="{FF2B5EF4-FFF2-40B4-BE49-F238E27FC236}">
                  <a16:creationId xmlns="" xmlns:a16="http://schemas.microsoft.com/office/drawing/2014/main" id="{C669A8FC-1D2F-41D4-98E5-A6E8AA3A7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5" name="Freeform 216">
              <a:extLst>
                <a:ext uri="{FF2B5EF4-FFF2-40B4-BE49-F238E27FC236}">
                  <a16:creationId xmlns="" xmlns:a16="http://schemas.microsoft.com/office/drawing/2014/main" id="{79A62829-8278-4AD6-8877-1BC7942AC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6" name="Rectangle 217">
              <a:extLst>
                <a:ext uri="{FF2B5EF4-FFF2-40B4-BE49-F238E27FC236}">
                  <a16:creationId xmlns="" xmlns:a16="http://schemas.microsoft.com/office/drawing/2014/main" id="{F21C1777-2D69-4375-B2EF-E9B847241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47" name="Group 218">
              <a:extLst>
                <a:ext uri="{FF2B5EF4-FFF2-40B4-BE49-F238E27FC236}">
                  <a16:creationId xmlns="" xmlns:a16="http://schemas.microsoft.com/office/drawing/2014/main" id="{1C8103B9-338F-4DAA-9EBF-487A5678CC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72" name="AutoShape 219">
                <a:extLst>
                  <a:ext uri="{FF2B5EF4-FFF2-40B4-BE49-F238E27FC236}">
                    <a16:creationId xmlns="" xmlns:a16="http://schemas.microsoft.com/office/drawing/2014/main" id="{D0F74DB6-5F78-410F-8C9F-5B446D8D7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73" name="AutoShape 220">
                <a:extLst>
                  <a:ext uri="{FF2B5EF4-FFF2-40B4-BE49-F238E27FC236}">
                    <a16:creationId xmlns="" xmlns:a16="http://schemas.microsoft.com/office/drawing/2014/main" id="{E821615A-9750-4FCA-A861-B98BE3D0F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48" name="Rectangle 221">
              <a:extLst>
                <a:ext uri="{FF2B5EF4-FFF2-40B4-BE49-F238E27FC236}">
                  <a16:creationId xmlns="" xmlns:a16="http://schemas.microsoft.com/office/drawing/2014/main" id="{D49E8BF1-AA54-44A5-A107-0A3D8743D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49" name="Group 222">
              <a:extLst>
                <a:ext uri="{FF2B5EF4-FFF2-40B4-BE49-F238E27FC236}">
                  <a16:creationId xmlns="" xmlns:a16="http://schemas.microsoft.com/office/drawing/2014/main" id="{16B2651E-E6B1-451A-9B5A-AD48959BD3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70" name="AutoShape 223">
                <a:extLst>
                  <a:ext uri="{FF2B5EF4-FFF2-40B4-BE49-F238E27FC236}">
                    <a16:creationId xmlns="" xmlns:a16="http://schemas.microsoft.com/office/drawing/2014/main" id="{AA4FBD90-1BBF-4299-9E8E-3AADA77D0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71" name="AutoShape 224">
                <a:extLst>
                  <a:ext uri="{FF2B5EF4-FFF2-40B4-BE49-F238E27FC236}">
                    <a16:creationId xmlns="" xmlns:a16="http://schemas.microsoft.com/office/drawing/2014/main" id="{DECFEA99-2E98-455F-905C-B3C69F7D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0" name="Rectangle 225">
              <a:extLst>
                <a:ext uri="{FF2B5EF4-FFF2-40B4-BE49-F238E27FC236}">
                  <a16:creationId xmlns="" xmlns:a16="http://schemas.microsoft.com/office/drawing/2014/main" id="{70FB7664-6CB2-4AA3-A3C4-3CDD78B4D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1" name="Rectangle 226">
              <a:extLst>
                <a:ext uri="{FF2B5EF4-FFF2-40B4-BE49-F238E27FC236}">
                  <a16:creationId xmlns="" xmlns:a16="http://schemas.microsoft.com/office/drawing/2014/main" id="{5D155E89-7533-459A-A872-77364519D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52" name="Group 227">
              <a:extLst>
                <a:ext uri="{FF2B5EF4-FFF2-40B4-BE49-F238E27FC236}">
                  <a16:creationId xmlns="" xmlns:a16="http://schemas.microsoft.com/office/drawing/2014/main" id="{371E51AB-E101-476D-818F-C9F517BE55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68" name="AutoShape 228">
                <a:extLst>
                  <a:ext uri="{FF2B5EF4-FFF2-40B4-BE49-F238E27FC236}">
                    <a16:creationId xmlns="" xmlns:a16="http://schemas.microsoft.com/office/drawing/2014/main" id="{1C780AE3-6F67-48B1-BF01-C260E3848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69" name="AutoShape 229">
                <a:extLst>
                  <a:ext uri="{FF2B5EF4-FFF2-40B4-BE49-F238E27FC236}">
                    <a16:creationId xmlns="" xmlns:a16="http://schemas.microsoft.com/office/drawing/2014/main" id="{9C6F9373-7E88-4AEF-97EC-C3C30097B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3" name="Freeform 230">
              <a:extLst>
                <a:ext uri="{FF2B5EF4-FFF2-40B4-BE49-F238E27FC236}">
                  <a16:creationId xmlns="" xmlns:a16="http://schemas.microsoft.com/office/drawing/2014/main" id="{BB679730-29E9-4CFA-864B-0D096AA0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54" name="Group 231">
              <a:extLst>
                <a:ext uri="{FF2B5EF4-FFF2-40B4-BE49-F238E27FC236}">
                  <a16:creationId xmlns="" xmlns:a16="http://schemas.microsoft.com/office/drawing/2014/main" id="{028A135D-5980-4BCB-931C-60B3AFBB1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66" name="AutoShape 232">
                <a:extLst>
                  <a:ext uri="{FF2B5EF4-FFF2-40B4-BE49-F238E27FC236}">
                    <a16:creationId xmlns="" xmlns:a16="http://schemas.microsoft.com/office/drawing/2014/main" id="{B6B24AA0-A824-469A-AD0F-0596B8C9F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67" name="AutoShape 233">
                <a:extLst>
                  <a:ext uri="{FF2B5EF4-FFF2-40B4-BE49-F238E27FC236}">
                    <a16:creationId xmlns="" xmlns:a16="http://schemas.microsoft.com/office/drawing/2014/main" id="{947559D1-FD56-4BA2-B49E-FEECF081F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5" name="Rectangle 234">
              <a:extLst>
                <a:ext uri="{FF2B5EF4-FFF2-40B4-BE49-F238E27FC236}">
                  <a16:creationId xmlns="" xmlns:a16="http://schemas.microsoft.com/office/drawing/2014/main" id="{C1EAB91B-9E00-4395-B649-8BB5CB98A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6" name="Freeform 235">
              <a:extLst>
                <a:ext uri="{FF2B5EF4-FFF2-40B4-BE49-F238E27FC236}">
                  <a16:creationId xmlns="" xmlns:a16="http://schemas.microsoft.com/office/drawing/2014/main" id="{32B94B4B-ECEE-4350-B90E-9B5858975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7" name="Freeform 236">
              <a:extLst>
                <a:ext uri="{FF2B5EF4-FFF2-40B4-BE49-F238E27FC236}">
                  <a16:creationId xmlns="" xmlns:a16="http://schemas.microsoft.com/office/drawing/2014/main" id="{5811A29E-791F-4A3B-AC60-BD03002C4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8" name="Oval 237">
              <a:extLst>
                <a:ext uri="{FF2B5EF4-FFF2-40B4-BE49-F238E27FC236}">
                  <a16:creationId xmlns="" xmlns:a16="http://schemas.microsoft.com/office/drawing/2014/main" id="{9A86302E-249C-47FE-B7B9-308F9C602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9" name="Freeform 238">
              <a:extLst>
                <a:ext uri="{FF2B5EF4-FFF2-40B4-BE49-F238E27FC236}">
                  <a16:creationId xmlns="" xmlns:a16="http://schemas.microsoft.com/office/drawing/2014/main" id="{DFD355C2-599B-48CB-9EF0-5C3D235E1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60" name="AutoShape 239">
              <a:extLst>
                <a:ext uri="{FF2B5EF4-FFF2-40B4-BE49-F238E27FC236}">
                  <a16:creationId xmlns="" xmlns:a16="http://schemas.microsoft.com/office/drawing/2014/main" id="{7060BD3E-5A81-4844-81BA-97FB7BDD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1" name="AutoShape 240">
              <a:extLst>
                <a:ext uri="{FF2B5EF4-FFF2-40B4-BE49-F238E27FC236}">
                  <a16:creationId xmlns="" xmlns:a16="http://schemas.microsoft.com/office/drawing/2014/main" id="{7F5D29D8-E514-4360-BE3C-1CC57C3E0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2" name="Oval 241">
              <a:extLst>
                <a:ext uri="{FF2B5EF4-FFF2-40B4-BE49-F238E27FC236}">
                  <a16:creationId xmlns="" xmlns:a16="http://schemas.microsoft.com/office/drawing/2014/main" id="{E1B2EDF1-62AE-4475-8069-6E0602CEB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3" name="Oval 242">
              <a:extLst>
                <a:ext uri="{FF2B5EF4-FFF2-40B4-BE49-F238E27FC236}">
                  <a16:creationId xmlns="" xmlns:a16="http://schemas.microsoft.com/office/drawing/2014/main" id="{A65BE2F5-3CEE-4991-A6B1-D9A903F9C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9864" name="Oval 243">
              <a:extLst>
                <a:ext uri="{FF2B5EF4-FFF2-40B4-BE49-F238E27FC236}">
                  <a16:creationId xmlns="" xmlns:a16="http://schemas.microsoft.com/office/drawing/2014/main" id="{F9A7C962-0860-419D-85B8-5BB6E19F2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5" name="Rectangle 244">
              <a:extLst>
                <a:ext uri="{FF2B5EF4-FFF2-40B4-BE49-F238E27FC236}">
                  <a16:creationId xmlns="" xmlns:a16="http://schemas.microsoft.com/office/drawing/2014/main" id="{05F57209-3620-404D-A769-A470039ED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6" name="Group 245">
            <a:extLst>
              <a:ext uri="{FF2B5EF4-FFF2-40B4-BE49-F238E27FC236}">
                <a16:creationId xmlns="" xmlns:a16="http://schemas.microsoft.com/office/drawing/2014/main" id="{97322F1E-0C40-4FFA-9D43-51A34422C233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159810" name="Freeform 246">
              <a:extLst>
                <a:ext uri="{FF2B5EF4-FFF2-40B4-BE49-F238E27FC236}">
                  <a16:creationId xmlns="" xmlns:a16="http://schemas.microsoft.com/office/drawing/2014/main" id="{CDFB6D3F-FEAD-4E00-BC01-774E5718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1" name="Rectangle 247">
              <a:extLst>
                <a:ext uri="{FF2B5EF4-FFF2-40B4-BE49-F238E27FC236}">
                  <a16:creationId xmlns="" xmlns:a16="http://schemas.microsoft.com/office/drawing/2014/main" id="{E0CD3F2B-16F5-4E66-A65A-23F893A74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12" name="Freeform 248">
              <a:extLst>
                <a:ext uri="{FF2B5EF4-FFF2-40B4-BE49-F238E27FC236}">
                  <a16:creationId xmlns="" xmlns:a16="http://schemas.microsoft.com/office/drawing/2014/main" id="{3C38EBFC-1404-41CA-9103-FE0B7C9D7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3" name="Freeform 249">
              <a:extLst>
                <a:ext uri="{FF2B5EF4-FFF2-40B4-BE49-F238E27FC236}">
                  <a16:creationId xmlns="" xmlns:a16="http://schemas.microsoft.com/office/drawing/2014/main" id="{9BEC9E28-E2E2-4906-A363-83A901622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4" name="Rectangle 250">
              <a:extLst>
                <a:ext uri="{FF2B5EF4-FFF2-40B4-BE49-F238E27FC236}">
                  <a16:creationId xmlns="" xmlns:a16="http://schemas.microsoft.com/office/drawing/2014/main" id="{4C073EF1-D38B-499F-9DCE-97C81C8AD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15" name="Group 251">
              <a:extLst>
                <a:ext uri="{FF2B5EF4-FFF2-40B4-BE49-F238E27FC236}">
                  <a16:creationId xmlns="" xmlns:a16="http://schemas.microsoft.com/office/drawing/2014/main" id="{B6235BF0-F0CD-40EB-862A-9B4E9DBDF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40" name="AutoShape 252">
                <a:extLst>
                  <a:ext uri="{FF2B5EF4-FFF2-40B4-BE49-F238E27FC236}">
                    <a16:creationId xmlns="" xmlns:a16="http://schemas.microsoft.com/office/drawing/2014/main" id="{29C29B76-D56A-4642-BAA5-C4E94D35C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41" name="AutoShape 253">
                <a:extLst>
                  <a:ext uri="{FF2B5EF4-FFF2-40B4-BE49-F238E27FC236}">
                    <a16:creationId xmlns="" xmlns:a16="http://schemas.microsoft.com/office/drawing/2014/main" id="{345B763B-2DD6-4A23-B5C1-187DF932F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16" name="Rectangle 254">
              <a:extLst>
                <a:ext uri="{FF2B5EF4-FFF2-40B4-BE49-F238E27FC236}">
                  <a16:creationId xmlns="" xmlns:a16="http://schemas.microsoft.com/office/drawing/2014/main" id="{897A77C2-31CA-4582-AC0A-E391A2239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17" name="Group 255">
              <a:extLst>
                <a:ext uri="{FF2B5EF4-FFF2-40B4-BE49-F238E27FC236}">
                  <a16:creationId xmlns="" xmlns:a16="http://schemas.microsoft.com/office/drawing/2014/main" id="{358BDF31-22C6-4DA8-B05A-D39BBBF7C5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38" name="AutoShape 256">
                <a:extLst>
                  <a:ext uri="{FF2B5EF4-FFF2-40B4-BE49-F238E27FC236}">
                    <a16:creationId xmlns="" xmlns:a16="http://schemas.microsoft.com/office/drawing/2014/main" id="{7C864B86-D0FE-4211-AA93-3F623A863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9" name="AutoShape 257">
                <a:extLst>
                  <a:ext uri="{FF2B5EF4-FFF2-40B4-BE49-F238E27FC236}">
                    <a16:creationId xmlns="" xmlns:a16="http://schemas.microsoft.com/office/drawing/2014/main" id="{9F31E5A8-71AF-41CC-8468-01E9F4D5F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18" name="Rectangle 258">
              <a:extLst>
                <a:ext uri="{FF2B5EF4-FFF2-40B4-BE49-F238E27FC236}">
                  <a16:creationId xmlns="" xmlns:a16="http://schemas.microsoft.com/office/drawing/2014/main" id="{EABACCB3-0710-4771-A11A-5458129DE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19" name="Rectangle 259">
              <a:extLst>
                <a:ext uri="{FF2B5EF4-FFF2-40B4-BE49-F238E27FC236}">
                  <a16:creationId xmlns="" xmlns:a16="http://schemas.microsoft.com/office/drawing/2014/main" id="{C75C05FB-9D9A-49A4-90D5-85D8AFF49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20" name="Group 260">
              <a:extLst>
                <a:ext uri="{FF2B5EF4-FFF2-40B4-BE49-F238E27FC236}">
                  <a16:creationId xmlns="" xmlns:a16="http://schemas.microsoft.com/office/drawing/2014/main" id="{F8A034EF-0042-4F82-AA6A-B7EAF26F17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36" name="AutoShape 261">
                <a:extLst>
                  <a:ext uri="{FF2B5EF4-FFF2-40B4-BE49-F238E27FC236}">
                    <a16:creationId xmlns="" xmlns:a16="http://schemas.microsoft.com/office/drawing/2014/main" id="{E5961931-A034-4E94-9387-4E66DF6C2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7" name="AutoShape 262">
                <a:extLst>
                  <a:ext uri="{FF2B5EF4-FFF2-40B4-BE49-F238E27FC236}">
                    <a16:creationId xmlns="" xmlns:a16="http://schemas.microsoft.com/office/drawing/2014/main" id="{7E64E0A3-6D30-42D7-8798-FE97BD7A8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21" name="Freeform 263">
              <a:extLst>
                <a:ext uri="{FF2B5EF4-FFF2-40B4-BE49-F238E27FC236}">
                  <a16:creationId xmlns="" xmlns:a16="http://schemas.microsoft.com/office/drawing/2014/main" id="{9BE40699-6AC8-4057-ABB0-307B2531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22" name="Group 264">
              <a:extLst>
                <a:ext uri="{FF2B5EF4-FFF2-40B4-BE49-F238E27FC236}">
                  <a16:creationId xmlns="" xmlns:a16="http://schemas.microsoft.com/office/drawing/2014/main" id="{8A897900-52DD-487B-B45D-FD59040A65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34" name="AutoShape 265">
                <a:extLst>
                  <a:ext uri="{FF2B5EF4-FFF2-40B4-BE49-F238E27FC236}">
                    <a16:creationId xmlns="" xmlns:a16="http://schemas.microsoft.com/office/drawing/2014/main" id="{EEB258A3-E9ED-4776-A7E1-A834FBF37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5" name="AutoShape 266">
                <a:extLst>
                  <a:ext uri="{FF2B5EF4-FFF2-40B4-BE49-F238E27FC236}">
                    <a16:creationId xmlns="" xmlns:a16="http://schemas.microsoft.com/office/drawing/2014/main" id="{BA116BA8-A65D-48DD-BC25-582183980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23" name="Rectangle 267">
              <a:extLst>
                <a:ext uri="{FF2B5EF4-FFF2-40B4-BE49-F238E27FC236}">
                  <a16:creationId xmlns="" xmlns:a16="http://schemas.microsoft.com/office/drawing/2014/main" id="{23779D84-EB53-4108-9326-894B6C4A0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4" name="Freeform 268">
              <a:extLst>
                <a:ext uri="{FF2B5EF4-FFF2-40B4-BE49-F238E27FC236}">
                  <a16:creationId xmlns="" xmlns:a16="http://schemas.microsoft.com/office/drawing/2014/main" id="{7EC6DE74-44F1-4973-ABE0-B4DD6204D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5" name="Freeform 269">
              <a:extLst>
                <a:ext uri="{FF2B5EF4-FFF2-40B4-BE49-F238E27FC236}">
                  <a16:creationId xmlns="" xmlns:a16="http://schemas.microsoft.com/office/drawing/2014/main" id="{C0D9878D-FB64-460B-A9E0-37070DE4E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6" name="Oval 270">
              <a:extLst>
                <a:ext uri="{FF2B5EF4-FFF2-40B4-BE49-F238E27FC236}">
                  <a16:creationId xmlns="" xmlns:a16="http://schemas.microsoft.com/office/drawing/2014/main" id="{FB941A61-9F6B-4F4D-815D-43F095912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7" name="Freeform 271">
              <a:extLst>
                <a:ext uri="{FF2B5EF4-FFF2-40B4-BE49-F238E27FC236}">
                  <a16:creationId xmlns="" xmlns:a16="http://schemas.microsoft.com/office/drawing/2014/main" id="{CC906BB5-9DCF-4A66-A0B8-75680F68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8" name="AutoShape 272">
              <a:extLst>
                <a:ext uri="{FF2B5EF4-FFF2-40B4-BE49-F238E27FC236}">
                  <a16:creationId xmlns="" xmlns:a16="http://schemas.microsoft.com/office/drawing/2014/main" id="{018FD8A3-5A12-4194-BBB6-380554528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9" name="AutoShape 273">
              <a:extLst>
                <a:ext uri="{FF2B5EF4-FFF2-40B4-BE49-F238E27FC236}">
                  <a16:creationId xmlns="" xmlns:a16="http://schemas.microsoft.com/office/drawing/2014/main" id="{B1ADC46A-64F2-4DDB-9F74-34F7CBD43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0" name="Oval 274">
              <a:extLst>
                <a:ext uri="{FF2B5EF4-FFF2-40B4-BE49-F238E27FC236}">
                  <a16:creationId xmlns="" xmlns:a16="http://schemas.microsoft.com/office/drawing/2014/main" id="{AD16C238-91A0-4FE4-B131-0C3BAE32A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1" name="Oval 275">
              <a:extLst>
                <a:ext uri="{FF2B5EF4-FFF2-40B4-BE49-F238E27FC236}">
                  <a16:creationId xmlns="" xmlns:a16="http://schemas.microsoft.com/office/drawing/2014/main" id="{3120D4FC-34A1-4D5D-BFB0-B2D05911F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9832" name="Oval 276">
              <a:extLst>
                <a:ext uri="{FF2B5EF4-FFF2-40B4-BE49-F238E27FC236}">
                  <a16:creationId xmlns="" xmlns:a16="http://schemas.microsoft.com/office/drawing/2014/main" id="{EDC501DD-C088-4BDE-AF73-A46D37254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3" name="Rectangle 277">
              <a:extLst>
                <a:ext uri="{FF2B5EF4-FFF2-40B4-BE49-F238E27FC236}">
                  <a16:creationId xmlns="" xmlns:a16="http://schemas.microsoft.com/office/drawing/2014/main" id="{09A61940-1EB6-4BC8-B70D-79292A1A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7" name="Group 311">
            <a:extLst>
              <a:ext uri="{FF2B5EF4-FFF2-40B4-BE49-F238E27FC236}">
                <a16:creationId xmlns="" xmlns:a16="http://schemas.microsoft.com/office/drawing/2014/main" id="{84914E72-2F7C-46C5-BD8A-B623647CE7E9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159778" name="Freeform 312">
              <a:extLst>
                <a:ext uri="{FF2B5EF4-FFF2-40B4-BE49-F238E27FC236}">
                  <a16:creationId xmlns="" xmlns:a16="http://schemas.microsoft.com/office/drawing/2014/main" id="{18053F3A-7A13-44C2-82AF-638BA81B7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9" name="Rectangle 313">
              <a:extLst>
                <a:ext uri="{FF2B5EF4-FFF2-40B4-BE49-F238E27FC236}">
                  <a16:creationId xmlns="" xmlns:a16="http://schemas.microsoft.com/office/drawing/2014/main" id="{1D3B3341-8B5D-45FD-BB26-B21AEAB7C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80" name="Freeform 314">
              <a:extLst>
                <a:ext uri="{FF2B5EF4-FFF2-40B4-BE49-F238E27FC236}">
                  <a16:creationId xmlns="" xmlns:a16="http://schemas.microsoft.com/office/drawing/2014/main" id="{94E09556-640B-4697-A379-90F73D5B5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1" name="Freeform 315">
              <a:extLst>
                <a:ext uri="{FF2B5EF4-FFF2-40B4-BE49-F238E27FC236}">
                  <a16:creationId xmlns="" xmlns:a16="http://schemas.microsoft.com/office/drawing/2014/main" id="{E929B430-BC8E-4B2A-BEE7-B6173604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2" name="Rectangle 316">
              <a:extLst>
                <a:ext uri="{FF2B5EF4-FFF2-40B4-BE49-F238E27FC236}">
                  <a16:creationId xmlns="" xmlns:a16="http://schemas.microsoft.com/office/drawing/2014/main" id="{F70148EE-FCB2-4D96-91B4-34420B69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3" name="Group 317">
              <a:extLst>
                <a:ext uri="{FF2B5EF4-FFF2-40B4-BE49-F238E27FC236}">
                  <a16:creationId xmlns="" xmlns:a16="http://schemas.microsoft.com/office/drawing/2014/main" id="{26AE8009-F1E7-474B-B2AF-A93FEC4D2D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08" name="AutoShape 318">
                <a:extLst>
                  <a:ext uri="{FF2B5EF4-FFF2-40B4-BE49-F238E27FC236}">
                    <a16:creationId xmlns="" xmlns:a16="http://schemas.microsoft.com/office/drawing/2014/main" id="{72585BC8-2564-44D9-A49F-CF7CEEED1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9" name="AutoShape 319">
                <a:extLst>
                  <a:ext uri="{FF2B5EF4-FFF2-40B4-BE49-F238E27FC236}">
                    <a16:creationId xmlns="" xmlns:a16="http://schemas.microsoft.com/office/drawing/2014/main" id="{44AFC481-BBA1-4958-A148-7EB8C5CEB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4" name="Rectangle 320">
              <a:extLst>
                <a:ext uri="{FF2B5EF4-FFF2-40B4-BE49-F238E27FC236}">
                  <a16:creationId xmlns="" xmlns:a16="http://schemas.microsoft.com/office/drawing/2014/main" id="{DA50D982-24AE-4EF0-8438-4F278BAED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5" name="Group 321">
              <a:extLst>
                <a:ext uri="{FF2B5EF4-FFF2-40B4-BE49-F238E27FC236}">
                  <a16:creationId xmlns="" xmlns:a16="http://schemas.microsoft.com/office/drawing/2014/main" id="{4C798FC9-971C-4C06-9B7B-AB330DA795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06" name="AutoShape 322">
                <a:extLst>
                  <a:ext uri="{FF2B5EF4-FFF2-40B4-BE49-F238E27FC236}">
                    <a16:creationId xmlns="" xmlns:a16="http://schemas.microsoft.com/office/drawing/2014/main" id="{18FCEFA7-3CED-44E3-816B-F6852BDC4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7" name="AutoShape 323">
                <a:extLst>
                  <a:ext uri="{FF2B5EF4-FFF2-40B4-BE49-F238E27FC236}">
                    <a16:creationId xmlns="" xmlns:a16="http://schemas.microsoft.com/office/drawing/2014/main" id="{843CC515-EB89-4FE9-945F-59E9CF26F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6" name="Rectangle 324">
              <a:extLst>
                <a:ext uri="{FF2B5EF4-FFF2-40B4-BE49-F238E27FC236}">
                  <a16:creationId xmlns="" xmlns:a16="http://schemas.microsoft.com/office/drawing/2014/main" id="{48887FA5-51F7-4657-BE08-F30EFCBC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87" name="Rectangle 325">
              <a:extLst>
                <a:ext uri="{FF2B5EF4-FFF2-40B4-BE49-F238E27FC236}">
                  <a16:creationId xmlns="" xmlns:a16="http://schemas.microsoft.com/office/drawing/2014/main" id="{3234F6EC-5EBB-426D-9656-5086C4712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8" name="Group 326">
              <a:extLst>
                <a:ext uri="{FF2B5EF4-FFF2-40B4-BE49-F238E27FC236}">
                  <a16:creationId xmlns="" xmlns:a16="http://schemas.microsoft.com/office/drawing/2014/main" id="{9C396887-82AF-4D5B-A692-5D58337AE8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04" name="AutoShape 327">
                <a:extLst>
                  <a:ext uri="{FF2B5EF4-FFF2-40B4-BE49-F238E27FC236}">
                    <a16:creationId xmlns="" xmlns:a16="http://schemas.microsoft.com/office/drawing/2014/main" id="{F5BEFAE0-054D-403F-BA3E-57240C8CA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5" name="AutoShape 328">
                <a:extLst>
                  <a:ext uri="{FF2B5EF4-FFF2-40B4-BE49-F238E27FC236}">
                    <a16:creationId xmlns="" xmlns:a16="http://schemas.microsoft.com/office/drawing/2014/main" id="{5AFCC43F-29FF-413B-88A6-4372C5DF9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9" name="Freeform 329">
              <a:extLst>
                <a:ext uri="{FF2B5EF4-FFF2-40B4-BE49-F238E27FC236}">
                  <a16:creationId xmlns="" xmlns:a16="http://schemas.microsoft.com/office/drawing/2014/main" id="{C3EA849C-3F28-4CAF-98BA-9799FD808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90" name="Group 330">
              <a:extLst>
                <a:ext uri="{FF2B5EF4-FFF2-40B4-BE49-F238E27FC236}">
                  <a16:creationId xmlns="" xmlns:a16="http://schemas.microsoft.com/office/drawing/2014/main" id="{68637EC3-01CA-4529-833E-04BFDD88EB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02" name="AutoShape 331">
                <a:extLst>
                  <a:ext uri="{FF2B5EF4-FFF2-40B4-BE49-F238E27FC236}">
                    <a16:creationId xmlns="" xmlns:a16="http://schemas.microsoft.com/office/drawing/2014/main" id="{5A95C38E-783F-4948-A731-5F2635A74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3" name="AutoShape 332">
                <a:extLst>
                  <a:ext uri="{FF2B5EF4-FFF2-40B4-BE49-F238E27FC236}">
                    <a16:creationId xmlns="" xmlns:a16="http://schemas.microsoft.com/office/drawing/2014/main" id="{EA158072-F150-4777-9927-2D9981549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91" name="Rectangle 333">
              <a:extLst>
                <a:ext uri="{FF2B5EF4-FFF2-40B4-BE49-F238E27FC236}">
                  <a16:creationId xmlns="" xmlns:a16="http://schemas.microsoft.com/office/drawing/2014/main" id="{C5F8848B-BC9E-4BF0-B42D-B01277645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2" name="Freeform 334">
              <a:extLst>
                <a:ext uri="{FF2B5EF4-FFF2-40B4-BE49-F238E27FC236}">
                  <a16:creationId xmlns="" xmlns:a16="http://schemas.microsoft.com/office/drawing/2014/main" id="{A3CB34CC-ED4E-48E1-BC8B-726D4EFE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3" name="Freeform 335">
              <a:extLst>
                <a:ext uri="{FF2B5EF4-FFF2-40B4-BE49-F238E27FC236}">
                  <a16:creationId xmlns="" xmlns:a16="http://schemas.microsoft.com/office/drawing/2014/main" id="{90D5B013-949F-4B5E-B69C-0CE070526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4" name="Oval 336">
              <a:extLst>
                <a:ext uri="{FF2B5EF4-FFF2-40B4-BE49-F238E27FC236}">
                  <a16:creationId xmlns="" xmlns:a16="http://schemas.microsoft.com/office/drawing/2014/main" id="{AB63F845-8941-4BCF-8C04-702FB2AB7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5" name="Freeform 337">
              <a:extLst>
                <a:ext uri="{FF2B5EF4-FFF2-40B4-BE49-F238E27FC236}">
                  <a16:creationId xmlns="" xmlns:a16="http://schemas.microsoft.com/office/drawing/2014/main" id="{8F401C4D-5954-40AF-81C5-5FFAA870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6" name="AutoShape 338">
              <a:extLst>
                <a:ext uri="{FF2B5EF4-FFF2-40B4-BE49-F238E27FC236}">
                  <a16:creationId xmlns="" xmlns:a16="http://schemas.microsoft.com/office/drawing/2014/main" id="{EB17198C-ED8E-4068-825D-667DCB721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7" name="AutoShape 339">
              <a:extLst>
                <a:ext uri="{FF2B5EF4-FFF2-40B4-BE49-F238E27FC236}">
                  <a16:creationId xmlns="" xmlns:a16="http://schemas.microsoft.com/office/drawing/2014/main" id="{8F55515B-34BA-4BCC-AE2F-F01F3FE2E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8" name="Oval 340">
              <a:extLst>
                <a:ext uri="{FF2B5EF4-FFF2-40B4-BE49-F238E27FC236}">
                  <a16:creationId xmlns="" xmlns:a16="http://schemas.microsoft.com/office/drawing/2014/main" id="{0B6D6AFA-4E50-472D-8BF1-4CD8F6C17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9" name="Oval 341">
              <a:extLst>
                <a:ext uri="{FF2B5EF4-FFF2-40B4-BE49-F238E27FC236}">
                  <a16:creationId xmlns="" xmlns:a16="http://schemas.microsoft.com/office/drawing/2014/main" id="{49DB332B-7A7F-4377-BC71-173F2729F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9800" name="Oval 342">
              <a:extLst>
                <a:ext uri="{FF2B5EF4-FFF2-40B4-BE49-F238E27FC236}">
                  <a16:creationId xmlns="" xmlns:a16="http://schemas.microsoft.com/office/drawing/2014/main" id="{7F329DD5-4051-4D69-AD91-343E26B44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01" name="Rectangle 343">
              <a:extLst>
                <a:ext uri="{FF2B5EF4-FFF2-40B4-BE49-F238E27FC236}">
                  <a16:creationId xmlns="" xmlns:a16="http://schemas.microsoft.com/office/drawing/2014/main" id="{5D5E1EFD-EC25-457F-9D2F-69037A6C2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931716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3" name="Rectangle 7">
            <a:extLst>
              <a:ext uri="{FF2B5EF4-FFF2-40B4-BE49-F238E27FC236}">
                <a16:creationId xmlns="" xmlns:a16="http://schemas.microsoft.com/office/drawing/2014/main" id="{85221E55-6C94-4366-9AFD-5CDED929D16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1794" name="Rectangle 8">
            <a:extLst>
              <a:ext uri="{FF2B5EF4-FFF2-40B4-BE49-F238E27FC236}">
                <a16:creationId xmlns="" xmlns:a16="http://schemas.microsoft.com/office/drawing/2014/main" id="{5D973D6D-E32D-4CD2-A34F-6C907253A53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EF29A5E-ED46-469B-BC94-2CA4A01261EC}" type="slidenum">
              <a:rPr lang="en-US" altLang="en-US" sz="1200">
                <a:latin typeface="Tahoma" panose="020B0604030504040204" pitchFamily="34" charset="0"/>
              </a:rPr>
              <a:pPr/>
              <a:t>67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61795" name="Picture 10" descr="underline_base">
            <a:extLst>
              <a:ext uri="{FF2B5EF4-FFF2-40B4-BE49-F238E27FC236}">
                <a16:creationId xmlns="" xmlns:a16="http://schemas.microsoft.com/office/drawing/2014/main" id="{B59F3308-5CBC-443C-8AC7-948D7A76D2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150" y="86201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1796" name="Rectangle 2">
            <a:extLst>
              <a:ext uri="{FF2B5EF4-FFF2-40B4-BE49-F238E27FC236}">
                <a16:creationId xmlns="" xmlns:a16="http://schemas.microsoft.com/office/drawing/2014/main" id="{1E481910-4849-43CA-92C6-2D2598E6F1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46050"/>
            <a:ext cx="7772400" cy="969963"/>
          </a:xfrm>
        </p:spPr>
        <p:txBody>
          <a:bodyPr/>
          <a:lstStyle/>
          <a:p>
            <a:r>
              <a:rPr lang="en-US" altLang="en-US" sz="4000"/>
              <a:t>DNS: caching, updating records</a:t>
            </a:r>
          </a:p>
        </p:txBody>
      </p:sp>
      <p:sp>
        <p:nvSpPr>
          <p:cNvPr id="161797" name="Rectangle 3">
            <a:extLst>
              <a:ext uri="{FF2B5EF4-FFF2-40B4-BE49-F238E27FC236}">
                <a16:creationId xmlns="" xmlns:a16="http://schemas.microsoft.com/office/drawing/2014/main" id="{6CECCEDF-8C10-447C-B0E2-B27317152B5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19125" y="1438275"/>
            <a:ext cx="7926388" cy="4733925"/>
          </a:xfrm>
        </p:spPr>
        <p:txBody>
          <a:bodyPr>
            <a:normAutofit lnSpcReduction="10000"/>
          </a:bodyPr>
          <a:lstStyle/>
          <a:p>
            <a:r>
              <a:rPr lang="en-US" altLang="en-US" dirty="0"/>
              <a:t>once (any) name server learns mapping, it </a:t>
            </a:r>
            <a:r>
              <a:rPr lang="en-US" altLang="en-US" i="1" dirty="0">
                <a:solidFill>
                  <a:srgbClr val="000099"/>
                </a:solidFill>
              </a:rPr>
              <a:t>caches</a:t>
            </a:r>
            <a:r>
              <a:rPr lang="en-US" altLang="en-US" dirty="0"/>
              <a:t> mapping</a:t>
            </a:r>
          </a:p>
          <a:p>
            <a:pPr lvl="1"/>
            <a:r>
              <a:rPr lang="en-US" altLang="en-US" dirty="0"/>
              <a:t>cache entries timeout (disappear) after some time (TTL)</a:t>
            </a:r>
          </a:p>
          <a:p>
            <a:pPr lvl="1"/>
            <a:r>
              <a:rPr lang="en-US" altLang="en-US" dirty="0"/>
              <a:t>TLD servers typically cached in local name servers</a:t>
            </a:r>
          </a:p>
          <a:p>
            <a:pPr lvl="2"/>
            <a:r>
              <a:rPr lang="en-US" altLang="en-US" dirty="0">
                <a:latin typeface="Gill Sans MT" panose="020B0502020104020203" pitchFamily="34" charset="0"/>
              </a:rPr>
              <a:t>thus root name servers not often visited</a:t>
            </a:r>
            <a:endParaRPr lang="en-US" altLang="en-US" dirty="0"/>
          </a:p>
          <a:p>
            <a:r>
              <a:rPr lang="en-US" altLang="en-US" dirty="0"/>
              <a:t>cached entries may be </a:t>
            </a:r>
            <a:r>
              <a:rPr lang="en-US" altLang="en-US" i="1" dirty="0">
                <a:solidFill>
                  <a:srgbClr val="CC0000"/>
                </a:solidFill>
              </a:rPr>
              <a:t>out-of-date</a:t>
            </a:r>
            <a:r>
              <a:rPr lang="en-US" altLang="en-US" dirty="0"/>
              <a:t> (best effort name-to-address translation!)</a:t>
            </a:r>
          </a:p>
          <a:p>
            <a:pPr lvl="1"/>
            <a:r>
              <a:rPr lang="en-US" altLang="en-US" dirty="0"/>
              <a:t>if name host changes IP address, may not be known Internet-wide until all TTLs expire</a:t>
            </a:r>
          </a:p>
          <a:p>
            <a:r>
              <a:rPr lang="en-US" altLang="en-US" dirty="0"/>
              <a:t>update/notify mechanisms proposed IETF standard</a:t>
            </a:r>
          </a:p>
          <a:p>
            <a:pPr lvl="1"/>
            <a:r>
              <a:rPr lang="en-US" altLang="en-US" dirty="0"/>
              <a:t>RFC 2136</a:t>
            </a:r>
          </a:p>
        </p:txBody>
      </p:sp>
    </p:spTree>
    <p:extLst>
      <p:ext uri="{BB962C8B-B14F-4D97-AF65-F5344CB8AC3E}">
        <p14:creationId xmlns:p14="http://schemas.microsoft.com/office/powerpoint/2010/main" val="1233536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1" name="Rectangle 7">
            <a:extLst>
              <a:ext uri="{FF2B5EF4-FFF2-40B4-BE49-F238E27FC236}">
                <a16:creationId xmlns="" xmlns:a16="http://schemas.microsoft.com/office/drawing/2014/main" id="{ED539DE9-C0EC-411A-9416-C5590D6E5D3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3842" name="Rectangle 8">
            <a:extLst>
              <a:ext uri="{FF2B5EF4-FFF2-40B4-BE49-F238E27FC236}">
                <a16:creationId xmlns="" xmlns:a16="http://schemas.microsoft.com/office/drawing/2014/main" id="{95FA1DF8-E3D5-453F-8D13-A3A853045E7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9A01FED-8C3E-4B54-98FC-1D845A8C737B}" type="slidenum">
              <a:rPr lang="en-US" altLang="en-US" sz="1200">
                <a:latin typeface="Tahoma" panose="020B0604030504040204" pitchFamily="34" charset="0"/>
              </a:rPr>
              <a:pPr/>
              <a:t>68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3843" name="Rectangle 2">
            <a:extLst>
              <a:ext uri="{FF2B5EF4-FFF2-40B4-BE49-F238E27FC236}">
                <a16:creationId xmlns="" xmlns:a16="http://schemas.microsoft.com/office/drawing/2014/main" id="{4567037A-E5AF-45EE-B800-84109E79F3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201613"/>
            <a:ext cx="7772400" cy="892175"/>
          </a:xfrm>
        </p:spPr>
        <p:txBody>
          <a:bodyPr/>
          <a:lstStyle/>
          <a:p>
            <a:r>
              <a:rPr lang="en-US" altLang="en-US" sz="4000"/>
              <a:t>DNS records</a:t>
            </a:r>
            <a:endParaRPr lang="en-US" altLang="en-US"/>
          </a:p>
        </p:txBody>
      </p:sp>
      <p:sp>
        <p:nvSpPr>
          <p:cNvPr id="163844" name="Rectangle 3">
            <a:extLst>
              <a:ext uri="{FF2B5EF4-FFF2-40B4-BE49-F238E27FC236}">
                <a16:creationId xmlns="" xmlns:a16="http://schemas.microsoft.com/office/drawing/2014/main" id="{AE1A21FB-7669-4F32-8C59-E968568BC95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1343025"/>
            <a:ext cx="7820025" cy="514350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DNS:</a:t>
            </a:r>
            <a:r>
              <a:rPr lang="en-US" altLang="en-US" sz="2400"/>
              <a:t> distributed database storing resource records </a:t>
            </a:r>
            <a:r>
              <a:rPr lang="en-US" altLang="en-US">
                <a:solidFill>
                  <a:srgbClr val="CC0000"/>
                </a:solidFill>
              </a:rPr>
              <a:t>(RR)</a:t>
            </a:r>
          </a:p>
        </p:txBody>
      </p:sp>
      <p:sp>
        <p:nvSpPr>
          <p:cNvPr id="163845" name="Rectangle 4">
            <a:extLst>
              <a:ext uri="{FF2B5EF4-FFF2-40B4-BE49-F238E27FC236}">
                <a16:creationId xmlns="" xmlns:a16="http://schemas.microsoft.com/office/drawing/2014/main" id="{867998A3-39F4-4C1C-9F4D-791D10858F0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33400" y="3897313"/>
            <a:ext cx="3514725" cy="1905000"/>
          </a:xfrm>
        </p:spPr>
        <p:txBody>
          <a:bodyPr>
            <a:normAutofit fontScale="92500" lnSpcReduction="10000"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type=NS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r>
              <a:rPr lang="en-US" altLang="en-US" sz="2000"/>
              <a:t> is domain (e.g., foo.com)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/>
              <a:t> is hostname of authoritative name server for this domain</a:t>
            </a:r>
          </a:p>
          <a:p>
            <a:endParaRPr lang="en-US" altLang="en-US" sz="2400"/>
          </a:p>
        </p:txBody>
      </p:sp>
      <p:sp>
        <p:nvSpPr>
          <p:cNvPr id="163846" name="Text Box 6">
            <a:extLst>
              <a:ext uri="{FF2B5EF4-FFF2-40B4-BE49-F238E27FC236}">
                <a16:creationId xmlns="" xmlns:a16="http://schemas.microsoft.com/office/drawing/2014/main" id="{BE5FD483-A77F-400E-8E4A-F81F0296F7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3" y="1908175"/>
            <a:ext cx="5364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/>
              <a:t>RR format: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r>
              <a:rPr lang="en-US" altLang="en-US" sz="1800" b="1">
                <a:latin typeface="Courier New" panose="02070309020205020404" pitchFamily="49" charset="0"/>
              </a:rPr>
              <a:t>(name, value, type, ttl)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63847" name="Rectangle 7">
            <a:extLst>
              <a:ext uri="{FF2B5EF4-FFF2-40B4-BE49-F238E27FC236}">
                <a16:creationId xmlns="" xmlns:a16="http://schemas.microsoft.com/office/drawing/2014/main" id="{EF5D96A8-C3C3-4782-9C62-0C63F0075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6425" y="1895475"/>
            <a:ext cx="5267325" cy="5715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chemeClr val="accent2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3848" name="Rectangle 8">
            <a:extLst>
              <a:ext uri="{FF2B5EF4-FFF2-40B4-BE49-F238E27FC236}">
                <a16:creationId xmlns="" xmlns:a16="http://schemas.microsoft.com/office/drawing/2014/main" id="{7BD8E3F9-F69C-41A8-87F0-B134F6FC2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2657475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en-US" sz="2800" u="sng">
                <a:solidFill>
                  <a:srgbClr val="CC0000"/>
                </a:solidFill>
                <a:latin typeface="Gill Sans MT" panose="020B0502020104020203" pitchFamily="34" charset="0"/>
              </a:rPr>
              <a:t>type=A</a:t>
            </a:r>
          </a:p>
          <a:p>
            <a:pPr lvl="1">
              <a:buClr>
                <a:srgbClr val="000099"/>
              </a:buClr>
              <a:buSzTx/>
              <a:buFont typeface="Wingdings" panose="05000000000000000000" pitchFamily="2" charset="2"/>
              <a:buChar char="§"/>
            </a:pPr>
            <a:r>
              <a:rPr lang="en-US" altLang="en-US" b="1">
                <a:latin typeface="Courier New" panose="02070309020205020404" pitchFamily="49" charset="0"/>
              </a:rPr>
              <a:t>name</a:t>
            </a:r>
            <a:r>
              <a:rPr lang="en-US" altLang="en-US">
                <a:latin typeface="Comic Sans MS" panose="030F0702030302020204" pitchFamily="66" charset="0"/>
              </a:rPr>
              <a:t> </a:t>
            </a:r>
            <a:r>
              <a:rPr lang="en-US" altLang="en-US">
                <a:latin typeface="Gill Sans MT" panose="020B0502020104020203" pitchFamily="34" charset="0"/>
              </a:rPr>
              <a:t>is hostname</a:t>
            </a:r>
          </a:p>
          <a:p>
            <a:pPr lvl="1">
              <a:buClr>
                <a:srgbClr val="000099"/>
              </a:buClr>
              <a:buSzTx/>
              <a:buFont typeface="Wingdings" panose="05000000000000000000" pitchFamily="2" charset="2"/>
              <a:buChar char="§"/>
            </a:pPr>
            <a:r>
              <a:rPr lang="en-US" altLang="en-US" b="1">
                <a:latin typeface="Courier New" panose="02070309020205020404" pitchFamily="49" charset="0"/>
              </a:rPr>
              <a:t>value</a:t>
            </a:r>
            <a:r>
              <a:rPr lang="en-US" altLang="en-US">
                <a:latin typeface="Comic Sans MS" panose="030F0702030302020204" pitchFamily="66" charset="0"/>
              </a:rPr>
              <a:t> </a:t>
            </a:r>
            <a:r>
              <a:rPr lang="en-US" altLang="en-US">
                <a:latin typeface="Gill Sans MT" panose="020B0502020104020203" pitchFamily="34" charset="0"/>
              </a:rPr>
              <a:t>is IP address</a:t>
            </a:r>
          </a:p>
          <a:p>
            <a:pPr>
              <a:buFont typeface="ZapfDingbats" charset="2"/>
              <a:buChar char="r"/>
            </a:pPr>
            <a:endParaRPr lang="en-US" altLang="en-US" sz="2400">
              <a:latin typeface="Gill Sans MT" panose="020B0502020104020203" pitchFamily="34" charset="0"/>
            </a:endParaRPr>
          </a:p>
        </p:txBody>
      </p:sp>
      <p:sp>
        <p:nvSpPr>
          <p:cNvPr id="163849" name="Rectangle 9">
            <a:extLst>
              <a:ext uri="{FF2B5EF4-FFF2-40B4-BE49-F238E27FC236}">
                <a16:creationId xmlns="" xmlns:a16="http://schemas.microsoft.com/office/drawing/2014/main" id="{86D25685-7BF5-4B4B-8753-B2D27608F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2697163"/>
            <a:ext cx="4514850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u="sng">
                <a:solidFill>
                  <a:srgbClr val="CC0000"/>
                </a:solidFill>
                <a:latin typeface="Gill Sans MT" panose="020B0502020104020203" pitchFamily="34" charset="0"/>
              </a:rPr>
              <a:t>type=CNAME</a:t>
            </a:r>
          </a:p>
          <a:p>
            <a:pPr lvl="1">
              <a:buClr>
                <a:srgbClr val="000099"/>
              </a:buClr>
              <a:buSzTx/>
              <a:buFont typeface="Wingdings" panose="05000000000000000000" pitchFamily="2" charset="2"/>
              <a:buChar char="§"/>
            </a:pPr>
            <a:r>
              <a:rPr lang="en-US" altLang="en-US" b="1">
                <a:latin typeface="Courier New" panose="02070309020205020404" pitchFamily="49" charset="0"/>
              </a:rPr>
              <a:t>name</a:t>
            </a:r>
            <a:r>
              <a:rPr lang="en-US" altLang="en-US">
                <a:latin typeface="Comic Sans MS" panose="030F0702030302020204" pitchFamily="66" charset="0"/>
              </a:rPr>
              <a:t> is </a:t>
            </a:r>
            <a:r>
              <a:rPr lang="en-US" altLang="en-US">
                <a:latin typeface="Gill Sans MT" panose="020B0502020104020203" pitchFamily="34" charset="0"/>
              </a:rPr>
              <a:t>alias name for some </a:t>
            </a:r>
            <a:r>
              <a:rPr lang="ja-JP" altLang="en-US">
                <a:latin typeface="Gill Sans MT" panose="020B0502020104020203" pitchFamily="34" charset="0"/>
              </a:rPr>
              <a:t>“</a:t>
            </a:r>
            <a:r>
              <a:rPr lang="en-US" altLang="ja-JP">
                <a:latin typeface="Gill Sans MT" panose="020B0502020104020203" pitchFamily="34" charset="0"/>
              </a:rPr>
              <a:t>canonical</a:t>
            </a:r>
            <a:r>
              <a:rPr lang="ja-JP" altLang="en-US">
                <a:latin typeface="Gill Sans MT" panose="020B0502020104020203" pitchFamily="34" charset="0"/>
              </a:rPr>
              <a:t>”</a:t>
            </a:r>
            <a:r>
              <a:rPr lang="en-US" altLang="ja-JP">
                <a:latin typeface="Gill Sans MT" panose="020B0502020104020203" pitchFamily="34" charset="0"/>
              </a:rPr>
              <a:t> (the real) name</a:t>
            </a:r>
          </a:p>
          <a:p>
            <a:pPr lvl="1">
              <a:buClr>
                <a:srgbClr val="000099"/>
              </a:buClr>
              <a:buSzTx/>
              <a:buFont typeface="Wingdings" panose="05000000000000000000" pitchFamily="2" charset="2"/>
              <a:buChar char="§"/>
            </a:pPr>
            <a:r>
              <a:rPr lang="en-US" altLang="en-US" sz="1800" b="1">
                <a:latin typeface="Courier New" panose="02070309020205020404" pitchFamily="49" charset="0"/>
              </a:rPr>
              <a:t>www.ibm.com</a:t>
            </a:r>
            <a:r>
              <a:rPr lang="en-US" altLang="en-US" sz="1800">
                <a:latin typeface="Courier New" panose="02070309020205020404" pitchFamily="49" charset="0"/>
              </a:rPr>
              <a:t> </a:t>
            </a:r>
            <a:r>
              <a:rPr lang="en-US" altLang="en-US">
                <a:latin typeface="Gill Sans MT" panose="020B0502020104020203" pitchFamily="34" charset="0"/>
              </a:rPr>
              <a:t>is really</a:t>
            </a:r>
            <a:endParaRPr lang="en-US" altLang="en-US" sz="1800">
              <a:latin typeface="Gill Sans MT" panose="020B0502020104020203" pitchFamily="34" charset="0"/>
            </a:endParaRPr>
          </a:p>
          <a:p>
            <a:pPr lvl="1">
              <a:buClr>
                <a:srgbClr val="000099"/>
              </a:buClr>
              <a:buSzTx/>
              <a:buFont typeface="Wingdings" panose="05000000000000000000" pitchFamily="2" charset="2"/>
              <a:buNone/>
            </a:pPr>
            <a:r>
              <a:rPr lang="en-US" altLang="en-US" sz="1800">
                <a:latin typeface="Courier New" panose="02070309020205020404" pitchFamily="49" charset="0"/>
              </a:rPr>
              <a:t>  </a:t>
            </a:r>
            <a:r>
              <a:rPr lang="en-US" altLang="en-US" sz="1800" b="1">
                <a:latin typeface="Courier New" panose="02070309020205020404" pitchFamily="49" charset="0"/>
              </a:rPr>
              <a:t>servereast.backup2.ibm.com</a:t>
            </a:r>
          </a:p>
          <a:p>
            <a:pPr lvl="1">
              <a:buClr>
                <a:srgbClr val="000099"/>
              </a:buClr>
              <a:buSzTx/>
              <a:buFont typeface="Wingdings" panose="05000000000000000000" pitchFamily="2" charset="2"/>
              <a:buChar char="§"/>
            </a:pPr>
            <a:r>
              <a:rPr lang="en-US" altLang="en-US" b="1">
                <a:latin typeface="Courier New" panose="02070309020205020404" pitchFamily="49" charset="0"/>
              </a:rPr>
              <a:t>value</a:t>
            </a:r>
            <a:r>
              <a:rPr lang="en-US" altLang="en-US">
                <a:latin typeface="Comic Sans MS" panose="030F0702030302020204" pitchFamily="66" charset="0"/>
              </a:rPr>
              <a:t> </a:t>
            </a:r>
            <a:r>
              <a:rPr lang="en-US" altLang="en-US">
                <a:latin typeface="Gill Sans MT" panose="020B0502020104020203" pitchFamily="34" charset="0"/>
              </a:rPr>
              <a:t>is canonical name</a:t>
            </a:r>
          </a:p>
          <a:p>
            <a:pPr>
              <a:buFont typeface="ZapfDingbats" charset="2"/>
              <a:buChar char="r"/>
            </a:pPr>
            <a:endParaRPr lang="en-US" altLang="en-US" sz="2400">
              <a:latin typeface="Gill Sans MT" panose="020B0502020104020203" pitchFamily="34" charset="0"/>
            </a:endParaRPr>
          </a:p>
        </p:txBody>
      </p:sp>
      <p:sp>
        <p:nvSpPr>
          <p:cNvPr id="163850" name="Rectangle 10">
            <a:extLst>
              <a:ext uri="{FF2B5EF4-FFF2-40B4-BE49-F238E27FC236}">
                <a16:creationId xmlns="" xmlns:a16="http://schemas.microsoft.com/office/drawing/2014/main" id="{52E08727-04AC-40E1-B965-636C74120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5022850"/>
            <a:ext cx="4408487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u="sng">
                <a:solidFill>
                  <a:srgbClr val="CC0000"/>
                </a:solidFill>
                <a:latin typeface="Gill Sans MT" panose="020B0502020104020203" pitchFamily="34" charset="0"/>
              </a:rPr>
              <a:t>type=MX</a:t>
            </a:r>
          </a:p>
          <a:p>
            <a:pPr lvl="1">
              <a:buClr>
                <a:srgbClr val="000099"/>
              </a:buClr>
              <a:buSzTx/>
              <a:buFont typeface="Wingdings" panose="05000000000000000000" pitchFamily="2" charset="2"/>
              <a:buChar char="§"/>
            </a:pPr>
            <a:r>
              <a:rPr lang="en-US" altLang="en-US" b="1">
                <a:latin typeface="Courier New" panose="02070309020205020404" pitchFamily="49" charset="0"/>
              </a:rPr>
              <a:t>value</a:t>
            </a:r>
            <a:r>
              <a:rPr lang="en-US" altLang="en-US">
                <a:latin typeface="Comic Sans MS" panose="030F0702030302020204" pitchFamily="66" charset="0"/>
              </a:rPr>
              <a:t> </a:t>
            </a:r>
            <a:r>
              <a:rPr lang="en-US" altLang="en-US">
                <a:latin typeface="Gill Sans MT" panose="020B0502020104020203" pitchFamily="34" charset="0"/>
              </a:rPr>
              <a:t>is name of mailserver associated with</a:t>
            </a:r>
            <a:r>
              <a:rPr lang="en-US" altLang="en-US">
                <a:latin typeface="Comic Sans MS" panose="030F0702030302020204" pitchFamily="66" charset="0"/>
              </a:rPr>
              <a:t> </a:t>
            </a:r>
            <a:r>
              <a:rPr lang="en-US" altLang="en-US" b="1">
                <a:latin typeface="Courier New" panose="02070309020205020404" pitchFamily="49" charset="0"/>
              </a:rPr>
              <a:t>name</a:t>
            </a:r>
            <a:endParaRPr lang="en-US" altLang="en-US">
              <a:latin typeface="Comic Sans MS" panose="030F0702030302020204" pitchFamily="66" charset="0"/>
            </a:endParaRPr>
          </a:p>
          <a:p>
            <a:pPr>
              <a:buFont typeface="ZapfDingbats" charset="2"/>
              <a:buChar char="r"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63851" name="Picture 16" descr="underline_base">
            <a:extLst>
              <a:ext uri="{FF2B5EF4-FFF2-40B4-BE49-F238E27FC236}">
                <a16:creationId xmlns="" xmlns:a16="http://schemas.microsoft.com/office/drawing/2014/main" id="{728632CF-4323-49F0-A104-EC7E78D957D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881063"/>
            <a:ext cx="3198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67420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2">
            <a:extLst>
              <a:ext uri="{FF2B5EF4-FFF2-40B4-BE49-F238E27FC236}">
                <a16:creationId xmlns="" xmlns:a16="http://schemas.microsoft.com/office/drawing/2014/main" id="{A7E249FF-01FC-487E-B05D-F7C27AD5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966" y="1144943"/>
            <a:ext cx="6749951" cy="56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>
            <a:lvl1pPr algn="l" defTabSz="684213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defRPr lang="en-US" sz="2400" kern="1200">
                <a:solidFill>
                  <a:schemeClr val="accent4"/>
                </a:solidFill>
                <a:latin typeface="+mj-lt"/>
                <a:ea typeface="ＭＳ Ｐゴシック" charset="0"/>
                <a:cs typeface="CiscoSans"/>
              </a:defRPr>
            </a:lvl1pPr>
            <a:lvl2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2pPr>
            <a:lvl3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3pPr>
            <a:lvl4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4pPr>
            <a:lvl5pPr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  <a:cs typeface="CiscoSans" pitchFamily="34" charset="0"/>
              </a:defRPr>
            </a:lvl5pPr>
            <a:lvl6pPr marL="4572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6pPr>
            <a:lvl7pPr marL="9144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7pPr>
            <a:lvl8pPr marL="13716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8pPr>
            <a:lvl9pPr marL="1828800" algn="l" defTabSz="684213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3200">
                <a:solidFill>
                  <a:srgbClr val="676767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200" dirty="0"/>
              <a:t>DNS</a:t>
            </a:r>
          </a:p>
          <a:p>
            <a:r>
              <a:rPr lang="en-US" sz="1800" dirty="0"/>
              <a:t>DNS Message Format (Contd.)</a:t>
            </a:r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1251049" y="2099397"/>
            <a:ext cx="6548684" cy="518945"/>
          </a:xfrm>
        </p:spPr>
        <p:txBody>
          <a:bodyPr/>
          <a:lstStyle/>
          <a:p>
            <a:pPr marL="0" indent="0"/>
            <a:r>
              <a:rPr lang="en-US" sz="1200" b="1" dirty="0"/>
              <a:t>Sections of DNS message format :</a:t>
            </a:r>
          </a:p>
          <a:p>
            <a:pPr marL="0" indent="0"/>
            <a:endParaRPr lang="en-US" sz="1200" b="1" dirty="0"/>
          </a:p>
        </p:txBody>
      </p:sp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1023296"/>
              </p:ext>
            </p:extLst>
          </p:nvPr>
        </p:nvGraphicFramePr>
        <p:xfrm>
          <a:off x="304801" y="2487516"/>
          <a:ext cx="8686800" cy="34560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9059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59620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4821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1" dirty="0">
                          <a:effectLst/>
                        </a:rPr>
                        <a:t>DNS message section</a:t>
                      </a:r>
                      <a:endParaRPr lang="en-US" sz="1100" dirty="0">
                        <a:effectLst/>
                      </a:endParaRPr>
                    </a:p>
                  </a:txBody>
                  <a:tcPr marL="35719" marR="35719" marT="35719" marB="35719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1" dirty="0">
                          <a:effectLst/>
                        </a:rPr>
                        <a:t>Description</a:t>
                      </a:r>
                      <a:endParaRPr lang="en-US" sz="1100" dirty="0">
                        <a:effectLst/>
                      </a:endParaRPr>
                    </a:p>
                  </a:txBody>
                  <a:tcPr marL="35719" marR="35719" marT="35719" marB="35719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830620">
                <a:tc>
                  <a:txBody>
                    <a:bodyPr/>
                    <a:lstStyle/>
                    <a:p>
                      <a:pPr fontAlgn="ctr"/>
                      <a:r>
                        <a:rPr lang="en-US" sz="1100" b="0" dirty="0">
                          <a:effectLst/>
                        </a:rPr>
                        <a:t>Question</a:t>
                      </a:r>
                    </a:p>
                  </a:txBody>
                  <a:tcPr marL="35719" marR="35719" marT="35719" marB="35719" anchor="ctr"/>
                </a:tc>
                <a:tc>
                  <a:txBody>
                    <a:bodyPr/>
                    <a:lstStyle/>
                    <a:p>
                      <a:pPr fontAlgn="ctr"/>
                      <a:r>
                        <a:rPr lang="en-US" sz="1100" b="0" dirty="0">
                          <a:effectLst/>
                        </a:rPr>
                        <a:t>The question for the server. It contains the domain name to be resolved, the class of domain, and the query type.</a:t>
                      </a:r>
                    </a:p>
                  </a:txBody>
                  <a:tcPr marL="35719" marR="35719" marT="35719" marB="35719" anchor="ctr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30620">
                <a:tc>
                  <a:txBody>
                    <a:bodyPr/>
                    <a:lstStyle/>
                    <a:p>
                      <a:pPr fontAlgn="ctr"/>
                      <a:r>
                        <a:rPr lang="en-US" sz="1100" b="0" dirty="0">
                          <a:effectLst/>
                        </a:rPr>
                        <a:t>Answer</a:t>
                      </a:r>
                    </a:p>
                  </a:txBody>
                  <a:tcPr marL="35719" marR="35719" marT="35719" marB="35719" anchor="ctr"/>
                </a:tc>
                <a:tc>
                  <a:txBody>
                    <a:bodyPr/>
                    <a:lstStyle/>
                    <a:p>
                      <a:pPr fontAlgn="ctr"/>
                      <a:r>
                        <a:rPr lang="en-US" sz="1100" b="0" dirty="0">
                          <a:effectLst/>
                        </a:rPr>
                        <a:t>The DNS resource record, or RR, for the query including the resolved IP address depending on the RR type.</a:t>
                      </a:r>
                    </a:p>
                  </a:txBody>
                  <a:tcPr marL="35719" marR="35719" marT="35719" marB="35719" anchor="ctr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82112">
                <a:tc>
                  <a:txBody>
                    <a:bodyPr/>
                    <a:lstStyle/>
                    <a:p>
                      <a:pPr fontAlgn="ctr"/>
                      <a:r>
                        <a:rPr lang="en-US" sz="1100" b="0" dirty="0">
                          <a:effectLst/>
                        </a:rPr>
                        <a:t>Authority</a:t>
                      </a:r>
                    </a:p>
                  </a:txBody>
                  <a:tcPr marL="35719" marR="35719" marT="35719" marB="35719" anchor="ctr"/>
                </a:tc>
                <a:tc>
                  <a:txBody>
                    <a:bodyPr/>
                    <a:lstStyle/>
                    <a:p>
                      <a:pPr fontAlgn="ctr"/>
                      <a:r>
                        <a:rPr lang="en-US" sz="1100" b="0" dirty="0">
                          <a:effectLst/>
                        </a:rPr>
                        <a:t>Contains the RRs for the domain authority.</a:t>
                      </a:r>
                    </a:p>
                  </a:txBody>
                  <a:tcPr marL="35719" marR="35719" marT="35719" marB="35719" anchor="ctr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830620">
                <a:tc>
                  <a:txBody>
                    <a:bodyPr/>
                    <a:lstStyle/>
                    <a:p>
                      <a:pPr fontAlgn="ctr"/>
                      <a:r>
                        <a:rPr lang="en-US" sz="1100" b="0" dirty="0">
                          <a:effectLst/>
                        </a:rPr>
                        <a:t>Additional</a:t>
                      </a:r>
                    </a:p>
                  </a:txBody>
                  <a:tcPr marL="35719" marR="35719" marT="35719" marB="35719" anchor="ctr"/>
                </a:tc>
                <a:tc>
                  <a:txBody>
                    <a:bodyPr/>
                    <a:lstStyle/>
                    <a:p>
                      <a:pPr fontAlgn="ctr"/>
                      <a:r>
                        <a:rPr lang="en-US" sz="1100" b="0" dirty="0">
                          <a:effectLst/>
                        </a:rPr>
                        <a:t>Relevant to query responses only. Consists of RRs that hold additional information that will make query resolution more efficient</a:t>
                      </a:r>
                    </a:p>
                  </a:txBody>
                  <a:tcPr marL="35719" marR="35719" marT="35719" marB="35719" anchor="ctr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22633225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89" name="Rectangle 7">
            <a:extLst>
              <a:ext uri="{FF2B5EF4-FFF2-40B4-BE49-F238E27FC236}">
                <a16:creationId xmlns="" xmlns:a16="http://schemas.microsoft.com/office/drawing/2014/main" id="{DA4B8AC3-D143-4378-9275-17DCBFD863B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5890" name="Rectangle 8">
            <a:extLst>
              <a:ext uri="{FF2B5EF4-FFF2-40B4-BE49-F238E27FC236}">
                <a16:creationId xmlns="" xmlns:a16="http://schemas.microsoft.com/office/drawing/2014/main" id="{1912EEDA-3EFB-40CE-BE07-544766876EA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71F0F26-38E8-4B70-A66F-59538233AB03}" type="slidenum">
              <a:rPr lang="en-US" altLang="en-US" sz="1200">
                <a:latin typeface="Tahoma" panose="020B0604030504040204" pitchFamily="34" charset="0"/>
              </a:rPr>
              <a:pPr/>
              <a:t>70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65891" name="Picture 11" descr="underline_base">
            <a:extLst>
              <a:ext uri="{FF2B5EF4-FFF2-40B4-BE49-F238E27FC236}">
                <a16:creationId xmlns="" xmlns:a16="http://schemas.microsoft.com/office/drawing/2014/main" id="{50F80C23-5B55-429B-B40A-10413B4ABB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2" name="Rectangle 2">
            <a:extLst>
              <a:ext uri="{FF2B5EF4-FFF2-40B4-BE49-F238E27FC236}">
                <a16:creationId xmlns="" xmlns:a16="http://schemas.microsoft.com/office/drawing/2014/main" id="{4A8F33D8-5E5A-48EF-8B76-A5D8B79819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6088" y="217488"/>
            <a:ext cx="7772400" cy="860425"/>
          </a:xfrm>
        </p:spPr>
        <p:txBody>
          <a:bodyPr/>
          <a:lstStyle/>
          <a:p>
            <a:r>
              <a:rPr lang="en-US" altLang="en-US" sz="4000"/>
              <a:t>DNS protocol, messages</a:t>
            </a:r>
            <a:endParaRPr lang="en-US" altLang="en-US"/>
          </a:p>
        </p:txBody>
      </p:sp>
      <p:sp>
        <p:nvSpPr>
          <p:cNvPr id="165893" name="Rectangle 3">
            <a:extLst>
              <a:ext uri="{FF2B5EF4-FFF2-40B4-BE49-F238E27FC236}">
                <a16:creationId xmlns="" xmlns:a16="http://schemas.microsoft.com/office/drawing/2014/main" id="{C8ED8F20-8584-420D-8E44-F36A6D97EAC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7838" y="1333500"/>
            <a:ext cx="7820025" cy="514350"/>
          </a:xfrm>
        </p:spPr>
        <p:txBody>
          <a:bodyPr>
            <a:normAutofit fontScale="77500" lnSpcReduction="20000"/>
          </a:bodyPr>
          <a:lstStyle/>
          <a:p>
            <a:r>
              <a:rPr lang="en-US" altLang="en-US" i="1">
                <a:solidFill>
                  <a:srgbClr val="CC0000"/>
                </a:solidFill>
              </a:rPr>
              <a:t>query</a:t>
            </a:r>
            <a:r>
              <a:rPr lang="en-US" altLang="en-US">
                <a:solidFill>
                  <a:srgbClr val="FF0000"/>
                </a:solidFill>
              </a:rPr>
              <a:t> </a:t>
            </a:r>
            <a:r>
              <a:rPr lang="en-US" altLang="en-US"/>
              <a:t>and </a:t>
            </a:r>
            <a:r>
              <a:rPr lang="en-US" altLang="en-US" i="1">
                <a:solidFill>
                  <a:srgbClr val="CC0000"/>
                </a:solidFill>
              </a:rPr>
              <a:t>reply</a:t>
            </a:r>
            <a:r>
              <a:rPr lang="en-US" altLang="en-US"/>
              <a:t> messages, both with same </a:t>
            </a:r>
            <a:r>
              <a:rPr lang="en-US" altLang="en-US" i="1">
                <a:solidFill>
                  <a:srgbClr val="CC0000"/>
                </a:solidFill>
              </a:rPr>
              <a:t>message format</a:t>
            </a: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90470" name="Rectangle 4">
            <a:extLst>
              <a:ext uri="{FF2B5EF4-FFF2-40B4-BE49-F238E27FC236}">
                <a16:creationId xmlns="" xmlns:a16="http://schemas.microsoft.com/office/drawing/2014/main" id="{88295A79-ACC7-4D32-AC7B-2B8798BCE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538" y="2352675"/>
            <a:ext cx="3575050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buFont typeface="ZapfDingbats" charset="0"/>
              <a:buNone/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message header</a:t>
            </a:r>
          </a:p>
          <a:p>
            <a:pPr marL="227013" indent="-22701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identification: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16 bit # for query, reply to query uses same #</a:t>
            </a:r>
          </a:p>
          <a:p>
            <a:pPr marL="227013" indent="-22701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flags:</a:t>
            </a:r>
          </a:p>
          <a:p>
            <a:pPr marL="574675" lvl="1" indent="-227013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query or reply</a:t>
            </a:r>
          </a:p>
          <a:p>
            <a:pPr marL="574675" lvl="1" indent="-227013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recursion desired </a:t>
            </a:r>
          </a:p>
          <a:p>
            <a:pPr marL="574675" lvl="1" indent="-227013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recursion available</a:t>
            </a:r>
          </a:p>
          <a:p>
            <a:pPr marL="574675" lvl="1" indent="-227013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reply is authoritative</a:t>
            </a:r>
          </a:p>
        </p:txBody>
      </p:sp>
      <p:grpSp>
        <p:nvGrpSpPr>
          <p:cNvPr id="165895" name="Group 36">
            <a:extLst>
              <a:ext uri="{FF2B5EF4-FFF2-40B4-BE49-F238E27FC236}">
                <a16:creationId xmlns="" xmlns:a16="http://schemas.microsoft.com/office/drawing/2014/main" id="{DBE5637D-59CD-43EE-9B69-7FB5AD18DDC5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165906" name="Rectangle 33">
              <a:extLst>
                <a:ext uri="{FF2B5EF4-FFF2-40B4-BE49-F238E27FC236}">
                  <a16:creationId xmlns="" xmlns:a16="http://schemas.microsoft.com/office/drawing/2014/main" id="{D93A7A2B-3DCC-4BEA-820B-30D727EF5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907" name="Rectangle 12">
              <a:extLst>
                <a:ext uri="{FF2B5EF4-FFF2-40B4-BE49-F238E27FC236}">
                  <a16:creationId xmlns="" xmlns:a16="http://schemas.microsoft.com/office/drawing/2014/main" id="{32D66D06-D702-4785-86B7-FC72735AE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908" name="Line 13">
              <a:extLst>
                <a:ext uri="{FF2B5EF4-FFF2-40B4-BE49-F238E27FC236}">
                  <a16:creationId xmlns="" xmlns:a16="http://schemas.microsoft.com/office/drawing/2014/main" id="{FCCB0FFE-39A4-45D3-8C02-D99EF51AB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9" name="Line 14">
              <a:extLst>
                <a:ext uri="{FF2B5EF4-FFF2-40B4-BE49-F238E27FC236}">
                  <a16:creationId xmlns="" xmlns:a16="http://schemas.microsoft.com/office/drawing/2014/main" id="{75522120-341B-4727-B8FA-7E3E084FB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0" name="Line 15">
              <a:extLst>
                <a:ext uri="{FF2B5EF4-FFF2-40B4-BE49-F238E27FC236}">
                  <a16:creationId xmlns="" xmlns:a16="http://schemas.microsoft.com/office/drawing/2014/main" id="{0B32B495-A291-4CEB-B7EA-6F15AA7307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1" name="Line 16">
              <a:extLst>
                <a:ext uri="{FF2B5EF4-FFF2-40B4-BE49-F238E27FC236}">
                  <a16:creationId xmlns="" xmlns:a16="http://schemas.microsoft.com/office/drawing/2014/main" id="{F14CAE41-93C6-4302-8A07-49846FD29B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2" name="Line 17">
              <a:extLst>
                <a:ext uri="{FF2B5EF4-FFF2-40B4-BE49-F238E27FC236}">
                  <a16:creationId xmlns="" xmlns:a16="http://schemas.microsoft.com/office/drawing/2014/main" id="{BAA21E5B-07F5-4DC8-9378-DDDD23F22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3" name="Line 18">
              <a:extLst>
                <a:ext uri="{FF2B5EF4-FFF2-40B4-BE49-F238E27FC236}">
                  <a16:creationId xmlns="" xmlns:a16="http://schemas.microsoft.com/office/drawing/2014/main" id="{F511B2DD-03DC-41BB-AA11-9F9C012DE4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4" name="Line 19">
              <a:extLst>
                <a:ext uri="{FF2B5EF4-FFF2-40B4-BE49-F238E27FC236}">
                  <a16:creationId xmlns="" xmlns:a16="http://schemas.microsoft.com/office/drawing/2014/main" id="{9CD0E864-C783-45A3-B93E-E23DC1010C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5" name="Text Box 20">
              <a:extLst>
                <a:ext uri="{FF2B5EF4-FFF2-40B4-BE49-F238E27FC236}">
                  <a16:creationId xmlns="" xmlns:a16="http://schemas.microsoft.com/office/drawing/2014/main" id="{58BD3769-58F0-4564-B3C5-C0FD527709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165916" name="Text Box 21">
              <a:extLst>
                <a:ext uri="{FF2B5EF4-FFF2-40B4-BE49-F238E27FC236}">
                  <a16:creationId xmlns="" xmlns:a16="http://schemas.microsoft.com/office/drawing/2014/main" id="{C31F12E0-A110-479F-957F-67E57C016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165917" name="Text Box 22">
              <a:extLst>
                <a:ext uri="{FF2B5EF4-FFF2-40B4-BE49-F238E27FC236}">
                  <a16:creationId xmlns="" xmlns:a16="http://schemas.microsoft.com/office/drawing/2014/main" id="{D3737F76-3767-4F92-B7BB-2462E41B0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165918" name="Text Box 23">
              <a:extLst>
                <a:ext uri="{FF2B5EF4-FFF2-40B4-BE49-F238E27FC236}">
                  <a16:creationId xmlns="" xmlns:a16="http://schemas.microsoft.com/office/drawing/2014/main" id="{03457E43-5369-482D-9625-50A947CF8B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165919" name="Text Box 26">
              <a:extLst>
                <a:ext uri="{FF2B5EF4-FFF2-40B4-BE49-F238E27FC236}">
                  <a16:creationId xmlns="" xmlns:a16="http://schemas.microsoft.com/office/drawing/2014/main" id="{15BADE36-4F52-44E3-817B-29E2B8F401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165920" name="Text Box 27">
              <a:extLst>
                <a:ext uri="{FF2B5EF4-FFF2-40B4-BE49-F238E27FC236}">
                  <a16:creationId xmlns="" xmlns:a16="http://schemas.microsoft.com/office/drawing/2014/main" id="{88993B4A-3280-4DF8-8F73-ED70450D8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165921" name="Text Box 28">
              <a:extLst>
                <a:ext uri="{FF2B5EF4-FFF2-40B4-BE49-F238E27FC236}">
                  <a16:creationId xmlns="" xmlns:a16="http://schemas.microsoft.com/office/drawing/2014/main" id="{54BB5EE0-894E-4792-A86D-8A299949C0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165922" name="Text Box 30">
              <a:extLst>
                <a:ext uri="{FF2B5EF4-FFF2-40B4-BE49-F238E27FC236}">
                  <a16:creationId xmlns="" xmlns:a16="http://schemas.microsoft.com/office/drawing/2014/main" id="{CBD4C43F-1F2B-4C38-B615-3E3BB12CE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165923" name="Text Box 31">
              <a:extLst>
                <a:ext uri="{FF2B5EF4-FFF2-40B4-BE49-F238E27FC236}">
                  <a16:creationId xmlns="" xmlns:a16="http://schemas.microsoft.com/office/drawing/2014/main" id="{B9B8FFAC-56B4-4C0E-857F-14ECF9E8A3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165924" name="Text Box 32">
              <a:extLst>
                <a:ext uri="{FF2B5EF4-FFF2-40B4-BE49-F238E27FC236}">
                  <a16:creationId xmlns="" xmlns:a16="http://schemas.microsoft.com/office/drawing/2014/main" id="{DBBF6C95-94FE-41F1-800B-C9ABF770C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sp>
        <p:nvSpPr>
          <p:cNvPr id="165896" name="Line 34">
            <a:extLst>
              <a:ext uri="{FF2B5EF4-FFF2-40B4-BE49-F238E27FC236}">
                <a16:creationId xmlns="" xmlns:a16="http://schemas.microsoft.com/office/drawing/2014/main" id="{747DE6EE-DF42-433F-807D-B3505AF8E5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7888" y="2568575"/>
            <a:ext cx="1165225" cy="327025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7" name="Line 35">
            <a:extLst>
              <a:ext uri="{FF2B5EF4-FFF2-40B4-BE49-F238E27FC236}">
                <a16:creationId xmlns="" xmlns:a16="http://schemas.microsoft.com/office/drawing/2014/main" id="{B448F86F-14B7-4EC6-A7DD-EB758D18E99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22413" y="2547938"/>
            <a:ext cx="5183187" cy="1404937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5898" name="Group 60">
            <a:extLst>
              <a:ext uri="{FF2B5EF4-FFF2-40B4-BE49-F238E27FC236}">
                <a16:creationId xmlns="" xmlns:a16="http://schemas.microsoft.com/office/drawing/2014/main" id="{D95D700C-79CF-4359-ADDF-BE570D61C17D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165903" name="Text Box 57">
              <a:extLst>
                <a:ext uri="{FF2B5EF4-FFF2-40B4-BE49-F238E27FC236}">
                  <a16:creationId xmlns="" xmlns:a16="http://schemas.microsoft.com/office/drawing/2014/main" id="{23FA8E86-DF18-4ECE-9084-896CB38305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5904" name="Line 58">
              <a:extLst>
                <a:ext uri="{FF2B5EF4-FFF2-40B4-BE49-F238E27FC236}">
                  <a16:creationId xmlns="" xmlns:a16="http://schemas.microsoft.com/office/drawing/2014/main" id="{D523AD52-987B-40A6-BDB9-FC689DB2A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5" name="Line 59">
              <a:extLst>
                <a:ext uri="{FF2B5EF4-FFF2-40B4-BE49-F238E27FC236}">
                  <a16:creationId xmlns="" xmlns:a16="http://schemas.microsoft.com/office/drawing/2014/main" id="{6AB07A60-DD4A-4851-BB5A-D86FC86FB5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899" name="Group 61">
            <a:extLst>
              <a:ext uri="{FF2B5EF4-FFF2-40B4-BE49-F238E27FC236}">
                <a16:creationId xmlns="" xmlns:a16="http://schemas.microsoft.com/office/drawing/2014/main" id="{1814BE15-FBEE-4309-8E91-67F28C77652B}"/>
              </a:ext>
            </a:extLst>
          </p:cNvPr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165900" name="Text Box 62">
              <a:extLst>
                <a:ext uri="{FF2B5EF4-FFF2-40B4-BE49-F238E27FC236}">
                  <a16:creationId xmlns="" xmlns:a16="http://schemas.microsoft.com/office/drawing/2014/main" id="{D48AA6AE-1FB7-4C5D-B291-ACD7D04EB6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5901" name="Line 63">
              <a:extLst>
                <a:ext uri="{FF2B5EF4-FFF2-40B4-BE49-F238E27FC236}">
                  <a16:creationId xmlns="" xmlns:a16="http://schemas.microsoft.com/office/drawing/2014/main" id="{4A22EE2D-8056-4596-B8F5-05D0D441C2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2" name="Line 64">
              <a:extLst>
                <a:ext uri="{FF2B5EF4-FFF2-40B4-BE49-F238E27FC236}">
                  <a16:creationId xmlns="" xmlns:a16="http://schemas.microsoft.com/office/drawing/2014/main" id="{EA1C31A3-5CDD-43DA-AEB2-7CD64661E8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443299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7" name="Rectangle 7">
            <a:extLst>
              <a:ext uri="{FF2B5EF4-FFF2-40B4-BE49-F238E27FC236}">
                <a16:creationId xmlns="" xmlns:a16="http://schemas.microsoft.com/office/drawing/2014/main" id="{AB23D6C9-E6BA-4EE4-AD82-B3092A40800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7938" name="Rectangle 8">
            <a:extLst>
              <a:ext uri="{FF2B5EF4-FFF2-40B4-BE49-F238E27FC236}">
                <a16:creationId xmlns="" xmlns:a16="http://schemas.microsoft.com/office/drawing/2014/main" id="{1BE1E453-9BCF-4748-A86F-B752C9D47B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17C6373-9A23-4616-8702-CFED24A61339}" type="slidenum">
              <a:rPr lang="en-US" altLang="en-US" sz="1200">
                <a:latin typeface="Tahoma" panose="020B0604030504040204" pitchFamily="34" charset="0"/>
              </a:rPr>
              <a:pPr/>
              <a:t>71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7939" name="Text Box 4">
            <a:extLst>
              <a:ext uri="{FF2B5EF4-FFF2-40B4-BE49-F238E27FC236}">
                <a16:creationId xmlns="" xmlns:a16="http://schemas.microsoft.com/office/drawing/2014/main" id="{2F4AA45F-EF66-4B80-B833-E15750529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3703638"/>
            <a:ext cx="19018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anose="020B0502020104020203" pitchFamily="34" charset="0"/>
              </a:rPr>
              <a:t>name, type fields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anose="020B0502020104020203" pitchFamily="34" charset="0"/>
              </a:rPr>
              <a:t> for a query</a:t>
            </a:r>
            <a:endParaRPr lang="en-US" altLang="en-US" sz="2400">
              <a:latin typeface="Gill Sans MT" panose="020B0502020104020203" pitchFamily="34" charset="0"/>
            </a:endParaRPr>
          </a:p>
        </p:txBody>
      </p:sp>
      <p:sp>
        <p:nvSpPr>
          <p:cNvPr id="167940" name="Text Box 5">
            <a:extLst>
              <a:ext uri="{FF2B5EF4-FFF2-40B4-BE49-F238E27FC236}">
                <a16:creationId xmlns="" xmlns:a16="http://schemas.microsoft.com/office/drawing/2014/main" id="{0C40FED5-FA8E-459B-ABD6-72CDFECE36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2338" y="4425950"/>
            <a:ext cx="21685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anose="020B0502020104020203" pitchFamily="34" charset="0"/>
              </a:rPr>
              <a:t>RRs in response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anose="020B0502020104020203" pitchFamily="34" charset="0"/>
              </a:rPr>
              <a:t>to query</a:t>
            </a:r>
            <a:endParaRPr lang="en-US" altLang="en-US" sz="2400">
              <a:latin typeface="Gill Sans MT" panose="020B0502020104020203" pitchFamily="34" charset="0"/>
            </a:endParaRPr>
          </a:p>
        </p:txBody>
      </p:sp>
      <p:sp>
        <p:nvSpPr>
          <p:cNvPr id="167941" name="Text Box 6">
            <a:extLst>
              <a:ext uri="{FF2B5EF4-FFF2-40B4-BE49-F238E27FC236}">
                <a16:creationId xmlns="" xmlns:a16="http://schemas.microsoft.com/office/drawing/2014/main" id="{1A4D3401-9D84-448C-8874-FC490460A9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" y="5078413"/>
            <a:ext cx="23129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anose="020B0502020104020203" pitchFamily="34" charset="0"/>
              </a:rPr>
              <a:t>records for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anose="020B0502020104020203" pitchFamily="34" charset="0"/>
              </a:rPr>
              <a:t>authoritative servers</a:t>
            </a:r>
            <a:endParaRPr lang="en-US" altLang="en-US" sz="2400">
              <a:latin typeface="Gill Sans MT" panose="020B0502020104020203" pitchFamily="34" charset="0"/>
            </a:endParaRPr>
          </a:p>
        </p:txBody>
      </p:sp>
      <p:sp>
        <p:nvSpPr>
          <p:cNvPr id="167942" name="Text Box 7">
            <a:extLst>
              <a:ext uri="{FF2B5EF4-FFF2-40B4-BE49-F238E27FC236}">
                <a16:creationId xmlns="" xmlns:a16="http://schemas.microsoft.com/office/drawing/2014/main" id="{5AF51BAC-9F40-47F1-8A95-DEE0AC3E64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" y="5797550"/>
            <a:ext cx="23939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anose="020B0502020104020203" pitchFamily="34" charset="0"/>
              </a:rPr>
              <a:t>additional </a:t>
            </a:r>
            <a:r>
              <a:rPr lang="ja-JP" altLang="en-US">
                <a:latin typeface="Gill Sans MT" panose="020B0502020104020203" pitchFamily="34" charset="0"/>
              </a:rPr>
              <a:t>“</a:t>
            </a:r>
            <a:r>
              <a:rPr lang="en-US" altLang="ja-JP">
                <a:latin typeface="Gill Sans MT" panose="020B0502020104020203" pitchFamily="34" charset="0"/>
              </a:rPr>
              <a:t>helpful</a:t>
            </a:r>
            <a:r>
              <a:rPr lang="ja-JP" altLang="en-US">
                <a:latin typeface="Gill Sans MT" panose="020B0502020104020203" pitchFamily="34" charset="0"/>
              </a:rPr>
              <a:t>”</a:t>
            </a:r>
            <a:endParaRPr lang="en-US" altLang="ja-JP">
              <a:latin typeface="Gill Sans MT" panose="020B0502020104020203" pitchFamily="34" charset="0"/>
            </a:endParaRP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anose="020B0502020104020203" pitchFamily="34" charset="0"/>
              </a:rPr>
              <a:t>info that may be used</a:t>
            </a:r>
            <a:endParaRPr lang="en-US" altLang="en-US" sz="2400">
              <a:latin typeface="Gill Sans MT" panose="020B0502020104020203" pitchFamily="34" charset="0"/>
            </a:endParaRPr>
          </a:p>
        </p:txBody>
      </p:sp>
      <p:grpSp>
        <p:nvGrpSpPr>
          <p:cNvPr id="167943" name="Group 17">
            <a:extLst>
              <a:ext uri="{FF2B5EF4-FFF2-40B4-BE49-F238E27FC236}">
                <a16:creationId xmlns="" xmlns:a16="http://schemas.microsoft.com/office/drawing/2014/main" id="{460E6EA6-CF3B-4DD4-B90A-27590815C149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167958" name="Rectangle 18">
              <a:extLst>
                <a:ext uri="{FF2B5EF4-FFF2-40B4-BE49-F238E27FC236}">
                  <a16:creationId xmlns="" xmlns:a16="http://schemas.microsoft.com/office/drawing/2014/main" id="{0EDD158A-AD63-4A06-8A4A-7FBD922BB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7959" name="Rectangle 19">
              <a:extLst>
                <a:ext uri="{FF2B5EF4-FFF2-40B4-BE49-F238E27FC236}">
                  <a16:creationId xmlns="" xmlns:a16="http://schemas.microsoft.com/office/drawing/2014/main" id="{68E666AB-001B-4442-A3AD-AE02E0257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7960" name="Line 20">
              <a:extLst>
                <a:ext uri="{FF2B5EF4-FFF2-40B4-BE49-F238E27FC236}">
                  <a16:creationId xmlns="" xmlns:a16="http://schemas.microsoft.com/office/drawing/2014/main" id="{DA62BC00-06C3-4A71-BDBA-CE26DD0B12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1" name="Line 21">
              <a:extLst>
                <a:ext uri="{FF2B5EF4-FFF2-40B4-BE49-F238E27FC236}">
                  <a16:creationId xmlns="" xmlns:a16="http://schemas.microsoft.com/office/drawing/2014/main" id="{10D83258-3BA8-40CA-B2A0-9F3986D2E3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2" name="Line 22">
              <a:extLst>
                <a:ext uri="{FF2B5EF4-FFF2-40B4-BE49-F238E27FC236}">
                  <a16:creationId xmlns="" xmlns:a16="http://schemas.microsoft.com/office/drawing/2014/main" id="{BA38D5F1-59C6-4338-8C69-A3C7CC50EA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3" name="Line 23">
              <a:extLst>
                <a:ext uri="{FF2B5EF4-FFF2-40B4-BE49-F238E27FC236}">
                  <a16:creationId xmlns="" xmlns:a16="http://schemas.microsoft.com/office/drawing/2014/main" id="{3F5874AB-6360-4AAA-990B-92C0FD91C7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4" name="Line 24">
              <a:extLst>
                <a:ext uri="{FF2B5EF4-FFF2-40B4-BE49-F238E27FC236}">
                  <a16:creationId xmlns="" xmlns:a16="http://schemas.microsoft.com/office/drawing/2014/main" id="{3417FB3B-057F-475D-8F11-C9E2E9D87A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5" name="Line 25">
              <a:extLst>
                <a:ext uri="{FF2B5EF4-FFF2-40B4-BE49-F238E27FC236}">
                  <a16:creationId xmlns="" xmlns:a16="http://schemas.microsoft.com/office/drawing/2014/main" id="{9584A1D4-2693-4C35-839C-E3F3AD1550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6" name="Line 26">
              <a:extLst>
                <a:ext uri="{FF2B5EF4-FFF2-40B4-BE49-F238E27FC236}">
                  <a16:creationId xmlns="" xmlns:a16="http://schemas.microsoft.com/office/drawing/2014/main" id="{D21B4982-98D0-4542-9DC1-40E351CC8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7" name="Text Box 27">
              <a:extLst>
                <a:ext uri="{FF2B5EF4-FFF2-40B4-BE49-F238E27FC236}">
                  <a16:creationId xmlns="" xmlns:a16="http://schemas.microsoft.com/office/drawing/2014/main" id="{9A54D31C-2180-4FC6-9563-AC97CCDFBD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167968" name="Text Box 28">
              <a:extLst>
                <a:ext uri="{FF2B5EF4-FFF2-40B4-BE49-F238E27FC236}">
                  <a16:creationId xmlns="" xmlns:a16="http://schemas.microsoft.com/office/drawing/2014/main" id="{C185AB18-5485-4766-BAAC-D02C652A8C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167969" name="Text Box 29">
              <a:extLst>
                <a:ext uri="{FF2B5EF4-FFF2-40B4-BE49-F238E27FC236}">
                  <a16:creationId xmlns="" xmlns:a16="http://schemas.microsoft.com/office/drawing/2014/main" id="{74214B3E-41D1-4B9E-AC27-221596B961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167970" name="Text Box 30">
              <a:extLst>
                <a:ext uri="{FF2B5EF4-FFF2-40B4-BE49-F238E27FC236}">
                  <a16:creationId xmlns="" xmlns:a16="http://schemas.microsoft.com/office/drawing/2014/main" id="{EF907E13-C185-4837-A069-06F2960CAF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167971" name="Text Box 31">
              <a:extLst>
                <a:ext uri="{FF2B5EF4-FFF2-40B4-BE49-F238E27FC236}">
                  <a16:creationId xmlns="" xmlns:a16="http://schemas.microsoft.com/office/drawing/2014/main" id="{C9A32435-44D3-455B-9DB8-3D7B812CE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167972" name="Text Box 32">
              <a:extLst>
                <a:ext uri="{FF2B5EF4-FFF2-40B4-BE49-F238E27FC236}">
                  <a16:creationId xmlns="" xmlns:a16="http://schemas.microsoft.com/office/drawing/2014/main" id="{F94EC880-889F-4C42-B05D-D6B667EAF4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167973" name="Text Box 33">
              <a:extLst>
                <a:ext uri="{FF2B5EF4-FFF2-40B4-BE49-F238E27FC236}">
                  <a16:creationId xmlns="" xmlns:a16="http://schemas.microsoft.com/office/drawing/2014/main" id="{8862BA0D-FE61-4CB6-AF88-A45EFC02A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167974" name="Text Box 34">
              <a:extLst>
                <a:ext uri="{FF2B5EF4-FFF2-40B4-BE49-F238E27FC236}">
                  <a16:creationId xmlns="" xmlns:a16="http://schemas.microsoft.com/office/drawing/2014/main" id="{6B40062F-FC07-41DA-9635-2E38739D1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167975" name="Text Box 35">
              <a:extLst>
                <a:ext uri="{FF2B5EF4-FFF2-40B4-BE49-F238E27FC236}">
                  <a16:creationId xmlns="" xmlns:a16="http://schemas.microsoft.com/office/drawing/2014/main" id="{44059A03-8C88-4925-B75D-9D13F3D46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167976" name="Text Box 36">
              <a:extLst>
                <a:ext uri="{FF2B5EF4-FFF2-40B4-BE49-F238E27FC236}">
                  <a16:creationId xmlns="" xmlns:a16="http://schemas.microsoft.com/office/drawing/2014/main" id="{AC644F42-EE4E-4674-9744-2303B12D9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sp>
        <p:nvSpPr>
          <p:cNvPr id="167944" name="Line 37">
            <a:extLst>
              <a:ext uri="{FF2B5EF4-FFF2-40B4-BE49-F238E27FC236}">
                <a16:creationId xmlns="" xmlns:a16="http://schemas.microsoft.com/office/drawing/2014/main" id="{5757990D-925F-415E-A655-4377CE3143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1975" y="6062663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5" name="Line 38">
            <a:extLst>
              <a:ext uri="{FF2B5EF4-FFF2-40B4-BE49-F238E27FC236}">
                <a16:creationId xmlns="" xmlns:a16="http://schemas.microsoft.com/office/drawing/2014/main" id="{9A3844FB-973A-4813-BF82-39D2FC390B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9913" y="5403850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6" name="Line 39">
            <a:extLst>
              <a:ext uri="{FF2B5EF4-FFF2-40B4-BE49-F238E27FC236}">
                <a16:creationId xmlns="" xmlns:a16="http://schemas.microsoft.com/office/drawing/2014/main" id="{254CD1B3-96E0-4EC7-B832-24CC3FC8D4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17850" y="4745038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7" name="Line 40">
            <a:extLst>
              <a:ext uri="{FF2B5EF4-FFF2-40B4-BE49-F238E27FC236}">
                <a16:creationId xmlns="" xmlns:a16="http://schemas.microsoft.com/office/drawing/2014/main" id="{61B3292C-5A5C-47B7-84EC-57CCA3F21F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63" y="4019550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67948" name="Picture 41" descr="underline_base">
            <a:extLst>
              <a:ext uri="{FF2B5EF4-FFF2-40B4-BE49-F238E27FC236}">
                <a16:creationId xmlns="" xmlns:a16="http://schemas.microsoft.com/office/drawing/2014/main" id="{DB2FA659-5B6B-473C-97A3-5A41BB920E8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949" name="Rectangle 2">
            <a:extLst>
              <a:ext uri="{FF2B5EF4-FFF2-40B4-BE49-F238E27FC236}">
                <a16:creationId xmlns="" xmlns:a16="http://schemas.microsoft.com/office/drawing/2014/main" id="{B3BFB798-C6A9-46D2-A705-07E1C6E36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8" y="217488"/>
            <a:ext cx="7772400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  <a:latin typeface="Gill Sans MT" panose="020B0502020104020203" pitchFamily="34" charset="0"/>
              </a:rPr>
              <a:t>DNS protocol, messages</a:t>
            </a:r>
            <a:endParaRPr lang="en-US" altLang="en-US" sz="44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grpSp>
        <p:nvGrpSpPr>
          <p:cNvPr id="167950" name="Group 43">
            <a:extLst>
              <a:ext uri="{FF2B5EF4-FFF2-40B4-BE49-F238E27FC236}">
                <a16:creationId xmlns="" xmlns:a16="http://schemas.microsoft.com/office/drawing/2014/main" id="{64D5BC88-52CF-455A-9ACD-E8A3BC43EEF6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167955" name="Text Box 44">
              <a:extLst>
                <a:ext uri="{FF2B5EF4-FFF2-40B4-BE49-F238E27FC236}">
                  <a16:creationId xmlns="" xmlns:a16="http://schemas.microsoft.com/office/drawing/2014/main" id="{262CE5BF-D9AA-4443-8ADB-3CAD259BE6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7956" name="Line 45">
              <a:extLst>
                <a:ext uri="{FF2B5EF4-FFF2-40B4-BE49-F238E27FC236}">
                  <a16:creationId xmlns="" xmlns:a16="http://schemas.microsoft.com/office/drawing/2014/main" id="{04B757B3-304A-46FC-898E-04FBF075C8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7" name="Line 46">
              <a:extLst>
                <a:ext uri="{FF2B5EF4-FFF2-40B4-BE49-F238E27FC236}">
                  <a16:creationId xmlns="" xmlns:a16="http://schemas.microsoft.com/office/drawing/2014/main" id="{680C4042-8640-4336-90CB-F35D4E172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7951" name="Group 47">
            <a:extLst>
              <a:ext uri="{FF2B5EF4-FFF2-40B4-BE49-F238E27FC236}">
                <a16:creationId xmlns="" xmlns:a16="http://schemas.microsoft.com/office/drawing/2014/main" id="{4CBC5C96-8C8A-4FB7-9761-6E499CD52C30}"/>
              </a:ext>
            </a:extLst>
          </p:cNvPr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167952" name="Text Box 48">
              <a:extLst>
                <a:ext uri="{FF2B5EF4-FFF2-40B4-BE49-F238E27FC236}">
                  <a16:creationId xmlns="" xmlns:a16="http://schemas.microsoft.com/office/drawing/2014/main" id="{F03DB3B6-E909-4EE0-B8DC-667B9B3E27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7953" name="Line 49">
              <a:extLst>
                <a:ext uri="{FF2B5EF4-FFF2-40B4-BE49-F238E27FC236}">
                  <a16:creationId xmlns="" xmlns:a16="http://schemas.microsoft.com/office/drawing/2014/main" id="{6920D3F8-5197-403D-8C32-804C1BBB1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4" name="Line 50">
              <a:extLst>
                <a:ext uri="{FF2B5EF4-FFF2-40B4-BE49-F238E27FC236}">
                  <a16:creationId xmlns="" xmlns:a16="http://schemas.microsoft.com/office/drawing/2014/main" id="{D5E61209-C55B-47DD-82B8-52B5A4E384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2631655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5" name="Rectangle 7">
            <a:extLst>
              <a:ext uri="{FF2B5EF4-FFF2-40B4-BE49-F238E27FC236}">
                <a16:creationId xmlns="" xmlns:a16="http://schemas.microsoft.com/office/drawing/2014/main" id="{8BA74AB6-3C8D-494F-AA4F-048B575D33D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9986" name="Rectangle 8">
            <a:extLst>
              <a:ext uri="{FF2B5EF4-FFF2-40B4-BE49-F238E27FC236}">
                <a16:creationId xmlns="" xmlns:a16="http://schemas.microsoft.com/office/drawing/2014/main" id="{EAA31747-651A-486F-BC7B-C0E2DCD30C3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BF4759B-5BA0-4BB9-9A8B-59220A58A245}" type="slidenum">
              <a:rPr lang="en-US" altLang="en-US" sz="1200">
                <a:latin typeface="Tahoma" panose="020B0604030504040204" pitchFamily="34" charset="0"/>
              </a:rPr>
              <a:pPr/>
              <a:t>72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69987" name="Picture 9" descr="underline_base">
            <a:extLst>
              <a:ext uri="{FF2B5EF4-FFF2-40B4-BE49-F238E27FC236}">
                <a16:creationId xmlns="" xmlns:a16="http://schemas.microsoft.com/office/drawing/2014/main" id="{56C44F33-24B8-4D7F-8D53-1981F3D6410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889000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9988" name="Rectangle 2">
            <a:extLst>
              <a:ext uri="{FF2B5EF4-FFF2-40B4-BE49-F238E27FC236}">
                <a16:creationId xmlns="" xmlns:a16="http://schemas.microsoft.com/office/drawing/2014/main" id="{8F1CAE06-3214-4DA2-A772-32D809603C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79388"/>
            <a:ext cx="7772400" cy="903287"/>
          </a:xfrm>
        </p:spPr>
        <p:txBody>
          <a:bodyPr/>
          <a:lstStyle/>
          <a:p>
            <a:r>
              <a:rPr lang="en-US" altLang="en-US"/>
              <a:t>Inserting records into </a:t>
            </a:r>
            <a:r>
              <a:rPr lang="en-US" altLang="en-US" sz="4000"/>
              <a:t>DNS</a:t>
            </a:r>
          </a:p>
        </p:txBody>
      </p:sp>
      <p:sp>
        <p:nvSpPr>
          <p:cNvPr id="169989" name="Rectangle 4">
            <a:extLst>
              <a:ext uri="{FF2B5EF4-FFF2-40B4-BE49-F238E27FC236}">
                <a16:creationId xmlns="" xmlns:a16="http://schemas.microsoft.com/office/drawing/2014/main" id="{10F80298-98AF-4549-898A-C0E63832F99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01650" y="1370013"/>
            <a:ext cx="8456613" cy="4648200"/>
          </a:xfrm>
        </p:spPr>
        <p:txBody>
          <a:bodyPr>
            <a:normAutofit lnSpcReduction="10000"/>
          </a:bodyPr>
          <a:lstStyle/>
          <a:p>
            <a:r>
              <a:rPr lang="en-US" altLang="en-US" dirty="0"/>
              <a:t>example: new startup </a:t>
            </a:r>
            <a:r>
              <a:rPr lang="ja-JP" altLang="en-US" dirty="0"/>
              <a:t>“</a:t>
            </a:r>
            <a:r>
              <a:rPr lang="en-US" altLang="ja-JP" dirty="0"/>
              <a:t>Network Utopia</a:t>
            </a:r>
            <a:r>
              <a:rPr lang="ja-JP" altLang="en-US" dirty="0"/>
              <a:t>”</a:t>
            </a:r>
            <a:endParaRPr lang="en-US" altLang="ja-JP" dirty="0"/>
          </a:p>
          <a:p>
            <a:r>
              <a:rPr lang="en-US" altLang="en-US" dirty="0"/>
              <a:t>register name networkuptopia.com at </a:t>
            </a:r>
            <a:r>
              <a:rPr lang="en-US" altLang="en-US" i="1" dirty="0">
                <a:solidFill>
                  <a:srgbClr val="CC0000"/>
                </a:solidFill>
              </a:rPr>
              <a:t>DNS registrar</a:t>
            </a:r>
            <a:r>
              <a:rPr lang="en-US" altLang="en-US" dirty="0"/>
              <a:t> (e.g., Network Solutions)</a:t>
            </a:r>
          </a:p>
          <a:p>
            <a:pPr lvl="1"/>
            <a:r>
              <a:rPr lang="en-US" altLang="en-US" dirty="0"/>
              <a:t>provide names, IP addresses of authoritative name server (primary and secondary)</a:t>
            </a:r>
          </a:p>
          <a:p>
            <a:pPr lvl="1"/>
            <a:r>
              <a:rPr lang="en-US" altLang="en-US" dirty="0"/>
              <a:t>registrar inserts two RRs into .com TLD server:</a:t>
            </a:r>
            <a:r>
              <a:rPr lang="en-US" altLang="en-US" sz="2800" dirty="0"/>
              <a:t/>
            </a:r>
            <a:br>
              <a:rPr lang="en-US" altLang="en-US" sz="2800" dirty="0"/>
            </a:br>
            <a:r>
              <a:rPr lang="en-US" altLang="en-US" sz="2000" b="1" dirty="0">
                <a:latin typeface="Courier New" panose="02070309020205020404" pitchFamily="49" charset="0"/>
              </a:rPr>
              <a:t>(networkutopia.com, dns1.networkutopia.com, NS)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(dns1.networkutopia.com, 212.212.212.1, A)</a:t>
            </a:r>
            <a:endParaRPr lang="en-US" altLang="en-US" dirty="0">
              <a:solidFill>
                <a:schemeClr val="accent2"/>
              </a:solidFill>
              <a:latin typeface="Courier New" panose="02070309020205020404" pitchFamily="49" charset="0"/>
            </a:endParaRPr>
          </a:p>
          <a:p>
            <a:r>
              <a:rPr lang="en-US" altLang="en-US" sz="2200" dirty="0"/>
              <a:t>create authoritative </a:t>
            </a:r>
            <a:r>
              <a:rPr lang="en-US" altLang="en-US" sz="2200" dirty="0" smtClean="0"/>
              <a:t>server </a:t>
            </a:r>
            <a:r>
              <a:rPr lang="en-US" altLang="en-US" sz="22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>locally with IP address </a:t>
            </a:r>
            <a:r>
              <a:rPr lang="en-US" altLang="en-US" sz="2200" dirty="0">
                <a:solidFill>
                  <a:prstClr val="black"/>
                </a:solidFill>
                <a:latin typeface="Courier" pitchFamily="2" charset="0"/>
                <a:ea typeface="ＭＳ Ｐゴシック" panose="020B0600070205080204" pitchFamily="34" charset="-128"/>
              </a:rPr>
              <a:t>212.212.212.1</a:t>
            </a:r>
            <a:r>
              <a:rPr lang="en-US" altLang="en-US" sz="2200" dirty="0" smtClean="0"/>
              <a:t> </a:t>
            </a:r>
          </a:p>
          <a:p>
            <a:r>
              <a:rPr lang="en-US" altLang="en-US" sz="2200" dirty="0" smtClean="0"/>
              <a:t>type </a:t>
            </a:r>
            <a:r>
              <a:rPr lang="en-US" altLang="en-US" sz="2200" dirty="0"/>
              <a:t>A record for www.networkuptopia.com; </a:t>
            </a:r>
            <a:endParaRPr lang="en-US" altLang="en-US" sz="2200" dirty="0" smtClean="0"/>
          </a:p>
          <a:p>
            <a:r>
              <a:rPr lang="en-US" altLang="en-US" sz="2200" dirty="0" smtClean="0"/>
              <a:t>type </a:t>
            </a:r>
            <a:r>
              <a:rPr lang="en-US" altLang="en-US" sz="2200" dirty="0"/>
              <a:t>MX record for networkutopia.com</a:t>
            </a:r>
          </a:p>
          <a:p>
            <a:pPr>
              <a:lnSpc>
                <a:spcPct val="80000"/>
              </a:lnSpc>
              <a:buFont typeface="Wingdings" panose="05000000000000000000" pitchFamily="2" charset="2"/>
              <a:buNone/>
            </a:pPr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366616198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1129258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DNS security</a:t>
            </a:r>
            <a:endParaRPr lang="en-US" sz="3300" dirty="0">
              <a:cs typeface="Calibri" panose="020F0502020204030204" pitchFamily="34" charset="0"/>
            </a:endParaRPr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xmlns="" id="{81829ECA-BDD6-AD44-8D36-9BB88442CDAB}"/>
              </a:ext>
            </a:extLst>
          </p:cNvPr>
          <p:cNvSpPr txBox="1">
            <a:spLocks/>
          </p:cNvSpPr>
          <p:nvPr/>
        </p:nvSpPr>
        <p:spPr>
          <a:xfrm>
            <a:off x="628651" y="2001821"/>
            <a:ext cx="3769178" cy="34861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0716" indent="0" defTabSz="685800">
              <a:spcBef>
                <a:spcPts val="750"/>
              </a:spcBef>
              <a:buNone/>
              <a:defRPr/>
            </a:pPr>
            <a:r>
              <a:rPr lang="en-US" altLang="en-US" sz="2400" dirty="0">
                <a:solidFill>
                  <a:srgbClr val="22228B"/>
                </a:solidFill>
                <a:latin typeface="Calibri" panose="020F0502020204030204"/>
                <a:ea typeface="ＭＳ Ｐゴシック" panose="020B0600070205080204" pitchFamily="34" charset="-128"/>
              </a:rPr>
              <a:t>DDoS attacks</a:t>
            </a:r>
          </a:p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bombard root servers with traffic</a:t>
            </a:r>
          </a:p>
          <a:p>
            <a:pPr marL="431006" lvl="1" indent="-170260" defTabSz="685800">
              <a:spcBef>
                <a:spcPts val="375"/>
              </a:spcBef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not successful to date</a:t>
            </a:r>
          </a:p>
          <a:p>
            <a:pPr marL="431006" lvl="1" indent="-170260" defTabSz="685800">
              <a:spcBef>
                <a:spcPts val="375"/>
              </a:spcBef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traffic filtering</a:t>
            </a:r>
          </a:p>
          <a:p>
            <a:pPr marL="431006" lvl="1" indent="-170260" defTabSz="685800">
              <a:spcBef>
                <a:spcPts val="375"/>
              </a:spcBef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local DNS servers cache IPs of TLD servers, allowing root server bypass</a:t>
            </a:r>
          </a:p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bombard TLD servers</a:t>
            </a:r>
          </a:p>
          <a:p>
            <a:pPr marL="431006" lvl="1" indent="-170260" defTabSz="685800">
              <a:spcBef>
                <a:spcPts val="375"/>
              </a:spcBef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potentially more dangerous</a:t>
            </a:r>
          </a:p>
          <a:p>
            <a:pPr marL="264319" indent="-166688" defTabSz="685800">
              <a:spcBef>
                <a:spcPts val="750"/>
              </a:spcBef>
              <a:buFont typeface="Comic Sans MS" panose="030F0902030302020204" pitchFamily="66" charset="0"/>
              <a:buAutoNum type="arabicPeriod"/>
              <a:defRPr/>
            </a:pPr>
            <a:endParaRPr lang="en-US" altLang="en-US" sz="2100" dirty="0">
              <a:solidFill>
                <a:prstClr val="black"/>
              </a:solidFill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xmlns="" id="{5A84F48D-B139-BA49-B127-5134E112078B}"/>
              </a:ext>
            </a:extLst>
          </p:cNvPr>
          <p:cNvSpPr txBox="1">
            <a:spLocks/>
          </p:cNvSpPr>
          <p:nvPr/>
        </p:nvSpPr>
        <p:spPr bwMode="auto">
          <a:xfrm>
            <a:off x="4572000" y="2001821"/>
            <a:ext cx="3570515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0716" indent="0" defTabSz="685800">
              <a:buNone/>
              <a:defRPr/>
            </a:pPr>
            <a:r>
              <a:rPr lang="en-US" sz="2400" kern="0" dirty="0">
                <a:solidFill>
                  <a:srgbClr val="2D2DB9">
                    <a:lumMod val="75000"/>
                  </a:srgbClr>
                </a:solidFill>
                <a:latin typeface="Calibri" panose="020F0502020204030204"/>
              </a:rPr>
              <a:t>Spoofing  attacks</a:t>
            </a:r>
          </a:p>
          <a:p>
            <a:pPr marL="257175" indent="-257175" defTabSz="685800">
              <a:buSzTx/>
              <a:defRPr/>
            </a:pPr>
            <a:r>
              <a:rPr lang="en-US" sz="2100" kern="0" dirty="0">
                <a:solidFill>
                  <a:srgbClr val="000000"/>
                </a:solidFill>
                <a:latin typeface="Calibri" panose="020F0502020204030204"/>
                <a:cs typeface="+mn-cs"/>
              </a:rPr>
              <a:t>intercept DNS queries, returning bogus replies</a:t>
            </a:r>
          </a:p>
          <a:p>
            <a:pPr marL="557213" lvl="1" indent="-214313" defTabSz="685800">
              <a:buSzPct val="100000"/>
              <a:buFont typeface="Wingdings" charset="2"/>
              <a:buChar char="§"/>
              <a:defRPr/>
            </a:pPr>
            <a:r>
              <a:rPr lang="en-US" sz="1800" kern="0" dirty="0">
                <a:solidFill>
                  <a:srgbClr val="000000"/>
                </a:solidFill>
                <a:latin typeface="Calibri" panose="020F0502020204030204"/>
              </a:rPr>
              <a:t>DNS cache poisoning</a:t>
            </a:r>
          </a:p>
          <a:p>
            <a:pPr marL="557213" lvl="1" indent="-214313" defTabSz="685800">
              <a:buSzPct val="100000"/>
              <a:buFont typeface="Wingdings" charset="2"/>
              <a:buChar char="§"/>
              <a:defRPr/>
            </a:pPr>
            <a:r>
              <a:rPr lang="en-US" sz="1800" kern="0" dirty="0">
                <a:solidFill>
                  <a:srgbClr val="000000"/>
                </a:solidFill>
                <a:latin typeface="Calibri" panose="020F0502020204030204"/>
              </a:rPr>
              <a:t>RFC 4033: DNSSEC authentication services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xmlns="" id="{CEE8551A-CF21-2D4C-B81F-11CF85B7E4F2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 panose="020F0502020204030204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 panose="020F0502020204030204"/>
              </a:rPr>
              <a:pPr algn="r" defTabSz="685800">
                <a:defRPr/>
              </a:pPr>
              <a:t>73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199472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xmlns="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606932" y="2260172"/>
            <a:ext cx="3981888" cy="3263504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01229" indent="-301229">
              <a:buClr>
                <a:schemeClr val="bg1">
                  <a:lumMod val="75000"/>
                </a:schemeClr>
              </a:buClr>
              <a:defRPr/>
            </a:pPr>
            <a:r>
              <a:rPr lang="en-US" sz="24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301229" indent="-301229">
              <a:buClr>
                <a:schemeClr val="bg1">
                  <a:lumMod val="75000"/>
                </a:schemeClr>
              </a:buClr>
              <a:defRPr/>
            </a:pPr>
            <a:r>
              <a:rPr lang="en-US" sz="24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301229" indent="-301229">
              <a:buClr>
                <a:schemeClr val="bg1">
                  <a:lumMod val="75000"/>
                </a:schemeClr>
              </a:buClr>
              <a:defRPr/>
            </a:pPr>
            <a:r>
              <a:rPr lang="en-US" sz="24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301229" indent="-301229">
              <a:buClr>
                <a:schemeClr val="bg1">
                  <a:lumMod val="75000"/>
                </a:schemeClr>
              </a:buClr>
              <a:defRPr/>
            </a:pPr>
            <a:r>
              <a:rPr lang="en-US" sz="24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sz="2100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xmlns="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4918165" y="1924416"/>
            <a:ext cx="4053947" cy="3599260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1938" indent="-261938">
              <a:buClr>
                <a:srgbClr val="0000A8"/>
              </a:buClr>
            </a:pPr>
            <a:r>
              <a:rPr lang="en-US" altLang="en-US" sz="2400" dirty="0">
                <a:ea typeface="ＭＳ Ｐゴシック" panose="020B0600070205080204" pitchFamily="34" charset="-128"/>
              </a:rPr>
              <a:t>P2P applications</a:t>
            </a:r>
          </a:p>
          <a:p>
            <a:pPr marL="261938" indent="-261938">
              <a:buClr>
                <a:schemeClr val="bg1">
                  <a:lumMod val="75000"/>
                </a:schemeClr>
              </a:buClr>
            </a:pPr>
            <a:r>
              <a:rPr lang="en-US" altLang="en-US" sz="24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261938" indent="-261938">
              <a:buClr>
                <a:schemeClr val="bg1">
                  <a:lumMod val="75000"/>
                </a:schemeClr>
              </a:buClr>
            </a:pPr>
            <a:r>
              <a:rPr lang="en-US" altLang="en-US" sz="24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18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xmlns="" id="{3B8A7DC3-C885-F84E-9572-316B746437B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xmlns="" id="{B3788763-2714-774C-835A-9237005102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18044" y="3951685"/>
            <a:ext cx="2315818" cy="1736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748253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xmlns="" id="{21662630-62BB-AE4A-A779-AEACD21E6D7C}"/>
              </a:ext>
            </a:extLst>
          </p:cNvPr>
          <p:cNvSpPr/>
          <p:nvPr/>
        </p:nvSpPr>
        <p:spPr>
          <a:xfrm>
            <a:off x="6738892" y="3156584"/>
            <a:ext cx="843605" cy="100343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xmlns="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5455557" y="2226776"/>
            <a:ext cx="1302544" cy="988278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sz="1350" dirty="0"/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xmlns="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9306" y="3522059"/>
            <a:ext cx="740249" cy="502217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xmlns="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4013" y="3324188"/>
            <a:ext cx="1094184" cy="238388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xmlns="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5784301" y="4369601"/>
            <a:ext cx="2309813" cy="1248966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sz="1350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xmlns="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9456" y="1973596"/>
            <a:ext cx="1048685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5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xmlns="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8126" y="4001192"/>
            <a:ext cx="1466735" cy="2215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5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xmlns="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0181" y="5192082"/>
            <a:ext cx="946093" cy="350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5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5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xmlns="" id="{C89E7C56-1DE4-7143-8EEB-E5965035CC42}"/>
              </a:ext>
            </a:extLst>
          </p:cNvPr>
          <p:cNvSpPr/>
          <p:nvPr/>
        </p:nvSpPr>
        <p:spPr>
          <a:xfrm>
            <a:off x="7666610" y="3241905"/>
            <a:ext cx="954875" cy="1451811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xmlns="" id="{96BCCD85-1D07-EF4E-A878-EC23CD23096A}"/>
              </a:ext>
            </a:extLst>
          </p:cNvPr>
          <p:cNvGrpSpPr/>
          <p:nvPr/>
        </p:nvGrpSpPr>
        <p:grpSpPr>
          <a:xfrm>
            <a:off x="8128275" y="3803288"/>
            <a:ext cx="515545" cy="541161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xmlns="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350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xmlns="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350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xmlns="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xmlns="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xmlns="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xmlns="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xmlns="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xmlns="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xmlns="" id="{BDA3EF41-5873-7D4B-8A04-F8D62DFD2DB6}"/>
              </a:ext>
            </a:extLst>
          </p:cNvPr>
          <p:cNvGrpSpPr/>
          <p:nvPr/>
        </p:nvGrpSpPr>
        <p:grpSpPr>
          <a:xfrm>
            <a:off x="8078379" y="3252878"/>
            <a:ext cx="445960" cy="486252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xmlns="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350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xmlns="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350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xmlns="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xmlns="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xmlns="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xmlns="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xmlns="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xmlns="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xmlns="" id="{BE088278-C41B-3E4A-87CE-FD65749FA13D}"/>
              </a:ext>
            </a:extLst>
          </p:cNvPr>
          <p:cNvSpPr/>
          <p:nvPr/>
        </p:nvSpPr>
        <p:spPr>
          <a:xfrm>
            <a:off x="7155610" y="2193782"/>
            <a:ext cx="1123398" cy="1039841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xmlns="" id="{59DB778E-F23D-6C41-8A2D-8F08BD46CBCB}"/>
              </a:ext>
            </a:extLst>
          </p:cNvPr>
          <p:cNvSpPr txBox="1"/>
          <p:nvPr/>
        </p:nvSpPr>
        <p:spPr>
          <a:xfrm>
            <a:off x="7070401" y="2245647"/>
            <a:ext cx="1334020" cy="237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xmlns="" id="{2DCB9395-41DC-D844-A0B1-59B5BDD3151F}"/>
              </a:ext>
            </a:extLst>
          </p:cNvPr>
          <p:cNvSpPr/>
          <p:nvPr/>
        </p:nvSpPr>
        <p:spPr>
          <a:xfrm>
            <a:off x="6959301" y="3615682"/>
            <a:ext cx="229312" cy="148385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xmlns="" id="{C34CA97E-4007-3540-925A-3C739C254049}"/>
              </a:ext>
            </a:extLst>
          </p:cNvPr>
          <p:cNvSpPr txBox="1"/>
          <p:nvPr/>
        </p:nvSpPr>
        <p:spPr>
          <a:xfrm>
            <a:off x="6574622" y="3443189"/>
            <a:ext cx="780479" cy="5286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xmlns="" id="{7DCF99E9-1DFC-0241-B2E7-471998268663}"/>
              </a:ext>
            </a:extLst>
          </p:cNvPr>
          <p:cNvSpPr txBox="1"/>
          <p:nvPr/>
        </p:nvSpPr>
        <p:spPr>
          <a:xfrm>
            <a:off x="8188325" y="4365703"/>
            <a:ext cx="654346" cy="3105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788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788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xmlns="" id="{173BD163-3F4D-944E-B86B-3275B779D5A8}"/>
              </a:ext>
            </a:extLst>
          </p:cNvPr>
          <p:cNvSpPr txBox="1"/>
          <p:nvPr/>
        </p:nvSpPr>
        <p:spPr>
          <a:xfrm>
            <a:off x="7547264" y="4028436"/>
            <a:ext cx="678391" cy="5286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  <a:endParaRPr lang="en-US" sz="75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xmlns="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7919940" y="3542344"/>
            <a:ext cx="309723" cy="4778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xmlns="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7995626" y="3587764"/>
            <a:ext cx="259400" cy="5542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xmlns="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7977673" y="3582316"/>
            <a:ext cx="251990" cy="29650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xmlns="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7928081" y="3553422"/>
            <a:ext cx="1" cy="36431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xmlns="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7912966" y="3910982"/>
            <a:ext cx="381407" cy="26148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xmlns="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7421397" y="3923057"/>
            <a:ext cx="49156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xmlns="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6914712" y="3923057"/>
            <a:ext cx="49156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xmlns="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6957651" y="3488004"/>
            <a:ext cx="286818" cy="38778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xmlns="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7299802" y="3488004"/>
            <a:ext cx="0" cy="40522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xmlns="" id="{F9A85AAA-3DAA-6946-B559-D97F731B61D5}"/>
              </a:ext>
            </a:extLst>
          </p:cNvPr>
          <p:cNvCxnSpPr/>
          <p:nvPr/>
        </p:nvCxnSpPr>
        <p:spPr>
          <a:xfrm>
            <a:off x="7603251" y="2923269"/>
            <a:ext cx="366131" cy="6295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xmlns="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7349039" y="2878510"/>
            <a:ext cx="285324" cy="52110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xmlns="" id="{4429D23B-C424-D54E-A99F-D3FC646B3D08}"/>
              </a:ext>
            </a:extLst>
          </p:cNvPr>
          <p:cNvGrpSpPr/>
          <p:nvPr/>
        </p:nvGrpSpPr>
        <p:grpSpPr>
          <a:xfrm>
            <a:off x="5671679" y="2452744"/>
            <a:ext cx="2684150" cy="2730212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xmlns="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xmlns="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1350" dirty="0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xmlns="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1350" dirty="0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xmlns="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xmlns="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xmlns="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xmlns="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xmlns="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xmlns="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xmlns="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xmlns="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xmlns="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xmlns="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xmlns="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1350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xmlns="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xmlns="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xmlns="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xmlns="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xmlns="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xmlns="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xmlns="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xmlns="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xmlns="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xmlns="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xmlns="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xmlns="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xmlns="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xmlns="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xmlns="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xmlns="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5895" y="2882519"/>
            <a:ext cx="170973" cy="1307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350" dirty="0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xmlns="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6038023" y="2589282"/>
            <a:ext cx="223838" cy="348006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xmlns="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xmlns="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xmlns="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xmlns="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xmlns="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xmlns="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xmlns="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xmlns="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xmlns="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xmlns="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xmlns="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xmlns="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xmlns="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xmlns="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xmlns="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xmlns="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0412" y="3753675"/>
            <a:ext cx="277627" cy="230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xmlns="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7958" y="5000424"/>
            <a:ext cx="285701" cy="2380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xmlns="" id="{DE035BC7-2762-3044-BE80-C91EC827E65C}"/>
              </a:ext>
            </a:extLst>
          </p:cNvPr>
          <p:cNvGrpSpPr/>
          <p:nvPr/>
        </p:nvGrpSpPr>
        <p:grpSpPr>
          <a:xfrm>
            <a:off x="7337669" y="4599737"/>
            <a:ext cx="295320" cy="163934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xmlns="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xmlns="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xmlns="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xmlns="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xmlns="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xmlns="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xmlns="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xmlns="" id="{60B6F784-668B-5D4B-A622-66CCE6350B84}"/>
              </a:ext>
            </a:extLst>
          </p:cNvPr>
          <p:cNvGrpSpPr/>
          <p:nvPr/>
        </p:nvGrpSpPr>
        <p:grpSpPr>
          <a:xfrm>
            <a:off x="7387024" y="4861528"/>
            <a:ext cx="232305" cy="143129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xmlns="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xmlns="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xmlns="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xmlns="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xmlns="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xmlns="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xmlns="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xmlns="" id="{11A03BFE-097D-3B42-AA2B-11FFEA70FF5B}"/>
              </a:ext>
            </a:extLst>
          </p:cNvPr>
          <p:cNvGrpSpPr/>
          <p:nvPr/>
        </p:nvGrpSpPr>
        <p:grpSpPr>
          <a:xfrm>
            <a:off x="6507464" y="4582815"/>
            <a:ext cx="295320" cy="163934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xmlns="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xmlns="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xmlns="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xmlns="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xmlns="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xmlns="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xmlns="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xmlns="" id="{DE45D3AB-47E3-364E-81D6-324D69CE101C}"/>
              </a:ext>
            </a:extLst>
          </p:cNvPr>
          <p:cNvGrpSpPr/>
          <p:nvPr/>
        </p:nvGrpSpPr>
        <p:grpSpPr>
          <a:xfrm>
            <a:off x="6233640" y="4753075"/>
            <a:ext cx="232305" cy="143129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xmlns="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xmlns="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xmlns="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xmlns="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xmlns="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xmlns="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xmlns="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xmlns="" id="{CBD7A282-C22D-714A-88F1-C7D4EDD107F8}"/>
              </a:ext>
            </a:extLst>
          </p:cNvPr>
          <p:cNvGrpSpPr/>
          <p:nvPr/>
        </p:nvGrpSpPr>
        <p:grpSpPr>
          <a:xfrm>
            <a:off x="6329870" y="2966482"/>
            <a:ext cx="265259" cy="126206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xmlns="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xmlns="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xmlns="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xmlns="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xmlns="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xmlns="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xmlns="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xmlns="" id="{F0DE4078-0801-A244-9A82-F7502B8B24A0}"/>
              </a:ext>
            </a:extLst>
          </p:cNvPr>
          <p:cNvGrpSpPr/>
          <p:nvPr/>
        </p:nvGrpSpPr>
        <p:grpSpPr>
          <a:xfrm>
            <a:off x="6037552" y="3831746"/>
            <a:ext cx="266240" cy="131751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xmlns="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xmlns="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xmlns="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xmlns="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xmlns="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xmlns="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xmlns="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xmlns="" id="{52B7B73B-1125-084D-8669-C68CC371DDC6}"/>
              </a:ext>
            </a:extLst>
          </p:cNvPr>
          <p:cNvGrpSpPr/>
          <p:nvPr/>
        </p:nvGrpSpPr>
        <p:grpSpPr>
          <a:xfrm>
            <a:off x="8163064" y="3558274"/>
            <a:ext cx="128242" cy="72789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xmlns="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xmlns="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xmlns="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xmlns="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xmlns="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xmlns="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xmlns="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xmlns="" id="{E166183D-5423-4E4A-AD63-A361EDE184C0}"/>
              </a:ext>
            </a:extLst>
          </p:cNvPr>
          <p:cNvGrpSpPr/>
          <p:nvPr/>
        </p:nvGrpSpPr>
        <p:grpSpPr>
          <a:xfrm>
            <a:off x="7807957" y="3479354"/>
            <a:ext cx="265259" cy="148758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xmlns="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xmlns="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xmlns="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xmlns="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xmlns="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xmlns="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xmlns="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xmlns="" id="{C471E59B-7A0B-AE4F-95D6-F76514D2D55A}"/>
              </a:ext>
            </a:extLst>
          </p:cNvPr>
          <p:cNvGrpSpPr/>
          <p:nvPr/>
        </p:nvGrpSpPr>
        <p:grpSpPr>
          <a:xfrm>
            <a:off x="7461543" y="2508969"/>
            <a:ext cx="265259" cy="148758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xmlns="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xmlns="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xmlns="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xmlns="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xmlns="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xmlns="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xmlns="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xmlns="" id="{7BF36121-B4F6-2447-9F5B-F29B627F3B2A}"/>
              </a:ext>
            </a:extLst>
          </p:cNvPr>
          <p:cNvGrpSpPr/>
          <p:nvPr/>
        </p:nvGrpSpPr>
        <p:grpSpPr>
          <a:xfrm>
            <a:off x="7895410" y="2817275"/>
            <a:ext cx="265259" cy="148758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xmlns="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xmlns="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xmlns="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xmlns="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xmlns="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xmlns="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xmlns="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xmlns="" id="{187A607B-CA61-BE46-8032-8E34596E7689}"/>
              </a:ext>
            </a:extLst>
          </p:cNvPr>
          <p:cNvGrpSpPr/>
          <p:nvPr/>
        </p:nvGrpSpPr>
        <p:grpSpPr>
          <a:xfrm>
            <a:off x="7982869" y="2438222"/>
            <a:ext cx="265259" cy="148758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xmlns="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xmlns="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xmlns="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xmlns="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xmlns="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xmlns="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xmlns="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xmlns="" id="{7CCD8656-0FD3-B844-BC6C-33CE0577598D}"/>
              </a:ext>
            </a:extLst>
          </p:cNvPr>
          <p:cNvGrpSpPr/>
          <p:nvPr/>
        </p:nvGrpSpPr>
        <p:grpSpPr>
          <a:xfrm>
            <a:off x="6824091" y="3824718"/>
            <a:ext cx="275418" cy="180228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xmlns="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xmlns="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xmlns="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xmlns="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xmlns="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xmlns="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xmlns="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xmlns="" id="{1A0C1583-3B4A-E44D-BB19-B20517502EBD}"/>
              </a:ext>
            </a:extLst>
          </p:cNvPr>
          <p:cNvGrpSpPr/>
          <p:nvPr/>
        </p:nvGrpSpPr>
        <p:grpSpPr>
          <a:xfrm>
            <a:off x="7485094" y="2853424"/>
            <a:ext cx="265259" cy="148758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xmlns="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xmlns="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xmlns="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xmlns="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xmlns="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xmlns="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xmlns="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xmlns="" id="{158E5A4C-7065-8643-BDC2-3A235B56FEA4}"/>
              </a:ext>
            </a:extLst>
          </p:cNvPr>
          <p:cNvGrpSpPr/>
          <p:nvPr/>
        </p:nvGrpSpPr>
        <p:grpSpPr>
          <a:xfrm>
            <a:off x="7122854" y="3402774"/>
            <a:ext cx="275418" cy="180228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xmlns="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xmlns="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xmlns="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xmlns="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xmlns="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xmlns="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xmlns="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xmlns="" id="{4DAC2AB4-F1E4-D740-A4AF-07EE55303854}"/>
              </a:ext>
            </a:extLst>
          </p:cNvPr>
          <p:cNvGrpSpPr/>
          <p:nvPr/>
        </p:nvGrpSpPr>
        <p:grpSpPr>
          <a:xfrm>
            <a:off x="7201166" y="3857072"/>
            <a:ext cx="275418" cy="180228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xmlns="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xmlns="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xmlns="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xmlns="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xmlns="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xmlns="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xmlns="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xmlns="" id="{EA34A94C-D92D-084C-BFEA-F4C8DF0AD275}"/>
              </a:ext>
            </a:extLst>
          </p:cNvPr>
          <p:cNvGrpSpPr/>
          <p:nvPr/>
        </p:nvGrpSpPr>
        <p:grpSpPr>
          <a:xfrm>
            <a:off x="7781444" y="3851494"/>
            <a:ext cx="265259" cy="148758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xmlns="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xmlns="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xmlns="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xmlns="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xmlns="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xmlns="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xmlns="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xmlns="" id="{A8C4B740-B92E-8942-8EF4-347710C32F2C}"/>
              </a:ext>
            </a:extLst>
          </p:cNvPr>
          <p:cNvGrpSpPr/>
          <p:nvPr/>
        </p:nvGrpSpPr>
        <p:grpSpPr>
          <a:xfrm>
            <a:off x="6935920" y="4439014"/>
            <a:ext cx="295320" cy="163934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xmlns="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xmlns="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xmlns="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xmlns="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xmlns="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xmlns="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xmlns="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xmlns="" id="{314E0C43-2359-9440-BEF9-9E1924BED605}"/>
              </a:ext>
            </a:extLst>
          </p:cNvPr>
          <p:cNvGrpSpPr/>
          <p:nvPr/>
        </p:nvGrpSpPr>
        <p:grpSpPr>
          <a:xfrm>
            <a:off x="8194487" y="4134094"/>
            <a:ext cx="171221" cy="903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xmlns="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xmlns="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350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xmlns="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xmlns="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xmlns="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xmlns="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xmlns="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xmlns="" id="{91E02B81-5B35-4545-A954-B7E923AB7286}"/>
              </a:ext>
            </a:extLst>
          </p:cNvPr>
          <p:cNvGrpSpPr/>
          <p:nvPr/>
        </p:nvGrpSpPr>
        <p:grpSpPr>
          <a:xfrm>
            <a:off x="5579306" y="2624710"/>
            <a:ext cx="401240" cy="305991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xmlns="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xmlns="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xmlns="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350" dirty="0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xmlns="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xmlns="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xmlns="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xmlns="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xmlns="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xmlns="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xmlns="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xmlns="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xmlns="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xmlns="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xmlns="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xmlns="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xmlns="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xmlns="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xmlns="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xmlns="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xmlns="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xmlns="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xmlns="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xmlns="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xmlns="" id="{504BAA5F-BBD8-8242-BC48-7D0E761F340A}"/>
              </a:ext>
            </a:extLst>
          </p:cNvPr>
          <p:cNvGrpSpPr/>
          <p:nvPr/>
        </p:nvGrpSpPr>
        <p:grpSpPr>
          <a:xfrm>
            <a:off x="6478336" y="2597046"/>
            <a:ext cx="398027" cy="358507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xmlns="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xmlns="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xmlns="" id="{084B6293-559E-5D43-AF2B-4CB5E09EC6C5}"/>
              </a:ext>
            </a:extLst>
          </p:cNvPr>
          <p:cNvGrpSpPr/>
          <p:nvPr/>
        </p:nvGrpSpPr>
        <p:grpSpPr>
          <a:xfrm>
            <a:off x="5620139" y="3421605"/>
            <a:ext cx="263105" cy="229138"/>
            <a:chOff x="7487144" y="3389820"/>
            <a:chExt cx="350807" cy="305517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xmlns="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87144" y="3389820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16" descr="laptop_keyboard">
              <a:extLst>
                <a:ext uri="{FF2B5EF4-FFF2-40B4-BE49-F238E27FC236}">
                  <a16:creationId xmlns:a16="http://schemas.microsoft.com/office/drawing/2014/main" xmlns="" id="{7F05CE3B-E67B-1B40-9D5B-2914F0B9B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04001" y="3575889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Freeform 1117">
              <a:extLst>
                <a:ext uri="{FF2B5EF4-FFF2-40B4-BE49-F238E27FC236}">
                  <a16:creationId xmlns:a16="http://schemas.microsoft.com/office/drawing/2014/main" xmlns="" id="{B52A07C5-D801-5B41-BD20-C2095892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014" y="3459979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350" dirty="0"/>
            </a:p>
          </p:txBody>
        </p:sp>
        <p:pic>
          <p:nvPicPr>
            <p:cNvPr id="94" name="Picture 1118" descr="screen">
              <a:extLst>
                <a:ext uri="{FF2B5EF4-FFF2-40B4-BE49-F238E27FC236}">
                  <a16:creationId xmlns:a16="http://schemas.microsoft.com/office/drawing/2014/main" xmlns="" id="{2EA30B4E-5447-0340-8DAD-349A843F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0380" y="3463988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119">
              <a:extLst>
                <a:ext uri="{FF2B5EF4-FFF2-40B4-BE49-F238E27FC236}">
                  <a16:creationId xmlns:a16="http://schemas.microsoft.com/office/drawing/2014/main" xmlns="" id="{1137F6C6-A7C9-9A4D-BCE3-048DB90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1029" y="3455381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96" name="Freeform 1120">
              <a:extLst>
                <a:ext uri="{FF2B5EF4-FFF2-40B4-BE49-F238E27FC236}">
                  <a16:creationId xmlns:a16="http://schemas.microsoft.com/office/drawing/2014/main" xmlns="" id="{7A0060E2-767D-1545-8656-29ED1A4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971" y="3455145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97" name="Freeform 1121">
              <a:extLst>
                <a:ext uri="{FF2B5EF4-FFF2-40B4-BE49-F238E27FC236}">
                  <a16:creationId xmlns:a16="http://schemas.microsoft.com/office/drawing/2014/main" xmlns="" id="{15790F5A-ABAC-8D49-A4F9-E2F57655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652" y="3476723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98" name="Freeform 1122">
              <a:extLst>
                <a:ext uri="{FF2B5EF4-FFF2-40B4-BE49-F238E27FC236}">
                  <a16:creationId xmlns:a16="http://schemas.microsoft.com/office/drawing/2014/main" xmlns="" id="{8898B7ED-5BCF-8C4E-B1AA-B82AD50F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332" y="3569758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99" name="Freeform 1123">
              <a:extLst>
                <a:ext uri="{FF2B5EF4-FFF2-40B4-BE49-F238E27FC236}">
                  <a16:creationId xmlns:a16="http://schemas.microsoft.com/office/drawing/2014/main" xmlns="" id="{5A7F91EF-AD6B-D64E-B73E-C762D73A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165" y="3477902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00" name="Freeform 1124">
              <a:extLst>
                <a:ext uri="{FF2B5EF4-FFF2-40B4-BE49-F238E27FC236}">
                  <a16:creationId xmlns:a16="http://schemas.microsoft.com/office/drawing/2014/main" xmlns="" id="{BBB1B153-2E6F-7246-9B11-B68D01D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588" y="3576007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grpSp>
          <p:nvGrpSpPr>
            <p:cNvPr id="101" name="Group 1125">
              <a:extLst>
                <a:ext uri="{FF2B5EF4-FFF2-40B4-BE49-F238E27FC236}">
                  <a16:creationId xmlns:a16="http://schemas.microsoft.com/office/drawing/2014/main" xmlns="" id="{57060979-075D-9D4D-B12E-DA0CCD4C6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395" y="3625649"/>
              <a:ext cx="64747" cy="27592"/>
              <a:chOff x="1740" y="2642"/>
              <a:chExt cx="752" cy="327"/>
            </a:xfrm>
          </p:grpSpPr>
          <p:sp>
            <p:nvSpPr>
              <p:cNvPr id="140" name="Freeform 1126">
                <a:extLst>
                  <a:ext uri="{FF2B5EF4-FFF2-40B4-BE49-F238E27FC236}">
                    <a16:creationId xmlns:a16="http://schemas.microsoft.com/office/drawing/2014/main" xmlns="" id="{8DFFF656-1361-C546-8336-177F79E4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41" name="Freeform 1127">
                <a:extLst>
                  <a:ext uri="{FF2B5EF4-FFF2-40B4-BE49-F238E27FC236}">
                    <a16:creationId xmlns:a16="http://schemas.microsoft.com/office/drawing/2014/main" xmlns="" id="{60C6C6B3-72DE-664B-B4DE-3C04B0C5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42" name="Freeform 1128">
                <a:extLst>
                  <a:ext uri="{FF2B5EF4-FFF2-40B4-BE49-F238E27FC236}">
                    <a16:creationId xmlns:a16="http://schemas.microsoft.com/office/drawing/2014/main" xmlns="" id="{0D48292A-917D-D046-A974-043CEE5A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43" name="Freeform 1129">
                <a:extLst>
                  <a:ext uri="{FF2B5EF4-FFF2-40B4-BE49-F238E27FC236}">
                    <a16:creationId xmlns:a16="http://schemas.microsoft.com/office/drawing/2014/main" xmlns="" id="{DB6BAAEB-BADD-0A4F-8A9D-D72AFCA9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44" name="Freeform 1130">
                <a:extLst>
                  <a:ext uri="{FF2B5EF4-FFF2-40B4-BE49-F238E27FC236}">
                    <a16:creationId xmlns:a16="http://schemas.microsoft.com/office/drawing/2014/main" xmlns="" id="{05D5969F-F3B9-414D-975E-A6700098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45" name="Freeform 1131">
                <a:extLst>
                  <a:ext uri="{FF2B5EF4-FFF2-40B4-BE49-F238E27FC236}">
                    <a16:creationId xmlns:a16="http://schemas.microsoft.com/office/drawing/2014/main" xmlns="" id="{41BB174D-6019-384D-A5AC-1B4D92D9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</p:grpSp>
        <p:sp>
          <p:nvSpPr>
            <p:cNvPr id="102" name="Freeform 1132">
              <a:extLst>
                <a:ext uri="{FF2B5EF4-FFF2-40B4-BE49-F238E27FC236}">
                  <a16:creationId xmlns:a16="http://schemas.microsoft.com/office/drawing/2014/main" xmlns="" id="{F8739864-4836-E447-8FC8-5886923F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243" y="3629776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03" name="Freeform 1133">
              <a:extLst>
                <a:ext uri="{FF2B5EF4-FFF2-40B4-BE49-F238E27FC236}">
                  <a16:creationId xmlns:a16="http://schemas.microsoft.com/office/drawing/2014/main" xmlns="" id="{C59CADF3-CD09-FB48-A672-C2C50B6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129" y="3634611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04" name="Freeform 1134">
              <a:extLst>
                <a:ext uri="{FF2B5EF4-FFF2-40B4-BE49-F238E27FC236}">
                  <a16:creationId xmlns:a16="http://schemas.microsoft.com/office/drawing/2014/main" xmlns="" id="{628AB6FD-35F6-0345-BD13-22EAAF9E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257" y="3624470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05" name="Freeform 1135">
              <a:extLst>
                <a:ext uri="{FF2B5EF4-FFF2-40B4-BE49-F238E27FC236}">
                  <a16:creationId xmlns:a16="http://schemas.microsoft.com/office/drawing/2014/main" xmlns="" id="{76529D44-B4FD-DE4D-812E-E461A0FC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384" y="3578837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06" name="Freeform 1136">
              <a:extLst>
                <a:ext uri="{FF2B5EF4-FFF2-40B4-BE49-F238E27FC236}">
                  <a16:creationId xmlns:a16="http://schemas.microsoft.com/office/drawing/2014/main" xmlns="" id="{44CD9A89-0E3B-2C40-8436-71B7526B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42" y="3626829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07" name="Freeform 1137">
              <a:extLst>
                <a:ext uri="{FF2B5EF4-FFF2-40B4-BE49-F238E27FC236}">
                  <a16:creationId xmlns:a16="http://schemas.microsoft.com/office/drawing/2014/main" xmlns="" id="{92BF681C-02FC-8F49-A2CD-8F3446ECE5D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0668" y="3623055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xmlns="" id="{14715B6C-9A50-FE4B-A8D2-1E669BF891E3}"/>
              </a:ext>
            </a:extLst>
          </p:cNvPr>
          <p:cNvGrpSpPr/>
          <p:nvPr/>
        </p:nvGrpSpPr>
        <p:grpSpPr>
          <a:xfrm>
            <a:off x="5852577" y="3351318"/>
            <a:ext cx="260998" cy="297465"/>
            <a:chOff x="7797061" y="3296104"/>
            <a:chExt cx="347997" cy="396620"/>
          </a:xfrm>
        </p:grpSpPr>
        <p:pic>
          <p:nvPicPr>
            <p:cNvPr id="113" name="Picture 571" descr="fridge2.png">
              <a:extLst>
                <a:ext uri="{FF2B5EF4-FFF2-40B4-BE49-F238E27FC236}">
                  <a16:creationId xmlns:a16="http://schemas.microsoft.com/office/drawing/2014/main" xmlns="" id="{29DD0F98-F93B-0145-A925-F4125ED490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15" descr="antenna_stylized">
              <a:extLst>
                <a:ext uri="{FF2B5EF4-FFF2-40B4-BE49-F238E27FC236}">
                  <a16:creationId xmlns:a16="http://schemas.microsoft.com/office/drawing/2014/main" xmlns="" id="{C1A64F68-4D16-AE4F-AB60-09D2C0CF0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xmlns="" id="{AF73DE4B-526E-9C4F-9242-9BC0D43F8CBA}"/>
              </a:ext>
            </a:extLst>
          </p:cNvPr>
          <p:cNvGrpSpPr/>
          <p:nvPr/>
        </p:nvGrpSpPr>
        <p:grpSpPr>
          <a:xfrm>
            <a:off x="8298710" y="3428614"/>
            <a:ext cx="388836" cy="90918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xmlns="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xmlns="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xmlns="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xmlns="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xmlns="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xmlns="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xmlns="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xmlns="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xmlns="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xmlns="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xmlns="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xmlns="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xmlns="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7716686" y="4812714"/>
            <a:ext cx="132894" cy="248125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xmlns="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xmlns="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xmlns="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xmlns="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xmlns="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xmlns="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xmlns="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xmlns="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xmlns="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xmlns="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xmlns="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xmlns="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xmlns="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xmlns="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xmlns="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xmlns="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xmlns="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xmlns="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xmlns="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xmlns="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xmlns="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xmlns="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xmlns="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xmlns="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xmlns="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xmlns="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xmlns="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xmlns="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xmlns="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xmlns="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35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xmlns="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xmlns="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xmlns="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85641" y="4532371"/>
            <a:ext cx="259223" cy="240227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xmlns="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xmlns="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xmlns="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115432" y="4985743"/>
            <a:ext cx="259223" cy="240227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xmlns="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xmlns="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xmlns="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14100" y="5001847"/>
            <a:ext cx="259223" cy="240227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xmlns="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xmlns="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xmlns="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7151060" y="5203604"/>
            <a:ext cx="239448" cy="190034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xmlns="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xmlns="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xmlns="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350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xmlns="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xmlns="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xmlns="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xmlns="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xmlns="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xmlns="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xmlns="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xmlns="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xmlns="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xmlns="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xmlns="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xmlns="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xmlns="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xmlns="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xmlns="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xmlns="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xmlns="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xmlns="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xmlns="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xmlns="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xmlns="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7615195" y="5084978"/>
            <a:ext cx="25537" cy="249693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1350" dirty="0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xmlns="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7619978" y="5099942"/>
            <a:ext cx="15250" cy="231015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1350" dirty="0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xmlns="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7616639" y="5216815"/>
            <a:ext cx="23732" cy="20644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1350" dirty="0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xmlns="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9725" y="5113050"/>
            <a:ext cx="53962" cy="5134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xmlns="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7568362" y="5110647"/>
            <a:ext cx="52427" cy="15838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xmlns="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xmlns="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xmlns="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0627" y="5149313"/>
            <a:ext cx="53962" cy="5134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xmlns="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7568182" y="5146255"/>
            <a:ext cx="52427" cy="14636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xmlns="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xmlns="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xmlns="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0627" y="5185576"/>
            <a:ext cx="53962" cy="5134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xmlns="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1529" y="5218454"/>
            <a:ext cx="53962" cy="5134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xmlns="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7567099" y="5215396"/>
            <a:ext cx="52518" cy="16493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xmlns="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xmlns="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xmlns="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7617001" y="5185576"/>
            <a:ext cx="23732" cy="2053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1350" dirty="0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xmlns="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7567460" y="5182627"/>
            <a:ext cx="52518" cy="15182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xmlns="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xmlns="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xmlns="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3209" y="5084541"/>
            <a:ext cx="6317" cy="249584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xmlns="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7619166" y="5147675"/>
            <a:ext cx="21386" cy="23265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1350" dirty="0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xmlns="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7619436" y="5111958"/>
            <a:ext cx="22018" cy="26215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1350" dirty="0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xmlns="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83" y="5322875"/>
            <a:ext cx="4512" cy="10376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xmlns="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7618263" y="5323203"/>
            <a:ext cx="22108" cy="21845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1350" dirty="0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xmlns="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3408" y="5329866"/>
            <a:ext cx="107924" cy="16384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xmlns="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9725" y="5334125"/>
            <a:ext cx="96193" cy="8629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xmlns="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8657" y="5297861"/>
            <a:ext cx="14348" cy="1551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xmlns="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4900" y="5297861"/>
            <a:ext cx="14348" cy="1551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35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xmlns="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0151" y="5297861"/>
            <a:ext cx="14348" cy="1551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xmlns="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7058" y="5238333"/>
            <a:ext cx="7219" cy="82904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dirty="0">
              <a:latin typeface="Arial" panose="020B0604020202020204" pitchFamily="34" charset="0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 fontScale="90000"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Peer-to-peer </a:t>
            </a:r>
            <a:r>
              <a:rPr lang="en-US" altLang="en-US" sz="2700" dirty="0">
                <a:ea typeface="ＭＳ Ｐゴシック" panose="020B0600070205080204" pitchFamily="34" charset="-128"/>
              </a:rPr>
              <a:t>(P2P)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3300" dirty="0">
                <a:ea typeface="ＭＳ Ｐゴシック" panose="020B0600070205080204" pitchFamily="34" charset="-128"/>
              </a:rPr>
              <a:t>rchitecture</a:t>
            </a:r>
            <a:endParaRPr lang="en-US" sz="33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xmlns="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498245" y="1824994"/>
            <a:ext cx="4550886" cy="3731024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300"/>
              </a:spcBef>
            </a:pPr>
            <a:r>
              <a:rPr lang="en-US" altLang="en-US" sz="2100" i="1" dirty="0">
                <a:ea typeface="ＭＳ Ｐゴシック" panose="020B0600070205080204" pitchFamily="34" charset="-128"/>
              </a:rPr>
              <a:t>no</a:t>
            </a:r>
            <a:r>
              <a:rPr lang="en-US" altLang="en-US" sz="2100" dirty="0">
                <a:ea typeface="ＭＳ Ｐゴシック" panose="020B0600070205080204" pitchFamily="34" charset="-128"/>
              </a:rPr>
              <a:t> always-on server</a:t>
            </a:r>
          </a:p>
          <a:p>
            <a:pPr>
              <a:spcBef>
                <a:spcPts val="300"/>
              </a:spcBef>
            </a:pPr>
            <a:r>
              <a:rPr lang="en-US" altLang="en-US" sz="2100" dirty="0">
                <a:ea typeface="ＭＳ Ｐゴシック" panose="020B0600070205080204" pitchFamily="34" charset="-128"/>
              </a:rPr>
              <a:t>arbitrary end systems directly communicate</a:t>
            </a:r>
          </a:p>
          <a:p>
            <a:pPr>
              <a:spcBef>
                <a:spcPts val="300"/>
              </a:spcBef>
            </a:pPr>
            <a:r>
              <a:rPr lang="en-US" altLang="en-US" sz="2100" dirty="0">
                <a:ea typeface="ＭＳ Ｐゴシック" panose="020B0600070205080204" pitchFamily="34" charset="-128"/>
              </a:rPr>
              <a:t>peers request service from other peers, provide service in return to other peers</a:t>
            </a:r>
          </a:p>
          <a:p>
            <a:pPr marL="436960" lvl="1" indent="-169069"/>
            <a:r>
              <a:rPr lang="en-US" altLang="en-US" sz="1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self scalability</a:t>
            </a:r>
            <a:r>
              <a:rPr lang="en-US" altLang="en-US" sz="18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– new peers bring new service capacity, and new service demands</a:t>
            </a:r>
          </a:p>
          <a:p>
            <a:pPr>
              <a:spcBef>
                <a:spcPts val="300"/>
              </a:spcBef>
            </a:pPr>
            <a:r>
              <a:rPr lang="en-US" altLang="en-US" sz="2100" dirty="0">
                <a:ea typeface="ＭＳ Ｐゴシック" panose="020B0600070205080204" pitchFamily="34" charset="-128"/>
              </a:rPr>
              <a:t>peers are intermittently connected and change IP addresses</a:t>
            </a:r>
          </a:p>
          <a:p>
            <a:pPr lvl="1">
              <a:spcBef>
                <a:spcPts val="300"/>
              </a:spcBef>
            </a:pPr>
            <a:r>
              <a:rPr lang="en-US" altLang="en-US" sz="1800" dirty="0">
                <a:ea typeface="ＭＳ Ｐゴシック" panose="020B0600070205080204" pitchFamily="34" charset="-128"/>
              </a:rPr>
              <a:t>complex management</a:t>
            </a:r>
          </a:p>
          <a:p>
            <a:pPr>
              <a:spcBef>
                <a:spcPts val="300"/>
              </a:spcBef>
            </a:pPr>
            <a:r>
              <a:rPr lang="en-US" sz="2100" dirty="0"/>
              <a:t>examples: </a:t>
            </a:r>
            <a:r>
              <a:rPr lang="en-US" sz="1800" dirty="0"/>
              <a:t>P2P file sharing (BitTorrent), streaming (KanKan), VoIP (Skype)</a:t>
            </a:r>
            <a:endParaRPr lang="en-US" sz="2100" dirty="0"/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xmlns="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7501881" y="5069550"/>
            <a:ext cx="161231" cy="30294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xmlns="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xmlns="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xmlns="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xmlns="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xmlns="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xmlns="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xmlns="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xmlns="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xmlns="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xmlns="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xmlns="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xmlns="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xmlns="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xmlns="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xmlns="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xmlns="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xmlns="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xmlns="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xmlns="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xmlns="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xmlns="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xmlns="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xmlns="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xmlns="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xmlns="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xmlns="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xmlns="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xmlns="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xmlns="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xmlns="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35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xmlns="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xmlns="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latin typeface="Arial" panose="020B0604020202020204" pitchFamily="34" charset="0"/>
              </a:endParaRPr>
            </a:p>
          </p:txBody>
        </p:sp>
      </p:grpSp>
      <p:sp>
        <p:nvSpPr>
          <p:cNvPr id="575" name="Rectangle 574">
            <a:extLst>
              <a:ext uri="{FF2B5EF4-FFF2-40B4-BE49-F238E27FC236}">
                <a16:creationId xmlns:a16="http://schemas.microsoft.com/office/drawing/2014/main" xmlns="" id="{2DA99646-DBA9-0746-9A79-29EAA25D43FE}"/>
              </a:ext>
            </a:extLst>
          </p:cNvPr>
          <p:cNvSpPr/>
          <p:nvPr/>
        </p:nvSpPr>
        <p:spPr>
          <a:xfrm>
            <a:off x="5060626" y="1973596"/>
            <a:ext cx="4019550" cy="3715971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EF227275-E754-4D43-889C-5A2BD4A21205}"/>
              </a:ext>
            </a:extLst>
          </p:cNvPr>
          <p:cNvGrpSpPr/>
          <p:nvPr/>
        </p:nvGrpSpPr>
        <p:grpSpPr>
          <a:xfrm>
            <a:off x="5760243" y="2217879"/>
            <a:ext cx="1493416" cy="3361808"/>
            <a:chOff x="7680324" y="1814171"/>
            <a:chExt cx="1991221" cy="4482411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xmlns="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xmlns="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xmlns="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53326" y="2438326"/>
              <a:ext cx="498897" cy="1114752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xmlns="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176" y="2321758"/>
              <a:ext cx="1187" cy="2793530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xmlns="" id="{1E120312-45B0-4C42-82FC-F180847C8246}"/>
                </a:ext>
              </a:extLst>
            </p:cNvPr>
            <p:cNvSpPr/>
            <p:nvPr/>
          </p:nvSpPr>
          <p:spPr>
            <a:xfrm>
              <a:off x="8703904" y="194341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xmlns="" id="{05394771-B526-F445-85E3-3C2DA3BC4892}"/>
                </a:ext>
              </a:extLst>
            </p:cNvPr>
            <p:cNvSpPr/>
            <p:nvPr/>
          </p:nvSpPr>
          <p:spPr>
            <a:xfrm>
              <a:off x="8013358" y="344089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xmlns="" id="{01400376-9630-4440-8893-6D129686EE19}"/>
                </a:ext>
              </a:extLst>
            </p:cNvPr>
            <p:cNvSpPr/>
            <p:nvPr/>
          </p:nvSpPr>
          <p:spPr>
            <a:xfrm>
              <a:off x="9059242" y="5786513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609" name="Line 913">
              <a:extLst>
                <a:ext uri="{FF2B5EF4-FFF2-40B4-BE49-F238E27FC236}">
                  <a16:creationId xmlns:a16="http://schemas.microsoft.com/office/drawing/2014/main" xmlns="" id="{4FC33EFC-28C4-404D-91B5-F7C18E706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664" y="2462348"/>
              <a:ext cx="228982" cy="329961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610" name="Line 913">
              <a:extLst>
                <a:ext uri="{FF2B5EF4-FFF2-40B4-BE49-F238E27FC236}">
                  <a16:creationId xmlns:a16="http://schemas.microsoft.com/office/drawing/2014/main" xmlns="" id="{7602507B-BECA-7042-893E-42D6FF9E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5044" y="3911282"/>
              <a:ext cx="764880" cy="1866664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</p:grpSp>
      <p:grpSp>
        <p:nvGrpSpPr>
          <p:cNvPr id="49" name="Group 652">
            <a:extLst>
              <a:ext uri="{FF2B5EF4-FFF2-40B4-BE49-F238E27FC236}">
                <a16:creationId xmlns:a16="http://schemas.microsoft.com/office/drawing/2014/main" xmlns="" id="{F4E63F52-683B-8244-A48E-D8CF833CC085}"/>
              </a:ext>
            </a:extLst>
          </p:cNvPr>
          <p:cNvGrpSpPr>
            <a:grpSpLocks/>
          </p:cNvGrpSpPr>
          <p:nvPr/>
        </p:nvGrpSpPr>
        <p:grpSpPr bwMode="auto">
          <a:xfrm>
            <a:off x="5812668" y="2252044"/>
            <a:ext cx="311944" cy="289322"/>
            <a:chOff x="2751" y="1851"/>
            <a:chExt cx="462" cy="478"/>
          </a:xfrm>
        </p:grpSpPr>
        <p:pic>
          <p:nvPicPr>
            <p:cNvPr id="359" name="Picture 653" descr="iphone_stylized_small">
              <a:extLst>
                <a:ext uri="{FF2B5EF4-FFF2-40B4-BE49-F238E27FC236}">
                  <a16:creationId xmlns:a16="http://schemas.microsoft.com/office/drawing/2014/main" xmlns="" id="{EDF1EC93-A6E5-964F-B0D6-EE56B282A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xmlns="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xmlns="" id="{46F998A3-3B85-214A-927A-3BF067B7C2A0}"/>
              </a:ext>
            </a:extLst>
          </p:cNvPr>
          <p:cNvGrpSpPr/>
          <p:nvPr/>
        </p:nvGrpSpPr>
        <p:grpSpPr>
          <a:xfrm>
            <a:off x="6374654" y="2401593"/>
            <a:ext cx="636984" cy="169582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xmlns="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xmlns="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1139">
            <a:extLst>
              <a:ext uri="{FF2B5EF4-FFF2-40B4-BE49-F238E27FC236}">
                <a16:creationId xmlns:a16="http://schemas.microsoft.com/office/drawing/2014/main" xmlns="" id="{904B7C12-C509-8641-BB63-56DEDB95F9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93997" y="3532608"/>
            <a:ext cx="269446" cy="256534"/>
            <a:chOff x="2839" y="3501"/>
            <a:chExt cx="755" cy="803"/>
          </a:xfrm>
        </p:grpSpPr>
        <p:pic>
          <p:nvPicPr>
            <p:cNvPr id="138" name="Picture 1140" descr="desktop_computer_stylized_medium">
              <a:extLst>
                <a:ext uri="{FF2B5EF4-FFF2-40B4-BE49-F238E27FC236}">
                  <a16:creationId xmlns:a16="http://schemas.microsoft.com/office/drawing/2014/main" xmlns="" id="{BDC7F552-21C9-C942-90FF-0162099A3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1141">
              <a:extLst>
                <a:ext uri="{FF2B5EF4-FFF2-40B4-BE49-F238E27FC236}">
                  <a16:creationId xmlns:a16="http://schemas.microsoft.com/office/drawing/2014/main" xmlns="" id="{654B43BA-608E-5D4D-B11B-71762CFB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xmlns="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30486" y="4818045"/>
            <a:ext cx="259223" cy="240227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xmlns="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xmlns="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xmlns="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6901261" y="5246857"/>
            <a:ext cx="232640" cy="230856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xmlns="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xmlns="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xmlns="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350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xmlns="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xmlns="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xmlns="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xmlns="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xmlns="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xmlns="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xmlns="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xmlns="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xmlns="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xmlns="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xmlns="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xmlns="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xmlns="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xmlns="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350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xmlns="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xmlns="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xmlns="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xmlns="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xmlns="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xmlns="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</p:grpSp>
      <p:sp>
        <p:nvSpPr>
          <p:cNvPr id="611" name="Slide Number Placeholder 2">
            <a:extLst>
              <a:ext uri="{FF2B5EF4-FFF2-40B4-BE49-F238E27FC236}">
                <a16:creationId xmlns:a16="http://schemas.microsoft.com/office/drawing/2014/main" xmlns="" id="{033BFF8E-A045-F641-9334-CFBF85BE3F5F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392371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File distribution: client-server vs P2P</a:t>
            </a:r>
            <a:endParaRPr lang="en-US" sz="3300" dirty="0"/>
          </a:p>
        </p:txBody>
      </p:sp>
      <p:sp>
        <p:nvSpPr>
          <p:cNvPr id="613" name="Rectangle 3">
            <a:extLst>
              <a:ext uri="{FF2B5EF4-FFF2-40B4-BE49-F238E27FC236}">
                <a16:creationId xmlns:a16="http://schemas.microsoft.com/office/drawing/2014/main" xmlns="" id="{D33C12FB-7815-3541-8A29-9A4570C91901}"/>
              </a:ext>
            </a:extLst>
          </p:cNvPr>
          <p:cNvSpPr txBox="1">
            <a:spLocks noChangeArrowheads="1"/>
          </p:cNvSpPr>
          <p:nvPr/>
        </p:nvSpPr>
        <p:spPr>
          <a:xfrm>
            <a:off x="647282" y="1833817"/>
            <a:ext cx="7886700" cy="972581"/>
          </a:xfrm>
          <a:prstGeom prst="rect">
            <a:avLst/>
          </a:prstGeom>
        </p:spPr>
        <p:txBody>
          <a:bodyPr vert="horz" lIns="68580" tIns="34290" rIns="68580" bIns="3429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6010" indent="-407194">
              <a:buNone/>
            </a:pPr>
            <a:r>
              <a:rPr lang="en-US" altLang="en-US" sz="2400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</a:t>
            </a:r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sz="2400" dirty="0">
                <a:ea typeface="ＭＳ Ｐゴシック" panose="020B0600070205080204" pitchFamily="34" charset="-128"/>
              </a:rPr>
              <a:t> how much time to distribute file (size 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F</a:t>
            </a:r>
            <a:r>
              <a:rPr lang="en-US" altLang="en-US" sz="2400" dirty="0">
                <a:ea typeface="ＭＳ Ｐゴシック" panose="020B0600070205080204" pitchFamily="34" charset="-128"/>
              </a:rPr>
              <a:t>) from one server to  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N  peers</a:t>
            </a:r>
            <a:r>
              <a:rPr lang="en-US" altLang="en-US" sz="2400" dirty="0">
                <a:ea typeface="ＭＳ Ｐゴシック" panose="020B0600070205080204" pitchFamily="34" charset="-128"/>
              </a:rPr>
              <a:t>?</a:t>
            </a:r>
          </a:p>
          <a:p>
            <a:pPr marL="644129" lvl="1" indent="-178594"/>
            <a:r>
              <a:rPr lang="en-US" altLang="en-US" sz="1800" dirty="0">
                <a:ea typeface="ＭＳ Ｐゴシック" panose="020B0600070205080204" pitchFamily="34" charset="-128"/>
              </a:rPr>
              <a:t>peer upload/download capacity is limited resource</a:t>
            </a:r>
          </a:p>
        </p:txBody>
      </p:sp>
      <p:sp>
        <p:nvSpPr>
          <p:cNvPr id="749" name="Freeform 4">
            <a:extLst>
              <a:ext uri="{FF2B5EF4-FFF2-40B4-BE49-F238E27FC236}">
                <a16:creationId xmlns:a16="http://schemas.microsoft.com/office/drawing/2014/main" xmlns="" id="{5781B526-D87C-EC44-AD4E-445965AD662B}"/>
              </a:ext>
            </a:extLst>
          </p:cNvPr>
          <p:cNvSpPr>
            <a:spLocks/>
          </p:cNvSpPr>
          <p:nvPr/>
        </p:nvSpPr>
        <p:spPr bwMode="auto">
          <a:xfrm>
            <a:off x="3156347" y="3916560"/>
            <a:ext cx="2831306" cy="1316831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0" name="Line 14">
            <a:extLst>
              <a:ext uri="{FF2B5EF4-FFF2-40B4-BE49-F238E27FC236}">
                <a16:creationId xmlns:a16="http://schemas.microsoft.com/office/drawing/2014/main" xmlns="" id="{88305A7F-251D-B74C-8F8E-CCB1F71A8C6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07494" y="3889174"/>
            <a:ext cx="602456" cy="2333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defRPr/>
            </a:pPr>
            <a:endParaRPr lang="en-US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1" name="Text Box 15">
            <a:extLst>
              <a:ext uri="{FF2B5EF4-FFF2-40B4-BE49-F238E27FC236}">
                <a16:creationId xmlns:a16="http://schemas.microsoft.com/office/drawing/2014/main" xmlns="" id="{B8157757-C95F-CB42-9942-11A4F3D252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0615" y="3737966"/>
            <a:ext cx="356188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500" i="1" kern="0" dirty="0">
                <a:solidFill>
                  <a:srgbClr val="000000"/>
                </a:solidFill>
              </a:rPr>
              <a:t>u</a:t>
            </a:r>
            <a:r>
              <a:rPr lang="en-US" altLang="en-US" sz="1500" i="1" kern="0" baseline="-25000" dirty="0">
                <a:solidFill>
                  <a:srgbClr val="000000"/>
                </a:solidFill>
              </a:rPr>
              <a:t>s</a:t>
            </a:r>
          </a:p>
        </p:txBody>
      </p:sp>
      <p:sp>
        <p:nvSpPr>
          <p:cNvPr id="752" name="Line 39">
            <a:extLst>
              <a:ext uri="{FF2B5EF4-FFF2-40B4-BE49-F238E27FC236}">
                <a16:creationId xmlns:a16="http://schemas.microsoft.com/office/drawing/2014/main" xmlns="" id="{33B391C4-AA6E-EF49-929E-18C688BE0299}"/>
              </a:ext>
            </a:extLst>
          </p:cNvPr>
          <p:cNvSpPr>
            <a:spLocks noChangeShapeType="1"/>
          </p:cNvSpPr>
          <p:nvPr/>
        </p:nvSpPr>
        <p:spPr bwMode="auto">
          <a:xfrm>
            <a:off x="2475309" y="4572593"/>
            <a:ext cx="762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defRPr/>
            </a:pPr>
            <a:endParaRPr lang="en-US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3" name="Line 40">
            <a:extLst>
              <a:ext uri="{FF2B5EF4-FFF2-40B4-BE49-F238E27FC236}">
                <a16:creationId xmlns:a16="http://schemas.microsoft.com/office/drawing/2014/main" xmlns="" id="{55D5EF82-1A60-6045-9491-ACB495A754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16981" y="4683322"/>
            <a:ext cx="7524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defRPr/>
            </a:pPr>
            <a:endParaRPr lang="en-US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4" name="Text Box 41">
            <a:extLst>
              <a:ext uri="{FF2B5EF4-FFF2-40B4-BE49-F238E27FC236}">
                <a16:creationId xmlns:a16="http://schemas.microsoft.com/office/drawing/2014/main" xmlns="" id="{551344A9-80D5-6B4D-8C5F-1C743F9C4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2003" y="4280891"/>
            <a:ext cx="457200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500" i="1" kern="0" dirty="0">
                <a:solidFill>
                  <a:srgbClr val="000000"/>
                </a:solidFill>
              </a:rPr>
              <a:t>u</a:t>
            </a:r>
            <a:r>
              <a:rPr lang="en-US" altLang="en-US" sz="1500" i="1" kern="0" baseline="-25000" dirty="0">
                <a:solidFill>
                  <a:srgbClr val="000000"/>
                </a:solidFill>
              </a:rPr>
              <a:t>N</a:t>
            </a:r>
          </a:p>
        </p:txBody>
      </p:sp>
      <p:sp>
        <p:nvSpPr>
          <p:cNvPr id="755" name="Text Box 42">
            <a:extLst>
              <a:ext uri="{FF2B5EF4-FFF2-40B4-BE49-F238E27FC236}">
                <a16:creationId xmlns:a16="http://schemas.microsoft.com/office/drawing/2014/main" xmlns="" id="{DA13FA8F-3C26-0B46-A3A1-BC7065C4DD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7715" y="4666653"/>
            <a:ext cx="457200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500" i="1" kern="0" dirty="0">
                <a:solidFill>
                  <a:srgbClr val="000000"/>
                </a:solidFill>
              </a:rPr>
              <a:t>d</a:t>
            </a:r>
            <a:r>
              <a:rPr lang="en-US" altLang="en-US" sz="1500" i="1" kern="0" baseline="-25000" dirty="0">
                <a:solidFill>
                  <a:srgbClr val="000000"/>
                </a:solidFill>
              </a:rPr>
              <a:t>N</a:t>
            </a:r>
          </a:p>
        </p:txBody>
      </p:sp>
      <p:sp>
        <p:nvSpPr>
          <p:cNvPr id="756" name="Text Box 43">
            <a:extLst>
              <a:ext uri="{FF2B5EF4-FFF2-40B4-BE49-F238E27FC236}">
                <a16:creationId xmlns:a16="http://schemas.microsoft.com/office/drawing/2014/main" xmlns="" id="{1E15BC0C-6AFB-CF4C-B899-707280EA49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2669" y="3904653"/>
            <a:ext cx="879872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500" kern="0" dirty="0">
                <a:solidFill>
                  <a:srgbClr val="000000"/>
                </a:solidFill>
              </a:rPr>
              <a:t>server</a:t>
            </a:r>
            <a:endParaRPr lang="en-US" altLang="en-US" sz="1500" kern="0" baseline="-25000" dirty="0">
              <a:solidFill>
                <a:srgbClr val="000000"/>
              </a:solidFill>
            </a:endParaRPr>
          </a:p>
        </p:txBody>
      </p:sp>
      <p:sp>
        <p:nvSpPr>
          <p:cNvPr id="757" name="Text Box 44">
            <a:extLst>
              <a:ext uri="{FF2B5EF4-FFF2-40B4-BE49-F238E27FC236}">
                <a16:creationId xmlns:a16="http://schemas.microsoft.com/office/drawing/2014/main" xmlns="" id="{B744D31B-0064-CC4C-813B-2342EBCCC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8631" y="4299940"/>
            <a:ext cx="2177199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500" kern="0" dirty="0">
                <a:solidFill>
                  <a:srgbClr val="FFFFFF"/>
                </a:solidFill>
              </a:rPr>
              <a:t>network (with abundant</a:t>
            </a:r>
          </a:p>
          <a:p>
            <a:pPr algn="ctr"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500" kern="0" dirty="0">
                <a:solidFill>
                  <a:srgbClr val="FFFFFF"/>
                </a:solidFill>
              </a:rPr>
              <a:t> bandwidth)</a:t>
            </a:r>
          </a:p>
        </p:txBody>
      </p:sp>
      <p:sp>
        <p:nvSpPr>
          <p:cNvPr id="758" name="Text Box 47">
            <a:extLst>
              <a:ext uri="{FF2B5EF4-FFF2-40B4-BE49-F238E27FC236}">
                <a16:creationId xmlns:a16="http://schemas.microsoft.com/office/drawing/2014/main" xmlns="" id="{3CFD7627-4852-C14C-83FC-5338E04E2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3537" y="3718915"/>
            <a:ext cx="1047750" cy="3000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350" i="1" kern="0" dirty="0">
                <a:solidFill>
                  <a:srgbClr val="000000"/>
                </a:solidFill>
              </a:rPr>
              <a:t>file, size F</a:t>
            </a:r>
            <a:endParaRPr lang="en-US" altLang="en-US" sz="1350" i="1" kern="0" baseline="-25000" dirty="0">
              <a:solidFill>
                <a:srgbClr val="000000"/>
              </a:solidFill>
            </a:endParaRPr>
          </a:p>
        </p:txBody>
      </p:sp>
      <p:sp>
        <p:nvSpPr>
          <p:cNvPr id="759" name="Text Box 49">
            <a:extLst>
              <a:ext uri="{FF2B5EF4-FFF2-40B4-BE49-F238E27FC236}">
                <a16:creationId xmlns:a16="http://schemas.microsoft.com/office/drawing/2014/main" xmlns="" id="{59DA6353-13D5-E042-BEEE-6FF767E86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1715" y="2838553"/>
            <a:ext cx="1864883" cy="563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800" b="1" i="1" kern="0" dirty="0">
                <a:solidFill>
                  <a:srgbClr val="CC0000"/>
                </a:solidFill>
                <a:latin typeface="+mn-lt"/>
              </a:rPr>
              <a:t>u</a:t>
            </a:r>
            <a:r>
              <a:rPr lang="en-US" altLang="en-US" sz="1800" b="1" i="1" kern="0" baseline="-25000" dirty="0">
                <a:solidFill>
                  <a:srgbClr val="CC0000"/>
                </a:solidFill>
                <a:latin typeface="+mn-lt"/>
              </a:rPr>
              <a:t>s</a:t>
            </a:r>
            <a:r>
              <a:rPr lang="en-US" altLang="en-US" sz="1800" b="1" i="1" kern="0" dirty="0">
                <a:solidFill>
                  <a:srgbClr val="CC0000"/>
                </a:solidFill>
                <a:latin typeface="+mn-lt"/>
              </a:rPr>
              <a:t>:</a:t>
            </a:r>
            <a:r>
              <a:rPr lang="en-US" altLang="en-US" sz="1800" kern="0" dirty="0">
                <a:solidFill>
                  <a:srgbClr val="000000"/>
                </a:solidFill>
                <a:latin typeface="+mn-lt"/>
              </a:rPr>
              <a:t> server upload capacity</a:t>
            </a:r>
            <a:endParaRPr lang="en-US" altLang="en-US" sz="1500" kern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760" name="Text Box 50">
            <a:extLst>
              <a:ext uri="{FF2B5EF4-FFF2-40B4-BE49-F238E27FC236}">
                <a16:creationId xmlns:a16="http://schemas.microsoft.com/office/drawing/2014/main" xmlns="" id="{51F84BDF-7DCA-0A43-ACDB-9BE708391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0768" y="4969072"/>
            <a:ext cx="1943100" cy="563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800" b="1" i="1" kern="0" dirty="0">
                <a:solidFill>
                  <a:srgbClr val="CC0000"/>
                </a:solidFill>
                <a:latin typeface="+mn-lt"/>
              </a:rPr>
              <a:t>u</a:t>
            </a:r>
            <a:r>
              <a:rPr lang="en-US" altLang="en-US" sz="1800" b="1" i="1" kern="0" baseline="-25000" dirty="0">
                <a:solidFill>
                  <a:srgbClr val="CC0000"/>
                </a:solidFill>
                <a:latin typeface="+mn-lt"/>
              </a:rPr>
              <a:t>i</a:t>
            </a:r>
            <a:r>
              <a:rPr lang="en-US" altLang="en-US" sz="1800" b="1" i="1" kern="0" dirty="0">
                <a:solidFill>
                  <a:srgbClr val="CC0000"/>
                </a:solidFill>
                <a:latin typeface="+mn-lt"/>
              </a:rPr>
              <a:t>:</a:t>
            </a:r>
            <a:r>
              <a:rPr lang="en-US" altLang="en-US" sz="1800" kern="0" dirty="0">
                <a:solidFill>
                  <a:srgbClr val="000000"/>
                </a:solidFill>
                <a:latin typeface="+mn-lt"/>
              </a:rPr>
              <a:t> peer i upload capacity</a:t>
            </a:r>
          </a:p>
        </p:txBody>
      </p:sp>
      <p:sp>
        <p:nvSpPr>
          <p:cNvPr id="761" name="Text Box 51">
            <a:extLst>
              <a:ext uri="{FF2B5EF4-FFF2-40B4-BE49-F238E27FC236}">
                <a16:creationId xmlns:a16="http://schemas.microsoft.com/office/drawing/2014/main" xmlns="" id="{A5D79A43-11C7-6349-BEB0-7438447D9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7901" y="3454683"/>
            <a:ext cx="2057400" cy="563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800" b="1" i="1" kern="0" dirty="0">
                <a:solidFill>
                  <a:srgbClr val="CC0000"/>
                </a:solidFill>
                <a:latin typeface="+mn-lt"/>
              </a:rPr>
              <a:t>d</a:t>
            </a:r>
            <a:r>
              <a:rPr lang="en-US" altLang="en-US" sz="1800" b="1" i="1" kern="0" baseline="-25000" dirty="0">
                <a:solidFill>
                  <a:srgbClr val="CC0000"/>
                </a:solidFill>
                <a:latin typeface="+mn-lt"/>
              </a:rPr>
              <a:t>i</a:t>
            </a:r>
            <a:r>
              <a:rPr lang="en-US" altLang="en-US" sz="1800" b="1" i="1" kern="0" dirty="0">
                <a:solidFill>
                  <a:srgbClr val="CC0000"/>
                </a:solidFill>
                <a:latin typeface="+mn-lt"/>
              </a:rPr>
              <a:t>:</a:t>
            </a:r>
            <a:r>
              <a:rPr lang="en-US" altLang="en-US" sz="1800" kern="0" dirty="0">
                <a:solidFill>
                  <a:srgbClr val="000000"/>
                </a:solidFill>
                <a:latin typeface="+mn-lt"/>
              </a:rPr>
              <a:t> peer i download capacity</a:t>
            </a:r>
            <a:endParaRPr lang="en-US" altLang="en-US" sz="1500" kern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762" name="AutoShape 327">
            <a:extLst>
              <a:ext uri="{FF2B5EF4-FFF2-40B4-BE49-F238E27FC236}">
                <a16:creationId xmlns:a16="http://schemas.microsoft.com/office/drawing/2014/main" xmlns="" id="{369AE872-BFBD-8443-A484-E1FE4F07B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5728" y="3303387"/>
            <a:ext cx="444103" cy="435769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altLang="en-US" sz="2100" kern="0" dirty="0">
              <a:solidFill>
                <a:srgbClr val="000000"/>
              </a:solidFill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763" name="Group 76">
            <a:extLst>
              <a:ext uri="{FF2B5EF4-FFF2-40B4-BE49-F238E27FC236}">
                <a16:creationId xmlns:a16="http://schemas.microsoft.com/office/drawing/2014/main" xmlns="" id="{1E070762-6E91-C249-87E6-742CA28F4553}"/>
              </a:ext>
            </a:extLst>
          </p:cNvPr>
          <p:cNvGrpSpPr>
            <a:grpSpLocks/>
          </p:cNvGrpSpPr>
          <p:nvPr/>
        </p:nvGrpSpPr>
        <p:grpSpPr bwMode="auto">
          <a:xfrm>
            <a:off x="4067175" y="3511747"/>
            <a:ext cx="1603772" cy="677465"/>
            <a:chOff x="2204" y="2030"/>
            <a:chExt cx="1347" cy="774"/>
          </a:xfrm>
        </p:grpSpPr>
        <p:sp>
          <p:nvSpPr>
            <p:cNvPr id="764" name="Text Box 19">
              <a:extLst>
                <a:ext uri="{FF2B5EF4-FFF2-40B4-BE49-F238E27FC236}">
                  <a16:creationId xmlns:a16="http://schemas.microsoft.com/office/drawing/2014/main" xmlns="" id="{616B15BE-44B0-0344-B31F-91A938627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1500" i="1" kern="0" dirty="0">
                  <a:solidFill>
                    <a:srgbClr val="000000"/>
                  </a:solidFill>
                </a:rPr>
                <a:t>u</a:t>
              </a:r>
              <a:r>
                <a:rPr lang="en-US" altLang="en-US" sz="1500" i="1" kern="0" baseline="-25000" dirty="0">
                  <a:solidFill>
                    <a:srgbClr val="000000"/>
                  </a:solidFill>
                </a:rPr>
                <a:t>2</a:t>
              </a:r>
            </a:p>
          </p:txBody>
        </p:sp>
        <p:sp>
          <p:nvSpPr>
            <p:cNvPr id="765" name="Line 22">
              <a:extLst>
                <a:ext uri="{FF2B5EF4-FFF2-40B4-BE49-F238E27FC236}">
                  <a16:creationId xmlns:a16="http://schemas.microsoft.com/office/drawing/2014/main" xmlns="" id="{468AACC5-62A5-624B-8074-C32AC02B5E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66" name="Line 23">
              <a:extLst>
                <a:ext uri="{FF2B5EF4-FFF2-40B4-BE49-F238E27FC236}">
                  <a16:creationId xmlns:a16="http://schemas.microsoft.com/office/drawing/2014/main" xmlns="" id="{6ADDCF08-0E06-944A-88C1-8C3B5B0B5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67" name="Text Box 24">
              <a:extLst>
                <a:ext uri="{FF2B5EF4-FFF2-40B4-BE49-F238E27FC236}">
                  <a16:creationId xmlns:a16="http://schemas.microsoft.com/office/drawing/2014/main" xmlns="" id="{0F3475ED-2A92-4E41-84C3-7C019E7EF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1500" i="1" kern="0" dirty="0">
                  <a:solidFill>
                    <a:srgbClr val="000000"/>
                  </a:solidFill>
                </a:rPr>
                <a:t>d</a:t>
              </a:r>
              <a:r>
                <a:rPr lang="en-US" altLang="en-US" sz="1500" i="1" kern="0" baseline="-25000" dirty="0">
                  <a:solidFill>
                    <a:srgbClr val="000000"/>
                  </a:solidFill>
                </a:rPr>
                <a:t>2</a:t>
              </a:r>
            </a:p>
          </p:txBody>
        </p:sp>
        <p:sp>
          <p:nvSpPr>
            <p:cNvPr id="768" name="Text Box 19">
              <a:extLst>
                <a:ext uri="{FF2B5EF4-FFF2-40B4-BE49-F238E27FC236}">
                  <a16:creationId xmlns:a16="http://schemas.microsoft.com/office/drawing/2014/main" xmlns="" id="{0B070290-50F4-544A-8EB8-39FD5D7075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1500" i="1" kern="0" dirty="0">
                  <a:solidFill>
                    <a:srgbClr val="000000"/>
                  </a:solidFill>
                </a:rPr>
                <a:t>u</a:t>
              </a:r>
              <a:r>
                <a:rPr lang="en-US" altLang="en-US" sz="1500" i="1" kern="0" baseline="-25000" dirty="0">
                  <a:solidFill>
                    <a:srgbClr val="000000"/>
                  </a:solidFill>
                </a:rPr>
                <a:t>1</a:t>
              </a:r>
            </a:p>
          </p:txBody>
        </p:sp>
        <p:sp>
          <p:nvSpPr>
            <p:cNvPr id="769" name="Line 22">
              <a:extLst>
                <a:ext uri="{FF2B5EF4-FFF2-40B4-BE49-F238E27FC236}">
                  <a16:creationId xmlns:a16="http://schemas.microsoft.com/office/drawing/2014/main" xmlns="" id="{EDD90978-FEC1-EC4A-9B82-FE08AA882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0" name="Line 23">
              <a:extLst>
                <a:ext uri="{FF2B5EF4-FFF2-40B4-BE49-F238E27FC236}">
                  <a16:creationId xmlns:a16="http://schemas.microsoft.com/office/drawing/2014/main" xmlns="" id="{D06A7A37-85E1-7F49-8794-07F8D4C65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1" name="Text Box 24">
              <a:extLst>
                <a:ext uri="{FF2B5EF4-FFF2-40B4-BE49-F238E27FC236}">
                  <a16:creationId xmlns:a16="http://schemas.microsoft.com/office/drawing/2014/main" xmlns="" id="{EB274E98-7508-9441-B445-9BFA8D56F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1500" i="1" kern="0" dirty="0">
                  <a:solidFill>
                    <a:srgbClr val="000000"/>
                  </a:solidFill>
                </a:rPr>
                <a:t>d</a:t>
              </a:r>
              <a:r>
                <a:rPr lang="en-US" altLang="en-US" sz="1500" i="1" kern="0" baseline="-25000" dirty="0">
                  <a:solidFill>
                    <a:srgbClr val="000000"/>
                  </a:solidFill>
                </a:rPr>
                <a:t>1</a:t>
              </a:r>
            </a:p>
          </p:txBody>
        </p:sp>
      </p:grpSp>
      <p:sp>
        <p:nvSpPr>
          <p:cNvPr id="772" name="Line 72">
            <a:extLst>
              <a:ext uri="{FF2B5EF4-FFF2-40B4-BE49-F238E27FC236}">
                <a16:creationId xmlns:a16="http://schemas.microsoft.com/office/drawing/2014/main" xmlns="" id="{47A84A96-E7A3-1843-B72F-6E2E41F4EC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66222" y="4426147"/>
            <a:ext cx="873919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defRPr/>
            </a:pPr>
            <a:endParaRPr lang="en-US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3" name="Line 73">
            <a:extLst>
              <a:ext uri="{FF2B5EF4-FFF2-40B4-BE49-F238E27FC236}">
                <a16:creationId xmlns:a16="http://schemas.microsoft.com/office/drawing/2014/main" xmlns="" id="{13604104-CB34-D540-BE37-408B7E700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5" y="4540447"/>
            <a:ext cx="873919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defRPr/>
            </a:pPr>
            <a:endParaRPr lang="en-US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4" name="Text Box 41">
            <a:extLst>
              <a:ext uri="{FF2B5EF4-FFF2-40B4-BE49-F238E27FC236}">
                <a16:creationId xmlns:a16="http://schemas.microsoft.com/office/drawing/2014/main" xmlns="" id="{6AECF13A-63DD-6440-9CEA-60EFAAE2D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4" y="4117775"/>
            <a:ext cx="457200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500" i="1" kern="0" dirty="0">
                <a:solidFill>
                  <a:srgbClr val="000000"/>
                </a:solidFill>
              </a:rPr>
              <a:t>d</a:t>
            </a:r>
            <a:r>
              <a:rPr lang="en-US" altLang="en-US" sz="1500" i="1" kern="0" baseline="-25000" dirty="0">
                <a:solidFill>
                  <a:srgbClr val="000000"/>
                </a:solidFill>
              </a:rPr>
              <a:t>i</a:t>
            </a:r>
          </a:p>
        </p:txBody>
      </p:sp>
      <p:sp>
        <p:nvSpPr>
          <p:cNvPr id="775" name="Text Box 41">
            <a:extLst>
              <a:ext uri="{FF2B5EF4-FFF2-40B4-BE49-F238E27FC236}">
                <a16:creationId xmlns:a16="http://schemas.microsoft.com/office/drawing/2014/main" xmlns="" id="{B1B85AB8-3F48-6B40-9E0F-095E131ACC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4334" y="4517825"/>
            <a:ext cx="457200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1500" i="1" kern="0" dirty="0">
                <a:solidFill>
                  <a:srgbClr val="000000"/>
                </a:solidFill>
              </a:rPr>
              <a:t>u</a:t>
            </a:r>
            <a:r>
              <a:rPr lang="en-US" altLang="en-US" sz="1500" i="1" kern="0" baseline="-25000" dirty="0">
                <a:solidFill>
                  <a:srgbClr val="000000"/>
                </a:solidFill>
              </a:rPr>
              <a:t>i</a:t>
            </a:r>
          </a:p>
        </p:txBody>
      </p:sp>
      <p:sp>
        <p:nvSpPr>
          <p:cNvPr id="776" name="Line 77">
            <a:extLst>
              <a:ext uri="{FF2B5EF4-FFF2-40B4-BE49-F238E27FC236}">
                <a16:creationId xmlns:a16="http://schemas.microsoft.com/office/drawing/2014/main" xmlns="" id="{04740FC7-F24A-9E49-ABD5-CC405E4D6CE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2059" y="3274813"/>
            <a:ext cx="0" cy="497681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7" name="Line 78">
            <a:extLst>
              <a:ext uri="{FF2B5EF4-FFF2-40B4-BE49-F238E27FC236}">
                <a16:creationId xmlns:a16="http://schemas.microsoft.com/office/drawing/2014/main" xmlns="" id="{644C7641-7528-D04F-B35B-B86B81EEAE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1978" y="3960612"/>
            <a:ext cx="277415" cy="310754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8" name="Line 79">
            <a:extLst>
              <a:ext uri="{FF2B5EF4-FFF2-40B4-BE49-F238E27FC236}">
                <a16:creationId xmlns:a16="http://schemas.microsoft.com/office/drawing/2014/main" xmlns="" id="{21210937-40A2-D945-A261-60D041388D1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24599" y="4670224"/>
            <a:ext cx="277416" cy="310754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779" name="Group 81">
            <a:extLst>
              <a:ext uri="{FF2B5EF4-FFF2-40B4-BE49-F238E27FC236}">
                <a16:creationId xmlns:a16="http://schemas.microsoft.com/office/drawing/2014/main" xmlns="" id="{70E00E57-2D7F-E34A-A62C-8B64AA1FAC60}"/>
              </a:ext>
            </a:extLst>
          </p:cNvPr>
          <p:cNvGrpSpPr>
            <a:grpSpLocks/>
          </p:cNvGrpSpPr>
          <p:nvPr/>
        </p:nvGrpSpPr>
        <p:grpSpPr bwMode="auto">
          <a:xfrm>
            <a:off x="2594372" y="3349822"/>
            <a:ext cx="348853" cy="602456"/>
            <a:chOff x="4140" y="429"/>
            <a:chExt cx="1425" cy="2396"/>
          </a:xfrm>
        </p:grpSpPr>
        <p:sp>
          <p:nvSpPr>
            <p:cNvPr id="780" name="Freeform 82">
              <a:extLst>
                <a:ext uri="{FF2B5EF4-FFF2-40B4-BE49-F238E27FC236}">
                  <a16:creationId xmlns:a16="http://schemas.microsoft.com/office/drawing/2014/main" xmlns="" id="{79E2F9B0-711F-DE4C-965B-924CC303B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1" name="Rectangle 83">
              <a:extLst>
                <a:ext uri="{FF2B5EF4-FFF2-40B4-BE49-F238E27FC236}">
                  <a16:creationId xmlns:a16="http://schemas.microsoft.com/office/drawing/2014/main" xmlns="" id="{F06DAE2F-17DE-D941-923C-E70BDCB41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sp>
          <p:nvSpPr>
            <p:cNvPr id="782" name="Freeform 84">
              <a:extLst>
                <a:ext uri="{FF2B5EF4-FFF2-40B4-BE49-F238E27FC236}">
                  <a16:creationId xmlns:a16="http://schemas.microsoft.com/office/drawing/2014/main" xmlns="" id="{946A9E21-9E85-934A-A686-0A8D135B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3" name="Freeform 85">
              <a:extLst>
                <a:ext uri="{FF2B5EF4-FFF2-40B4-BE49-F238E27FC236}">
                  <a16:creationId xmlns:a16="http://schemas.microsoft.com/office/drawing/2014/main" xmlns="" id="{72BE6A9C-0FBC-364A-A7ED-A2A6F017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4" name="Rectangle 86">
              <a:extLst>
                <a:ext uri="{FF2B5EF4-FFF2-40B4-BE49-F238E27FC236}">
                  <a16:creationId xmlns:a16="http://schemas.microsoft.com/office/drawing/2014/main" xmlns="" id="{6408A6CA-7347-8E43-98E8-BCFA04384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grpSp>
          <p:nvGrpSpPr>
            <p:cNvPr id="787" name="Group 87">
              <a:extLst>
                <a:ext uri="{FF2B5EF4-FFF2-40B4-BE49-F238E27FC236}">
                  <a16:creationId xmlns:a16="http://schemas.microsoft.com/office/drawing/2014/main" xmlns="" id="{3BB80181-EFB9-654A-9C2B-37611F58AC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22" name="AutoShape 88">
                <a:extLst>
                  <a:ext uri="{FF2B5EF4-FFF2-40B4-BE49-F238E27FC236}">
                    <a16:creationId xmlns:a16="http://schemas.microsoft.com/office/drawing/2014/main" xmlns="" id="{755E2639-6DC2-B445-8BA7-4A95A040D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8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824" name="AutoShape 89">
                <a:extLst>
                  <a:ext uri="{FF2B5EF4-FFF2-40B4-BE49-F238E27FC236}">
                    <a16:creationId xmlns:a16="http://schemas.microsoft.com/office/drawing/2014/main" xmlns="" id="{60B2F854-EFB8-E64E-8D27-5F6F8D396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800" kern="0" dirty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88" name="Rectangle 90">
              <a:extLst>
                <a:ext uri="{FF2B5EF4-FFF2-40B4-BE49-F238E27FC236}">
                  <a16:creationId xmlns:a16="http://schemas.microsoft.com/office/drawing/2014/main" xmlns="" id="{57F9C28A-1132-144B-9916-B507ADCED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grpSp>
          <p:nvGrpSpPr>
            <p:cNvPr id="789" name="Group 91">
              <a:extLst>
                <a:ext uri="{FF2B5EF4-FFF2-40B4-BE49-F238E27FC236}">
                  <a16:creationId xmlns:a16="http://schemas.microsoft.com/office/drawing/2014/main" xmlns="" id="{5E2EEB51-C433-4146-9A07-B904C9EFB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20" name="AutoShape 92">
                <a:extLst>
                  <a:ext uri="{FF2B5EF4-FFF2-40B4-BE49-F238E27FC236}">
                    <a16:creationId xmlns:a16="http://schemas.microsoft.com/office/drawing/2014/main" xmlns="" id="{3A27EE24-9EA3-5849-AF8B-3DE9ED4D0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8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821" name="AutoShape 93">
                <a:extLst>
                  <a:ext uri="{FF2B5EF4-FFF2-40B4-BE49-F238E27FC236}">
                    <a16:creationId xmlns:a16="http://schemas.microsoft.com/office/drawing/2014/main" xmlns="" id="{6AFF8567-F6C4-0747-BA7C-16625954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800" kern="0" dirty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90" name="Rectangle 94">
              <a:extLst>
                <a:ext uri="{FF2B5EF4-FFF2-40B4-BE49-F238E27FC236}">
                  <a16:creationId xmlns:a16="http://schemas.microsoft.com/office/drawing/2014/main" xmlns="" id="{481071F4-7660-1F49-867C-3C721C3F0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sp>
          <p:nvSpPr>
            <p:cNvPr id="791" name="Rectangle 95">
              <a:extLst>
                <a:ext uri="{FF2B5EF4-FFF2-40B4-BE49-F238E27FC236}">
                  <a16:creationId xmlns:a16="http://schemas.microsoft.com/office/drawing/2014/main" xmlns="" id="{F9E573B0-F1E0-0244-84F0-5D9DC86D8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grpSp>
          <p:nvGrpSpPr>
            <p:cNvPr id="793" name="Group 96">
              <a:extLst>
                <a:ext uri="{FF2B5EF4-FFF2-40B4-BE49-F238E27FC236}">
                  <a16:creationId xmlns:a16="http://schemas.microsoft.com/office/drawing/2014/main" xmlns="" id="{60F43234-7837-E047-B8D9-B93960C93F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15" name="AutoShape 97">
                <a:extLst>
                  <a:ext uri="{FF2B5EF4-FFF2-40B4-BE49-F238E27FC236}">
                    <a16:creationId xmlns:a16="http://schemas.microsoft.com/office/drawing/2014/main" xmlns="" id="{AA061C9E-39EE-B14D-A8E3-104E27013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8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817" name="AutoShape 98">
                <a:extLst>
                  <a:ext uri="{FF2B5EF4-FFF2-40B4-BE49-F238E27FC236}">
                    <a16:creationId xmlns:a16="http://schemas.microsoft.com/office/drawing/2014/main" xmlns="" id="{12C304B6-6E69-644F-91BB-9F1C86D1D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800" kern="0" dirty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94" name="Freeform 99">
              <a:extLst>
                <a:ext uri="{FF2B5EF4-FFF2-40B4-BE49-F238E27FC236}">
                  <a16:creationId xmlns:a16="http://schemas.microsoft.com/office/drawing/2014/main" xmlns="" id="{D5358657-0340-9248-AA9C-2F41E434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96" name="Group 100">
              <a:extLst>
                <a:ext uri="{FF2B5EF4-FFF2-40B4-BE49-F238E27FC236}">
                  <a16:creationId xmlns:a16="http://schemas.microsoft.com/office/drawing/2014/main" xmlns="" id="{87CDCAD0-C1B4-8646-B58D-6CD9FF243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12" name="AutoShape 101">
                <a:extLst>
                  <a:ext uri="{FF2B5EF4-FFF2-40B4-BE49-F238E27FC236}">
                    <a16:creationId xmlns:a16="http://schemas.microsoft.com/office/drawing/2014/main" xmlns="" id="{53F473DF-D46D-0345-9F7F-49F5BE50C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8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814" name="AutoShape 102">
                <a:extLst>
                  <a:ext uri="{FF2B5EF4-FFF2-40B4-BE49-F238E27FC236}">
                    <a16:creationId xmlns:a16="http://schemas.microsoft.com/office/drawing/2014/main" xmlns="" id="{EF047A49-61C2-3A41-8A53-6F24E9E5C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800" kern="0" dirty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97" name="Rectangle 103">
              <a:extLst>
                <a:ext uri="{FF2B5EF4-FFF2-40B4-BE49-F238E27FC236}">
                  <a16:creationId xmlns:a16="http://schemas.microsoft.com/office/drawing/2014/main" xmlns="" id="{0DC41427-3FCF-3949-97B5-7D608D26F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sp>
          <p:nvSpPr>
            <p:cNvPr id="798" name="Freeform 104">
              <a:extLst>
                <a:ext uri="{FF2B5EF4-FFF2-40B4-BE49-F238E27FC236}">
                  <a16:creationId xmlns:a16="http://schemas.microsoft.com/office/drawing/2014/main" xmlns="" id="{8F8A38B2-57F8-E945-BFD5-DF65BDBF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9" name="Freeform 105">
              <a:extLst>
                <a:ext uri="{FF2B5EF4-FFF2-40B4-BE49-F238E27FC236}">
                  <a16:creationId xmlns:a16="http://schemas.microsoft.com/office/drawing/2014/main" xmlns="" id="{0F08B7AC-3180-754D-94CE-9FA5F6748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1" name="Oval 106">
              <a:extLst>
                <a:ext uri="{FF2B5EF4-FFF2-40B4-BE49-F238E27FC236}">
                  <a16:creationId xmlns:a16="http://schemas.microsoft.com/office/drawing/2014/main" xmlns="" id="{C5F7D344-4D6F-D646-8C93-A97BAB8C4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sp>
          <p:nvSpPr>
            <p:cNvPr id="802" name="Freeform 107">
              <a:extLst>
                <a:ext uri="{FF2B5EF4-FFF2-40B4-BE49-F238E27FC236}">
                  <a16:creationId xmlns:a16="http://schemas.microsoft.com/office/drawing/2014/main" xmlns="" id="{BE829AA4-D020-7348-B510-9FB2A853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4" name="AutoShape 108">
              <a:extLst>
                <a:ext uri="{FF2B5EF4-FFF2-40B4-BE49-F238E27FC236}">
                  <a16:creationId xmlns:a16="http://schemas.microsoft.com/office/drawing/2014/main" xmlns="" id="{35AAD988-1211-1E40-91C0-3937CD2EC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sp>
          <p:nvSpPr>
            <p:cNvPr id="805" name="AutoShape 109">
              <a:extLst>
                <a:ext uri="{FF2B5EF4-FFF2-40B4-BE49-F238E27FC236}">
                  <a16:creationId xmlns:a16="http://schemas.microsoft.com/office/drawing/2014/main" xmlns="" id="{4305931D-5D5C-9D4F-AAD7-AB64D64AD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sp>
          <p:nvSpPr>
            <p:cNvPr id="806" name="Oval 110">
              <a:extLst>
                <a:ext uri="{FF2B5EF4-FFF2-40B4-BE49-F238E27FC236}">
                  <a16:creationId xmlns:a16="http://schemas.microsoft.com/office/drawing/2014/main" xmlns="" id="{83363F10-1097-A54D-ADAB-24C8B3E21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sp>
          <p:nvSpPr>
            <p:cNvPr id="807" name="Oval 111">
              <a:extLst>
                <a:ext uri="{FF2B5EF4-FFF2-40B4-BE49-F238E27FC236}">
                  <a16:creationId xmlns:a16="http://schemas.microsoft.com/office/drawing/2014/main" xmlns="" id="{B44F4B51-7681-9C40-9F0A-A4B64526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685800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500" kern="0" dirty="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809" name="Oval 112">
              <a:extLst>
                <a:ext uri="{FF2B5EF4-FFF2-40B4-BE49-F238E27FC236}">
                  <a16:creationId xmlns:a16="http://schemas.microsoft.com/office/drawing/2014/main" xmlns="" id="{5582586B-92B3-3A4A-8CAC-510211950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  <p:sp>
          <p:nvSpPr>
            <p:cNvPr id="810" name="Rectangle 113">
              <a:extLst>
                <a:ext uri="{FF2B5EF4-FFF2-40B4-BE49-F238E27FC236}">
                  <a16:creationId xmlns:a16="http://schemas.microsoft.com/office/drawing/2014/main" xmlns="" id="{5238CEC3-5101-4E45-98C3-C884DC62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altLang="en-US" sz="1800" kern="0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826" name="Group 114">
            <a:extLst>
              <a:ext uri="{FF2B5EF4-FFF2-40B4-BE49-F238E27FC236}">
                <a16:creationId xmlns:a16="http://schemas.microsoft.com/office/drawing/2014/main" xmlns="" id="{CE9E5FE1-98E9-5B4B-A4A4-DFCEF9DD2F2A}"/>
              </a:ext>
            </a:extLst>
          </p:cNvPr>
          <p:cNvGrpSpPr>
            <a:grpSpLocks/>
          </p:cNvGrpSpPr>
          <p:nvPr/>
        </p:nvGrpSpPr>
        <p:grpSpPr bwMode="auto">
          <a:xfrm>
            <a:off x="1776412" y="4327324"/>
            <a:ext cx="694135" cy="596504"/>
            <a:chOff x="-44" y="1473"/>
            <a:chExt cx="981" cy="1105"/>
          </a:xfrm>
        </p:grpSpPr>
        <p:pic>
          <p:nvPicPr>
            <p:cNvPr id="828" name="Picture 115" descr="desktop_computer_stylized_medium">
              <a:extLst>
                <a:ext uri="{FF2B5EF4-FFF2-40B4-BE49-F238E27FC236}">
                  <a16:creationId xmlns:a16="http://schemas.microsoft.com/office/drawing/2014/main" xmlns="" id="{EA6E5654-65B1-E143-93FC-22FF8A007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9" name="Freeform 116">
              <a:extLst>
                <a:ext uri="{FF2B5EF4-FFF2-40B4-BE49-F238E27FC236}">
                  <a16:creationId xmlns:a16="http://schemas.microsoft.com/office/drawing/2014/main" xmlns="" id="{2A3D29B4-8BC4-A546-9C7A-F25B946004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1" name="Group 117">
            <a:extLst>
              <a:ext uri="{FF2B5EF4-FFF2-40B4-BE49-F238E27FC236}">
                <a16:creationId xmlns:a16="http://schemas.microsoft.com/office/drawing/2014/main" xmlns="" id="{9E284045-6147-7B47-BC5C-5CC7FF81FE0A}"/>
              </a:ext>
            </a:extLst>
          </p:cNvPr>
          <p:cNvGrpSpPr>
            <a:grpSpLocks/>
          </p:cNvGrpSpPr>
          <p:nvPr/>
        </p:nvGrpSpPr>
        <p:grpSpPr bwMode="auto">
          <a:xfrm>
            <a:off x="4192190" y="2962868"/>
            <a:ext cx="694134" cy="596504"/>
            <a:chOff x="-44" y="1473"/>
            <a:chExt cx="981" cy="1105"/>
          </a:xfrm>
        </p:grpSpPr>
        <p:pic>
          <p:nvPicPr>
            <p:cNvPr id="832" name="Picture 118" descr="desktop_computer_stylized_medium">
              <a:extLst>
                <a:ext uri="{FF2B5EF4-FFF2-40B4-BE49-F238E27FC236}">
                  <a16:creationId xmlns:a16="http://schemas.microsoft.com/office/drawing/2014/main" xmlns="" id="{ED57643D-213A-0D48-ACB2-47375B1F69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3" name="Freeform 119">
              <a:extLst>
                <a:ext uri="{FF2B5EF4-FFF2-40B4-BE49-F238E27FC236}">
                  <a16:creationId xmlns:a16="http://schemas.microsoft.com/office/drawing/2014/main" xmlns="" id="{C945A6F0-C64A-034A-808B-026CA37D3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4" name="Group 120">
            <a:extLst>
              <a:ext uri="{FF2B5EF4-FFF2-40B4-BE49-F238E27FC236}">
                <a16:creationId xmlns:a16="http://schemas.microsoft.com/office/drawing/2014/main" xmlns="" id="{DC1F1924-84C9-2D4F-BED7-1D7A99AAAF5D}"/>
              </a:ext>
            </a:extLst>
          </p:cNvPr>
          <p:cNvGrpSpPr>
            <a:grpSpLocks/>
          </p:cNvGrpSpPr>
          <p:nvPr/>
        </p:nvGrpSpPr>
        <p:grpSpPr bwMode="auto">
          <a:xfrm>
            <a:off x="4975622" y="3068835"/>
            <a:ext cx="694134" cy="596503"/>
            <a:chOff x="-44" y="1473"/>
            <a:chExt cx="981" cy="1105"/>
          </a:xfrm>
        </p:grpSpPr>
        <p:pic>
          <p:nvPicPr>
            <p:cNvPr id="835" name="Picture 121" descr="desktop_computer_stylized_medium">
              <a:extLst>
                <a:ext uri="{FF2B5EF4-FFF2-40B4-BE49-F238E27FC236}">
                  <a16:creationId xmlns:a16="http://schemas.microsoft.com/office/drawing/2014/main" xmlns="" id="{5CB3D6E4-1267-BA47-946E-11A72D2BB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6" name="Freeform 122">
              <a:extLst>
                <a:ext uri="{FF2B5EF4-FFF2-40B4-BE49-F238E27FC236}">
                  <a16:creationId xmlns:a16="http://schemas.microsoft.com/office/drawing/2014/main" xmlns="" id="{0260D56A-2D23-4B40-82DB-9E620FF6E88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7" name="Group 123">
            <a:extLst>
              <a:ext uri="{FF2B5EF4-FFF2-40B4-BE49-F238E27FC236}">
                <a16:creationId xmlns:a16="http://schemas.microsoft.com/office/drawing/2014/main" xmlns="" id="{7F9A075B-9EA6-8048-A759-51935B47F74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828234" y="4154685"/>
            <a:ext cx="694134" cy="596503"/>
            <a:chOff x="-44" y="1473"/>
            <a:chExt cx="981" cy="1105"/>
          </a:xfrm>
        </p:grpSpPr>
        <p:pic>
          <p:nvPicPr>
            <p:cNvPr id="838" name="Picture 124" descr="desktop_computer_stylized_medium">
              <a:extLst>
                <a:ext uri="{FF2B5EF4-FFF2-40B4-BE49-F238E27FC236}">
                  <a16:creationId xmlns:a16="http://schemas.microsoft.com/office/drawing/2014/main" xmlns="" id="{BECC09C1-57D5-7847-8F83-B0BFE5CF6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9" name="Freeform 125">
              <a:extLst>
                <a:ext uri="{FF2B5EF4-FFF2-40B4-BE49-F238E27FC236}">
                  <a16:creationId xmlns:a16="http://schemas.microsoft.com/office/drawing/2014/main" xmlns="" id="{7D172349-8EB7-C043-850F-2ACA8BB1C8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6478583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5C89035B-463A-1E40-A130-AE9AA3E3766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File distribution time: client-server</a:t>
            </a:r>
            <a:endParaRPr lang="en-US" sz="3300" dirty="0"/>
          </a:p>
        </p:txBody>
      </p:sp>
      <p:sp>
        <p:nvSpPr>
          <p:cNvPr id="80" name="Rectangle 47">
            <a:extLst>
              <a:ext uri="{FF2B5EF4-FFF2-40B4-BE49-F238E27FC236}">
                <a16:creationId xmlns:a16="http://schemas.microsoft.com/office/drawing/2014/main" xmlns="" id="{B88328AA-6216-394D-8D58-0ECC1E0888AE}"/>
              </a:ext>
            </a:extLst>
          </p:cNvPr>
          <p:cNvSpPr txBox="1">
            <a:spLocks noChangeArrowheads="1"/>
          </p:cNvSpPr>
          <p:nvPr/>
        </p:nvSpPr>
        <p:spPr>
          <a:xfrm>
            <a:off x="408843" y="1839347"/>
            <a:ext cx="4573766" cy="1510903"/>
          </a:xfrm>
          <a:prstGeom prst="rect">
            <a:avLst/>
          </a:prstGeom>
        </p:spPr>
        <p:txBody>
          <a:bodyPr vert="horz" lIns="68580" tIns="34290" rIns="68580" bIns="3429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sz="21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transmission: </a:t>
            </a:r>
            <a:r>
              <a:rPr lang="en-US" altLang="en-US" sz="2100" dirty="0">
                <a:ea typeface="ＭＳ Ｐゴシック" panose="020B0600070205080204" pitchFamily="34" charset="-128"/>
              </a:rPr>
              <a:t>must</a:t>
            </a:r>
            <a:r>
              <a:rPr lang="en-US" altLang="en-US" sz="21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100" dirty="0">
                <a:ea typeface="ＭＳ Ｐゴシック" panose="020B0600070205080204" pitchFamily="34" charset="-128"/>
              </a:rPr>
              <a:t>sequentially send (upload) </a:t>
            </a:r>
            <a:r>
              <a:rPr lang="en-US" altLang="en-US" sz="2100" i="1" dirty="0">
                <a:ea typeface="ＭＳ Ｐゴシック" panose="020B0600070205080204" pitchFamily="34" charset="-128"/>
              </a:rPr>
              <a:t>N </a:t>
            </a:r>
            <a:r>
              <a:rPr lang="en-US" altLang="en-US" sz="2100" dirty="0">
                <a:ea typeface="ＭＳ Ｐゴシック" panose="020B0600070205080204" pitchFamily="34" charset="-128"/>
              </a:rPr>
              <a:t>file</a:t>
            </a:r>
            <a:r>
              <a:rPr lang="en-US" altLang="en-US" sz="2100" i="1" dirty="0">
                <a:ea typeface="ＭＳ Ｐゴシック" panose="020B0600070205080204" pitchFamily="34" charset="-128"/>
              </a:rPr>
              <a:t> </a:t>
            </a:r>
            <a:r>
              <a:rPr lang="en-US" altLang="en-US" sz="2100" dirty="0">
                <a:ea typeface="ＭＳ Ｐゴシック" panose="020B0600070205080204" pitchFamily="34" charset="-128"/>
              </a:rPr>
              <a:t>copies:</a:t>
            </a:r>
          </a:p>
          <a:p>
            <a:pPr lvl="1">
              <a:lnSpc>
                <a:spcPct val="100000"/>
              </a:lnSpc>
            </a:pPr>
            <a:r>
              <a:rPr lang="en-US" altLang="en-US" sz="1800" dirty="0">
                <a:ea typeface="ＭＳ Ｐゴシック" panose="020B0600070205080204" pitchFamily="34" charset="-128"/>
              </a:rPr>
              <a:t>time to send one copy: </a:t>
            </a:r>
            <a:r>
              <a:rPr lang="en-US" altLang="en-US" sz="1800" i="1" dirty="0">
                <a:ea typeface="ＭＳ Ｐゴシック" panose="020B0600070205080204" pitchFamily="34" charset="-128"/>
              </a:rPr>
              <a:t>F/u</a:t>
            </a:r>
            <a:r>
              <a:rPr lang="en-US" altLang="en-US" sz="1800" i="1" baseline="-25000" dirty="0">
                <a:ea typeface="ＭＳ Ｐゴシック" panose="020B0600070205080204" pitchFamily="34" charset="-128"/>
              </a:rPr>
              <a:t>s </a:t>
            </a:r>
            <a:endParaRPr lang="en-US" altLang="en-US" sz="1800" dirty="0">
              <a:ea typeface="ＭＳ Ｐゴシック" panose="020B0600070205080204" pitchFamily="34" charset="-128"/>
            </a:endParaRPr>
          </a:p>
          <a:p>
            <a:pPr lvl="1">
              <a:lnSpc>
                <a:spcPct val="100000"/>
              </a:lnSpc>
            </a:pPr>
            <a:r>
              <a:rPr lang="en-US" altLang="en-US" sz="1800" dirty="0">
                <a:ea typeface="ＭＳ Ｐゴシック" panose="020B0600070205080204" pitchFamily="34" charset="-128"/>
              </a:rPr>
              <a:t>time to send </a:t>
            </a:r>
            <a:r>
              <a:rPr lang="en-US" altLang="en-US" sz="1800" i="1" dirty="0">
                <a:ea typeface="ＭＳ Ｐゴシック" panose="020B0600070205080204" pitchFamily="34" charset="-128"/>
              </a:rPr>
              <a:t>N</a:t>
            </a:r>
            <a:r>
              <a:rPr lang="en-US" altLang="en-US" sz="1800" dirty="0">
                <a:ea typeface="ＭＳ Ｐゴシック" panose="020B0600070205080204" pitchFamily="34" charset="-128"/>
              </a:rPr>
              <a:t> copies: </a:t>
            </a:r>
            <a:r>
              <a:rPr lang="en-US" altLang="en-US" sz="1800" i="1" dirty="0">
                <a:ea typeface="ＭＳ Ｐゴシック" panose="020B0600070205080204" pitchFamily="34" charset="-128"/>
              </a:rPr>
              <a:t>NF/u</a:t>
            </a:r>
            <a:r>
              <a:rPr lang="en-US" altLang="en-US" sz="1800" i="1" baseline="-25000" dirty="0">
                <a:ea typeface="ＭＳ Ｐゴシック" panose="020B0600070205080204" pitchFamily="34" charset="-128"/>
              </a:rPr>
              <a:t>s</a:t>
            </a:r>
            <a:endParaRPr lang="en-US" altLang="en-US" sz="1800" dirty="0">
              <a:ea typeface="ＭＳ Ｐゴシック" panose="020B0600070205080204" pitchFamily="34" charset="-128"/>
            </a:endParaRPr>
          </a:p>
        </p:txBody>
      </p:sp>
      <p:sp>
        <p:nvSpPr>
          <p:cNvPr id="81" name="Rectangle 47">
            <a:extLst>
              <a:ext uri="{FF2B5EF4-FFF2-40B4-BE49-F238E27FC236}">
                <a16:creationId xmlns:a16="http://schemas.microsoft.com/office/drawing/2014/main" xmlns="" id="{646323ED-CAE9-B942-8F14-B61CB770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424" y="3272136"/>
            <a:ext cx="4330302" cy="1510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i="1" dirty="0">
                <a:solidFill>
                  <a:srgbClr val="CC0000"/>
                </a:solidFill>
                <a:latin typeface="+mn-lt"/>
              </a:rPr>
              <a:t>client: </a:t>
            </a:r>
            <a:r>
              <a:rPr lang="en-US" altLang="en-US" sz="2100" dirty="0">
                <a:latin typeface="+mn-lt"/>
              </a:rPr>
              <a:t>each client must download file copy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1800" i="1" dirty="0">
                <a:latin typeface="+mn-lt"/>
              </a:rPr>
              <a:t>d</a:t>
            </a:r>
            <a:r>
              <a:rPr lang="en-US" altLang="en-US" sz="1800" i="1" baseline="-25000" dirty="0">
                <a:latin typeface="+mn-lt"/>
              </a:rPr>
              <a:t>mi</a:t>
            </a:r>
            <a:r>
              <a:rPr lang="en-US" altLang="en-US" sz="1800" baseline="-25000" dirty="0">
                <a:latin typeface="+mn-lt"/>
              </a:rPr>
              <a:t>n</a:t>
            </a:r>
            <a:r>
              <a:rPr lang="en-US" altLang="en-US" sz="1800" dirty="0">
                <a:latin typeface="+mn-lt"/>
              </a:rPr>
              <a:t> = min client download rate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1800" dirty="0">
                <a:latin typeface="+mn-lt"/>
              </a:rPr>
              <a:t>min client download time: </a:t>
            </a:r>
            <a:r>
              <a:rPr lang="en-US" altLang="en-US" sz="1800" i="1" dirty="0">
                <a:latin typeface="+mn-lt"/>
              </a:rPr>
              <a:t>F/d</a:t>
            </a:r>
            <a:r>
              <a:rPr lang="en-US" altLang="en-US" sz="1800" i="1" baseline="-25000" dirty="0">
                <a:latin typeface="+mn-lt"/>
              </a:rPr>
              <a:t>min</a:t>
            </a:r>
            <a:r>
              <a:rPr lang="en-US" altLang="en-US" sz="1800" i="1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1800" i="1" dirty="0">
              <a:latin typeface="+mn-lt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xmlns="" id="{D193E6F0-6AB2-EC43-BC1A-D75808C2FB26}"/>
              </a:ext>
            </a:extLst>
          </p:cNvPr>
          <p:cNvGrpSpPr/>
          <p:nvPr/>
        </p:nvGrpSpPr>
        <p:grpSpPr>
          <a:xfrm>
            <a:off x="5097200" y="2153077"/>
            <a:ext cx="3388519" cy="1527572"/>
            <a:chOff x="4471988" y="1284288"/>
            <a:chExt cx="4518025" cy="2036762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xmlns="" id="{64409998-6B21-6843-AEE3-D4B2D80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2111375"/>
              <a:ext cx="2136775" cy="1209675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2"/>
                <a:gd name="T37" fmla="*/ 0 h 1255"/>
                <a:gd name="T38" fmla="*/ 1292 w 1292"/>
                <a:gd name="T39" fmla="*/ 1255 h 12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1500" dirty="0"/>
            </a:p>
          </p:txBody>
        </p:sp>
        <p:sp>
          <p:nvSpPr>
            <p:cNvPr id="85" name="Line 14">
              <a:extLst>
                <a:ext uri="{FF2B5EF4-FFF2-40B4-BE49-F238E27FC236}">
                  <a16:creationId xmlns:a16="http://schemas.microsoft.com/office/drawing/2014/main" xmlns="" id="{05D67BD2-8DEF-EC43-87F6-22A4D3E1D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8763" y="2085975"/>
              <a:ext cx="455612" cy="214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86" name="Text Box 15">
              <a:extLst>
                <a:ext uri="{FF2B5EF4-FFF2-40B4-BE49-F238E27FC236}">
                  <a16:creationId xmlns:a16="http://schemas.microsoft.com/office/drawing/2014/main" xmlns="" id="{B5B6E9F6-DA21-FF49-8DD4-F3C6E1FE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4163" y="1763713"/>
              <a:ext cx="425757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350" i="1" dirty="0">
                  <a:latin typeface="+mn-lt"/>
                </a:rPr>
                <a:t>u</a:t>
              </a:r>
              <a:r>
                <a:rPr lang="en-US" altLang="en-US" sz="1350" i="1" baseline="-25000" dirty="0">
                  <a:latin typeface="+mn-lt"/>
                </a:rPr>
                <a:t>s</a:t>
              </a:r>
            </a:p>
          </p:txBody>
        </p:sp>
        <p:sp>
          <p:nvSpPr>
            <p:cNvPr id="87" name="Line 39">
              <a:extLst>
                <a:ext uri="{FF2B5EF4-FFF2-40B4-BE49-F238E27FC236}">
                  <a16:creationId xmlns:a16="http://schemas.microsoft.com/office/drawing/2014/main" xmlns="" id="{31CED78D-7737-214B-BCE4-DCAB761FE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2713038"/>
              <a:ext cx="5746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88" name="Line 40">
              <a:extLst>
                <a:ext uri="{FF2B5EF4-FFF2-40B4-BE49-F238E27FC236}">
                  <a16:creationId xmlns:a16="http://schemas.microsoft.com/office/drawing/2014/main" xmlns="" id="{FD1ACD18-F196-1746-9009-0670E710D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19688" y="2814638"/>
              <a:ext cx="5667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89" name="Text Box 44">
              <a:extLst>
                <a:ext uri="{FF2B5EF4-FFF2-40B4-BE49-F238E27FC236}">
                  <a16:creationId xmlns:a16="http://schemas.microsoft.com/office/drawing/2014/main" xmlns="" id="{4F15E7E5-19D5-AE49-B8AC-295EC616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2672" y="2460625"/>
              <a:ext cx="1116631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500" dirty="0">
                  <a:solidFill>
                    <a:schemeClr val="bg1"/>
                  </a:solidFill>
                  <a:latin typeface="+mn-lt"/>
                </a:rPr>
                <a:t>network</a:t>
              </a:r>
              <a:endParaRPr lang="en-US" altLang="en-US" sz="1350" dirty="0">
                <a:solidFill>
                  <a:schemeClr val="bg1"/>
                </a:solidFill>
                <a:latin typeface="+mn-lt"/>
              </a:endParaRPr>
            </a:p>
          </p:txBody>
        </p:sp>
        <p:sp>
          <p:nvSpPr>
            <p:cNvPr id="90" name="AutoShape 327">
              <a:extLst>
                <a:ext uri="{FF2B5EF4-FFF2-40B4-BE49-F238E27FC236}">
                  <a16:creationId xmlns:a16="http://schemas.microsoft.com/office/drawing/2014/main" xmlns="" id="{F1CA6701-3613-AE49-BD0C-998D6498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275" y="1562100"/>
              <a:ext cx="334963" cy="401638"/>
            </a:xfrm>
            <a:prstGeom prst="can">
              <a:avLst>
                <a:gd name="adj" fmla="val 24242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675" dirty="0"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91" name="Line 22">
              <a:extLst>
                <a:ext uri="{FF2B5EF4-FFF2-40B4-BE49-F238E27FC236}">
                  <a16:creationId xmlns:a16="http://schemas.microsoft.com/office/drawing/2014/main" xmlns="" id="{7769C7C9-ADC5-B848-B48C-F422C7EBE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19275"/>
              <a:ext cx="180975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2" name="Line 23">
              <a:extLst>
                <a:ext uri="{FF2B5EF4-FFF2-40B4-BE49-F238E27FC236}">
                  <a16:creationId xmlns:a16="http://schemas.microsoft.com/office/drawing/2014/main" xmlns="" id="{E579FF7F-DE73-E14A-8EE9-65BCC9E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8663" y="1825625"/>
              <a:ext cx="187325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3" name="Line 22">
              <a:extLst>
                <a:ext uri="{FF2B5EF4-FFF2-40B4-BE49-F238E27FC236}">
                  <a16:creationId xmlns:a16="http://schemas.microsoft.com/office/drawing/2014/main" xmlns="" id="{6407598A-1198-B046-ACD6-89FFBAE9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675" y="1736725"/>
              <a:ext cx="179388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4" name="Line 23">
              <a:extLst>
                <a:ext uri="{FF2B5EF4-FFF2-40B4-BE49-F238E27FC236}">
                  <a16:creationId xmlns:a16="http://schemas.microsoft.com/office/drawing/2014/main" xmlns="" id="{AA613AE8-B26B-304E-9B36-0E639788D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92875" y="1743075"/>
              <a:ext cx="185738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5" name="Line 138">
              <a:extLst>
                <a:ext uri="{FF2B5EF4-FFF2-40B4-BE49-F238E27FC236}">
                  <a16:creationId xmlns:a16="http://schemas.microsoft.com/office/drawing/2014/main" xmlns="" id="{6F964BD8-116B-D445-82F9-8C9897E3E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3188" y="2579688"/>
              <a:ext cx="6588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6" name="Line 139">
              <a:extLst>
                <a:ext uri="{FF2B5EF4-FFF2-40B4-BE49-F238E27FC236}">
                  <a16:creationId xmlns:a16="http://schemas.microsoft.com/office/drawing/2014/main" xmlns="" id="{A562798A-3EC4-1E41-99DB-FA81FB64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6363" y="2682875"/>
              <a:ext cx="6604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7" name="Text Box 41">
              <a:extLst>
                <a:ext uri="{FF2B5EF4-FFF2-40B4-BE49-F238E27FC236}">
                  <a16:creationId xmlns:a16="http://schemas.microsoft.com/office/drawing/2014/main" xmlns="" id="{FEE3AD0E-92A3-9E48-8C36-9A0805BC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674" y="2146300"/>
              <a:ext cx="450851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350" i="1" dirty="0">
                  <a:latin typeface="+mn-lt"/>
                </a:rPr>
                <a:t>d</a:t>
              </a:r>
              <a:r>
                <a:rPr lang="en-US" altLang="en-US" sz="1350" i="1" baseline="-25000" dirty="0">
                  <a:latin typeface="+mn-lt"/>
                </a:rPr>
                <a:t>i</a:t>
              </a:r>
            </a:p>
          </p:txBody>
        </p:sp>
        <p:sp>
          <p:nvSpPr>
            <p:cNvPr id="98" name="Text Box 41">
              <a:extLst>
                <a:ext uri="{FF2B5EF4-FFF2-40B4-BE49-F238E27FC236}">
                  <a16:creationId xmlns:a16="http://schemas.microsoft.com/office/drawing/2014/main" xmlns="" id="{0D2E1DAB-DBC4-2B41-8914-2E86878AE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9550" y="2663825"/>
              <a:ext cx="506413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350" i="1" dirty="0">
                  <a:latin typeface="+mn-lt"/>
                </a:rPr>
                <a:t>u</a:t>
              </a:r>
              <a:r>
                <a:rPr lang="en-US" altLang="en-US" sz="1350" i="1" baseline="-25000" dirty="0">
                  <a:latin typeface="+mn-lt"/>
                </a:rPr>
                <a:t>i</a:t>
              </a:r>
            </a:p>
          </p:txBody>
        </p:sp>
        <p:sp>
          <p:nvSpPr>
            <p:cNvPr id="99" name="Text Box 47">
              <a:extLst>
                <a:ext uri="{FF2B5EF4-FFF2-40B4-BE49-F238E27FC236}">
                  <a16:creationId xmlns:a16="http://schemas.microsoft.com/office/drawing/2014/main" xmlns="" id="{A5050569-3116-8F4C-B19A-31999F9F2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975" y="1616075"/>
              <a:ext cx="7905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 dirty="0">
                  <a:latin typeface="+mn-lt"/>
                </a:rPr>
                <a:t>F</a:t>
              </a:r>
              <a:endParaRPr lang="en-US" altLang="en-US" sz="1200" i="1" baseline="-25000" dirty="0">
                <a:latin typeface="+mn-lt"/>
              </a:endParaRPr>
            </a:p>
          </p:txBody>
        </p:sp>
        <p:grpSp>
          <p:nvGrpSpPr>
            <p:cNvPr id="100" name="Group 143">
              <a:extLst>
                <a:ext uri="{FF2B5EF4-FFF2-40B4-BE49-F238E27FC236}">
                  <a16:creationId xmlns:a16="http://schemas.microsoft.com/office/drawing/2014/main" xmlns="" id="{479599EE-E0AC-5747-8F3A-66F7F72E86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4925" y="1690688"/>
              <a:ext cx="292100" cy="517525"/>
              <a:chOff x="4140" y="429"/>
              <a:chExt cx="1425" cy="2396"/>
            </a:xfrm>
          </p:grpSpPr>
          <p:sp>
            <p:nvSpPr>
              <p:cNvPr id="113" name="Freeform 144">
                <a:extLst>
                  <a:ext uri="{FF2B5EF4-FFF2-40B4-BE49-F238E27FC236}">
                    <a16:creationId xmlns:a16="http://schemas.microsoft.com/office/drawing/2014/main" xmlns="" id="{6A822DAE-E587-7E49-A7EE-6F64DAB03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14" name="Rectangle 145">
                <a:extLst>
                  <a:ext uri="{FF2B5EF4-FFF2-40B4-BE49-F238E27FC236}">
                    <a16:creationId xmlns:a16="http://schemas.microsoft.com/office/drawing/2014/main" xmlns="" id="{5A81F0A7-6B44-1748-BC35-BE178F0E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15" name="Freeform 146">
                <a:extLst>
                  <a:ext uri="{FF2B5EF4-FFF2-40B4-BE49-F238E27FC236}">
                    <a16:creationId xmlns:a16="http://schemas.microsoft.com/office/drawing/2014/main" xmlns="" id="{918EEC88-C8A9-2846-970B-50B7E98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16" name="Freeform 147">
                <a:extLst>
                  <a:ext uri="{FF2B5EF4-FFF2-40B4-BE49-F238E27FC236}">
                    <a16:creationId xmlns:a16="http://schemas.microsoft.com/office/drawing/2014/main" xmlns="" id="{AFDAC2FD-EE20-3E45-9DA1-1D9100AA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17" name="Rectangle 148">
                <a:extLst>
                  <a:ext uri="{FF2B5EF4-FFF2-40B4-BE49-F238E27FC236}">
                    <a16:creationId xmlns:a16="http://schemas.microsoft.com/office/drawing/2014/main" xmlns="" id="{E97CC808-FCA7-0341-9D5A-7F9EC085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grpSp>
            <p:nvGrpSpPr>
              <p:cNvPr id="118" name="Group 149">
                <a:extLst>
                  <a:ext uri="{FF2B5EF4-FFF2-40B4-BE49-F238E27FC236}">
                    <a16:creationId xmlns:a16="http://schemas.microsoft.com/office/drawing/2014/main" xmlns="" id="{FC0B1F07-1C50-E64F-B63B-8D1C420C1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3" name="AutoShape 150">
                  <a:extLst>
                    <a:ext uri="{FF2B5EF4-FFF2-40B4-BE49-F238E27FC236}">
                      <a16:creationId xmlns:a16="http://schemas.microsoft.com/office/drawing/2014/main" xmlns="" id="{5F68B800-F174-0B4B-9F2F-A2B1F0AC8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  <p:sp>
              <p:nvSpPr>
                <p:cNvPr id="144" name="AutoShape 151">
                  <a:extLst>
                    <a:ext uri="{FF2B5EF4-FFF2-40B4-BE49-F238E27FC236}">
                      <a16:creationId xmlns:a16="http://schemas.microsoft.com/office/drawing/2014/main" xmlns="" id="{66170CD7-30F0-104F-9FDE-D6C6D3ADF1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</p:grpSp>
          <p:sp>
            <p:nvSpPr>
              <p:cNvPr id="119" name="Rectangle 152">
                <a:extLst>
                  <a:ext uri="{FF2B5EF4-FFF2-40B4-BE49-F238E27FC236}">
                    <a16:creationId xmlns:a16="http://schemas.microsoft.com/office/drawing/2014/main" xmlns="" id="{D5D7F168-5271-A741-AF1D-3A72BD2B5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grpSp>
            <p:nvGrpSpPr>
              <p:cNvPr id="120" name="Group 153">
                <a:extLst>
                  <a:ext uri="{FF2B5EF4-FFF2-40B4-BE49-F238E27FC236}">
                    <a16:creationId xmlns:a16="http://schemas.microsoft.com/office/drawing/2014/main" xmlns="" id="{9BE27AD1-B49A-CD43-AEEF-1EB19E35FB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1" name="AutoShape 154">
                  <a:extLst>
                    <a:ext uri="{FF2B5EF4-FFF2-40B4-BE49-F238E27FC236}">
                      <a16:creationId xmlns:a16="http://schemas.microsoft.com/office/drawing/2014/main" xmlns="" id="{772812CA-D08B-5644-9C8E-95F457081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  <p:sp>
              <p:nvSpPr>
                <p:cNvPr id="142" name="AutoShape 155">
                  <a:extLst>
                    <a:ext uri="{FF2B5EF4-FFF2-40B4-BE49-F238E27FC236}">
                      <a16:creationId xmlns:a16="http://schemas.microsoft.com/office/drawing/2014/main" xmlns="" id="{3D32E2F5-24C6-A54D-954E-F3C1A4849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</p:grpSp>
          <p:sp>
            <p:nvSpPr>
              <p:cNvPr id="121" name="Rectangle 156">
                <a:extLst>
                  <a:ext uri="{FF2B5EF4-FFF2-40B4-BE49-F238E27FC236}">
                    <a16:creationId xmlns:a16="http://schemas.microsoft.com/office/drawing/2014/main" xmlns="" id="{59BDA1ED-A7F9-324D-9FF2-5D9F73B3B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22" name="Rectangle 157">
                <a:extLst>
                  <a:ext uri="{FF2B5EF4-FFF2-40B4-BE49-F238E27FC236}">
                    <a16:creationId xmlns:a16="http://schemas.microsoft.com/office/drawing/2014/main" xmlns="" id="{C0BFAB3F-AC35-F648-8105-682E59AD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grpSp>
            <p:nvGrpSpPr>
              <p:cNvPr id="123" name="Group 158">
                <a:extLst>
                  <a:ext uri="{FF2B5EF4-FFF2-40B4-BE49-F238E27FC236}">
                    <a16:creationId xmlns:a16="http://schemas.microsoft.com/office/drawing/2014/main" xmlns="" id="{8FF69078-E28B-AD46-85BF-C0BBF789E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9" name="AutoShape 159">
                  <a:extLst>
                    <a:ext uri="{FF2B5EF4-FFF2-40B4-BE49-F238E27FC236}">
                      <a16:creationId xmlns:a16="http://schemas.microsoft.com/office/drawing/2014/main" xmlns="" id="{9B0DD67E-9E17-0249-BE4A-653C3A8D2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  <p:sp>
              <p:nvSpPr>
                <p:cNvPr id="140" name="AutoShape 160">
                  <a:extLst>
                    <a:ext uri="{FF2B5EF4-FFF2-40B4-BE49-F238E27FC236}">
                      <a16:creationId xmlns:a16="http://schemas.microsoft.com/office/drawing/2014/main" xmlns="" id="{5D2A256B-AF19-C745-A1FF-3A72EC870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</p:grpSp>
          <p:sp>
            <p:nvSpPr>
              <p:cNvPr id="124" name="Freeform 161">
                <a:extLst>
                  <a:ext uri="{FF2B5EF4-FFF2-40B4-BE49-F238E27FC236}">
                    <a16:creationId xmlns:a16="http://schemas.microsoft.com/office/drawing/2014/main" xmlns="" id="{A83F5805-F3B3-3346-A9B8-FDEF2D10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grpSp>
            <p:nvGrpSpPr>
              <p:cNvPr id="125" name="Group 162">
                <a:extLst>
                  <a:ext uri="{FF2B5EF4-FFF2-40B4-BE49-F238E27FC236}">
                    <a16:creationId xmlns:a16="http://schemas.microsoft.com/office/drawing/2014/main" xmlns="" id="{A2204E45-948E-A34A-A108-2294B7FAFA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" name="AutoShape 163">
                  <a:extLst>
                    <a:ext uri="{FF2B5EF4-FFF2-40B4-BE49-F238E27FC236}">
                      <a16:creationId xmlns:a16="http://schemas.microsoft.com/office/drawing/2014/main" xmlns="" id="{3CCECF35-2FC0-5E40-B1DA-1DB0D6F7B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  <p:sp>
              <p:nvSpPr>
                <p:cNvPr id="138" name="AutoShape 164">
                  <a:extLst>
                    <a:ext uri="{FF2B5EF4-FFF2-40B4-BE49-F238E27FC236}">
                      <a16:creationId xmlns:a16="http://schemas.microsoft.com/office/drawing/2014/main" xmlns="" id="{8B74FE84-F46F-BD45-B59C-4B4E221C60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</p:grpSp>
          <p:sp>
            <p:nvSpPr>
              <p:cNvPr id="126" name="Rectangle 165">
                <a:extLst>
                  <a:ext uri="{FF2B5EF4-FFF2-40B4-BE49-F238E27FC236}">
                    <a16:creationId xmlns:a16="http://schemas.microsoft.com/office/drawing/2014/main" xmlns="" id="{EFB8CB6A-6447-D24D-BD88-7D176E41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27" name="Freeform 166">
                <a:extLst>
                  <a:ext uri="{FF2B5EF4-FFF2-40B4-BE49-F238E27FC236}">
                    <a16:creationId xmlns:a16="http://schemas.microsoft.com/office/drawing/2014/main" xmlns="" id="{7DA25C04-818C-944B-AA5E-5C80E73C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28" name="Freeform 167">
                <a:extLst>
                  <a:ext uri="{FF2B5EF4-FFF2-40B4-BE49-F238E27FC236}">
                    <a16:creationId xmlns:a16="http://schemas.microsoft.com/office/drawing/2014/main" xmlns="" id="{047480B1-08CE-354D-B27C-4B6428A5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29" name="Oval 168">
                <a:extLst>
                  <a:ext uri="{FF2B5EF4-FFF2-40B4-BE49-F238E27FC236}">
                    <a16:creationId xmlns:a16="http://schemas.microsoft.com/office/drawing/2014/main" xmlns="" id="{809BB7F4-67B7-B54C-A450-898CD1825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0" name="Freeform 169">
                <a:extLst>
                  <a:ext uri="{FF2B5EF4-FFF2-40B4-BE49-F238E27FC236}">
                    <a16:creationId xmlns:a16="http://schemas.microsoft.com/office/drawing/2014/main" xmlns="" id="{DA683EDC-F6BF-7C4C-8A71-32D3320C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31" name="AutoShape 170">
                <a:extLst>
                  <a:ext uri="{FF2B5EF4-FFF2-40B4-BE49-F238E27FC236}">
                    <a16:creationId xmlns:a16="http://schemas.microsoft.com/office/drawing/2014/main" xmlns="" id="{96EA98F8-F846-2A44-824F-71FAA477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2" name="AutoShape 171">
                <a:extLst>
                  <a:ext uri="{FF2B5EF4-FFF2-40B4-BE49-F238E27FC236}">
                    <a16:creationId xmlns:a16="http://schemas.microsoft.com/office/drawing/2014/main" xmlns="" id="{23E7F763-52E6-DF40-9EB6-F8624D7B1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3" name="Oval 172">
                <a:extLst>
                  <a:ext uri="{FF2B5EF4-FFF2-40B4-BE49-F238E27FC236}">
                    <a16:creationId xmlns:a16="http://schemas.microsoft.com/office/drawing/2014/main" xmlns="" id="{99202063-5BB9-474C-B3CE-B9C1D5A1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4" name="Oval 173">
                <a:extLst>
                  <a:ext uri="{FF2B5EF4-FFF2-40B4-BE49-F238E27FC236}">
                    <a16:creationId xmlns:a16="http://schemas.microsoft.com/office/drawing/2014/main" xmlns="" id="{B09AE0A9-5898-4647-9779-E5BDE41A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500" dirty="0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135" name="Oval 174">
                <a:extLst>
                  <a:ext uri="{FF2B5EF4-FFF2-40B4-BE49-F238E27FC236}">
                    <a16:creationId xmlns:a16="http://schemas.microsoft.com/office/drawing/2014/main" xmlns="" id="{8844CEFC-6420-264F-A5ED-01CEFDBE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6" name="Rectangle 175">
                <a:extLst>
                  <a:ext uri="{FF2B5EF4-FFF2-40B4-BE49-F238E27FC236}">
                    <a16:creationId xmlns:a16="http://schemas.microsoft.com/office/drawing/2014/main" xmlns="" id="{C4C6A502-6F38-784C-A809-5E5499386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</p:grpSp>
        <p:grpSp>
          <p:nvGrpSpPr>
            <p:cNvPr id="101" name="Group 176">
              <a:extLst>
                <a:ext uri="{FF2B5EF4-FFF2-40B4-BE49-F238E27FC236}">
                  <a16:creationId xmlns:a16="http://schemas.microsoft.com/office/drawing/2014/main" xmlns="" id="{7458836E-953E-904B-914D-ECEC36221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1988" y="2492375"/>
              <a:ext cx="620712" cy="512763"/>
              <a:chOff x="-44" y="1473"/>
              <a:chExt cx="981" cy="1105"/>
            </a:xfrm>
          </p:grpSpPr>
          <p:pic>
            <p:nvPicPr>
              <p:cNvPr id="111" name="Picture 177" descr="desktop_computer_stylized_medium">
                <a:extLst>
                  <a:ext uri="{FF2B5EF4-FFF2-40B4-BE49-F238E27FC236}">
                    <a16:creationId xmlns:a16="http://schemas.microsoft.com/office/drawing/2014/main" xmlns="" id="{176B8344-E22D-204D-807C-E9CE58B1B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178">
                <a:extLst>
                  <a:ext uri="{FF2B5EF4-FFF2-40B4-BE49-F238E27FC236}">
                    <a16:creationId xmlns:a16="http://schemas.microsoft.com/office/drawing/2014/main" xmlns="" id="{1A078022-91F2-3F4E-9EA0-44DFCAF22D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  <p:grpSp>
          <p:nvGrpSpPr>
            <p:cNvPr id="102" name="Group 179">
              <a:extLst>
                <a:ext uri="{FF2B5EF4-FFF2-40B4-BE49-F238E27FC236}">
                  <a16:creationId xmlns:a16="http://schemas.microsoft.com/office/drawing/2014/main" xmlns="" id="{B3CDB5E9-406A-8D48-A50D-C935BF4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788" y="1284288"/>
              <a:ext cx="620712" cy="512762"/>
              <a:chOff x="-44" y="1473"/>
              <a:chExt cx="981" cy="1105"/>
            </a:xfrm>
          </p:grpSpPr>
          <p:pic>
            <p:nvPicPr>
              <p:cNvPr id="109" name="Picture 180" descr="desktop_computer_stylized_medium">
                <a:extLst>
                  <a:ext uri="{FF2B5EF4-FFF2-40B4-BE49-F238E27FC236}">
                    <a16:creationId xmlns:a16="http://schemas.microsoft.com/office/drawing/2014/main" xmlns="" id="{9E1583F0-4FBC-314F-B2AB-B24E5014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181">
                <a:extLst>
                  <a:ext uri="{FF2B5EF4-FFF2-40B4-BE49-F238E27FC236}">
                    <a16:creationId xmlns:a16="http://schemas.microsoft.com/office/drawing/2014/main" xmlns="" id="{6E0AAFA3-AC83-6048-B318-2420EC961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  <p:grpSp>
          <p:nvGrpSpPr>
            <p:cNvPr id="103" name="Group 182">
              <a:extLst>
                <a:ext uri="{FF2B5EF4-FFF2-40B4-BE49-F238E27FC236}">
                  <a16:creationId xmlns:a16="http://schemas.microsoft.com/office/drawing/2014/main" xmlns="" id="{DCBBB39F-5E4C-C245-BE28-58A83FA44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0388" y="1360488"/>
              <a:ext cx="620712" cy="512762"/>
              <a:chOff x="-44" y="1473"/>
              <a:chExt cx="981" cy="1105"/>
            </a:xfrm>
          </p:grpSpPr>
          <p:pic>
            <p:nvPicPr>
              <p:cNvPr id="107" name="Picture 183" descr="desktop_computer_stylized_medium">
                <a:extLst>
                  <a:ext uri="{FF2B5EF4-FFF2-40B4-BE49-F238E27FC236}">
                    <a16:creationId xmlns:a16="http://schemas.microsoft.com/office/drawing/2014/main" xmlns="" id="{E5D20624-0F1B-4B43-A13C-C75A9292C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184">
                <a:extLst>
                  <a:ext uri="{FF2B5EF4-FFF2-40B4-BE49-F238E27FC236}">
                    <a16:creationId xmlns:a16="http://schemas.microsoft.com/office/drawing/2014/main" xmlns="" id="{35980134-57CB-D848-8F7C-C5F772511B7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  <p:grpSp>
          <p:nvGrpSpPr>
            <p:cNvPr id="104" name="Group 185">
              <a:extLst>
                <a:ext uri="{FF2B5EF4-FFF2-40B4-BE49-F238E27FC236}">
                  <a16:creationId xmlns:a16="http://schemas.microsoft.com/office/drawing/2014/main" xmlns="" id="{CAAE67A0-6730-B94B-A304-CFA3F109B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9300" y="2362200"/>
              <a:ext cx="620713" cy="512763"/>
              <a:chOff x="-44" y="1473"/>
              <a:chExt cx="981" cy="1105"/>
            </a:xfrm>
          </p:grpSpPr>
          <p:pic>
            <p:nvPicPr>
              <p:cNvPr id="105" name="Picture 186" descr="desktop_computer_stylized_medium">
                <a:extLst>
                  <a:ext uri="{FF2B5EF4-FFF2-40B4-BE49-F238E27FC236}">
                    <a16:creationId xmlns:a16="http://schemas.microsoft.com/office/drawing/2014/main" xmlns="" id="{374F131D-15C0-B347-9AFE-5A5EEADA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Freeform 187">
                <a:extLst>
                  <a:ext uri="{FF2B5EF4-FFF2-40B4-BE49-F238E27FC236}">
                    <a16:creationId xmlns:a16="http://schemas.microsoft.com/office/drawing/2014/main" xmlns="" id="{D81A3509-0DD0-1042-A6A3-8C677E9DC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</p:grpSp>
      <p:sp>
        <p:nvSpPr>
          <p:cNvPr id="145" name="Line 53">
            <a:extLst>
              <a:ext uri="{FF2B5EF4-FFF2-40B4-BE49-F238E27FC236}">
                <a16:creationId xmlns:a16="http://schemas.microsoft.com/office/drawing/2014/main" xmlns="" id="{5B4F3401-24CB-7648-BD89-1A7CFF5341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0163" y="5164373"/>
            <a:ext cx="322660" cy="51911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500" dirty="0"/>
          </a:p>
        </p:txBody>
      </p:sp>
      <p:sp>
        <p:nvSpPr>
          <p:cNvPr id="146" name="Text Box 54">
            <a:extLst>
              <a:ext uri="{FF2B5EF4-FFF2-40B4-BE49-F238E27FC236}">
                <a16:creationId xmlns:a16="http://schemas.microsoft.com/office/drawing/2014/main" xmlns="" id="{5BD0C7E9-770D-0B41-BE6E-3ADF84797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339" y="5560852"/>
            <a:ext cx="2228687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1800" dirty="0">
                <a:latin typeface="+mn-lt"/>
              </a:rPr>
              <a:t>increases linearly in N</a:t>
            </a:r>
          </a:p>
        </p:txBody>
      </p:sp>
      <p:sp>
        <p:nvSpPr>
          <p:cNvPr id="147" name="Text Box 51">
            <a:extLst>
              <a:ext uri="{FF2B5EF4-FFF2-40B4-BE49-F238E27FC236}">
                <a16:creationId xmlns:a16="http://schemas.microsoft.com/office/drawing/2014/main" xmlns="" id="{49B83A0D-0FBE-7E43-85D0-C80B2E74D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4930" y="4634546"/>
            <a:ext cx="2334165" cy="7940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sz="1800" i="1" dirty="0">
                <a:latin typeface="+mn-lt"/>
              </a:rPr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altLang="en-US" sz="1800" i="1" dirty="0">
                <a:latin typeface="+mn-lt"/>
              </a:rPr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altLang="en-US" sz="1800" i="1" dirty="0">
                <a:latin typeface="+mn-lt"/>
              </a:rPr>
              <a:t>client-server approach</a:t>
            </a:r>
            <a:r>
              <a:rPr lang="en-US" altLang="en-US" sz="2100" dirty="0">
                <a:latin typeface="+mn-lt"/>
              </a:rPr>
              <a:t> 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48" name="Rectangle 55">
            <a:extLst>
              <a:ext uri="{FF2B5EF4-FFF2-40B4-BE49-F238E27FC236}">
                <a16:creationId xmlns:a16="http://schemas.microsoft.com/office/drawing/2014/main" xmlns="" id="{01D3C4E1-DA80-A24C-A094-D590BCC34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8762" y="4580968"/>
            <a:ext cx="5566199" cy="926306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100" dirty="0">
              <a:latin typeface="+mn-lt"/>
            </a:endParaRPr>
          </a:p>
        </p:txBody>
      </p:sp>
      <p:sp>
        <p:nvSpPr>
          <p:cNvPr id="149" name="Text Box 96">
            <a:extLst>
              <a:ext uri="{FF2B5EF4-FFF2-40B4-BE49-F238E27FC236}">
                <a16:creationId xmlns:a16="http://schemas.microsoft.com/office/drawing/2014/main" xmlns="" id="{11EFB657-3D70-CB41-8FB4-5E358070D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2419" y="4816711"/>
            <a:ext cx="329474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latin typeface="+mn-lt"/>
              </a:rPr>
              <a:t> D</a:t>
            </a:r>
            <a:r>
              <a:rPr lang="en-US" altLang="en-US" sz="2400" i="1" baseline="-25000" dirty="0">
                <a:latin typeface="+mn-lt"/>
              </a:rPr>
              <a:t>c-s</a:t>
            </a:r>
            <a:r>
              <a:rPr lang="en-US" altLang="en-US" sz="2400" i="1" dirty="0">
                <a:latin typeface="+mn-lt"/>
              </a:rPr>
              <a:t> &gt; max{NF/u</a:t>
            </a:r>
            <a:r>
              <a:rPr lang="en-US" altLang="en-US" sz="2400" i="1" baseline="-25000" dirty="0">
                <a:latin typeface="+mn-lt"/>
              </a:rPr>
              <a:t>s,</a:t>
            </a:r>
            <a:r>
              <a:rPr lang="en-US" altLang="en-US" sz="2400" i="1" dirty="0">
                <a:latin typeface="+mn-lt"/>
              </a:rPr>
              <a:t>,F/d</a:t>
            </a:r>
            <a:r>
              <a:rPr lang="en-US" altLang="en-US" sz="2400" i="1" baseline="-25000" dirty="0">
                <a:latin typeface="+mn-lt"/>
              </a:rPr>
              <a:t>min</a:t>
            </a:r>
            <a:r>
              <a:rPr lang="en-US" altLang="en-US" sz="2400" i="1" dirty="0">
                <a:latin typeface="+mn-lt"/>
              </a:rPr>
              <a:t>}</a:t>
            </a: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 </a:t>
            </a:r>
          </a:p>
        </p:txBody>
      </p:sp>
      <p:sp>
        <p:nvSpPr>
          <p:cNvPr id="150" name="Line 120">
            <a:extLst>
              <a:ext uri="{FF2B5EF4-FFF2-40B4-BE49-F238E27FC236}">
                <a16:creationId xmlns:a16="http://schemas.microsoft.com/office/drawing/2014/main" xmlns="" id="{804EF034-3125-A746-B994-CD76FEE71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5123" y="5138180"/>
            <a:ext cx="13096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500" dirty="0"/>
          </a:p>
        </p:txBody>
      </p:sp>
    </p:spTree>
    <p:extLst>
      <p:ext uri="{BB962C8B-B14F-4D97-AF65-F5344CB8AC3E}">
        <p14:creationId xmlns:p14="http://schemas.microsoft.com/office/powerpoint/2010/main" val="446232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File distribution time: P2P</a:t>
            </a:r>
            <a:endParaRPr lang="en-US" sz="3300" dirty="0"/>
          </a:p>
        </p:txBody>
      </p:sp>
      <p:sp>
        <p:nvSpPr>
          <p:cNvPr id="80" name="Rectangle 47">
            <a:extLst>
              <a:ext uri="{FF2B5EF4-FFF2-40B4-BE49-F238E27FC236}">
                <a16:creationId xmlns:a16="http://schemas.microsoft.com/office/drawing/2014/main" xmlns="" id="{B88328AA-6216-394D-8D58-0ECC1E0888AE}"/>
              </a:ext>
            </a:extLst>
          </p:cNvPr>
          <p:cNvSpPr txBox="1">
            <a:spLocks noChangeArrowheads="1"/>
          </p:cNvSpPr>
          <p:nvPr/>
        </p:nvSpPr>
        <p:spPr>
          <a:xfrm>
            <a:off x="566722" y="1850026"/>
            <a:ext cx="4573766" cy="1510903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sz="21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transmission: </a:t>
            </a:r>
            <a:r>
              <a:rPr lang="en-US" altLang="en-US" sz="2100" dirty="0">
                <a:ea typeface="ＭＳ Ｐゴシック" panose="020B0600070205080204" pitchFamily="34" charset="-128"/>
              </a:rPr>
              <a:t>must</a:t>
            </a:r>
            <a:r>
              <a:rPr lang="en-US" altLang="en-US" sz="21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100" dirty="0">
                <a:ea typeface="ＭＳ Ｐゴシック" panose="020B0600070205080204" pitchFamily="34" charset="-128"/>
              </a:rPr>
              <a:t>upload at least one copy:</a:t>
            </a:r>
          </a:p>
          <a:p>
            <a:pPr lvl="1">
              <a:lnSpc>
                <a:spcPct val="100000"/>
              </a:lnSpc>
            </a:pPr>
            <a:r>
              <a:rPr lang="en-US" altLang="en-US" sz="1800" dirty="0">
                <a:ea typeface="ＭＳ Ｐゴシック" panose="020B0600070205080204" pitchFamily="34" charset="-128"/>
              </a:rPr>
              <a:t>time to send one copy: </a:t>
            </a:r>
            <a:r>
              <a:rPr lang="en-US" altLang="en-US" sz="1800" i="1" dirty="0">
                <a:ea typeface="ＭＳ Ｐゴシック" panose="020B0600070205080204" pitchFamily="34" charset="-128"/>
              </a:rPr>
              <a:t>F/u</a:t>
            </a:r>
            <a:r>
              <a:rPr lang="en-US" altLang="en-US" sz="1800" i="1" baseline="-25000" dirty="0">
                <a:ea typeface="ＭＳ Ｐゴシック" panose="020B0600070205080204" pitchFamily="34" charset="-128"/>
              </a:rPr>
              <a:t>s </a:t>
            </a:r>
            <a:endParaRPr lang="en-US" altLang="en-US" sz="1800" dirty="0">
              <a:ea typeface="ＭＳ Ｐゴシック" panose="020B0600070205080204" pitchFamily="34" charset="-128"/>
            </a:endParaRPr>
          </a:p>
        </p:txBody>
      </p:sp>
      <p:sp>
        <p:nvSpPr>
          <p:cNvPr id="81" name="Rectangle 47">
            <a:extLst>
              <a:ext uri="{FF2B5EF4-FFF2-40B4-BE49-F238E27FC236}">
                <a16:creationId xmlns:a16="http://schemas.microsoft.com/office/drawing/2014/main" xmlns="" id="{646323ED-CAE9-B942-8F14-B61CB770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00" y="2888062"/>
            <a:ext cx="4330302" cy="907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i="1" dirty="0">
                <a:solidFill>
                  <a:srgbClr val="CC0000"/>
                </a:solidFill>
                <a:latin typeface="+mn-lt"/>
              </a:rPr>
              <a:t>client: </a:t>
            </a:r>
            <a:r>
              <a:rPr lang="en-US" altLang="en-US" sz="2100" dirty="0">
                <a:latin typeface="+mn-lt"/>
              </a:rPr>
              <a:t>each client must download file copy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1800" dirty="0">
                <a:latin typeface="+mn-lt"/>
              </a:rPr>
              <a:t>min client download time: </a:t>
            </a:r>
            <a:r>
              <a:rPr lang="en-US" altLang="en-US" sz="1800" i="1" dirty="0">
                <a:latin typeface="+mn-lt"/>
              </a:rPr>
              <a:t>F/d</a:t>
            </a:r>
            <a:r>
              <a:rPr lang="en-US" altLang="en-US" sz="1800" i="1" baseline="-25000" dirty="0">
                <a:latin typeface="+mn-lt"/>
              </a:rPr>
              <a:t>min</a:t>
            </a:r>
            <a:r>
              <a:rPr lang="en-US" altLang="en-US" sz="1800" i="1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1800" i="1" dirty="0">
              <a:latin typeface="+mn-lt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xmlns="" id="{D193E6F0-6AB2-EC43-BC1A-D75808C2FB26}"/>
              </a:ext>
            </a:extLst>
          </p:cNvPr>
          <p:cNvGrpSpPr/>
          <p:nvPr/>
        </p:nvGrpSpPr>
        <p:grpSpPr>
          <a:xfrm>
            <a:off x="5255079" y="2200496"/>
            <a:ext cx="3388519" cy="1527572"/>
            <a:chOff x="4471988" y="1284288"/>
            <a:chExt cx="4518025" cy="2036762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xmlns="" id="{64409998-6B21-6843-AEE3-D4B2D80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2111375"/>
              <a:ext cx="2136775" cy="1209675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2"/>
                <a:gd name="T37" fmla="*/ 0 h 1255"/>
                <a:gd name="T38" fmla="*/ 1292 w 1292"/>
                <a:gd name="T39" fmla="*/ 1255 h 12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1500" dirty="0"/>
            </a:p>
          </p:txBody>
        </p:sp>
        <p:sp>
          <p:nvSpPr>
            <p:cNvPr id="85" name="Line 14">
              <a:extLst>
                <a:ext uri="{FF2B5EF4-FFF2-40B4-BE49-F238E27FC236}">
                  <a16:creationId xmlns:a16="http://schemas.microsoft.com/office/drawing/2014/main" xmlns="" id="{05D67BD2-8DEF-EC43-87F6-22A4D3E1D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8763" y="2085975"/>
              <a:ext cx="455612" cy="214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86" name="Text Box 15">
              <a:extLst>
                <a:ext uri="{FF2B5EF4-FFF2-40B4-BE49-F238E27FC236}">
                  <a16:creationId xmlns:a16="http://schemas.microsoft.com/office/drawing/2014/main" xmlns="" id="{B5B6E9F6-DA21-FF49-8DD4-F3C6E1FE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4163" y="1763713"/>
              <a:ext cx="425757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350" i="1" dirty="0">
                  <a:latin typeface="+mn-lt"/>
                </a:rPr>
                <a:t>u</a:t>
              </a:r>
              <a:r>
                <a:rPr lang="en-US" altLang="en-US" sz="1350" i="1" baseline="-25000" dirty="0">
                  <a:latin typeface="+mn-lt"/>
                </a:rPr>
                <a:t>s</a:t>
              </a:r>
            </a:p>
          </p:txBody>
        </p:sp>
        <p:sp>
          <p:nvSpPr>
            <p:cNvPr id="87" name="Line 39">
              <a:extLst>
                <a:ext uri="{FF2B5EF4-FFF2-40B4-BE49-F238E27FC236}">
                  <a16:creationId xmlns:a16="http://schemas.microsoft.com/office/drawing/2014/main" xmlns="" id="{31CED78D-7737-214B-BCE4-DCAB761FE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2713038"/>
              <a:ext cx="5746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88" name="Line 40">
              <a:extLst>
                <a:ext uri="{FF2B5EF4-FFF2-40B4-BE49-F238E27FC236}">
                  <a16:creationId xmlns:a16="http://schemas.microsoft.com/office/drawing/2014/main" xmlns="" id="{FD1ACD18-F196-1746-9009-0670E710D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19688" y="2814638"/>
              <a:ext cx="5667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89" name="Text Box 44">
              <a:extLst>
                <a:ext uri="{FF2B5EF4-FFF2-40B4-BE49-F238E27FC236}">
                  <a16:creationId xmlns:a16="http://schemas.microsoft.com/office/drawing/2014/main" xmlns="" id="{4F15E7E5-19D5-AE49-B8AC-295EC616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2672" y="2460625"/>
              <a:ext cx="1116631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500" dirty="0">
                  <a:solidFill>
                    <a:schemeClr val="bg1"/>
                  </a:solidFill>
                  <a:latin typeface="+mn-lt"/>
                </a:rPr>
                <a:t>network</a:t>
              </a:r>
              <a:endParaRPr lang="en-US" altLang="en-US" sz="1350" dirty="0">
                <a:solidFill>
                  <a:schemeClr val="bg1"/>
                </a:solidFill>
                <a:latin typeface="+mn-lt"/>
              </a:endParaRPr>
            </a:p>
          </p:txBody>
        </p:sp>
        <p:sp>
          <p:nvSpPr>
            <p:cNvPr id="90" name="AutoShape 327">
              <a:extLst>
                <a:ext uri="{FF2B5EF4-FFF2-40B4-BE49-F238E27FC236}">
                  <a16:creationId xmlns:a16="http://schemas.microsoft.com/office/drawing/2014/main" xmlns="" id="{F1CA6701-3613-AE49-BD0C-998D6498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275" y="1562100"/>
              <a:ext cx="334963" cy="401638"/>
            </a:xfrm>
            <a:prstGeom prst="can">
              <a:avLst>
                <a:gd name="adj" fmla="val 24242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675" dirty="0"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91" name="Line 22">
              <a:extLst>
                <a:ext uri="{FF2B5EF4-FFF2-40B4-BE49-F238E27FC236}">
                  <a16:creationId xmlns:a16="http://schemas.microsoft.com/office/drawing/2014/main" xmlns="" id="{7769C7C9-ADC5-B848-B48C-F422C7EBE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19275"/>
              <a:ext cx="180975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2" name="Line 23">
              <a:extLst>
                <a:ext uri="{FF2B5EF4-FFF2-40B4-BE49-F238E27FC236}">
                  <a16:creationId xmlns:a16="http://schemas.microsoft.com/office/drawing/2014/main" xmlns="" id="{E579FF7F-DE73-E14A-8EE9-65BCC9E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8663" y="1825625"/>
              <a:ext cx="187325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3" name="Line 22">
              <a:extLst>
                <a:ext uri="{FF2B5EF4-FFF2-40B4-BE49-F238E27FC236}">
                  <a16:creationId xmlns:a16="http://schemas.microsoft.com/office/drawing/2014/main" xmlns="" id="{6407598A-1198-B046-ACD6-89FFBAE9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675" y="1736725"/>
              <a:ext cx="179388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4" name="Line 23">
              <a:extLst>
                <a:ext uri="{FF2B5EF4-FFF2-40B4-BE49-F238E27FC236}">
                  <a16:creationId xmlns:a16="http://schemas.microsoft.com/office/drawing/2014/main" xmlns="" id="{AA613AE8-B26B-304E-9B36-0E639788D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92875" y="1743075"/>
              <a:ext cx="185738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5" name="Line 138">
              <a:extLst>
                <a:ext uri="{FF2B5EF4-FFF2-40B4-BE49-F238E27FC236}">
                  <a16:creationId xmlns:a16="http://schemas.microsoft.com/office/drawing/2014/main" xmlns="" id="{6F964BD8-116B-D445-82F9-8C9897E3E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3188" y="2579688"/>
              <a:ext cx="6588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6" name="Line 139">
              <a:extLst>
                <a:ext uri="{FF2B5EF4-FFF2-40B4-BE49-F238E27FC236}">
                  <a16:creationId xmlns:a16="http://schemas.microsoft.com/office/drawing/2014/main" xmlns="" id="{A562798A-3EC4-1E41-99DB-FA81FB64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6363" y="2682875"/>
              <a:ext cx="6604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97" name="Text Box 41">
              <a:extLst>
                <a:ext uri="{FF2B5EF4-FFF2-40B4-BE49-F238E27FC236}">
                  <a16:creationId xmlns:a16="http://schemas.microsoft.com/office/drawing/2014/main" xmlns="" id="{FEE3AD0E-92A3-9E48-8C36-9A0805BC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674" y="2146300"/>
              <a:ext cx="450851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350" i="1" dirty="0">
                  <a:latin typeface="+mn-lt"/>
                </a:rPr>
                <a:t>d</a:t>
              </a:r>
              <a:r>
                <a:rPr lang="en-US" altLang="en-US" sz="1350" i="1" baseline="-25000" dirty="0">
                  <a:latin typeface="+mn-lt"/>
                </a:rPr>
                <a:t>i</a:t>
              </a:r>
            </a:p>
          </p:txBody>
        </p:sp>
        <p:sp>
          <p:nvSpPr>
            <p:cNvPr id="98" name="Text Box 41">
              <a:extLst>
                <a:ext uri="{FF2B5EF4-FFF2-40B4-BE49-F238E27FC236}">
                  <a16:creationId xmlns:a16="http://schemas.microsoft.com/office/drawing/2014/main" xmlns="" id="{0D2E1DAB-DBC4-2B41-8914-2E86878AE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9550" y="2663825"/>
              <a:ext cx="506413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350" i="1" dirty="0">
                  <a:latin typeface="+mn-lt"/>
                </a:rPr>
                <a:t>u</a:t>
              </a:r>
              <a:r>
                <a:rPr lang="en-US" altLang="en-US" sz="1350" i="1" baseline="-25000" dirty="0">
                  <a:latin typeface="+mn-lt"/>
                </a:rPr>
                <a:t>i</a:t>
              </a:r>
            </a:p>
          </p:txBody>
        </p:sp>
        <p:sp>
          <p:nvSpPr>
            <p:cNvPr id="99" name="Text Box 47">
              <a:extLst>
                <a:ext uri="{FF2B5EF4-FFF2-40B4-BE49-F238E27FC236}">
                  <a16:creationId xmlns:a16="http://schemas.microsoft.com/office/drawing/2014/main" xmlns="" id="{A5050569-3116-8F4C-B19A-31999F9F2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975" y="1616075"/>
              <a:ext cx="7905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 dirty="0">
                  <a:latin typeface="+mn-lt"/>
                </a:rPr>
                <a:t>F</a:t>
              </a:r>
              <a:endParaRPr lang="en-US" altLang="en-US" sz="1200" i="1" baseline="-25000" dirty="0">
                <a:latin typeface="+mn-lt"/>
              </a:endParaRPr>
            </a:p>
          </p:txBody>
        </p:sp>
        <p:grpSp>
          <p:nvGrpSpPr>
            <p:cNvPr id="100" name="Group 143">
              <a:extLst>
                <a:ext uri="{FF2B5EF4-FFF2-40B4-BE49-F238E27FC236}">
                  <a16:creationId xmlns:a16="http://schemas.microsoft.com/office/drawing/2014/main" xmlns="" id="{479599EE-E0AC-5747-8F3A-66F7F72E86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4925" y="1690688"/>
              <a:ext cx="292100" cy="517525"/>
              <a:chOff x="4140" y="429"/>
              <a:chExt cx="1425" cy="2396"/>
            </a:xfrm>
          </p:grpSpPr>
          <p:sp>
            <p:nvSpPr>
              <p:cNvPr id="113" name="Freeform 144">
                <a:extLst>
                  <a:ext uri="{FF2B5EF4-FFF2-40B4-BE49-F238E27FC236}">
                    <a16:creationId xmlns:a16="http://schemas.microsoft.com/office/drawing/2014/main" xmlns="" id="{6A822DAE-E587-7E49-A7EE-6F64DAB03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14" name="Rectangle 145">
                <a:extLst>
                  <a:ext uri="{FF2B5EF4-FFF2-40B4-BE49-F238E27FC236}">
                    <a16:creationId xmlns:a16="http://schemas.microsoft.com/office/drawing/2014/main" xmlns="" id="{5A81F0A7-6B44-1748-BC35-BE178F0E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15" name="Freeform 146">
                <a:extLst>
                  <a:ext uri="{FF2B5EF4-FFF2-40B4-BE49-F238E27FC236}">
                    <a16:creationId xmlns:a16="http://schemas.microsoft.com/office/drawing/2014/main" xmlns="" id="{918EEC88-C8A9-2846-970B-50B7E98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16" name="Freeform 147">
                <a:extLst>
                  <a:ext uri="{FF2B5EF4-FFF2-40B4-BE49-F238E27FC236}">
                    <a16:creationId xmlns:a16="http://schemas.microsoft.com/office/drawing/2014/main" xmlns="" id="{AFDAC2FD-EE20-3E45-9DA1-1D9100AA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17" name="Rectangle 148">
                <a:extLst>
                  <a:ext uri="{FF2B5EF4-FFF2-40B4-BE49-F238E27FC236}">
                    <a16:creationId xmlns:a16="http://schemas.microsoft.com/office/drawing/2014/main" xmlns="" id="{E97CC808-FCA7-0341-9D5A-7F9EC085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grpSp>
            <p:nvGrpSpPr>
              <p:cNvPr id="118" name="Group 149">
                <a:extLst>
                  <a:ext uri="{FF2B5EF4-FFF2-40B4-BE49-F238E27FC236}">
                    <a16:creationId xmlns:a16="http://schemas.microsoft.com/office/drawing/2014/main" xmlns="" id="{FC0B1F07-1C50-E64F-B63B-8D1C420C1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3" name="AutoShape 150">
                  <a:extLst>
                    <a:ext uri="{FF2B5EF4-FFF2-40B4-BE49-F238E27FC236}">
                      <a16:creationId xmlns:a16="http://schemas.microsoft.com/office/drawing/2014/main" xmlns="" id="{5F68B800-F174-0B4B-9F2F-A2B1F0AC8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  <p:sp>
              <p:nvSpPr>
                <p:cNvPr id="144" name="AutoShape 151">
                  <a:extLst>
                    <a:ext uri="{FF2B5EF4-FFF2-40B4-BE49-F238E27FC236}">
                      <a16:creationId xmlns:a16="http://schemas.microsoft.com/office/drawing/2014/main" xmlns="" id="{66170CD7-30F0-104F-9FDE-D6C6D3ADF1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</p:grpSp>
          <p:sp>
            <p:nvSpPr>
              <p:cNvPr id="119" name="Rectangle 152">
                <a:extLst>
                  <a:ext uri="{FF2B5EF4-FFF2-40B4-BE49-F238E27FC236}">
                    <a16:creationId xmlns:a16="http://schemas.microsoft.com/office/drawing/2014/main" xmlns="" id="{D5D7F168-5271-A741-AF1D-3A72BD2B5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grpSp>
            <p:nvGrpSpPr>
              <p:cNvPr id="120" name="Group 153">
                <a:extLst>
                  <a:ext uri="{FF2B5EF4-FFF2-40B4-BE49-F238E27FC236}">
                    <a16:creationId xmlns:a16="http://schemas.microsoft.com/office/drawing/2014/main" xmlns="" id="{9BE27AD1-B49A-CD43-AEEF-1EB19E35FB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1" name="AutoShape 154">
                  <a:extLst>
                    <a:ext uri="{FF2B5EF4-FFF2-40B4-BE49-F238E27FC236}">
                      <a16:creationId xmlns:a16="http://schemas.microsoft.com/office/drawing/2014/main" xmlns="" id="{772812CA-D08B-5644-9C8E-95F457081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  <p:sp>
              <p:nvSpPr>
                <p:cNvPr id="142" name="AutoShape 155">
                  <a:extLst>
                    <a:ext uri="{FF2B5EF4-FFF2-40B4-BE49-F238E27FC236}">
                      <a16:creationId xmlns:a16="http://schemas.microsoft.com/office/drawing/2014/main" xmlns="" id="{3D32E2F5-24C6-A54D-954E-F3C1A4849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</p:grpSp>
          <p:sp>
            <p:nvSpPr>
              <p:cNvPr id="121" name="Rectangle 156">
                <a:extLst>
                  <a:ext uri="{FF2B5EF4-FFF2-40B4-BE49-F238E27FC236}">
                    <a16:creationId xmlns:a16="http://schemas.microsoft.com/office/drawing/2014/main" xmlns="" id="{59BDA1ED-A7F9-324D-9FF2-5D9F73B3B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22" name="Rectangle 157">
                <a:extLst>
                  <a:ext uri="{FF2B5EF4-FFF2-40B4-BE49-F238E27FC236}">
                    <a16:creationId xmlns:a16="http://schemas.microsoft.com/office/drawing/2014/main" xmlns="" id="{C0BFAB3F-AC35-F648-8105-682E59AD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grpSp>
            <p:nvGrpSpPr>
              <p:cNvPr id="123" name="Group 158">
                <a:extLst>
                  <a:ext uri="{FF2B5EF4-FFF2-40B4-BE49-F238E27FC236}">
                    <a16:creationId xmlns:a16="http://schemas.microsoft.com/office/drawing/2014/main" xmlns="" id="{8FF69078-E28B-AD46-85BF-C0BBF789E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9" name="AutoShape 159">
                  <a:extLst>
                    <a:ext uri="{FF2B5EF4-FFF2-40B4-BE49-F238E27FC236}">
                      <a16:creationId xmlns:a16="http://schemas.microsoft.com/office/drawing/2014/main" xmlns="" id="{9B0DD67E-9E17-0249-BE4A-653C3A8D2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  <p:sp>
              <p:nvSpPr>
                <p:cNvPr id="140" name="AutoShape 160">
                  <a:extLst>
                    <a:ext uri="{FF2B5EF4-FFF2-40B4-BE49-F238E27FC236}">
                      <a16:creationId xmlns:a16="http://schemas.microsoft.com/office/drawing/2014/main" xmlns="" id="{5D2A256B-AF19-C745-A1FF-3A72EC870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</p:grpSp>
          <p:sp>
            <p:nvSpPr>
              <p:cNvPr id="124" name="Freeform 161">
                <a:extLst>
                  <a:ext uri="{FF2B5EF4-FFF2-40B4-BE49-F238E27FC236}">
                    <a16:creationId xmlns:a16="http://schemas.microsoft.com/office/drawing/2014/main" xmlns="" id="{A83F5805-F3B3-3346-A9B8-FDEF2D10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grpSp>
            <p:nvGrpSpPr>
              <p:cNvPr id="125" name="Group 162">
                <a:extLst>
                  <a:ext uri="{FF2B5EF4-FFF2-40B4-BE49-F238E27FC236}">
                    <a16:creationId xmlns:a16="http://schemas.microsoft.com/office/drawing/2014/main" xmlns="" id="{A2204E45-948E-A34A-A108-2294B7FAFA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" name="AutoShape 163">
                  <a:extLst>
                    <a:ext uri="{FF2B5EF4-FFF2-40B4-BE49-F238E27FC236}">
                      <a16:creationId xmlns:a16="http://schemas.microsoft.com/office/drawing/2014/main" xmlns="" id="{3CCECF35-2FC0-5E40-B1DA-1DB0D6F7B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  <p:sp>
              <p:nvSpPr>
                <p:cNvPr id="138" name="AutoShape 164">
                  <a:extLst>
                    <a:ext uri="{FF2B5EF4-FFF2-40B4-BE49-F238E27FC236}">
                      <a16:creationId xmlns:a16="http://schemas.microsoft.com/office/drawing/2014/main" xmlns="" id="{8B74FE84-F46F-BD45-B59C-4B4E221C60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1800" dirty="0">
                    <a:latin typeface="+mn-lt"/>
                  </a:endParaRPr>
                </a:p>
              </p:txBody>
            </p:sp>
          </p:grpSp>
          <p:sp>
            <p:nvSpPr>
              <p:cNvPr id="126" name="Rectangle 165">
                <a:extLst>
                  <a:ext uri="{FF2B5EF4-FFF2-40B4-BE49-F238E27FC236}">
                    <a16:creationId xmlns:a16="http://schemas.microsoft.com/office/drawing/2014/main" xmlns="" id="{EFB8CB6A-6447-D24D-BD88-7D176E41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27" name="Freeform 166">
                <a:extLst>
                  <a:ext uri="{FF2B5EF4-FFF2-40B4-BE49-F238E27FC236}">
                    <a16:creationId xmlns:a16="http://schemas.microsoft.com/office/drawing/2014/main" xmlns="" id="{7DA25C04-818C-944B-AA5E-5C80E73C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28" name="Freeform 167">
                <a:extLst>
                  <a:ext uri="{FF2B5EF4-FFF2-40B4-BE49-F238E27FC236}">
                    <a16:creationId xmlns:a16="http://schemas.microsoft.com/office/drawing/2014/main" xmlns="" id="{047480B1-08CE-354D-B27C-4B6428A5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29" name="Oval 168">
                <a:extLst>
                  <a:ext uri="{FF2B5EF4-FFF2-40B4-BE49-F238E27FC236}">
                    <a16:creationId xmlns:a16="http://schemas.microsoft.com/office/drawing/2014/main" xmlns="" id="{809BB7F4-67B7-B54C-A450-898CD1825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0" name="Freeform 169">
                <a:extLst>
                  <a:ext uri="{FF2B5EF4-FFF2-40B4-BE49-F238E27FC236}">
                    <a16:creationId xmlns:a16="http://schemas.microsoft.com/office/drawing/2014/main" xmlns="" id="{DA683EDC-F6BF-7C4C-8A71-32D3320C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500" dirty="0"/>
              </a:p>
            </p:txBody>
          </p:sp>
          <p:sp>
            <p:nvSpPr>
              <p:cNvPr id="131" name="AutoShape 170">
                <a:extLst>
                  <a:ext uri="{FF2B5EF4-FFF2-40B4-BE49-F238E27FC236}">
                    <a16:creationId xmlns:a16="http://schemas.microsoft.com/office/drawing/2014/main" xmlns="" id="{96EA98F8-F846-2A44-824F-71FAA477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2" name="AutoShape 171">
                <a:extLst>
                  <a:ext uri="{FF2B5EF4-FFF2-40B4-BE49-F238E27FC236}">
                    <a16:creationId xmlns:a16="http://schemas.microsoft.com/office/drawing/2014/main" xmlns="" id="{23E7F763-52E6-DF40-9EB6-F8624D7B1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3" name="Oval 172">
                <a:extLst>
                  <a:ext uri="{FF2B5EF4-FFF2-40B4-BE49-F238E27FC236}">
                    <a16:creationId xmlns:a16="http://schemas.microsoft.com/office/drawing/2014/main" xmlns="" id="{99202063-5BB9-474C-B3CE-B9C1D5A1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4" name="Oval 173">
                <a:extLst>
                  <a:ext uri="{FF2B5EF4-FFF2-40B4-BE49-F238E27FC236}">
                    <a16:creationId xmlns:a16="http://schemas.microsoft.com/office/drawing/2014/main" xmlns="" id="{B09AE0A9-5898-4647-9779-E5BDE41A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500" dirty="0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135" name="Oval 174">
                <a:extLst>
                  <a:ext uri="{FF2B5EF4-FFF2-40B4-BE49-F238E27FC236}">
                    <a16:creationId xmlns:a16="http://schemas.microsoft.com/office/drawing/2014/main" xmlns="" id="{8844CEFC-6420-264F-A5ED-01CEFDBE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  <p:sp>
            <p:nvSpPr>
              <p:cNvPr id="136" name="Rectangle 175">
                <a:extLst>
                  <a:ext uri="{FF2B5EF4-FFF2-40B4-BE49-F238E27FC236}">
                    <a16:creationId xmlns:a16="http://schemas.microsoft.com/office/drawing/2014/main" xmlns="" id="{C4C6A502-6F38-784C-A809-5E5499386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 dirty="0">
                  <a:latin typeface="+mn-lt"/>
                </a:endParaRPr>
              </a:p>
            </p:txBody>
          </p:sp>
        </p:grpSp>
        <p:grpSp>
          <p:nvGrpSpPr>
            <p:cNvPr id="101" name="Group 176">
              <a:extLst>
                <a:ext uri="{FF2B5EF4-FFF2-40B4-BE49-F238E27FC236}">
                  <a16:creationId xmlns:a16="http://schemas.microsoft.com/office/drawing/2014/main" xmlns="" id="{7458836E-953E-904B-914D-ECEC36221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1988" y="2492375"/>
              <a:ext cx="620712" cy="512763"/>
              <a:chOff x="-44" y="1473"/>
              <a:chExt cx="981" cy="1105"/>
            </a:xfrm>
          </p:grpSpPr>
          <p:pic>
            <p:nvPicPr>
              <p:cNvPr id="111" name="Picture 177" descr="desktop_computer_stylized_medium">
                <a:extLst>
                  <a:ext uri="{FF2B5EF4-FFF2-40B4-BE49-F238E27FC236}">
                    <a16:creationId xmlns:a16="http://schemas.microsoft.com/office/drawing/2014/main" xmlns="" id="{176B8344-E22D-204D-807C-E9CE58B1B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178">
                <a:extLst>
                  <a:ext uri="{FF2B5EF4-FFF2-40B4-BE49-F238E27FC236}">
                    <a16:creationId xmlns:a16="http://schemas.microsoft.com/office/drawing/2014/main" xmlns="" id="{1A078022-91F2-3F4E-9EA0-44DFCAF22D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  <p:grpSp>
          <p:nvGrpSpPr>
            <p:cNvPr id="102" name="Group 179">
              <a:extLst>
                <a:ext uri="{FF2B5EF4-FFF2-40B4-BE49-F238E27FC236}">
                  <a16:creationId xmlns:a16="http://schemas.microsoft.com/office/drawing/2014/main" xmlns="" id="{B3CDB5E9-406A-8D48-A50D-C935BF4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788" y="1284288"/>
              <a:ext cx="620712" cy="512762"/>
              <a:chOff x="-44" y="1473"/>
              <a:chExt cx="981" cy="1105"/>
            </a:xfrm>
          </p:grpSpPr>
          <p:pic>
            <p:nvPicPr>
              <p:cNvPr id="109" name="Picture 180" descr="desktop_computer_stylized_medium">
                <a:extLst>
                  <a:ext uri="{FF2B5EF4-FFF2-40B4-BE49-F238E27FC236}">
                    <a16:creationId xmlns:a16="http://schemas.microsoft.com/office/drawing/2014/main" xmlns="" id="{9E1583F0-4FBC-314F-B2AB-B24E5014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181">
                <a:extLst>
                  <a:ext uri="{FF2B5EF4-FFF2-40B4-BE49-F238E27FC236}">
                    <a16:creationId xmlns:a16="http://schemas.microsoft.com/office/drawing/2014/main" xmlns="" id="{6E0AAFA3-AC83-6048-B318-2420EC961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  <p:grpSp>
          <p:nvGrpSpPr>
            <p:cNvPr id="103" name="Group 182">
              <a:extLst>
                <a:ext uri="{FF2B5EF4-FFF2-40B4-BE49-F238E27FC236}">
                  <a16:creationId xmlns:a16="http://schemas.microsoft.com/office/drawing/2014/main" xmlns="" id="{DCBBB39F-5E4C-C245-BE28-58A83FA44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0388" y="1360488"/>
              <a:ext cx="620712" cy="512762"/>
              <a:chOff x="-44" y="1473"/>
              <a:chExt cx="981" cy="1105"/>
            </a:xfrm>
          </p:grpSpPr>
          <p:pic>
            <p:nvPicPr>
              <p:cNvPr id="107" name="Picture 183" descr="desktop_computer_stylized_medium">
                <a:extLst>
                  <a:ext uri="{FF2B5EF4-FFF2-40B4-BE49-F238E27FC236}">
                    <a16:creationId xmlns:a16="http://schemas.microsoft.com/office/drawing/2014/main" xmlns="" id="{E5D20624-0F1B-4B43-A13C-C75A9292C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184">
                <a:extLst>
                  <a:ext uri="{FF2B5EF4-FFF2-40B4-BE49-F238E27FC236}">
                    <a16:creationId xmlns:a16="http://schemas.microsoft.com/office/drawing/2014/main" xmlns="" id="{35980134-57CB-D848-8F7C-C5F772511B7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  <p:grpSp>
          <p:nvGrpSpPr>
            <p:cNvPr id="104" name="Group 185">
              <a:extLst>
                <a:ext uri="{FF2B5EF4-FFF2-40B4-BE49-F238E27FC236}">
                  <a16:creationId xmlns:a16="http://schemas.microsoft.com/office/drawing/2014/main" xmlns="" id="{CAAE67A0-6730-B94B-A304-CFA3F109B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9300" y="2362200"/>
              <a:ext cx="620713" cy="512763"/>
              <a:chOff x="-44" y="1473"/>
              <a:chExt cx="981" cy="1105"/>
            </a:xfrm>
          </p:grpSpPr>
          <p:pic>
            <p:nvPicPr>
              <p:cNvPr id="105" name="Picture 186" descr="desktop_computer_stylized_medium">
                <a:extLst>
                  <a:ext uri="{FF2B5EF4-FFF2-40B4-BE49-F238E27FC236}">
                    <a16:creationId xmlns:a16="http://schemas.microsoft.com/office/drawing/2014/main" xmlns="" id="{374F131D-15C0-B347-9AFE-5A5EEADA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Freeform 187">
                <a:extLst>
                  <a:ext uri="{FF2B5EF4-FFF2-40B4-BE49-F238E27FC236}">
                    <a16:creationId xmlns:a16="http://schemas.microsoft.com/office/drawing/2014/main" xmlns="" id="{D81A3509-0DD0-1042-A6A3-8C677E9DC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</p:grpSp>
      <p:sp>
        <p:nvSpPr>
          <p:cNvPr id="74" name="Rectangle 47">
            <a:extLst>
              <a:ext uri="{FF2B5EF4-FFF2-40B4-BE49-F238E27FC236}">
                <a16:creationId xmlns:a16="http://schemas.microsoft.com/office/drawing/2014/main" xmlns="" id="{26E15167-D083-564B-BF0B-913CAA617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488" y="3764872"/>
            <a:ext cx="6393120" cy="9394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i="1" dirty="0">
                <a:solidFill>
                  <a:srgbClr val="CC0000"/>
                </a:solidFill>
                <a:latin typeface="+mn-lt"/>
              </a:rPr>
              <a:t>clients: </a:t>
            </a:r>
            <a:r>
              <a:rPr lang="en-US" altLang="en-US" sz="2100" dirty="0">
                <a:latin typeface="+mn-lt"/>
              </a:rPr>
              <a:t>as aggregate must download </a:t>
            </a:r>
            <a:r>
              <a:rPr lang="en-US" altLang="en-US" sz="2100" i="1" dirty="0">
                <a:latin typeface="+mn-lt"/>
              </a:rPr>
              <a:t>NF</a:t>
            </a:r>
            <a:r>
              <a:rPr lang="en-US" altLang="en-US" sz="2100" dirty="0">
                <a:latin typeface="+mn-lt"/>
              </a:rPr>
              <a:t> bits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1800" dirty="0">
                <a:latin typeface="+mn-lt"/>
              </a:rPr>
              <a:t>max upload rate (limiting max download rate) is </a:t>
            </a:r>
            <a:r>
              <a:rPr lang="en-US" altLang="en-US" sz="1800" i="1" dirty="0">
                <a:latin typeface="+mn-lt"/>
              </a:rPr>
              <a:t>u</a:t>
            </a:r>
            <a:r>
              <a:rPr lang="en-US" altLang="en-US" sz="1800" i="1" baseline="-25000" dirty="0">
                <a:latin typeface="+mn-lt"/>
              </a:rPr>
              <a:t>s</a:t>
            </a:r>
            <a:r>
              <a:rPr lang="en-US" altLang="en-US" sz="1800" i="1" dirty="0">
                <a:latin typeface="+mn-lt"/>
              </a:rPr>
              <a:t> + </a:t>
            </a:r>
            <a:r>
              <a:rPr lang="en-US" altLang="en-US" sz="2100" i="1" dirty="0">
                <a:latin typeface="Symbol" pitchFamily="2" charset="2"/>
              </a:rPr>
              <a:t>S</a:t>
            </a:r>
            <a:r>
              <a:rPr lang="en-US" altLang="en-US" sz="1800" i="1" dirty="0">
                <a:latin typeface="+mn-lt"/>
              </a:rPr>
              <a:t>u</a:t>
            </a:r>
            <a:r>
              <a:rPr lang="en-US" altLang="en-US" sz="1800" i="1" baseline="-25000" dirty="0">
                <a:latin typeface="+mn-lt"/>
              </a:rPr>
              <a:t>i</a:t>
            </a:r>
          </a:p>
        </p:txBody>
      </p:sp>
      <p:sp>
        <p:nvSpPr>
          <p:cNvPr id="75" name="Text Box 51">
            <a:extLst>
              <a:ext uri="{FF2B5EF4-FFF2-40B4-BE49-F238E27FC236}">
                <a16:creationId xmlns:a16="http://schemas.microsoft.com/office/drawing/2014/main" xmlns="" id="{6898F8CA-12DA-BE4E-B99B-FD50E8479F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6150" y="4673624"/>
            <a:ext cx="1747401" cy="6832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sz="1500" i="1" dirty="0">
                <a:latin typeface="+mn-lt"/>
              </a:rPr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altLang="en-US" sz="1500" i="1" dirty="0">
                <a:latin typeface="+mn-lt"/>
              </a:rPr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altLang="en-US" sz="1500" i="1" dirty="0">
                <a:latin typeface="+mn-lt"/>
              </a:rPr>
              <a:t>P2P approach</a:t>
            </a:r>
            <a:r>
              <a:rPr lang="en-US" altLang="en-US" sz="1800" dirty="0">
                <a:latin typeface="+mn-lt"/>
              </a:rPr>
              <a:t> </a:t>
            </a:r>
            <a:endParaRPr lang="en-US" altLang="en-US" sz="2100" dirty="0">
              <a:latin typeface="+mn-lt"/>
            </a:endParaRPr>
          </a:p>
        </p:txBody>
      </p:sp>
      <p:sp>
        <p:nvSpPr>
          <p:cNvPr id="76" name="Rectangle 55">
            <a:extLst>
              <a:ext uri="{FF2B5EF4-FFF2-40B4-BE49-F238E27FC236}">
                <a16:creationId xmlns:a16="http://schemas.microsoft.com/office/drawing/2014/main" xmlns="" id="{07D73A35-ECF9-A74A-AC62-7DA2D5170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465" y="4601076"/>
            <a:ext cx="6866324" cy="754942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100" dirty="0">
              <a:latin typeface="+mn-lt"/>
            </a:endParaRPr>
          </a:p>
        </p:txBody>
      </p:sp>
      <p:sp>
        <p:nvSpPr>
          <p:cNvPr id="77" name="Text Box 31">
            <a:extLst>
              <a:ext uri="{FF2B5EF4-FFF2-40B4-BE49-F238E27FC236}">
                <a16:creationId xmlns:a16="http://schemas.microsoft.com/office/drawing/2014/main" xmlns="" id="{1DD5EA55-8934-0448-A71E-1044D6D26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0514" y="4759378"/>
            <a:ext cx="477284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latin typeface="+mn-lt"/>
              </a:rPr>
              <a:t> D</a:t>
            </a:r>
            <a:r>
              <a:rPr lang="en-US" altLang="en-US" sz="2400" i="1" baseline="-25000" dirty="0">
                <a:latin typeface="+mn-lt"/>
              </a:rPr>
              <a:t>P2P</a:t>
            </a:r>
            <a:r>
              <a:rPr lang="en-US" altLang="en-US" sz="2400" i="1" dirty="0">
                <a:latin typeface="+mn-lt"/>
              </a:rPr>
              <a:t> &gt; max{F/u</a:t>
            </a:r>
            <a:r>
              <a:rPr lang="en-US" altLang="en-US" sz="2400" i="1" baseline="-25000" dirty="0">
                <a:latin typeface="+mn-lt"/>
              </a:rPr>
              <a:t>s,</a:t>
            </a:r>
            <a:r>
              <a:rPr lang="en-US" altLang="en-US" sz="2400" i="1" dirty="0">
                <a:latin typeface="+mn-lt"/>
              </a:rPr>
              <a:t>,F/d</a:t>
            </a:r>
            <a:r>
              <a:rPr lang="en-US" altLang="en-US" sz="2400" i="1" baseline="-25000" dirty="0">
                <a:latin typeface="+mn-lt"/>
              </a:rPr>
              <a:t>min,</a:t>
            </a:r>
            <a:r>
              <a:rPr lang="en-US" altLang="en-US" sz="2400" i="1" dirty="0">
                <a:latin typeface="+mn-lt"/>
              </a:rPr>
              <a:t>,NF/(</a:t>
            </a:r>
            <a:r>
              <a:rPr lang="en-US" altLang="en-US" sz="2100" i="1" dirty="0">
                <a:latin typeface="+mn-lt"/>
              </a:rPr>
              <a:t>u</a:t>
            </a:r>
            <a:r>
              <a:rPr lang="en-US" altLang="en-US" sz="2100" i="1" baseline="-25000" dirty="0">
                <a:latin typeface="+mn-lt"/>
              </a:rPr>
              <a:t>s</a:t>
            </a:r>
            <a:r>
              <a:rPr lang="en-US" altLang="en-US" sz="2100" i="1" dirty="0">
                <a:latin typeface="+mn-lt"/>
              </a:rPr>
              <a:t> + </a:t>
            </a:r>
            <a:r>
              <a:rPr lang="en-US" altLang="en-US" sz="2400" i="1" dirty="0">
                <a:latin typeface="Symbol" pitchFamily="2" charset="2"/>
              </a:rPr>
              <a:t>S</a:t>
            </a:r>
            <a:r>
              <a:rPr lang="en-US" altLang="en-US" sz="2100" i="1" dirty="0">
                <a:latin typeface="+mn-lt"/>
              </a:rPr>
              <a:t>u</a:t>
            </a:r>
            <a:r>
              <a:rPr lang="en-US" altLang="en-US" sz="2100" i="1" baseline="-25000" dirty="0">
                <a:latin typeface="+mn-lt"/>
              </a:rPr>
              <a:t>i</a:t>
            </a:r>
            <a:r>
              <a:rPr lang="en-US" altLang="en-US" sz="2400" dirty="0">
                <a:latin typeface="+mn-lt"/>
              </a:rPr>
              <a:t>)</a:t>
            </a:r>
            <a:r>
              <a:rPr lang="en-US" altLang="en-US" sz="2400" i="1" dirty="0">
                <a:latin typeface="+mn-lt"/>
              </a:rPr>
              <a:t>}</a:t>
            </a: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2ECD18A4-3D93-C746-80BB-B1FC987C2D33}"/>
              </a:ext>
            </a:extLst>
          </p:cNvPr>
          <p:cNvGrpSpPr/>
          <p:nvPr/>
        </p:nvGrpSpPr>
        <p:grpSpPr>
          <a:xfrm>
            <a:off x="2270351" y="5085609"/>
            <a:ext cx="5335307" cy="821723"/>
            <a:chOff x="3027135" y="5637812"/>
            <a:chExt cx="7113742" cy="1095630"/>
          </a:xfrm>
        </p:grpSpPr>
        <p:sp>
          <p:nvSpPr>
            <p:cNvPr id="78" name="Line 33">
              <a:extLst>
                <a:ext uri="{FF2B5EF4-FFF2-40B4-BE49-F238E27FC236}">
                  <a16:creationId xmlns:a16="http://schemas.microsoft.com/office/drawing/2014/main" xmlns="" id="{9C4B1B80-0BB4-8F40-8465-4FD53B2DE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7481" y="5669562"/>
              <a:ext cx="17462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79" name="Line 53">
              <a:extLst>
                <a:ext uri="{FF2B5EF4-FFF2-40B4-BE49-F238E27FC236}">
                  <a16:creationId xmlns:a16="http://schemas.microsoft.com/office/drawing/2014/main" xmlns="" id="{79E64125-C1DB-B546-9439-BAE60A04A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82594" y="5731183"/>
              <a:ext cx="376235" cy="579911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82" name="Text Box 54">
              <a:extLst>
                <a:ext uri="{FF2B5EF4-FFF2-40B4-BE49-F238E27FC236}">
                  <a16:creationId xmlns:a16="http://schemas.microsoft.com/office/drawing/2014/main" xmlns="" id="{8D508472-5111-9543-8884-ADE493736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7135" y="6314866"/>
              <a:ext cx="7113742" cy="418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800" dirty="0">
                  <a:latin typeface="+mn-lt"/>
                </a:rPr>
                <a:t>… but so does this, as each peer brings service capacity</a:t>
              </a:r>
            </a:p>
          </p:txBody>
        </p:sp>
        <p:sp>
          <p:nvSpPr>
            <p:cNvPr id="151" name="Line 53">
              <a:extLst>
                <a:ext uri="{FF2B5EF4-FFF2-40B4-BE49-F238E27FC236}">
                  <a16:creationId xmlns:a16="http://schemas.microsoft.com/office/drawing/2014/main" xmlns="" id="{C2E61335-33C5-8040-B976-4A6DABA4E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5121" y="5637812"/>
              <a:ext cx="376235" cy="462537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sp>
          <p:nvSpPr>
            <p:cNvPr id="152" name="Text Box 54">
              <a:extLst>
                <a:ext uri="{FF2B5EF4-FFF2-40B4-BE49-F238E27FC236}">
                  <a16:creationId xmlns:a16="http://schemas.microsoft.com/office/drawing/2014/main" xmlns="" id="{5FCFA7D9-F5C4-B849-A76B-A54251B68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684" y="6045728"/>
              <a:ext cx="3253710" cy="418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800" dirty="0">
                  <a:latin typeface="+mn-lt"/>
                </a:rPr>
                <a:t>increases linearly in </a:t>
              </a:r>
              <a:r>
                <a:rPr lang="en-US" altLang="en-US" sz="1800" i="1" dirty="0">
                  <a:latin typeface="+mn-lt"/>
                </a:rPr>
                <a:t>N</a:t>
              </a:r>
              <a:r>
                <a:rPr lang="en-US" altLang="en-US" sz="1800" dirty="0">
                  <a:latin typeface="+mn-lt"/>
                </a:rPr>
                <a:t> …</a:t>
              </a:r>
            </a:p>
          </p:txBody>
        </p:sp>
      </p:grpSp>
      <p:sp>
        <p:nvSpPr>
          <p:cNvPr id="145" name="Slide Number Placeholder 2">
            <a:extLst>
              <a:ext uri="{FF2B5EF4-FFF2-40B4-BE49-F238E27FC236}">
                <a16:creationId xmlns:a16="http://schemas.microsoft.com/office/drawing/2014/main" xmlns="" id="{BC91CBC4-36C0-F74A-BE01-5502315631ED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79334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Client-server vs. P2P: example</a:t>
            </a:r>
          </a:p>
        </p:txBody>
      </p:sp>
      <p:sp>
        <p:nvSpPr>
          <p:cNvPr id="145" name="Text Box 5">
            <a:extLst>
              <a:ext uri="{FF2B5EF4-FFF2-40B4-BE49-F238E27FC236}">
                <a16:creationId xmlns:a16="http://schemas.microsoft.com/office/drawing/2014/main" xmlns="" id="{EEB38FFC-0E85-9543-BFA8-AC6EA14AA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4034" y="1879202"/>
            <a:ext cx="561110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client upload rate =</a:t>
            </a:r>
            <a:r>
              <a:rPr lang="en-US" altLang="en-US" sz="1800" i="1" dirty="0">
                <a:latin typeface="+mn-lt"/>
              </a:rPr>
              <a:t> u</a:t>
            </a:r>
            <a:r>
              <a:rPr lang="en-US" altLang="en-US" sz="1800" dirty="0">
                <a:latin typeface="+mn-lt"/>
              </a:rPr>
              <a:t>,  </a:t>
            </a:r>
            <a:r>
              <a:rPr lang="en-US" altLang="en-US" sz="1800" i="1" dirty="0">
                <a:latin typeface="+mn-lt"/>
              </a:rPr>
              <a:t>F/u </a:t>
            </a:r>
            <a:r>
              <a:rPr lang="en-US" altLang="en-US" sz="1800" dirty="0">
                <a:latin typeface="+mn-lt"/>
              </a:rPr>
              <a:t>= 1 hour,  </a:t>
            </a:r>
            <a:r>
              <a:rPr lang="en-US" altLang="en-US" sz="1800" i="1" dirty="0">
                <a:latin typeface="+mn-lt"/>
              </a:rPr>
              <a:t>u</a:t>
            </a:r>
            <a:r>
              <a:rPr lang="en-US" altLang="en-US" sz="1800" i="1" baseline="-25000" dirty="0">
                <a:latin typeface="+mn-lt"/>
              </a:rPr>
              <a:t>s</a:t>
            </a:r>
            <a:r>
              <a:rPr lang="en-US" altLang="en-US" sz="1800" i="1" dirty="0">
                <a:latin typeface="+mn-lt"/>
              </a:rPr>
              <a:t> = 10u,  d</a:t>
            </a:r>
            <a:r>
              <a:rPr lang="en-US" altLang="en-US" sz="1800" i="1" baseline="-25000" dirty="0">
                <a:latin typeface="+mn-lt"/>
              </a:rPr>
              <a:t>min</a:t>
            </a:r>
            <a:r>
              <a:rPr lang="en-US" altLang="en-US" sz="1800" i="1" dirty="0">
                <a:latin typeface="+mn-lt"/>
              </a:rPr>
              <a:t> ≥ u</a:t>
            </a:r>
            <a:r>
              <a:rPr lang="en-US" altLang="en-US" sz="1800" i="1" baseline="-25000" dirty="0">
                <a:latin typeface="+mn-lt"/>
              </a:rPr>
              <a:t>s</a:t>
            </a:r>
          </a:p>
        </p:txBody>
      </p:sp>
      <p:graphicFrame>
        <p:nvGraphicFramePr>
          <p:cNvPr id="146" name="Object 2">
            <a:extLst>
              <a:ext uri="{FF2B5EF4-FFF2-40B4-BE49-F238E27FC236}">
                <a16:creationId xmlns:a16="http://schemas.microsoft.com/office/drawing/2014/main" xmlns="" id="{DA2A3735-C6EA-E243-957F-9D948479EA07}"/>
              </a:ext>
            </a:extLst>
          </p:cNvPr>
          <p:cNvGraphicFramePr>
            <a:graphicFrameLocks noChangeAspect="1"/>
          </p:cNvGraphicFramePr>
          <p:nvPr>
            <p:extLst/>
          </p:nvPr>
        </p:nvGraphicFramePr>
        <p:xfrm>
          <a:off x="2232648" y="2233807"/>
          <a:ext cx="5273873" cy="359268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8" name="Chart" r:id="rId4" imgW="7734300" imgH="5295900" progId="Excel.Chart.8">
                  <p:embed/>
                </p:oleObj>
              </mc:Choice>
              <mc:Fallback>
                <p:oleObj name="Chart" r:id="rId4" imgW="7734300" imgH="5295900" progId="Excel.Char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32648" y="2233807"/>
                        <a:ext cx="5273873" cy="359268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xmlns="" id="{97AAACF9-A4E2-714C-A130-30E3EF5AB884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651529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P2P file distribution: BitTorrent </a:t>
            </a:r>
          </a:p>
        </p:txBody>
      </p:sp>
      <p:sp>
        <p:nvSpPr>
          <p:cNvPr id="8" name="Rectangle 43">
            <a:extLst>
              <a:ext uri="{FF2B5EF4-FFF2-40B4-BE49-F238E27FC236}">
                <a16:creationId xmlns:a16="http://schemas.microsoft.com/office/drawing/2014/main" xmlns="" id="{9F70DCCB-36C3-394B-AA08-EB0F698CB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338" y="1802266"/>
            <a:ext cx="5343525" cy="757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dirty="0">
                <a:latin typeface="+mn-lt"/>
              </a:rPr>
              <a:t>file divided into 256Kb chunks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dirty="0">
                <a:latin typeface="+mn-lt"/>
              </a:rPr>
              <a:t>peers in torrent send/receive file chunks</a:t>
            </a:r>
            <a:endParaRPr lang="en-US" altLang="en-US" sz="2400" dirty="0">
              <a:latin typeface="+mn-lt"/>
            </a:endParaRPr>
          </a:p>
        </p:txBody>
      </p:sp>
      <p:sp>
        <p:nvSpPr>
          <p:cNvPr id="9" name="Text Box 37">
            <a:extLst>
              <a:ext uri="{FF2B5EF4-FFF2-40B4-BE49-F238E27FC236}">
                <a16:creationId xmlns:a16="http://schemas.microsoft.com/office/drawing/2014/main" xmlns="" id="{5650BC65-B000-EC4F-B4E6-547C48D65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9072" y="2636248"/>
            <a:ext cx="2315186" cy="602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100" i="1" dirty="0">
                <a:solidFill>
                  <a:srgbClr val="CC0000"/>
                </a:solidFill>
                <a:latin typeface="+mn-lt"/>
              </a:rPr>
              <a:t>tracker:</a:t>
            </a:r>
            <a:r>
              <a:rPr lang="en-US" altLang="en-US" sz="2100" dirty="0">
                <a:latin typeface="+mn-lt"/>
              </a:rPr>
              <a:t> </a:t>
            </a:r>
            <a:r>
              <a:rPr lang="en-US" altLang="en-US" sz="1800" dirty="0">
                <a:latin typeface="+mn-lt"/>
              </a:rPr>
              <a:t>tracks peers </a:t>
            </a:r>
          </a:p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latin typeface="+mn-lt"/>
              </a:rPr>
              <a:t>participating in torrent</a:t>
            </a:r>
          </a:p>
        </p:txBody>
      </p:sp>
      <p:sp>
        <p:nvSpPr>
          <p:cNvPr id="10" name="Text Box 41">
            <a:extLst>
              <a:ext uri="{FF2B5EF4-FFF2-40B4-BE49-F238E27FC236}">
                <a16:creationId xmlns:a16="http://schemas.microsoft.com/office/drawing/2014/main" xmlns="" id="{2814A19F-08C5-434B-8DB2-D40537539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3015" y="2646420"/>
            <a:ext cx="3033542" cy="602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100" i="1" dirty="0">
                <a:solidFill>
                  <a:srgbClr val="CC0000"/>
                </a:solidFill>
                <a:latin typeface="+mn-lt"/>
              </a:rPr>
              <a:t>torrent:</a:t>
            </a:r>
            <a:r>
              <a:rPr lang="en-US" altLang="en-US" sz="2100" dirty="0">
                <a:latin typeface="+mn-lt"/>
              </a:rPr>
              <a:t> </a:t>
            </a:r>
            <a:r>
              <a:rPr lang="en-US" altLang="en-US" sz="1800" dirty="0">
                <a:latin typeface="+mn-lt"/>
              </a:rPr>
              <a:t>group of peers exchanging  chunks of a file</a:t>
            </a:r>
          </a:p>
        </p:txBody>
      </p:sp>
      <p:sp>
        <p:nvSpPr>
          <p:cNvPr id="11" name="Line 21">
            <a:extLst>
              <a:ext uri="{FF2B5EF4-FFF2-40B4-BE49-F238E27FC236}">
                <a16:creationId xmlns:a16="http://schemas.microsoft.com/office/drawing/2014/main" xmlns="" id="{91218428-BF18-064C-AC6D-09C6F280B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1784" y="3681073"/>
            <a:ext cx="1190" cy="402431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12" name="Line 25">
            <a:extLst>
              <a:ext uri="{FF2B5EF4-FFF2-40B4-BE49-F238E27FC236}">
                <a16:creationId xmlns:a16="http://schemas.microsoft.com/office/drawing/2014/main" xmlns="" id="{83D9B80D-0209-4147-9E8B-F917A5CACC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21434" y="3477476"/>
            <a:ext cx="1913334" cy="1057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13" name="Line 26">
            <a:extLst>
              <a:ext uri="{FF2B5EF4-FFF2-40B4-BE49-F238E27FC236}">
                <a16:creationId xmlns:a16="http://schemas.microsoft.com/office/drawing/2014/main" xmlns="" id="{F9471077-2BA5-5449-84C5-497550D1A88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9034" y="3590585"/>
            <a:ext cx="185738" cy="1362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14" name="Line 27">
            <a:extLst>
              <a:ext uri="{FF2B5EF4-FFF2-40B4-BE49-F238E27FC236}">
                <a16:creationId xmlns:a16="http://schemas.microsoft.com/office/drawing/2014/main" xmlns="" id="{10E079A5-4F27-9043-ABC7-F13963D847D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98949" y="3410801"/>
            <a:ext cx="876300" cy="22979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15" name="Line 28">
            <a:extLst>
              <a:ext uri="{FF2B5EF4-FFF2-40B4-BE49-F238E27FC236}">
                <a16:creationId xmlns:a16="http://schemas.microsoft.com/office/drawing/2014/main" xmlns="" id="{5691CE8D-190A-8F4F-81D8-DA20F9A025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6968" y="3813232"/>
            <a:ext cx="1529954" cy="149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16" name="Line 29">
            <a:extLst>
              <a:ext uri="{FF2B5EF4-FFF2-40B4-BE49-F238E27FC236}">
                <a16:creationId xmlns:a16="http://schemas.microsoft.com/office/drawing/2014/main" xmlns="" id="{0B716A5B-3226-9240-889D-C421A6779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52453" y="5287226"/>
            <a:ext cx="554831" cy="12263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17" name="Line 30">
            <a:extLst>
              <a:ext uri="{FF2B5EF4-FFF2-40B4-BE49-F238E27FC236}">
                <a16:creationId xmlns:a16="http://schemas.microsoft.com/office/drawing/2014/main" xmlns="" id="{CB541843-3E52-6849-8C3D-ACA1E8B0A9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1693" y="3559628"/>
            <a:ext cx="675085" cy="1257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18" name="Line 31">
            <a:extLst>
              <a:ext uri="{FF2B5EF4-FFF2-40B4-BE49-F238E27FC236}">
                <a16:creationId xmlns:a16="http://schemas.microsoft.com/office/drawing/2014/main" xmlns="" id="{52216A70-C583-4540-BB2D-CF1771FB2A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15518" y="4599044"/>
            <a:ext cx="1590675" cy="3619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19" name="Line 32">
            <a:extLst>
              <a:ext uri="{FF2B5EF4-FFF2-40B4-BE49-F238E27FC236}">
                <a16:creationId xmlns:a16="http://schemas.microsoft.com/office/drawing/2014/main" xmlns="" id="{F807AF1E-A5B9-A540-A172-58D4029FDE3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65612" y="3517957"/>
            <a:ext cx="887016" cy="957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20" name="Line 33">
            <a:extLst>
              <a:ext uri="{FF2B5EF4-FFF2-40B4-BE49-F238E27FC236}">
                <a16:creationId xmlns:a16="http://schemas.microsoft.com/office/drawing/2014/main" xmlns="" id="{57AE3ACE-B172-774D-A007-D1E10D334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497797" y="5303895"/>
            <a:ext cx="282178" cy="16311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21" name="Line 34">
            <a:extLst>
              <a:ext uri="{FF2B5EF4-FFF2-40B4-BE49-F238E27FC236}">
                <a16:creationId xmlns:a16="http://schemas.microsoft.com/office/drawing/2014/main" xmlns="" id="{AD1B36D1-84DC-F74A-AFE8-CA1FD75FB99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1977" y="5525351"/>
            <a:ext cx="1117997" cy="119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sp>
        <p:nvSpPr>
          <p:cNvPr id="22" name="Text Box 35">
            <a:extLst>
              <a:ext uri="{FF2B5EF4-FFF2-40B4-BE49-F238E27FC236}">
                <a16:creationId xmlns:a16="http://schemas.microsoft.com/office/drawing/2014/main" xmlns="" id="{4EFE36E1-3543-7248-A7C0-2AC7D4F78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428" y="4432357"/>
            <a:ext cx="1236172" cy="3000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350" dirty="0">
                <a:latin typeface="+mn-lt"/>
              </a:rPr>
              <a:t>Alice arrives  …</a:t>
            </a:r>
          </a:p>
        </p:txBody>
      </p:sp>
      <p:sp>
        <p:nvSpPr>
          <p:cNvPr id="23" name="Line 38">
            <a:extLst>
              <a:ext uri="{FF2B5EF4-FFF2-40B4-BE49-F238E27FC236}">
                <a16:creationId xmlns:a16="http://schemas.microsoft.com/office/drawing/2014/main" xmlns="" id="{E123A252-D37E-4649-B66C-7F9C1DB6CC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10943" y="4730013"/>
            <a:ext cx="197644" cy="704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1350" dirty="0"/>
          </a:p>
        </p:txBody>
      </p:sp>
      <p:pic>
        <p:nvPicPr>
          <p:cNvPr id="24" name="Picture 39" descr="Alice">
            <a:extLst>
              <a:ext uri="{FF2B5EF4-FFF2-40B4-BE49-F238E27FC236}">
                <a16:creationId xmlns:a16="http://schemas.microsoft.com/office/drawing/2014/main" xmlns="" id="{6F308F82-9362-FC4F-921E-2715C3D3E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2202" y="4070407"/>
            <a:ext cx="355997" cy="3833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Line 42">
            <a:extLst>
              <a:ext uri="{FF2B5EF4-FFF2-40B4-BE49-F238E27FC236}">
                <a16:creationId xmlns:a16="http://schemas.microsoft.com/office/drawing/2014/main" xmlns="" id="{3C11B289-FD57-9D4E-9E24-3A266C61D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615" y="3198869"/>
            <a:ext cx="357188" cy="19407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350" dirty="0"/>
          </a:p>
        </p:txBody>
      </p:sp>
      <p:sp>
        <p:nvSpPr>
          <p:cNvPr id="26" name="Text Box 35">
            <a:extLst>
              <a:ext uri="{FF2B5EF4-FFF2-40B4-BE49-F238E27FC236}">
                <a16:creationId xmlns:a16="http://schemas.microsoft.com/office/drawing/2014/main" xmlns="" id="{927C2D32-6615-3F4A-95AB-84426525C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6143" y="4627620"/>
            <a:ext cx="1666995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350" dirty="0">
                <a:latin typeface="+mn-lt"/>
              </a:rPr>
              <a:t>… obtains list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350" dirty="0">
                <a:latin typeface="+mn-lt"/>
              </a:rPr>
              <a:t>of peers from tracker</a:t>
            </a:r>
          </a:p>
        </p:txBody>
      </p:sp>
      <p:grpSp>
        <p:nvGrpSpPr>
          <p:cNvPr id="27" name="Group 68">
            <a:extLst>
              <a:ext uri="{FF2B5EF4-FFF2-40B4-BE49-F238E27FC236}">
                <a16:creationId xmlns:a16="http://schemas.microsoft.com/office/drawing/2014/main" xmlns="" id="{0CB0B1F3-FC8E-0A48-BF34-45F53DE7FC53}"/>
              </a:ext>
            </a:extLst>
          </p:cNvPr>
          <p:cNvGrpSpPr>
            <a:grpSpLocks/>
          </p:cNvGrpSpPr>
          <p:nvPr/>
        </p:nvGrpSpPr>
        <p:grpSpPr bwMode="auto">
          <a:xfrm>
            <a:off x="3396343" y="3535816"/>
            <a:ext cx="2619375" cy="1622822"/>
            <a:chOff x="1752" y="2166"/>
            <a:chExt cx="2200" cy="1363"/>
          </a:xfrm>
        </p:grpSpPr>
        <p:sp>
          <p:nvSpPr>
            <p:cNvPr id="28" name="Line 22">
              <a:extLst>
                <a:ext uri="{FF2B5EF4-FFF2-40B4-BE49-F238E27FC236}">
                  <a16:creationId xmlns:a16="http://schemas.microsoft.com/office/drawing/2014/main" xmlns="" id="{07CCED51-0858-B14F-BA5F-7B3C851D3C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1350" dirty="0"/>
            </a:p>
          </p:txBody>
        </p:sp>
        <p:sp>
          <p:nvSpPr>
            <p:cNvPr id="29" name="Line 23">
              <a:extLst>
                <a:ext uri="{FF2B5EF4-FFF2-40B4-BE49-F238E27FC236}">
                  <a16:creationId xmlns:a16="http://schemas.microsoft.com/office/drawing/2014/main" xmlns="" id="{AE1CB49D-CE6D-D143-95DB-E659615A3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1350" dirty="0"/>
            </a:p>
          </p:txBody>
        </p:sp>
        <p:sp>
          <p:nvSpPr>
            <p:cNvPr id="30" name="Line 24">
              <a:extLst>
                <a:ext uri="{FF2B5EF4-FFF2-40B4-BE49-F238E27FC236}">
                  <a16:creationId xmlns:a16="http://schemas.microsoft.com/office/drawing/2014/main" xmlns="" id="{327E99FD-0AAB-E84D-845A-9A6E34919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1350" dirty="0"/>
            </a:p>
          </p:txBody>
        </p:sp>
      </p:grpSp>
      <p:sp>
        <p:nvSpPr>
          <p:cNvPr id="31" name="Text Box 35">
            <a:extLst>
              <a:ext uri="{FF2B5EF4-FFF2-40B4-BE49-F238E27FC236}">
                <a16:creationId xmlns:a16="http://schemas.microsoft.com/office/drawing/2014/main" xmlns="" id="{41FA99F8-69D2-FB4B-B615-224F5CEB2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78" y="5033623"/>
            <a:ext cx="2423549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350" dirty="0">
                <a:latin typeface="+mn-lt"/>
              </a:rPr>
              <a:t>… and begins exchanging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350" dirty="0">
                <a:latin typeface="+mn-lt"/>
              </a:rPr>
              <a:t>file chunks with peers in torrent</a:t>
            </a:r>
          </a:p>
        </p:txBody>
      </p:sp>
      <p:grpSp>
        <p:nvGrpSpPr>
          <p:cNvPr id="32" name="Group 71">
            <a:extLst>
              <a:ext uri="{FF2B5EF4-FFF2-40B4-BE49-F238E27FC236}">
                <a16:creationId xmlns:a16="http://schemas.microsoft.com/office/drawing/2014/main" xmlns="" id="{A0FCD1EA-5119-B341-A835-E304CBD33AC4}"/>
              </a:ext>
            </a:extLst>
          </p:cNvPr>
          <p:cNvGrpSpPr>
            <a:grpSpLocks/>
          </p:cNvGrpSpPr>
          <p:nvPr/>
        </p:nvGrpSpPr>
        <p:grpSpPr bwMode="auto">
          <a:xfrm>
            <a:off x="2948668" y="3167913"/>
            <a:ext cx="284560" cy="453628"/>
            <a:chOff x="4140" y="429"/>
            <a:chExt cx="1425" cy="2396"/>
          </a:xfrm>
        </p:grpSpPr>
        <p:sp>
          <p:nvSpPr>
            <p:cNvPr id="33" name="Freeform 72">
              <a:extLst>
                <a:ext uri="{FF2B5EF4-FFF2-40B4-BE49-F238E27FC236}">
                  <a16:creationId xmlns:a16="http://schemas.microsoft.com/office/drawing/2014/main" xmlns="" id="{36B6D999-1302-CA4C-9CFD-B5CDD532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34" name="Rectangle 73">
              <a:extLst>
                <a:ext uri="{FF2B5EF4-FFF2-40B4-BE49-F238E27FC236}">
                  <a16:creationId xmlns:a16="http://schemas.microsoft.com/office/drawing/2014/main" xmlns="" id="{AE763A03-0DD4-834A-B674-79B066627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sp>
          <p:nvSpPr>
            <p:cNvPr id="35" name="Freeform 74">
              <a:extLst>
                <a:ext uri="{FF2B5EF4-FFF2-40B4-BE49-F238E27FC236}">
                  <a16:creationId xmlns:a16="http://schemas.microsoft.com/office/drawing/2014/main" xmlns="" id="{1AF22850-A524-C34B-9648-D7E113A5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36" name="Freeform 75">
              <a:extLst>
                <a:ext uri="{FF2B5EF4-FFF2-40B4-BE49-F238E27FC236}">
                  <a16:creationId xmlns:a16="http://schemas.microsoft.com/office/drawing/2014/main" xmlns="" id="{E1031A0C-C898-9240-84A5-5DF224E40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37" name="Rectangle 76">
              <a:extLst>
                <a:ext uri="{FF2B5EF4-FFF2-40B4-BE49-F238E27FC236}">
                  <a16:creationId xmlns:a16="http://schemas.microsoft.com/office/drawing/2014/main" xmlns="" id="{FE7D0B4D-AB22-7349-A08A-69B9AFDFE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grpSp>
          <p:nvGrpSpPr>
            <p:cNvPr id="38" name="Group 77">
              <a:extLst>
                <a:ext uri="{FF2B5EF4-FFF2-40B4-BE49-F238E27FC236}">
                  <a16:creationId xmlns:a16="http://schemas.microsoft.com/office/drawing/2014/main" xmlns="" id="{4BEA5B83-9C56-7E41-BD11-3923564345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3" name="AutoShape 78">
                <a:extLst>
                  <a:ext uri="{FF2B5EF4-FFF2-40B4-BE49-F238E27FC236}">
                    <a16:creationId xmlns:a16="http://schemas.microsoft.com/office/drawing/2014/main" xmlns="" id="{A1F98537-39E1-5140-824E-666C1A8D1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500" dirty="0">
                  <a:latin typeface="+mn-lt"/>
                </a:endParaRPr>
              </a:p>
            </p:txBody>
          </p:sp>
          <p:sp>
            <p:nvSpPr>
              <p:cNvPr id="64" name="AutoShape 79">
                <a:extLst>
                  <a:ext uri="{FF2B5EF4-FFF2-40B4-BE49-F238E27FC236}">
                    <a16:creationId xmlns:a16="http://schemas.microsoft.com/office/drawing/2014/main" xmlns="" id="{3E630405-7E91-474D-81B7-5BE15C86F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500" dirty="0">
                  <a:latin typeface="+mn-lt"/>
                </a:endParaRPr>
              </a:p>
            </p:txBody>
          </p:sp>
        </p:grpSp>
        <p:sp>
          <p:nvSpPr>
            <p:cNvPr id="39" name="Rectangle 80">
              <a:extLst>
                <a:ext uri="{FF2B5EF4-FFF2-40B4-BE49-F238E27FC236}">
                  <a16:creationId xmlns:a16="http://schemas.microsoft.com/office/drawing/2014/main" xmlns="" id="{B81937BA-7B8F-934F-9886-304C1E0FE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grpSp>
          <p:nvGrpSpPr>
            <p:cNvPr id="40" name="Group 81">
              <a:extLst>
                <a:ext uri="{FF2B5EF4-FFF2-40B4-BE49-F238E27FC236}">
                  <a16:creationId xmlns:a16="http://schemas.microsoft.com/office/drawing/2014/main" xmlns="" id="{EB47381C-540F-D44E-B9A6-D96D60900C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1" name="AutoShape 82">
                <a:extLst>
                  <a:ext uri="{FF2B5EF4-FFF2-40B4-BE49-F238E27FC236}">
                    <a16:creationId xmlns:a16="http://schemas.microsoft.com/office/drawing/2014/main" xmlns="" id="{CB241153-BE70-A046-A468-0E9F962F2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500" dirty="0">
                  <a:latin typeface="+mn-lt"/>
                </a:endParaRPr>
              </a:p>
            </p:txBody>
          </p:sp>
          <p:sp>
            <p:nvSpPr>
              <p:cNvPr id="62" name="AutoShape 83">
                <a:extLst>
                  <a:ext uri="{FF2B5EF4-FFF2-40B4-BE49-F238E27FC236}">
                    <a16:creationId xmlns:a16="http://schemas.microsoft.com/office/drawing/2014/main" xmlns="" id="{AE4F9DC7-0CE7-224E-AC2E-7172DE8E4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500" dirty="0">
                  <a:latin typeface="+mn-lt"/>
                </a:endParaRPr>
              </a:p>
            </p:txBody>
          </p:sp>
        </p:grpSp>
        <p:sp>
          <p:nvSpPr>
            <p:cNvPr id="41" name="Rectangle 84">
              <a:extLst>
                <a:ext uri="{FF2B5EF4-FFF2-40B4-BE49-F238E27FC236}">
                  <a16:creationId xmlns:a16="http://schemas.microsoft.com/office/drawing/2014/main" xmlns="" id="{8C5EDE9F-7A54-8E4C-9F85-07C13C5C2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sp>
          <p:nvSpPr>
            <p:cNvPr id="42" name="Rectangle 85">
              <a:extLst>
                <a:ext uri="{FF2B5EF4-FFF2-40B4-BE49-F238E27FC236}">
                  <a16:creationId xmlns:a16="http://schemas.microsoft.com/office/drawing/2014/main" xmlns="" id="{6FEC7A6E-AAC2-3842-B9A4-935F2060D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grpSp>
          <p:nvGrpSpPr>
            <p:cNvPr id="43" name="Group 86">
              <a:extLst>
                <a:ext uri="{FF2B5EF4-FFF2-40B4-BE49-F238E27FC236}">
                  <a16:creationId xmlns:a16="http://schemas.microsoft.com/office/drawing/2014/main" xmlns="" id="{CAC1B168-07EE-3C44-9AEE-5914C1B8D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" name="AutoShape 87">
                <a:extLst>
                  <a:ext uri="{FF2B5EF4-FFF2-40B4-BE49-F238E27FC236}">
                    <a16:creationId xmlns:a16="http://schemas.microsoft.com/office/drawing/2014/main" xmlns="" id="{F49F383C-F941-F64A-8DDE-13A4D8D1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500" dirty="0">
                  <a:latin typeface="+mn-lt"/>
                </a:endParaRPr>
              </a:p>
            </p:txBody>
          </p:sp>
          <p:sp>
            <p:nvSpPr>
              <p:cNvPr id="60" name="AutoShape 88">
                <a:extLst>
                  <a:ext uri="{FF2B5EF4-FFF2-40B4-BE49-F238E27FC236}">
                    <a16:creationId xmlns:a16="http://schemas.microsoft.com/office/drawing/2014/main" xmlns="" id="{E3456229-948B-9C4F-B503-DD55D3230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500" dirty="0">
                  <a:latin typeface="+mn-lt"/>
                </a:endParaRPr>
              </a:p>
            </p:txBody>
          </p:sp>
        </p:grpSp>
        <p:sp>
          <p:nvSpPr>
            <p:cNvPr id="44" name="Freeform 89">
              <a:extLst>
                <a:ext uri="{FF2B5EF4-FFF2-40B4-BE49-F238E27FC236}">
                  <a16:creationId xmlns:a16="http://schemas.microsoft.com/office/drawing/2014/main" xmlns="" id="{3234093D-FE87-774F-B1CC-0588229A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grpSp>
          <p:nvGrpSpPr>
            <p:cNvPr id="45" name="Group 90">
              <a:extLst>
                <a:ext uri="{FF2B5EF4-FFF2-40B4-BE49-F238E27FC236}">
                  <a16:creationId xmlns:a16="http://schemas.microsoft.com/office/drawing/2014/main" xmlns="" id="{BA746CA5-383B-584C-B3CE-776F388C9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" name="AutoShape 91">
                <a:extLst>
                  <a:ext uri="{FF2B5EF4-FFF2-40B4-BE49-F238E27FC236}">
                    <a16:creationId xmlns:a16="http://schemas.microsoft.com/office/drawing/2014/main" xmlns="" id="{68AEEFFF-F3C4-BE40-8529-27EE2B357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500" dirty="0">
                  <a:latin typeface="+mn-lt"/>
                </a:endParaRPr>
              </a:p>
            </p:txBody>
          </p:sp>
          <p:sp>
            <p:nvSpPr>
              <p:cNvPr id="58" name="AutoShape 92">
                <a:extLst>
                  <a:ext uri="{FF2B5EF4-FFF2-40B4-BE49-F238E27FC236}">
                    <a16:creationId xmlns:a16="http://schemas.microsoft.com/office/drawing/2014/main" xmlns="" id="{A5A04A8A-7369-354C-9B2B-CE0C0C572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500" dirty="0">
                  <a:latin typeface="+mn-lt"/>
                </a:endParaRPr>
              </a:p>
            </p:txBody>
          </p:sp>
        </p:grpSp>
        <p:sp>
          <p:nvSpPr>
            <p:cNvPr id="46" name="Rectangle 93">
              <a:extLst>
                <a:ext uri="{FF2B5EF4-FFF2-40B4-BE49-F238E27FC236}">
                  <a16:creationId xmlns:a16="http://schemas.microsoft.com/office/drawing/2014/main" xmlns="" id="{618A0788-435C-8042-AA0E-E94601F03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sp>
          <p:nvSpPr>
            <p:cNvPr id="47" name="Freeform 94">
              <a:extLst>
                <a:ext uri="{FF2B5EF4-FFF2-40B4-BE49-F238E27FC236}">
                  <a16:creationId xmlns:a16="http://schemas.microsoft.com/office/drawing/2014/main" xmlns="" id="{25054F67-2153-544C-AC14-FB9950D7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48" name="Freeform 95">
              <a:extLst>
                <a:ext uri="{FF2B5EF4-FFF2-40B4-BE49-F238E27FC236}">
                  <a16:creationId xmlns:a16="http://schemas.microsoft.com/office/drawing/2014/main" xmlns="" id="{F3155E84-B2BA-A749-84BE-14633D97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49" name="Oval 96">
              <a:extLst>
                <a:ext uri="{FF2B5EF4-FFF2-40B4-BE49-F238E27FC236}">
                  <a16:creationId xmlns:a16="http://schemas.microsoft.com/office/drawing/2014/main" xmlns="" id="{CA182219-7AC0-E240-972C-91BD56BAF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sp>
          <p:nvSpPr>
            <p:cNvPr id="50" name="Freeform 97">
              <a:extLst>
                <a:ext uri="{FF2B5EF4-FFF2-40B4-BE49-F238E27FC236}">
                  <a16:creationId xmlns:a16="http://schemas.microsoft.com/office/drawing/2014/main" xmlns="" id="{85F80E33-0DDA-284C-9587-26BBD916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350" dirty="0"/>
            </a:p>
          </p:txBody>
        </p:sp>
        <p:sp>
          <p:nvSpPr>
            <p:cNvPr id="51" name="AutoShape 98">
              <a:extLst>
                <a:ext uri="{FF2B5EF4-FFF2-40B4-BE49-F238E27FC236}">
                  <a16:creationId xmlns:a16="http://schemas.microsoft.com/office/drawing/2014/main" xmlns="" id="{882E6AD3-0779-D044-AD1D-25D36227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sp>
          <p:nvSpPr>
            <p:cNvPr id="52" name="AutoShape 99">
              <a:extLst>
                <a:ext uri="{FF2B5EF4-FFF2-40B4-BE49-F238E27FC236}">
                  <a16:creationId xmlns:a16="http://schemas.microsoft.com/office/drawing/2014/main" xmlns="" id="{7B40A6F7-0BA7-7E46-8BEC-61560B693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sp>
          <p:nvSpPr>
            <p:cNvPr id="53" name="Oval 100">
              <a:extLst>
                <a:ext uri="{FF2B5EF4-FFF2-40B4-BE49-F238E27FC236}">
                  <a16:creationId xmlns:a16="http://schemas.microsoft.com/office/drawing/2014/main" xmlns="" id="{F7339661-C71C-C74D-AC1D-5ED32FE9B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sp>
          <p:nvSpPr>
            <p:cNvPr id="54" name="Oval 101">
              <a:extLst>
                <a:ext uri="{FF2B5EF4-FFF2-40B4-BE49-F238E27FC236}">
                  <a16:creationId xmlns:a16="http://schemas.microsoft.com/office/drawing/2014/main" xmlns="" id="{B23B5791-AF12-DF45-86A6-EECA1ABBE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350" dirty="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55" name="Oval 102">
              <a:extLst>
                <a:ext uri="{FF2B5EF4-FFF2-40B4-BE49-F238E27FC236}">
                  <a16:creationId xmlns:a16="http://schemas.microsoft.com/office/drawing/2014/main" xmlns="" id="{276ECC61-535B-904F-A386-35EBB8EC4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  <p:sp>
          <p:nvSpPr>
            <p:cNvPr id="56" name="Rectangle 103">
              <a:extLst>
                <a:ext uri="{FF2B5EF4-FFF2-40B4-BE49-F238E27FC236}">
                  <a16:creationId xmlns:a16="http://schemas.microsoft.com/office/drawing/2014/main" xmlns="" id="{EA9915CD-687B-DC45-B384-ED68394FB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500" dirty="0">
                <a:latin typeface="+mn-lt"/>
              </a:endParaRPr>
            </a:p>
          </p:txBody>
        </p:sp>
      </p:grpSp>
      <p:grpSp>
        <p:nvGrpSpPr>
          <p:cNvPr id="65" name="Group 104">
            <a:extLst>
              <a:ext uri="{FF2B5EF4-FFF2-40B4-BE49-F238E27FC236}">
                <a16:creationId xmlns:a16="http://schemas.microsoft.com/office/drawing/2014/main" xmlns="" id="{A1CC28AD-9104-D040-9B79-0D23AB0DAD5C}"/>
              </a:ext>
            </a:extLst>
          </p:cNvPr>
          <p:cNvGrpSpPr>
            <a:grpSpLocks/>
          </p:cNvGrpSpPr>
          <p:nvPr/>
        </p:nvGrpSpPr>
        <p:grpSpPr bwMode="auto">
          <a:xfrm>
            <a:off x="2868896" y="4097791"/>
            <a:ext cx="514350" cy="441722"/>
            <a:chOff x="-44" y="1473"/>
            <a:chExt cx="981" cy="1105"/>
          </a:xfrm>
        </p:grpSpPr>
        <p:pic>
          <p:nvPicPr>
            <p:cNvPr id="66" name="Picture 105" descr="desktop_computer_stylized_medium">
              <a:extLst>
                <a:ext uri="{FF2B5EF4-FFF2-40B4-BE49-F238E27FC236}">
                  <a16:creationId xmlns:a16="http://schemas.microsoft.com/office/drawing/2014/main" xmlns="" id="{AAA9C191-A724-DE4E-A0DA-AF600AE1B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" name="Freeform 106">
              <a:extLst>
                <a:ext uri="{FF2B5EF4-FFF2-40B4-BE49-F238E27FC236}">
                  <a16:creationId xmlns:a16="http://schemas.microsoft.com/office/drawing/2014/main" xmlns="" id="{E6FC85B1-48F0-1149-9E86-28C220903A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68" name="Group 107">
            <a:extLst>
              <a:ext uri="{FF2B5EF4-FFF2-40B4-BE49-F238E27FC236}">
                <a16:creationId xmlns:a16="http://schemas.microsoft.com/office/drawing/2014/main" xmlns="" id="{291F0955-3988-7649-881A-FC89468189F9}"/>
              </a:ext>
            </a:extLst>
          </p:cNvPr>
          <p:cNvGrpSpPr>
            <a:grpSpLocks/>
          </p:cNvGrpSpPr>
          <p:nvPr/>
        </p:nvGrpSpPr>
        <p:grpSpPr bwMode="auto">
          <a:xfrm>
            <a:off x="3896406" y="4857410"/>
            <a:ext cx="546497" cy="465535"/>
            <a:chOff x="-44" y="1473"/>
            <a:chExt cx="981" cy="1105"/>
          </a:xfrm>
        </p:grpSpPr>
        <p:pic>
          <p:nvPicPr>
            <p:cNvPr id="69" name="Picture 108" descr="desktop_computer_stylized_medium">
              <a:extLst>
                <a:ext uri="{FF2B5EF4-FFF2-40B4-BE49-F238E27FC236}">
                  <a16:creationId xmlns:a16="http://schemas.microsoft.com/office/drawing/2014/main" xmlns="" id="{A5B37F88-7E58-784C-A670-1879282E52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0" name="Freeform 109">
              <a:extLst>
                <a:ext uri="{FF2B5EF4-FFF2-40B4-BE49-F238E27FC236}">
                  <a16:creationId xmlns:a16="http://schemas.microsoft.com/office/drawing/2014/main" xmlns="" id="{36940F9B-2451-784C-B12A-984CF4F873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71" name="Group 110">
            <a:extLst>
              <a:ext uri="{FF2B5EF4-FFF2-40B4-BE49-F238E27FC236}">
                <a16:creationId xmlns:a16="http://schemas.microsoft.com/office/drawing/2014/main" xmlns="" id="{7F424135-822E-074D-8C17-2A6D6E4ECAFC}"/>
              </a:ext>
            </a:extLst>
          </p:cNvPr>
          <p:cNvGrpSpPr>
            <a:grpSpLocks/>
          </p:cNvGrpSpPr>
          <p:nvPr/>
        </p:nvGrpSpPr>
        <p:grpSpPr bwMode="auto">
          <a:xfrm>
            <a:off x="4108337" y="5290797"/>
            <a:ext cx="546497" cy="465535"/>
            <a:chOff x="-44" y="1473"/>
            <a:chExt cx="981" cy="1105"/>
          </a:xfrm>
        </p:grpSpPr>
        <p:pic>
          <p:nvPicPr>
            <p:cNvPr id="72" name="Picture 111" descr="desktop_computer_stylized_medium">
              <a:extLst>
                <a:ext uri="{FF2B5EF4-FFF2-40B4-BE49-F238E27FC236}">
                  <a16:creationId xmlns:a16="http://schemas.microsoft.com/office/drawing/2014/main" xmlns="" id="{34FC5600-17A3-934E-9068-3B83CAC0C3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" name="Freeform 112">
              <a:extLst>
                <a:ext uri="{FF2B5EF4-FFF2-40B4-BE49-F238E27FC236}">
                  <a16:creationId xmlns:a16="http://schemas.microsoft.com/office/drawing/2014/main" xmlns="" id="{1F97F168-3D00-8E46-92E2-721EC7E48C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74" name="Group 113">
            <a:extLst>
              <a:ext uri="{FF2B5EF4-FFF2-40B4-BE49-F238E27FC236}">
                <a16:creationId xmlns:a16="http://schemas.microsoft.com/office/drawing/2014/main" xmlns="" id="{C0B69BA7-0A27-7147-8AE9-1235C7C2A05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83584" y="4425213"/>
            <a:ext cx="546497" cy="465534"/>
            <a:chOff x="-44" y="1473"/>
            <a:chExt cx="981" cy="1105"/>
          </a:xfrm>
        </p:grpSpPr>
        <p:pic>
          <p:nvPicPr>
            <p:cNvPr id="75" name="Picture 114" descr="desktop_computer_stylized_medium">
              <a:extLst>
                <a:ext uri="{FF2B5EF4-FFF2-40B4-BE49-F238E27FC236}">
                  <a16:creationId xmlns:a16="http://schemas.microsoft.com/office/drawing/2014/main" xmlns="" id="{F68E7B52-0A00-E34D-9DA2-D7620DF995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115">
              <a:extLst>
                <a:ext uri="{FF2B5EF4-FFF2-40B4-BE49-F238E27FC236}">
                  <a16:creationId xmlns:a16="http://schemas.microsoft.com/office/drawing/2014/main" xmlns="" id="{CE23A1DF-EAD7-2749-B795-7C811DC2D3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77" name="Group 116">
            <a:extLst>
              <a:ext uri="{FF2B5EF4-FFF2-40B4-BE49-F238E27FC236}">
                <a16:creationId xmlns:a16="http://schemas.microsoft.com/office/drawing/2014/main" xmlns="" id="{C526BB6F-CCDA-0147-8FD0-0F99323F14A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22837" y="5428910"/>
            <a:ext cx="546497" cy="465535"/>
            <a:chOff x="-44" y="1473"/>
            <a:chExt cx="981" cy="1105"/>
          </a:xfrm>
        </p:grpSpPr>
        <p:pic>
          <p:nvPicPr>
            <p:cNvPr id="78" name="Picture 117" descr="desktop_computer_stylized_medium">
              <a:extLst>
                <a:ext uri="{FF2B5EF4-FFF2-40B4-BE49-F238E27FC236}">
                  <a16:creationId xmlns:a16="http://schemas.microsoft.com/office/drawing/2014/main" xmlns="" id="{CDFEDAF9-00CE-D646-8AE3-A7056CD30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" name="Freeform 118">
              <a:extLst>
                <a:ext uri="{FF2B5EF4-FFF2-40B4-BE49-F238E27FC236}">
                  <a16:creationId xmlns:a16="http://schemas.microsoft.com/office/drawing/2014/main" xmlns="" id="{3D90A292-9B8F-C447-9D79-AE8C9EFF48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80" name="Group 119">
            <a:extLst>
              <a:ext uri="{FF2B5EF4-FFF2-40B4-BE49-F238E27FC236}">
                <a16:creationId xmlns:a16="http://schemas.microsoft.com/office/drawing/2014/main" xmlns="" id="{EBC84D0D-5129-DF4C-A746-CE2C76A20F2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124065" y="3534626"/>
            <a:ext cx="546497" cy="465534"/>
            <a:chOff x="-44" y="1473"/>
            <a:chExt cx="981" cy="1105"/>
          </a:xfrm>
        </p:grpSpPr>
        <p:pic>
          <p:nvPicPr>
            <p:cNvPr id="81" name="Picture 120" descr="desktop_computer_stylized_medium">
              <a:extLst>
                <a:ext uri="{FF2B5EF4-FFF2-40B4-BE49-F238E27FC236}">
                  <a16:creationId xmlns:a16="http://schemas.microsoft.com/office/drawing/2014/main" xmlns="" id="{2B752977-E9AF-8448-A2A8-48B1A471FE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" name="Freeform 121">
              <a:extLst>
                <a:ext uri="{FF2B5EF4-FFF2-40B4-BE49-F238E27FC236}">
                  <a16:creationId xmlns:a16="http://schemas.microsoft.com/office/drawing/2014/main" xmlns="" id="{2274D970-5334-1C44-8D20-95FD2587EC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83" name="Group 122">
            <a:extLst>
              <a:ext uri="{FF2B5EF4-FFF2-40B4-BE49-F238E27FC236}">
                <a16:creationId xmlns:a16="http://schemas.microsoft.com/office/drawing/2014/main" xmlns="" id="{62B3C8B1-8466-CB42-A6EE-7A22909BC2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776277" y="3134576"/>
            <a:ext cx="481013" cy="465534"/>
            <a:chOff x="-44" y="1473"/>
            <a:chExt cx="981" cy="1105"/>
          </a:xfrm>
        </p:grpSpPr>
        <p:pic>
          <p:nvPicPr>
            <p:cNvPr id="84" name="Picture 123" descr="desktop_computer_stylized_medium">
              <a:extLst>
                <a:ext uri="{FF2B5EF4-FFF2-40B4-BE49-F238E27FC236}">
                  <a16:creationId xmlns:a16="http://schemas.microsoft.com/office/drawing/2014/main" xmlns="" id="{AD943130-CC29-0E45-BFE5-3AE7F2348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" name="Freeform 124">
              <a:extLst>
                <a:ext uri="{FF2B5EF4-FFF2-40B4-BE49-F238E27FC236}">
                  <a16:creationId xmlns:a16="http://schemas.microsoft.com/office/drawing/2014/main" xmlns="" id="{D17179B0-F425-1A49-8872-7CDBB0C527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86" name="Group 125">
            <a:extLst>
              <a:ext uri="{FF2B5EF4-FFF2-40B4-BE49-F238E27FC236}">
                <a16:creationId xmlns:a16="http://schemas.microsoft.com/office/drawing/2014/main" xmlns="" id="{E26E3FBF-E723-C040-AEE6-20EB441E8176}"/>
              </a:ext>
            </a:extLst>
          </p:cNvPr>
          <p:cNvGrpSpPr>
            <a:grpSpLocks/>
          </p:cNvGrpSpPr>
          <p:nvPr/>
        </p:nvGrpSpPr>
        <p:grpSpPr bwMode="auto">
          <a:xfrm>
            <a:off x="3568984" y="3127432"/>
            <a:ext cx="546497" cy="465534"/>
            <a:chOff x="-44" y="1473"/>
            <a:chExt cx="981" cy="1105"/>
          </a:xfrm>
        </p:grpSpPr>
        <p:pic>
          <p:nvPicPr>
            <p:cNvPr id="87" name="Picture 126" descr="desktop_computer_stylized_medium">
              <a:extLst>
                <a:ext uri="{FF2B5EF4-FFF2-40B4-BE49-F238E27FC236}">
                  <a16:creationId xmlns:a16="http://schemas.microsoft.com/office/drawing/2014/main" xmlns="" id="{CF1B6F22-9E2D-1944-A52E-E77715BBD7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8" name="Freeform 127">
              <a:extLst>
                <a:ext uri="{FF2B5EF4-FFF2-40B4-BE49-F238E27FC236}">
                  <a16:creationId xmlns:a16="http://schemas.microsoft.com/office/drawing/2014/main" xmlns="" id="{22CD730C-689A-E44A-91FA-E8E769CE6D9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grpSp>
        <p:nvGrpSpPr>
          <p:cNvPr id="89" name="Group 129">
            <a:extLst>
              <a:ext uri="{FF2B5EF4-FFF2-40B4-BE49-F238E27FC236}">
                <a16:creationId xmlns:a16="http://schemas.microsoft.com/office/drawing/2014/main" xmlns="" id="{A7C3F63D-74FF-7040-B1D2-88A6E501954B}"/>
              </a:ext>
            </a:extLst>
          </p:cNvPr>
          <p:cNvGrpSpPr>
            <a:grpSpLocks/>
          </p:cNvGrpSpPr>
          <p:nvPr/>
        </p:nvGrpSpPr>
        <p:grpSpPr bwMode="auto">
          <a:xfrm>
            <a:off x="5144180" y="5087200"/>
            <a:ext cx="367904" cy="309563"/>
            <a:chOff x="-44" y="1473"/>
            <a:chExt cx="981" cy="1105"/>
          </a:xfrm>
        </p:grpSpPr>
        <p:pic>
          <p:nvPicPr>
            <p:cNvPr id="90" name="Picture 130" descr="desktop_computer_stylized_medium">
              <a:extLst>
                <a:ext uri="{FF2B5EF4-FFF2-40B4-BE49-F238E27FC236}">
                  <a16:creationId xmlns:a16="http://schemas.microsoft.com/office/drawing/2014/main" xmlns="" id="{45B574F8-532C-7A46-A7F4-34C6C8EBE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" name="Freeform 131">
              <a:extLst>
                <a:ext uri="{FF2B5EF4-FFF2-40B4-BE49-F238E27FC236}">
                  <a16:creationId xmlns:a16="http://schemas.microsoft.com/office/drawing/2014/main" xmlns="" id="{AA7D8503-5853-054D-99AB-15405424F7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350" dirty="0"/>
            </a:p>
          </p:txBody>
        </p:sp>
      </p:grpSp>
      <p:sp>
        <p:nvSpPr>
          <p:cNvPr id="92" name="Slide Number Placeholder 2">
            <a:extLst>
              <a:ext uri="{FF2B5EF4-FFF2-40B4-BE49-F238E27FC236}">
                <a16:creationId xmlns:a16="http://schemas.microsoft.com/office/drawing/2014/main" xmlns="" id="{D180C486-5822-2A45-9DAC-775AB430BAD2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1755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6" grpId="0"/>
      <p:bldP spid="31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P2P file distribution: BitTorrent </a:t>
            </a:r>
          </a:p>
        </p:txBody>
      </p:sp>
      <p:sp>
        <p:nvSpPr>
          <p:cNvPr id="170" name="Rectangle 3">
            <a:extLst>
              <a:ext uri="{FF2B5EF4-FFF2-40B4-BE49-F238E27FC236}">
                <a16:creationId xmlns:a16="http://schemas.microsoft.com/office/drawing/2014/main" xmlns="" id="{BE01B437-A61A-9B44-A8C0-5BAD0C5014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545" y="2018915"/>
            <a:ext cx="4491207" cy="1843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215504" indent="-215504"/>
            <a:r>
              <a:rPr lang="en-US" altLang="en-US" sz="2100" kern="0" dirty="0">
                <a:latin typeface="+mn-lt"/>
                <a:ea typeface="ＭＳ Ｐゴシック" panose="020B0600070205080204" pitchFamily="34" charset="-128"/>
              </a:rPr>
              <a:t>peer joining torrent: </a:t>
            </a:r>
          </a:p>
          <a:p>
            <a:pPr marL="510779" lvl="1" indent="-167879"/>
            <a:r>
              <a:rPr lang="en-US" altLang="en-US" sz="1800" kern="0" dirty="0">
                <a:latin typeface="+mn-lt"/>
                <a:ea typeface="ＭＳ Ｐゴシック" panose="020B0600070205080204" pitchFamily="34" charset="-128"/>
              </a:rPr>
              <a:t>has no chunks, but will accumulate them over time from other peers</a:t>
            </a:r>
          </a:p>
          <a:p>
            <a:pPr marL="510779" lvl="1" indent="-167879"/>
            <a:r>
              <a:rPr lang="en-US" altLang="en-US" sz="1800" kern="0" dirty="0">
                <a:latin typeface="+mn-lt"/>
                <a:ea typeface="ＭＳ Ｐゴシック" panose="020B0600070205080204" pitchFamily="34" charset="-128"/>
              </a:rPr>
              <a:t>registers with tracker to get list of peers, connects to subset of peers (</a:t>
            </a:r>
            <a:r>
              <a:rPr lang="ja-JP" altLang="en-US" sz="1800" kern="0">
                <a:latin typeface="+mn-lt"/>
                <a:ea typeface="ＭＳ Ｐゴシック" panose="020B0600070205080204" pitchFamily="34" charset="-128"/>
              </a:rPr>
              <a:t>“</a:t>
            </a:r>
            <a:r>
              <a:rPr lang="en-US" altLang="ja-JP" sz="1800" kern="0" dirty="0">
                <a:latin typeface="+mn-lt"/>
                <a:ea typeface="ＭＳ Ｐゴシック" panose="020B0600070205080204" pitchFamily="34" charset="-128"/>
              </a:rPr>
              <a:t>neighbors</a:t>
            </a:r>
            <a:r>
              <a:rPr lang="ja-JP" altLang="en-US" sz="1800" kern="0">
                <a:latin typeface="+mn-lt"/>
                <a:ea typeface="ＭＳ Ｐゴシック" panose="020B0600070205080204" pitchFamily="34" charset="-128"/>
              </a:rPr>
              <a:t>”</a:t>
            </a:r>
            <a:r>
              <a:rPr lang="en-US" altLang="ja-JP" sz="1800" kern="0" dirty="0">
                <a:latin typeface="+mn-lt"/>
                <a:ea typeface="ＭＳ Ｐゴシック" panose="020B0600070205080204" pitchFamily="34" charset="-128"/>
              </a:rPr>
              <a:t>)</a:t>
            </a:r>
            <a:endParaRPr lang="en-US" altLang="en-US" sz="1800" kern="0" dirty="0"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171" name="Rectangle 3">
            <a:extLst>
              <a:ext uri="{FF2B5EF4-FFF2-40B4-BE49-F238E27FC236}">
                <a16:creationId xmlns:a16="http://schemas.microsoft.com/office/drawing/2014/main" xmlns="" id="{5C2EB95A-93B0-5840-9C4D-A1762DAEA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93" y="3653790"/>
            <a:ext cx="8240315" cy="175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dirty="0">
                <a:solidFill>
                  <a:srgbClr val="000000"/>
                </a:solidFill>
                <a:latin typeface="+mn-lt"/>
              </a:rPr>
              <a:t>while downloading, peer uploads chunks to other peers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dirty="0">
                <a:solidFill>
                  <a:srgbClr val="000000"/>
                </a:solidFill>
                <a:latin typeface="+mn-lt"/>
              </a:rPr>
              <a:t>peer may change peers with whom it exchanges chunks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i="1" dirty="0">
                <a:solidFill>
                  <a:srgbClr val="CC0000"/>
                </a:solidFill>
                <a:latin typeface="+mn-lt"/>
              </a:rPr>
              <a:t>churn:</a:t>
            </a:r>
            <a:r>
              <a:rPr lang="en-US" altLang="en-US" sz="2100" dirty="0">
                <a:solidFill>
                  <a:srgbClr val="000000"/>
                </a:solidFill>
                <a:latin typeface="+mn-lt"/>
              </a:rPr>
              <a:t> peers may come and go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dirty="0">
                <a:solidFill>
                  <a:srgbClr val="000000"/>
                </a:solidFill>
                <a:latin typeface="+mn-lt"/>
              </a:rPr>
              <a:t>once peer has entire file, it may (selfishly) leave or (altruistically) remain in torrent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8DCC6C24-30FA-4B4E-A269-8C92EE25BC46}"/>
              </a:ext>
            </a:extLst>
          </p:cNvPr>
          <p:cNvGrpSpPr/>
          <p:nvPr/>
        </p:nvGrpSpPr>
        <p:grpSpPr>
          <a:xfrm>
            <a:off x="5716701" y="1837586"/>
            <a:ext cx="2675335" cy="1675210"/>
            <a:chOff x="4911725" y="1368425"/>
            <a:chExt cx="3567113" cy="2233613"/>
          </a:xfrm>
        </p:grpSpPr>
        <p:sp>
          <p:nvSpPr>
            <p:cNvPr id="172" name="Line 25">
              <a:extLst>
                <a:ext uri="{FF2B5EF4-FFF2-40B4-BE49-F238E27FC236}">
                  <a16:creationId xmlns:a16="http://schemas.microsoft.com/office/drawing/2014/main" xmlns="" id="{14C1BFA3-2422-AC40-9443-EBE4B0BA4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5225" y="1646238"/>
              <a:ext cx="1736725" cy="879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3" name="Line 26">
              <a:extLst>
                <a:ext uri="{FF2B5EF4-FFF2-40B4-BE49-F238E27FC236}">
                  <a16:creationId xmlns:a16="http://schemas.microsoft.com/office/drawing/2014/main" xmlns="" id="{858C722B-AFD5-3E4D-9F07-FC6900AAF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7113" y="1739900"/>
              <a:ext cx="168275" cy="1133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xmlns="" id="{BE071C26-5E10-4944-8BF4-10C7EC327E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223125" y="1590675"/>
              <a:ext cx="795338" cy="1905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xmlns="" id="{75CAFCCB-E9E5-7E49-A3F5-4958D9F89A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67500" y="1925638"/>
              <a:ext cx="1389063" cy="12398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xmlns="" id="{1D50DE5F-310E-1E44-85DE-D65DD48DF2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26238" y="3152775"/>
              <a:ext cx="504825" cy="101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7" name="Line 30">
              <a:extLst>
                <a:ext uri="{FF2B5EF4-FFF2-40B4-BE49-F238E27FC236}">
                  <a16:creationId xmlns:a16="http://schemas.microsoft.com/office/drawing/2014/main" xmlns="" id="{FCC71024-B200-2142-949F-7D4A1B58C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99213" y="1714500"/>
              <a:ext cx="612775" cy="10461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8" name="Line 31">
              <a:extLst>
                <a:ext uri="{FF2B5EF4-FFF2-40B4-BE49-F238E27FC236}">
                  <a16:creationId xmlns:a16="http://schemas.microsoft.com/office/drawing/2014/main" xmlns="" id="{1790AC52-1931-A649-B99C-E0E7A089EC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25" y="2579688"/>
              <a:ext cx="1443038" cy="3016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9" name="Line 32">
              <a:extLst>
                <a:ext uri="{FF2B5EF4-FFF2-40B4-BE49-F238E27FC236}">
                  <a16:creationId xmlns:a16="http://schemas.microsoft.com/office/drawing/2014/main" xmlns="" id="{89975C97-C827-D24A-B1B2-BA5EA5D13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2963" y="1679575"/>
              <a:ext cx="804862" cy="7969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0" name="Line 33">
              <a:extLst>
                <a:ext uri="{FF2B5EF4-FFF2-40B4-BE49-F238E27FC236}">
                  <a16:creationId xmlns:a16="http://schemas.microsoft.com/office/drawing/2014/main" xmlns="" id="{955D94CA-F543-6C42-A481-B95EE0186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4588" y="3165475"/>
              <a:ext cx="255587" cy="1365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1" name="Line 34">
              <a:extLst>
                <a:ext uri="{FF2B5EF4-FFF2-40B4-BE49-F238E27FC236}">
                  <a16:creationId xmlns:a16="http://schemas.microsoft.com/office/drawing/2014/main" xmlns="" id="{951F72DA-656A-D04D-A6C4-F256EFF9F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763" y="3351213"/>
              <a:ext cx="10144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2" name="Line 38">
              <a:extLst>
                <a:ext uri="{FF2B5EF4-FFF2-40B4-BE49-F238E27FC236}">
                  <a16:creationId xmlns:a16="http://schemas.microsoft.com/office/drawing/2014/main" xmlns="" id="{ADF91B87-973E-B548-B697-7A4079F1C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69238" y="2689225"/>
              <a:ext cx="179387" cy="5857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pic>
          <p:nvPicPr>
            <p:cNvPr id="183" name="Picture 39" descr="Alice">
              <a:extLst>
                <a:ext uri="{FF2B5EF4-FFF2-40B4-BE49-F238E27FC236}">
                  <a16:creationId xmlns:a16="http://schemas.microsoft.com/office/drawing/2014/main" xmlns="" id="{6B053B54-9371-384F-AA52-C17465B4D3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11725" y="2139950"/>
              <a:ext cx="32385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70">
              <a:extLst>
                <a:ext uri="{FF2B5EF4-FFF2-40B4-BE49-F238E27FC236}">
                  <a16:creationId xmlns:a16="http://schemas.microsoft.com/office/drawing/2014/main" xmlns="" id="{C2114C23-66BC-A94F-90FC-3D02C545B2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86413" y="1693863"/>
              <a:ext cx="2378075" cy="1350962"/>
              <a:chOff x="1752" y="2166"/>
              <a:chExt cx="2200" cy="1363"/>
            </a:xfrm>
          </p:grpSpPr>
          <p:sp>
            <p:nvSpPr>
              <p:cNvPr id="185" name="Line 22">
                <a:extLst>
                  <a:ext uri="{FF2B5EF4-FFF2-40B4-BE49-F238E27FC236}">
                    <a16:creationId xmlns:a16="http://schemas.microsoft.com/office/drawing/2014/main" xmlns="" id="{1EE108AC-8EA8-9E4A-8B60-F03F959667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2" y="2166"/>
                <a:ext cx="361" cy="5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86" name="Line 23">
                <a:extLst>
                  <a:ext uri="{FF2B5EF4-FFF2-40B4-BE49-F238E27FC236}">
                    <a16:creationId xmlns:a16="http://schemas.microsoft.com/office/drawing/2014/main" xmlns="" id="{94D6AFB9-0FA7-C54C-9273-1A9C925AB8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0" y="2352"/>
                <a:ext cx="2182" cy="4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87" name="Line 24">
                <a:extLst>
                  <a:ext uri="{FF2B5EF4-FFF2-40B4-BE49-F238E27FC236}">
                    <a16:creationId xmlns:a16="http://schemas.microsoft.com/office/drawing/2014/main" xmlns="" id="{5EF4CD56-8EA9-104D-8536-971136B66A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86" y="2820"/>
                <a:ext cx="1550" cy="7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188" name="Group 74">
              <a:extLst>
                <a:ext uri="{FF2B5EF4-FFF2-40B4-BE49-F238E27FC236}">
                  <a16:creationId xmlns:a16="http://schemas.microsoft.com/office/drawing/2014/main" xmlns="" id="{6DD06914-3CEB-5944-8E89-2281584DCD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45100" y="1374775"/>
              <a:ext cx="292100" cy="517525"/>
              <a:chOff x="4140" y="429"/>
              <a:chExt cx="1425" cy="2396"/>
            </a:xfrm>
          </p:grpSpPr>
          <p:sp>
            <p:nvSpPr>
              <p:cNvPr id="189" name="Freeform 75">
                <a:extLst>
                  <a:ext uri="{FF2B5EF4-FFF2-40B4-BE49-F238E27FC236}">
                    <a16:creationId xmlns:a16="http://schemas.microsoft.com/office/drawing/2014/main" xmlns="" id="{F5672D96-1DC0-8542-9E0B-AF784B6A0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0" name="Rectangle 76">
                <a:extLst>
                  <a:ext uri="{FF2B5EF4-FFF2-40B4-BE49-F238E27FC236}">
                    <a16:creationId xmlns:a16="http://schemas.microsoft.com/office/drawing/2014/main" xmlns="" id="{C336E614-D216-1B4B-9137-3DC6CF7E4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91" name="Freeform 77">
                <a:extLst>
                  <a:ext uri="{FF2B5EF4-FFF2-40B4-BE49-F238E27FC236}">
                    <a16:creationId xmlns:a16="http://schemas.microsoft.com/office/drawing/2014/main" xmlns="" id="{CF30086E-5442-B544-9BE6-2A808367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2" name="Freeform 78">
                <a:extLst>
                  <a:ext uri="{FF2B5EF4-FFF2-40B4-BE49-F238E27FC236}">
                    <a16:creationId xmlns:a16="http://schemas.microsoft.com/office/drawing/2014/main" xmlns="" id="{6218844C-628C-9547-A930-560D56E3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3" name="Rectangle 79">
                <a:extLst>
                  <a:ext uri="{FF2B5EF4-FFF2-40B4-BE49-F238E27FC236}">
                    <a16:creationId xmlns:a16="http://schemas.microsoft.com/office/drawing/2014/main" xmlns="" id="{78F96A30-FAB7-9144-8F42-1A1B06A33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4" name="Group 80">
                <a:extLst>
                  <a:ext uri="{FF2B5EF4-FFF2-40B4-BE49-F238E27FC236}">
                    <a16:creationId xmlns:a16="http://schemas.microsoft.com/office/drawing/2014/main" xmlns="" id="{CECE58F7-7C4A-6F4D-B141-662B63F4AA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9" name="AutoShape 81">
                  <a:extLst>
                    <a:ext uri="{FF2B5EF4-FFF2-40B4-BE49-F238E27FC236}">
                      <a16:creationId xmlns:a16="http://schemas.microsoft.com/office/drawing/2014/main" xmlns="" id="{D6885AAA-38B2-874F-868F-D00AB0AE0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altLang="en-US" sz="1500" kern="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20" name="AutoShape 82">
                  <a:extLst>
                    <a:ext uri="{FF2B5EF4-FFF2-40B4-BE49-F238E27FC236}">
                      <a16:creationId xmlns:a16="http://schemas.microsoft.com/office/drawing/2014/main" xmlns="" id="{D61DCFC9-1720-7344-ADE6-5BD09A2BF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altLang="en-US" sz="1500" kern="0" dirty="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5" name="Rectangle 83">
                <a:extLst>
                  <a:ext uri="{FF2B5EF4-FFF2-40B4-BE49-F238E27FC236}">
                    <a16:creationId xmlns:a16="http://schemas.microsoft.com/office/drawing/2014/main" xmlns="" id="{00D3BEA9-BA94-4044-B1D5-60A03C5C5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" name="Group 84">
                <a:extLst>
                  <a:ext uri="{FF2B5EF4-FFF2-40B4-BE49-F238E27FC236}">
                    <a16:creationId xmlns:a16="http://schemas.microsoft.com/office/drawing/2014/main" xmlns="" id="{641C2446-7A8F-504B-A8D3-FFEE0A9F63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7" name="AutoShape 85">
                  <a:extLst>
                    <a:ext uri="{FF2B5EF4-FFF2-40B4-BE49-F238E27FC236}">
                      <a16:creationId xmlns:a16="http://schemas.microsoft.com/office/drawing/2014/main" xmlns="" id="{C1F8A523-4462-AA4E-A2CA-29700E5DA9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altLang="en-US" sz="1500" kern="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8" name="AutoShape 86">
                  <a:extLst>
                    <a:ext uri="{FF2B5EF4-FFF2-40B4-BE49-F238E27FC236}">
                      <a16:creationId xmlns:a16="http://schemas.microsoft.com/office/drawing/2014/main" xmlns="" id="{A7658F20-DB1E-464F-B607-89092583FB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altLang="en-US" sz="1500" kern="0" dirty="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7" name="Rectangle 87">
                <a:extLst>
                  <a:ext uri="{FF2B5EF4-FFF2-40B4-BE49-F238E27FC236}">
                    <a16:creationId xmlns:a16="http://schemas.microsoft.com/office/drawing/2014/main" xmlns="" id="{FF6AAAAA-212A-7640-8D6B-0B6EBD377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98" name="Rectangle 88">
                <a:extLst>
                  <a:ext uri="{FF2B5EF4-FFF2-40B4-BE49-F238E27FC236}">
                    <a16:creationId xmlns:a16="http://schemas.microsoft.com/office/drawing/2014/main" xmlns="" id="{634123E3-AB71-9F41-AD39-43B0691F1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9" name="Group 89">
                <a:extLst>
                  <a:ext uri="{FF2B5EF4-FFF2-40B4-BE49-F238E27FC236}">
                    <a16:creationId xmlns:a16="http://schemas.microsoft.com/office/drawing/2014/main" xmlns="" id="{DC8E4BD8-4B64-1943-9731-721699A50B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5" name="AutoShape 90">
                  <a:extLst>
                    <a:ext uri="{FF2B5EF4-FFF2-40B4-BE49-F238E27FC236}">
                      <a16:creationId xmlns:a16="http://schemas.microsoft.com/office/drawing/2014/main" xmlns="" id="{9D762048-3A14-564D-8D32-3584214E9D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altLang="en-US" sz="1500" kern="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6" name="AutoShape 91">
                  <a:extLst>
                    <a:ext uri="{FF2B5EF4-FFF2-40B4-BE49-F238E27FC236}">
                      <a16:creationId xmlns:a16="http://schemas.microsoft.com/office/drawing/2014/main" xmlns="" id="{70B9E041-38D0-8A42-BB42-D0980C10A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altLang="en-US" sz="1500" kern="0" dirty="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00" name="Freeform 92">
                <a:extLst>
                  <a:ext uri="{FF2B5EF4-FFF2-40B4-BE49-F238E27FC236}">
                    <a16:creationId xmlns:a16="http://schemas.microsoft.com/office/drawing/2014/main" xmlns="" id="{A2F57490-585D-EB4E-AE3D-BCA33E2C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201" name="Group 93">
                <a:extLst>
                  <a:ext uri="{FF2B5EF4-FFF2-40B4-BE49-F238E27FC236}">
                    <a16:creationId xmlns:a16="http://schemas.microsoft.com/office/drawing/2014/main" xmlns="" id="{E23C7B19-F840-FC48-9713-9AD00E8223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3" name="AutoShape 94">
                  <a:extLst>
                    <a:ext uri="{FF2B5EF4-FFF2-40B4-BE49-F238E27FC236}">
                      <a16:creationId xmlns:a16="http://schemas.microsoft.com/office/drawing/2014/main" xmlns="" id="{BF66CD5C-FF99-7742-A14E-2BF2A67A6C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altLang="en-US" sz="1500" kern="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" name="AutoShape 95">
                  <a:extLst>
                    <a:ext uri="{FF2B5EF4-FFF2-40B4-BE49-F238E27FC236}">
                      <a16:creationId xmlns:a16="http://schemas.microsoft.com/office/drawing/2014/main" xmlns="" id="{F9BFFD59-AD2B-894C-819C-8D0DB9F2B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altLang="en-US" sz="1500" kern="0" dirty="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02" name="Rectangle 96">
                <a:extLst>
                  <a:ext uri="{FF2B5EF4-FFF2-40B4-BE49-F238E27FC236}">
                    <a16:creationId xmlns:a16="http://schemas.microsoft.com/office/drawing/2014/main" xmlns="" id="{136171A0-1A0E-8D4C-968B-D17501670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03" name="Freeform 97">
                <a:extLst>
                  <a:ext uri="{FF2B5EF4-FFF2-40B4-BE49-F238E27FC236}">
                    <a16:creationId xmlns:a16="http://schemas.microsoft.com/office/drawing/2014/main" xmlns="" id="{C874C361-C380-FC49-8D1C-E30AEEA3F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4" name="Freeform 98">
                <a:extLst>
                  <a:ext uri="{FF2B5EF4-FFF2-40B4-BE49-F238E27FC236}">
                    <a16:creationId xmlns:a16="http://schemas.microsoft.com/office/drawing/2014/main" xmlns="" id="{69C7F287-7595-D94A-87BF-95ED49C4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5" name="Oval 99">
                <a:extLst>
                  <a:ext uri="{FF2B5EF4-FFF2-40B4-BE49-F238E27FC236}">
                    <a16:creationId xmlns:a16="http://schemas.microsoft.com/office/drawing/2014/main" xmlns="" id="{B6E84AB5-17E1-1D48-BB79-04D2F0075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06" name="Freeform 100">
                <a:extLst>
                  <a:ext uri="{FF2B5EF4-FFF2-40B4-BE49-F238E27FC236}">
                    <a16:creationId xmlns:a16="http://schemas.microsoft.com/office/drawing/2014/main" xmlns="" id="{AF0BF05C-4E38-CD4D-AAFA-E3493B15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7" name="AutoShape 101">
                <a:extLst>
                  <a:ext uri="{FF2B5EF4-FFF2-40B4-BE49-F238E27FC236}">
                    <a16:creationId xmlns:a16="http://schemas.microsoft.com/office/drawing/2014/main" xmlns="" id="{3BB53BC2-8678-8446-A21F-7F33E9E5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08" name="AutoShape 102">
                <a:extLst>
                  <a:ext uri="{FF2B5EF4-FFF2-40B4-BE49-F238E27FC236}">
                    <a16:creationId xmlns:a16="http://schemas.microsoft.com/office/drawing/2014/main" xmlns="" id="{FA369464-AABC-BC43-830F-4E4F32FF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09" name="Oval 103">
                <a:extLst>
                  <a:ext uri="{FF2B5EF4-FFF2-40B4-BE49-F238E27FC236}">
                    <a16:creationId xmlns:a16="http://schemas.microsoft.com/office/drawing/2014/main" xmlns="" id="{0447F744-AF3E-9645-978F-EF1BDF0F8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10" name="Oval 104">
                <a:extLst>
                  <a:ext uri="{FF2B5EF4-FFF2-40B4-BE49-F238E27FC236}">
                    <a16:creationId xmlns:a16="http://schemas.microsoft.com/office/drawing/2014/main" xmlns="" id="{F3C8D210-BF7D-C848-B9FD-FC1172BBD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350" kern="0" dirty="0">
                  <a:solidFill>
                    <a:srgbClr val="FF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1" name="Oval 105">
                <a:extLst>
                  <a:ext uri="{FF2B5EF4-FFF2-40B4-BE49-F238E27FC236}">
                    <a16:creationId xmlns:a16="http://schemas.microsoft.com/office/drawing/2014/main" xmlns="" id="{1162ED20-6D4D-2B4D-84EF-299FDEE0E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" name="Rectangle 106">
                <a:extLst>
                  <a:ext uri="{FF2B5EF4-FFF2-40B4-BE49-F238E27FC236}">
                    <a16:creationId xmlns:a16="http://schemas.microsoft.com/office/drawing/2014/main" xmlns="" id="{922CF934-873F-EE4F-8726-E969CD36E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altLang="en-US" sz="1500" kern="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21" name="Group 107">
              <a:extLst>
                <a:ext uri="{FF2B5EF4-FFF2-40B4-BE49-F238E27FC236}">
                  <a16:creationId xmlns:a16="http://schemas.microsoft.com/office/drawing/2014/main" xmlns="" id="{C09F8334-EB5D-B748-8BA6-989D939E72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900" y="3176588"/>
              <a:ext cx="434975" cy="349250"/>
              <a:chOff x="-44" y="1473"/>
              <a:chExt cx="981" cy="1105"/>
            </a:xfrm>
          </p:grpSpPr>
          <p:pic>
            <p:nvPicPr>
              <p:cNvPr id="222" name="Picture 108" descr="desktop_computer_stylized_medium">
                <a:extLst>
                  <a:ext uri="{FF2B5EF4-FFF2-40B4-BE49-F238E27FC236}">
                    <a16:creationId xmlns:a16="http://schemas.microsoft.com/office/drawing/2014/main" xmlns="" id="{7B90278E-E343-294D-95CB-02DB24F6F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3" name="Freeform 109">
                <a:extLst>
                  <a:ext uri="{FF2B5EF4-FFF2-40B4-BE49-F238E27FC236}">
                    <a16:creationId xmlns:a16="http://schemas.microsoft.com/office/drawing/2014/main" xmlns="" id="{C59628E1-7338-E340-96DD-685A37B0462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4" name="Group 110">
              <a:extLst>
                <a:ext uri="{FF2B5EF4-FFF2-40B4-BE49-F238E27FC236}">
                  <a16:creationId xmlns:a16="http://schemas.microsoft.com/office/drawing/2014/main" xmlns="" id="{698F5DBF-2E9C-2B40-817E-23F3F51AF6C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16838" y="3252788"/>
              <a:ext cx="434975" cy="349250"/>
              <a:chOff x="-44" y="1473"/>
              <a:chExt cx="981" cy="1105"/>
            </a:xfrm>
          </p:grpSpPr>
          <p:pic>
            <p:nvPicPr>
              <p:cNvPr id="225" name="Picture 111" descr="desktop_computer_stylized_medium">
                <a:extLst>
                  <a:ext uri="{FF2B5EF4-FFF2-40B4-BE49-F238E27FC236}">
                    <a16:creationId xmlns:a16="http://schemas.microsoft.com/office/drawing/2014/main" xmlns="" id="{A569F870-B03B-2547-AF54-2C7AB5CBA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6" name="Freeform 112">
                <a:extLst>
                  <a:ext uri="{FF2B5EF4-FFF2-40B4-BE49-F238E27FC236}">
                    <a16:creationId xmlns:a16="http://schemas.microsoft.com/office/drawing/2014/main" xmlns="" id="{FE964CAF-BEB0-BB4E-AFC5-27ADA2EB8BD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7" name="Group 113">
              <a:extLst>
                <a:ext uri="{FF2B5EF4-FFF2-40B4-BE49-F238E27FC236}">
                  <a16:creationId xmlns:a16="http://schemas.microsoft.com/office/drawing/2014/main" xmlns="" id="{87763CBB-3A99-594D-9997-C76D56E76D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8300" y="2457450"/>
              <a:ext cx="434975" cy="349250"/>
              <a:chOff x="-44" y="1473"/>
              <a:chExt cx="981" cy="1105"/>
            </a:xfrm>
          </p:grpSpPr>
          <p:pic>
            <p:nvPicPr>
              <p:cNvPr id="228" name="Picture 114" descr="desktop_computer_stylized_medium">
                <a:extLst>
                  <a:ext uri="{FF2B5EF4-FFF2-40B4-BE49-F238E27FC236}">
                    <a16:creationId xmlns:a16="http://schemas.microsoft.com/office/drawing/2014/main" xmlns="" id="{3267E1E1-F140-B44D-B892-C5FED1C27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9" name="Freeform 115">
                <a:extLst>
                  <a:ext uri="{FF2B5EF4-FFF2-40B4-BE49-F238E27FC236}">
                    <a16:creationId xmlns:a16="http://schemas.microsoft.com/office/drawing/2014/main" xmlns="" id="{4F25EA7B-20CB-6C44-8B62-34CDC776210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0" name="Group 116">
              <a:extLst>
                <a:ext uri="{FF2B5EF4-FFF2-40B4-BE49-F238E27FC236}">
                  <a16:creationId xmlns:a16="http://schemas.microsoft.com/office/drawing/2014/main" xmlns="" id="{169372BE-08CD-7743-8E5E-EC2549832F5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043863" y="1706563"/>
              <a:ext cx="434975" cy="349250"/>
              <a:chOff x="-44" y="1473"/>
              <a:chExt cx="981" cy="1105"/>
            </a:xfrm>
          </p:grpSpPr>
          <p:pic>
            <p:nvPicPr>
              <p:cNvPr id="231" name="Picture 117" descr="desktop_computer_stylized_medium">
                <a:extLst>
                  <a:ext uri="{FF2B5EF4-FFF2-40B4-BE49-F238E27FC236}">
                    <a16:creationId xmlns:a16="http://schemas.microsoft.com/office/drawing/2014/main" xmlns="" id="{5232EB59-D06A-CC48-8C1F-E6DAC4976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2" name="Freeform 118">
                <a:extLst>
                  <a:ext uri="{FF2B5EF4-FFF2-40B4-BE49-F238E27FC236}">
                    <a16:creationId xmlns:a16="http://schemas.microsoft.com/office/drawing/2014/main" xmlns="" id="{7E7C9F9D-CF89-7545-A1F6-153E2A098F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3" name="Group 119">
              <a:extLst>
                <a:ext uri="{FF2B5EF4-FFF2-40B4-BE49-F238E27FC236}">
                  <a16:creationId xmlns:a16="http://schemas.microsoft.com/office/drawing/2014/main" xmlns="" id="{6869CE49-D074-8547-B1D6-1F3B5B649CF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911975" y="1368425"/>
              <a:ext cx="434975" cy="349250"/>
              <a:chOff x="-44" y="1473"/>
              <a:chExt cx="981" cy="1105"/>
            </a:xfrm>
          </p:grpSpPr>
          <p:pic>
            <p:nvPicPr>
              <p:cNvPr id="234" name="Picture 120" descr="desktop_computer_stylized_medium">
                <a:extLst>
                  <a:ext uri="{FF2B5EF4-FFF2-40B4-BE49-F238E27FC236}">
                    <a16:creationId xmlns:a16="http://schemas.microsoft.com/office/drawing/2014/main" xmlns="" id="{CE44033F-D4B7-7D46-9D32-0960EEB7B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5" name="Freeform 121">
                <a:extLst>
                  <a:ext uri="{FF2B5EF4-FFF2-40B4-BE49-F238E27FC236}">
                    <a16:creationId xmlns:a16="http://schemas.microsoft.com/office/drawing/2014/main" xmlns="" id="{45A28D47-C9B3-0346-8D70-361E7A4895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6" name="Group 123">
              <a:extLst>
                <a:ext uri="{FF2B5EF4-FFF2-40B4-BE49-F238E27FC236}">
                  <a16:creationId xmlns:a16="http://schemas.microsoft.com/office/drawing/2014/main" xmlns="" id="{4E1A9762-2C71-9742-9958-EB2D29E68E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24538" y="1411288"/>
              <a:ext cx="434975" cy="349250"/>
              <a:chOff x="-44" y="1473"/>
              <a:chExt cx="981" cy="1105"/>
            </a:xfrm>
          </p:grpSpPr>
          <p:pic>
            <p:nvPicPr>
              <p:cNvPr id="237" name="Picture 124" descr="desktop_computer_stylized_medium">
                <a:extLst>
                  <a:ext uri="{FF2B5EF4-FFF2-40B4-BE49-F238E27FC236}">
                    <a16:creationId xmlns:a16="http://schemas.microsoft.com/office/drawing/2014/main" xmlns="" id="{55B1C28D-66D6-DE4E-ADB5-D53BE1D2A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8" name="Freeform 125">
                <a:extLst>
                  <a:ext uri="{FF2B5EF4-FFF2-40B4-BE49-F238E27FC236}">
                    <a16:creationId xmlns:a16="http://schemas.microsoft.com/office/drawing/2014/main" xmlns="" id="{4765CFB0-3F34-B94A-BC7F-EA339FAACF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9" name="Group 126">
              <a:extLst>
                <a:ext uri="{FF2B5EF4-FFF2-40B4-BE49-F238E27FC236}">
                  <a16:creationId xmlns:a16="http://schemas.microsoft.com/office/drawing/2014/main" xmlns="" id="{BE7F0DCF-B627-C847-8279-68A197C89C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59375" y="2162175"/>
              <a:ext cx="434975" cy="349250"/>
              <a:chOff x="-44" y="1473"/>
              <a:chExt cx="981" cy="1105"/>
            </a:xfrm>
          </p:grpSpPr>
          <p:pic>
            <p:nvPicPr>
              <p:cNvPr id="240" name="Picture 127" descr="desktop_computer_stylized_medium">
                <a:extLst>
                  <a:ext uri="{FF2B5EF4-FFF2-40B4-BE49-F238E27FC236}">
                    <a16:creationId xmlns:a16="http://schemas.microsoft.com/office/drawing/2014/main" xmlns="" id="{BA3AF685-5B1F-CC40-BCAF-7158B2390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1" name="Freeform 128">
                <a:extLst>
                  <a:ext uri="{FF2B5EF4-FFF2-40B4-BE49-F238E27FC236}">
                    <a16:creationId xmlns:a16="http://schemas.microsoft.com/office/drawing/2014/main" xmlns="" id="{1A33777F-82DA-EC46-B881-5C25C2D626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2" name="Group 129">
              <a:extLst>
                <a:ext uri="{FF2B5EF4-FFF2-40B4-BE49-F238E27FC236}">
                  <a16:creationId xmlns:a16="http://schemas.microsoft.com/office/drawing/2014/main" xmlns="" id="{A4323D8E-CD7F-4742-B00D-A10D592D03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29338" y="2749550"/>
              <a:ext cx="434975" cy="349250"/>
              <a:chOff x="-44" y="1473"/>
              <a:chExt cx="981" cy="1105"/>
            </a:xfrm>
          </p:grpSpPr>
          <p:pic>
            <p:nvPicPr>
              <p:cNvPr id="243" name="Picture 130" descr="desktop_computer_stylized_medium">
                <a:extLst>
                  <a:ext uri="{FF2B5EF4-FFF2-40B4-BE49-F238E27FC236}">
                    <a16:creationId xmlns:a16="http://schemas.microsoft.com/office/drawing/2014/main" xmlns="" id="{39C6AFB3-E3B3-AA47-9771-00781B94A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131">
                <a:extLst>
                  <a:ext uri="{FF2B5EF4-FFF2-40B4-BE49-F238E27FC236}">
                    <a16:creationId xmlns:a16="http://schemas.microsoft.com/office/drawing/2014/main" xmlns="" id="{4679D4E0-5A0A-B34D-AA7C-D7A6E8AE3F8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5" name="Group 132">
              <a:extLst>
                <a:ext uri="{FF2B5EF4-FFF2-40B4-BE49-F238E27FC236}">
                  <a16:creationId xmlns:a16="http://schemas.microsoft.com/office/drawing/2014/main" xmlns="" id="{73C52904-5489-6E4E-8226-879A26291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5025" y="2989263"/>
              <a:ext cx="325438" cy="261937"/>
              <a:chOff x="-44" y="1473"/>
              <a:chExt cx="981" cy="1105"/>
            </a:xfrm>
          </p:grpSpPr>
          <p:pic>
            <p:nvPicPr>
              <p:cNvPr id="246" name="Picture 133" descr="desktop_computer_stylized_medium">
                <a:extLst>
                  <a:ext uri="{FF2B5EF4-FFF2-40B4-BE49-F238E27FC236}">
                    <a16:creationId xmlns:a16="http://schemas.microsoft.com/office/drawing/2014/main" xmlns="" id="{E7C23640-AF67-8245-9B29-88C1A9B16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34">
                <a:extLst>
                  <a:ext uri="{FF2B5EF4-FFF2-40B4-BE49-F238E27FC236}">
                    <a16:creationId xmlns:a16="http://schemas.microsoft.com/office/drawing/2014/main" xmlns="" id="{CDD2AFE9-4A15-5147-897C-7BE6039DB5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kern="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</p:grpSp>
      <p:sp>
        <p:nvSpPr>
          <p:cNvPr id="83" name="Slide Number Placeholder 2">
            <a:extLst>
              <a:ext uri="{FF2B5EF4-FFF2-40B4-BE49-F238E27FC236}">
                <a16:creationId xmlns:a16="http://schemas.microsoft.com/office/drawing/2014/main" xmlns="" id="{4878E67F-D509-FD42-BE8D-29D25C1A4FCA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288598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BitTorrent: requesting, sending file chunks</a:t>
            </a:r>
          </a:p>
        </p:txBody>
      </p:sp>
      <p:sp>
        <p:nvSpPr>
          <p:cNvPr id="85" name="Rectangle 4">
            <a:extLst>
              <a:ext uri="{FF2B5EF4-FFF2-40B4-BE49-F238E27FC236}">
                <a16:creationId xmlns:a16="http://schemas.microsoft.com/office/drawing/2014/main" xmlns="" id="{ABE3BA82-1C3D-064A-9166-C67DC2170C39}"/>
              </a:ext>
            </a:extLst>
          </p:cNvPr>
          <p:cNvSpPr txBox="1">
            <a:spLocks noChangeArrowheads="1"/>
          </p:cNvSpPr>
          <p:nvPr/>
        </p:nvSpPr>
        <p:spPr>
          <a:xfrm>
            <a:off x="599018" y="1990215"/>
            <a:ext cx="3390900" cy="3088481"/>
          </a:xfrm>
          <a:prstGeom prst="rect">
            <a:avLst/>
          </a:prstGeom>
        </p:spPr>
        <p:txBody>
          <a:bodyPr vert="horz" lIns="68580" tIns="34290" rIns="68580" bIns="3429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906" indent="0">
              <a:buNone/>
              <a:defRPr/>
            </a:pPr>
            <a:r>
              <a:rPr lang="en-US" sz="2400" dirty="0">
                <a:solidFill>
                  <a:srgbClr val="CC0000"/>
                </a:solidFill>
              </a:rPr>
              <a:t>Requesting chunks:</a:t>
            </a:r>
          </a:p>
          <a:p>
            <a:pPr marL="304800" indent="-207169">
              <a:buFont typeface="Wingdings" charset="2"/>
              <a:buChar char="§"/>
              <a:defRPr/>
            </a:pPr>
            <a:r>
              <a:rPr lang="en-US" sz="2100" dirty="0"/>
              <a:t>at any given time, different peers have different subsets of file chunks</a:t>
            </a:r>
          </a:p>
          <a:p>
            <a:pPr marL="304800" indent="-207169">
              <a:buFont typeface="Wingdings" charset="2"/>
              <a:buChar char="§"/>
              <a:defRPr/>
            </a:pPr>
            <a:r>
              <a:rPr lang="en-US" sz="2100" dirty="0"/>
              <a:t>periodically, Alice asks each peer for list of chunks that they have</a:t>
            </a:r>
          </a:p>
          <a:p>
            <a:pPr marL="304800" indent="-207169">
              <a:buFont typeface="Wingdings" charset="2"/>
              <a:buChar char="§"/>
              <a:defRPr/>
            </a:pPr>
            <a:r>
              <a:rPr lang="en-US" sz="2100" dirty="0"/>
              <a:t>Alice requests missing chunks from peers, rarest first</a:t>
            </a:r>
          </a:p>
        </p:txBody>
      </p:sp>
      <p:sp>
        <p:nvSpPr>
          <p:cNvPr id="86" name="Rectangle 6">
            <a:extLst>
              <a:ext uri="{FF2B5EF4-FFF2-40B4-BE49-F238E27FC236}">
                <a16:creationId xmlns:a16="http://schemas.microsoft.com/office/drawing/2014/main" xmlns="" id="{5CFA8E56-2FAA-FC49-B7B7-8A06FD9D1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454" y="1916605"/>
            <a:ext cx="4286249" cy="3779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11906" indent="0"/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Sending chunks: tit-for-tat</a:t>
            </a:r>
          </a:p>
          <a:p>
            <a:pPr marL="304800" indent="-255985">
              <a:lnSpc>
                <a:spcPct val="90000"/>
              </a:lnSpc>
              <a:spcBef>
                <a:spcPts val="3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dirty="0">
                <a:latin typeface="+mn-lt"/>
              </a:rPr>
              <a:t>Alice sends chunks to those four peers currently sending her chunks </a:t>
            </a:r>
            <a:r>
              <a:rPr lang="en-US" altLang="en-US" sz="2100" i="1" dirty="0">
                <a:latin typeface="+mn-lt"/>
              </a:rPr>
              <a:t>at highest rate</a:t>
            </a:r>
            <a:r>
              <a:rPr lang="en-US" altLang="en-US" sz="2100" dirty="0">
                <a:latin typeface="+mn-lt"/>
              </a:rPr>
              <a:t> </a:t>
            </a:r>
          </a:p>
          <a:p>
            <a:pPr lvl="1">
              <a:lnSpc>
                <a:spcPct val="90000"/>
              </a:lnSpc>
              <a:spcBef>
                <a:spcPts val="3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1800" dirty="0">
                <a:latin typeface="+mn-lt"/>
              </a:rPr>
              <a:t>other peers are choked by Alice (do not receive chunks from her)</a:t>
            </a:r>
          </a:p>
          <a:p>
            <a:pPr lvl="1">
              <a:lnSpc>
                <a:spcPct val="90000"/>
              </a:lnSpc>
              <a:spcBef>
                <a:spcPts val="3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1800" dirty="0">
                <a:latin typeface="+mn-lt"/>
              </a:rPr>
              <a:t>re-evaluate top 4 every10 secs</a:t>
            </a:r>
          </a:p>
          <a:p>
            <a:pPr marL="353616" indent="-255985">
              <a:lnSpc>
                <a:spcPct val="90000"/>
              </a:lnSpc>
              <a:spcBef>
                <a:spcPts val="3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100" dirty="0">
                <a:latin typeface="+mn-lt"/>
              </a:rPr>
              <a:t>every 30 secs: randomly select another peer, starts sending chunks</a:t>
            </a:r>
          </a:p>
          <a:p>
            <a:pPr lvl="1">
              <a:lnSpc>
                <a:spcPct val="90000"/>
              </a:lnSpc>
              <a:spcBef>
                <a:spcPts val="3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ja-JP" sz="1800" dirty="0">
                <a:latin typeface="+mn-lt"/>
              </a:rPr>
              <a:t>“optimistically unchoke” this peer</a:t>
            </a:r>
          </a:p>
          <a:p>
            <a:pPr lvl="1">
              <a:lnSpc>
                <a:spcPct val="90000"/>
              </a:lnSpc>
              <a:spcBef>
                <a:spcPts val="3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1800" dirty="0">
                <a:latin typeface="+mn-lt"/>
              </a:rPr>
              <a:t>newly chosen peer may join top 4</a:t>
            </a:r>
          </a:p>
          <a:p>
            <a:pPr>
              <a:buClr>
                <a:srgbClr val="000099"/>
              </a:buClr>
              <a:buSzTx/>
              <a:buFont typeface="Wingdings" pitchFamily="2" charset="2"/>
              <a:buChar char="§"/>
            </a:pPr>
            <a:endParaRPr lang="en-US" altLang="en-US" sz="1500" dirty="0">
              <a:latin typeface="Gill Sans MT" panose="020B0502020104020203" pitchFamily="34" charset="77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xmlns="" id="{CEB65444-34EE-4547-8616-7800EB55C6FE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486517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BitTorrent: tit-for-tat</a:t>
            </a:r>
          </a:p>
        </p:txBody>
      </p:sp>
      <p:pic>
        <p:nvPicPr>
          <p:cNvPr id="7" name="Picture 13" descr="Alice">
            <a:extLst>
              <a:ext uri="{FF2B5EF4-FFF2-40B4-BE49-F238E27FC236}">
                <a16:creationId xmlns:a16="http://schemas.microsoft.com/office/drawing/2014/main" xmlns="" id="{8741BF70-C5D5-9A4F-93C1-15959E9CE0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771" y="4741069"/>
            <a:ext cx="421481" cy="5203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Line 15">
            <a:extLst>
              <a:ext uri="{FF2B5EF4-FFF2-40B4-BE49-F238E27FC236}">
                <a16:creationId xmlns:a16="http://schemas.microsoft.com/office/drawing/2014/main" xmlns="" id="{EC6F316B-7159-F14D-8C61-058945C987B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839686" y="3995738"/>
            <a:ext cx="1104900" cy="4476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1500" dirty="0"/>
          </a:p>
        </p:txBody>
      </p:sp>
      <p:sp>
        <p:nvSpPr>
          <p:cNvPr id="9" name="Line 16">
            <a:extLst>
              <a:ext uri="{FF2B5EF4-FFF2-40B4-BE49-F238E27FC236}">
                <a16:creationId xmlns:a16="http://schemas.microsoft.com/office/drawing/2014/main" xmlns="" id="{85312597-E60F-8D4C-A9EB-F6893D4851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0445" y="4614863"/>
            <a:ext cx="723900" cy="285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1500" dirty="0"/>
          </a:p>
        </p:txBody>
      </p:sp>
      <p:sp>
        <p:nvSpPr>
          <p:cNvPr id="10" name="Line 17">
            <a:extLst>
              <a:ext uri="{FF2B5EF4-FFF2-40B4-BE49-F238E27FC236}">
                <a16:creationId xmlns:a16="http://schemas.microsoft.com/office/drawing/2014/main" xmlns="" id="{792D9181-0B03-BC4F-899D-82D2EA8580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6461" y="4700588"/>
            <a:ext cx="447675" cy="7810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1500" dirty="0"/>
          </a:p>
        </p:txBody>
      </p:sp>
      <p:sp>
        <p:nvSpPr>
          <p:cNvPr id="11" name="Line 18">
            <a:extLst>
              <a:ext uri="{FF2B5EF4-FFF2-40B4-BE49-F238E27FC236}">
                <a16:creationId xmlns:a16="http://schemas.microsoft.com/office/drawing/2014/main" xmlns="" id="{2D784DE7-BFF3-9C40-B976-5BA78149FD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68636" y="3338513"/>
            <a:ext cx="314325" cy="4857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1500" dirty="0"/>
          </a:p>
        </p:txBody>
      </p:sp>
      <p:sp>
        <p:nvSpPr>
          <p:cNvPr id="12" name="Line 20">
            <a:extLst>
              <a:ext uri="{FF2B5EF4-FFF2-40B4-BE49-F238E27FC236}">
                <a16:creationId xmlns:a16="http://schemas.microsoft.com/office/drawing/2014/main" xmlns="" id="{A1C1198D-163B-9148-9612-0787A145D3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44836" y="3776663"/>
            <a:ext cx="590550" cy="2286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1500" dirty="0"/>
          </a:p>
        </p:txBody>
      </p:sp>
      <p:sp>
        <p:nvSpPr>
          <p:cNvPr id="13" name="Line 21">
            <a:extLst>
              <a:ext uri="{FF2B5EF4-FFF2-40B4-BE49-F238E27FC236}">
                <a16:creationId xmlns:a16="http://schemas.microsoft.com/office/drawing/2014/main" xmlns="" id="{C2DCB036-D113-5443-8F3C-DF1496779B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4836" y="4129088"/>
            <a:ext cx="447675" cy="2381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1500" dirty="0"/>
          </a:p>
        </p:txBody>
      </p:sp>
      <p:pic>
        <p:nvPicPr>
          <p:cNvPr id="14" name="Picture 22" descr="Bob">
            <a:extLst>
              <a:ext uri="{FF2B5EF4-FFF2-40B4-BE49-F238E27FC236}">
                <a16:creationId xmlns:a16="http://schemas.microsoft.com/office/drawing/2014/main" xmlns="" id="{A84998C7-BF5D-E24D-8A4A-8765DDF4B2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9777" y="4312444"/>
            <a:ext cx="507206" cy="5179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Line 23">
            <a:extLst>
              <a:ext uri="{FF2B5EF4-FFF2-40B4-BE49-F238E27FC236}">
                <a16:creationId xmlns:a16="http://schemas.microsoft.com/office/drawing/2014/main" xmlns="" id="{26116A51-4E13-DE4D-96FD-9486C5FBFE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82736" y="3976688"/>
            <a:ext cx="1076325" cy="36195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1500" dirty="0"/>
          </a:p>
        </p:txBody>
      </p:sp>
      <p:sp>
        <p:nvSpPr>
          <p:cNvPr id="16" name="Line 24">
            <a:extLst>
              <a:ext uri="{FF2B5EF4-FFF2-40B4-BE49-F238E27FC236}">
                <a16:creationId xmlns:a16="http://schemas.microsoft.com/office/drawing/2014/main" xmlns="" id="{5E5EFBCB-9F3E-F141-A779-E04A3C86C9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92261" y="4043363"/>
            <a:ext cx="1047750" cy="352425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 sz="1500" dirty="0"/>
          </a:p>
        </p:txBody>
      </p:sp>
      <p:sp>
        <p:nvSpPr>
          <p:cNvPr id="17" name="Line 25">
            <a:extLst>
              <a:ext uri="{FF2B5EF4-FFF2-40B4-BE49-F238E27FC236}">
                <a16:creationId xmlns:a16="http://schemas.microsoft.com/office/drawing/2014/main" xmlns="" id="{FD13D6CC-D7F1-884F-8F51-9C41948304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0836" y="4119563"/>
            <a:ext cx="1028700" cy="3619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 sz="1500" dirty="0"/>
          </a:p>
        </p:txBody>
      </p:sp>
      <p:sp>
        <p:nvSpPr>
          <p:cNvPr id="18" name="Text Box 26">
            <a:extLst>
              <a:ext uri="{FF2B5EF4-FFF2-40B4-BE49-F238E27FC236}">
                <a16:creationId xmlns:a16="http://schemas.microsoft.com/office/drawing/2014/main" xmlns="" id="{DACC5EA5-F1C3-BD42-A042-51775E5F6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784" y="1823357"/>
            <a:ext cx="36051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latin typeface="+mn-lt"/>
              </a:rPr>
              <a:t>(1) Alice “</a:t>
            </a:r>
            <a:r>
              <a:rPr lang="en-US" altLang="ja-JP" sz="1800" dirty="0">
                <a:latin typeface="+mn-lt"/>
              </a:rPr>
              <a:t>optimistically unchokes” Bob</a:t>
            </a:r>
            <a:endParaRPr lang="en-US" altLang="en-US" sz="1800" dirty="0">
              <a:latin typeface="+mn-lt"/>
            </a:endParaRPr>
          </a:p>
        </p:txBody>
      </p:sp>
      <p:sp>
        <p:nvSpPr>
          <p:cNvPr id="19" name="Text Box 27">
            <a:extLst>
              <a:ext uri="{FF2B5EF4-FFF2-40B4-BE49-F238E27FC236}">
                <a16:creationId xmlns:a16="http://schemas.microsoft.com/office/drawing/2014/main" xmlns="" id="{DE11FF06-2EB6-DE4E-9955-89EC60B610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6" y="2140748"/>
            <a:ext cx="632038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latin typeface="+mn-lt"/>
              </a:rPr>
              <a:t>(2) Alice becomes one of Bob’</a:t>
            </a:r>
            <a:r>
              <a:rPr lang="en-US" altLang="ja-JP" sz="1800" dirty="0">
                <a:latin typeface="+mn-lt"/>
              </a:rPr>
              <a:t>s top-four providers; Bob reciprocates</a:t>
            </a:r>
            <a:endParaRPr lang="en-US" altLang="en-US" sz="1800" dirty="0">
              <a:latin typeface="+mn-lt"/>
            </a:endParaRPr>
          </a:p>
        </p:txBody>
      </p:sp>
      <p:sp>
        <p:nvSpPr>
          <p:cNvPr id="20" name="Text Box 28">
            <a:extLst>
              <a:ext uri="{FF2B5EF4-FFF2-40B4-BE49-F238E27FC236}">
                <a16:creationId xmlns:a16="http://schemas.microsoft.com/office/drawing/2014/main" xmlns="" id="{16606440-1C32-3D4E-A1E4-E55876C8B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792" y="2450315"/>
            <a:ext cx="463607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latin typeface="+mn-lt"/>
              </a:rPr>
              <a:t>(3) Bob becomes one of Alice’</a:t>
            </a:r>
            <a:r>
              <a:rPr lang="en-US" altLang="ja-JP" sz="1800" dirty="0">
                <a:latin typeface="+mn-lt"/>
              </a:rPr>
              <a:t>s top-four providers</a:t>
            </a:r>
            <a:endParaRPr lang="en-US" altLang="en-US" sz="1800" dirty="0">
              <a:latin typeface="+mn-lt"/>
            </a:endParaRPr>
          </a:p>
        </p:txBody>
      </p:sp>
      <p:sp>
        <p:nvSpPr>
          <p:cNvPr id="21" name="Text Box 29">
            <a:extLst>
              <a:ext uri="{FF2B5EF4-FFF2-40B4-BE49-F238E27FC236}">
                <a16:creationId xmlns:a16="http://schemas.microsoft.com/office/drawing/2014/main" xmlns="" id="{F65951EA-D399-4948-A91F-C888B7CDF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2677" y="4861153"/>
            <a:ext cx="3673042" cy="646331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 dirty="0">
                <a:latin typeface="+mn-lt"/>
              </a:rPr>
              <a:t>higher upload rate:</a:t>
            </a:r>
            <a:r>
              <a:rPr lang="en-US" altLang="en-US" sz="1800" dirty="0">
                <a:latin typeface="+mn-lt"/>
              </a:rPr>
              <a:t> find better trading partners, get file faster !</a:t>
            </a:r>
          </a:p>
        </p:txBody>
      </p:sp>
      <p:grpSp>
        <p:nvGrpSpPr>
          <p:cNvPr id="22" name="Group 52">
            <a:extLst>
              <a:ext uri="{FF2B5EF4-FFF2-40B4-BE49-F238E27FC236}">
                <a16:creationId xmlns:a16="http://schemas.microsoft.com/office/drawing/2014/main" xmlns="" id="{65490274-4BA6-774A-B416-07955688B60F}"/>
              </a:ext>
            </a:extLst>
          </p:cNvPr>
          <p:cNvGrpSpPr>
            <a:grpSpLocks/>
          </p:cNvGrpSpPr>
          <p:nvPr/>
        </p:nvGrpSpPr>
        <p:grpSpPr bwMode="auto">
          <a:xfrm>
            <a:off x="1645614" y="4618435"/>
            <a:ext cx="571500" cy="564356"/>
            <a:chOff x="-44" y="1473"/>
            <a:chExt cx="981" cy="1105"/>
          </a:xfrm>
        </p:grpSpPr>
        <p:pic>
          <p:nvPicPr>
            <p:cNvPr id="23" name="Picture 53" descr="desktop_computer_stylized_medium">
              <a:extLst>
                <a:ext uri="{FF2B5EF4-FFF2-40B4-BE49-F238E27FC236}">
                  <a16:creationId xmlns:a16="http://schemas.microsoft.com/office/drawing/2014/main" xmlns="" id="{72C8D70E-1AE3-CB40-AFD6-460B761828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4">
              <a:extLst>
                <a:ext uri="{FF2B5EF4-FFF2-40B4-BE49-F238E27FC236}">
                  <a16:creationId xmlns:a16="http://schemas.microsoft.com/office/drawing/2014/main" xmlns="" id="{E4AA1D2E-1517-8A4B-AB9B-C7191BBEA3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500" dirty="0"/>
            </a:p>
          </p:txBody>
        </p:sp>
      </p:grpSp>
      <p:grpSp>
        <p:nvGrpSpPr>
          <p:cNvPr id="25" name="Group 55">
            <a:extLst>
              <a:ext uri="{FF2B5EF4-FFF2-40B4-BE49-F238E27FC236}">
                <a16:creationId xmlns:a16="http://schemas.microsoft.com/office/drawing/2014/main" xmlns="" id="{B5877426-113E-4645-9901-821F444D3C78}"/>
              </a:ext>
            </a:extLst>
          </p:cNvPr>
          <p:cNvGrpSpPr>
            <a:grpSpLocks/>
          </p:cNvGrpSpPr>
          <p:nvPr/>
        </p:nvGrpSpPr>
        <p:grpSpPr bwMode="auto">
          <a:xfrm>
            <a:off x="2167108" y="5189935"/>
            <a:ext cx="571500" cy="564356"/>
            <a:chOff x="-44" y="1473"/>
            <a:chExt cx="981" cy="1105"/>
          </a:xfrm>
        </p:grpSpPr>
        <p:pic>
          <p:nvPicPr>
            <p:cNvPr id="26" name="Picture 56" descr="desktop_computer_stylized_medium">
              <a:extLst>
                <a:ext uri="{FF2B5EF4-FFF2-40B4-BE49-F238E27FC236}">
                  <a16:creationId xmlns:a16="http://schemas.microsoft.com/office/drawing/2014/main" xmlns="" id="{ED1A5E6B-965E-454E-9989-4DEC33639D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57">
              <a:extLst>
                <a:ext uri="{FF2B5EF4-FFF2-40B4-BE49-F238E27FC236}">
                  <a16:creationId xmlns:a16="http://schemas.microsoft.com/office/drawing/2014/main" xmlns="" id="{DD6D3C44-22E2-B449-9FDA-221947FA5E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500" dirty="0"/>
            </a:p>
          </p:txBody>
        </p:sp>
      </p:grpSp>
      <p:grpSp>
        <p:nvGrpSpPr>
          <p:cNvPr id="28" name="Group 58">
            <a:extLst>
              <a:ext uri="{FF2B5EF4-FFF2-40B4-BE49-F238E27FC236}">
                <a16:creationId xmlns:a16="http://schemas.microsoft.com/office/drawing/2014/main" xmlns="" id="{0E9167DB-CB01-E04A-946E-D0BD377ECA5A}"/>
              </a:ext>
            </a:extLst>
          </p:cNvPr>
          <p:cNvGrpSpPr>
            <a:grpSpLocks/>
          </p:cNvGrpSpPr>
          <p:nvPr/>
        </p:nvGrpSpPr>
        <p:grpSpPr bwMode="auto">
          <a:xfrm>
            <a:off x="1281283" y="3777854"/>
            <a:ext cx="571500" cy="564356"/>
            <a:chOff x="-44" y="1473"/>
            <a:chExt cx="981" cy="1105"/>
          </a:xfrm>
        </p:grpSpPr>
        <p:pic>
          <p:nvPicPr>
            <p:cNvPr id="29" name="Picture 59" descr="desktop_computer_stylized_medium">
              <a:extLst>
                <a:ext uri="{FF2B5EF4-FFF2-40B4-BE49-F238E27FC236}">
                  <a16:creationId xmlns:a16="http://schemas.microsoft.com/office/drawing/2014/main" xmlns="" id="{3FC86540-2AE3-6C45-A57C-8C7A57DEE8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0">
              <a:extLst>
                <a:ext uri="{FF2B5EF4-FFF2-40B4-BE49-F238E27FC236}">
                  <a16:creationId xmlns:a16="http://schemas.microsoft.com/office/drawing/2014/main" xmlns="" id="{7D582964-4BDA-5043-B12E-8CB52E1A4A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500" dirty="0"/>
            </a:p>
          </p:txBody>
        </p:sp>
      </p:grpSp>
      <p:grpSp>
        <p:nvGrpSpPr>
          <p:cNvPr id="31" name="Group 61">
            <a:extLst>
              <a:ext uri="{FF2B5EF4-FFF2-40B4-BE49-F238E27FC236}">
                <a16:creationId xmlns:a16="http://schemas.microsoft.com/office/drawing/2014/main" xmlns="" id="{AC057CF7-B165-FC49-A311-D35170CD591D}"/>
              </a:ext>
            </a:extLst>
          </p:cNvPr>
          <p:cNvGrpSpPr>
            <a:grpSpLocks/>
          </p:cNvGrpSpPr>
          <p:nvPr/>
        </p:nvGrpSpPr>
        <p:grpSpPr bwMode="auto">
          <a:xfrm>
            <a:off x="2754086" y="4177904"/>
            <a:ext cx="571500" cy="564356"/>
            <a:chOff x="-44" y="1473"/>
            <a:chExt cx="981" cy="1105"/>
          </a:xfrm>
        </p:grpSpPr>
        <p:pic>
          <p:nvPicPr>
            <p:cNvPr id="32" name="Picture 62" descr="desktop_computer_stylized_medium">
              <a:extLst>
                <a:ext uri="{FF2B5EF4-FFF2-40B4-BE49-F238E27FC236}">
                  <a16:creationId xmlns:a16="http://schemas.microsoft.com/office/drawing/2014/main" xmlns="" id="{18C1044E-BABC-1349-9269-834754B68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" name="Freeform 63">
              <a:extLst>
                <a:ext uri="{FF2B5EF4-FFF2-40B4-BE49-F238E27FC236}">
                  <a16:creationId xmlns:a16="http://schemas.microsoft.com/office/drawing/2014/main" xmlns="" id="{78C58B97-061E-EA4D-AA38-0150EABAFC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500" dirty="0"/>
            </a:p>
          </p:txBody>
        </p:sp>
      </p:grpSp>
      <p:grpSp>
        <p:nvGrpSpPr>
          <p:cNvPr id="34" name="Group 64">
            <a:extLst>
              <a:ext uri="{FF2B5EF4-FFF2-40B4-BE49-F238E27FC236}">
                <a16:creationId xmlns:a16="http://schemas.microsoft.com/office/drawing/2014/main" xmlns="" id="{8374CADC-5475-174C-A033-E425F81573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99654" y="4120754"/>
            <a:ext cx="571500" cy="564356"/>
            <a:chOff x="-44" y="1473"/>
            <a:chExt cx="981" cy="1105"/>
          </a:xfrm>
        </p:grpSpPr>
        <p:pic>
          <p:nvPicPr>
            <p:cNvPr id="35" name="Picture 65" descr="desktop_computer_stylized_medium">
              <a:extLst>
                <a:ext uri="{FF2B5EF4-FFF2-40B4-BE49-F238E27FC236}">
                  <a16:creationId xmlns:a16="http://schemas.microsoft.com/office/drawing/2014/main" xmlns="" id="{E829CC9A-8A66-4B4E-9FF3-CEAE73497D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" name="Freeform 66">
              <a:extLst>
                <a:ext uri="{FF2B5EF4-FFF2-40B4-BE49-F238E27FC236}">
                  <a16:creationId xmlns:a16="http://schemas.microsoft.com/office/drawing/2014/main" xmlns="" id="{BE509D07-5156-594C-9BF4-2A36E639DB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500" dirty="0"/>
            </a:p>
          </p:txBody>
        </p:sp>
      </p:grpSp>
      <p:grpSp>
        <p:nvGrpSpPr>
          <p:cNvPr id="37" name="Group 67">
            <a:extLst>
              <a:ext uri="{FF2B5EF4-FFF2-40B4-BE49-F238E27FC236}">
                <a16:creationId xmlns:a16="http://schemas.microsoft.com/office/drawing/2014/main" xmlns="" id="{BFB32E89-5273-0E4F-AB0A-3A5BD887062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12764" y="3492104"/>
            <a:ext cx="571500" cy="564356"/>
            <a:chOff x="-44" y="1473"/>
            <a:chExt cx="981" cy="1105"/>
          </a:xfrm>
        </p:grpSpPr>
        <p:pic>
          <p:nvPicPr>
            <p:cNvPr id="38" name="Picture 68" descr="desktop_computer_stylized_medium">
              <a:extLst>
                <a:ext uri="{FF2B5EF4-FFF2-40B4-BE49-F238E27FC236}">
                  <a16:creationId xmlns:a16="http://schemas.microsoft.com/office/drawing/2014/main" xmlns="" id="{7E65096A-F8A7-654C-9729-36316DFF5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" name="Freeform 69">
              <a:extLst>
                <a:ext uri="{FF2B5EF4-FFF2-40B4-BE49-F238E27FC236}">
                  <a16:creationId xmlns:a16="http://schemas.microsoft.com/office/drawing/2014/main" xmlns="" id="{FE95B6B4-20A8-EF43-BAAF-C599F2F3BC1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500" dirty="0"/>
            </a:p>
          </p:txBody>
        </p:sp>
      </p:grpSp>
      <p:grpSp>
        <p:nvGrpSpPr>
          <p:cNvPr id="40" name="Group 70">
            <a:extLst>
              <a:ext uri="{FF2B5EF4-FFF2-40B4-BE49-F238E27FC236}">
                <a16:creationId xmlns:a16="http://schemas.microsoft.com/office/drawing/2014/main" xmlns="" id="{C47D9ABE-3F3C-2147-9673-332BCE8C2E7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218679" y="3026569"/>
            <a:ext cx="571500" cy="564356"/>
            <a:chOff x="-44" y="1473"/>
            <a:chExt cx="981" cy="1105"/>
          </a:xfrm>
        </p:grpSpPr>
        <p:pic>
          <p:nvPicPr>
            <p:cNvPr id="41" name="Picture 71" descr="desktop_computer_stylized_medium">
              <a:extLst>
                <a:ext uri="{FF2B5EF4-FFF2-40B4-BE49-F238E27FC236}">
                  <a16:creationId xmlns:a16="http://schemas.microsoft.com/office/drawing/2014/main" xmlns="" id="{E0B0EA6D-DC65-F345-866C-FF8D43D273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72">
              <a:extLst>
                <a:ext uri="{FF2B5EF4-FFF2-40B4-BE49-F238E27FC236}">
                  <a16:creationId xmlns:a16="http://schemas.microsoft.com/office/drawing/2014/main" xmlns="" id="{4B8179CA-F544-1947-AB02-D4AFC3D0110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500" dirty="0"/>
            </a:p>
          </p:txBody>
        </p:sp>
      </p:grpSp>
      <p:grpSp>
        <p:nvGrpSpPr>
          <p:cNvPr id="43" name="Group 74">
            <a:extLst>
              <a:ext uri="{FF2B5EF4-FFF2-40B4-BE49-F238E27FC236}">
                <a16:creationId xmlns:a16="http://schemas.microsoft.com/office/drawing/2014/main" xmlns="" id="{3AAB7190-C86B-6B40-A2D8-F0FAFE0A2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526927" y="3769519"/>
            <a:ext cx="571500" cy="564356"/>
            <a:chOff x="-44" y="1473"/>
            <a:chExt cx="981" cy="1105"/>
          </a:xfrm>
        </p:grpSpPr>
        <p:pic>
          <p:nvPicPr>
            <p:cNvPr id="44" name="Picture 75" descr="desktop_computer_stylized_medium">
              <a:extLst>
                <a:ext uri="{FF2B5EF4-FFF2-40B4-BE49-F238E27FC236}">
                  <a16:creationId xmlns:a16="http://schemas.microsoft.com/office/drawing/2014/main" xmlns="" id="{E10FCAF4-5DCA-C147-944D-68091F53F3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76">
              <a:extLst>
                <a:ext uri="{FF2B5EF4-FFF2-40B4-BE49-F238E27FC236}">
                  <a16:creationId xmlns:a16="http://schemas.microsoft.com/office/drawing/2014/main" xmlns="" id="{ED9B8D15-5F2D-AE4E-95C9-E1F0A26E1BF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500" dirty="0"/>
            </a:p>
          </p:txBody>
        </p:sp>
      </p:grpSp>
      <p:grpSp>
        <p:nvGrpSpPr>
          <p:cNvPr id="46" name="Group 80">
            <a:extLst>
              <a:ext uri="{FF2B5EF4-FFF2-40B4-BE49-F238E27FC236}">
                <a16:creationId xmlns:a16="http://schemas.microsoft.com/office/drawing/2014/main" xmlns="" id="{76F60E48-C369-D742-9AC3-453C2EB2296B}"/>
              </a:ext>
            </a:extLst>
          </p:cNvPr>
          <p:cNvGrpSpPr>
            <a:grpSpLocks/>
          </p:cNvGrpSpPr>
          <p:nvPr/>
        </p:nvGrpSpPr>
        <p:grpSpPr bwMode="auto">
          <a:xfrm>
            <a:off x="4361429" y="2895600"/>
            <a:ext cx="571500" cy="883444"/>
            <a:chOff x="4746" y="1528"/>
            <a:chExt cx="480" cy="742"/>
          </a:xfrm>
        </p:grpSpPr>
        <p:sp>
          <p:nvSpPr>
            <p:cNvPr id="47" name="Line 50">
              <a:extLst>
                <a:ext uri="{FF2B5EF4-FFF2-40B4-BE49-F238E27FC236}">
                  <a16:creationId xmlns:a16="http://schemas.microsoft.com/office/drawing/2014/main" xmlns="" id="{713595DD-629E-964F-90C7-0E04B74B2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grpSp>
          <p:nvGrpSpPr>
            <p:cNvPr id="48" name="Group 77">
              <a:extLst>
                <a:ext uri="{FF2B5EF4-FFF2-40B4-BE49-F238E27FC236}">
                  <a16:creationId xmlns:a16="http://schemas.microsoft.com/office/drawing/2014/main" xmlns="" id="{AD97E688-C674-9D46-B533-DA6C65ECA57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49" name="Picture 78" descr="desktop_computer_stylized_medium">
                <a:extLst>
                  <a:ext uri="{FF2B5EF4-FFF2-40B4-BE49-F238E27FC236}">
                    <a16:creationId xmlns:a16="http://schemas.microsoft.com/office/drawing/2014/main" xmlns="" id="{A710A2EC-D64C-6A4F-A921-3C453CCA3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" name="Freeform 79">
                <a:extLst>
                  <a:ext uri="{FF2B5EF4-FFF2-40B4-BE49-F238E27FC236}">
                    <a16:creationId xmlns:a16="http://schemas.microsoft.com/office/drawing/2014/main" xmlns="" id="{AEBDADBC-EFC3-B643-B7C3-E2DB8819FDC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</p:grpSp>
      <p:grpSp>
        <p:nvGrpSpPr>
          <p:cNvPr id="51" name="Group 87">
            <a:extLst>
              <a:ext uri="{FF2B5EF4-FFF2-40B4-BE49-F238E27FC236}">
                <a16:creationId xmlns:a16="http://schemas.microsoft.com/office/drawing/2014/main" xmlns="" id="{C55F25CE-5FFF-CB47-A09A-CEBC929646BA}"/>
              </a:ext>
            </a:extLst>
          </p:cNvPr>
          <p:cNvGrpSpPr>
            <a:grpSpLocks/>
          </p:cNvGrpSpPr>
          <p:nvPr/>
        </p:nvGrpSpPr>
        <p:grpSpPr bwMode="auto">
          <a:xfrm>
            <a:off x="2179014" y="3262313"/>
            <a:ext cx="834628" cy="914400"/>
            <a:chOff x="4779" y="2386"/>
            <a:chExt cx="701" cy="768"/>
          </a:xfrm>
        </p:grpSpPr>
        <p:sp>
          <p:nvSpPr>
            <p:cNvPr id="52" name="Line 46">
              <a:extLst>
                <a:ext uri="{FF2B5EF4-FFF2-40B4-BE49-F238E27FC236}">
                  <a16:creationId xmlns:a16="http://schemas.microsoft.com/office/drawing/2014/main" xmlns="" id="{8CEC77D4-CDB3-A04E-93BD-09A60C76B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500" dirty="0"/>
            </a:p>
          </p:txBody>
        </p:sp>
        <p:grpSp>
          <p:nvGrpSpPr>
            <p:cNvPr id="53" name="Group 84">
              <a:extLst>
                <a:ext uri="{FF2B5EF4-FFF2-40B4-BE49-F238E27FC236}">
                  <a16:creationId xmlns:a16="http://schemas.microsoft.com/office/drawing/2014/main" xmlns="" id="{39CD941B-F7CC-0249-91C8-8CDBC22385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54" name="Picture 85" descr="desktop_computer_stylized_medium">
                <a:extLst>
                  <a:ext uri="{FF2B5EF4-FFF2-40B4-BE49-F238E27FC236}">
                    <a16:creationId xmlns:a16="http://schemas.microsoft.com/office/drawing/2014/main" xmlns="" id="{0384D9E6-2AF2-1444-833F-1ACDCE810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" name="Freeform 86">
                <a:extLst>
                  <a:ext uri="{FF2B5EF4-FFF2-40B4-BE49-F238E27FC236}">
                    <a16:creationId xmlns:a16="http://schemas.microsoft.com/office/drawing/2014/main" xmlns="" id="{140BEEB3-51A1-3146-AD4E-D014FC9826D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1500" dirty="0"/>
              </a:p>
            </p:txBody>
          </p:sp>
        </p:grpSp>
      </p:grpSp>
      <p:sp>
        <p:nvSpPr>
          <p:cNvPr id="56" name="Slide Number Placeholder 2">
            <a:extLst>
              <a:ext uri="{FF2B5EF4-FFF2-40B4-BE49-F238E27FC236}">
                <a16:creationId xmlns:a16="http://schemas.microsoft.com/office/drawing/2014/main" xmlns="" id="{E1ED86EA-C149-2945-9786-9D3CB50C6D10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906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xmlns="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xmlns="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606932" y="2260172"/>
            <a:ext cx="3981888" cy="3263504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01229" indent="-301229">
              <a:buClr>
                <a:schemeClr val="bg1">
                  <a:lumMod val="75000"/>
                </a:schemeClr>
              </a:buClr>
              <a:defRPr/>
            </a:pPr>
            <a:r>
              <a:rPr lang="en-US" sz="24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301229" indent="-301229">
              <a:buClr>
                <a:schemeClr val="bg1">
                  <a:lumMod val="75000"/>
                </a:schemeClr>
              </a:buClr>
              <a:defRPr/>
            </a:pPr>
            <a:r>
              <a:rPr lang="en-US" sz="24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301229" indent="-301229">
              <a:buClr>
                <a:schemeClr val="bg1">
                  <a:lumMod val="75000"/>
                </a:schemeClr>
              </a:buClr>
              <a:defRPr/>
            </a:pPr>
            <a:r>
              <a:rPr lang="en-US" sz="24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301229" indent="-301229">
              <a:buClr>
                <a:schemeClr val="bg1">
                  <a:lumMod val="75000"/>
                </a:schemeClr>
              </a:buClr>
              <a:defRPr/>
            </a:pPr>
            <a:r>
              <a:rPr lang="en-US" sz="24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sz="2100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xmlns="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4918165" y="1924416"/>
            <a:ext cx="4053947" cy="3599260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1938" indent="-261938">
              <a:buClr>
                <a:schemeClr val="bg1">
                  <a:lumMod val="75000"/>
                </a:schemeClr>
              </a:buClr>
            </a:pPr>
            <a:r>
              <a:rPr lang="en-US" altLang="en-US" sz="24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261938" indent="-261938">
              <a:buClr>
                <a:srgbClr val="0000A8"/>
              </a:buClr>
            </a:pPr>
            <a:r>
              <a:rPr lang="en-US" altLang="en-US" sz="2400" dirty="0"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261938" indent="-261938">
              <a:buClr>
                <a:schemeClr val="bg1">
                  <a:lumMod val="75000"/>
                </a:schemeClr>
              </a:buClr>
            </a:pPr>
            <a:r>
              <a:rPr lang="en-US" altLang="en-US" sz="24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18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xmlns="" id="{3B8A7DC3-C885-F84E-9572-316B746437B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xmlns="" id="{1916A9E8-0AFB-C84D-84BA-FF165A7B2C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18044" y="3951685"/>
            <a:ext cx="2315818" cy="1736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715955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Video Streaming and CDNs: context</a:t>
            </a:r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xmlns="" id="{314CB26F-FC68-EA47-A348-5C2202E9D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763" y="1950557"/>
            <a:ext cx="6336676" cy="6709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57175" indent="-257175" defTabSz="685800"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endParaRPr lang="en-US" altLang="en-US" sz="210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4" name="Rectangle 43">
            <a:extLst>
              <a:ext uri="{FF2B5EF4-FFF2-40B4-BE49-F238E27FC236}">
                <a16:creationId xmlns:a16="http://schemas.microsoft.com/office/drawing/2014/main" xmlns="" id="{429AF3E8-B41E-F946-8623-A77721062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343" y="1976654"/>
            <a:ext cx="4623289" cy="3615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67891" indent="-255985" defTabSz="685800">
              <a:buClr>
                <a:srgbClr val="0000A3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en-US" sz="2400" dirty="0">
                <a:solidFill>
                  <a:prstClr val="black"/>
                </a:solidFill>
                <a:latin typeface="Calibri" panose="020F0502020204030204"/>
              </a:rPr>
              <a:t>stream video traffic: major consumer of Internet bandwidth</a:t>
            </a:r>
          </a:p>
          <a:p>
            <a:pPr marL="510779" lvl="1" indent="-167879" defTabSz="685800"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</a:rPr>
              <a:t>Netflix, YouTube, Amazon Prime: 80% of residential ISP traffic </a:t>
            </a:r>
            <a:r>
              <a:rPr lang="en-US" altLang="en-US" sz="1500" dirty="0">
                <a:solidFill>
                  <a:prstClr val="black"/>
                </a:solidFill>
                <a:latin typeface="Calibri" panose="020F0502020204030204"/>
              </a:rPr>
              <a:t>(2020)</a:t>
            </a:r>
          </a:p>
          <a:p>
            <a:pPr marL="257175" indent="-257175" defTabSz="685800"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en-US" sz="2400" i="1" dirty="0">
                <a:solidFill>
                  <a:srgbClr val="0000A3"/>
                </a:solidFill>
                <a:latin typeface="Calibri" panose="020F0502020204030204"/>
              </a:rPr>
              <a:t>challenge:  </a:t>
            </a:r>
            <a:r>
              <a:rPr lang="en-US" altLang="en-US" sz="2400" dirty="0">
                <a:solidFill>
                  <a:prstClr val="black"/>
                </a:solidFill>
                <a:latin typeface="Calibri" panose="020F0502020204030204"/>
              </a:rPr>
              <a:t>scale - how to reach ~1B users?</a:t>
            </a:r>
            <a:endParaRPr lang="en-US" altLang="en-US" sz="2100" dirty="0">
              <a:solidFill>
                <a:prstClr val="black"/>
              </a:solidFill>
              <a:latin typeface="Calibri" panose="020F0502020204030204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6665E308-402E-4042-A40D-C589192435C8}"/>
              </a:ext>
            </a:extLst>
          </p:cNvPr>
          <p:cNvGrpSpPr/>
          <p:nvPr/>
        </p:nvGrpSpPr>
        <p:grpSpPr>
          <a:xfrm>
            <a:off x="6376965" y="3695451"/>
            <a:ext cx="2767036" cy="1968229"/>
            <a:chOff x="8502619" y="4539639"/>
            <a:chExt cx="3689381" cy="2624305"/>
          </a:xfrm>
        </p:grpSpPr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xmlns="" id="{4DE1A959-4B7D-1A4F-80C4-8A52E85610D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30975" y="6101881"/>
              <a:ext cx="1710592" cy="1062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5">
              <a:extLst>
                <a:ext uri="{FF2B5EF4-FFF2-40B4-BE49-F238E27FC236}">
                  <a16:creationId xmlns:a16="http://schemas.microsoft.com/office/drawing/2014/main" xmlns="" id="{8CD6D4B6-6A4F-D142-9B0C-0E622DB3E5F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0238" y="4539639"/>
              <a:ext cx="2671762" cy="1495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">
              <a:extLst>
                <a:ext uri="{FF2B5EF4-FFF2-40B4-BE49-F238E27FC236}">
                  <a16:creationId xmlns:a16="http://schemas.microsoft.com/office/drawing/2014/main" xmlns="" id="{F2FB8318-CA96-2746-94FD-3A5ACA1FDC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02619" y="4874389"/>
              <a:ext cx="1227138" cy="569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6">
              <a:extLst>
                <a:ext uri="{FF2B5EF4-FFF2-40B4-BE49-F238E27FC236}">
                  <a16:creationId xmlns:a16="http://schemas.microsoft.com/office/drawing/2014/main" xmlns="" id="{4FD2F200-10A9-4643-8C58-A3B6FC340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72122" y="5629397"/>
              <a:ext cx="1501775" cy="708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" name="Rectangle 43">
            <a:extLst>
              <a:ext uri="{FF2B5EF4-FFF2-40B4-BE49-F238E27FC236}">
                <a16:creationId xmlns:a16="http://schemas.microsoft.com/office/drawing/2014/main" xmlns="" id="{4D8B542F-9DF5-C749-A79E-89811A1F4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304" y="3990373"/>
            <a:ext cx="7006004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57175" indent="-257175" defTabSz="685800"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en-US" sz="2400" i="1" dirty="0">
                <a:solidFill>
                  <a:srgbClr val="0000A3"/>
                </a:solidFill>
                <a:latin typeface="Calibri" panose="020F0502020204030204"/>
              </a:rPr>
              <a:t>challenge: </a:t>
            </a:r>
            <a:r>
              <a:rPr lang="en-US" altLang="en-US" sz="2400" dirty="0">
                <a:solidFill>
                  <a:prstClr val="black"/>
                </a:solidFill>
                <a:latin typeface="Calibri" panose="020F0502020204030204"/>
              </a:rPr>
              <a:t>heterogeneity</a:t>
            </a:r>
          </a:p>
          <a:p>
            <a:pPr marL="510779" lvl="1" indent="-167879" defTabSz="685800"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</a:rPr>
              <a:t>different users have different capabilities (e.g., wired versus mobile; bandwidth rich versus bandwidth poor)</a:t>
            </a:r>
          </a:p>
          <a:p>
            <a:pPr marL="257175" indent="-257175" defTabSz="685800"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en-US" sz="2400" i="1" dirty="0">
                <a:solidFill>
                  <a:srgbClr val="0000A3"/>
                </a:solidFill>
                <a:latin typeface="Calibri" panose="020F0502020204030204"/>
              </a:rPr>
              <a:t>solution: </a:t>
            </a:r>
            <a:r>
              <a:rPr lang="en-US" altLang="en-US" sz="2400" dirty="0">
                <a:solidFill>
                  <a:prstClr val="black"/>
                </a:solidFill>
                <a:latin typeface="Calibri" panose="020F0502020204030204"/>
              </a:rPr>
              <a:t>distributed, application-level infrastructure</a:t>
            </a:r>
          </a:p>
        </p:txBody>
      </p: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xmlns="" id="{18329690-E6B4-B94C-B527-578B12C7EAE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85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80438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Multimedia: video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xmlns="" id="{A0D96511-8EAA-9E47-AC3E-FE198A32EB27}"/>
              </a:ext>
            </a:extLst>
          </p:cNvPr>
          <p:cNvSpPr txBox="1">
            <a:spLocks noChangeArrowheads="1"/>
          </p:cNvSpPr>
          <p:nvPr/>
        </p:nvSpPr>
        <p:spPr>
          <a:xfrm>
            <a:off x="648006" y="1946920"/>
            <a:ext cx="4282678" cy="3681413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video: sequence of images displayed at constant rate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e.g., 24 images/sec</a:t>
            </a:r>
          </a:p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digital image: array of pixels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each pixel represented by bits</a:t>
            </a:r>
          </a:p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coding: use redundancy </a:t>
            </a:r>
            <a:r>
              <a:rPr lang="en-US" altLang="en-US" sz="21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within</a:t>
            </a: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 and </a:t>
            </a:r>
            <a:r>
              <a:rPr lang="en-US" altLang="en-US" sz="21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between</a:t>
            </a:r>
            <a:r>
              <a:rPr lang="en-US" altLang="en-US" sz="2100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 </a:t>
            </a: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images to decrease # bits used to encode image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spatial (within image)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temporal (from one image to next)</a:t>
            </a:r>
          </a:p>
        </p:txBody>
      </p:sp>
      <p:pic>
        <p:nvPicPr>
          <p:cNvPr id="14" name="Picture 4">
            <a:extLst>
              <a:ext uri="{FF2B5EF4-FFF2-40B4-BE49-F238E27FC236}">
                <a16:creationId xmlns:a16="http://schemas.microsoft.com/office/drawing/2014/main" xmlns="" id="{D85E706C-FCF7-AC4A-9E47-5DFF51091E6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8821" y="2369938"/>
            <a:ext cx="1232003" cy="13954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" name="Group 15">
            <a:extLst>
              <a:ext uri="{FF2B5EF4-FFF2-40B4-BE49-F238E27FC236}">
                <a16:creationId xmlns:a16="http://schemas.microsoft.com/office/drawing/2014/main" xmlns="" id="{2AFDBD94-0A0F-514F-85AA-B38C47FEB64F}"/>
              </a:ext>
            </a:extLst>
          </p:cNvPr>
          <p:cNvGrpSpPr>
            <a:grpSpLocks/>
          </p:cNvGrpSpPr>
          <p:nvPr/>
        </p:nvGrpSpPr>
        <p:grpSpPr bwMode="auto">
          <a:xfrm>
            <a:off x="5796679" y="1279326"/>
            <a:ext cx="2455823" cy="1320844"/>
            <a:chOff x="5345311" y="524250"/>
            <a:chExt cx="3274238" cy="1760988"/>
          </a:xfrm>
        </p:grpSpPr>
        <p:sp>
          <p:nvSpPr>
            <p:cNvPr id="21" name="TextBox 5">
              <a:extLst>
                <a:ext uri="{FF2B5EF4-FFF2-40B4-BE49-F238E27FC236}">
                  <a16:creationId xmlns:a16="http://schemas.microsoft.com/office/drawing/2014/main" xmlns="" id="{C3AFF6B0-484E-4A4F-A21E-6EFE008958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311" y="1789936"/>
              <a:ext cx="1874762" cy="4000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r>
                <a:rPr lang="en-US" altLang="en-US" sz="1350" dirty="0">
                  <a:solidFill>
                    <a:srgbClr val="CC0000"/>
                  </a:solidFill>
                  <a:latin typeface="Arial Narrow" panose="020B0604020202020204" pitchFamily="34" charset="0"/>
                </a:rPr>
                <a:t>……………………..</a:t>
              </a:r>
            </a:p>
          </p:txBody>
        </p:sp>
        <p:sp>
          <p:nvSpPr>
            <p:cNvPr id="22" name="TextBox 8">
              <a:extLst>
                <a:ext uri="{FF2B5EF4-FFF2-40B4-BE49-F238E27FC236}">
                  <a16:creationId xmlns:a16="http://schemas.microsoft.com/office/drawing/2014/main" xmlns="" id="{63B989F6-9A2F-064B-A0D7-BF8ECA3B84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8125" y="524250"/>
              <a:ext cx="2811424" cy="1415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r>
                <a:rPr lang="en-US" altLang="en-US" sz="1050" i="1" dirty="0">
                  <a:solidFill>
                    <a:srgbClr val="CC0000"/>
                  </a:solidFill>
                  <a:cs typeface="Arial" panose="020B0604020202020204" pitchFamily="34" charset="0"/>
                </a:rPr>
                <a:t>spatial coding example: </a:t>
              </a:r>
              <a:r>
                <a:rPr lang="en-US" altLang="en-US" sz="1050" dirty="0">
                  <a:solidFill>
                    <a:prstClr val="black"/>
                  </a:solidFill>
                  <a:cs typeface="Arial" panose="020B0604020202020204" pitchFamily="34" charset="0"/>
                </a:rPr>
                <a:t>instead of sending</a:t>
              </a:r>
              <a:r>
                <a:rPr lang="en-US" altLang="en-US" sz="1050" i="1" dirty="0">
                  <a:solidFill>
                    <a:prstClr val="black"/>
                  </a:solidFill>
                  <a:cs typeface="Arial" panose="020B0604020202020204" pitchFamily="34" charset="0"/>
                </a:rPr>
                <a:t> N </a:t>
              </a:r>
              <a:r>
                <a:rPr lang="en-US" altLang="en-US" sz="1050" dirty="0">
                  <a:solidFill>
                    <a:prstClr val="black"/>
                  </a:solidFill>
                  <a:cs typeface="Arial" panose="020B0604020202020204" pitchFamily="34" charset="0"/>
                </a:rPr>
                <a:t>values of same color (all purple), send only two values: color  value (</a:t>
              </a:r>
              <a:r>
                <a:rPr lang="en-US" altLang="en-US" sz="1050" i="1" dirty="0">
                  <a:solidFill>
                    <a:prstClr val="black"/>
                  </a:solidFill>
                  <a:cs typeface="Arial" panose="020B0604020202020204" pitchFamily="34" charset="0"/>
                </a:rPr>
                <a:t>purple)  and number of repeated values (</a:t>
              </a:r>
              <a:r>
                <a:rPr lang="en-US" altLang="en-US" sz="1050" dirty="0">
                  <a:solidFill>
                    <a:prstClr val="black"/>
                  </a:solidFill>
                  <a:cs typeface="Arial" panose="020B0604020202020204" pitchFamily="34" charset="0"/>
                </a:rPr>
                <a:t>N)</a:t>
              </a:r>
            </a:p>
          </p:txBody>
        </p:sp>
        <p:sp>
          <p:nvSpPr>
            <p:cNvPr id="23" name="TextBox 13">
              <a:extLst>
                <a:ext uri="{FF2B5EF4-FFF2-40B4-BE49-F238E27FC236}">
                  <a16:creationId xmlns:a16="http://schemas.microsoft.com/office/drawing/2014/main" xmlns="" id="{0DD140F0-90AD-754F-A1E7-CA495B44B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4770" y="1885160"/>
              <a:ext cx="1874762" cy="4000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r>
                <a:rPr lang="en-US" altLang="en-US" sz="1350" dirty="0">
                  <a:solidFill>
                    <a:srgbClr val="CC0000"/>
                  </a:solidFill>
                  <a:latin typeface="Arial Narrow" panose="020B0604020202020204" pitchFamily="34" charset="0"/>
                </a:rPr>
                <a:t>……………….…….</a:t>
              </a:r>
            </a:p>
          </p:txBody>
        </p:sp>
        <p:cxnSp>
          <p:nvCxnSpPr>
            <p:cNvPr id="24" name="Straight Connector 10">
              <a:extLst>
                <a:ext uri="{FF2B5EF4-FFF2-40B4-BE49-F238E27FC236}">
                  <a16:creationId xmlns:a16="http://schemas.microsoft.com/office/drawing/2014/main" xmlns="" id="{5678A114-1893-1B47-8BF5-FA9D37D271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565603" y="756253"/>
              <a:ext cx="313958" cy="115578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6" name="TextBox 17">
            <a:extLst>
              <a:ext uri="{FF2B5EF4-FFF2-40B4-BE49-F238E27FC236}">
                <a16:creationId xmlns:a16="http://schemas.microsoft.com/office/drawing/2014/main" xmlns="" id="{F235BCD2-CAC3-414C-B96D-3CE715DE67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0638" y="3798868"/>
            <a:ext cx="713657" cy="3000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defRPr/>
            </a:pPr>
            <a:r>
              <a:rPr lang="en-US" altLang="en-US" sz="1350" dirty="0">
                <a:solidFill>
                  <a:srgbClr val="CC0000"/>
                </a:solidFill>
                <a:cs typeface="Arial" panose="020B0604020202020204" pitchFamily="34" charset="0"/>
              </a:rPr>
              <a:t>frame</a:t>
            </a:r>
            <a:r>
              <a:rPr lang="en-US" altLang="en-US" sz="1350" i="1" dirty="0">
                <a:solidFill>
                  <a:srgbClr val="CC0000"/>
                </a:solidFill>
                <a:cs typeface="Arial" panose="020B0604020202020204" pitchFamily="34" charset="0"/>
              </a:rPr>
              <a:t> i</a:t>
            </a:r>
          </a:p>
        </p:txBody>
      </p:sp>
      <p:sp>
        <p:nvSpPr>
          <p:cNvPr id="17" name="TextBox 23">
            <a:extLst>
              <a:ext uri="{FF2B5EF4-FFF2-40B4-BE49-F238E27FC236}">
                <a16:creationId xmlns:a16="http://schemas.microsoft.com/office/drawing/2014/main" xmlns="" id="{478FF525-6EF9-2D42-9776-101975042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6511" y="5266188"/>
            <a:ext cx="910827" cy="3000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defRPr/>
            </a:pPr>
            <a:r>
              <a:rPr lang="en-US" altLang="en-US" sz="1350" dirty="0">
                <a:solidFill>
                  <a:srgbClr val="CC0000"/>
                </a:solidFill>
                <a:cs typeface="Arial" panose="020B0604020202020204" pitchFamily="34" charset="0"/>
              </a:rPr>
              <a:t>frame</a:t>
            </a:r>
            <a:r>
              <a:rPr lang="en-US" altLang="en-US" sz="1350" i="1" dirty="0">
                <a:solidFill>
                  <a:srgbClr val="CC0000"/>
                </a:solidFill>
                <a:cs typeface="Arial" panose="020B0604020202020204" pitchFamily="34" charset="0"/>
              </a:rPr>
              <a:t> i+1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A6970339-7C15-1D44-9D1C-0D1C2D58B670}"/>
              </a:ext>
            </a:extLst>
          </p:cNvPr>
          <p:cNvGrpSpPr/>
          <p:nvPr/>
        </p:nvGrpSpPr>
        <p:grpSpPr>
          <a:xfrm>
            <a:off x="5041957" y="4073954"/>
            <a:ext cx="1984853" cy="1527475"/>
            <a:chOff x="6722609" y="4288938"/>
            <a:chExt cx="2646470" cy="2036633"/>
          </a:xfrm>
        </p:grpSpPr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xmlns="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2609" y="5125243"/>
              <a:ext cx="2277657" cy="1200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r>
                <a:rPr lang="en-US" altLang="en-US" sz="1050" i="1" dirty="0">
                  <a:solidFill>
                    <a:srgbClr val="CC0000"/>
                  </a:solidFill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050" dirty="0">
                  <a:solidFill>
                    <a:prstClr val="black"/>
                  </a:solidFill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xmlns="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356199" y="4288938"/>
              <a:ext cx="101288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pic>
        <p:nvPicPr>
          <p:cNvPr id="20" name="Picture 4">
            <a:extLst>
              <a:ext uri="{FF2B5EF4-FFF2-40B4-BE49-F238E27FC236}">
                <a16:creationId xmlns:a16="http://schemas.microsoft.com/office/drawing/2014/main" xmlns="" id="{51B74521-834E-524B-AAD9-D92F3C568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2273" y="3912910"/>
            <a:ext cx="1232003" cy="13954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xmlns="" id="{6403B6E8-FB16-964A-85D2-C2E978C0F6DA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86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357441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9018" y="1074244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Multimedia: video</a:t>
            </a:r>
          </a:p>
        </p:txBody>
      </p:sp>
      <p:grpSp>
        <p:nvGrpSpPr>
          <p:cNvPr id="13" name="Group 18">
            <a:extLst>
              <a:ext uri="{FF2B5EF4-FFF2-40B4-BE49-F238E27FC236}">
                <a16:creationId xmlns:a16="http://schemas.microsoft.com/office/drawing/2014/main" xmlns="" id="{98FBBA2F-969E-0D47-BE6F-DB3DDC40CD64}"/>
              </a:ext>
            </a:extLst>
          </p:cNvPr>
          <p:cNvGrpSpPr>
            <a:grpSpLocks/>
          </p:cNvGrpSpPr>
          <p:nvPr/>
        </p:nvGrpSpPr>
        <p:grpSpPr bwMode="auto">
          <a:xfrm>
            <a:off x="5041957" y="1279326"/>
            <a:ext cx="3312319" cy="4322103"/>
            <a:chOff x="4338638" y="295275"/>
            <a:chExt cx="4417210" cy="5762803"/>
          </a:xfrm>
        </p:grpSpPr>
        <p:pic>
          <p:nvPicPr>
            <p:cNvPr id="14" name="Picture 4">
              <a:extLst>
                <a:ext uri="{FF2B5EF4-FFF2-40B4-BE49-F238E27FC236}">
                  <a16:creationId xmlns:a16="http://schemas.microsoft.com/office/drawing/2014/main" xmlns="" id="{D85E706C-FCF7-AC4A-9E47-5DFF51091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" name="Group 15">
              <a:extLst>
                <a:ext uri="{FF2B5EF4-FFF2-40B4-BE49-F238E27FC236}">
                  <a16:creationId xmlns:a16="http://schemas.microsoft.com/office/drawing/2014/main" xmlns="" id="{2AFDBD94-0A0F-514F-85AA-B38C47FEB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61124"/>
              <a:chOff x="5345311" y="524250"/>
              <a:chExt cx="3274238" cy="1760989"/>
            </a:xfrm>
          </p:grpSpPr>
          <p:sp>
            <p:nvSpPr>
              <p:cNvPr id="21" name="TextBox 5">
                <a:extLst>
                  <a:ext uri="{FF2B5EF4-FFF2-40B4-BE49-F238E27FC236}">
                    <a16:creationId xmlns:a16="http://schemas.microsoft.com/office/drawing/2014/main" xmlns="" id="{C3AFF6B0-484E-4A4F-A21E-6EFE00895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74762" cy="4000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r>
                  <a:rPr lang="en-US" altLang="en-US" sz="1350" dirty="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……………………..</a:t>
                </a:r>
              </a:p>
            </p:txBody>
          </p:sp>
          <p:sp>
            <p:nvSpPr>
              <p:cNvPr id="22" name="TextBox 8">
                <a:extLst>
                  <a:ext uri="{FF2B5EF4-FFF2-40B4-BE49-F238E27FC236}">
                    <a16:creationId xmlns:a16="http://schemas.microsoft.com/office/drawing/2014/main" xmlns="" id="{63B989F6-9A2F-064B-A0D7-BF8ECA3B84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415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r>
                  <a:rPr lang="en-US" altLang="en-US" sz="1050" i="1" dirty="0">
                    <a:solidFill>
                      <a:srgbClr val="CC0000"/>
                    </a:solidFill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05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050" i="1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 N </a:t>
                </a:r>
                <a:r>
                  <a:rPr lang="en-US" altLang="en-US" sz="105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050" i="1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05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23" name="TextBox 13">
                <a:extLst>
                  <a:ext uri="{FF2B5EF4-FFF2-40B4-BE49-F238E27FC236}">
                    <a16:creationId xmlns:a16="http://schemas.microsoft.com/office/drawing/2014/main" xmlns="" id="{0DD140F0-90AD-754F-A1E7-CA495B44B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0" y="1885160"/>
                <a:ext cx="1874762" cy="40007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defRPr/>
                </a:pPr>
                <a:r>
                  <a:rPr lang="en-US" altLang="en-US" sz="1350" dirty="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……………….…….</a:t>
                </a:r>
              </a:p>
            </p:txBody>
          </p:sp>
          <p:cxnSp>
            <p:nvCxnSpPr>
              <p:cNvPr id="24" name="Straight Connector 10">
                <a:extLst>
                  <a:ext uri="{FF2B5EF4-FFF2-40B4-BE49-F238E27FC236}">
                    <a16:creationId xmlns:a16="http://schemas.microsoft.com/office/drawing/2014/main" xmlns="" id="{5678A114-1893-1B47-8BF5-FA9D37D271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6" name="TextBox 17">
              <a:extLst>
                <a:ext uri="{FF2B5EF4-FFF2-40B4-BE49-F238E27FC236}">
                  <a16:creationId xmlns:a16="http://schemas.microsoft.com/office/drawing/2014/main" xmlns="" id="{F235BCD2-CAC3-414C-B96D-3CE715DE6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51712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r>
                <a:rPr lang="en-US" altLang="en-US" sz="1350" dirty="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350" i="1" dirty="0">
                  <a:solidFill>
                    <a:srgbClr val="CC0000"/>
                  </a:solidFill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xmlns="" id="{478FF525-6EF9-2D42-9776-101975042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9" y="5611090"/>
              <a:ext cx="1214652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r>
                <a:rPr lang="en-US" altLang="en-US" sz="1350" dirty="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350" i="1" dirty="0">
                  <a:solidFill>
                    <a:srgbClr val="CC0000"/>
                  </a:solidFill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xmlns="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200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r>
                <a:rPr lang="en-US" altLang="en-US" sz="1050" i="1" dirty="0">
                  <a:solidFill>
                    <a:srgbClr val="CC0000"/>
                  </a:solidFill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050" dirty="0">
                  <a:solidFill>
                    <a:prstClr val="black"/>
                  </a:solidFill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xmlns="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xmlns="" id="{51B74521-834E-524B-AAD9-D92F3C5683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Rectangle 4">
            <a:extLst>
              <a:ext uri="{FF2B5EF4-FFF2-40B4-BE49-F238E27FC236}">
                <a16:creationId xmlns:a16="http://schemas.microsoft.com/office/drawing/2014/main" xmlns="" id="{8C8D6FF8-065E-9B45-9C85-04117FC6D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00" y="1951263"/>
            <a:ext cx="3940546" cy="36814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57175" indent="-257175" defTabSz="685800">
              <a:buSzPct val="100000"/>
              <a:buFont typeface="Wingdings" charset="2"/>
              <a:buChar char="§"/>
              <a:defRPr/>
            </a:pPr>
            <a:r>
              <a:rPr lang="en-US" sz="2100" dirty="0">
                <a:solidFill>
                  <a:srgbClr val="CC0000"/>
                </a:solidFill>
                <a:latin typeface="Calibri" panose="020F0502020204030204"/>
                <a:cs typeface="Gill Sans MT"/>
              </a:rPr>
              <a:t>CBR: (constant bit rate): </a:t>
            </a:r>
            <a:r>
              <a:rPr lang="en-US" sz="2100" dirty="0">
                <a:solidFill>
                  <a:srgbClr val="000000"/>
                </a:solidFill>
                <a:latin typeface="Calibri" panose="020F0502020204030204"/>
                <a:cs typeface="Gill Sans MT"/>
              </a:rPr>
              <a:t>video encoding rate fixed</a:t>
            </a:r>
          </a:p>
          <a:p>
            <a:pPr marL="257175" indent="-257175" defTabSz="685800">
              <a:buSzPct val="100000"/>
              <a:buFont typeface="Wingdings" charset="2"/>
              <a:buChar char="§"/>
              <a:defRPr/>
            </a:pPr>
            <a:r>
              <a:rPr lang="en-US" sz="2100" dirty="0">
                <a:solidFill>
                  <a:srgbClr val="CC0000"/>
                </a:solidFill>
                <a:latin typeface="Calibri" panose="020F0502020204030204"/>
                <a:cs typeface="Gill Sans MT"/>
              </a:rPr>
              <a:t>VBR:  (variable bit rate): </a:t>
            </a:r>
            <a:r>
              <a:rPr lang="en-US" sz="2100" dirty="0">
                <a:solidFill>
                  <a:srgbClr val="000000"/>
                </a:solidFill>
                <a:latin typeface="Calibri" panose="020F0502020204030204"/>
                <a:cs typeface="Gill Sans MT"/>
              </a:rPr>
              <a:t>video </a:t>
            </a:r>
            <a:r>
              <a:rPr lang="en-US" sz="2100" dirty="0">
                <a:solidFill>
                  <a:prstClr val="black"/>
                </a:solidFill>
                <a:latin typeface="Calibri" panose="020F0502020204030204"/>
                <a:cs typeface="Gill Sans MT"/>
              </a:rPr>
              <a:t>encoding rate changes as amount of spatial, temporal coding changes </a:t>
            </a:r>
          </a:p>
          <a:p>
            <a:pPr marL="257175" indent="-257175" defTabSz="685800">
              <a:buSzPct val="100000"/>
              <a:buFont typeface="Wingdings" charset="2"/>
              <a:buChar char="§"/>
              <a:defRPr/>
            </a:pPr>
            <a:r>
              <a:rPr lang="en-US" sz="2100" dirty="0">
                <a:solidFill>
                  <a:srgbClr val="CC0000"/>
                </a:solidFill>
                <a:latin typeface="Calibri" panose="020F0502020204030204"/>
                <a:cs typeface="Gill Sans MT"/>
              </a:rPr>
              <a:t>examples:</a:t>
            </a:r>
          </a:p>
          <a:p>
            <a:pPr marL="557213" lvl="1" indent="-214313" defTabSz="685800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100" dirty="0">
                <a:solidFill>
                  <a:prstClr val="black"/>
                </a:solidFill>
                <a:latin typeface="Calibri" panose="020F0502020204030204"/>
                <a:cs typeface="Gill Sans MT"/>
              </a:rPr>
              <a:t>MPEG 1 (CD-ROM) 1.5 Mbps</a:t>
            </a:r>
          </a:p>
          <a:p>
            <a:pPr marL="557213" lvl="1" indent="-214313" defTabSz="685800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100" dirty="0">
                <a:solidFill>
                  <a:prstClr val="black"/>
                </a:solidFill>
                <a:latin typeface="Calibri" panose="020F0502020204030204"/>
                <a:cs typeface="Gill Sans MT"/>
              </a:rPr>
              <a:t>MPEG2 (DVD) 3-6 Mbps</a:t>
            </a:r>
          </a:p>
          <a:p>
            <a:pPr marL="557213" lvl="1" indent="-214313" defTabSz="685800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100" dirty="0">
                <a:solidFill>
                  <a:prstClr val="black"/>
                </a:solidFill>
                <a:latin typeface="Calibri" panose="020F0502020204030204"/>
                <a:cs typeface="Gill Sans MT"/>
              </a:rPr>
              <a:t>MPEG4 (often used in Internet,  64Kbps – 12 Mbps)</a:t>
            </a:r>
          </a:p>
        </p:txBody>
      </p:sp>
      <p:sp>
        <p:nvSpPr>
          <p:cNvPr id="26" name="Slide Number Placeholder 2">
            <a:extLst>
              <a:ext uri="{FF2B5EF4-FFF2-40B4-BE49-F238E27FC236}">
                <a16:creationId xmlns:a16="http://schemas.microsoft.com/office/drawing/2014/main" xmlns="" id="{410CB071-0A91-C647-A7D5-67DAB10B439C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87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482214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xmlns="" id="{C013BA9B-C174-AD4D-AD19-58B7018D28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5357" y="3931971"/>
            <a:ext cx="8192878" cy="1907909"/>
          </a:xfrm>
        </p:spPr>
        <p:txBody>
          <a:bodyPr>
            <a:normAutofit fontScale="70000" lnSpcReduction="20000"/>
          </a:bodyPr>
          <a:lstStyle/>
          <a:p>
            <a:pPr marL="11906" indent="0">
              <a:buNone/>
            </a:pPr>
            <a:r>
              <a:rPr lang="en-US" sz="2250" dirty="0"/>
              <a:t>Main challenges: </a:t>
            </a:r>
          </a:p>
          <a:p>
            <a:pPr marL="353616" indent="-220266"/>
            <a:r>
              <a:rPr lang="en-US" dirty="0"/>
              <a:t>server-to-client bandwidth will </a:t>
            </a:r>
            <a:r>
              <a:rPr lang="en-US" i="1" dirty="0">
                <a:solidFill>
                  <a:srgbClr val="C00000"/>
                </a:solidFill>
              </a:rPr>
              <a:t>vary</a:t>
            </a:r>
            <a:r>
              <a:rPr lang="en-US" dirty="0"/>
              <a:t> over time, with changing network congestion levels (in house, access network, network core, video server)</a:t>
            </a:r>
          </a:p>
          <a:p>
            <a:pPr marL="353616" indent="-220266"/>
            <a:r>
              <a:rPr lang="en-US" dirty="0"/>
              <a:t>packet loss, delay due to congestion will delay playout, or result in poor video quality</a:t>
            </a: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3300" dirty="0">
                <a:ea typeface="ＭＳ Ｐゴシック" panose="020B0600070205080204" pitchFamily="34" charset="-128"/>
              </a:rPr>
              <a:t>ideo</a:t>
            </a:r>
          </a:p>
        </p:txBody>
      </p:sp>
      <p:sp>
        <p:nvSpPr>
          <p:cNvPr id="72" name="TextBox 1">
            <a:extLst>
              <a:ext uri="{FF2B5EF4-FFF2-40B4-BE49-F238E27FC236}">
                <a16:creationId xmlns:a16="http://schemas.microsoft.com/office/drawing/2014/main" xmlns="" id="{4CC3C510-CDC9-9A45-BB56-DAF1C3969D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932" y="1856184"/>
            <a:ext cx="2103461" cy="4154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defRPr/>
            </a:pPr>
            <a:r>
              <a:rPr lang="en-US" altLang="en-US" sz="2100" dirty="0">
                <a:solidFill>
                  <a:prstClr val="black"/>
                </a:solidFill>
              </a:rPr>
              <a:t>simple scenario</a:t>
            </a:r>
            <a:r>
              <a:rPr lang="en-US" altLang="en-US" sz="1500" dirty="0">
                <a:solidFill>
                  <a:prstClr val="black"/>
                </a:solidFill>
              </a:rPr>
              <a:t>:</a:t>
            </a:r>
          </a:p>
        </p:txBody>
      </p:sp>
      <p:sp>
        <p:nvSpPr>
          <p:cNvPr id="76" name="TextBox 64">
            <a:extLst>
              <a:ext uri="{FF2B5EF4-FFF2-40B4-BE49-F238E27FC236}">
                <a16:creationId xmlns:a16="http://schemas.microsoft.com/office/drawing/2014/main" xmlns="" id="{E7D816E0-AEC6-6141-B74F-CA3A687B8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902" y="3206354"/>
            <a:ext cx="1242648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>
              <a:defRPr/>
            </a:pPr>
            <a:r>
              <a:rPr lang="en-US" altLang="en-US" sz="1350" dirty="0">
                <a:solidFill>
                  <a:srgbClr val="000000"/>
                </a:solidFill>
                <a:cs typeface="Arial" panose="020B0604020202020204" pitchFamily="34" charset="0"/>
              </a:rPr>
              <a:t>video server</a:t>
            </a:r>
          </a:p>
          <a:p>
            <a:pPr algn="ctr" defTabSz="685800">
              <a:defRPr/>
            </a:pPr>
            <a:r>
              <a:rPr lang="en-US" altLang="en-US" sz="1350" dirty="0">
                <a:solidFill>
                  <a:srgbClr val="000000"/>
                </a:solidFill>
                <a:cs typeface="Arial" panose="020B0604020202020204" pitchFamily="34" charset="0"/>
              </a:rPr>
              <a:t>(stored video)</a:t>
            </a:r>
            <a:endParaRPr lang="en-US" altLang="en-US" sz="1350" i="1" dirty="0">
              <a:solidFill>
                <a:srgbClr val="CC0000"/>
              </a:solidFill>
              <a:cs typeface="Arial" panose="020B0604020202020204" pitchFamily="34" charset="0"/>
            </a:endParaRPr>
          </a:p>
        </p:txBody>
      </p:sp>
      <p:grpSp>
        <p:nvGrpSpPr>
          <p:cNvPr id="26" name="Group 2">
            <a:extLst>
              <a:ext uri="{FF2B5EF4-FFF2-40B4-BE49-F238E27FC236}">
                <a16:creationId xmlns:a16="http://schemas.microsoft.com/office/drawing/2014/main" xmlns="" id="{ABD16E8C-A39C-0341-8FF0-29E0FC72AA0F}"/>
              </a:ext>
            </a:extLst>
          </p:cNvPr>
          <p:cNvGrpSpPr>
            <a:grpSpLocks/>
          </p:cNvGrpSpPr>
          <p:nvPr/>
        </p:nvGrpSpPr>
        <p:grpSpPr bwMode="auto">
          <a:xfrm>
            <a:off x="3364006" y="2175272"/>
            <a:ext cx="1361585" cy="1111181"/>
            <a:chOff x="1842724" y="2867233"/>
            <a:chExt cx="5649912" cy="3416300"/>
          </a:xfrm>
        </p:grpSpPr>
        <p:sp>
          <p:nvSpPr>
            <p:cNvPr id="27" name="AutoShape 99">
              <a:extLst>
                <a:ext uri="{FF2B5EF4-FFF2-40B4-BE49-F238E27FC236}">
                  <a16:creationId xmlns:a16="http://schemas.microsoft.com/office/drawing/2014/main" xmlns="" id="{5F39FB43-6F0D-8346-B384-FE3F906F5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</a:endParaRPr>
            </a:p>
          </p:txBody>
        </p:sp>
        <p:sp>
          <p:nvSpPr>
            <p:cNvPr id="28" name="Rectangle 87">
              <a:extLst>
                <a:ext uri="{FF2B5EF4-FFF2-40B4-BE49-F238E27FC236}">
                  <a16:creationId xmlns:a16="http://schemas.microsoft.com/office/drawing/2014/main" xmlns="" id="{B4A52C97-C542-D645-B17C-5AD21E358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29" name="Group 249">
            <a:extLst>
              <a:ext uri="{FF2B5EF4-FFF2-40B4-BE49-F238E27FC236}">
                <a16:creationId xmlns:a16="http://schemas.microsoft.com/office/drawing/2014/main" xmlns="" id="{39ED9F48-D95A-6F4F-BDE3-A1E8105C4698}"/>
              </a:ext>
            </a:extLst>
          </p:cNvPr>
          <p:cNvGrpSpPr>
            <a:grpSpLocks/>
          </p:cNvGrpSpPr>
          <p:nvPr/>
        </p:nvGrpSpPr>
        <p:grpSpPr bwMode="auto">
          <a:xfrm>
            <a:off x="1153839" y="2643709"/>
            <a:ext cx="275595" cy="551690"/>
            <a:chOff x="4140" y="429"/>
            <a:chExt cx="1425" cy="2396"/>
          </a:xfrm>
        </p:grpSpPr>
        <p:sp>
          <p:nvSpPr>
            <p:cNvPr id="30" name="Freeform 250">
              <a:extLst>
                <a:ext uri="{FF2B5EF4-FFF2-40B4-BE49-F238E27FC236}">
                  <a16:creationId xmlns:a16="http://schemas.microsoft.com/office/drawing/2014/main" xmlns="" id="{76646FC7-F29F-1A45-9514-B09BE347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Rectangle 251">
              <a:extLst>
                <a:ext uri="{FF2B5EF4-FFF2-40B4-BE49-F238E27FC236}">
                  <a16:creationId xmlns:a16="http://schemas.microsoft.com/office/drawing/2014/main" xmlns="" id="{88A356D3-831C-D347-994A-F65A95089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" name="Freeform 252">
              <a:extLst>
                <a:ext uri="{FF2B5EF4-FFF2-40B4-BE49-F238E27FC236}">
                  <a16:creationId xmlns:a16="http://schemas.microsoft.com/office/drawing/2014/main" xmlns="" id="{CE7B2044-F42D-C44D-8632-D955A3E6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reeform 253">
              <a:extLst>
                <a:ext uri="{FF2B5EF4-FFF2-40B4-BE49-F238E27FC236}">
                  <a16:creationId xmlns:a16="http://schemas.microsoft.com/office/drawing/2014/main" xmlns="" id="{722C4379-BF5B-0445-B9AE-9F5F717C0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Rectangle 254">
              <a:extLst>
                <a:ext uri="{FF2B5EF4-FFF2-40B4-BE49-F238E27FC236}">
                  <a16:creationId xmlns:a16="http://schemas.microsoft.com/office/drawing/2014/main" xmlns="" id="{2C79221E-12AF-B24F-BB52-5E6E39C08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5" name="Group 255">
              <a:extLst>
                <a:ext uri="{FF2B5EF4-FFF2-40B4-BE49-F238E27FC236}">
                  <a16:creationId xmlns:a16="http://schemas.microsoft.com/office/drawing/2014/main" xmlns="" id="{BD880B28-AD46-9941-A2DF-357290A7C9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0" name="AutoShape 256">
                <a:extLst>
                  <a:ext uri="{FF2B5EF4-FFF2-40B4-BE49-F238E27FC236}">
                    <a16:creationId xmlns:a16="http://schemas.microsoft.com/office/drawing/2014/main" xmlns="" id="{598FB7B1-3D02-6A46-8155-0C53677A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61" name="AutoShape 257">
                <a:extLst>
                  <a:ext uri="{FF2B5EF4-FFF2-40B4-BE49-F238E27FC236}">
                    <a16:creationId xmlns:a16="http://schemas.microsoft.com/office/drawing/2014/main" xmlns="" id="{95A6D50F-AA40-5E46-82D5-85FFB86B8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6" name="Rectangle 258">
              <a:extLst>
                <a:ext uri="{FF2B5EF4-FFF2-40B4-BE49-F238E27FC236}">
                  <a16:creationId xmlns:a16="http://schemas.microsoft.com/office/drawing/2014/main" xmlns="" id="{3BBED6A9-E122-884A-BFCB-917467B17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7" name="Group 259">
              <a:extLst>
                <a:ext uri="{FF2B5EF4-FFF2-40B4-BE49-F238E27FC236}">
                  <a16:creationId xmlns:a16="http://schemas.microsoft.com/office/drawing/2014/main" xmlns="" id="{69E8B4EF-424D-7A4C-984C-DCF79BB34A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8" name="AutoShape 260">
                <a:extLst>
                  <a:ext uri="{FF2B5EF4-FFF2-40B4-BE49-F238E27FC236}">
                    <a16:creationId xmlns:a16="http://schemas.microsoft.com/office/drawing/2014/main" xmlns="" id="{E3C4D787-982A-0649-9FCF-FBC6AFF8D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9" name="AutoShape 261">
                <a:extLst>
                  <a:ext uri="{FF2B5EF4-FFF2-40B4-BE49-F238E27FC236}">
                    <a16:creationId xmlns:a16="http://schemas.microsoft.com/office/drawing/2014/main" xmlns="" id="{D631F2FF-3CDB-FD4A-A123-AC04BDA7B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8" name="Rectangle 262">
              <a:extLst>
                <a:ext uri="{FF2B5EF4-FFF2-40B4-BE49-F238E27FC236}">
                  <a16:creationId xmlns:a16="http://schemas.microsoft.com/office/drawing/2014/main" xmlns="" id="{481E9B3A-8C3E-DF4C-AB1C-C85480804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9" name="Rectangle 263">
              <a:extLst>
                <a:ext uri="{FF2B5EF4-FFF2-40B4-BE49-F238E27FC236}">
                  <a16:creationId xmlns:a16="http://schemas.microsoft.com/office/drawing/2014/main" xmlns="" id="{7B14BE57-C773-FD48-9B13-9F6F0BF7B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0" name="Group 264">
              <a:extLst>
                <a:ext uri="{FF2B5EF4-FFF2-40B4-BE49-F238E27FC236}">
                  <a16:creationId xmlns:a16="http://schemas.microsoft.com/office/drawing/2014/main" xmlns="" id="{9DF03BCD-626B-D94B-BE2A-09BBF3DAE6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6" name="AutoShape 265">
                <a:extLst>
                  <a:ext uri="{FF2B5EF4-FFF2-40B4-BE49-F238E27FC236}">
                    <a16:creationId xmlns:a16="http://schemas.microsoft.com/office/drawing/2014/main" xmlns="" id="{1F479030-4D4B-E443-ABFA-C981D6192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7" name="AutoShape 266">
                <a:extLst>
                  <a:ext uri="{FF2B5EF4-FFF2-40B4-BE49-F238E27FC236}">
                    <a16:creationId xmlns:a16="http://schemas.microsoft.com/office/drawing/2014/main" xmlns="" id="{FB0BC1AA-3E7B-FE44-A49C-699A13366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" name="Freeform 267">
              <a:extLst>
                <a:ext uri="{FF2B5EF4-FFF2-40B4-BE49-F238E27FC236}">
                  <a16:creationId xmlns:a16="http://schemas.microsoft.com/office/drawing/2014/main" xmlns="" id="{240F983A-C024-2946-A153-DCA336EE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42" name="Group 268">
              <a:extLst>
                <a:ext uri="{FF2B5EF4-FFF2-40B4-BE49-F238E27FC236}">
                  <a16:creationId xmlns:a16="http://schemas.microsoft.com/office/drawing/2014/main" xmlns="" id="{AF71A7D5-DA6A-5A40-B62A-70C26F937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4" name="AutoShape 269">
                <a:extLst>
                  <a:ext uri="{FF2B5EF4-FFF2-40B4-BE49-F238E27FC236}">
                    <a16:creationId xmlns:a16="http://schemas.microsoft.com/office/drawing/2014/main" xmlns="" id="{710A4673-BCCB-3C45-BADB-4394A01ED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5" name="AutoShape 270">
                <a:extLst>
                  <a:ext uri="{FF2B5EF4-FFF2-40B4-BE49-F238E27FC236}">
                    <a16:creationId xmlns:a16="http://schemas.microsoft.com/office/drawing/2014/main" xmlns="" id="{36881B2D-0EAD-6843-B634-4D64F4537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3" name="Rectangle 271">
              <a:extLst>
                <a:ext uri="{FF2B5EF4-FFF2-40B4-BE49-F238E27FC236}">
                  <a16:creationId xmlns:a16="http://schemas.microsoft.com/office/drawing/2014/main" xmlns="" id="{71D6C8F5-67D3-CE4E-B214-A0025B0ED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" name="Freeform 272">
              <a:extLst>
                <a:ext uri="{FF2B5EF4-FFF2-40B4-BE49-F238E27FC236}">
                  <a16:creationId xmlns:a16="http://schemas.microsoft.com/office/drawing/2014/main" xmlns="" id="{658C6ACF-A2F8-3543-AD55-FBD673207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reeform 273">
              <a:extLst>
                <a:ext uri="{FF2B5EF4-FFF2-40B4-BE49-F238E27FC236}">
                  <a16:creationId xmlns:a16="http://schemas.microsoft.com/office/drawing/2014/main" xmlns="" id="{4000ABDF-9E28-2C48-9455-466517C6C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Oval 274">
              <a:extLst>
                <a:ext uri="{FF2B5EF4-FFF2-40B4-BE49-F238E27FC236}">
                  <a16:creationId xmlns:a16="http://schemas.microsoft.com/office/drawing/2014/main" xmlns="" id="{20856062-F77E-B241-A4D9-A61D5EE1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7" name="Freeform 275">
              <a:extLst>
                <a:ext uri="{FF2B5EF4-FFF2-40B4-BE49-F238E27FC236}">
                  <a16:creationId xmlns:a16="http://schemas.microsoft.com/office/drawing/2014/main" xmlns="" id="{2D221150-9A1E-9241-BFF6-B9E305FB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AutoShape 276">
              <a:extLst>
                <a:ext uri="{FF2B5EF4-FFF2-40B4-BE49-F238E27FC236}">
                  <a16:creationId xmlns:a16="http://schemas.microsoft.com/office/drawing/2014/main" xmlns="" id="{ED49DD6F-7587-3A47-9598-505CAEC07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9" name="AutoShape 277">
              <a:extLst>
                <a:ext uri="{FF2B5EF4-FFF2-40B4-BE49-F238E27FC236}">
                  <a16:creationId xmlns:a16="http://schemas.microsoft.com/office/drawing/2014/main" xmlns="" id="{4D6E82C4-7463-5243-A940-AEED3C72B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0" name="Oval 278">
              <a:extLst>
                <a:ext uri="{FF2B5EF4-FFF2-40B4-BE49-F238E27FC236}">
                  <a16:creationId xmlns:a16="http://schemas.microsoft.com/office/drawing/2014/main" xmlns="" id="{899B1CB5-B227-724F-9170-358019617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1" name="Oval 279">
              <a:extLst>
                <a:ext uri="{FF2B5EF4-FFF2-40B4-BE49-F238E27FC236}">
                  <a16:creationId xmlns:a16="http://schemas.microsoft.com/office/drawing/2014/main" xmlns="" id="{C8289CCE-CFB0-374C-96C9-F65B1BC1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defTabSz="685800">
                <a:defRPr/>
              </a:pPr>
              <a:endParaRPr lang="en-US" sz="1350" dirty="0">
                <a:solidFill>
                  <a:srgbClr val="FF0000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2" name="Oval 280">
              <a:extLst>
                <a:ext uri="{FF2B5EF4-FFF2-40B4-BE49-F238E27FC236}">
                  <a16:creationId xmlns:a16="http://schemas.microsoft.com/office/drawing/2014/main" xmlns="" id="{4587FD07-E1CE-7141-A608-1A7A09854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53" name="Rectangle 281">
              <a:extLst>
                <a:ext uri="{FF2B5EF4-FFF2-40B4-BE49-F238E27FC236}">
                  <a16:creationId xmlns:a16="http://schemas.microsoft.com/office/drawing/2014/main" xmlns="" id="{D5AE84CC-F42F-2C44-82F4-7AE6F4371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62" name="Group 134">
            <a:extLst>
              <a:ext uri="{FF2B5EF4-FFF2-40B4-BE49-F238E27FC236}">
                <a16:creationId xmlns:a16="http://schemas.microsoft.com/office/drawing/2014/main" xmlns="" id="{261DAB2A-DE55-0E45-811B-AB29DEB3F9C5}"/>
              </a:ext>
            </a:extLst>
          </p:cNvPr>
          <p:cNvGrpSpPr>
            <a:grpSpLocks/>
          </p:cNvGrpSpPr>
          <p:nvPr/>
        </p:nvGrpSpPr>
        <p:grpSpPr bwMode="auto">
          <a:xfrm>
            <a:off x="878243" y="2385139"/>
            <a:ext cx="826787" cy="255227"/>
            <a:chOff x="3621" y="3265"/>
            <a:chExt cx="1776" cy="744"/>
          </a:xfrm>
        </p:grpSpPr>
        <p:pic>
          <p:nvPicPr>
            <p:cNvPr id="63" name="Picture 135" descr="reellogo">
              <a:extLst>
                <a:ext uri="{FF2B5EF4-FFF2-40B4-BE49-F238E27FC236}">
                  <a16:creationId xmlns:a16="http://schemas.microsoft.com/office/drawing/2014/main" xmlns="" id="{086D2B7E-1DCC-AB4D-9969-323F964B3E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" name="Freeform 136">
              <a:extLst>
                <a:ext uri="{FF2B5EF4-FFF2-40B4-BE49-F238E27FC236}">
                  <a16:creationId xmlns:a16="http://schemas.microsoft.com/office/drawing/2014/main" xmlns="" id="{488D2B7B-AD72-6A4E-98F1-F409AF553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5 h 438"/>
                <a:gd name="T4" fmla="*/ 114 w 1401"/>
                <a:gd name="T5" fmla="*/ 382 h 438"/>
                <a:gd name="T6" fmla="*/ 132 w 1401"/>
                <a:gd name="T7" fmla="*/ 358 h 438"/>
                <a:gd name="T8" fmla="*/ 210 w 1401"/>
                <a:gd name="T9" fmla="*/ 403 h 438"/>
                <a:gd name="T10" fmla="*/ 450 w 1401"/>
                <a:gd name="T11" fmla="*/ 385 h 438"/>
                <a:gd name="T12" fmla="*/ 486 w 1401"/>
                <a:gd name="T13" fmla="*/ 394 h 438"/>
                <a:gd name="T14" fmla="*/ 690 w 1401"/>
                <a:gd name="T15" fmla="*/ 418 h 438"/>
                <a:gd name="T16" fmla="*/ 1075 w 1401"/>
                <a:gd name="T17" fmla="*/ 439 h 438"/>
                <a:gd name="T18" fmla="*/ 1402 w 1401"/>
                <a:gd name="T19" fmla="*/ 421 h 438"/>
                <a:gd name="T20" fmla="*/ 1393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reeform 137">
              <a:extLst>
                <a:ext uri="{FF2B5EF4-FFF2-40B4-BE49-F238E27FC236}">
                  <a16:creationId xmlns:a16="http://schemas.microsoft.com/office/drawing/2014/main" xmlns="" id="{5940D471-4A2E-EC49-9A0A-53466411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5 h 123"/>
                <a:gd name="T6" fmla="*/ 801 w 999"/>
                <a:gd name="T7" fmla="*/ 41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0 h 123"/>
                <a:gd name="T16" fmla="*/ 987 w 999"/>
                <a:gd name="T17" fmla="*/ 120 h 123"/>
                <a:gd name="T18" fmla="*/ 18 w 999"/>
                <a:gd name="T19" fmla="*/ 117 h 123"/>
                <a:gd name="T20" fmla="*/ 0 w 999"/>
                <a:gd name="T21" fmla="*/ 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pic>
          <p:nvPicPr>
            <p:cNvPr id="66" name="Picture 138" descr="video1">
              <a:extLst>
                <a:ext uri="{FF2B5EF4-FFF2-40B4-BE49-F238E27FC236}">
                  <a16:creationId xmlns:a16="http://schemas.microsoft.com/office/drawing/2014/main" xmlns="" id="{B2DF913B-0088-D047-8E12-A578FC3D38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7" name="Group 349">
            <a:extLst>
              <a:ext uri="{FF2B5EF4-FFF2-40B4-BE49-F238E27FC236}">
                <a16:creationId xmlns:a16="http://schemas.microsoft.com/office/drawing/2014/main" xmlns="" id="{A8D2D0E4-8A9D-5F41-B48D-FC769689ADFF}"/>
              </a:ext>
            </a:extLst>
          </p:cNvPr>
          <p:cNvGrpSpPr>
            <a:grpSpLocks/>
          </p:cNvGrpSpPr>
          <p:nvPr/>
        </p:nvGrpSpPr>
        <p:grpSpPr bwMode="auto">
          <a:xfrm>
            <a:off x="3853726" y="2722503"/>
            <a:ext cx="437469" cy="465872"/>
            <a:chOff x="4437" y="1472"/>
            <a:chExt cx="427" cy="418"/>
          </a:xfrm>
        </p:grpSpPr>
        <p:sp>
          <p:nvSpPr>
            <p:cNvPr id="68" name="Rectangle 350">
              <a:extLst>
                <a:ext uri="{FF2B5EF4-FFF2-40B4-BE49-F238E27FC236}">
                  <a16:creationId xmlns:a16="http://schemas.microsoft.com/office/drawing/2014/main" xmlns="" id="{7C696386-B7C3-484A-867B-0D97C3E2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Rectangle 351">
              <a:extLst>
                <a:ext uri="{FF2B5EF4-FFF2-40B4-BE49-F238E27FC236}">
                  <a16:creationId xmlns:a16="http://schemas.microsoft.com/office/drawing/2014/main" xmlns="" id="{80E64DF2-CAD9-D44B-A4E7-34F5E1C09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0" name="Rectangle 352">
              <a:extLst>
                <a:ext uri="{FF2B5EF4-FFF2-40B4-BE49-F238E27FC236}">
                  <a16:creationId xmlns:a16="http://schemas.microsoft.com/office/drawing/2014/main" xmlns="" id="{1D8E5D70-F00A-BE4D-BC86-BB934A069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1" name="Rectangle 353">
              <a:extLst>
                <a:ext uri="{FF2B5EF4-FFF2-40B4-BE49-F238E27FC236}">
                  <a16:creationId xmlns:a16="http://schemas.microsoft.com/office/drawing/2014/main" xmlns="" id="{7D6F4F20-44DD-6543-9079-83C96AAAE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</p:grpSp>
      <p:sp>
        <p:nvSpPr>
          <p:cNvPr id="73" name="Freeform 1287">
            <a:extLst>
              <a:ext uri="{FF2B5EF4-FFF2-40B4-BE49-F238E27FC236}">
                <a16:creationId xmlns:a16="http://schemas.microsoft.com/office/drawing/2014/main" xmlns="" id="{BE3F4D34-D002-FF47-ADC9-CAFBBDBBD046}"/>
              </a:ext>
            </a:extLst>
          </p:cNvPr>
          <p:cNvSpPr>
            <a:spLocks/>
          </p:cNvSpPr>
          <p:nvPr/>
        </p:nvSpPr>
        <p:spPr bwMode="auto">
          <a:xfrm>
            <a:off x="1804408" y="2405200"/>
            <a:ext cx="1497845" cy="862643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defTabSz="685800">
              <a:defRPr/>
            </a:pPr>
            <a:endParaRPr lang="en-US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cxnSp>
        <p:nvCxnSpPr>
          <p:cNvPr id="74" name="Straight Connector 45">
            <a:extLst>
              <a:ext uri="{FF2B5EF4-FFF2-40B4-BE49-F238E27FC236}">
                <a16:creationId xmlns:a16="http://schemas.microsoft.com/office/drawing/2014/main" xmlns="" id="{8A8560CF-513B-B545-88A5-17807275F8B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572867" y="2801971"/>
            <a:ext cx="801173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5" name="Straight Connector 46">
            <a:extLst>
              <a:ext uri="{FF2B5EF4-FFF2-40B4-BE49-F238E27FC236}">
                <a16:creationId xmlns:a16="http://schemas.microsoft.com/office/drawing/2014/main" xmlns="" id="{49DD2A4D-3F1C-7743-9C44-C80C99333AC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70931" y="2823147"/>
            <a:ext cx="783098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7" name="TextBox 64">
            <a:extLst>
              <a:ext uri="{FF2B5EF4-FFF2-40B4-BE49-F238E27FC236}">
                <a16:creationId xmlns:a16="http://schemas.microsoft.com/office/drawing/2014/main" xmlns="" id="{7B2A481B-313E-CB4A-BBF3-C6B1CD4E9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9426" y="3294255"/>
            <a:ext cx="588623" cy="3000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defRPr/>
            </a:pPr>
            <a:r>
              <a:rPr lang="en-US" altLang="en-US" sz="1350" dirty="0">
                <a:solidFill>
                  <a:srgbClr val="000000"/>
                </a:solidFill>
                <a:cs typeface="Arial" panose="020B0604020202020204" pitchFamily="34" charset="0"/>
              </a:rPr>
              <a:t>client</a:t>
            </a:r>
            <a:endParaRPr lang="en-US" altLang="en-US" sz="1350" i="1" dirty="0">
              <a:solidFill>
                <a:srgbClr val="CC0000"/>
              </a:solidFill>
              <a:cs typeface="Arial" panose="020B0604020202020204" pitchFamily="34" charset="0"/>
            </a:endParaRPr>
          </a:p>
        </p:txBody>
      </p:sp>
      <p:sp>
        <p:nvSpPr>
          <p:cNvPr id="78" name="TextBox 64">
            <a:extLst>
              <a:ext uri="{FF2B5EF4-FFF2-40B4-BE49-F238E27FC236}">
                <a16:creationId xmlns:a16="http://schemas.microsoft.com/office/drawing/2014/main" xmlns="" id="{8EF78B8E-FFDC-3842-BA26-33E096491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6509" y="2986983"/>
            <a:ext cx="70564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defRPr/>
            </a:pPr>
            <a:r>
              <a:rPr lang="en-US" altLang="en-US" sz="1200" dirty="0">
                <a:solidFill>
                  <a:srgbClr val="000000"/>
                </a:solidFill>
                <a:cs typeface="Arial" panose="020B0604020202020204" pitchFamily="34" charset="0"/>
              </a:rPr>
              <a:t>Internet</a:t>
            </a:r>
            <a:endParaRPr lang="en-US" altLang="en-US" sz="1350" i="1" dirty="0">
              <a:solidFill>
                <a:srgbClr val="CC0000"/>
              </a:solidFill>
              <a:cs typeface="Arial" panose="020B0604020202020204" pitchFamily="34" charset="0"/>
            </a:endParaRPr>
          </a:p>
        </p:txBody>
      </p:sp>
      <p:sp>
        <p:nvSpPr>
          <p:cNvPr id="79" name="Slide Number Placeholder 2">
            <a:extLst>
              <a:ext uri="{FF2B5EF4-FFF2-40B4-BE49-F238E27FC236}">
                <a16:creationId xmlns:a16="http://schemas.microsoft.com/office/drawing/2014/main" xmlns="" id="{E59B6253-15F0-6B43-92F4-CFCEFA7140AD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88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58237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1196116"/>
            <a:ext cx="7886700" cy="670967"/>
          </a:xfrm>
        </p:spPr>
        <p:txBody>
          <a:bodyPr>
            <a:normAutofit fontScale="90000"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3300" dirty="0">
                <a:ea typeface="ＭＳ Ｐゴシック" panose="020B0600070205080204" pitchFamily="34" charset="-128"/>
              </a:rPr>
              <a:t>ideo</a:t>
            </a:r>
          </a:p>
        </p:txBody>
      </p:sp>
      <p:grpSp>
        <p:nvGrpSpPr>
          <p:cNvPr id="266" name="Group 249">
            <a:extLst>
              <a:ext uri="{FF2B5EF4-FFF2-40B4-BE49-F238E27FC236}">
                <a16:creationId xmlns:a16="http://schemas.microsoft.com/office/drawing/2014/main" xmlns="" id="{AEF99E4D-FC62-9E44-84B6-19BBBFEFF1DB}"/>
              </a:ext>
            </a:extLst>
          </p:cNvPr>
          <p:cNvGrpSpPr>
            <a:grpSpLocks/>
          </p:cNvGrpSpPr>
          <p:nvPr/>
        </p:nvGrpSpPr>
        <p:grpSpPr bwMode="auto">
          <a:xfrm>
            <a:off x="2841605" y="4464413"/>
            <a:ext cx="320278" cy="589359"/>
            <a:chOff x="4140" y="429"/>
            <a:chExt cx="1425" cy="2396"/>
          </a:xfrm>
        </p:grpSpPr>
        <p:sp>
          <p:nvSpPr>
            <p:cNvPr id="267" name="Freeform 250">
              <a:extLst>
                <a:ext uri="{FF2B5EF4-FFF2-40B4-BE49-F238E27FC236}">
                  <a16:creationId xmlns:a16="http://schemas.microsoft.com/office/drawing/2014/main" xmlns="" id="{152BA2F1-00EA-F348-896B-A5C53F1E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6 w 354"/>
                <a:gd name="T1" fmla="*/ 0 h 2742"/>
                <a:gd name="T2" fmla="*/ 145 w 354"/>
                <a:gd name="T3" fmla="*/ 164 h 2742"/>
                <a:gd name="T4" fmla="*/ 142 w 354"/>
                <a:gd name="T5" fmla="*/ 1268 h 2742"/>
                <a:gd name="T6" fmla="*/ 0 w 354"/>
                <a:gd name="T7" fmla="*/ 1325 h 2742"/>
                <a:gd name="T8" fmla="*/ 2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Rectangle 251">
              <a:extLst>
                <a:ext uri="{FF2B5EF4-FFF2-40B4-BE49-F238E27FC236}">
                  <a16:creationId xmlns:a16="http://schemas.microsoft.com/office/drawing/2014/main" xmlns="" id="{300E6F11-612F-A14C-87F7-A8851BB4F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69" name="Freeform 252">
              <a:extLst>
                <a:ext uri="{FF2B5EF4-FFF2-40B4-BE49-F238E27FC236}">
                  <a16:creationId xmlns:a16="http://schemas.microsoft.com/office/drawing/2014/main" xmlns="" id="{826227F8-DADF-1E4A-9A6E-834CD4D3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3 w 211"/>
                <a:gd name="T1" fmla="*/ 0 h 2537"/>
                <a:gd name="T2" fmla="*/ 87 w 211"/>
                <a:gd name="T3" fmla="*/ 106 h 2537"/>
                <a:gd name="T4" fmla="*/ 3 w 211"/>
                <a:gd name="T5" fmla="*/ 1208 h 2537"/>
                <a:gd name="T6" fmla="*/ 3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reeform 253">
              <a:extLst>
                <a:ext uri="{FF2B5EF4-FFF2-40B4-BE49-F238E27FC236}">
                  <a16:creationId xmlns:a16="http://schemas.microsoft.com/office/drawing/2014/main" xmlns="" id="{D7185AF3-6DE0-EB40-87C6-269CBC3D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2 h 226"/>
                <a:gd name="T4" fmla="*/ 135 w 328"/>
                <a:gd name="T5" fmla="*/ 110 h 226"/>
                <a:gd name="T6" fmla="*/ 0 w 328"/>
                <a:gd name="T7" fmla="*/ 4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Rectangle 254">
              <a:extLst>
                <a:ext uri="{FF2B5EF4-FFF2-40B4-BE49-F238E27FC236}">
                  <a16:creationId xmlns:a16="http://schemas.microsoft.com/office/drawing/2014/main" xmlns="" id="{2B2FED80-6596-EF4F-BE23-37718C861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grpSp>
          <p:nvGrpSpPr>
            <p:cNvPr id="272" name="Group 255">
              <a:extLst>
                <a:ext uri="{FF2B5EF4-FFF2-40B4-BE49-F238E27FC236}">
                  <a16:creationId xmlns:a16="http://schemas.microsoft.com/office/drawing/2014/main" xmlns="" id="{A9BE197D-0488-3C45-8D78-A04741AC7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7" name="AutoShape 256">
                <a:extLst>
                  <a:ext uri="{FF2B5EF4-FFF2-40B4-BE49-F238E27FC236}">
                    <a16:creationId xmlns:a16="http://schemas.microsoft.com/office/drawing/2014/main" xmlns="" id="{8AEACE4E-2F2E-074E-944A-FD899A8C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  <a:cs typeface="Arial" charset="0"/>
                </a:endParaRPr>
              </a:p>
            </p:txBody>
          </p:sp>
          <p:sp>
            <p:nvSpPr>
              <p:cNvPr id="298" name="AutoShape 257">
                <a:extLst>
                  <a:ext uri="{FF2B5EF4-FFF2-40B4-BE49-F238E27FC236}">
                    <a16:creationId xmlns:a16="http://schemas.microsoft.com/office/drawing/2014/main" xmlns="" id="{47728FA0-225D-FB46-B5EE-A10208785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  <a:cs typeface="Arial" charset="0"/>
                </a:endParaRPr>
              </a:p>
            </p:txBody>
          </p:sp>
        </p:grpSp>
        <p:sp>
          <p:nvSpPr>
            <p:cNvPr id="273" name="Rectangle 258">
              <a:extLst>
                <a:ext uri="{FF2B5EF4-FFF2-40B4-BE49-F238E27FC236}">
                  <a16:creationId xmlns:a16="http://schemas.microsoft.com/office/drawing/2014/main" xmlns="" id="{5835E575-F49C-344B-9FDD-DA2C3607B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grpSp>
          <p:nvGrpSpPr>
            <p:cNvPr id="274" name="Group 259">
              <a:extLst>
                <a:ext uri="{FF2B5EF4-FFF2-40B4-BE49-F238E27FC236}">
                  <a16:creationId xmlns:a16="http://schemas.microsoft.com/office/drawing/2014/main" xmlns="" id="{AA22B6E8-7F7A-CB4E-8291-401102CED3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5" name="AutoShape 260">
                <a:extLst>
                  <a:ext uri="{FF2B5EF4-FFF2-40B4-BE49-F238E27FC236}">
                    <a16:creationId xmlns:a16="http://schemas.microsoft.com/office/drawing/2014/main" xmlns="" id="{C1C77C6E-EED3-394E-B167-C41757211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  <a:cs typeface="Arial" charset="0"/>
                </a:endParaRPr>
              </a:p>
            </p:txBody>
          </p:sp>
          <p:sp>
            <p:nvSpPr>
              <p:cNvPr id="296" name="AutoShape 261">
                <a:extLst>
                  <a:ext uri="{FF2B5EF4-FFF2-40B4-BE49-F238E27FC236}">
                    <a16:creationId xmlns:a16="http://schemas.microsoft.com/office/drawing/2014/main" xmlns="" id="{AA09AEA7-1D87-B24F-B374-BDBF7482B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  <a:cs typeface="Arial" charset="0"/>
                </a:endParaRPr>
              </a:p>
            </p:txBody>
          </p:sp>
        </p:grpSp>
        <p:sp>
          <p:nvSpPr>
            <p:cNvPr id="275" name="Rectangle 262">
              <a:extLst>
                <a:ext uri="{FF2B5EF4-FFF2-40B4-BE49-F238E27FC236}">
                  <a16:creationId xmlns:a16="http://schemas.microsoft.com/office/drawing/2014/main" xmlns="" id="{3F42A0BC-CF2E-E24A-A739-845C15ECF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76" name="Rectangle 263">
              <a:extLst>
                <a:ext uri="{FF2B5EF4-FFF2-40B4-BE49-F238E27FC236}">
                  <a16:creationId xmlns:a16="http://schemas.microsoft.com/office/drawing/2014/main" xmlns="" id="{E64B3966-F003-C44C-9B00-0FD0B4E8C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grpSp>
          <p:nvGrpSpPr>
            <p:cNvPr id="277" name="Group 264">
              <a:extLst>
                <a:ext uri="{FF2B5EF4-FFF2-40B4-BE49-F238E27FC236}">
                  <a16:creationId xmlns:a16="http://schemas.microsoft.com/office/drawing/2014/main" xmlns="" id="{EF07E87F-184A-DE45-8C7F-573AF2537D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3" name="AutoShape 265">
                <a:extLst>
                  <a:ext uri="{FF2B5EF4-FFF2-40B4-BE49-F238E27FC236}">
                    <a16:creationId xmlns:a16="http://schemas.microsoft.com/office/drawing/2014/main" xmlns="" id="{E5E61D30-25AE-8741-9618-75C55AD79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  <a:cs typeface="Arial" charset="0"/>
                </a:endParaRPr>
              </a:p>
            </p:txBody>
          </p:sp>
          <p:sp>
            <p:nvSpPr>
              <p:cNvPr id="294" name="AutoShape 266">
                <a:extLst>
                  <a:ext uri="{FF2B5EF4-FFF2-40B4-BE49-F238E27FC236}">
                    <a16:creationId xmlns:a16="http://schemas.microsoft.com/office/drawing/2014/main" xmlns="" id="{CF8FF070-F087-7840-9F19-7200142B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  <a:cs typeface="Arial" charset="0"/>
                </a:endParaRPr>
              </a:p>
            </p:txBody>
          </p:sp>
        </p:grpSp>
        <p:sp>
          <p:nvSpPr>
            <p:cNvPr id="278" name="Freeform 267">
              <a:extLst>
                <a:ext uri="{FF2B5EF4-FFF2-40B4-BE49-F238E27FC236}">
                  <a16:creationId xmlns:a16="http://schemas.microsoft.com/office/drawing/2014/main" xmlns="" id="{4672D609-04BB-4646-8153-69503980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1 h 226"/>
                <a:gd name="T4" fmla="*/ 135 w 328"/>
                <a:gd name="T5" fmla="*/ 108 h 226"/>
                <a:gd name="T6" fmla="*/ 0 w 328"/>
                <a:gd name="T7" fmla="*/ 4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279" name="Group 268">
              <a:extLst>
                <a:ext uri="{FF2B5EF4-FFF2-40B4-BE49-F238E27FC236}">
                  <a16:creationId xmlns:a16="http://schemas.microsoft.com/office/drawing/2014/main" xmlns="" id="{521FCA2B-F1A7-DA40-B114-6914827409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1" name="AutoShape 269">
                <a:extLst>
                  <a:ext uri="{FF2B5EF4-FFF2-40B4-BE49-F238E27FC236}">
                    <a16:creationId xmlns:a16="http://schemas.microsoft.com/office/drawing/2014/main" xmlns="" id="{9DDABA87-8024-3345-81DC-B285EC1C0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  <a:cs typeface="Arial" charset="0"/>
                </a:endParaRPr>
              </a:p>
            </p:txBody>
          </p:sp>
          <p:sp>
            <p:nvSpPr>
              <p:cNvPr id="292" name="AutoShape 270">
                <a:extLst>
                  <a:ext uri="{FF2B5EF4-FFF2-40B4-BE49-F238E27FC236}">
                    <a16:creationId xmlns:a16="http://schemas.microsoft.com/office/drawing/2014/main" xmlns="" id="{314CD0E5-F403-E245-A748-507AF5E0B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  <a:cs typeface="Arial" charset="0"/>
                </a:endParaRPr>
              </a:p>
            </p:txBody>
          </p:sp>
        </p:grpSp>
        <p:sp>
          <p:nvSpPr>
            <p:cNvPr id="280" name="Rectangle 271">
              <a:extLst>
                <a:ext uri="{FF2B5EF4-FFF2-40B4-BE49-F238E27FC236}">
                  <a16:creationId xmlns:a16="http://schemas.microsoft.com/office/drawing/2014/main" xmlns="" id="{B559F645-7351-C144-9AE2-DCA74DB20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81" name="Freeform 272">
              <a:extLst>
                <a:ext uri="{FF2B5EF4-FFF2-40B4-BE49-F238E27FC236}">
                  <a16:creationId xmlns:a16="http://schemas.microsoft.com/office/drawing/2014/main" xmlns="" id="{BDBAE511-74F9-3244-94BC-D6E8C23A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20 w 296"/>
                <a:gd name="T3" fmla="*/ 69 h 256"/>
                <a:gd name="T4" fmla="*/ 122 w 296"/>
                <a:gd name="T5" fmla="*/ 122 h 256"/>
                <a:gd name="T6" fmla="*/ 0 w 296"/>
                <a:gd name="T7" fmla="*/ 4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reeform 273">
              <a:extLst>
                <a:ext uri="{FF2B5EF4-FFF2-40B4-BE49-F238E27FC236}">
                  <a16:creationId xmlns:a16="http://schemas.microsoft.com/office/drawing/2014/main" xmlns="" id="{F24246BA-27AC-EC49-8B17-EBFCCF1E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26 w 304"/>
                <a:gd name="T3" fmla="*/ 79 h 288"/>
                <a:gd name="T4" fmla="*/ 118 w 304"/>
                <a:gd name="T5" fmla="*/ 139 h 288"/>
                <a:gd name="T6" fmla="*/ 3 w 304"/>
                <a:gd name="T7" fmla="*/ 6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Oval 274">
              <a:extLst>
                <a:ext uri="{FF2B5EF4-FFF2-40B4-BE49-F238E27FC236}">
                  <a16:creationId xmlns:a16="http://schemas.microsoft.com/office/drawing/2014/main" xmlns="" id="{AE61D6B1-7441-3042-851B-64FDF1B9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84" name="Freeform 275">
              <a:extLst>
                <a:ext uri="{FF2B5EF4-FFF2-40B4-BE49-F238E27FC236}">
                  <a16:creationId xmlns:a16="http://schemas.microsoft.com/office/drawing/2014/main" xmlns="" id="{949FFF87-993A-424E-B000-F5B7857D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51 h 240"/>
                <a:gd name="T2" fmla="*/ 2 w 306"/>
                <a:gd name="T3" fmla="*/ 116 h 240"/>
                <a:gd name="T4" fmla="*/ 126 w 306"/>
                <a:gd name="T5" fmla="*/ 53 h 240"/>
                <a:gd name="T6" fmla="*/ 123 w 306"/>
                <a:gd name="T7" fmla="*/ 0 h 240"/>
                <a:gd name="T8" fmla="*/ 0 w 306"/>
                <a:gd name="T9" fmla="*/ 5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AutoShape 276">
              <a:extLst>
                <a:ext uri="{FF2B5EF4-FFF2-40B4-BE49-F238E27FC236}">
                  <a16:creationId xmlns:a16="http://schemas.microsoft.com/office/drawing/2014/main" xmlns="" id="{4730E002-A069-AD40-BDAF-BCE034E21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86" name="AutoShape 277">
              <a:extLst>
                <a:ext uri="{FF2B5EF4-FFF2-40B4-BE49-F238E27FC236}">
                  <a16:creationId xmlns:a16="http://schemas.microsoft.com/office/drawing/2014/main" xmlns="" id="{6A5BF613-0ADA-FE48-97C8-62954257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87" name="Oval 278">
              <a:extLst>
                <a:ext uri="{FF2B5EF4-FFF2-40B4-BE49-F238E27FC236}">
                  <a16:creationId xmlns:a16="http://schemas.microsoft.com/office/drawing/2014/main" xmlns="" id="{93CD8B37-7AC2-934F-A6E3-3F0FBCB01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88" name="Oval 279">
              <a:extLst>
                <a:ext uri="{FF2B5EF4-FFF2-40B4-BE49-F238E27FC236}">
                  <a16:creationId xmlns:a16="http://schemas.microsoft.com/office/drawing/2014/main" xmlns="" id="{51EF5D37-9B48-6343-A5F5-69AB85337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defTabSz="685800">
                <a:defRPr/>
              </a:pPr>
              <a:endParaRPr lang="en-US" sz="1350" dirty="0">
                <a:solidFill>
                  <a:srgbClr val="FF0000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89" name="Oval 280">
              <a:extLst>
                <a:ext uri="{FF2B5EF4-FFF2-40B4-BE49-F238E27FC236}">
                  <a16:creationId xmlns:a16="http://schemas.microsoft.com/office/drawing/2014/main" xmlns="" id="{6B00B086-5270-394E-9B40-A976F059E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  <p:sp>
          <p:nvSpPr>
            <p:cNvPr id="290" name="Rectangle 281">
              <a:extLst>
                <a:ext uri="{FF2B5EF4-FFF2-40B4-BE49-F238E27FC236}">
                  <a16:creationId xmlns:a16="http://schemas.microsoft.com/office/drawing/2014/main" xmlns="" id="{14B0BF53-3A29-964D-B23D-474036984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  <a:cs typeface="Arial" charset="0"/>
              </a:endParaRPr>
            </a:p>
          </p:txBody>
        </p:sp>
      </p:grpSp>
      <p:grpSp>
        <p:nvGrpSpPr>
          <p:cNvPr id="299" name="Group 134">
            <a:extLst>
              <a:ext uri="{FF2B5EF4-FFF2-40B4-BE49-F238E27FC236}">
                <a16:creationId xmlns:a16="http://schemas.microsoft.com/office/drawing/2014/main" xmlns="" id="{035EEFA2-3531-EF4E-A6EF-BC8C83C2B5B5}"/>
              </a:ext>
            </a:extLst>
          </p:cNvPr>
          <p:cNvGrpSpPr>
            <a:grpSpLocks/>
          </p:cNvGrpSpPr>
          <p:nvPr/>
        </p:nvGrpSpPr>
        <p:grpSpPr bwMode="auto">
          <a:xfrm>
            <a:off x="2521326" y="4188189"/>
            <a:ext cx="960835" cy="272653"/>
            <a:chOff x="3621" y="3265"/>
            <a:chExt cx="1776" cy="744"/>
          </a:xfrm>
        </p:grpSpPr>
        <p:pic>
          <p:nvPicPr>
            <p:cNvPr id="300" name="Picture 135" descr="reellogo">
              <a:extLst>
                <a:ext uri="{FF2B5EF4-FFF2-40B4-BE49-F238E27FC236}">
                  <a16:creationId xmlns:a16="http://schemas.microsoft.com/office/drawing/2014/main" xmlns="" id="{14DC10E9-52C9-8142-A6BD-FA98F27C7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1" name="Freeform 136">
              <a:extLst>
                <a:ext uri="{FF2B5EF4-FFF2-40B4-BE49-F238E27FC236}">
                  <a16:creationId xmlns:a16="http://schemas.microsoft.com/office/drawing/2014/main" xmlns="" id="{E8A0CF9D-AEF9-274D-8B33-ACF3DD6B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4 h 438"/>
                <a:gd name="T4" fmla="*/ 114 w 1401"/>
                <a:gd name="T5" fmla="*/ 381 h 438"/>
                <a:gd name="T6" fmla="*/ 132 w 1401"/>
                <a:gd name="T7" fmla="*/ 357 h 438"/>
                <a:gd name="T8" fmla="*/ 210 w 1401"/>
                <a:gd name="T9" fmla="*/ 402 h 438"/>
                <a:gd name="T10" fmla="*/ 450 w 1401"/>
                <a:gd name="T11" fmla="*/ 384 h 438"/>
                <a:gd name="T12" fmla="*/ 486 w 1401"/>
                <a:gd name="T13" fmla="*/ 393 h 438"/>
                <a:gd name="T14" fmla="*/ 690 w 1401"/>
                <a:gd name="T15" fmla="*/ 417 h 438"/>
                <a:gd name="T16" fmla="*/ 1074 w 1401"/>
                <a:gd name="T17" fmla="*/ 438 h 438"/>
                <a:gd name="T18" fmla="*/ 1401 w 1401"/>
                <a:gd name="T19" fmla="*/ 420 h 438"/>
                <a:gd name="T20" fmla="*/ 1392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cs typeface="Arial"/>
              </a:endParaRPr>
            </a:p>
          </p:txBody>
        </p:sp>
        <p:sp>
          <p:nvSpPr>
            <p:cNvPr id="302" name="Freeform 137">
              <a:extLst>
                <a:ext uri="{FF2B5EF4-FFF2-40B4-BE49-F238E27FC236}">
                  <a16:creationId xmlns:a16="http://schemas.microsoft.com/office/drawing/2014/main" xmlns="" id="{DE9583DA-16F1-2D4B-929C-271789F6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6 h 123"/>
                <a:gd name="T6" fmla="*/ 801 w 999"/>
                <a:gd name="T7" fmla="*/ 42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1 h 123"/>
                <a:gd name="T16" fmla="*/ 987 w 999"/>
                <a:gd name="T17" fmla="*/ 123 h 123"/>
                <a:gd name="T18" fmla="*/ 18 w 999"/>
                <a:gd name="T19" fmla="*/ 120 h 123"/>
                <a:gd name="T20" fmla="*/ 0 w 999"/>
                <a:gd name="T21" fmla="*/ 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cs typeface="Arial"/>
              </a:endParaRPr>
            </a:p>
          </p:txBody>
        </p:sp>
        <p:pic>
          <p:nvPicPr>
            <p:cNvPr id="303" name="Picture 138" descr="video1">
              <a:extLst>
                <a:ext uri="{FF2B5EF4-FFF2-40B4-BE49-F238E27FC236}">
                  <a16:creationId xmlns:a16="http://schemas.microsoft.com/office/drawing/2014/main" xmlns="" id="{34AB05AF-3A1D-5E4A-AF17-1A795E8C62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4" name="Line 168">
            <a:extLst>
              <a:ext uri="{FF2B5EF4-FFF2-40B4-BE49-F238E27FC236}">
                <a16:creationId xmlns:a16="http://schemas.microsoft.com/office/drawing/2014/main" xmlns="" id="{482428A4-15BB-F740-B74C-16D5589A55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332" y="1885520"/>
            <a:ext cx="0" cy="213955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sz="1350" dirty="0">
              <a:solidFill>
                <a:prstClr val="black"/>
              </a:solidFill>
              <a:latin typeface="Arial"/>
              <a:cs typeface="Arial"/>
            </a:endParaRPr>
          </a:p>
        </p:txBody>
      </p:sp>
      <p:grpSp>
        <p:nvGrpSpPr>
          <p:cNvPr id="305" name="Group 357">
            <a:extLst>
              <a:ext uri="{FF2B5EF4-FFF2-40B4-BE49-F238E27FC236}">
                <a16:creationId xmlns:a16="http://schemas.microsoft.com/office/drawing/2014/main" xmlns="" id="{581A8529-F504-3846-8B36-89B971CA7477}"/>
              </a:ext>
            </a:extLst>
          </p:cNvPr>
          <p:cNvGrpSpPr>
            <a:grpSpLocks/>
          </p:cNvGrpSpPr>
          <p:nvPr/>
        </p:nvGrpSpPr>
        <p:grpSpPr bwMode="auto">
          <a:xfrm>
            <a:off x="1542633" y="3367850"/>
            <a:ext cx="1246585" cy="1139429"/>
            <a:chOff x="944" y="2184"/>
            <a:chExt cx="1047" cy="957"/>
          </a:xfrm>
        </p:grpSpPr>
        <p:sp>
          <p:nvSpPr>
            <p:cNvPr id="306" name="Freeform 207">
              <a:extLst>
                <a:ext uri="{FF2B5EF4-FFF2-40B4-BE49-F238E27FC236}">
                  <a16:creationId xmlns:a16="http://schemas.microsoft.com/office/drawing/2014/main" xmlns="" id="{FB5DBF6C-CEEB-DA4C-8661-582EC861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84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cs typeface="Arial"/>
              </a:endParaRPr>
            </a:p>
          </p:txBody>
        </p:sp>
        <p:sp>
          <p:nvSpPr>
            <p:cNvPr id="307" name="Text Box 208">
              <a:extLst>
                <a:ext uri="{FF2B5EF4-FFF2-40B4-BE49-F238E27FC236}">
                  <a16:creationId xmlns:a16="http://schemas.microsoft.com/office/drawing/2014/main" xmlns="" id="{814C88A0-3287-EB46-9C41-FEA42D1AC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4" y="2366"/>
              <a:ext cx="1047" cy="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257175" indent="-257175" defTabSz="685800">
                <a:lnSpc>
                  <a:spcPct val="90000"/>
                </a:lnSpc>
                <a:buFontTx/>
                <a:buAutoNum type="arabicPeriod"/>
                <a:defRPr/>
              </a:pPr>
              <a:r>
                <a:rPr lang="en-US" sz="150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video</a:t>
              </a:r>
            </a:p>
            <a:p>
              <a:pPr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recorded (e.g., 30 frames/sec)</a:t>
              </a:r>
            </a:p>
          </p:txBody>
        </p:sp>
      </p:grpSp>
      <p:grpSp>
        <p:nvGrpSpPr>
          <p:cNvPr id="308" name="Group 262">
            <a:extLst>
              <a:ext uri="{FF2B5EF4-FFF2-40B4-BE49-F238E27FC236}">
                <a16:creationId xmlns:a16="http://schemas.microsoft.com/office/drawing/2014/main" xmlns="" id="{CECCA62F-4456-C34B-9177-029B14A96C8F}"/>
              </a:ext>
            </a:extLst>
          </p:cNvPr>
          <p:cNvGrpSpPr>
            <a:grpSpLocks/>
          </p:cNvGrpSpPr>
          <p:nvPr/>
        </p:nvGrpSpPr>
        <p:grpSpPr bwMode="auto">
          <a:xfrm>
            <a:off x="1190207" y="2126026"/>
            <a:ext cx="1914525" cy="1894284"/>
            <a:chOff x="648" y="1147"/>
            <a:chExt cx="1608" cy="1591"/>
          </a:xfrm>
        </p:grpSpPr>
        <p:grpSp>
          <p:nvGrpSpPr>
            <p:cNvPr id="309" name="Group 206">
              <a:extLst>
                <a:ext uri="{FF2B5EF4-FFF2-40B4-BE49-F238E27FC236}">
                  <a16:creationId xmlns:a16="http://schemas.microsoft.com/office/drawing/2014/main" xmlns="" id="{C77333BA-89DD-5D42-B008-4B67B599C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325" name="Group 189">
                <a:extLst>
                  <a:ext uri="{FF2B5EF4-FFF2-40B4-BE49-F238E27FC236}">
                    <a16:creationId xmlns:a16="http://schemas.microsoft.com/office/drawing/2014/main" xmlns="" id="{8A85A2D3-A990-8B41-B23F-258454EAA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336" name="Group 181">
                  <a:extLst>
                    <a:ext uri="{FF2B5EF4-FFF2-40B4-BE49-F238E27FC236}">
                      <a16:creationId xmlns:a16="http://schemas.microsoft.com/office/drawing/2014/main" xmlns="" id="{7BDB39B8-53B4-9640-A017-C997019C69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44" name="Group 177">
                    <a:extLst>
                      <a:ext uri="{FF2B5EF4-FFF2-40B4-BE49-F238E27FC236}">
                        <a16:creationId xmlns:a16="http://schemas.microsoft.com/office/drawing/2014/main" xmlns="" id="{8EEE6973-A2DA-CC47-BBFC-6F5DF3C1820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8" name="Line 173">
                      <a:extLst>
                        <a:ext uri="{FF2B5EF4-FFF2-40B4-BE49-F238E27FC236}">
                          <a16:creationId xmlns:a16="http://schemas.microsoft.com/office/drawing/2014/main" xmlns="" id="{EA80EC66-00D7-FA43-A803-FB245F2B604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9" name="Line 176">
                      <a:extLst>
                        <a:ext uri="{FF2B5EF4-FFF2-40B4-BE49-F238E27FC236}">
                          <a16:creationId xmlns:a16="http://schemas.microsoft.com/office/drawing/2014/main" xmlns="" id="{F568A800-6A4E-6E4C-A167-13E4AE46AF8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45" name="Group 178">
                    <a:extLst>
                      <a:ext uri="{FF2B5EF4-FFF2-40B4-BE49-F238E27FC236}">
                        <a16:creationId xmlns:a16="http://schemas.microsoft.com/office/drawing/2014/main" xmlns="" id="{302EE25B-7A88-5F4B-B370-A03D1B2E52E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6" name="Line 179">
                      <a:extLst>
                        <a:ext uri="{FF2B5EF4-FFF2-40B4-BE49-F238E27FC236}">
                          <a16:creationId xmlns:a16="http://schemas.microsoft.com/office/drawing/2014/main" xmlns="" id="{40C6F382-C5D0-DC4C-9C98-5B6A9F97A11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7" name="Line 180">
                      <a:extLst>
                        <a:ext uri="{FF2B5EF4-FFF2-40B4-BE49-F238E27FC236}">
                          <a16:creationId xmlns:a16="http://schemas.microsoft.com/office/drawing/2014/main" xmlns="" id="{8060F88C-6D9A-F042-9854-C307CF9849B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37" name="Group 182">
                  <a:extLst>
                    <a:ext uri="{FF2B5EF4-FFF2-40B4-BE49-F238E27FC236}">
                      <a16:creationId xmlns:a16="http://schemas.microsoft.com/office/drawing/2014/main" xmlns="" id="{D0EB01A1-2EA5-0244-A29B-7580513BED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38" name="Group 183">
                    <a:extLst>
                      <a:ext uri="{FF2B5EF4-FFF2-40B4-BE49-F238E27FC236}">
                        <a16:creationId xmlns:a16="http://schemas.microsoft.com/office/drawing/2014/main" xmlns="" id="{DBF9543B-F39B-274E-978C-E4A708F0B5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2" name="Line 184">
                      <a:extLst>
                        <a:ext uri="{FF2B5EF4-FFF2-40B4-BE49-F238E27FC236}">
                          <a16:creationId xmlns:a16="http://schemas.microsoft.com/office/drawing/2014/main" xmlns="" id="{F7E287B9-5EBA-D74E-B700-9B84F2EC573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3" name="Line 185">
                      <a:extLst>
                        <a:ext uri="{FF2B5EF4-FFF2-40B4-BE49-F238E27FC236}">
                          <a16:creationId xmlns:a16="http://schemas.microsoft.com/office/drawing/2014/main" xmlns="" id="{C9CC3AA3-BDCE-0744-85DB-208F60B23A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39" name="Group 186">
                    <a:extLst>
                      <a:ext uri="{FF2B5EF4-FFF2-40B4-BE49-F238E27FC236}">
                        <a16:creationId xmlns:a16="http://schemas.microsoft.com/office/drawing/2014/main" xmlns="" id="{8734C907-441E-C244-A935-5A9EB6ADD3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0" name="Line 187">
                      <a:extLst>
                        <a:ext uri="{FF2B5EF4-FFF2-40B4-BE49-F238E27FC236}">
                          <a16:creationId xmlns:a16="http://schemas.microsoft.com/office/drawing/2014/main" xmlns="" id="{AC34B541-4E74-6E49-BE49-13688810373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1" name="Line 188">
                      <a:extLst>
                        <a:ext uri="{FF2B5EF4-FFF2-40B4-BE49-F238E27FC236}">
                          <a16:creationId xmlns:a16="http://schemas.microsoft.com/office/drawing/2014/main" xmlns="" id="{C37337D0-1B0B-F845-B482-8E0EF9CEDC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326" name="Group 191">
                <a:extLst>
                  <a:ext uri="{FF2B5EF4-FFF2-40B4-BE49-F238E27FC236}">
                    <a16:creationId xmlns:a16="http://schemas.microsoft.com/office/drawing/2014/main" xmlns="" id="{7BAA7828-347D-144C-A484-CBD99CA1A1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330" name="Group 192">
                  <a:extLst>
                    <a:ext uri="{FF2B5EF4-FFF2-40B4-BE49-F238E27FC236}">
                      <a16:creationId xmlns:a16="http://schemas.microsoft.com/office/drawing/2014/main" xmlns="" id="{080D745B-F776-FE43-B32E-EC1B13E0B7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34" name="Line 193">
                    <a:extLst>
                      <a:ext uri="{FF2B5EF4-FFF2-40B4-BE49-F238E27FC236}">
                        <a16:creationId xmlns:a16="http://schemas.microsoft.com/office/drawing/2014/main" xmlns="" id="{F073E972-0C07-B94E-84EB-F8A969E545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35" name="Line 194">
                    <a:extLst>
                      <a:ext uri="{FF2B5EF4-FFF2-40B4-BE49-F238E27FC236}">
                        <a16:creationId xmlns:a16="http://schemas.microsoft.com/office/drawing/2014/main" xmlns="" id="{BF80B266-F6B9-2A4A-AD3E-D1EF434B78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31" name="Group 195">
                  <a:extLst>
                    <a:ext uri="{FF2B5EF4-FFF2-40B4-BE49-F238E27FC236}">
                      <a16:creationId xmlns:a16="http://schemas.microsoft.com/office/drawing/2014/main" xmlns="" id="{BEFF0755-D770-E64E-BB14-71631F6530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32" name="Line 196">
                    <a:extLst>
                      <a:ext uri="{FF2B5EF4-FFF2-40B4-BE49-F238E27FC236}">
                        <a16:creationId xmlns:a16="http://schemas.microsoft.com/office/drawing/2014/main" xmlns="" id="{9970CA13-0D4D-6C45-B64C-ECA2953D29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33" name="Line 197">
                    <a:extLst>
                      <a:ext uri="{FF2B5EF4-FFF2-40B4-BE49-F238E27FC236}">
                        <a16:creationId xmlns:a16="http://schemas.microsoft.com/office/drawing/2014/main" xmlns="" id="{544A36AB-3BBC-2940-8CEB-E11FCED7C0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27" name="Group 199">
                <a:extLst>
                  <a:ext uri="{FF2B5EF4-FFF2-40B4-BE49-F238E27FC236}">
                    <a16:creationId xmlns:a16="http://schemas.microsoft.com/office/drawing/2014/main" xmlns="" id="{55C303CA-BC99-6643-8004-D37635DAFB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328" name="Line 200">
                  <a:extLst>
                    <a:ext uri="{FF2B5EF4-FFF2-40B4-BE49-F238E27FC236}">
                      <a16:creationId xmlns:a16="http://schemas.microsoft.com/office/drawing/2014/main" xmlns="" id="{D7E3913D-9FDC-F340-A052-D88746D124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/>
                    <a:cs typeface="Arial"/>
                  </a:endParaRPr>
                </a:p>
              </p:txBody>
            </p:sp>
            <p:sp>
              <p:nvSpPr>
                <p:cNvPr id="329" name="Line 201">
                  <a:extLst>
                    <a:ext uri="{FF2B5EF4-FFF2-40B4-BE49-F238E27FC236}">
                      <a16:creationId xmlns:a16="http://schemas.microsoft.com/office/drawing/2014/main" xmlns="" id="{142EF7B4-50D8-2943-AD1B-C33500981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/>
                    <a:cs typeface="Arial"/>
                  </a:endParaRPr>
                </a:p>
              </p:txBody>
            </p:sp>
          </p:grpSp>
        </p:grpSp>
        <p:grpSp>
          <p:nvGrpSpPr>
            <p:cNvPr id="310" name="Group 237">
              <a:extLst>
                <a:ext uri="{FF2B5EF4-FFF2-40B4-BE49-F238E27FC236}">
                  <a16:creationId xmlns:a16="http://schemas.microsoft.com/office/drawing/2014/main" xmlns="" id="{9B34BEB4-4FF9-8B40-B66D-4EDCA35D7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311" name="Group 238">
                <a:extLst>
                  <a:ext uri="{FF2B5EF4-FFF2-40B4-BE49-F238E27FC236}">
                    <a16:creationId xmlns:a16="http://schemas.microsoft.com/office/drawing/2014/main" xmlns="" id="{0D1959A2-DB88-6F4B-8C5B-3061C8A94F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319" name="Group 239">
                  <a:extLst>
                    <a:ext uri="{FF2B5EF4-FFF2-40B4-BE49-F238E27FC236}">
                      <a16:creationId xmlns:a16="http://schemas.microsoft.com/office/drawing/2014/main" xmlns="" id="{3C6F65E0-86EC-1641-A410-19EF004957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23" name="Line 240">
                    <a:extLst>
                      <a:ext uri="{FF2B5EF4-FFF2-40B4-BE49-F238E27FC236}">
                        <a16:creationId xmlns:a16="http://schemas.microsoft.com/office/drawing/2014/main" xmlns="" id="{A4A03A53-563D-2E4E-B447-0601F752DE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24" name="Line 241">
                    <a:extLst>
                      <a:ext uri="{FF2B5EF4-FFF2-40B4-BE49-F238E27FC236}">
                        <a16:creationId xmlns:a16="http://schemas.microsoft.com/office/drawing/2014/main" xmlns="" id="{4272D3B1-5096-A24D-9784-DFE7C5ED00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20" name="Group 242">
                  <a:extLst>
                    <a:ext uri="{FF2B5EF4-FFF2-40B4-BE49-F238E27FC236}">
                      <a16:creationId xmlns:a16="http://schemas.microsoft.com/office/drawing/2014/main" xmlns="" id="{B2D22486-FFD1-1042-8AF1-5A878A82D1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21" name="Line 243">
                    <a:extLst>
                      <a:ext uri="{FF2B5EF4-FFF2-40B4-BE49-F238E27FC236}">
                        <a16:creationId xmlns:a16="http://schemas.microsoft.com/office/drawing/2014/main" xmlns="" id="{597BFF9E-F6C6-C84E-8FFA-8CFC0406DB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22" name="Line 244">
                    <a:extLst>
                      <a:ext uri="{FF2B5EF4-FFF2-40B4-BE49-F238E27FC236}">
                        <a16:creationId xmlns:a16="http://schemas.microsoft.com/office/drawing/2014/main" xmlns="" id="{964E8744-6FF4-724B-A203-2418454DE5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12" name="Group 245">
                <a:extLst>
                  <a:ext uri="{FF2B5EF4-FFF2-40B4-BE49-F238E27FC236}">
                    <a16:creationId xmlns:a16="http://schemas.microsoft.com/office/drawing/2014/main" xmlns="" id="{47D01BA6-9852-834A-B5F1-D93F8DCE2C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313" name="Group 246">
                  <a:extLst>
                    <a:ext uri="{FF2B5EF4-FFF2-40B4-BE49-F238E27FC236}">
                      <a16:creationId xmlns:a16="http://schemas.microsoft.com/office/drawing/2014/main" xmlns="" id="{A27FE7C3-AFCC-BD42-B31C-4050EDEC47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17" name="Line 247">
                    <a:extLst>
                      <a:ext uri="{FF2B5EF4-FFF2-40B4-BE49-F238E27FC236}">
                        <a16:creationId xmlns:a16="http://schemas.microsoft.com/office/drawing/2014/main" xmlns="" id="{C9007E8A-3559-C441-BD8C-B8D23A4202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18" name="Line 248">
                    <a:extLst>
                      <a:ext uri="{FF2B5EF4-FFF2-40B4-BE49-F238E27FC236}">
                        <a16:creationId xmlns:a16="http://schemas.microsoft.com/office/drawing/2014/main" xmlns="" id="{79923FA7-D368-3A45-9EB3-81814AFFCB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14" name="Group 249">
                  <a:extLst>
                    <a:ext uri="{FF2B5EF4-FFF2-40B4-BE49-F238E27FC236}">
                      <a16:creationId xmlns:a16="http://schemas.microsoft.com/office/drawing/2014/main" xmlns="" id="{59663083-2325-5045-AACD-16293E50CA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15" name="Line 250">
                    <a:extLst>
                      <a:ext uri="{FF2B5EF4-FFF2-40B4-BE49-F238E27FC236}">
                        <a16:creationId xmlns:a16="http://schemas.microsoft.com/office/drawing/2014/main" xmlns="" id="{3DA93C20-E9D3-5F48-8A08-30C0C6E0D0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16" name="Line 251">
                    <a:extLst>
                      <a:ext uri="{FF2B5EF4-FFF2-40B4-BE49-F238E27FC236}">
                        <a16:creationId xmlns:a16="http://schemas.microsoft.com/office/drawing/2014/main" xmlns="" id="{E7B69FBE-F697-5843-A2CF-1BC0FB43C5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</p:grpSp>
        </p:grpSp>
      </p:grpSp>
      <p:grpSp>
        <p:nvGrpSpPr>
          <p:cNvPr id="350" name="Group 358">
            <a:extLst>
              <a:ext uri="{FF2B5EF4-FFF2-40B4-BE49-F238E27FC236}">
                <a16:creationId xmlns:a16="http://schemas.microsoft.com/office/drawing/2014/main" xmlns="" id="{B1A75650-3CD8-7F42-A19F-FB22F9C5426D}"/>
              </a:ext>
            </a:extLst>
          </p:cNvPr>
          <p:cNvGrpSpPr>
            <a:grpSpLocks/>
          </p:cNvGrpSpPr>
          <p:nvPr/>
        </p:nvGrpSpPr>
        <p:grpSpPr bwMode="auto">
          <a:xfrm>
            <a:off x="2792789" y="3198779"/>
            <a:ext cx="1029891" cy="972741"/>
            <a:chOff x="1994" y="2042"/>
            <a:chExt cx="865" cy="817"/>
          </a:xfrm>
        </p:grpSpPr>
        <p:sp>
          <p:nvSpPr>
            <p:cNvPr id="351" name="Freeform 209">
              <a:extLst>
                <a:ext uri="{FF2B5EF4-FFF2-40B4-BE49-F238E27FC236}">
                  <a16:creationId xmlns:a16="http://schemas.microsoft.com/office/drawing/2014/main" xmlns="" id="{726DD585-FDAA-D146-A36E-E461C4F3AF0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196" y="2196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rgbClr val="CC00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cs typeface="Arial"/>
              </a:endParaRPr>
            </a:p>
          </p:txBody>
        </p:sp>
        <p:sp>
          <p:nvSpPr>
            <p:cNvPr id="352" name="Text Box 305">
              <a:extLst>
                <a:ext uri="{FF2B5EF4-FFF2-40B4-BE49-F238E27FC236}">
                  <a16:creationId xmlns:a16="http://schemas.microsoft.com/office/drawing/2014/main" xmlns="" id="{0ADC53BD-DC1E-0447-B68F-69D1E40B8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4" y="2042"/>
              <a:ext cx="677" cy="4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defTabSz="685800">
                <a:defRPr/>
              </a:pPr>
              <a:r>
                <a:rPr lang="en-US" sz="1500" b="1" dirty="0">
                  <a:solidFill>
                    <a:srgbClr val="CC0000"/>
                  </a:solidFill>
                  <a:latin typeface="Calibri" panose="020F0502020204030204"/>
                  <a:cs typeface="Arial"/>
                </a:rPr>
                <a:t>2. </a:t>
              </a:r>
              <a:r>
                <a:rPr lang="en-US" sz="1500" dirty="0">
                  <a:solidFill>
                    <a:srgbClr val="CC0000"/>
                  </a:solidFill>
                  <a:latin typeface="Calibri" panose="020F0502020204030204"/>
                  <a:cs typeface="Arial"/>
                </a:rPr>
                <a:t>video</a:t>
              </a:r>
            </a:p>
            <a:p>
              <a:pPr defTabSz="685800">
                <a:defRPr/>
              </a:pPr>
              <a:r>
                <a:rPr lang="en-US" sz="1500" dirty="0">
                  <a:solidFill>
                    <a:srgbClr val="CC0000"/>
                  </a:solidFill>
                  <a:latin typeface="Calibri" panose="020F0502020204030204"/>
                  <a:cs typeface="Arial"/>
                </a:rPr>
                <a:t>sent</a:t>
              </a:r>
            </a:p>
          </p:txBody>
        </p:sp>
      </p:grpSp>
      <p:sp>
        <p:nvSpPr>
          <p:cNvPr id="353" name="Text Box 354">
            <a:extLst>
              <a:ext uri="{FF2B5EF4-FFF2-40B4-BE49-F238E27FC236}">
                <a16:creationId xmlns:a16="http://schemas.microsoft.com/office/drawing/2014/main" xmlns="" id="{42A079BA-138E-2D44-8617-F62E7B879731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09120" y="2733818"/>
            <a:ext cx="1468040" cy="300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defTabSz="685800">
              <a:defRPr/>
            </a:pPr>
            <a:r>
              <a:rPr lang="en-US" sz="1350" dirty="0">
                <a:solidFill>
                  <a:prstClr val="black"/>
                </a:solidFill>
                <a:latin typeface="Arial"/>
                <a:cs typeface="Arial"/>
              </a:rPr>
              <a:t>Cumulative data</a:t>
            </a:r>
          </a:p>
        </p:txBody>
      </p:sp>
      <p:grpSp>
        <p:nvGrpSpPr>
          <p:cNvPr id="354" name="Group 365">
            <a:extLst>
              <a:ext uri="{FF2B5EF4-FFF2-40B4-BE49-F238E27FC236}">
                <a16:creationId xmlns:a16="http://schemas.microsoft.com/office/drawing/2014/main" xmlns="" id="{9B87CE31-DB37-9A44-A229-BC284C3E993B}"/>
              </a:ext>
            </a:extLst>
          </p:cNvPr>
          <p:cNvGrpSpPr>
            <a:grpSpLocks/>
          </p:cNvGrpSpPr>
          <p:nvPr/>
        </p:nvGrpSpPr>
        <p:grpSpPr bwMode="auto">
          <a:xfrm>
            <a:off x="3757195" y="1987913"/>
            <a:ext cx="4326732" cy="3573067"/>
            <a:chOff x="2804" y="903"/>
            <a:chExt cx="3634" cy="3001"/>
          </a:xfrm>
        </p:grpSpPr>
        <p:sp>
          <p:nvSpPr>
            <p:cNvPr id="355" name="Line 360">
              <a:extLst>
                <a:ext uri="{FF2B5EF4-FFF2-40B4-BE49-F238E27FC236}">
                  <a16:creationId xmlns:a16="http://schemas.microsoft.com/office/drawing/2014/main" xmlns="" id="{F2FACE5B-2598-2B4B-A1C2-C2BAFF668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903"/>
              <a:ext cx="0" cy="22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cs typeface="Arial"/>
              </a:endParaRPr>
            </a:p>
          </p:txBody>
        </p:sp>
        <p:sp>
          <p:nvSpPr>
            <p:cNvPr id="356" name="Text Box 361">
              <a:extLst>
                <a:ext uri="{FF2B5EF4-FFF2-40B4-BE49-F238E27FC236}">
                  <a16:creationId xmlns:a16="http://schemas.microsoft.com/office/drawing/2014/main" xmlns="" id="{D1AB6A8D-7F02-5641-A31E-07D5852A4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4" y="3198"/>
              <a:ext cx="3634" cy="706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defTabSz="685800">
                <a:lnSpc>
                  <a:spcPct val="90000"/>
                </a:lnSpc>
                <a:defRPr/>
              </a:pPr>
              <a:r>
                <a:rPr lang="en-US" dirty="0">
                  <a:solidFill>
                    <a:srgbClr val="CC0000"/>
                  </a:solidFill>
                  <a:latin typeface="Calibri" panose="020F0502020204030204"/>
                  <a:cs typeface="Arial"/>
                </a:rPr>
                <a:t>streaming</a:t>
              </a:r>
              <a:r>
                <a:rPr lang="en-US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: at this time, client  playing out early part of video, while server still sending later part of video</a:t>
              </a:r>
            </a:p>
          </p:txBody>
        </p:sp>
      </p:grpSp>
      <p:sp>
        <p:nvSpPr>
          <p:cNvPr id="360" name="Text Box 366">
            <a:extLst>
              <a:ext uri="{FF2B5EF4-FFF2-40B4-BE49-F238E27FC236}">
                <a16:creationId xmlns:a16="http://schemas.microsoft.com/office/drawing/2014/main" xmlns="" id="{58466624-90AF-9D42-9091-9FAEB77AA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3252" y="4034597"/>
            <a:ext cx="511679" cy="300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defTabSz="685800">
              <a:defRPr/>
            </a:pPr>
            <a:r>
              <a:rPr lang="en-US" sz="1350" dirty="0">
                <a:solidFill>
                  <a:prstClr val="black"/>
                </a:solidFill>
                <a:latin typeface="Arial"/>
                <a:cs typeface="Arial"/>
              </a:rPr>
              <a:t>time</a:t>
            </a:r>
          </a:p>
        </p:txBody>
      </p:sp>
      <p:grpSp>
        <p:nvGrpSpPr>
          <p:cNvPr id="362" name="Group 263">
            <a:extLst>
              <a:ext uri="{FF2B5EF4-FFF2-40B4-BE49-F238E27FC236}">
                <a16:creationId xmlns:a16="http://schemas.microsoft.com/office/drawing/2014/main" xmlns="" id="{EA56C58B-56AC-834F-849E-EA54C767221C}"/>
              </a:ext>
            </a:extLst>
          </p:cNvPr>
          <p:cNvGrpSpPr>
            <a:grpSpLocks/>
          </p:cNvGrpSpPr>
          <p:nvPr/>
        </p:nvGrpSpPr>
        <p:grpSpPr bwMode="auto">
          <a:xfrm>
            <a:off x="3358754" y="2127615"/>
            <a:ext cx="1914525" cy="1894285"/>
            <a:chOff x="648" y="1147"/>
            <a:chExt cx="1608" cy="1591"/>
          </a:xfrm>
        </p:grpSpPr>
        <p:grpSp>
          <p:nvGrpSpPr>
            <p:cNvPr id="411" name="Group 264">
              <a:extLst>
                <a:ext uri="{FF2B5EF4-FFF2-40B4-BE49-F238E27FC236}">
                  <a16:creationId xmlns:a16="http://schemas.microsoft.com/office/drawing/2014/main" xmlns="" id="{A10C73EE-575B-0448-A214-6B59FB271F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427" name="Group 265">
                <a:extLst>
                  <a:ext uri="{FF2B5EF4-FFF2-40B4-BE49-F238E27FC236}">
                    <a16:creationId xmlns:a16="http://schemas.microsoft.com/office/drawing/2014/main" xmlns="" id="{F163D769-B2B9-5944-B2D0-4C48E895A9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438" name="Group 266">
                  <a:extLst>
                    <a:ext uri="{FF2B5EF4-FFF2-40B4-BE49-F238E27FC236}">
                      <a16:creationId xmlns:a16="http://schemas.microsoft.com/office/drawing/2014/main" xmlns="" id="{47CE18EE-DF25-8F4A-9956-7FA1F500B1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46" name="Group 267">
                    <a:extLst>
                      <a:ext uri="{FF2B5EF4-FFF2-40B4-BE49-F238E27FC236}">
                        <a16:creationId xmlns:a16="http://schemas.microsoft.com/office/drawing/2014/main" xmlns="" id="{3BB4504D-1A2B-9343-8787-5B23B12136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50" name="Line 268">
                      <a:extLst>
                        <a:ext uri="{FF2B5EF4-FFF2-40B4-BE49-F238E27FC236}">
                          <a16:creationId xmlns:a16="http://schemas.microsoft.com/office/drawing/2014/main" xmlns="" id="{47C9C95F-7187-0B4A-8496-E31A38F679B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51" name="Line 269">
                      <a:extLst>
                        <a:ext uri="{FF2B5EF4-FFF2-40B4-BE49-F238E27FC236}">
                          <a16:creationId xmlns:a16="http://schemas.microsoft.com/office/drawing/2014/main" xmlns="" id="{33A91F87-4A1F-2D40-8D8C-B09DE015907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47" name="Group 270">
                    <a:extLst>
                      <a:ext uri="{FF2B5EF4-FFF2-40B4-BE49-F238E27FC236}">
                        <a16:creationId xmlns:a16="http://schemas.microsoft.com/office/drawing/2014/main" xmlns="" id="{500194A4-54C5-0641-B353-57816A0363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8" name="Line 271">
                      <a:extLst>
                        <a:ext uri="{FF2B5EF4-FFF2-40B4-BE49-F238E27FC236}">
                          <a16:creationId xmlns:a16="http://schemas.microsoft.com/office/drawing/2014/main" xmlns="" id="{1FDA36DA-2649-534C-B0C6-3320116F465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49" name="Line 272">
                      <a:extLst>
                        <a:ext uri="{FF2B5EF4-FFF2-40B4-BE49-F238E27FC236}">
                          <a16:creationId xmlns:a16="http://schemas.microsoft.com/office/drawing/2014/main" xmlns="" id="{ED38F4B9-ADDD-1740-ACAD-6B7D2291F3D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39" name="Group 273">
                  <a:extLst>
                    <a:ext uri="{FF2B5EF4-FFF2-40B4-BE49-F238E27FC236}">
                      <a16:creationId xmlns:a16="http://schemas.microsoft.com/office/drawing/2014/main" xmlns="" id="{DBA0E83F-92A1-3B41-828B-8B2BBBBAA6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40" name="Group 274">
                    <a:extLst>
                      <a:ext uri="{FF2B5EF4-FFF2-40B4-BE49-F238E27FC236}">
                        <a16:creationId xmlns:a16="http://schemas.microsoft.com/office/drawing/2014/main" xmlns="" id="{ADE50871-4E66-4249-9CD5-5873E4222F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4" name="Line 275">
                      <a:extLst>
                        <a:ext uri="{FF2B5EF4-FFF2-40B4-BE49-F238E27FC236}">
                          <a16:creationId xmlns:a16="http://schemas.microsoft.com/office/drawing/2014/main" xmlns="" id="{6105385D-B8C1-9E47-B0C5-FD41228A2B3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45" name="Line 276">
                      <a:extLst>
                        <a:ext uri="{FF2B5EF4-FFF2-40B4-BE49-F238E27FC236}">
                          <a16:creationId xmlns:a16="http://schemas.microsoft.com/office/drawing/2014/main" xmlns="" id="{E47EBE3F-A869-2749-9EBA-837F378EC1B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41" name="Group 277">
                    <a:extLst>
                      <a:ext uri="{FF2B5EF4-FFF2-40B4-BE49-F238E27FC236}">
                        <a16:creationId xmlns:a16="http://schemas.microsoft.com/office/drawing/2014/main" xmlns="" id="{C321EA68-449A-194D-B714-57BECE8706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42" name="Line 278">
                      <a:extLst>
                        <a:ext uri="{FF2B5EF4-FFF2-40B4-BE49-F238E27FC236}">
                          <a16:creationId xmlns:a16="http://schemas.microsoft.com/office/drawing/2014/main" xmlns="" id="{0BC1D629-7CBF-4947-BBB5-DF0E6A1B00D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43" name="Line 279">
                      <a:extLst>
                        <a:ext uri="{FF2B5EF4-FFF2-40B4-BE49-F238E27FC236}">
                          <a16:creationId xmlns:a16="http://schemas.microsoft.com/office/drawing/2014/main" xmlns="" id="{E702AD42-70DB-5441-87E9-BC7872AFFF3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428" name="Group 280">
                <a:extLst>
                  <a:ext uri="{FF2B5EF4-FFF2-40B4-BE49-F238E27FC236}">
                    <a16:creationId xmlns:a16="http://schemas.microsoft.com/office/drawing/2014/main" xmlns="" id="{BE071EE1-B986-0248-B7C6-E944D585D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432" name="Group 281">
                  <a:extLst>
                    <a:ext uri="{FF2B5EF4-FFF2-40B4-BE49-F238E27FC236}">
                      <a16:creationId xmlns:a16="http://schemas.microsoft.com/office/drawing/2014/main" xmlns="" id="{7229A489-CAC6-274F-AF69-A101419B763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36" name="Line 282">
                    <a:extLst>
                      <a:ext uri="{FF2B5EF4-FFF2-40B4-BE49-F238E27FC236}">
                        <a16:creationId xmlns:a16="http://schemas.microsoft.com/office/drawing/2014/main" xmlns="" id="{74E31333-2568-0642-8D3B-1650F159FC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437" name="Line 283">
                    <a:extLst>
                      <a:ext uri="{FF2B5EF4-FFF2-40B4-BE49-F238E27FC236}">
                        <a16:creationId xmlns:a16="http://schemas.microsoft.com/office/drawing/2014/main" xmlns="" id="{98BA3F1E-08EE-4746-B16D-A5A2FB8E92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433" name="Group 284">
                  <a:extLst>
                    <a:ext uri="{FF2B5EF4-FFF2-40B4-BE49-F238E27FC236}">
                      <a16:creationId xmlns:a16="http://schemas.microsoft.com/office/drawing/2014/main" xmlns="" id="{199D0F45-97C2-344B-85F5-3E8B9657CF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34" name="Line 285">
                    <a:extLst>
                      <a:ext uri="{FF2B5EF4-FFF2-40B4-BE49-F238E27FC236}">
                        <a16:creationId xmlns:a16="http://schemas.microsoft.com/office/drawing/2014/main" xmlns="" id="{B2664896-9A99-934B-910D-7193C0DAD3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435" name="Line 286">
                    <a:extLst>
                      <a:ext uri="{FF2B5EF4-FFF2-40B4-BE49-F238E27FC236}">
                        <a16:creationId xmlns:a16="http://schemas.microsoft.com/office/drawing/2014/main" xmlns="" id="{E43C55B4-FF96-6947-854C-72D13A1075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29" name="Group 287">
                <a:extLst>
                  <a:ext uri="{FF2B5EF4-FFF2-40B4-BE49-F238E27FC236}">
                    <a16:creationId xmlns:a16="http://schemas.microsoft.com/office/drawing/2014/main" xmlns="" id="{E773068B-72AF-1E4E-805C-FB886AD66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430" name="Line 288">
                  <a:extLst>
                    <a:ext uri="{FF2B5EF4-FFF2-40B4-BE49-F238E27FC236}">
                      <a16:creationId xmlns:a16="http://schemas.microsoft.com/office/drawing/2014/main" xmlns="" id="{016DE7C6-744C-CF4D-9603-B9B0567975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/>
                    <a:cs typeface="Arial"/>
                  </a:endParaRPr>
                </a:p>
              </p:txBody>
            </p:sp>
            <p:sp>
              <p:nvSpPr>
                <p:cNvPr id="431" name="Line 289">
                  <a:extLst>
                    <a:ext uri="{FF2B5EF4-FFF2-40B4-BE49-F238E27FC236}">
                      <a16:creationId xmlns:a16="http://schemas.microsoft.com/office/drawing/2014/main" xmlns="" id="{3936F322-2E52-8A48-98FB-C4941C484F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/>
                    <a:cs typeface="Arial"/>
                  </a:endParaRPr>
                </a:p>
              </p:txBody>
            </p:sp>
          </p:grpSp>
        </p:grpSp>
        <p:grpSp>
          <p:nvGrpSpPr>
            <p:cNvPr id="412" name="Group 290">
              <a:extLst>
                <a:ext uri="{FF2B5EF4-FFF2-40B4-BE49-F238E27FC236}">
                  <a16:creationId xmlns:a16="http://schemas.microsoft.com/office/drawing/2014/main" xmlns="" id="{F68B663C-2198-094C-B28B-2828EAAB8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413" name="Group 291">
                <a:extLst>
                  <a:ext uri="{FF2B5EF4-FFF2-40B4-BE49-F238E27FC236}">
                    <a16:creationId xmlns:a16="http://schemas.microsoft.com/office/drawing/2014/main" xmlns="" id="{5A97AB60-18EF-0243-A1FF-2BF42CBB2F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421" name="Group 292">
                  <a:extLst>
                    <a:ext uri="{FF2B5EF4-FFF2-40B4-BE49-F238E27FC236}">
                      <a16:creationId xmlns:a16="http://schemas.microsoft.com/office/drawing/2014/main" xmlns="" id="{2B4B77F7-854F-F143-9436-9C80F22387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25" name="Line 293">
                    <a:extLst>
                      <a:ext uri="{FF2B5EF4-FFF2-40B4-BE49-F238E27FC236}">
                        <a16:creationId xmlns:a16="http://schemas.microsoft.com/office/drawing/2014/main" xmlns="" id="{2FF0E93C-F1F9-7B49-8B1B-8BAD10F67A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426" name="Line 294">
                    <a:extLst>
                      <a:ext uri="{FF2B5EF4-FFF2-40B4-BE49-F238E27FC236}">
                        <a16:creationId xmlns:a16="http://schemas.microsoft.com/office/drawing/2014/main" xmlns="" id="{44E6EFCD-AE01-414D-8B02-800D0BCBAB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422" name="Group 295">
                  <a:extLst>
                    <a:ext uri="{FF2B5EF4-FFF2-40B4-BE49-F238E27FC236}">
                      <a16:creationId xmlns:a16="http://schemas.microsoft.com/office/drawing/2014/main" xmlns="" id="{F14A7FE1-7840-A04E-8A45-1602A0A5CB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23" name="Line 296">
                    <a:extLst>
                      <a:ext uri="{FF2B5EF4-FFF2-40B4-BE49-F238E27FC236}">
                        <a16:creationId xmlns:a16="http://schemas.microsoft.com/office/drawing/2014/main" xmlns="" id="{0C44817A-8DE7-E74C-8DEF-886B482227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424" name="Line 297">
                    <a:extLst>
                      <a:ext uri="{FF2B5EF4-FFF2-40B4-BE49-F238E27FC236}">
                        <a16:creationId xmlns:a16="http://schemas.microsoft.com/office/drawing/2014/main" xmlns="" id="{C7FE7A0E-E74D-E840-B1B1-ED9C2641F6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14" name="Group 298">
                <a:extLst>
                  <a:ext uri="{FF2B5EF4-FFF2-40B4-BE49-F238E27FC236}">
                    <a16:creationId xmlns:a16="http://schemas.microsoft.com/office/drawing/2014/main" xmlns="" id="{BAE76EE8-D72E-7B46-9B65-1BDDB9243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415" name="Group 299">
                  <a:extLst>
                    <a:ext uri="{FF2B5EF4-FFF2-40B4-BE49-F238E27FC236}">
                      <a16:creationId xmlns:a16="http://schemas.microsoft.com/office/drawing/2014/main" xmlns="" id="{83CD0457-8AD2-E843-AAF8-B0F1829FB9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19" name="Line 300">
                    <a:extLst>
                      <a:ext uri="{FF2B5EF4-FFF2-40B4-BE49-F238E27FC236}">
                        <a16:creationId xmlns:a16="http://schemas.microsoft.com/office/drawing/2014/main" xmlns="" id="{A755790D-3242-B64C-B9BA-B6E2166A56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420" name="Line 301">
                    <a:extLst>
                      <a:ext uri="{FF2B5EF4-FFF2-40B4-BE49-F238E27FC236}">
                        <a16:creationId xmlns:a16="http://schemas.microsoft.com/office/drawing/2014/main" xmlns="" id="{EE069ECB-9B06-9247-8CA7-98D070E6CE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416" name="Group 302">
                  <a:extLst>
                    <a:ext uri="{FF2B5EF4-FFF2-40B4-BE49-F238E27FC236}">
                      <a16:creationId xmlns:a16="http://schemas.microsoft.com/office/drawing/2014/main" xmlns="" id="{65323115-99B2-2B48-9A17-90D66814A4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17" name="Line 303">
                    <a:extLst>
                      <a:ext uri="{FF2B5EF4-FFF2-40B4-BE49-F238E27FC236}">
                        <a16:creationId xmlns:a16="http://schemas.microsoft.com/office/drawing/2014/main" xmlns="" id="{19BED610-B77A-0442-981F-B9C075A789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418" name="Line 304">
                    <a:extLst>
                      <a:ext uri="{FF2B5EF4-FFF2-40B4-BE49-F238E27FC236}">
                        <a16:creationId xmlns:a16="http://schemas.microsoft.com/office/drawing/2014/main" xmlns="" id="{66FBF5F5-B319-504D-8CF7-D8606838AD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B26649D5-E4EE-4F43-8952-3DE73D1995E6}"/>
              </a:ext>
            </a:extLst>
          </p:cNvPr>
          <p:cNvGrpSpPr/>
          <p:nvPr/>
        </p:nvGrpSpPr>
        <p:grpSpPr>
          <a:xfrm>
            <a:off x="4777184" y="2134759"/>
            <a:ext cx="3401616" cy="2189768"/>
            <a:chOff x="7656512" y="-921322"/>
            <a:chExt cx="4535488" cy="2919690"/>
          </a:xfrm>
        </p:grpSpPr>
        <p:grpSp>
          <p:nvGrpSpPr>
            <p:cNvPr id="363" name="Group 306">
              <a:extLst>
                <a:ext uri="{FF2B5EF4-FFF2-40B4-BE49-F238E27FC236}">
                  <a16:creationId xmlns:a16="http://schemas.microsoft.com/office/drawing/2014/main" xmlns="" id="{0516F032-FE9D-2B4F-8986-B4FAAF3F01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56512" y="-921322"/>
              <a:ext cx="2552700" cy="2525713"/>
              <a:chOff x="648" y="1147"/>
              <a:chExt cx="1608" cy="1591"/>
            </a:xfrm>
          </p:grpSpPr>
          <p:grpSp>
            <p:nvGrpSpPr>
              <p:cNvPr id="370" name="Group 307">
                <a:extLst>
                  <a:ext uri="{FF2B5EF4-FFF2-40B4-BE49-F238E27FC236}">
                    <a16:creationId xmlns:a16="http://schemas.microsoft.com/office/drawing/2014/main" xmlns="" id="{FCE877C4-30B2-B143-B2B5-3F9FC5C206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386" name="Group 308">
                  <a:extLst>
                    <a:ext uri="{FF2B5EF4-FFF2-40B4-BE49-F238E27FC236}">
                      <a16:creationId xmlns:a16="http://schemas.microsoft.com/office/drawing/2014/main" xmlns="" id="{FAA05A91-979A-6E4C-A6D3-AF67FC0465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397" name="Group 309">
                    <a:extLst>
                      <a:ext uri="{FF2B5EF4-FFF2-40B4-BE49-F238E27FC236}">
                        <a16:creationId xmlns:a16="http://schemas.microsoft.com/office/drawing/2014/main" xmlns="" id="{6021DC4E-9A45-C14C-A354-9C1D3F32B8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05" name="Group 310">
                      <a:extLst>
                        <a:ext uri="{FF2B5EF4-FFF2-40B4-BE49-F238E27FC236}">
                          <a16:creationId xmlns:a16="http://schemas.microsoft.com/office/drawing/2014/main" xmlns="" id="{47E1CFDB-4FDB-1C44-93F6-7ABDF732EA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9" name="Line 311">
                        <a:extLst>
                          <a:ext uri="{FF2B5EF4-FFF2-40B4-BE49-F238E27FC236}">
                            <a16:creationId xmlns:a16="http://schemas.microsoft.com/office/drawing/2014/main" xmlns="" id="{52426066-BE78-FA40-BA19-55914C827C4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defRPr/>
                        </a:pPr>
                        <a:endParaRPr lang="en-US" sz="1350" dirty="0">
                          <a:solidFill>
                            <a:prstClr val="black"/>
                          </a:solidFill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10" name="Line 312">
                        <a:extLst>
                          <a:ext uri="{FF2B5EF4-FFF2-40B4-BE49-F238E27FC236}">
                            <a16:creationId xmlns:a16="http://schemas.microsoft.com/office/drawing/2014/main" xmlns="" id="{E2F7B2B2-36A4-CA4B-A8CF-83716F4F674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defRPr/>
                        </a:pPr>
                        <a:endParaRPr lang="en-US" sz="1350" dirty="0">
                          <a:solidFill>
                            <a:prstClr val="black"/>
                          </a:solidFill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6" name="Group 313">
                      <a:extLst>
                        <a:ext uri="{FF2B5EF4-FFF2-40B4-BE49-F238E27FC236}">
                          <a16:creationId xmlns:a16="http://schemas.microsoft.com/office/drawing/2014/main" xmlns="" id="{4755E447-E81B-0944-A9A7-DF6C99CDB0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7" name="Line 314">
                        <a:extLst>
                          <a:ext uri="{FF2B5EF4-FFF2-40B4-BE49-F238E27FC236}">
                            <a16:creationId xmlns:a16="http://schemas.microsoft.com/office/drawing/2014/main" xmlns="" id="{F1EF30CE-F055-0149-B8A3-9DEF6EF73A8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defRPr/>
                        </a:pPr>
                        <a:endParaRPr lang="en-US" sz="1350" dirty="0">
                          <a:solidFill>
                            <a:prstClr val="black"/>
                          </a:solidFill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8" name="Line 315">
                        <a:extLst>
                          <a:ext uri="{FF2B5EF4-FFF2-40B4-BE49-F238E27FC236}">
                            <a16:creationId xmlns:a16="http://schemas.microsoft.com/office/drawing/2014/main" xmlns="" id="{0BB5EB04-9952-174C-99CD-3427A06864B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defRPr/>
                        </a:pPr>
                        <a:endParaRPr lang="en-US" sz="1350" dirty="0">
                          <a:solidFill>
                            <a:prstClr val="black"/>
                          </a:solidFill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398" name="Group 316">
                    <a:extLst>
                      <a:ext uri="{FF2B5EF4-FFF2-40B4-BE49-F238E27FC236}">
                        <a16:creationId xmlns:a16="http://schemas.microsoft.com/office/drawing/2014/main" xmlns="" id="{58F1F43C-1F32-F443-BAEB-492023EFC88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99" name="Group 317">
                      <a:extLst>
                        <a:ext uri="{FF2B5EF4-FFF2-40B4-BE49-F238E27FC236}">
                          <a16:creationId xmlns:a16="http://schemas.microsoft.com/office/drawing/2014/main" xmlns="" id="{90824723-F5D4-E244-8DF6-AE09CB2E7F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3" name="Line 318">
                        <a:extLst>
                          <a:ext uri="{FF2B5EF4-FFF2-40B4-BE49-F238E27FC236}">
                            <a16:creationId xmlns:a16="http://schemas.microsoft.com/office/drawing/2014/main" xmlns="" id="{ACB7FC2A-303F-4648-9F38-4CCCB1BB39B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defRPr/>
                        </a:pPr>
                        <a:endParaRPr lang="en-US" sz="1350" dirty="0">
                          <a:solidFill>
                            <a:prstClr val="black"/>
                          </a:solidFill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4" name="Line 319">
                        <a:extLst>
                          <a:ext uri="{FF2B5EF4-FFF2-40B4-BE49-F238E27FC236}">
                            <a16:creationId xmlns:a16="http://schemas.microsoft.com/office/drawing/2014/main" xmlns="" id="{09ABC1E4-7543-A340-914F-466169FB484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defRPr/>
                        </a:pPr>
                        <a:endParaRPr lang="en-US" sz="1350" dirty="0">
                          <a:solidFill>
                            <a:prstClr val="black"/>
                          </a:solidFill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0" name="Group 320">
                      <a:extLst>
                        <a:ext uri="{FF2B5EF4-FFF2-40B4-BE49-F238E27FC236}">
                          <a16:creationId xmlns:a16="http://schemas.microsoft.com/office/drawing/2014/main" xmlns="" id="{D7DAEDF4-8339-8F41-B87B-88131AEDDC5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1" name="Line 321">
                        <a:extLst>
                          <a:ext uri="{FF2B5EF4-FFF2-40B4-BE49-F238E27FC236}">
                            <a16:creationId xmlns:a16="http://schemas.microsoft.com/office/drawing/2014/main" xmlns="" id="{E0F86CC7-DAB8-AD47-9235-069B9F5E298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defRPr/>
                        </a:pPr>
                        <a:endParaRPr lang="en-US" sz="1350" dirty="0">
                          <a:solidFill>
                            <a:prstClr val="black"/>
                          </a:solidFill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2" name="Line 322">
                        <a:extLst>
                          <a:ext uri="{FF2B5EF4-FFF2-40B4-BE49-F238E27FC236}">
                            <a16:creationId xmlns:a16="http://schemas.microsoft.com/office/drawing/2014/main" xmlns="" id="{8BE66779-1A50-884A-851D-35266CBCC86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defRPr/>
                        </a:pPr>
                        <a:endParaRPr lang="en-US" sz="1350" dirty="0">
                          <a:solidFill>
                            <a:prstClr val="black"/>
                          </a:solidFill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387" name="Group 323">
                  <a:extLst>
                    <a:ext uri="{FF2B5EF4-FFF2-40B4-BE49-F238E27FC236}">
                      <a16:creationId xmlns:a16="http://schemas.microsoft.com/office/drawing/2014/main" xmlns="" id="{BE59FF33-CDA5-7244-B201-8AAE14DC6D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91" name="Group 324">
                    <a:extLst>
                      <a:ext uri="{FF2B5EF4-FFF2-40B4-BE49-F238E27FC236}">
                        <a16:creationId xmlns:a16="http://schemas.microsoft.com/office/drawing/2014/main" xmlns="" id="{3E3B7537-9F96-EE42-A049-F8C1ACA68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5" name="Line 325">
                      <a:extLst>
                        <a:ext uri="{FF2B5EF4-FFF2-40B4-BE49-F238E27FC236}">
                          <a16:creationId xmlns:a16="http://schemas.microsoft.com/office/drawing/2014/main" xmlns="" id="{E1F9D205-0879-BF4E-BAAF-622A6E70515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96" name="Line 326">
                      <a:extLst>
                        <a:ext uri="{FF2B5EF4-FFF2-40B4-BE49-F238E27FC236}">
                          <a16:creationId xmlns:a16="http://schemas.microsoft.com/office/drawing/2014/main" xmlns="" id="{2EE9D9A7-6728-744E-806D-B66ED0F1538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92" name="Group 327">
                    <a:extLst>
                      <a:ext uri="{FF2B5EF4-FFF2-40B4-BE49-F238E27FC236}">
                        <a16:creationId xmlns:a16="http://schemas.microsoft.com/office/drawing/2014/main" xmlns="" id="{CF99EC66-E905-E94E-9D9A-19C9F943BB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3" name="Line 328">
                      <a:extLst>
                        <a:ext uri="{FF2B5EF4-FFF2-40B4-BE49-F238E27FC236}">
                          <a16:creationId xmlns:a16="http://schemas.microsoft.com/office/drawing/2014/main" xmlns="" id="{F9B5BC5E-33FB-D349-A3DD-AE03FB3C1E1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94" name="Line 329">
                      <a:extLst>
                        <a:ext uri="{FF2B5EF4-FFF2-40B4-BE49-F238E27FC236}">
                          <a16:creationId xmlns:a16="http://schemas.microsoft.com/office/drawing/2014/main" xmlns="" id="{CBD9259E-F38C-E54B-B7E4-98FDD08A911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88" name="Group 330">
                  <a:extLst>
                    <a:ext uri="{FF2B5EF4-FFF2-40B4-BE49-F238E27FC236}">
                      <a16:creationId xmlns:a16="http://schemas.microsoft.com/office/drawing/2014/main" xmlns="" id="{5323BDFE-0961-3146-B4B4-FC0E9736C8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389" name="Line 331">
                    <a:extLst>
                      <a:ext uri="{FF2B5EF4-FFF2-40B4-BE49-F238E27FC236}">
                        <a16:creationId xmlns:a16="http://schemas.microsoft.com/office/drawing/2014/main" xmlns="" id="{6115D713-81B5-6747-96FA-0F9C8C6035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90" name="Line 332">
                    <a:extLst>
                      <a:ext uri="{FF2B5EF4-FFF2-40B4-BE49-F238E27FC236}">
                        <a16:creationId xmlns:a16="http://schemas.microsoft.com/office/drawing/2014/main" xmlns="" id="{B9642549-AB85-A04B-8EC5-ADCFF9097C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71" name="Group 333">
                <a:extLst>
                  <a:ext uri="{FF2B5EF4-FFF2-40B4-BE49-F238E27FC236}">
                    <a16:creationId xmlns:a16="http://schemas.microsoft.com/office/drawing/2014/main" xmlns="" id="{CAC31C7D-05D6-2F4D-A00D-F83483273B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372" name="Group 334">
                  <a:extLst>
                    <a:ext uri="{FF2B5EF4-FFF2-40B4-BE49-F238E27FC236}">
                      <a16:creationId xmlns:a16="http://schemas.microsoft.com/office/drawing/2014/main" xmlns="" id="{71C7249F-3067-1F4D-8F66-1B5B1094A3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80" name="Group 335">
                    <a:extLst>
                      <a:ext uri="{FF2B5EF4-FFF2-40B4-BE49-F238E27FC236}">
                        <a16:creationId xmlns:a16="http://schemas.microsoft.com/office/drawing/2014/main" xmlns="" id="{C5A6F622-F154-BF45-9F94-C3B10DC0A8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4" name="Line 336">
                      <a:extLst>
                        <a:ext uri="{FF2B5EF4-FFF2-40B4-BE49-F238E27FC236}">
                          <a16:creationId xmlns:a16="http://schemas.microsoft.com/office/drawing/2014/main" xmlns="" id="{DD57CCE3-92DB-3247-9E4F-34ADAD46C15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85" name="Line 337">
                      <a:extLst>
                        <a:ext uri="{FF2B5EF4-FFF2-40B4-BE49-F238E27FC236}">
                          <a16:creationId xmlns:a16="http://schemas.microsoft.com/office/drawing/2014/main" xmlns="" id="{CCEF5726-C82F-2140-91D2-989A78841E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81" name="Group 338">
                    <a:extLst>
                      <a:ext uri="{FF2B5EF4-FFF2-40B4-BE49-F238E27FC236}">
                        <a16:creationId xmlns:a16="http://schemas.microsoft.com/office/drawing/2014/main" xmlns="" id="{A14C6AF9-8449-1549-B8F5-37FD02854E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2" name="Line 339">
                      <a:extLst>
                        <a:ext uri="{FF2B5EF4-FFF2-40B4-BE49-F238E27FC236}">
                          <a16:creationId xmlns:a16="http://schemas.microsoft.com/office/drawing/2014/main" xmlns="" id="{E22E39A0-17D3-5348-8C6E-A704BE850B0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83" name="Line 340">
                      <a:extLst>
                        <a:ext uri="{FF2B5EF4-FFF2-40B4-BE49-F238E27FC236}">
                          <a16:creationId xmlns:a16="http://schemas.microsoft.com/office/drawing/2014/main" xmlns="" id="{5846B49D-0E13-4949-B39E-580AB2FACA2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73" name="Group 341">
                  <a:extLst>
                    <a:ext uri="{FF2B5EF4-FFF2-40B4-BE49-F238E27FC236}">
                      <a16:creationId xmlns:a16="http://schemas.microsoft.com/office/drawing/2014/main" xmlns="" id="{4D3495D5-9154-054B-BBB9-65F4FEE5F5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74" name="Group 342">
                    <a:extLst>
                      <a:ext uri="{FF2B5EF4-FFF2-40B4-BE49-F238E27FC236}">
                        <a16:creationId xmlns:a16="http://schemas.microsoft.com/office/drawing/2014/main" xmlns="" id="{E8975124-5DEB-2042-8ABB-BA0BC8FC6E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8" name="Line 343">
                      <a:extLst>
                        <a:ext uri="{FF2B5EF4-FFF2-40B4-BE49-F238E27FC236}">
                          <a16:creationId xmlns:a16="http://schemas.microsoft.com/office/drawing/2014/main" xmlns="" id="{ADD7229B-D47C-E645-BBB5-A8204AC76F3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79" name="Line 344">
                      <a:extLst>
                        <a:ext uri="{FF2B5EF4-FFF2-40B4-BE49-F238E27FC236}">
                          <a16:creationId xmlns:a16="http://schemas.microsoft.com/office/drawing/2014/main" xmlns="" id="{93FA844C-058B-B945-9BEC-1FC4A08EC3A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75" name="Group 345">
                    <a:extLst>
                      <a:ext uri="{FF2B5EF4-FFF2-40B4-BE49-F238E27FC236}">
                        <a16:creationId xmlns:a16="http://schemas.microsoft.com/office/drawing/2014/main" xmlns="" id="{936A7715-A350-CD4E-AD3B-646C2FC0EB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6" name="Line 346">
                      <a:extLst>
                        <a:ext uri="{FF2B5EF4-FFF2-40B4-BE49-F238E27FC236}">
                          <a16:creationId xmlns:a16="http://schemas.microsoft.com/office/drawing/2014/main" xmlns="" id="{45FC6DFA-C931-4E4B-9342-F3BF4820A7F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77" name="Line 347">
                      <a:extLst>
                        <a:ext uri="{FF2B5EF4-FFF2-40B4-BE49-F238E27FC236}">
                          <a16:creationId xmlns:a16="http://schemas.microsoft.com/office/drawing/2014/main" xmlns="" id="{1ABA2EAC-0A2B-D945-84F7-2973AB6D7D2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defRPr/>
                      </a:pPr>
                      <a:endParaRPr lang="en-US" sz="1350" dirty="0">
                        <a:solidFill>
                          <a:prstClr val="black"/>
                        </a:solidFill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364" name="Text Box 348">
              <a:extLst>
                <a:ext uri="{FF2B5EF4-FFF2-40B4-BE49-F238E27FC236}">
                  <a16:creationId xmlns:a16="http://schemas.microsoft.com/office/drawing/2014/main" xmlns="" id="{1EE074AD-465E-A046-A879-EADCFBBAD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6412" y="951928"/>
              <a:ext cx="4065588" cy="10464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defTabSz="685800">
                <a:defRPr/>
              </a:pPr>
              <a:r>
                <a:rPr lang="en-US" sz="1500" b="1" dirty="0">
                  <a:solidFill>
                    <a:srgbClr val="000099"/>
                  </a:solidFill>
                  <a:latin typeface="Calibri" panose="020F0502020204030204"/>
                  <a:cs typeface="Arial"/>
                </a:rPr>
                <a:t>3. </a:t>
              </a:r>
              <a:r>
                <a:rPr lang="en-US" sz="1500" dirty="0">
                  <a:solidFill>
                    <a:srgbClr val="000099"/>
                  </a:solidFill>
                  <a:latin typeface="Calibri" panose="020F0502020204030204"/>
                  <a:cs typeface="Arial"/>
                </a:rPr>
                <a:t>video received, played out at client</a:t>
              </a:r>
            </a:p>
            <a:p>
              <a:pPr defTabSz="685800">
                <a:defRPr/>
              </a:pPr>
              <a:r>
                <a:rPr lang="en-US" sz="1500" dirty="0">
                  <a:solidFill>
                    <a:srgbClr val="000099"/>
                  </a:solidFill>
                  <a:latin typeface="Calibri" panose="020F0502020204030204"/>
                  <a:cs typeface="Arial"/>
                </a:rPr>
                <a:t>(30 frames/sec)</a:t>
              </a:r>
              <a:endParaRPr lang="en-US" sz="1350" dirty="0">
                <a:solidFill>
                  <a:srgbClr val="000099"/>
                </a:solidFill>
                <a:latin typeface="Calibri" panose="020F0502020204030204"/>
                <a:cs typeface="Arial"/>
              </a:endParaRPr>
            </a:p>
          </p:txBody>
        </p:sp>
        <p:grpSp>
          <p:nvGrpSpPr>
            <p:cNvPr id="365" name="Group 349">
              <a:extLst>
                <a:ext uri="{FF2B5EF4-FFF2-40B4-BE49-F238E27FC236}">
                  <a16:creationId xmlns:a16="http://schemas.microsoft.com/office/drawing/2014/main" xmlns="" id="{0388287B-726E-2B4E-A59D-B016F4430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2275" y="210566"/>
              <a:ext cx="677863" cy="663575"/>
              <a:chOff x="4437" y="1472"/>
              <a:chExt cx="427" cy="418"/>
            </a:xfrm>
          </p:grpSpPr>
          <p:sp>
            <p:nvSpPr>
              <p:cNvPr id="366" name="Rectangle 350">
                <a:extLst>
                  <a:ext uri="{FF2B5EF4-FFF2-40B4-BE49-F238E27FC236}">
                    <a16:creationId xmlns:a16="http://schemas.microsoft.com/office/drawing/2014/main" xmlns="" id="{BFCF8F0E-EC75-D24F-AAFC-E0B1D5278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367" name="Rectangle 351">
                <a:extLst>
                  <a:ext uri="{FF2B5EF4-FFF2-40B4-BE49-F238E27FC236}">
                    <a16:creationId xmlns:a16="http://schemas.microsoft.com/office/drawing/2014/main" xmlns="" id="{14E93C87-60E1-B54D-BE05-A6BA7A645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368" name="Rectangle 352">
                <a:extLst>
                  <a:ext uri="{FF2B5EF4-FFF2-40B4-BE49-F238E27FC236}">
                    <a16:creationId xmlns:a16="http://schemas.microsoft.com/office/drawing/2014/main" xmlns="" id="{F78CE801-66E6-3847-8195-5DFE1E22B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369" name="Rectangle 353">
                <a:extLst>
                  <a:ext uri="{FF2B5EF4-FFF2-40B4-BE49-F238E27FC236}">
                    <a16:creationId xmlns:a16="http://schemas.microsoft.com/office/drawing/2014/main" xmlns="" id="{28642E6F-604C-1A49-B871-85987CBF8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rgbClr val="0000A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/>
                  <a:cs typeface="Arial"/>
                </a:endParaRPr>
              </a:p>
            </p:txBody>
          </p:sp>
        </p:grpSp>
      </p:grpSp>
      <p:sp>
        <p:nvSpPr>
          <p:cNvPr id="452" name="Line 169">
            <a:extLst>
              <a:ext uri="{FF2B5EF4-FFF2-40B4-BE49-F238E27FC236}">
                <a16:creationId xmlns:a16="http://schemas.microsoft.com/office/drawing/2014/main" xmlns="" id="{DA225847-8F7D-9F44-BA01-7DC68D99A9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40189" y="4017929"/>
            <a:ext cx="5861447" cy="1071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685800">
              <a:defRPr/>
            </a:pPr>
            <a:endParaRPr lang="en-US" sz="1350" dirty="0">
              <a:solidFill>
                <a:prstClr val="black"/>
              </a:solidFill>
              <a:latin typeface="Arial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xmlns="" id="{BE0D6503-9562-024F-BE70-62D92EDC5180}"/>
              </a:ext>
            </a:extLst>
          </p:cNvPr>
          <p:cNvGrpSpPr/>
          <p:nvPr/>
        </p:nvGrpSpPr>
        <p:grpSpPr>
          <a:xfrm>
            <a:off x="2834838" y="3883295"/>
            <a:ext cx="187318" cy="218816"/>
            <a:chOff x="9055510" y="606165"/>
            <a:chExt cx="249757" cy="291754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xmlns="" id="{88B913BD-3831-124B-83EB-5B289E761C4D}"/>
                </a:ext>
              </a:extLst>
            </p:cNvPr>
            <p:cNvSpPr/>
            <p:nvPr/>
          </p:nvSpPr>
          <p:spPr>
            <a:xfrm rot="1596992">
              <a:off x="9109854" y="606165"/>
              <a:ext cx="133240" cy="2917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defRPr/>
              </a:pPr>
              <a:endParaRPr lang="en-US" sz="135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xmlns="" id="{417BA7FC-5B58-E045-9862-35230DAF716C}"/>
                </a:ext>
              </a:extLst>
            </p:cNvPr>
            <p:cNvCxnSpPr/>
            <p:nvPr/>
          </p:nvCxnSpPr>
          <p:spPr>
            <a:xfrm flipH="1">
              <a:off x="9055510" y="634181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xmlns="" id="{3989452D-2D4A-884A-9775-581E405FF2DD}"/>
                </a:ext>
              </a:extLst>
            </p:cNvPr>
            <p:cNvCxnSpPr/>
            <p:nvPr/>
          </p:nvCxnSpPr>
          <p:spPr>
            <a:xfrm flipH="1">
              <a:off x="9176862" y="638677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0DFDC198-9A1E-FB42-8983-6DE13CE8C154}"/>
              </a:ext>
            </a:extLst>
          </p:cNvPr>
          <p:cNvGrpSpPr/>
          <p:nvPr/>
        </p:nvGrpSpPr>
        <p:grpSpPr>
          <a:xfrm>
            <a:off x="3352801" y="4095750"/>
            <a:ext cx="1447800" cy="675846"/>
            <a:chOff x="6858000" y="237067"/>
            <a:chExt cx="1930400" cy="901128"/>
          </a:xfrm>
        </p:grpSpPr>
        <p:sp>
          <p:nvSpPr>
            <p:cNvPr id="358" name="Text Box 362">
              <a:extLst>
                <a:ext uri="{FF2B5EF4-FFF2-40B4-BE49-F238E27FC236}">
                  <a16:creationId xmlns:a16="http://schemas.microsoft.com/office/drawing/2014/main" xmlns="" id="{33CCCA46-E288-AE45-B982-2DDD8E2B0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99260" y="267187"/>
              <a:ext cx="1616075" cy="87100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 defTabSz="685800">
                <a:lnSpc>
                  <a:spcPct val="90000"/>
                </a:lnSpc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network delay</a:t>
              </a:r>
            </a:p>
            <a:p>
              <a:pPr algn="ctr" defTabSz="685800">
                <a:lnSpc>
                  <a:spcPct val="90000"/>
                </a:lnSpc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(fixed in this example)</a:t>
              </a:r>
            </a:p>
          </p:txBody>
        </p:sp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xmlns="" id="{4638F084-4052-604E-8890-A35DAF4397B3}"/>
                </a:ext>
              </a:extLst>
            </p:cNvPr>
            <p:cNvCxnSpPr/>
            <p:nvPr/>
          </p:nvCxnSpPr>
          <p:spPr>
            <a:xfrm>
              <a:off x="6858000" y="237067"/>
              <a:ext cx="1930400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4" name="Slide Number Placeholder 2">
            <a:extLst>
              <a:ext uri="{FF2B5EF4-FFF2-40B4-BE49-F238E27FC236}">
                <a16:creationId xmlns:a16="http://schemas.microsoft.com/office/drawing/2014/main" xmlns="" id="{200F8D35-5C8A-854F-A1A3-1381940E7394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89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46094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1196116"/>
            <a:ext cx="7886700" cy="670967"/>
          </a:xfrm>
        </p:spPr>
        <p:txBody>
          <a:bodyPr>
            <a:normAutofit fontScale="90000"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3300" dirty="0">
                <a:ea typeface="ＭＳ Ｐゴシック" panose="020B0600070205080204" pitchFamily="34" charset="-128"/>
              </a:rPr>
              <a:t>ideo: challenges</a:t>
            </a:r>
          </a:p>
        </p:txBody>
      </p:sp>
      <p:sp>
        <p:nvSpPr>
          <p:cNvPr id="195" name="Rectangle 153">
            <a:extLst>
              <a:ext uri="{FF2B5EF4-FFF2-40B4-BE49-F238E27FC236}">
                <a16:creationId xmlns:a16="http://schemas.microsoft.com/office/drawing/2014/main" xmlns="" id="{F0360033-494E-BF42-811C-9015EDCF8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851" y="1899621"/>
            <a:ext cx="6415050" cy="3366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11931" indent="-211931" defTabSz="6858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  <a:latin typeface="Calibri" panose="020F0502020204030204"/>
              </a:rPr>
              <a:t>continuous playout constraint</a:t>
            </a: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: during client video playout, playout timing must match original timing </a:t>
            </a:r>
          </a:p>
          <a:p>
            <a:pPr marL="511969" lvl="1" indent="-169069" defTabSz="685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100" dirty="0">
                <a:solidFill>
                  <a:prstClr val="black"/>
                </a:solidFill>
                <a:latin typeface="Calibri" panose="020F0502020204030204"/>
              </a:rPr>
              <a:t>… but </a:t>
            </a:r>
            <a:r>
              <a:rPr lang="en-US" sz="2100" dirty="0">
                <a:solidFill>
                  <a:srgbClr val="CC0000"/>
                </a:solidFill>
                <a:latin typeface="Calibri" panose="020F0502020204030204"/>
              </a:rPr>
              <a:t>network delays are variable </a:t>
            </a:r>
            <a:r>
              <a:rPr lang="en-US" sz="2100" dirty="0">
                <a:solidFill>
                  <a:prstClr val="black"/>
                </a:solidFill>
                <a:latin typeface="Calibri" panose="020F0502020204030204"/>
              </a:rPr>
              <a:t>(jitter), so will need </a:t>
            </a:r>
            <a:r>
              <a:rPr lang="en-US" sz="2100" dirty="0">
                <a:solidFill>
                  <a:srgbClr val="000099"/>
                </a:solidFill>
                <a:latin typeface="Calibri" panose="020F0502020204030204"/>
              </a:rPr>
              <a:t>client-side buffer </a:t>
            </a:r>
            <a:r>
              <a:rPr lang="en-US" sz="2100" dirty="0">
                <a:solidFill>
                  <a:prstClr val="black"/>
                </a:solidFill>
                <a:latin typeface="Calibri" panose="020F0502020204030204"/>
              </a:rPr>
              <a:t>to match continuous playout constraint</a:t>
            </a:r>
          </a:p>
          <a:p>
            <a:pPr marL="257175" indent="-257175" defTabSz="6858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pic>
        <p:nvPicPr>
          <p:cNvPr id="44034" name="Picture 2" descr="Image result for netflix rebuffering">
            <a:extLst>
              <a:ext uri="{FF2B5EF4-FFF2-40B4-BE49-F238E27FC236}">
                <a16:creationId xmlns:a16="http://schemas.microsoft.com/office/drawing/2014/main" xmlns="" id="{781B3964-3F60-B74D-87BD-9FF56B024D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26545" y="3140362"/>
            <a:ext cx="1593170" cy="8850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153">
            <a:extLst>
              <a:ext uri="{FF2B5EF4-FFF2-40B4-BE49-F238E27FC236}">
                <a16:creationId xmlns:a16="http://schemas.microsoft.com/office/drawing/2014/main" xmlns="" id="{2D8ACF56-1254-EA43-AF00-B0937780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851" y="3982665"/>
            <a:ext cx="6128861" cy="8748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11931" indent="-211931" defTabSz="6858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other challenges:</a:t>
            </a:r>
          </a:p>
          <a:p>
            <a:pPr marL="511969" lvl="1" indent="-169069" defTabSz="685800"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100" dirty="0">
                <a:solidFill>
                  <a:prstClr val="black"/>
                </a:solidFill>
                <a:latin typeface="Calibri" panose="020F0502020204030204"/>
              </a:rPr>
              <a:t>client interactivity: pause, fast-forward, rewind, jump through video</a:t>
            </a:r>
          </a:p>
          <a:p>
            <a:pPr marL="511969" lvl="1" indent="-169069" defTabSz="685800"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100" dirty="0">
                <a:solidFill>
                  <a:prstClr val="black"/>
                </a:solidFill>
                <a:latin typeface="Calibri" panose="020F0502020204030204"/>
              </a:rPr>
              <a:t>video packets may be lost, retransmitted</a:t>
            </a:r>
          </a:p>
          <a:p>
            <a:pPr marL="257175" indent="-257175" defTabSz="6858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xmlns="" id="{A5D2AE2C-F374-234F-A82C-47425405A1C8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90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24242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1196116"/>
            <a:ext cx="7886700" cy="670967"/>
          </a:xfrm>
        </p:spPr>
        <p:txBody>
          <a:bodyPr>
            <a:normAutofit fontScale="90000"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3300" dirty="0">
                <a:ea typeface="ＭＳ Ｐゴシック" panose="020B0600070205080204" pitchFamily="34" charset="-128"/>
              </a:rPr>
              <a:t>ideo: playout buffering</a:t>
            </a:r>
          </a:p>
        </p:txBody>
      </p:sp>
      <p:sp>
        <p:nvSpPr>
          <p:cNvPr id="195" name="Line 9">
            <a:extLst>
              <a:ext uri="{FF2B5EF4-FFF2-40B4-BE49-F238E27FC236}">
                <a16:creationId xmlns:a16="http://schemas.microsoft.com/office/drawing/2014/main" xmlns="" id="{A2879A06-676B-2645-9200-7687B4C31E56}"/>
              </a:ext>
            </a:extLst>
          </p:cNvPr>
          <p:cNvSpPr>
            <a:spLocks noChangeShapeType="1"/>
          </p:cNvSpPr>
          <p:nvPr/>
        </p:nvSpPr>
        <p:spPr bwMode="auto">
          <a:xfrm>
            <a:off x="1834331" y="2107983"/>
            <a:ext cx="0" cy="213955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685800">
              <a:lnSpc>
                <a:spcPct val="90000"/>
              </a:lnSpc>
              <a:defRPr/>
            </a:pPr>
            <a:endParaRPr lang="en-US" sz="1500" dirty="0">
              <a:solidFill>
                <a:prstClr val="black"/>
              </a:solidFill>
              <a:latin typeface="Calibri" panose="020F0502020204030204"/>
              <a:cs typeface="Arial"/>
            </a:endParaRPr>
          </a:p>
        </p:txBody>
      </p:sp>
      <p:sp>
        <p:nvSpPr>
          <p:cNvPr id="196" name="Line 10">
            <a:extLst>
              <a:ext uri="{FF2B5EF4-FFF2-40B4-BE49-F238E27FC236}">
                <a16:creationId xmlns:a16="http://schemas.microsoft.com/office/drawing/2014/main" xmlns="" id="{0C277100-E592-BE4A-81BB-FCEE0F16D6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7187" y="4240392"/>
            <a:ext cx="5861447" cy="1071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685800">
              <a:lnSpc>
                <a:spcPct val="90000"/>
              </a:lnSpc>
              <a:defRPr/>
            </a:pPr>
            <a:endParaRPr lang="en-US" sz="1500" dirty="0">
              <a:solidFill>
                <a:prstClr val="black"/>
              </a:solidFill>
              <a:latin typeface="Calibri" panose="020F0502020204030204"/>
              <a:cs typeface="Arial"/>
            </a:endParaRPr>
          </a:p>
        </p:txBody>
      </p:sp>
      <p:sp>
        <p:nvSpPr>
          <p:cNvPr id="197" name="Text Box 58">
            <a:extLst>
              <a:ext uri="{FF2B5EF4-FFF2-40B4-BE49-F238E27FC236}">
                <a16:creationId xmlns:a16="http://schemas.microsoft.com/office/drawing/2014/main" xmlns="" id="{28926672-6078-6B4D-A3A9-0F8C03FF1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8200" y="2185374"/>
            <a:ext cx="1455911" cy="7155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defTabSz="685800">
              <a:lnSpc>
                <a:spcPct val="90000"/>
              </a:lnSpc>
              <a:defRPr/>
            </a:pPr>
            <a:r>
              <a:rPr lang="en-US" sz="1500" dirty="0">
                <a:solidFill>
                  <a:srgbClr val="CC0000"/>
                </a:solidFill>
                <a:latin typeface="Calibri" panose="020F0502020204030204"/>
                <a:cs typeface="Arial"/>
              </a:rPr>
              <a:t>       constant bit </a:t>
            </a:r>
          </a:p>
          <a:p>
            <a:pPr defTabSz="685800">
              <a:lnSpc>
                <a:spcPct val="90000"/>
              </a:lnSpc>
              <a:defRPr/>
            </a:pPr>
            <a:r>
              <a:rPr lang="en-US" sz="1500" dirty="0">
                <a:solidFill>
                  <a:srgbClr val="CC0000"/>
                </a:solidFill>
                <a:latin typeface="Calibri" panose="020F0502020204030204"/>
                <a:cs typeface="Arial"/>
              </a:rPr>
              <a:t>      rate video</a:t>
            </a:r>
          </a:p>
          <a:p>
            <a:pPr defTabSz="685800">
              <a:lnSpc>
                <a:spcPct val="90000"/>
              </a:lnSpc>
              <a:defRPr/>
            </a:pPr>
            <a:r>
              <a:rPr lang="en-US" sz="1500" dirty="0">
                <a:solidFill>
                  <a:srgbClr val="CC0000"/>
                </a:solidFill>
                <a:latin typeface="Calibri" panose="020F0502020204030204"/>
                <a:cs typeface="Arial"/>
              </a:rPr>
              <a:t>transmission</a:t>
            </a:r>
          </a:p>
        </p:txBody>
      </p:sp>
      <p:grpSp>
        <p:nvGrpSpPr>
          <p:cNvPr id="198" name="Group 60">
            <a:extLst>
              <a:ext uri="{FF2B5EF4-FFF2-40B4-BE49-F238E27FC236}">
                <a16:creationId xmlns:a16="http://schemas.microsoft.com/office/drawing/2014/main" xmlns="" id="{6210DD39-CD82-1A47-A671-C6E1E92DF70E}"/>
              </a:ext>
            </a:extLst>
          </p:cNvPr>
          <p:cNvGrpSpPr>
            <a:grpSpLocks/>
          </p:cNvGrpSpPr>
          <p:nvPr/>
        </p:nvGrpSpPr>
        <p:grpSpPr bwMode="auto">
          <a:xfrm>
            <a:off x="2120081" y="2355633"/>
            <a:ext cx="1914525" cy="1894284"/>
            <a:chOff x="648" y="1147"/>
            <a:chExt cx="1608" cy="1591"/>
          </a:xfrm>
        </p:grpSpPr>
        <p:grpSp>
          <p:nvGrpSpPr>
            <p:cNvPr id="199" name="Group 61">
              <a:extLst>
                <a:ext uri="{FF2B5EF4-FFF2-40B4-BE49-F238E27FC236}">
                  <a16:creationId xmlns:a16="http://schemas.microsoft.com/office/drawing/2014/main" xmlns="" id="{ABD85516-4FF1-C344-BFB9-73A3F6FA6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215" name="Group 62">
                <a:extLst>
                  <a:ext uri="{FF2B5EF4-FFF2-40B4-BE49-F238E27FC236}">
                    <a16:creationId xmlns:a16="http://schemas.microsoft.com/office/drawing/2014/main" xmlns="" id="{086027DC-6B25-C241-B8C9-FEBDD311AB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226" name="Group 63">
                  <a:extLst>
                    <a:ext uri="{FF2B5EF4-FFF2-40B4-BE49-F238E27FC236}">
                      <a16:creationId xmlns:a16="http://schemas.microsoft.com/office/drawing/2014/main" xmlns="" id="{28E8BE44-A8E6-2B43-940A-815DCEC4C3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34" name="Group 64">
                    <a:extLst>
                      <a:ext uri="{FF2B5EF4-FFF2-40B4-BE49-F238E27FC236}">
                        <a16:creationId xmlns:a16="http://schemas.microsoft.com/office/drawing/2014/main" xmlns="" id="{6B9BE568-EF77-CD4A-9005-22142300C8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8" name="Line 65">
                      <a:extLst>
                        <a:ext uri="{FF2B5EF4-FFF2-40B4-BE49-F238E27FC236}">
                          <a16:creationId xmlns:a16="http://schemas.microsoft.com/office/drawing/2014/main" xmlns="" id="{0687693B-9E3C-F04D-9053-65D5D8F93D3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239" name="Line 66">
                      <a:extLst>
                        <a:ext uri="{FF2B5EF4-FFF2-40B4-BE49-F238E27FC236}">
                          <a16:creationId xmlns:a16="http://schemas.microsoft.com/office/drawing/2014/main" xmlns="" id="{DD417D04-76E1-A948-AC8A-D4CA4D6CB3C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35" name="Group 67">
                    <a:extLst>
                      <a:ext uri="{FF2B5EF4-FFF2-40B4-BE49-F238E27FC236}">
                        <a16:creationId xmlns:a16="http://schemas.microsoft.com/office/drawing/2014/main" xmlns="" id="{A7A42189-5DDA-0545-BE4F-EFA25AAF3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6" name="Line 68">
                      <a:extLst>
                        <a:ext uri="{FF2B5EF4-FFF2-40B4-BE49-F238E27FC236}">
                          <a16:creationId xmlns:a16="http://schemas.microsoft.com/office/drawing/2014/main" xmlns="" id="{50AC0BCB-A3E3-AB4C-A202-1D77C93E171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237" name="Line 69">
                      <a:extLst>
                        <a:ext uri="{FF2B5EF4-FFF2-40B4-BE49-F238E27FC236}">
                          <a16:creationId xmlns:a16="http://schemas.microsoft.com/office/drawing/2014/main" xmlns="" id="{BE6AC399-19AF-C649-B200-4C0B9FF6422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27" name="Group 70">
                  <a:extLst>
                    <a:ext uri="{FF2B5EF4-FFF2-40B4-BE49-F238E27FC236}">
                      <a16:creationId xmlns:a16="http://schemas.microsoft.com/office/drawing/2014/main" xmlns="" id="{2CB93727-C3F2-764D-92C8-69C0B80B29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28" name="Group 71">
                    <a:extLst>
                      <a:ext uri="{FF2B5EF4-FFF2-40B4-BE49-F238E27FC236}">
                        <a16:creationId xmlns:a16="http://schemas.microsoft.com/office/drawing/2014/main" xmlns="" id="{A186A73E-EB20-7248-8BB6-E12926A2D0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2" name="Line 72">
                      <a:extLst>
                        <a:ext uri="{FF2B5EF4-FFF2-40B4-BE49-F238E27FC236}">
                          <a16:creationId xmlns:a16="http://schemas.microsoft.com/office/drawing/2014/main" xmlns="" id="{294595A7-42B6-F544-BABC-C613EC72184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233" name="Line 73">
                      <a:extLst>
                        <a:ext uri="{FF2B5EF4-FFF2-40B4-BE49-F238E27FC236}">
                          <a16:creationId xmlns:a16="http://schemas.microsoft.com/office/drawing/2014/main" xmlns="" id="{103FB363-2880-8749-B505-92061192195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29" name="Group 74">
                    <a:extLst>
                      <a:ext uri="{FF2B5EF4-FFF2-40B4-BE49-F238E27FC236}">
                        <a16:creationId xmlns:a16="http://schemas.microsoft.com/office/drawing/2014/main" xmlns="" id="{0C2A5C19-D154-BA4B-B77F-BAC13B85C4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0" name="Line 75">
                      <a:extLst>
                        <a:ext uri="{FF2B5EF4-FFF2-40B4-BE49-F238E27FC236}">
                          <a16:creationId xmlns:a16="http://schemas.microsoft.com/office/drawing/2014/main" xmlns="" id="{AA436D38-A4BD-9F48-ACB6-71E3584679B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231" name="Line 76">
                      <a:extLst>
                        <a:ext uri="{FF2B5EF4-FFF2-40B4-BE49-F238E27FC236}">
                          <a16:creationId xmlns:a16="http://schemas.microsoft.com/office/drawing/2014/main" xmlns="" id="{AD5E16CE-9C60-924E-AEA8-771C8F7BE9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16" name="Group 77">
                <a:extLst>
                  <a:ext uri="{FF2B5EF4-FFF2-40B4-BE49-F238E27FC236}">
                    <a16:creationId xmlns:a16="http://schemas.microsoft.com/office/drawing/2014/main" xmlns="" id="{590906C3-8438-564F-A18A-B01F4CBACB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220" name="Group 78">
                  <a:extLst>
                    <a:ext uri="{FF2B5EF4-FFF2-40B4-BE49-F238E27FC236}">
                      <a16:creationId xmlns:a16="http://schemas.microsoft.com/office/drawing/2014/main" xmlns="" id="{90B7B172-FE74-474A-860F-950A4E5E2F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24" name="Line 79">
                    <a:extLst>
                      <a:ext uri="{FF2B5EF4-FFF2-40B4-BE49-F238E27FC236}">
                        <a16:creationId xmlns:a16="http://schemas.microsoft.com/office/drawing/2014/main" xmlns="" id="{DA98A219-B383-CD4D-8C19-E7062BA1CB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225" name="Line 80">
                    <a:extLst>
                      <a:ext uri="{FF2B5EF4-FFF2-40B4-BE49-F238E27FC236}">
                        <a16:creationId xmlns:a16="http://schemas.microsoft.com/office/drawing/2014/main" xmlns="" id="{99DDF2C7-4BB4-444F-88C9-EC97B73784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  <p:grpSp>
              <p:nvGrpSpPr>
                <p:cNvPr id="221" name="Group 81">
                  <a:extLst>
                    <a:ext uri="{FF2B5EF4-FFF2-40B4-BE49-F238E27FC236}">
                      <a16:creationId xmlns:a16="http://schemas.microsoft.com/office/drawing/2014/main" xmlns="" id="{9E407ECB-B0DD-2542-84E4-67E112276A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22" name="Line 82">
                    <a:extLst>
                      <a:ext uri="{FF2B5EF4-FFF2-40B4-BE49-F238E27FC236}">
                        <a16:creationId xmlns:a16="http://schemas.microsoft.com/office/drawing/2014/main" xmlns="" id="{7A966565-D20D-BC4D-BFEF-684E75D823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223" name="Line 83">
                    <a:extLst>
                      <a:ext uri="{FF2B5EF4-FFF2-40B4-BE49-F238E27FC236}">
                        <a16:creationId xmlns:a16="http://schemas.microsoft.com/office/drawing/2014/main" xmlns="" id="{DE790389-F96F-3645-8B5C-56C99B7A62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17" name="Group 84">
                <a:extLst>
                  <a:ext uri="{FF2B5EF4-FFF2-40B4-BE49-F238E27FC236}">
                    <a16:creationId xmlns:a16="http://schemas.microsoft.com/office/drawing/2014/main" xmlns="" id="{B44615B9-9107-AE4B-B6B2-5C8842A57D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218" name="Line 85">
                  <a:extLst>
                    <a:ext uri="{FF2B5EF4-FFF2-40B4-BE49-F238E27FC236}">
                      <a16:creationId xmlns:a16="http://schemas.microsoft.com/office/drawing/2014/main" xmlns="" id="{3A621BC4-A685-9B4E-914E-9C7F23251D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  <p:sp>
              <p:nvSpPr>
                <p:cNvPr id="219" name="Line 86">
                  <a:extLst>
                    <a:ext uri="{FF2B5EF4-FFF2-40B4-BE49-F238E27FC236}">
                      <a16:creationId xmlns:a16="http://schemas.microsoft.com/office/drawing/2014/main" xmlns="" id="{71296EA3-B1E3-434E-B779-CC6E8E6126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</p:grpSp>
        </p:grpSp>
        <p:grpSp>
          <p:nvGrpSpPr>
            <p:cNvPr id="200" name="Group 87">
              <a:extLst>
                <a:ext uri="{FF2B5EF4-FFF2-40B4-BE49-F238E27FC236}">
                  <a16:creationId xmlns:a16="http://schemas.microsoft.com/office/drawing/2014/main" xmlns="" id="{B2EFB5FC-1592-8042-A1C0-0B36516D6C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201" name="Group 88">
                <a:extLst>
                  <a:ext uri="{FF2B5EF4-FFF2-40B4-BE49-F238E27FC236}">
                    <a16:creationId xmlns:a16="http://schemas.microsoft.com/office/drawing/2014/main" xmlns="" id="{32E73C25-B702-224F-854F-9E057ECBED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209" name="Group 89">
                  <a:extLst>
                    <a:ext uri="{FF2B5EF4-FFF2-40B4-BE49-F238E27FC236}">
                      <a16:creationId xmlns:a16="http://schemas.microsoft.com/office/drawing/2014/main" xmlns="" id="{1B7CB7E1-B153-E14D-8D8A-11207424B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13" name="Line 90">
                    <a:extLst>
                      <a:ext uri="{FF2B5EF4-FFF2-40B4-BE49-F238E27FC236}">
                        <a16:creationId xmlns:a16="http://schemas.microsoft.com/office/drawing/2014/main" xmlns="" id="{27A6C125-E096-AC4A-9964-A490991328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214" name="Line 91">
                    <a:extLst>
                      <a:ext uri="{FF2B5EF4-FFF2-40B4-BE49-F238E27FC236}">
                        <a16:creationId xmlns:a16="http://schemas.microsoft.com/office/drawing/2014/main" xmlns="" id="{DE0BE3B6-14E9-DF42-B4CC-2E8405F58F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  <p:grpSp>
              <p:nvGrpSpPr>
                <p:cNvPr id="210" name="Group 92">
                  <a:extLst>
                    <a:ext uri="{FF2B5EF4-FFF2-40B4-BE49-F238E27FC236}">
                      <a16:creationId xmlns:a16="http://schemas.microsoft.com/office/drawing/2014/main" xmlns="" id="{877C2484-7A5E-604F-9B08-1724B41CAC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11" name="Line 93">
                    <a:extLst>
                      <a:ext uri="{FF2B5EF4-FFF2-40B4-BE49-F238E27FC236}">
                        <a16:creationId xmlns:a16="http://schemas.microsoft.com/office/drawing/2014/main" xmlns="" id="{D9C04E3F-D0AB-1745-91FE-A097CA11D7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212" name="Line 94">
                    <a:extLst>
                      <a:ext uri="{FF2B5EF4-FFF2-40B4-BE49-F238E27FC236}">
                        <a16:creationId xmlns:a16="http://schemas.microsoft.com/office/drawing/2014/main" xmlns="" id="{EDC1866B-DE17-3A44-A7FF-A42ACFA6A1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02" name="Group 95">
                <a:extLst>
                  <a:ext uri="{FF2B5EF4-FFF2-40B4-BE49-F238E27FC236}">
                    <a16:creationId xmlns:a16="http://schemas.microsoft.com/office/drawing/2014/main" xmlns="" id="{B3FD2508-1A3B-F545-BB35-F836D08E5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203" name="Group 96">
                  <a:extLst>
                    <a:ext uri="{FF2B5EF4-FFF2-40B4-BE49-F238E27FC236}">
                      <a16:creationId xmlns:a16="http://schemas.microsoft.com/office/drawing/2014/main" xmlns="" id="{63FA1812-A241-CA46-94C2-4E003FA31F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07" name="Line 97">
                    <a:extLst>
                      <a:ext uri="{FF2B5EF4-FFF2-40B4-BE49-F238E27FC236}">
                        <a16:creationId xmlns:a16="http://schemas.microsoft.com/office/drawing/2014/main" xmlns="" id="{5DD14580-BC6A-434D-9D65-4334BD0BC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208" name="Line 98">
                    <a:extLst>
                      <a:ext uri="{FF2B5EF4-FFF2-40B4-BE49-F238E27FC236}">
                        <a16:creationId xmlns:a16="http://schemas.microsoft.com/office/drawing/2014/main" xmlns="" id="{A48F997B-99F2-154D-9314-2BC629216B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  <p:grpSp>
              <p:nvGrpSpPr>
                <p:cNvPr id="204" name="Group 99">
                  <a:extLst>
                    <a:ext uri="{FF2B5EF4-FFF2-40B4-BE49-F238E27FC236}">
                      <a16:creationId xmlns:a16="http://schemas.microsoft.com/office/drawing/2014/main" xmlns="" id="{F8264A2E-19A3-B54A-AAE8-CE725258FF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05" name="Line 100">
                    <a:extLst>
                      <a:ext uri="{FF2B5EF4-FFF2-40B4-BE49-F238E27FC236}">
                        <a16:creationId xmlns:a16="http://schemas.microsoft.com/office/drawing/2014/main" xmlns="" id="{BF8CE0C4-18BD-2D42-A867-062C10FB60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206" name="Line 101">
                    <a:extLst>
                      <a:ext uri="{FF2B5EF4-FFF2-40B4-BE49-F238E27FC236}">
                        <a16:creationId xmlns:a16="http://schemas.microsoft.com/office/drawing/2014/main" xmlns="" id="{1417D3B3-BCF8-4444-B762-8DA06CB377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</p:grpSp>
        </p:grpSp>
      </p:grpSp>
      <p:sp>
        <p:nvSpPr>
          <p:cNvPr id="240" name="Text Box 150">
            <a:extLst>
              <a:ext uri="{FF2B5EF4-FFF2-40B4-BE49-F238E27FC236}">
                <a16:creationId xmlns:a16="http://schemas.microsoft.com/office/drawing/2014/main" xmlns="" id="{F48E0A72-EE06-8747-9412-C085A5FC1DC0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896119" y="2956281"/>
            <a:ext cx="1468040" cy="300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defTabSz="685800">
              <a:lnSpc>
                <a:spcPct val="90000"/>
              </a:lnSpc>
              <a:defRPr/>
            </a:pPr>
            <a:r>
              <a:rPr lang="en-US" sz="1500" dirty="0">
                <a:solidFill>
                  <a:prstClr val="black"/>
                </a:solidFill>
                <a:latin typeface="Calibri" panose="020F0502020204030204"/>
                <a:cs typeface="Arial"/>
              </a:rPr>
              <a:t>Cumulative data</a:t>
            </a:r>
          </a:p>
        </p:txBody>
      </p:sp>
      <p:sp>
        <p:nvSpPr>
          <p:cNvPr id="241" name="Text Box 154">
            <a:extLst>
              <a:ext uri="{FF2B5EF4-FFF2-40B4-BE49-F238E27FC236}">
                <a16:creationId xmlns:a16="http://schemas.microsoft.com/office/drawing/2014/main" xmlns="" id="{8132C866-C3A3-F54B-8107-0983C1BB4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0250" y="4257061"/>
            <a:ext cx="543739" cy="300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defTabSz="685800">
              <a:lnSpc>
                <a:spcPct val="90000"/>
              </a:lnSpc>
              <a:defRPr/>
            </a:pPr>
            <a:r>
              <a:rPr lang="en-US" sz="1500" dirty="0">
                <a:solidFill>
                  <a:prstClr val="black"/>
                </a:solidFill>
                <a:latin typeface="Calibri" panose="020F0502020204030204"/>
                <a:cs typeface="Arial"/>
              </a:rPr>
              <a:t>time</a:t>
            </a:r>
          </a:p>
        </p:txBody>
      </p:sp>
      <p:grpSp>
        <p:nvGrpSpPr>
          <p:cNvPr id="242" name="Group 201">
            <a:extLst>
              <a:ext uri="{FF2B5EF4-FFF2-40B4-BE49-F238E27FC236}">
                <a16:creationId xmlns:a16="http://schemas.microsoft.com/office/drawing/2014/main" xmlns="" id="{98B35B39-6845-B44A-A9E2-DDF3A24FBA05}"/>
              </a:ext>
            </a:extLst>
          </p:cNvPr>
          <p:cNvGrpSpPr>
            <a:grpSpLocks/>
          </p:cNvGrpSpPr>
          <p:nvPr/>
        </p:nvGrpSpPr>
        <p:grpSpPr bwMode="auto">
          <a:xfrm>
            <a:off x="3077343" y="2366348"/>
            <a:ext cx="2625329" cy="1890713"/>
            <a:chOff x="1572" y="1156"/>
            <a:chExt cx="2205" cy="1588"/>
          </a:xfrm>
        </p:grpSpPr>
        <p:grpSp>
          <p:nvGrpSpPr>
            <p:cNvPr id="243" name="Group 198">
              <a:extLst>
                <a:ext uri="{FF2B5EF4-FFF2-40B4-BE49-F238E27FC236}">
                  <a16:creationId xmlns:a16="http://schemas.microsoft.com/office/drawing/2014/main" xmlns="" id="{03EED693-FDB3-0940-BE24-338512144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8" y="1156"/>
              <a:ext cx="1839" cy="1588"/>
              <a:chOff x="1938" y="1156"/>
              <a:chExt cx="1839" cy="1588"/>
            </a:xfrm>
          </p:grpSpPr>
          <p:grpSp>
            <p:nvGrpSpPr>
              <p:cNvPr id="247" name="Group 106">
                <a:extLst>
                  <a:ext uri="{FF2B5EF4-FFF2-40B4-BE49-F238E27FC236}">
                    <a16:creationId xmlns:a16="http://schemas.microsoft.com/office/drawing/2014/main" xmlns="" id="{249BAAF5-FA7A-D147-ABC6-E05F52DB1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38" y="2600"/>
                <a:ext cx="319" cy="144"/>
                <a:chOff x="672" y="1920"/>
                <a:chExt cx="145" cy="144"/>
              </a:xfrm>
            </p:grpSpPr>
            <p:sp>
              <p:nvSpPr>
                <p:cNvPr id="469" name="Line 107">
                  <a:extLst>
                    <a:ext uri="{FF2B5EF4-FFF2-40B4-BE49-F238E27FC236}">
                      <a16:creationId xmlns:a16="http://schemas.microsoft.com/office/drawing/2014/main" xmlns="" id="{BCEB014D-84F6-CC4F-B058-2BB9795CA9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  <p:sp>
              <p:nvSpPr>
                <p:cNvPr id="470" name="Line 108">
                  <a:extLst>
                    <a:ext uri="{FF2B5EF4-FFF2-40B4-BE49-F238E27FC236}">
                      <a16:creationId xmlns:a16="http://schemas.microsoft.com/office/drawing/2014/main" xmlns="" id="{A731394B-CB70-DC48-82B7-B15FFCD67E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</p:grpSp>
          <p:grpSp>
            <p:nvGrpSpPr>
              <p:cNvPr id="248" name="Group 109">
                <a:extLst>
                  <a:ext uri="{FF2B5EF4-FFF2-40B4-BE49-F238E27FC236}">
                    <a16:creationId xmlns:a16="http://schemas.microsoft.com/office/drawing/2014/main" xmlns="" id="{ABBCE7F6-E0A4-9C46-85D9-7B00EE2A1D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52" y="2456"/>
                <a:ext cx="73" cy="144"/>
                <a:chOff x="672" y="1920"/>
                <a:chExt cx="145" cy="144"/>
              </a:xfrm>
            </p:grpSpPr>
            <p:sp>
              <p:nvSpPr>
                <p:cNvPr id="467" name="Line 110">
                  <a:extLst>
                    <a:ext uri="{FF2B5EF4-FFF2-40B4-BE49-F238E27FC236}">
                      <a16:creationId xmlns:a16="http://schemas.microsoft.com/office/drawing/2014/main" xmlns="" id="{413794F4-A4DC-BA41-B5A9-710F6654FB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  <p:sp>
              <p:nvSpPr>
                <p:cNvPr id="468" name="Line 111">
                  <a:extLst>
                    <a:ext uri="{FF2B5EF4-FFF2-40B4-BE49-F238E27FC236}">
                      <a16:creationId xmlns:a16="http://schemas.microsoft.com/office/drawing/2014/main" xmlns="" id="{C1AA099D-2573-154E-82E2-DCE6505108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</p:grpSp>
          <p:grpSp>
            <p:nvGrpSpPr>
              <p:cNvPr id="249" name="Group 112">
                <a:extLst>
                  <a:ext uri="{FF2B5EF4-FFF2-40B4-BE49-F238E27FC236}">
                    <a16:creationId xmlns:a16="http://schemas.microsoft.com/office/drawing/2014/main" xmlns="" id="{C42BB911-E80C-A34F-974F-1C46657BBA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17" y="2169"/>
                <a:ext cx="126" cy="288"/>
                <a:chOff x="672" y="1776"/>
                <a:chExt cx="291" cy="288"/>
              </a:xfrm>
            </p:grpSpPr>
            <p:grpSp>
              <p:nvGrpSpPr>
                <p:cNvPr id="461" name="Group 113">
                  <a:extLst>
                    <a:ext uri="{FF2B5EF4-FFF2-40B4-BE49-F238E27FC236}">
                      <a16:creationId xmlns:a16="http://schemas.microsoft.com/office/drawing/2014/main" xmlns="" id="{0DFA3004-ECFE-DC44-A8A1-99A4A7737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65" name="Line 114">
                    <a:extLst>
                      <a:ext uri="{FF2B5EF4-FFF2-40B4-BE49-F238E27FC236}">
                        <a16:creationId xmlns:a16="http://schemas.microsoft.com/office/drawing/2014/main" xmlns="" id="{3DEB4882-8A2F-A547-B051-38774E313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466" name="Line 115">
                    <a:extLst>
                      <a:ext uri="{FF2B5EF4-FFF2-40B4-BE49-F238E27FC236}">
                        <a16:creationId xmlns:a16="http://schemas.microsoft.com/office/drawing/2014/main" xmlns="" id="{B6148270-BC4A-FE49-89B7-92782BEE02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7"/>
                    <a:ext cx="0" cy="14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  <p:grpSp>
              <p:nvGrpSpPr>
                <p:cNvPr id="462" name="Group 116">
                  <a:extLst>
                    <a:ext uri="{FF2B5EF4-FFF2-40B4-BE49-F238E27FC236}">
                      <a16:creationId xmlns:a16="http://schemas.microsoft.com/office/drawing/2014/main" xmlns="" id="{8586C9B8-424B-834D-869E-BC829A7C58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63" name="Line 117">
                    <a:extLst>
                      <a:ext uri="{FF2B5EF4-FFF2-40B4-BE49-F238E27FC236}">
                        <a16:creationId xmlns:a16="http://schemas.microsoft.com/office/drawing/2014/main" xmlns="" id="{1FD5AE65-BCFC-EC43-865A-187EBD2DD2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1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464" name="Line 118">
                    <a:extLst>
                      <a:ext uri="{FF2B5EF4-FFF2-40B4-BE49-F238E27FC236}">
                        <a16:creationId xmlns:a16="http://schemas.microsoft.com/office/drawing/2014/main" xmlns="" id="{33DFFECE-C171-2749-A0BE-91786BD553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7"/>
                    <a:ext cx="0" cy="1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50" name="Group 119">
                <a:extLst>
                  <a:ext uri="{FF2B5EF4-FFF2-40B4-BE49-F238E27FC236}">
                    <a16:creationId xmlns:a16="http://schemas.microsoft.com/office/drawing/2014/main" xmlns="" id="{1F5518E3-719F-B14E-B055-6113FFA0D4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41" y="1877"/>
                <a:ext cx="609" cy="288"/>
                <a:chOff x="672" y="1776"/>
                <a:chExt cx="291" cy="288"/>
              </a:xfrm>
            </p:grpSpPr>
            <p:grpSp>
              <p:nvGrpSpPr>
                <p:cNvPr id="455" name="Group 120">
                  <a:extLst>
                    <a:ext uri="{FF2B5EF4-FFF2-40B4-BE49-F238E27FC236}">
                      <a16:creationId xmlns:a16="http://schemas.microsoft.com/office/drawing/2014/main" xmlns="" id="{20B31051-705E-9542-AFFC-72559BB0F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59" name="Line 121">
                    <a:extLst>
                      <a:ext uri="{FF2B5EF4-FFF2-40B4-BE49-F238E27FC236}">
                        <a16:creationId xmlns:a16="http://schemas.microsoft.com/office/drawing/2014/main" xmlns="" id="{01BB5816-7204-6647-BB2C-26310485E1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460" name="Line 122">
                    <a:extLst>
                      <a:ext uri="{FF2B5EF4-FFF2-40B4-BE49-F238E27FC236}">
                        <a16:creationId xmlns:a16="http://schemas.microsoft.com/office/drawing/2014/main" xmlns="" id="{4F4B0D82-EAE7-2242-8DF1-F7B4FFACA8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  <p:grpSp>
              <p:nvGrpSpPr>
                <p:cNvPr id="456" name="Group 123">
                  <a:extLst>
                    <a:ext uri="{FF2B5EF4-FFF2-40B4-BE49-F238E27FC236}">
                      <a16:creationId xmlns:a16="http://schemas.microsoft.com/office/drawing/2014/main" xmlns="" id="{83006F75-5500-5748-938E-5D5C5F1A94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57" name="Line 124">
                    <a:extLst>
                      <a:ext uri="{FF2B5EF4-FFF2-40B4-BE49-F238E27FC236}">
                        <a16:creationId xmlns:a16="http://schemas.microsoft.com/office/drawing/2014/main" xmlns="" id="{A2CE2AD8-EED8-BB46-AAA0-229AB680F9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458" name="Line 125">
                    <a:extLst>
                      <a:ext uri="{FF2B5EF4-FFF2-40B4-BE49-F238E27FC236}">
                        <a16:creationId xmlns:a16="http://schemas.microsoft.com/office/drawing/2014/main" xmlns="" id="{9CA3C61B-AAE4-644C-902C-0FB0031DD0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</p:grpSp>
          <p:grpSp>
            <p:nvGrpSpPr>
              <p:cNvPr id="251" name="Group 126">
                <a:extLst>
                  <a:ext uri="{FF2B5EF4-FFF2-40B4-BE49-F238E27FC236}">
                    <a16:creationId xmlns:a16="http://schemas.microsoft.com/office/drawing/2014/main" xmlns="" id="{0D5BD217-3E68-D04C-A046-D2DF3EC87A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45" y="1740"/>
                <a:ext cx="52" cy="144"/>
                <a:chOff x="672" y="1920"/>
                <a:chExt cx="145" cy="144"/>
              </a:xfrm>
            </p:grpSpPr>
            <p:sp>
              <p:nvSpPr>
                <p:cNvPr id="265" name="Line 127">
                  <a:extLst>
                    <a:ext uri="{FF2B5EF4-FFF2-40B4-BE49-F238E27FC236}">
                      <a16:creationId xmlns:a16="http://schemas.microsoft.com/office/drawing/2014/main" xmlns="" id="{63421A91-A260-604C-B7EF-CE53173E92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  <p:sp>
              <p:nvSpPr>
                <p:cNvPr id="454" name="Line 128">
                  <a:extLst>
                    <a:ext uri="{FF2B5EF4-FFF2-40B4-BE49-F238E27FC236}">
                      <a16:creationId xmlns:a16="http://schemas.microsoft.com/office/drawing/2014/main" xmlns="" id="{5ACCDE26-4AE7-474C-B0E6-D4317E90F0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</p:grpSp>
          <p:grpSp>
            <p:nvGrpSpPr>
              <p:cNvPr id="252" name="Group 131">
                <a:extLst>
                  <a:ext uri="{FF2B5EF4-FFF2-40B4-BE49-F238E27FC236}">
                    <a16:creationId xmlns:a16="http://schemas.microsoft.com/office/drawing/2014/main" xmlns="" id="{C1AC9525-5797-124E-A677-A0A962D778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2" y="1590"/>
                <a:ext cx="469" cy="144"/>
                <a:chOff x="672" y="1920"/>
                <a:chExt cx="145" cy="144"/>
              </a:xfrm>
            </p:grpSpPr>
            <p:sp>
              <p:nvSpPr>
                <p:cNvPr id="263" name="Line 132">
                  <a:extLst>
                    <a:ext uri="{FF2B5EF4-FFF2-40B4-BE49-F238E27FC236}">
                      <a16:creationId xmlns:a16="http://schemas.microsoft.com/office/drawing/2014/main" xmlns="" id="{1B85E59A-4AA2-5647-9EEB-87D45C3C98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  <p:sp>
              <p:nvSpPr>
                <p:cNvPr id="264" name="Line 133">
                  <a:extLst>
                    <a:ext uri="{FF2B5EF4-FFF2-40B4-BE49-F238E27FC236}">
                      <a16:creationId xmlns:a16="http://schemas.microsoft.com/office/drawing/2014/main" xmlns="" id="{82EE49D4-A79D-D041-AF79-59F7DB5739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</p:grpSp>
          <p:grpSp>
            <p:nvGrpSpPr>
              <p:cNvPr id="253" name="Group 134">
                <a:extLst>
                  <a:ext uri="{FF2B5EF4-FFF2-40B4-BE49-F238E27FC236}">
                    <a16:creationId xmlns:a16="http://schemas.microsoft.com/office/drawing/2014/main" xmlns="" id="{514EDBAD-45E8-C341-9B6D-21A7A489FB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0" y="1446"/>
                <a:ext cx="145" cy="144"/>
                <a:chOff x="672" y="1920"/>
                <a:chExt cx="145" cy="144"/>
              </a:xfrm>
            </p:grpSpPr>
            <p:sp>
              <p:nvSpPr>
                <p:cNvPr id="261" name="Line 135">
                  <a:extLst>
                    <a:ext uri="{FF2B5EF4-FFF2-40B4-BE49-F238E27FC236}">
                      <a16:creationId xmlns:a16="http://schemas.microsoft.com/office/drawing/2014/main" xmlns="" id="{C48631F1-3B13-5F46-8A45-26547347B9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  <p:sp>
              <p:nvSpPr>
                <p:cNvPr id="262" name="Line 136">
                  <a:extLst>
                    <a:ext uri="{FF2B5EF4-FFF2-40B4-BE49-F238E27FC236}">
                      <a16:creationId xmlns:a16="http://schemas.microsoft.com/office/drawing/2014/main" xmlns="" id="{2650A6FC-C4D0-F54D-8D69-65B6EC19FF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lnSpc>
                      <a:spcPct val="90000"/>
                    </a:lnSpc>
                    <a:defRPr/>
                  </a:pPr>
                  <a:endParaRPr lang="en-US" sz="1500" dirty="0">
                    <a:solidFill>
                      <a:prstClr val="black"/>
                    </a:solidFill>
                    <a:latin typeface="Calibri" panose="020F0502020204030204"/>
                    <a:cs typeface="Arial"/>
                  </a:endParaRPr>
                </a:p>
              </p:txBody>
            </p:sp>
          </p:grpSp>
          <p:grpSp>
            <p:nvGrpSpPr>
              <p:cNvPr id="254" name="Group 137">
                <a:extLst>
                  <a:ext uri="{FF2B5EF4-FFF2-40B4-BE49-F238E27FC236}">
                    <a16:creationId xmlns:a16="http://schemas.microsoft.com/office/drawing/2014/main" xmlns="" id="{E11AEF40-3AE5-6745-964C-3A95695364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90" y="1156"/>
                <a:ext cx="87" cy="288"/>
                <a:chOff x="672" y="1776"/>
                <a:chExt cx="291" cy="288"/>
              </a:xfrm>
            </p:grpSpPr>
            <p:grpSp>
              <p:nvGrpSpPr>
                <p:cNvPr id="255" name="Group 138">
                  <a:extLst>
                    <a:ext uri="{FF2B5EF4-FFF2-40B4-BE49-F238E27FC236}">
                      <a16:creationId xmlns:a16="http://schemas.microsoft.com/office/drawing/2014/main" xmlns="" id="{1A362898-74D2-1544-8CB1-95EA79C25F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59" name="Line 139">
                    <a:extLst>
                      <a:ext uri="{FF2B5EF4-FFF2-40B4-BE49-F238E27FC236}">
                        <a16:creationId xmlns:a16="http://schemas.microsoft.com/office/drawing/2014/main" xmlns="" id="{5C955EC5-AEF2-C840-94BF-ECDF7E721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260" name="Line 140">
                    <a:extLst>
                      <a:ext uri="{FF2B5EF4-FFF2-40B4-BE49-F238E27FC236}">
                        <a16:creationId xmlns:a16="http://schemas.microsoft.com/office/drawing/2014/main" xmlns="" id="{6DD8161A-D076-C84B-81F0-0A52F1549D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  <p:grpSp>
              <p:nvGrpSpPr>
                <p:cNvPr id="256" name="Group 141">
                  <a:extLst>
                    <a:ext uri="{FF2B5EF4-FFF2-40B4-BE49-F238E27FC236}">
                      <a16:creationId xmlns:a16="http://schemas.microsoft.com/office/drawing/2014/main" xmlns="" id="{C22A4CBA-7C11-AD40-BFCC-9555A0FC6E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57" name="Line 142">
                    <a:extLst>
                      <a:ext uri="{FF2B5EF4-FFF2-40B4-BE49-F238E27FC236}">
                        <a16:creationId xmlns:a16="http://schemas.microsoft.com/office/drawing/2014/main" xmlns="" id="{D34B9002-AD10-5D4B-93B9-4CB7E3CFC3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3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258" name="Line 143">
                    <a:extLst>
                      <a:ext uri="{FF2B5EF4-FFF2-40B4-BE49-F238E27FC236}">
                        <a16:creationId xmlns:a16="http://schemas.microsoft.com/office/drawing/2014/main" xmlns="" id="{80DF59F4-160E-D045-8986-77B568B3A6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</p:grpSp>
        </p:grpSp>
        <p:sp>
          <p:nvSpPr>
            <p:cNvPr id="244" name="Text Box 152">
              <a:extLst>
                <a:ext uri="{FF2B5EF4-FFF2-40B4-BE49-F238E27FC236}">
                  <a16:creationId xmlns:a16="http://schemas.microsoft.com/office/drawing/2014/main" xmlns="" id="{7EB75F6E-9A0B-7248-957A-DF95A2A9F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7" y="1724"/>
              <a:ext cx="703" cy="6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variable</a:t>
              </a:r>
            </a:p>
            <a:p>
              <a:pPr algn="ctr"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network</a:t>
              </a:r>
            </a:p>
            <a:p>
              <a:pPr algn="ctr"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delay</a:t>
              </a:r>
            </a:p>
          </p:txBody>
        </p:sp>
        <p:sp>
          <p:nvSpPr>
            <p:cNvPr id="245" name="Line 153">
              <a:extLst>
                <a:ext uri="{FF2B5EF4-FFF2-40B4-BE49-F238E27FC236}">
                  <a16:creationId xmlns:a16="http://schemas.microsoft.com/office/drawing/2014/main" xmlns="" id="{A758800A-7C03-9644-8754-5F8514AC7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2" y="1938"/>
              <a:ext cx="109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lnSpc>
                  <a:spcPct val="90000"/>
                </a:lnSpc>
                <a:defRPr/>
              </a:pPr>
              <a:endParaRPr lang="en-US" sz="1500" dirty="0">
                <a:solidFill>
                  <a:prstClr val="black"/>
                </a:solidFill>
                <a:latin typeface="Calibri" panose="020F0502020204030204"/>
                <a:cs typeface="Arial"/>
              </a:endParaRPr>
            </a:p>
          </p:txBody>
        </p:sp>
        <p:sp>
          <p:nvSpPr>
            <p:cNvPr id="246" name="Text Box 197">
              <a:extLst>
                <a:ext uri="{FF2B5EF4-FFF2-40B4-BE49-F238E27FC236}">
                  <a16:creationId xmlns:a16="http://schemas.microsoft.com/office/drawing/2014/main" xmlns="" id="{E2D57BCC-95D4-B846-8D60-506181360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2" y="1196"/>
              <a:ext cx="914" cy="4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client video</a:t>
              </a:r>
            </a:p>
            <a:p>
              <a:pPr algn="r"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prstClr val="black"/>
                  </a:solidFill>
                  <a:latin typeface="Calibri" panose="020F0502020204030204"/>
                  <a:cs typeface="Arial"/>
                </a:rPr>
                <a:t>reception</a:t>
              </a:r>
            </a:p>
          </p:txBody>
        </p:sp>
      </p:grpSp>
      <p:grpSp>
        <p:nvGrpSpPr>
          <p:cNvPr id="471" name="Group 203">
            <a:extLst>
              <a:ext uri="{FF2B5EF4-FFF2-40B4-BE49-F238E27FC236}">
                <a16:creationId xmlns:a16="http://schemas.microsoft.com/office/drawing/2014/main" xmlns="" id="{0A5D4D99-D2D3-5145-8C99-4359533C8DB5}"/>
              </a:ext>
            </a:extLst>
          </p:cNvPr>
          <p:cNvGrpSpPr>
            <a:grpSpLocks/>
          </p:cNvGrpSpPr>
          <p:nvPr/>
        </p:nvGrpSpPr>
        <p:grpSpPr bwMode="auto">
          <a:xfrm>
            <a:off x="3436912" y="2344918"/>
            <a:ext cx="3962403" cy="2434828"/>
            <a:chOff x="1874" y="1138"/>
            <a:chExt cx="3328" cy="2045"/>
          </a:xfrm>
        </p:grpSpPr>
        <p:grpSp>
          <p:nvGrpSpPr>
            <p:cNvPr id="472" name="Group 155">
              <a:extLst>
                <a:ext uri="{FF2B5EF4-FFF2-40B4-BE49-F238E27FC236}">
                  <a16:creationId xmlns:a16="http://schemas.microsoft.com/office/drawing/2014/main" xmlns="" id="{07264358-3F6F-F34E-A331-1214EAB80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4" y="1138"/>
              <a:ext cx="1608" cy="1591"/>
              <a:chOff x="648" y="1147"/>
              <a:chExt cx="1608" cy="1591"/>
            </a:xfrm>
          </p:grpSpPr>
          <p:grpSp>
            <p:nvGrpSpPr>
              <p:cNvPr id="477" name="Group 156">
                <a:extLst>
                  <a:ext uri="{FF2B5EF4-FFF2-40B4-BE49-F238E27FC236}">
                    <a16:creationId xmlns:a16="http://schemas.microsoft.com/office/drawing/2014/main" xmlns="" id="{E2731D05-9C4A-504E-ADE0-6F211B66B5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493" name="Group 157">
                  <a:extLst>
                    <a:ext uri="{FF2B5EF4-FFF2-40B4-BE49-F238E27FC236}">
                      <a16:creationId xmlns:a16="http://schemas.microsoft.com/office/drawing/2014/main" xmlns="" id="{7FC78464-051F-134D-8FAE-FBAF0F550A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504" name="Group 158">
                    <a:extLst>
                      <a:ext uri="{FF2B5EF4-FFF2-40B4-BE49-F238E27FC236}">
                        <a16:creationId xmlns:a16="http://schemas.microsoft.com/office/drawing/2014/main" xmlns="" id="{3F92BA0B-BE53-FA46-BC59-59D252B71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12" name="Group 159">
                      <a:extLst>
                        <a:ext uri="{FF2B5EF4-FFF2-40B4-BE49-F238E27FC236}">
                          <a16:creationId xmlns:a16="http://schemas.microsoft.com/office/drawing/2014/main" xmlns="" id="{085B4E92-95EE-3643-A0DC-D7033658CC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6" name="Line 160">
                        <a:extLst>
                          <a:ext uri="{FF2B5EF4-FFF2-40B4-BE49-F238E27FC236}">
                            <a16:creationId xmlns:a16="http://schemas.microsoft.com/office/drawing/2014/main" xmlns="" id="{4CCBADDF-3AAD-244C-84F2-955713D33B5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lnSpc>
                            <a:spcPct val="90000"/>
                          </a:lnSpc>
                          <a:defRPr/>
                        </a:pPr>
                        <a:endParaRPr lang="en-US" sz="1500" dirty="0">
                          <a:solidFill>
                            <a:prstClr val="black"/>
                          </a:solidFill>
                          <a:latin typeface="Calibri" panose="020F0502020204030204"/>
                          <a:cs typeface="Arial"/>
                        </a:endParaRPr>
                      </a:p>
                    </p:txBody>
                  </p:sp>
                  <p:sp>
                    <p:nvSpPr>
                      <p:cNvPr id="517" name="Line 161">
                        <a:extLst>
                          <a:ext uri="{FF2B5EF4-FFF2-40B4-BE49-F238E27FC236}">
                            <a16:creationId xmlns:a16="http://schemas.microsoft.com/office/drawing/2014/main" xmlns="" id="{60DD74BD-68A2-D642-9D61-2E97298246D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lnSpc>
                            <a:spcPct val="90000"/>
                          </a:lnSpc>
                          <a:defRPr/>
                        </a:pPr>
                        <a:endParaRPr lang="en-US" sz="1500" dirty="0">
                          <a:solidFill>
                            <a:prstClr val="black"/>
                          </a:solidFill>
                          <a:latin typeface="Calibri" panose="020F0502020204030204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13" name="Group 162">
                      <a:extLst>
                        <a:ext uri="{FF2B5EF4-FFF2-40B4-BE49-F238E27FC236}">
                          <a16:creationId xmlns:a16="http://schemas.microsoft.com/office/drawing/2014/main" xmlns="" id="{C1989A72-D268-824D-9875-979E1F6D219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4" name="Line 163">
                        <a:extLst>
                          <a:ext uri="{FF2B5EF4-FFF2-40B4-BE49-F238E27FC236}">
                            <a16:creationId xmlns:a16="http://schemas.microsoft.com/office/drawing/2014/main" xmlns="" id="{E2822205-D42B-A942-A638-4E9E35216C0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lnSpc>
                            <a:spcPct val="90000"/>
                          </a:lnSpc>
                          <a:defRPr/>
                        </a:pPr>
                        <a:endParaRPr lang="en-US" sz="1500" dirty="0">
                          <a:solidFill>
                            <a:prstClr val="black"/>
                          </a:solidFill>
                          <a:latin typeface="Calibri" panose="020F0502020204030204"/>
                          <a:cs typeface="Arial"/>
                        </a:endParaRPr>
                      </a:p>
                    </p:txBody>
                  </p:sp>
                  <p:sp>
                    <p:nvSpPr>
                      <p:cNvPr id="515" name="Line 164">
                        <a:extLst>
                          <a:ext uri="{FF2B5EF4-FFF2-40B4-BE49-F238E27FC236}">
                            <a16:creationId xmlns:a16="http://schemas.microsoft.com/office/drawing/2014/main" xmlns="" id="{CBDD1753-3892-2E48-9E57-9DF5FF1106E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lnSpc>
                            <a:spcPct val="90000"/>
                          </a:lnSpc>
                          <a:defRPr/>
                        </a:pPr>
                        <a:endParaRPr lang="en-US" sz="1500" dirty="0">
                          <a:solidFill>
                            <a:prstClr val="black"/>
                          </a:solidFill>
                          <a:latin typeface="Calibri" panose="020F0502020204030204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505" name="Group 165">
                    <a:extLst>
                      <a:ext uri="{FF2B5EF4-FFF2-40B4-BE49-F238E27FC236}">
                        <a16:creationId xmlns:a16="http://schemas.microsoft.com/office/drawing/2014/main" xmlns="" id="{E13E93F8-7EEA-CD42-AF90-CE67AC1026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06" name="Group 166">
                      <a:extLst>
                        <a:ext uri="{FF2B5EF4-FFF2-40B4-BE49-F238E27FC236}">
                          <a16:creationId xmlns:a16="http://schemas.microsoft.com/office/drawing/2014/main" xmlns="" id="{40324903-D84E-FE42-8880-F5D6F8A53F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0" name="Line 167">
                        <a:extLst>
                          <a:ext uri="{FF2B5EF4-FFF2-40B4-BE49-F238E27FC236}">
                            <a16:creationId xmlns:a16="http://schemas.microsoft.com/office/drawing/2014/main" xmlns="" id="{B3E7679D-902C-D144-A1D7-B871E1CE6AC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lnSpc>
                            <a:spcPct val="90000"/>
                          </a:lnSpc>
                          <a:defRPr/>
                        </a:pPr>
                        <a:endParaRPr lang="en-US" sz="1500" dirty="0">
                          <a:solidFill>
                            <a:prstClr val="black"/>
                          </a:solidFill>
                          <a:latin typeface="Calibri" panose="020F0502020204030204"/>
                          <a:cs typeface="Arial"/>
                        </a:endParaRPr>
                      </a:p>
                    </p:txBody>
                  </p:sp>
                  <p:sp>
                    <p:nvSpPr>
                      <p:cNvPr id="511" name="Line 168">
                        <a:extLst>
                          <a:ext uri="{FF2B5EF4-FFF2-40B4-BE49-F238E27FC236}">
                            <a16:creationId xmlns:a16="http://schemas.microsoft.com/office/drawing/2014/main" xmlns="" id="{3CDD5500-6D60-1041-B4A6-4098D994E12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lnSpc>
                            <a:spcPct val="90000"/>
                          </a:lnSpc>
                          <a:defRPr/>
                        </a:pPr>
                        <a:endParaRPr lang="en-US" sz="1500" dirty="0">
                          <a:solidFill>
                            <a:prstClr val="black"/>
                          </a:solidFill>
                          <a:latin typeface="Calibri" panose="020F0502020204030204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07" name="Group 169">
                      <a:extLst>
                        <a:ext uri="{FF2B5EF4-FFF2-40B4-BE49-F238E27FC236}">
                          <a16:creationId xmlns:a16="http://schemas.microsoft.com/office/drawing/2014/main" xmlns="" id="{9B075E85-842D-8943-A399-F54A797ECE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08" name="Line 170">
                        <a:extLst>
                          <a:ext uri="{FF2B5EF4-FFF2-40B4-BE49-F238E27FC236}">
                            <a16:creationId xmlns:a16="http://schemas.microsoft.com/office/drawing/2014/main" xmlns="" id="{9D762FA7-59F0-DA45-9D27-B2CF3B8BA56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lnSpc>
                            <a:spcPct val="90000"/>
                          </a:lnSpc>
                          <a:defRPr/>
                        </a:pPr>
                        <a:endParaRPr lang="en-US" sz="1500" dirty="0">
                          <a:solidFill>
                            <a:prstClr val="black"/>
                          </a:solidFill>
                          <a:latin typeface="Calibri" panose="020F0502020204030204"/>
                          <a:cs typeface="Arial"/>
                        </a:endParaRPr>
                      </a:p>
                    </p:txBody>
                  </p:sp>
                  <p:sp>
                    <p:nvSpPr>
                      <p:cNvPr id="509" name="Line 171">
                        <a:extLst>
                          <a:ext uri="{FF2B5EF4-FFF2-40B4-BE49-F238E27FC236}">
                            <a16:creationId xmlns:a16="http://schemas.microsoft.com/office/drawing/2014/main" xmlns="" id="{087EFDEE-BDC8-064C-88E6-C6513D297CE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defTabSz="685800">
                          <a:lnSpc>
                            <a:spcPct val="90000"/>
                          </a:lnSpc>
                          <a:defRPr/>
                        </a:pPr>
                        <a:endParaRPr lang="en-US" sz="1500" dirty="0">
                          <a:solidFill>
                            <a:prstClr val="black"/>
                          </a:solidFill>
                          <a:latin typeface="Calibri" panose="020F0502020204030204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494" name="Group 172">
                  <a:extLst>
                    <a:ext uri="{FF2B5EF4-FFF2-40B4-BE49-F238E27FC236}">
                      <a16:creationId xmlns:a16="http://schemas.microsoft.com/office/drawing/2014/main" xmlns="" id="{647341C8-FCBB-8240-BABA-9DA1ABC3B5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98" name="Group 173">
                    <a:extLst>
                      <a:ext uri="{FF2B5EF4-FFF2-40B4-BE49-F238E27FC236}">
                        <a16:creationId xmlns:a16="http://schemas.microsoft.com/office/drawing/2014/main" xmlns="" id="{99A07B8A-25DE-DB4F-B10F-551AD575115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2" name="Line 174">
                      <a:extLst>
                        <a:ext uri="{FF2B5EF4-FFF2-40B4-BE49-F238E27FC236}">
                          <a16:creationId xmlns:a16="http://schemas.microsoft.com/office/drawing/2014/main" xmlns="" id="{459607AA-BBEC-A64A-A370-920FB0AA666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503" name="Line 175">
                      <a:extLst>
                        <a:ext uri="{FF2B5EF4-FFF2-40B4-BE49-F238E27FC236}">
                          <a16:creationId xmlns:a16="http://schemas.microsoft.com/office/drawing/2014/main" xmlns="" id="{A9BA5078-706D-CA40-8B4F-E87C7F4DEDB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99" name="Group 176">
                    <a:extLst>
                      <a:ext uri="{FF2B5EF4-FFF2-40B4-BE49-F238E27FC236}">
                        <a16:creationId xmlns:a16="http://schemas.microsoft.com/office/drawing/2014/main" xmlns="" id="{C5B29228-B2C4-104D-8F6E-7762235082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0" name="Line 177">
                      <a:extLst>
                        <a:ext uri="{FF2B5EF4-FFF2-40B4-BE49-F238E27FC236}">
                          <a16:creationId xmlns:a16="http://schemas.microsoft.com/office/drawing/2014/main" xmlns="" id="{AB6FB84E-6945-224D-9263-1A3379FADD9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501" name="Line 178">
                      <a:extLst>
                        <a:ext uri="{FF2B5EF4-FFF2-40B4-BE49-F238E27FC236}">
                          <a16:creationId xmlns:a16="http://schemas.microsoft.com/office/drawing/2014/main" xmlns="" id="{EACF4AEF-2DA0-BF4C-860B-B166C57159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95" name="Group 179">
                  <a:extLst>
                    <a:ext uri="{FF2B5EF4-FFF2-40B4-BE49-F238E27FC236}">
                      <a16:creationId xmlns:a16="http://schemas.microsoft.com/office/drawing/2014/main" xmlns="" id="{B94E0988-88DB-A949-B923-553FDE2D79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496" name="Line 180">
                    <a:extLst>
                      <a:ext uri="{FF2B5EF4-FFF2-40B4-BE49-F238E27FC236}">
                        <a16:creationId xmlns:a16="http://schemas.microsoft.com/office/drawing/2014/main" xmlns="" id="{7610B0EF-3671-9B47-8937-955B079514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  <p:sp>
                <p:nvSpPr>
                  <p:cNvPr id="497" name="Line 181">
                    <a:extLst>
                      <a:ext uri="{FF2B5EF4-FFF2-40B4-BE49-F238E27FC236}">
                        <a16:creationId xmlns:a16="http://schemas.microsoft.com/office/drawing/2014/main" xmlns="" id="{1BD97D86-FC68-8941-AE16-6F13A0D4BE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lnSpc>
                        <a:spcPct val="90000"/>
                      </a:lnSpc>
                      <a:defRPr/>
                    </a:pPr>
                    <a:endParaRPr lang="en-US" sz="1500" dirty="0">
                      <a:solidFill>
                        <a:prstClr val="black"/>
                      </a:solidFill>
                      <a:latin typeface="Calibri" panose="020F0502020204030204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78" name="Group 182">
                <a:extLst>
                  <a:ext uri="{FF2B5EF4-FFF2-40B4-BE49-F238E27FC236}">
                    <a16:creationId xmlns:a16="http://schemas.microsoft.com/office/drawing/2014/main" xmlns="" id="{91BD84F8-614F-EE49-8B30-EB628E008C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479" name="Group 183">
                  <a:extLst>
                    <a:ext uri="{FF2B5EF4-FFF2-40B4-BE49-F238E27FC236}">
                      <a16:creationId xmlns:a16="http://schemas.microsoft.com/office/drawing/2014/main" xmlns="" id="{6B3D007C-D887-E846-ABE5-9D65BE55F5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7" name="Group 184">
                    <a:extLst>
                      <a:ext uri="{FF2B5EF4-FFF2-40B4-BE49-F238E27FC236}">
                        <a16:creationId xmlns:a16="http://schemas.microsoft.com/office/drawing/2014/main" xmlns="" id="{0F4A8FB1-234D-A74B-A92E-F105987D2A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91" name="Line 185">
                      <a:extLst>
                        <a:ext uri="{FF2B5EF4-FFF2-40B4-BE49-F238E27FC236}">
                          <a16:creationId xmlns:a16="http://schemas.microsoft.com/office/drawing/2014/main" xmlns="" id="{D952B360-FBAF-2741-81A1-732D48B651B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492" name="Line 186">
                      <a:extLst>
                        <a:ext uri="{FF2B5EF4-FFF2-40B4-BE49-F238E27FC236}">
                          <a16:creationId xmlns:a16="http://schemas.microsoft.com/office/drawing/2014/main" xmlns="" id="{AEAD8438-5EA8-234A-A2B5-555235A30D9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8" name="Group 187">
                    <a:extLst>
                      <a:ext uri="{FF2B5EF4-FFF2-40B4-BE49-F238E27FC236}">
                        <a16:creationId xmlns:a16="http://schemas.microsoft.com/office/drawing/2014/main" xmlns="" id="{577925E6-FFEB-3A40-9E76-8B98C0C87A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9" name="Line 188">
                      <a:extLst>
                        <a:ext uri="{FF2B5EF4-FFF2-40B4-BE49-F238E27FC236}">
                          <a16:creationId xmlns:a16="http://schemas.microsoft.com/office/drawing/2014/main" xmlns="" id="{2E6E6815-69E5-D04B-9ABA-E40A83C8821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490" name="Line 189">
                      <a:extLst>
                        <a:ext uri="{FF2B5EF4-FFF2-40B4-BE49-F238E27FC236}">
                          <a16:creationId xmlns:a16="http://schemas.microsoft.com/office/drawing/2014/main" xmlns="" id="{8BCCFECC-5324-5845-A48C-BB1D60CCAC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80" name="Group 190">
                  <a:extLst>
                    <a:ext uri="{FF2B5EF4-FFF2-40B4-BE49-F238E27FC236}">
                      <a16:creationId xmlns:a16="http://schemas.microsoft.com/office/drawing/2014/main" xmlns="" id="{61B305A6-EEB9-964C-9E04-C9D42306C3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1" name="Group 191">
                    <a:extLst>
                      <a:ext uri="{FF2B5EF4-FFF2-40B4-BE49-F238E27FC236}">
                        <a16:creationId xmlns:a16="http://schemas.microsoft.com/office/drawing/2014/main" xmlns="" id="{FCF6C6CD-53CA-294C-9163-FFBDA5D87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5" name="Line 192">
                      <a:extLst>
                        <a:ext uri="{FF2B5EF4-FFF2-40B4-BE49-F238E27FC236}">
                          <a16:creationId xmlns:a16="http://schemas.microsoft.com/office/drawing/2014/main" xmlns="" id="{710DA281-9270-3141-831A-EF64A8D11BD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486" name="Line 193">
                      <a:extLst>
                        <a:ext uri="{FF2B5EF4-FFF2-40B4-BE49-F238E27FC236}">
                          <a16:creationId xmlns:a16="http://schemas.microsoft.com/office/drawing/2014/main" xmlns="" id="{D28C55A7-2B25-F842-9E06-6A5686B46B6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2" name="Group 194">
                    <a:extLst>
                      <a:ext uri="{FF2B5EF4-FFF2-40B4-BE49-F238E27FC236}">
                        <a16:creationId xmlns:a16="http://schemas.microsoft.com/office/drawing/2014/main" xmlns="" id="{DEEA721B-C219-8245-A0C0-33633AEDE75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3" name="Line 195">
                      <a:extLst>
                        <a:ext uri="{FF2B5EF4-FFF2-40B4-BE49-F238E27FC236}">
                          <a16:creationId xmlns:a16="http://schemas.microsoft.com/office/drawing/2014/main" xmlns="" id="{0A50F111-740E-7940-AB52-4CFF0F471D8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  <p:sp>
                  <p:nvSpPr>
                    <p:cNvPr id="484" name="Line 196">
                      <a:extLst>
                        <a:ext uri="{FF2B5EF4-FFF2-40B4-BE49-F238E27FC236}">
                          <a16:creationId xmlns:a16="http://schemas.microsoft.com/office/drawing/2014/main" xmlns="" id="{90766983-5BAF-F14B-8DDD-484D026ADE3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lnSpc>
                          <a:spcPct val="90000"/>
                        </a:lnSpc>
                        <a:defRPr/>
                      </a:pPr>
                      <a:endParaRPr lang="en-US" sz="1500" dirty="0">
                        <a:solidFill>
                          <a:prstClr val="black"/>
                        </a:solidFill>
                        <a:latin typeface="Calibri" panose="020F0502020204030204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473" name="Text Box 199">
              <a:extLst>
                <a:ext uri="{FF2B5EF4-FFF2-40B4-BE49-F238E27FC236}">
                  <a16:creationId xmlns:a16="http://schemas.microsoft.com/office/drawing/2014/main" xmlns="" id="{3A6E3EE9-BAAF-5B45-BD91-B018F71B8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6" y="1225"/>
              <a:ext cx="1246" cy="6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srgbClr val="000099"/>
                  </a:solidFill>
                  <a:latin typeface="Calibri" panose="020F0502020204030204"/>
                  <a:cs typeface="Arial"/>
                </a:rPr>
                <a:t>       constant bit </a:t>
              </a:r>
            </a:p>
            <a:p>
              <a:pPr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srgbClr val="000099"/>
                  </a:solidFill>
                  <a:latin typeface="Calibri" panose="020F0502020204030204"/>
                  <a:cs typeface="Arial"/>
                </a:rPr>
                <a:t>     rate video</a:t>
              </a:r>
            </a:p>
            <a:p>
              <a:pPr defTabSz="685800">
                <a:lnSpc>
                  <a:spcPct val="90000"/>
                </a:lnSpc>
                <a:defRPr/>
              </a:pPr>
              <a:r>
                <a:rPr lang="en-US" sz="1500" dirty="0">
                  <a:solidFill>
                    <a:srgbClr val="000099"/>
                  </a:solidFill>
                  <a:latin typeface="Calibri" panose="020F0502020204030204"/>
                  <a:cs typeface="Arial"/>
                </a:rPr>
                <a:t> playout at client</a:t>
              </a:r>
            </a:p>
          </p:txBody>
        </p:sp>
        <p:grpSp>
          <p:nvGrpSpPr>
            <p:cNvPr id="474" name="Group 202">
              <a:extLst>
                <a:ext uri="{FF2B5EF4-FFF2-40B4-BE49-F238E27FC236}">
                  <a16:creationId xmlns:a16="http://schemas.microsoft.com/office/drawing/2014/main" xmlns="" id="{B198ACDA-9CD7-7242-AB89-3C394AE5E3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4" y="2756"/>
              <a:ext cx="1059" cy="427"/>
              <a:chOff x="1874" y="2756"/>
              <a:chExt cx="1059" cy="427"/>
            </a:xfrm>
          </p:grpSpPr>
          <p:sp>
            <p:nvSpPr>
              <p:cNvPr id="475" name="Text Box 144">
                <a:extLst>
                  <a:ext uri="{FF2B5EF4-FFF2-40B4-BE49-F238E27FC236}">
                    <a16:creationId xmlns:a16="http://schemas.microsoft.com/office/drawing/2014/main" xmlns="" id="{42AFCD94-B607-E042-AA0B-D3DA375480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4" y="2756"/>
                <a:ext cx="1059" cy="4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algn="ctr" defTabSz="685800">
                  <a:lnSpc>
                    <a:spcPct val="90000"/>
                  </a:lnSpc>
                  <a:defRPr/>
                </a:pPr>
                <a:r>
                  <a:rPr lang="en-US" sz="1500" dirty="0">
                    <a:solidFill>
                      <a:srgbClr val="000099"/>
                    </a:solidFill>
                    <a:latin typeface="Calibri" panose="020F0502020204030204"/>
                    <a:cs typeface="Arial"/>
                  </a:rPr>
                  <a:t>client playout</a:t>
                </a:r>
              </a:p>
              <a:p>
                <a:pPr algn="ctr" defTabSz="685800">
                  <a:lnSpc>
                    <a:spcPct val="90000"/>
                  </a:lnSpc>
                  <a:defRPr/>
                </a:pPr>
                <a:r>
                  <a:rPr lang="en-US" sz="1500" dirty="0">
                    <a:solidFill>
                      <a:srgbClr val="000099"/>
                    </a:solidFill>
                    <a:latin typeface="Calibri" panose="020F0502020204030204"/>
                    <a:cs typeface="Arial"/>
                  </a:rPr>
                  <a:t>delay</a:t>
                </a:r>
              </a:p>
            </p:txBody>
          </p:sp>
          <p:sp>
            <p:nvSpPr>
              <p:cNvPr id="476" name="Line 200">
                <a:extLst>
                  <a:ext uri="{FF2B5EF4-FFF2-40B4-BE49-F238E27FC236}">
                    <a16:creationId xmlns:a16="http://schemas.microsoft.com/office/drawing/2014/main" xmlns="" id="{B2F37120-6CC9-8B41-A98D-BBB28D8C4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8" y="2952"/>
                <a:ext cx="905" cy="0"/>
              </a:xfrm>
              <a:prstGeom prst="line">
                <a:avLst/>
              </a:prstGeom>
              <a:noFill/>
              <a:ln w="19050">
                <a:solidFill>
                  <a:srgbClr val="010086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lnSpc>
                    <a:spcPct val="90000"/>
                  </a:lnSpc>
                  <a:defRPr/>
                </a:pPr>
                <a:endParaRPr lang="en-US" sz="1500" dirty="0">
                  <a:solidFill>
                    <a:prstClr val="black"/>
                  </a:solidFill>
                  <a:latin typeface="Calibri" panose="020F0502020204030204"/>
                  <a:cs typeface="Arial"/>
                </a:endParaRPr>
              </a:p>
            </p:txBody>
          </p:sp>
        </p:grpSp>
      </p:grpSp>
      <p:grpSp>
        <p:nvGrpSpPr>
          <p:cNvPr id="518" name="Group 206">
            <a:extLst>
              <a:ext uri="{FF2B5EF4-FFF2-40B4-BE49-F238E27FC236}">
                <a16:creationId xmlns:a16="http://schemas.microsoft.com/office/drawing/2014/main" xmlns="" id="{1D57C5D2-2C50-2F46-9BEF-96B0205E9727}"/>
              </a:ext>
            </a:extLst>
          </p:cNvPr>
          <p:cNvGrpSpPr>
            <a:grpSpLocks/>
          </p:cNvGrpSpPr>
          <p:nvPr/>
        </p:nvGrpSpPr>
        <p:grpSpPr bwMode="auto">
          <a:xfrm>
            <a:off x="4534666" y="3181633"/>
            <a:ext cx="425054" cy="717947"/>
            <a:chOff x="2813" y="1837"/>
            <a:chExt cx="357" cy="603"/>
          </a:xfrm>
        </p:grpSpPr>
        <p:sp>
          <p:nvSpPr>
            <p:cNvPr id="519" name="Line 204">
              <a:extLst>
                <a:ext uri="{FF2B5EF4-FFF2-40B4-BE49-F238E27FC236}">
                  <a16:creationId xmlns:a16="http://schemas.microsoft.com/office/drawing/2014/main" xmlns="" id="{2A631B38-97FE-2F4B-B874-714F6ADE1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872"/>
              <a:ext cx="0" cy="564"/>
            </a:xfrm>
            <a:prstGeom prst="line">
              <a:avLst/>
            </a:prstGeom>
            <a:noFill/>
            <a:ln w="19050">
              <a:solidFill>
                <a:srgbClr val="0000A3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lnSpc>
                  <a:spcPct val="90000"/>
                </a:lnSpc>
                <a:defRPr/>
              </a:pPr>
              <a:endParaRPr lang="en-US" sz="1500" dirty="0">
                <a:solidFill>
                  <a:prstClr val="black"/>
                </a:solidFill>
                <a:latin typeface="Calibri" panose="020F0502020204030204"/>
                <a:cs typeface="Arial"/>
              </a:endParaRPr>
            </a:p>
          </p:txBody>
        </p:sp>
        <p:sp>
          <p:nvSpPr>
            <p:cNvPr id="520" name="Text Box 205">
              <a:extLst>
                <a:ext uri="{FF2B5EF4-FFF2-40B4-BE49-F238E27FC236}">
                  <a16:creationId xmlns:a16="http://schemas.microsoft.com/office/drawing/2014/main" xmlns="" id="{F78B503E-7C5A-E04D-917B-32B040F9B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2690" y="1960"/>
              <a:ext cx="603" cy="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defTabSz="685800">
                <a:lnSpc>
                  <a:spcPct val="90000"/>
                </a:lnSpc>
                <a:defRPr/>
              </a:pPr>
              <a:r>
                <a:rPr lang="en-US" sz="1200" dirty="0">
                  <a:solidFill>
                    <a:srgbClr val="0000A3"/>
                  </a:solidFill>
                  <a:latin typeface="Calibri" panose="020F0502020204030204"/>
                  <a:cs typeface="Arial"/>
                </a:rPr>
                <a:t>buffered</a:t>
              </a:r>
            </a:p>
            <a:p>
              <a:pPr algn="ctr" defTabSz="685800">
                <a:lnSpc>
                  <a:spcPct val="90000"/>
                </a:lnSpc>
                <a:defRPr/>
              </a:pPr>
              <a:r>
                <a:rPr lang="en-US" sz="1200" dirty="0">
                  <a:solidFill>
                    <a:srgbClr val="0000A3"/>
                  </a:solidFill>
                  <a:latin typeface="Calibri" panose="020F0502020204030204"/>
                  <a:cs typeface="Arial"/>
                </a:rPr>
                <a:t>video</a:t>
              </a:r>
              <a:endParaRPr lang="en-US" sz="1500" dirty="0">
                <a:solidFill>
                  <a:srgbClr val="0000A3"/>
                </a:solidFill>
                <a:latin typeface="Calibri" panose="020F0502020204030204"/>
                <a:cs typeface="Arial"/>
              </a:endParaRPr>
            </a:p>
          </p:txBody>
        </p:sp>
      </p:grpSp>
      <p:sp>
        <p:nvSpPr>
          <p:cNvPr id="521" name="Rectangle 208">
            <a:extLst>
              <a:ext uri="{FF2B5EF4-FFF2-40B4-BE49-F238E27FC236}">
                <a16:creationId xmlns:a16="http://schemas.microsoft.com/office/drawing/2014/main" xmlns="" id="{19B23E15-1132-3D4B-A1F4-6A0D9B2054BA}"/>
              </a:ext>
            </a:extLst>
          </p:cNvPr>
          <p:cNvSpPr txBox="1">
            <a:spLocks noChangeArrowheads="1"/>
          </p:cNvSpPr>
          <p:nvPr/>
        </p:nvSpPr>
        <p:spPr>
          <a:xfrm>
            <a:off x="939577" y="4882740"/>
            <a:ext cx="7886699" cy="666750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4319" indent="-166688" defTabSz="685800">
              <a:spcBef>
                <a:spcPts val="750"/>
              </a:spcBef>
              <a:defRPr/>
            </a:pPr>
            <a:r>
              <a:rPr lang="en-US" sz="2400" i="1" dirty="0">
                <a:solidFill>
                  <a:srgbClr val="CC0000"/>
                </a:solidFill>
                <a:latin typeface="Calibri" panose="020F0502020204030204"/>
              </a:rPr>
              <a:t>client-side buffering and playout delay: </a:t>
            </a: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compensate for network-added delay, delay jitter</a:t>
            </a:r>
          </a:p>
        </p:txBody>
      </p:sp>
      <p:sp>
        <p:nvSpPr>
          <p:cNvPr id="142" name="Slide Number Placeholder 2">
            <a:extLst>
              <a:ext uri="{FF2B5EF4-FFF2-40B4-BE49-F238E27FC236}">
                <a16:creationId xmlns:a16="http://schemas.microsoft.com/office/drawing/2014/main" xmlns="" id="{F1384BB5-FDBF-D848-A676-BE0449CF3AFC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91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777701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1" grpId="0" build="p" autoUpdateAnimBg="0" advAuto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xmlns="" id="{A86288FC-1EC1-EF4E-A6E3-F04D9EE4709E}"/>
              </a:ext>
            </a:extLst>
          </p:cNvPr>
          <p:cNvSpPr txBox="1">
            <a:spLocks noChangeArrowheads="1"/>
          </p:cNvSpPr>
          <p:nvPr/>
        </p:nvSpPr>
        <p:spPr>
          <a:xfrm>
            <a:off x="616826" y="1970753"/>
            <a:ext cx="7776956" cy="3789760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631" indent="0" defTabSz="685800">
              <a:spcBef>
                <a:spcPts val="750"/>
              </a:spcBef>
              <a:buNone/>
              <a:defRPr/>
            </a:pPr>
            <a:r>
              <a:rPr lang="en-US" altLang="en-US" sz="2100" dirty="0">
                <a:solidFill>
                  <a:srgbClr val="C00000"/>
                </a:solidFill>
                <a:latin typeface="Calibri" panose="020F0502020204030204"/>
                <a:ea typeface="ＭＳ Ｐゴシック" panose="020B0600070205080204" pitchFamily="34" charset="-128"/>
              </a:rPr>
              <a:t>server:</a:t>
            </a:r>
          </a:p>
          <a:p>
            <a:pPr marL="521494" lvl="1" indent="-173831" defTabSz="685800">
              <a:spcBef>
                <a:spcPts val="375"/>
              </a:spcBef>
              <a:buFont typeface="Wingdings" pitchFamily="2" charset="2"/>
              <a:buChar char="§"/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divides video file into multiple chunks</a:t>
            </a:r>
          </a:p>
          <a:p>
            <a:pPr marL="521494" lvl="1" indent="-173831" defTabSz="685800">
              <a:spcBef>
                <a:spcPts val="375"/>
              </a:spcBef>
              <a:buFont typeface="Wingdings" pitchFamily="2" charset="2"/>
              <a:buChar char="§"/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each chunk encoded at multiple different rates</a:t>
            </a:r>
          </a:p>
          <a:p>
            <a:pPr marL="521494" lvl="1" indent="-173831" defTabSz="685800">
              <a:spcBef>
                <a:spcPts val="375"/>
              </a:spcBef>
              <a:buFont typeface="Wingdings" pitchFamily="2" charset="2"/>
              <a:buChar char="§"/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different rate encodings stored in different files</a:t>
            </a:r>
          </a:p>
          <a:p>
            <a:pPr marL="521494" lvl="1" indent="-173831" defTabSz="685800">
              <a:spcBef>
                <a:spcPts val="375"/>
              </a:spcBef>
              <a:buFont typeface="Wingdings" pitchFamily="2" charset="2"/>
              <a:buChar char="§"/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files replicated in various CDN nodes</a:t>
            </a:r>
          </a:p>
          <a:p>
            <a:pPr marL="521494" lvl="1" indent="-173831" defTabSz="685800">
              <a:spcBef>
                <a:spcPts val="375"/>
              </a:spcBef>
              <a:buFont typeface="Wingdings" pitchFamily="2" charset="2"/>
              <a:buChar char="§"/>
              <a:defRPr/>
            </a:pPr>
            <a:r>
              <a:rPr lang="en-US" altLang="en-US" sz="1800" i="1" dirty="0">
                <a:solidFill>
                  <a:srgbClr val="000099"/>
                </a:solidFill>
                <a:latin typeface="Calibri" panose="020F0502020204030204"/>
                <a:ea typeface="ＭＳ Ｐゴシック" panose="020B0600070205080204" pitchFamily="34" charset="-128"/>
              </a:rPr>
              <a:t>manifest file: </a:t>
            </a: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provides URLs for different chunks</a:t>
            </a:r>
          </a:p>
        </p:txBody>
      </p:sp>
      <p:grpSp>
        <p:nvGrpSpPr>
          <p:cNvPr id="56" name="Group 2">
            <a:extLst>
              <a:ext uri="{FF2B5EF4-FFF2-40B4-BE49-F238E27FC236}">
                <a16:creationId xmlns:a16="http://schemas.microsoft.com/office/drawing/2014/main" xmlns="" id="{232E2937-932A-8140-A56C-A78B8BFCFF64}"/>
              </a:ext>
            </a:extLst>
          </p:cNvPr>
          <p:cNvGrpSpPr>
            <a:grpSpLocks/>
          </p:cNvGrpSpPr>
          <p:nvPr/>
        </p:nvGrpSpPr>
        <p:grpSpPr bwMode="auto">
          <a:xfrm>
            <a:off x="7814189" y="2648204"/>
            <a:ext cx="998720" cy="812360"/>
            <a:chOff x="1842724" y="2867233"/>
            <a:chExt cx="5649912" cy="3416300"/>
          </a:xfrm>
        </p:grpSpPr>
        <p:sp>
          <p:nvSpPr>
            <p:cNvPr id="57" name="AutoShape 99">
              <a:extLst>
                <a:ext uri="{FF2B5EF4-FFF2-40B4-BE49-F238E27FC236}">
                  <a16:creationId xmlns:a16="http://schemas.microsoft.com/office/drawing/2014/main" xmlns="" id="{5055D5A0-B7B0-8947-9D7F-F28A31600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</a:endParaRPr>
            </a:p>
          </p:txBody>
        </p:sp>
        <p:sp>
          <p:nvSpPr>
            <p:cNvPr id="58" name="Rectangle 87">
              <a:extLst>
                <a:ext uri="{FF2B5EF4-FFF2-40B4-BE49-F238E27FC236}">
                  <a16:creationId xmlns:a16="http://schemas.microsoft.com/office/drawing/2014/main" xmlns="" id="{13B28B0D-9C67-5D40-8231-3A83B9C16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151" name="Group 349">
            <a:extLst>
              <a:ext uri="{FF2B5EF4-FFF2-40B4-BE49-F238E27FC236}">
                <a16:creationId xmlns:a16="http://schemas.microsoft.com/office/drawing/2014/main" xmlns="" id="{431C7441-FEA9-E649-870D-E4A204A68EA2}"/>
              </a:ext>
            </a:extLst>
          </p:cNvPr>
          <p:cNvGrpSpPr>
            <a:grpSpLocks/>
          </p:cNvGrpSpPr>
          <p:nvPr/>
        </p:nvGrpSpPr>
        <p:grpSpPr bwMode="auto">
          <a:xfrm>
            <a:off x="8173397" y="2979203"/>
            <a:ext cx="320883" cy="340589"/>
            <a:chOff x="4437" y="1472"/>
            <a:chExt cx="427" cy="418"/>
          </a:xfrm>
        </p:grpSpPr>
        <p:sp>
          <p:nvSpPr>
            <p:cNvPr id="152" name="Rectangle 350">
              <a:extLst>
                <a:ext uri="{FF2B5EF4-FFF2-40B4-BE49-F238E27FC236}">
                  <a16:creationId xmlns:a16="http://schemas.microsoft.com/office/drawing/2014/main" xmlns="" id="{5CB65625-7D77-2D48-9EBF-E0DD7EB55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3" name="Rectangle 351">
              <a:extLst>
                <a:ext uri="{FF2B5EF4-FFF2-40B4-BE49-F238E27FC236}">
                  <a16:creationId xmlns:a16="http://schemas.microsoft.com/office/drawing/2014/main" xmlns="" id="{9179FB7F-3949-174E-9E9E-A161E0EF4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4" name="Rectangle 352">
              <a:extLst>
                <a:ext uri="{FF2B5EF4-FFF2-40B4-BE49-F238E27FC236}">
                  <a16:creationId xmlns:a16="http://schemas.microsoft.com/office/drawing/2014/main" xmlns="" id="{7E315010-D1DB-594B-B06F-DFFAAC621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Rectangle 353">
              <a:extLst>
                <a:ext uri="{FF2B5EF4-FFF2-40B4-BE49-F238E27FC236}">
                  <a16:creationId xmlns:a16="http://schemas.microsoft.com/office/drawing/2014/main" xmlns="" id="{03963D0C-B78F-CD4C-82A8-1D695049C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</p:grpSp>
      <p:sp>
        <p:nvSpPr>
          <p:cNvPr id="156" name="Freeform 1287">
            <a:extLst>
              <a:ext uri="{FF2B5EF4-FFF2-40B4-BE49-F238E27FC236}">
                <a16:creationId xmlns:a16="http://schemas.microsoft.com/office/drawing/2014/main" xmlns="" id="{77B492B9-F4A6-AA4F-886C-26D56EDFBA9C}"/>
              </a:ext>
            </a:extLst>
          </p:cNvPr>
          <p:cNvSpPr>
            <a:spLocks/>
          </p:cNvSpPr>
          <p:nvPr/>
        </p:nvSpPr>
        <p:spPr bwMode="auto">
          <a:xfrm>
            <a:off x="6530755" y="2805866"/>
            <a:ext cx="1098668" cy="630659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defTabSz="685800">
              <a:defRPr/>
            </a:pPr>
            <a:endParaRPr lang="en-US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cxnSp>
        <p:nvCxnSpPr>
          <p:cNvPr id="157" name="Straight Connector 45">
            <a:extLst>
              <a:ext uri="{FF2B5EF4-FFF2-40B4-BE49-F238E27FC236}">
                <a16:creationId xmlns:a16="http://schemas.microsoft.com/office/drawing/2014/main" xmlns="" id="{EF812D6A-3887-5D48-A2A7-90D0F185855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444794" y="3130473"/>
            <a:ext cx="1651593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8" name="TextBox 64">
            <a:extLst>
              <a:ext uri="{FF2B5EF4-FFF2-40B4-BE49-F238E27FC236}">
                <a16:creationId xmlns:a16="http://schemas.microsoft.com/office/drawing/2014/main" xmlns="" id="{47349889-E81A-C242-9729-98BDB7A6D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3569" y="3466268"/>
            <a:ext cx="588623" cy="3000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defRPr/>
            </a:pPr>
            <a:r>
              <a:rPr lang="en-US" altLang="en-US" sz="1350" dirty="0">
                <a:solidFill>
                  <a:srgbClr val="000000"/>
                </a:solidFill>
                <a:cs typeface="Arial" panose="020B0604020202020204" pitchFamily="34" charset="0"/>
              </a:rPr>
              <a:t>client</a:t>
            </a:r>
            <a:endParaRPr lang="en-US" altLang="en-US" sz="1350" i="1" dirty="0">
              <a:solidFill>
                <a:srgbClr val="CC0000"/>
              </a:solidFill>
              <a:cs typeface="Arial" panose="020B0604020202020204" pitchFamily="34" charset="0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xmlns="" id="{0AB0D303-D269-7F44-8600-794F5467067C}"/>
              </a:ext>
            </a:extLst>
          </p:cNvPr>
          <p:cNvSpPr/>
          <p:nvPr/>
        </p:nvSpPr>
        <p:spPr>
          <a:xfrm>
            <a:off x="7075085" y="2899849"/>
            <a:ext cx="1011432" cy="143081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8" name="Freeform 237">
            <a:extLst>
              <a:ext uri="{FF2B5EF4-FFF2-40B4-BE49-F238E27FC236}">
                <a16:creationId xmlns:a16="http://schemas.microsoft.com/office/drawing/2014/main" xmlns="" id="{7CE77C4C-F0D2-6344-8886-D4BFC98A935F}"/>
              </a:ext>
            </a:extLst>
          </p:cNvPr>
          <p:cNvSpPr/>
          <p:nvPr/>
        </p:nvSpPr>
        <p:spPr>
          <a:xfrm flipV="1">
            <a:off x="7080845" y="3221368"/>
            <a:ext cx="1011432" cy="143081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xmlns="" id="{0D8A0B99-F17E-9048-89FF-C5E63CBAF4A2}"/>
              </a:ext>
            </a:extLst>
          </p:cNvPr>
          <p:cNvGrpSpPr/>
          <p:nvPr/>
        </p:nvGrpSpPr>
        <p:grpSpPr>
          <a:xfrm>
            <a:off x="7677012" y="2929452"/>
            <a:ext cx="309700" cy="415498"/>
            <a:chOff x="10485997" y="1295948"/>
            <a:chExt cx="412933" cy="553997"/>
          </a:xfrm>
        </p:grpSpPr>
        <p:sp>
          <p:nvSpPr>
            <p:cNvPr id="240" name="Oval 239">
              <a:extLst>
                <a:ext uri="{FF2B5EF4-FFF2-40B4-BE49-F238E27FC236}">
                  <a16:creationId xmlns:a16="http://schemas.microsoft.com/office/drawing/2014/main" xmlns="" id="{336856DC-DFE0-7C40-ABCD-4AD555F9A214}"/>
                </a:ext>
              </a:extLst>
            </p:cNvPr>
            <p:cNvSpPr/>
            <p:nvPr/>
          </p:nvSpPr>
          <p:spPr>
            <a:xfrm>
              <a:off x="10492576" y="1381467"/>
              <a:ext cx="342078" cy="342078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defRPr/>
              </a:pPr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xmlns="" id="{F96EFC4C-7C92-AA47-8E56-845F6C38BF12}"/>
                </a:ext>
              </a:extLst>
            </p:cNvPr>
            <p:cNvSpPr txBox="1"/>
            <p:nvPr/>
          </p:nvSpPr>
          <p:spPr>
            <a:xfrm>
              <a:off x="10485997" y="1295948"/>
              <a:ext cx="412933" cy="553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>
                <a:defRPr/>
              </a:pPr>
              <a:r>
                <a:rPr lang="en-US" sz="2100" dirty="0">
                  <a:solidFill>
                    <a:srgbClr val="CD0000"/>
                  </a:solidFill>
                  <a:latin typeface="Calibri"/>
                </a:rPr>
                <a:t>?</a:t>
              </a:r>
            </a:p>
          </p:txBody>
        </p:sp>
      </p:grpSp>
      <p:sp>
        <p:nvSpPr>
          <p:cNvPr id="243" name="Rectangle 3">
            <a:extLst>
              <a:ext uri="{FF2B5EF4-FFF2-40B4-BE49-F238E27FC236}">
                <a16:creationId xmlns:a16="http://schemas.microsoft.com/office/drawing/2014/main" xmlns="" id="{09884CFC-62B5-6946-85A6-0910ED9BC848}"/>
              </a:ext>
            </a:extLst>
          </p:cNvPr>
          <p:cNvSpPr txBox="1">
            <a:spLocks noChangeArrowheads="1"/>
          </p:cNvSpPr>
          <p:nvPr/>
        </p:nvSpPr>
        <p:spPr>
          <a:xfrm>
            <a:off x="643102" y="3922173"/>
            <a:ext cx="7776956" cy="1924864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631" indent="0" defTabSz="685800">
              <a:spcBef>
                <a:spcPts val="750"/>
              </a:spcBef>
              <a:buNone/>
              <a:defRPr/>
            </a:pPr>
            <a:r>
              <a:rPr lang="en-US" altLang="en-US" sz="2100" dirty="0">
                <a:solidFill>
                  <a:srgbClr val="C00000"/>
                </a:solidFill>
                <a:latin typeface="Calibri" panose="020F0502020204030204"/>
                <a:ea typeface="ＭＳ Ｐゴシック" panose="020B0600070205080204" pitchFamily="34" charset="-128"/>
              </a:rPr>
              <a:t>client:</a:t>
            </a:r>
          </a:p>
          <a:p>
            <a:pPr marL="521494" lvl="1" indent="-173831" defTabSz="685800">
              <a:spcBef>
                <a:spcPts val="375"/>
              </a:spcBef>
              <a:buFont typeface="Wingdings" pitchFamily="2" charset="2"/>
              <a:buChar char="§"/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periodically estimates server-to-client bandwidth</a:t>
            </a:r>
          </a:p>
          <a:p>
            <a:pPr marL="521494" lvl="1" indent="-173831" defTabSz="685800">
              <a:spcBef>
                <a:spcPts val="375"/>
              </a:spcBef>
              <a:buFont typeface="Wingdings" pitchFamily="2" charset="2"/>
              <a:buChar char="§"/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consulting manifest, requests one chunk at a time </a:t>
            </a:r>
          </a:p>
          <a:p>
            <a:pPr marL="857250" lvl="2" indent="-171450" defTabSz="685800">
              <a:spcBef>
                <a:spcPts val="375"/>
              </a:spcBef>
              <a:buClr>
                <a:srgbClr val="0000A3"/>
              </a:buClr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chooses maximum coding rate sustainable given current bandwidth</a:t>
            </a:r>
          </a:p>
          <a:p>
            <a:pPr marL="857250" lvl="2" indent="-171450" defTabSz="685800">
              <a:spcBef>
                <a:spcPts val="375"/>
              </a:spcBef>
              <a:buClr>
                <a:srgbClr val="0000A3"/>
              </a:buClr>
              <a:defRPr/>
            </a:pPr>
            <a:r>
              <a:rPr lang="en-US" altLang="en-US" sz="18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can choose different coding rates at different points in time (depending on available bandwidth at time), and from different servers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xmlns="" id="{9516C6FF-6A10-6041-9BDF-81CF75A59CA8}"/>
              </a:ext>
            </a:extLst>
          </p:cNvPr>
          <p:cNvGrpSpPr/>
          <p:nvPr/>
        </p:nvGrpSpPr>
        <p:grpSpPr>
          <a:xfrm>
            <a:off x="5844826" y="2596211"/>
            <a:ext cx="707612" cy="849365"/>
            <a:chOff x="7698509" y="2176725"/>
            <a:chExt cx="943482" cy="1132486"/>
          </a:xfrm>
        </p:grpSpPr>
        <p:grpSp>
          <p:nvGrpSpPr>
            <p:cNvPr id="60" name="Group 249">
              <a:extLst>
                <a:ext uri="{FF2B5EF4-FFF2-40B4-BE49-F238E27FC236}">
                  <a16:creationId xmlns:a16="http://schemas.microsoft.com/office/drawing/2014/main" xmlns="" id="{48BBCEB5-A9FB-2642-93D9-9545FFA86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8261" y="2771439"/>
              <a:ext cx="269531" cy="537772"/>
              <a:chOff x="4140" y="429"/>
              <a:chExt cx="1425" cy="2396"/>
            </a:xfrm>
          </p:grpSpPr>
          <p:sp>
            <p:nvSpPr>
              <p:cNvPr id="66" name="Freeform 250">
                <a:extLst>
                  <a:ext uri="{FF2B5EF4-FFF2-40B4-BE49-F238E27FC236}">
                    <a16:creationId xmlns:a16="http://schemas.microsoft.com/office/drawing/2014/main" xmlns="" id="{E5578A76-629A-7C4E-929B-B31E9800D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7" name="Rectangle 251">
                <a:extLst>
                  <a:ext uri="{FF2B5EF4-FFF2-40B4-BE49-F238E27FC236}">
                    <a16:creationId xmlns:a16="http://schemas.microsoft.com/office/drawing/2014/main" xmlns="" id="{1A5867E7-D752-BB44-9E06-DF75CD8E9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68" name="Freeform 252">
                <a:extLst>
                  <a:ext uri="{FF2B5EF4-FFF2-40B4-BE49-F238E27FC236}">
                    <a16:creationId xmlns:a16="http://schemas.microsoft.com/office/drawing/2014/main" xmlns="" id="{18A99A20-76B3-D94B-BCB7-5A84A51A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9" name="Freeform 253">
                <a:extLst>
                  <a:ext uri="{FF2B5EF4-FFF2-40B4-BE49-F238E27FC236}">
                    <a16:creationId xmlns:a16="http://schemas.microsoft.com/office/drawing/2014/main" xmlns="" id="{A9BB3F94-5FEF-EF4E-97B6-7F746CE25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70" name="Rectangle 254">
                <a:extLst>
                  <a:ext uri="{FF2B5EF4-FFF2-40B4-BE49-F238E27FC236}">
                    <a16:creationId xmlns:a16="http://schemas.microsoft.com/office/drawing/2014/main" xmlns="" id="{24798097-207A-DE46-ABC7-D6731BD90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1" name="Group 255">
                <a:extLst>
                  <a:ext uri="{FF2B5EF4-FFF2-40B4-BE49-F238E27FC236}">
                    <a16:creationId xmlns:a16="http://schemas.microsoft.com/office/drawing/2014/main" xmlns="" id="{CE875205-8C0D-754E-8E36-32A41C820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9" name="AutoShape 256">
                  <a:extLst>
                    <a:ext uri="{FF2B5EF4-FFF2-40B4-BE49-F238E27FC236}">
                      <a16:creationId xmlns:a16="http://schemas.microsoft.com/office/drawing/2014/main" xmlns="" id="{7F68C377-96A4-A844-B707-FF5A78DCF3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50" name="AutoShape 257">
                  <a:extLst>
                    <a:ext uri="{FF2B5EF4-FFF2-40B4-BE49-F238E27FC236}">
                      <a16:creationId xmlns:a16="http://schemas.microsoft.com/office/drawing/2014/main" xmlns="" id="{FBBE8A7F-E64A-EE41-B2D4-AD4E2707D8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2" name="Rectangle 258">
                <a:extLst>
                  <a:ext uri="{FF2B5EF4-FFF2-40B4-BE49-F238E27FC236}">
                    <a16:creationId xmlns:a16="http://schemas.microsoft.com/office/drawing/2014/main" xmlns="" id="{B39571E5-0FFF-0740-AC4C-800173B23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3" name="Group 259">
                <a:extLst>
                  <a:ext uri="{FF2B5EF4-FFF2-40B4-BE49-F238E27FC236}">
                    <a16:creationId xmlns:a16="http://schemas.microsoft.com/office/drawing/2014/main" xmlns="" id="{2FFD7F69-CFA4-8345-9CDD-4D7CBE793A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7" name="AutoShape 260">
                  <a:extLst>
                    <a:ext uri="{FF2B5EF4-FFF2-40B4-BE49-F238E27FC236}">
                      <a16:creationId xmlns:a16="http://schemas.microsoft.com/office/drawing/2014/main" xmlns="" id="{C18E76AE-324F-1844-AB10-870723FC04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8" name="AutoShape 261">
                  <a:extLst>
                    <a:ext uri="{FF2B5EF4-FFF2-40B4-BE49-F238E27FC236}">
                      <a16:creationId xmlns:a16="http://schemas.microsoft.com/office/drawing/2014/main" xmlns="" id="{309A2001-6A30-874B-9EF6-99E9B7DA9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4" name="Rectangle 262">
                <a:extLst>
                  <a:ext uri="{FF2B5EF4-FFF2-40B4-BE49-F238E27FC236}">
                    <a16:creationId xmlns:a16="http://schemas.microsoft.com/office/drawing/2014/main" xmlns="" id="{DA8F8E62-F74D-494C-98D4-A4DCC518E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5" name="Rectangle 263">
                <a:extLst>
                  <a:ext uri="{FF2B5EF4-FFF2-40B4-BE49-F238E27FC236}">
                    <a16:creationId xmlns:a16="http://schemas.microsoft.com/office/drawing/2014/main" xmlns="" id="{5C72FC81-4509-194D-B382-46B04D9F2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76" name="Group 264">
                <a:extLst>
                  <a:ext uri="{FF2B5EF4-FFF2-40B4-BE49-F238E27FC236}">
                    <a16:creationId xmlns:a16="http://schemas.microsoft.com/office/drawing/2014/main" xmlns="" id="{C74557B3-5043-3E4E-950A-F0F9B84E66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5" name="AutoShape 265">
                  <a:extLst>
                    <a:ext uri="{FF2B5EF4-FFF2-40B4-BE49-F238E27FC236}">
                      <a16:creationId xmlns:a16="http://schemas.microsoft.com/office/drawing/2014/main" xmlns="" id="{638031EB-99B8-7647-9188-5101A28F30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6" name="AutoShape 266">
                  <a:extLst>
                    <a:ext uri="{FF2B5EF4-FFF2-40B4-BE49-F238E27FC236}">
                      <a16:creationId xmlns:a16="http://schemas.microsoft.com/office/drawing/2014/main" xmlns="" id="{6C8E38B1-9F86-7548-BE82-A1907EA557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7" name="Freeform 267">
                <a:extLst>
                  <a:ext uri="{FF2B5EF4-FFF2-40B4-BE49-F238E27FC236}">
                    <a16:creationId xmlns:a16="http://schemas.microsoft.com/office/drawing/2014/main" xmlns="" id="{780D28F1-F039-7B47-895F-6AF623B75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grpSp>
            <p:nvGrpSpPr>
              <p:cNvPr id="78" name="Group 268">
                <a:extLst>
                  <a:ext uri="{FF2B5EF4-FFF2-40B4-BE49-F238E27FC236}">
                    <a16:creationId xmlns:a16="http://schemas.microsoft.com/office/drawing/2014/main" xmlns="" id="{F8BA803E-E6FA-BE47-9114-B130D8F91D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3" name="AutoShape 269">
                  <a:extLst>
                    <a:ext uri="{FF2B5EF4-FFF2-40B4-BE49-F238E27FC236}">
                      <a16:creationId xmlns:a16="http://schemas.microsoft.com/office/drawing/2014/main" xmlns="" id="{202CDBC5-C1C3-7647-A70B-88D7C320E4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44" name="AutoShape 270">
                  <a:extLst>
                    <a:ext uri="{FF2B5EF4-FFF2-40B4-BE49-F238E27FC236}">
                      <a16:creationId xmlns:a16="http://schemas.microsoft.com/office/drawing/2014/main" xmlns="" id="{C81F10F8-CB38-2F43-AFB2-47C4286EF9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79" name="Rectangle 271">
                <a:extLst>
                  <a:ext uri="{FF2B5EF4-FFF2-40B4-BE49-F238E27FC236}">
                    <a16:creationId xmlns:a16="http://schemas.microsoft.com/office/drawing/2014/main" xmlns="" id="{EDACD190-8FE2-1D43-8E66-2413877FD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81" name="Freeform 272">
                <a:extLst>
                  <a:ext uri="{FF2B5EF4-FFF2-40B4-BE49-F238E27FC236}">
                    <a16:creationId xmlns:a16="http://schemas.microsoft.com/office/drawing/2014/main" xmlns="" id="{1A163E29-D6C7-7149-AC1F-F9DD28AF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34" name="Freeform 273">
                <a:extLst>
                  <a:ext uri="{FF2B5EF4-FFF2-40B4-BE49-F238E27FC236}">
                    <a16:creationId xmlns:a16="http://schemas.microsoft.com/office/drawing/2014/main" xmlns="" id="{9F00C2F4-495D-D44E-A0E9-93BDB71E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35" name="Oval 274">
                <a:extLst>
                  <a:ext uri="{FF2B5EF4-FFF2-40B4-BE49-F238E27FC236}">
                    <a16:creationId xmlns:a16="http://schemas.microsoft.com/office/drawing/2014/main" xmlns="" id="{63E29C64-9071-864D-A246-CEF64DEC6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6" name="Freeform 275">
                <a:extLst>
                  <a:ext uri="{FF2B5EF4-FFF2-40B4-BE49-F238E27FC236}">
                    <a16:creationId xmlns:a16="http://schemas.microsoft.com/office/drawing/2014/main" xmlns="" id="{AE0F6E86-0B66-474A-9DCD-C4FF6FA7C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37" name="AutoShape 276">
                <a:extLst>
                  <a:ext uri="{FF2B5EF4-FFF2-40B4-BE49-F238E27FC236}">
                    <a16:creationId xmlns:a16="http://schemas.microsoft.com/office/drawing/2014/main" xmlns="" id="{8148CE10-81F6-BD49-A93D-108A1FC71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8" name="AutoShape 277">
                <a:extLst>
                  <a:ext uri="{FF2B5EF4-FFF2-40B4-BE49-F238E27FC236}">
                    <a16:creationId xmlns:a16="http://schemas.microsoft.com/office/drawing/2014/main" xmlns="" id="{144C2386-07EE-4248-9378-FB93C0BC2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278">
                <a:extLst>
                  <a:ext uri="{FF2B5EF4-FFF2-40B4-BE49-F238E27FC236}">
                    <a16:creationId xmlns:a16="http://schemas.microsoft.com/office/drawing/2014/main" xmlns="" id="{C1C2D615-BCC4-9E46-B273-E1A3E55E8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0" name="Oval 279">
                <a:extLst>
                  <a:ext uri="{FF2B5EF4-FFF2-40B4-BE49-F238E27FC236}">
                    <a16:creationId xmlns:a16="http://schemas.microsoft.com/office/drawing/2014/main" xmlns="" id="{4A43430F-8E17-BA4B-813F-6DF5E3A63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defTabSz="685800">
                  <a:defRPr/>
                </a:pPr>
                <a:endParaRPr lang="en-US" sz="1350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1" name="Oval 280">
                <a:extLst>
                  <a:ext uri="{FF2B5EF4-FFF2-40B4-BE49-F238E27FC236}">
                    <a16:creationId xmlns:a16="http://schemas.microsoft.com/office/drawing/2014/main" xmlns="" id="{12175F4A-4FB0-4A4F-9F1C-7C8E926B9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42" name="Rectangle 281">
                <a:extLst>
                  <a:ext uri="{FF2B5EF4-FFF2-40B4-BE49-F238E27FC236}">
                    <a16:creationId xmlns:a16="http://schemas.microsoft.com/office/drawing/2014/main" xmlns="" id="{B0AA16F8-71B6-5C4F-B10F-9DC3BFE49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xmlns="" id="{9AD7A477-6AB3-2C42-9267-D8E16A70DFDF}"/>
                </a:ext>
              </a:extLst>
            </p:cNvPr>
            <p:cNvGrpSpPr/>
            <p:nvPr/>
          </p:nvGrpSpPr>
          <p:grpSpPr>
            <a:xfrm>
              <a:off x="7698509" y="2176725"/>
              <a:ext cx="943482" cy="604263"/>
              <a:chOff x="7698509" y="2176725"/>
              <a:chExt cx="943482" cy="604263"/>
            </a:xfrm>
          </p:grpSpPr>
          <p:pic>
            <p:nvPicPr>
              <p:cNvPr id="249" name="Picture 248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xmlns="" id="{179D818A-2B1C-B844-BCFA-131C83CB19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3" name="Picture 2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xmlns="" id="{CEE00619-23BD-AF41-9096-830564C963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50" name="Picture 249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xmlns="" id="{903AF558-8324-7947-B3E2-642401604D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xmlns="" id="{1FB37DE4-F93F-BF4D-858B-032ED6AC2D05}"/>
                  </a:ext>
                </a:extLst>
              </p:cNvPr>
              <p:cNvSpPr txBox="1"/>
              <p:nvPr/>
            </p:nvSpPr>
            <p:spPr>
              <a:xfrm>
                <a:off x="8026399" y="2202874"/>
                <a:ext cx="419346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>
                  <a:defRPr/>
                </a:pPr>
                <a:r>
                  <a:rPr lang="en-US" sz="1350" dirty="0">
                    <a:solidFill>
                      <a:prstClr val="black"/>
                    </a:solidFill>
                    <a:latin typeface="Calibri"/>
                  </a:rPr>
                  <a:t>...</a:t>
                </a:r>
              </a:p>
            </p:txBody>
          </p:sp>
        </p:grpSp>
      </p:grpSp>
      <p:grpSp>
        <p:nvGrpSpPr>
          <p:cNvPr id="252" name="Group 249">
            <a:extLst>
              <a:ext uri="{FF2B5EF4-FFF2-40B4-BE49-F238E27FC236}">
                <a16:creationId xmlns:a16="http://schemas.microsoft.com/office/drawing/2014/main" xmlns="" id="{A89F02D6-6C82-594A-B7A0-3D3408E14DAC}"/>
              </a:ext>
            </a:extLst>
          </p:cNvPr>
          <p:cNvGrpSpPr>
            <a:grpSpLocks/>
          </p:cNvGrpSpPr>
          <p:nvPr/>
        </p:nvGrpSpPr>
        <p:grpSpPr bwMode="auto">
          <a:xfrm>
            <a:off x="6843916" y="2529389"/>
            <a:ext cx="202148" cy="403329"/>
            <a:chOff x="4140" y="429"/>
            <a:chExt cx="1425" cy="2396"/>
          </a:xfrm>
        </p:grpSpPr>
        <p:sp>
          <p:nvSpPr>
            <p:cNvPr id="258" name="Freeform 250">
              <a:extLst>
                <a:ext uri="{FF2B5EF4-FFF2-40B4-BE49-F238E27FC236}">
                  <a16:creationId xmlns:a16="http://schemas.microsoft.com/office/drawing/2014/main" xmlns="" id="{2A5F5A5F-CA74-2C48-B238-96383BA10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Rectangle 251">
              <a:extLst>
                <a:ext uri="{FF2B5EF4-FFF2-40B4-BE49-F238E27FC236}">
                  <a16:creationId xmlns:a16="http://schemas.microsoft.com/office/drawing/2014/main" xmlns="" id="{ED9D43A5-B7CD-7742-8BDE-5588C54AC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60" name="Freeform 252">
              <a:extLst>
                <a:ext uri="{FF2B5EF4-FFF2-40B4-BE49-F238E27FC236}">
                  <a16:creationId xmlns:a16="http://schemas.microsoft.com/office/drawing/2014/main" xmlns="" id="{3AD39C54-8D14-1845-BC9A-1AA88847D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reeform 253">
              <a:extLst>
                <a:ext uri="{FF2B5EF4-FFF2-40B4-BE49-F238E27FC236}">
                  <a16:creationId xmlns:a16="http://schemas.microsoft.com/office/drawing/2014/main" xmlns="" id="{3BEC0265-5D1F-AD4E-B4C9-262D929E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Rectangle 254">
              <a:extLst>
                <a:ext uri="{FF2B5EF4-FFF2-40B4-BE49-F238E27FC236}">
                  <a16:creationId xmlns:a16="http://schemas.microsoft.com/office/drawing/2014/main" xmlns="" id="{88BB4285-A16A-E64E-B350-17798B065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3" name="Group 255">
              <a:extLst>
                <a:ext uri="{FF2B5EF4-FFF2-40B4-BE49-F238E27FC236}">
                  <a16:creationId xmlns:a16="http://schemas.microsoft.com/office/drawing/2014/main" xmlns="" id="{D8E0ECAD-4EDB-5B49-88FA-A014D370E8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88" name="AutoShape 256">
                <a:extLst>
                  <a:ext uri="{FF2B5EF4-FFF2-40B4-BE49-F238E27FC236}">
                    <a16:creationId xmlns:a16="http://schemas.microsoft.com/office/drawing/2014/main" xmlns="" id="{C7661007-6272-D14B-93D3-1A8E8B37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9" name="AutoShape 257">
                <a:extLst>
                  <a:ext uri="{FF2B5EF4-FFF2-40B4-BE49-F238E27FC236}">
                    <a16:creationId xmlns:a16="http://schemas.microsoft.com/office/drawing/2014/main" xmlns="" id="{129D44D1-24EB-7647-852C-E356E34B2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4" name="Rectangle 258">
              <a:extLst>
                <a:ext uri="{FF2B5EF4-FFF2-40B4-BE49-F238E27FC236}">
                  <a16:creationId xmlns:a16="http://schemas.microsoft.com/office/drawing/2014/main" xmlns="" id="{18ABC360-93DD-C248-B4EC-9E7C1F65E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5" name="Group 259">
              <a:extLst>
                <a:ext uri="{FF2B5EF4-FFF2-40B4-BE49-F238E27FC236}">
                  <a16:creationId xmlns:a16="http://schemas.microsoft.com/office/drawing/2014/main" xmlns="" id="{AA09D66D-0A9E-1742-9C64-DDD26D042A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86" name="AutoShape 260">
                <a:extLst>
                  <a:ext uri="{FF2B5EF4-FFF2-40B4-BE49-F238E27FC236}">
                    <a16:creationId xmlns:a16="http://schemas.microsoft.com/office/drawing/2014/main" xmlns="" id="{DD323D01-7023-4043-8747-420E70DE2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7" name="AutoShape 261">
                <a:extLst>
                  <a:ext uri="{FF2B5EF4-FFF2-40B4-BE49-F238E27FC236}">
                    <a16:creationId xmlns:a16="http://schemas.microsoft.com/office/drawing/2014/main" xmlns="" id="{969AE534-7E50-BC47-893B-5554C3548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6" name="Rectangle 262">
              <a:extLst>
                <a:ext uri="{FF2B5EF4-FFF2-40B4-BE49-F238E27FC236}">
                  <a16:creationId xmlns:a16="http://schemas.microsoft.com/office/drawing/2014/main" xmlns="" id="{D171AE86-5E08-4E45-81FD-D1D77951B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67" name="Rectangle 263">
              <a:extLst>
                <a:ext uri="{FF2B5EF4-FFF2-40B4-BE49-F238E27FC236}">
                  <a16:creationId xmlns:a16="http://schemas.microsoft.com/office/drawing/2014/main" xmlns="" id="{E23D40B4-371D-E348-AD2E-AC8C7848B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68" name="Group 264">
              <a:extLst>
                <a:ext uri="{FF2B5EF4-FFF2-40B4-BE49-F238E27FC236}">
                  <a16:creationId xmlns:a16="http://schemas.microsoft.com/office/drawing/2014/main" xmlns="" id="{F616AF06-4DCF-E74C-A765-FA42B5D51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4" name="AutoShape 265">
                <a:extLst>
                  <a:ext uri="{FF2B5EF4-FFF2-40B4-BE49-F238E27FC236}">
                    <a16:creationId xmlns:a16="http://schemas.microsoft.com/office/drawing/2014/main" xmlns="" id="{E730B0EA-031A-2A4C-B21D-F22BDB28D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5" name="AutoShape 266">
                <a:extLst>
                  <a:ext uri="{FF2B5EF4-FFF2-40B4-BE49-F238E27FC236}">
                    <a16:creationId xmlns:a16="http://schemas.microsoft.com/office/drawing/2014/main" xmlns="" id="{8D577AF1-C05E-4047-B207-BF9AA3581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69" name="Freeform 267">
              <a:extLst>
                <a:ext uri="{FF2B5EF4-FFF2-40B4-BE49-F238E27FC236}">
                  <a16:creationId xmlns:a16="http://schemas.microsoft.com/office/drawing/2014/main" xmlns="" id="{B13399E7-EC56-2B45-BD82-759FDD56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270" name="Group 268">
              <a:extLst>
                <a:ext uri="{FF2B5EF4-FFF2-40B4-BE49-F238E27FC236}">
                  <a16:creationId xmlns:a16="http://schemas.microsoft.com/office/drawing/2014/main" xmlns="" id="{B1E96D1F-996D-EC43-ACC2-DB0E7005CE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2" name="AutoShape 269">
                <a:extLst>
                  <a:ext uri="{FF2B5EF4-FFF2-40B4-BE49-F238E27FC236}">
                    <a16:creationId xmlns:a16="http://schemas.microsoft.com/office/drawing/2014/main" xmlns="" id="{2E28CDE4-0437-274C-80BB-8FA5534E1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83" name="AutoShape 270">
                <a:extLst>
                  <a:ext uri="{FF2B5EF4-FFF2-40B4-BE49-F238E27FC236}">
                    <a16:creationId xmlns:a16="http://schemas.microsoft.com/office/drawing/2014/main" xmlns="" id="{DEC3B476-0F10-D246-B2B3-D0797C095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71" name="Rectangle 271">
              <a:extLst>
                <a:ext uri="{FF2B5EF4-FFF2-40B4-BE49-F238E27FC236}">
                  <a16:creationId xmlns:a16="http://schemas.microsoft.com/office/drawing/2014/main" xmlns="" id="{E4BE5CAD-E1F3-8040-B728-06430DD8D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2" name="Freeform 272">
              <a:extLst>
                <a:ext uri="{FF2B5EF4-FFF2-40B4-BE49-F238E27FC236}">
                  <a16:creationId xmlns:a16="http://schemas.microsoft.com/office/drawing/2014/main" xmlns="" id="{0D612219-E0A6-5E48-BE37-0AB8683A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reeform 273">
              <a:extLst>
                <a:ext uri="{FF2B5EF4-FFF2-40B4-BE49-F238E27FC236}">
                  <a16:creationId xmlns:a16="http://schemas.microsoft.com/office/drawing/2014/main" xmlns="" id="{FB565EED-81C8-6448-A1A8-C18F5CEC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Oval 274">
              <a:extLst>
                <a:ext uri="{FF2B5EF4-FFF2-40B4-BE49-F238E27FC236}">
                  <a16:creationId xmlns:a16="http://schemas.microsoft.com/office/drawing/2014/main" xmlns="" id="{70396F71-C766-E949-8058-DD4F4DC47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5" name="Freeform 275">
              <a:extLst>
                <a:ext uri="{FF2B5EF4-FFF2-40B4-BE49-F238E27FC236}">
                  <a16:creationId xmlns:a16="http://schemas.microsoft.com/office/drawing/2014/main" xmlns="" id="{C62D9E0C-906D-F441-BB9B-3F014BFC9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AutoShape 276">
              <a:extLst>
                <a:ext uri="{FF2B5EF4-FFF2-40B4-BE49-F238E27FC236}">
                  <a16:creationId xmlns:a16="http://schemas.microsoft.com/office/drawing/2014/main" xmlns="" id="{3003A08D-701B-5240-AA13-660F42DD6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7" name="AutoShape 277">
              <a:extLst>
                <a:ext uri="{FF2B5EF4-FFF2-40B4-BE49-F238E27FC236}">
                  <a16:creationId xmlns:a16="http://schemas.microsoft.com/office/drawing/2014/main" xmlns="" id="{BE2E45A7-0AFF-F044-9954-10BBB7894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8" name="Oval 278">
              <a:extLst>
                <a:ext uri="{FF2B5EF4-FFF2-40B4-BE49-F238E27FC236}">
                  <a16:creationId xmlns:a16="http://schemas.microsoft.com/office/drawing/2014/main" xmlns="" id="{C02FA687-8F28-5D4A-9B7F-3F939AE6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9" name="Oval 279">
              <a:extLst>
                <a:ext uri="{FF2B5EF4-FFF2-40B4-BE49-F238E27FC236}">
                  <a16:creationId xmlns:a16="http://schemas.microsoft.com/office/drawing/2014/main" xmlns="" id="{D020FD97-2535-C040-8622-7DCE5ED7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defTabSz="685800">
                <a:defRPr/>
              </a:pPr>
              <a:endParaRPr lang="en-US" sz="1350" dirty="0">
                <a:solidFill>
                  <a:srgbClr val="FF0000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0" name="Oval 280">
              <a:extLst>
                <a:ext uri="{FF2B5EF4-FFF2-40B4-BE49-F238E27FC236}">
                  <a16:creationId xmlns:a16="http://schemas.microsoft.com/office/drawing/2014/main" xmlns="" id="{3E62DEBE-6713-D746-8ED5-0A3E029F2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1" name="Rectangle 281">
              <a:extLst>
                <a:ext uri="{FF2B5EF4-FFF2-40B4-BE49-F238E27FC236}">
                  <a16:creationId xmlns:a16="http://schemas.microsoft.com/office/drawing/2014/main" xmlns="" id="{00BF8073-EC7B-494A-9B2D-44BA5C8A6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xmlns="" id="{0727D384-4865-F649-8022-A70BDEA61991}"/>
              </a:ext>
            </a:extLst>
          </p:cNvPr>
          <p:cNvGrpSpPr/>
          <p:nvPr/>
        </p:nvGrpSpPr>
        <p:grpSpPr>
          <a:xfrm>
            <a:off x="7058891" y="2343486"/>
            <a:ext cx="707612" cy="453197"/>
            <a:chOff x="7698509" y="2176725"/>
            <a:chExt cx="943482" cy="604263"/>
          </a:xfrm>
        </p:grpSpPr>
        <p:pic>
          <p:nvPicPr>
            <p:cNvPr id="254" name="Picture 25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B5579205-01C8-6A49-9DED-99860B02C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255" name="Picture 25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184B3F69-F926-6546-9D6A-BA038A1C18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256" name="Picture 25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7352044F-0D1B-AF42-8027-0DAEC34F50F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xmlns="" id="{61D0B0CD-74A4-9D4E-8126-17D0B51AC7D2}"/>
                </a:ext>
              </a:extLst>
            </p:cNvPr>
            <p:cNvSpPr txBox="1"/>
            <p:nvPr/>
          </p:nvSpPr>
          <p:spPr>
            <a:xfrm>
              <a:off x="8026399" y="2202874"/>
              <a:ext cx="4193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/>
                </a:rPr>
                <a:t>...</a:t>
              </a:r>
            </a:p>
          </p:txBody>
        </p:sp>
      </p:grpSp>
      <p:grpSp>
        <p:nvGrpSpPr>
          <p:cNvPr id="291" name="Group 249">
            <a:extLst>
              <a:ext uri="{FF2B5EF4-FFF2-40B4-BE49-F238E27FC236}">
                <a16:creationId xmlns:a16="http://schemas.microsoft.com/office/drawing/2014/main" xmlns="" id="{6A418EC6-3D97-7D4C-9E28-E68BC18837FC}"/>
              </a:ext>
            </a:extLst>
          </p:cNvPr>
          <p:cNvGrpSpPr>
            <a:grpSpLocks/>
          </p:cNvGrpSpPr>
          <p:nvPr/>
        </p:nvGrpSpPr>
        <p:grpSpPr bwMode="auto">
          <a:xfrm>
            <a:off x="6839975" y="3223071"/>
            <a:ext cx="202148" cy="403329"/>
            <a:chOff x="4140" y="429"/>
            <a:chExt cx="1425" cy="2396"/>
          </a:xfrm>
        </p:grpSpPr>
        <p:sp>
          <p:nvSpPr>
            <p:cNvPr id="297" name="Freeform 250">
              <a:extLst>
                <a:ext uri="{FF2B5EF4-FFF2-40B4-BE49-F238E27FC236}">
                  <a16:creationId xmlns:a16="http://schemas.microsoft.com/office/drawing/2014/main" xmlns="" id="{F63A0FFC-0FE6-BC49-8194-47CB0B3F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Rectangle 251">
              <a:extLst>
                <a:ext uri="{FF2B5EF4-FFF2-40B4-BE49-F238E27FC236}">
                  <a16:creationId xmlns:a16="http://schemas.microsoft.com/office/drawing/2014/main" xmlns="" id="{7DA0250F-F115-0E4B-9CB5-A1EF70E2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9" name="Freeform 252">
              <a:extLst>
                <a:ext uri="{FF2B5EF4-FFF2-40B4-BE49-F238E27FC236}">
                  <a16:creationId xmlns:a16="http://schemas.microsoft.com/office/drawing/2014/main" xmlns="" id="{FD6484A9-C98E-B842-9F6E-08318527E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reeform 253">
              <a:extLst>
                <a:ext uri="{FF2B5EF4-FFF2-40B4-BE49-F238E27FC236}">
                  <a16:creationId xmlns:a16="http://schemas.microsoft.com/office/drawing/2014/main" xmlns="" id="{703D94AE-F6AA-1543-B0D5-284FD9693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Rectangle 254">
              <a:extLst>
                <a:ext uri="{FF2B5EF4-FFF2-40B4-BE49-F238E27FC236}">
                  <a16:creationId xmlns:a16="http://schemas.microsoft.com/office/drawing/2014/main" xmlns="" id="{FEEEF9BC-9945-6B4C-9083-14805BAD7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2" name="Group 255">
              <a:extLst>
                <a:ext uri="{FF2B5EF4-FFF2-40B4-BE49-F238E27FC236}">
                  <a16:creationId xmlns:a16="http://schemas.microsoft.com/office/drawing/2014/main" xmlns="" id="{F872981C-9B9B-3945-9698-6A3160CEDA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7" name="AutoShape 256">
                <a:extLst>
                  <a:ext uri="{FF2B5EF4-FFF2-40B4-BE49-F238E27FC236}">
                    <a16:creationId xmlns:a16="http://schemas.microsoft.com/office/drawing/2014/main" xmlns="" id="{2147D4C4-549C-5A43-AEF0-47C8EFF7D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8" name="AutoShape 257">
                <a:extLst>
                  <a:ext uri="{FF2B5EF4-FFF2-40B4-BE49-F238E27FC236}">
                    <a16:creationId xmlns:a16="http://schemas.microsoft.com/office/drawing/2014/main" xmlns="" id="{6AA842ED-99E3-E244-A47A-F9514132E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3" name="Rectangle 258">
              <a:extLst>
                <a:ext uri="{FF2B5EF4-FFF2-40B4-BE49-F238E27FC236}">
                  <a16:creationId xmlns:a16="http://schemas.microsoft.com/office/drawing/2014/main" xmlns="" id="{089D1323-315F-F34E-8132-DC1553E6A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4" name="Group 259">
              <a:extLst>
                <a:ext uri="{FF2B5EF4-FFF2-40B4-BE49-F238E27FC236}">
                  <a16:creationId xmlns:a16="http://schemas.microsoft.com/office/drawing/2014/main" xmlns="" id="{C214FA3C-81BB-ED4E-94DD-B767F38B6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5" name="AutoShape 260">
                <a:extLst>
                  <a:ext uri="{FF2B5EF4-FFF2-40B4-BE49-F238E27FC236}">
                    <a16:creationId xmlns:a16="http://schemas.microsoft.com/office/drawing/2014/main" xmlns="" id="{24D63B96-8C60-274F-8A56-BAA459AD3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6" name="AutoShape 261">
                <a:extLst>
                  <a:ext uri="{FF2B5EF4-FFF2-40B4-BE49-F238E27FC236}">
                    <a16:creationId xmlns:a16="http://schemas.microsoft.com/office/drawing/2014/main" xmlns="" id="{50A2F9B6-0AE1-274D-AA8D-FA1344AC9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xmlns="" id="{54BDAA7A-F6F6-074D-AD4A-8180E6AC4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6" name="Rectangle 263">
              <a:extLst>
                <a:ext uri="{FF2B5EF4-FFF2-40B4-BE49-F238E27FC236}">
                  <a16:creationId xmlns:a16="http://schemas.microsoft.com/office/drawing/2014/main" xmlns="" id="{9FE36278-3B14-3146-83F1-E76D9D53D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07" name="Group 264">
              <a:extLst>
                <a:ext uri="{FF2B5EF4-FFF2-40B4-BE49-F238E27FC236}">
                  <a16:creationId xmlns:a16="http://schemas.microsoft.com/office/drawing/2014/main" xmlns="" id="{80AA2E3D-D242-6B47-A732-F91B52025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3" name="AutoShape 265">
                <a:extLst>
                  <a:ext uri="{FF2B5EF4-FFF2-40B4-BE49-F238E27FC236}">
                    <a16:creationId xmlns:a16="http://schemas.microsoft.com/office/drawing/2014/main" xmlns="" id="{6B250827-5DD6-174E-B415-396207D00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4" name="AutoShape 266">
                <a:extLst>
                  <a:ext uri="{FF2B5EF4-FFF2-40B4-BE49-F238E27FC236}">
                    <a16:creationId xmlns:a16="http://schemas.microsoft.com/office/drawing/2014/main" xmlns="" id="{0687E200-350B-9A45-BC7F-BE04DD282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08" name="Freeform 267">
              <a:extLst>
                <a:ext uri="{FF2B5EF4-FFF2-40B4-BE49-F238E27FC236}">
                  <a16:creationId xmlns:a16="http://schemas.microsoft.com/office/drawing/2014/main" xmlns="" id="{6065017D-9794-734F-B95F-7854A6F84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309" name="Group 268">
              <a:extLst>
                <a:ext uri="{FF2B5EF4-FFF2-40B4-BE49-F238E27FC236}">
                  <a16:creationId xmlns:a16="http://schemas.microsoft.com/office/drawing/2014/main" xmlns="" id="{777D84AE-1E36-4547-B8B5-382F58FEA2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1" name="AutoShape 269">
                <a:extLst>
                  <a:ext uri="{FF2B5EF4-FFF2-40B4-BE49-F238E27FC236}">
                    <a16:creationId xmlns:a16="http://schemas.microsoft.com/office/drawing/2014/main" xmlns="" id="{6C698A22-9BA6-8043-9813-C826D172B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2" name="AutoShape 270">
                <a:extLst>
                  <a:ext uri="{FF2B5EF4-FFF2-40B4-BE49-F238E27FC236}">
                    <a16:creationId xmlns:a16="http://schemas.microsoft.com/office/drawing/2014/main" xmlns="" id="{CA7D825D-577D-864C-8214-B8EE709F7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xmlns="" id="{314924AF-49B2-8F4B-B07A-EEAD02E6C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1" name="Freeform 272">
              <a:extLst>
                <a:ext uri="{FF2B5EF4-FFF2-40B4-BE49-F238E27FC236}">
                  <a16:creationId xmlns:a16="http://schemas.microsoft.com/office/drawing/2014/main" xmlns="" id="{0B27D67E-5CDE-564F-B64E-41E4911C6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reeform 273">
              <a:extLst>
                <a:ext uri="{FF2B5EF4-FFF2-40B4-BE49-F238E27FC236}">
                  <a16:creationId xmlns:a16="http://schemas.microsoft.com/office/drawing/2014/main" xmlns="" id="{7D9F21DE-9FD0-E845-BE83-AA01CC1C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Oval 274">
              <a:extLst>
                <a:ext uri="{FF2B5EF4-FFF2-40B4-BE49-F238E27FC236}">
                  <a16:creationId xmlns:a16="http://schemas.microsoft.com/office/drawing/2014/main" xmlns="" id="{29DB98CD-1446-1447-907D-0721013CE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4" name="Freeform 275">
              <a:extLst>
                <a:ext uri="{FF2B5EF4-FFF2-40B4-BE49-F238E27FC236}">
                  <a16:creationId xmlns:a16="http://schemas.microsoft.com/office/drawing/2014/main" xmlns="" id="{CCE0B802-0ED9-1144-9B41-567C96D9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AutoShape 276">
              <a:extLst>
                <a:ext uri="{FF2B5EF4-FFF2-40B4-BE49-F238E27FC236}">
                  <a16:creationId xmlns:a16="http://schemas.microsoft.com/office/drawing/2014/main" xmlns="" id="{0A63D484-0467-EF48-A0D1-307BD44B8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6" name="AutoShape 277">
              <a:extLst>
                <a:ext uri="{FF2B5EF4-FFF2-40B4-BE49-F238E27FC236}">
                  <a16:creationId xmlns:a16="http://schemas.microsoft.com/office/drawing/2014/main" xmlns="" id="{9F1755F7-6A75-8A4F-B6E2-BF73697B1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7" name="Oval 278">
              <a:extLst>
                <a:ext uri="{FF2B5EF4-FFF2-40B4-BE49-F238E27FC236}">
                  <a16:creationId xmlns:a16="http://schemas.microsoft.com/office/drawing/2014/main" xmlns="" id="{D6F2BCA4-EAA9-C04A-AB0D-174E8DA65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8" name="Oval 279">
              <a:extLst>
                <a:ext uri="{FF2B5EF4-FFF2-40B4-BE49-F238E27FC236}">
                  <a16:creationId xmlns:a16="http://schemas.microsoft.com/office/drawing/2014/main" xmlns="" id="{4D2A8DA3-EE5E-2F48-88C3-2B1DB6DB6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defTabSz="685800">
                <a:defRPr/>
              </a:pPr>
              <a:endParaRPr lang="en-US" sz="1350" dirty="0">
                <a:solidFill>
                  <a:srgbClr val="FF0000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19" name="Oval 280">
              <a:extLst>
                <a:ext uri="{FF2B5EF4-FFF2-40B4-BE49-F238E27FC236}">
                  <a16:creationId xmlns:a16="http://schemas.microsoft.com/office/drawing/2014/main" xmlns="" id="{39A0A350-9C80-984E-9991-E741164E0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0" name="Rectangle 281">
              <a:extLst>
                <a:ext uri="{FF2B5EF4-FFF2-40B4-BE49-F238E27FC236}">
                  <a16:creationId xmlns:a16="http://schemas.microsoft.com/office/drawing/2014/main" xmlns="" id="{4347596D-A5CE-B946-A234-DF07FB80E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xmlns="" id="{31A38548-A84D-B643-BEB5-A359B949B8B9}"/>
              </a:ext>
            </a:extLst>
          </p:cNvPr>
          <p:cNvGrpSpPr/>
          <p:nvPr/>
        </p:nvGrpSpPr>
        <p:grpSpPr>
          <a:xfrm>
            <a:off x="7007653" y="3356419"/>
            <a:ext cx="707612" cy="453197"/>
            <a:chOff x="7698509" y="2176725"/>
            <a:chExt cx="943482" cy="604263"/>
          </a:xfrm>
        </p:grpSpPr>
        <p:pic>
          <p:nvPicPr>
            <p:cNvPr id="293" name="Picture 292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9C558C14-3545-3A4C-A74E-710DED2ECED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294" name="Picture 29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B11AB87A-BA5E-F541-93E8-003DAF4DCC5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295" name="Picture 29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009FDD7D-5EA5-DC49-BDCF-5450AB5318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xmlns="" id="{41EDF864-68A8-2447-868F-ADB0A7AE7A7C}"/>
                </a:ext>
              </a:extLst>
            </p:cNvPr>
            <p:cNvSpPr txBox="1"/>
            <p:nvPr/>
          </p:nvSpPr>
          <p:spPr>
            <a:xfrm>
              <a:off x="8026399" y="2202874"/>
              <a:ext cx="4193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/>
                </a:rPr>
                <a:t>...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429CC926-11E0-4A40-89D2-22A6EDAA3C57}"/>
              </a:ext>
            </a:extLst>
          </p:cNvPr>
          <p:cNvSpPr txBox="1"/>
          <p:nvPr/>
        </p:nvSpPr>
        <p:spPr>
          <a:xfrm>
            <a:off x="6042134" y="1129205"/>
            <a:ext cx="250671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defRPr/>
            </a:pPr>
            <a:r>
              <a:rPr lang="en-US" altLang="en-US" sz="2100" i="1" dirty="0">
                <a:solidFill>
                  <a:srgbClr val="CC0000"/>
                </a:solidFill>
                <a:latin typeface="Calibri"/>
                <a:ea typeface="ＭＳ Ｐゴシック" panose="020B0600070205080204" pitchFamily="34" charset="-128"/>
              </a:rPr>
              <a:t>D</a:t>
            </a: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ynamic, </a:t>
            </a:r>
            <a:r>
              <a:rPr lang="en-US" altLang="en-US" sz="2100" i="1" dirty="0">
                <a:solidFill>
                  <a:srgbClr val="CC0000"/>
                </a:solidFill>
                <a:latin typeface="Calibri"/>
                <a:ea typeface="ＭＳ Ｐゴシック" panose="020B0600070205080204" pitchFamily="34" charset="-128"/>
              </a:rPr>
              <a:t>A</a:t>
            </a: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daptive </a:t>
            </a:r>
            <a:r>
              <a:rPr lang="en-US" altLang="en-US" sz="2100" i="1" dirty="0">
                <a:solidFill>
                  <a:srgbClr val="CC0000"/>
                </a:solidFill>
                <a:latin typeface="Calibri"/>
                <a:ea typeface="ＭＳ Ｐゴシック" panose="020B0600070205080204" pitchFamily="34" charset="-128"/>
              </a:rPr>
              <a:t>S</a:t>
            </a: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treaming over </a:t>
            </a:r>
            <a:r>
              <a:rPr lang="en-US" altLang="en-US" sz="2100" i="1" dirty="0">
                <a:solidFill>
                  <a:srgbClr val="CC0000"/>
                </a:solidFill>
                <a:latin typeface="Calibri"/>
                <a:ea typeface="ＭＳ Ｐゴシック" panose="020B0600070205080204" pitchFamily="34" charset="-128"/>
              </a:rPr>
              <a:t>H</a:t>
            </a:r>
            <a:r>
              <a:rPr lang="en-US" altLang="en-US" sz="2100" dirty="0">
                <a:solidFill>
                  <a:prstClr val="black"/>
                </a:solidFill>
                <a:latin typeface="Calibri"/>
                <a:ea typeface="ＭＳ Ｐゴシック" panose="020B0600070205080204" pitchFamily="34" charset="-128"/>
              </a:rPr>
              <a:t>TTP</a:t>
            </a:r>
          </a:p>
        </p:txBody>
      </p:sp>
      <p:sp>
        <p:nvSpPr>
          <p:cNvPr id="159" name="Slide Number Placeholder 2">
            <a:extLst>
              <a:ext uri="{FF2B5EF4-FFF2-40B4-BE49-F238E27FC236}">
                <a16:creationId xmlns:a16="http://schemas.microsoft.com/office/drawing/2014/main" xmlns="" id="{7C0F33DF-63FA-2745-8C97-25D9FA32E08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92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03340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Freeform 1287">
            <a:extLst>
              <a:ext uri="{FF2B5EF4-FFF2-40B4-BE49-F238E27FC236}">
                <a16:creationId xmlns:a16="http://schemas.microsoft.com/office/drawing/2014/main" xmlns="" id="{404F16F4-75A1-BF4D-92FE-33BA84DA1278}"/>
              </a:ext>
            </a:extLst>
          </p:cNvPr>
          <p:cNvSpPr>
            <a:spLocks/>
          </p:cNvSpPr>
          <p:nvPr/>
        </p:nvSpPr>
        <p:spPr bwMode="auto">
          <a:xfrm>
            <a:off x="6530755" y="2805866"/>
            <a:ext cx="1098668" cy="630659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defTabSz="685800">
              <a:defRPr/>
            </a:pPr>
            <a:endParaRPr lang="en-US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xmlns="" id="{C2862E78-E331-4046-AE2A-D6D501E0BBE5}"/>
              </a:ext>
            </a:extLst>
          </p:cNvPr>
          <p:cNvGrpSpPr/>
          <p:nvPr/>
        </p:nvGrpSpPr>
        <p:grpSpPr>
          <a:xfrm>
            <a:off x="5844826" y="2596211"/>
            <a:ext cx="707612" cy="849365"/>
            <a:chOff x="7698509" y="2176725"/>
            <a:chExt cx="943482" cy="1132486"/>
          </a:xfrm>
        </p:grpSpPr>
        <p:grpSp>
          <p:nvGrpSpPr>
            <p:cNvPr id="244" name="Group 249">
              <a:extLst>
                <a:ext uri="{FF2B5EF4-FFF2-40B4-BE49-F238E27FC236}">
                  <a16:creationId xmlns:a16="http://schemas.microsoft.com/office/drawing/2014/main" xmlns="" id="{35343F8F-225F-7C4C-9B10-94583488C6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8261" y="2771439"/>
              <a:ext cx="269531" cy="537772"/>
              <a:chOff x="4140" y="429"/>
              <a:chExt cx="1425" cy="2396"/>
            </a:xfrm>
          </p:grpSpPr>
          <p:sp>
            <p:nvSpPr>
              <p:cNvPr id="250" name="Freeform 250">
                <a:extLst>
                  <a:ext uri="{FF2B5EF4-FFF2-40B4-BE49-F238E27FC236}">
                    <a16:creationId xmlns:a16="http://schemas.microsoft.com/office/drawing/2014/main" xmlns="" id="{2DDF4AC9-4574-B44E-8F79-83AF41FF2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51" name="Rectangle 251">
                <a:extLst>
                  <a:ext uri="{FF2B5EF4-FFF2-40B4-BE49-F238E27FC236}">
                    <a16:creationId xmlns:a16="http://schemas.microsoft.com/office/drawing/2014/main" xmlns="" id="{125F278D-DCFD-1D47-B29F-96EEA8EC4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2" name="Freeform 252">
                <a:extLst>
                  <a:ext uri="{FF2B5EF4-FFF2-40B4-BE49-F238E27FC236}">
                    <a16:creationId xmlns:a16="http://schemas.microsoft.com/office/drawing/2014/main" xmlns="" id="{BA457A20-9F7E-BF4B-883A-BDB0CB6A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53" name="Freeform 253">
                <a:extLst>
                  <a:ext uri="{FF2B5EF4-FFF2-40B4-BE49-F238E27FC236}">
                    <a16:creationId xmlns:a16="http://schemas.microsoft.com/office/drawing/2014/main" xmlns="" id="{AB261642-A927-1C41-ACC5-5EFF6447F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54" name="Rectangle 254">
                <a:extLst>
                  <a:ext uri="{FF2B5EF4-FFF2-40B4-BE49-F238E27FC236}">
                    <a16:creationId xmlns:a16="http://schemas.microsoft.com/office/drawing/2014/main" xmlns="" id="{584A821F-0042-7040-A2CA-F10C36A03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55" name="Group 255">
                <a:extLst>
                  <a:ext uri="{FF2B5EF4-FFF2-40B4-BE49-F238E27FC236}">
                    <a16:creationId xmlns:a16="http://schemas.microsoft.com/office/drawing/2014/main" xmlns="" id="{F814615B-BC3F-DE4A-B920-D363184D9B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0" name="AutoShape 256">
                  <a:extLst>
                    <a:ext uri="{FF2B5EF4-FFF2-40B4-BE49-F238E27FC236}">
                      <a16:creationId xmlns:a16="http://schemas.microsoft.com/office/drawing/2014/main" xmlns="" id="{C8D85753-1B3E-A74F-AA5C-BB04C9162E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81" name="AutoShape 257">
                  <a:extLst>
                    <a:ext uri="{FF2B5EF4-FFF2-40B4-BE49-F238E27FC236}">
                      <a16:creationId xmlns:a16="http://schemas.microsoft.com/office/drawing/2014/main" xmlns="" id="{926A67F9-2094-024F-A1D0-786E8E5126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56" name="Rectangle 258">
                <a:extLst>
                  <a:ext uri="{FF2B5EF4-FFF2-40B4-BE49-F238E27FC236}">
                    <a16:creationId xmlns:a16="http://schemas.microsoft.com/office/drawing/2014/main" xmlns="" id="{8B22385E-132F-3047-97B0-9C586551C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57" name="Group 259">
                <a:extLst>
                  <a:ext uri="{FF2B5EF4-FFF2-40B4-BE49-F238E27FC236}">
                    <a16:creationId xmlns:a16="http://schemas.microsoft.com/office/drawing/2014/main" xmlns="" id="{E2FB9C56-C6A0-9940-9500-F88781DAF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78" name="AutoShape 260">
                  <a:extLst>
                    <a:ext uri="{FF2B5EF4-FFF2-40B4-BE49-F238E27FC236}">
                      <a16:creationId xmlns:a16="http://schemas.microsoft.com/office/drawing/2014/main" xmlns="" id="{AE82C8C9-78C7-EB41-8484-25DD6CCDE5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9" name="AutoShape 261">
                  <a:extLst>
                    <a:ext uri="{FF2B5EF4-FFF2-40B4-BE49-F238E27FC236}">
                      <a16:creationId xmlns:a16="http://schemas.microsoft.com/office/drawing/2014/main" xmlns="" id="{4CAD5F11-377D-DA41-9929-793E957FA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58" name="Rectangle 262">
                <a:extLst>
                  <a:ext uri="{FF2B5EF4-FFF2-40B4-BE49-F238E27FC236}">
                    <a16:creationId xmlns:a16="http://schemas.microsoft.com/office/drawing/2014/main" xmlns="" id="{E15EE455-6602-1B46-82C6-D12F3D30F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9" name="Rectangle 263">
                <a:extLst>
                  <a:ext uri="{FF2B5EF4-FFF2-40B4-BE49-F238E27FC236}">
                    <a16:creationId xmlns:a16="http://schemas.microsoft.com/office/drawing/2014/main" xmlns="" id="{AD216EEF-90DF-6044-8300-79C8D0C9D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260" name="Group 264">
                <a:extLst>
                  <a:ext uri="{FF2B5EF4-FFF2-40B4-BE49-F238E27FC236}">
                    <a16:creationId xmlns:a16="http://schemas.microsoft.com/office/drawing/2014/main" xmlns="" id="{38A22B19-490B-C242-8F58-277580AE97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76" name="AutoShape 265">
                  <a:extLst>
                    <a:ext uri="{FF2B5EF4-FFF2-40B4-BE49-F238E27FC236}">
                      <a16:creationId xmlns:a16="http://schemas.microsoft.com/office/drawing/2014/main" xmlns="" id="{0F07B0CB-609F-5F42-B166-9E9E5B0F38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7" name="AutoShape 266">
                  <a:extLst>
                    <a:ext uri="{FF2B5EF4-FFF2-40B4-BE49-F238E27FC236}">
                      <a16:creationId xmlns:a16="http://schemas.microsoft.com/office/drawing/2014/main" xmlns="" id="{C722D099-4A14-9D40-9F8A-E706A53983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1" name="Freeform 267">
                <a:extLst>
                  <a:ext uri="{FF2B5EF4-FFF2-40B4-BE49-F238E27FC236}">
                    <a16:creationId xmlns:a16="http://schemas.microsoft.com/office/drawing/2014/main" xmlns="" id="{0E0C9BF4-C0A2-A84A-9613-F81F7F110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grpSp>
            <p:nvGrpSpPr>
              <p:cNvPr id="262" name="Group 268">
                <a:extLst>
                  <a:ext uri="{FF2B5EF4-FFF2-40B4-BE49-F238E27FC236}">
                    <a16:creationId xmlns:a16="http://schemas.microsoft.com/office/drawing/2014/main" xmlns="" id="{9FE0A4E1-4CF2-114C-845A-8481D9076B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74" name="AutoShape 269">
                  <a:extLst>
                    <a:ext uri="{FF2B5EF4-FFF2-40B4-BE49-F238E27FC236}">
                      <a16:creationId xmlns:a16="http://schemas.microsoft.com/office/drawing/2014/main" xmlns="" id="{E06D45BF-7390-6A42-963D-1D3548228E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275" name="AutoShape 270">
                  <a:extLst>
                    <a:ext uri="{FF2B5EF4-FFF2-40B4-BE49-F238E27FC236}">
                      <a16:creationId xmlns:a16="http://schemas.microsoft.com/office/drawing/2014/main" xmlns="" id="{F1193CF1-1B3E-734C-9489-B2773E5EB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263" name="Rectangle 271">
                <a:extLst>
                  <a:ext uri="{FF2B5EF4-FFF2-40B4-BE49-F238E27FC236}">
                    <a16:creationId xmlns:a16="http://schemas.microsoft.com/office/drawing/2014/main" xmlns="" id="{32BCEFA0-C9E2-DA4E-99BA-A8D6B2F52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4" name="Freeform 272">
                <a:extLst>
                  <a:ext uri="{FF2B5EF4-FFF2-40B4-BE49-F238E27FC236}">
                    <a16:creationId xmlns:a16="http://schemas.microsoft.com/office/drawing/2014/main" xmlns="" id="{6A191132-8B3F-2C48-A27B-58F58CCC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65" name="Freeform 273">
                <a:extLst>
                  <a:ext uri="{FF2B5EF4-FFF2-40B4-BE49-F238E27FC236}">
                    <a16:creationId xmlns:a16="http://schemas.microsoft.com/office/drawing/2014/main" xmlns="" id="{46FB17C7-5975-EA4A-B24E-E0968F523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66" name="Oval 274">
                <a:extLst>
                  <a:ext uri="{FF2B5EF4-FFF2-40B4-BE49-F238E27FC236}">
                    <a16:creationId xmlns:a16="http://schemas.microsoft.com/office/drawing/2014/main" xmlns="" id="{4F5F45CB-8948-BF44-A12C-CBB9ED44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7" name="Freeform 275">
                <a:extLst>
                  <a:ext uri="{FF2B5EF4-FFF2-40B4-BE49-F238E27FC236}">
                    <a16:creationId xmlns:a16="http://schemas.microsoft.com/office/drawing/2014/main" xmlns="" id="{9075DFD9-3F16-6E4D-861C-2319EA64E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68" name="AutoShape 276">
                <a:extLst>
                  <a:ext uri="{FF2B5EF4-FFF2-40B4-BE49-F238E27FC236}">
                    <a16:creationId xmlns:a16="http://schemas.microsoft.com/office/drawing/2014/main" xmlns="" id="{2DB55821-399B-E044-BDB5-8E02E0ED1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69" name="AutoShape 277">
                <a:extLst>
                  <a:ext uri="{FF2B5EF4-FFF2-40B4-BE49-F238E27FC236}">
                    <a16:creationId xmlns:a16="http://schemas.microsoft.com/office/drawing/2014/main" xmlns="" id="{E5BA92D7-799B-CE46-871E-CCA986342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0" name="Oval 278">
                <a:extLst>
                  <a:ext uri="{FF2B5EF4-FFF2-40B4-BE49-F238E27FC236}">
                    <a16:creationId xmlns:a16="http://schemas.microsoft.com/office/drawing/2014/main" xmlns="" id="{3279B121-A511-4C48-A668-CAFE86B68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1" name="Oval 279">
                <a:extLst>
                  <a:ext uri="{FF2B5EF4-FFF2-40B4-BE49-F238E27FC236}">
                    <a16:creationId xmlns:a16="http://schemas.microsoft.com/office/drawing/2014/main" xmlns="" id="{6181626E-D3B9-6D4D-9F91-E6BD5373F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defTabSz="685800">
                  <a:defRPr/>
                </a:pPr>
                <a:endParaRPr lang="en-US" sz="1350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2" name="Oval 280">
                <a:extLst>
                  <a:ext uri="{FF2B5EF4-FFF2-40B4-BE49-F238E27FC236}">
                    <a16:creationId xmlns:a16="http://schemas.microsoft.com/office/drawing/2014/main" xmlns="" id="{D546FF68-BE14-5140-8A04-2B0DB0111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Rectangle 281">
                <a:extLst>
                  <a:ext uri="{FF2B5EF4-FFF2-40B4-BE49-F238E27FC236}">
                    <a16:creationId xmlns:a16="http://schemas.microsoft.com/office/drawing/2014/main" xmlns="" id="{B9666053-A441-4D4D-95B5-747CF79B7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xmlns="" id="{840EBCD1-E7B6-A743-BF86-6330FD745789}"/>
                </a:ext>
              </a:extLst>
            </p:cNvPr>
            <p:cNvGrpSpPr/>
            <p:nvPr/>
          </p:nvGrpSpPr>
          <p:grpSpPr>
            <a:xfrm>
              <a:off x="7698509" y="2176725"/>
              <a:ext cx="943482" cy="604263"/>
              <a:chOff x="7698509" y="2176725"/>
              <a:chExt cx="943482" cy="604263"/>
            </a:xfrm>
          </p:grpSpPr>
          <p:pic>
            <p:nvPicPr>
              <p:cNvPr id="246" name="Picture 245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xmlns="" id="{D6E1F21D-864B-1F40-9C96-47C2BCA3CB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44691" y="2449197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47" name="Picture 246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xmlns="" id="{42370393-D738-C942-9E56-D3F94CBE1B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98509" y="2518469"/>
                <a:ext cx="772609" cy="262519"/>
              </a:xfrm>
              <a:prstGeom prst="rect">
                <a:avLst/>
              </a:prstGeom>
            </p:spPr>
          </p:pic>
          <p:pic>
            <p:nvPicPr>
              <p:cNvPr id="248" name="Picture 247" descr="A picture containing monitor, television, screen, photo&#10;&#10;Description automatically generated">
                <a:extLst>
                  <a:ext uri="{FF2B5EF4-FFF2-40B4-BE49-F238E27FC236}">
                    <a16:creationId xmlns:a16="http://schemas.microsoft.com/office/drawing/2014/main" xmlns="" id="{FF03F89A-E5B5-5947-8B74-5B1C5D68CB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69382" y="2176725"/>
                <a:ext cx="772609" cy="262519"/>
              </a:xfrm>
              <a:prstGeom prst="rect">
                <a:avLst/>
              </a:prstGeom>
            </p:spPr>
          </p:pic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xmlns="" id="{162E8850-E3DD-E04E-A0E6-24BA9B907E8F}"/>
                  </a:ext>
                </a:extLst>
              </p:cNvPr>
              <p:cNvSpPr txBox="1"/>
              <p:nvPr/>
            </p:nvSpPr>
            <p:spPr>
              <a:xfrm>
                <a:off x="8026399" y="2202874"/>
                <a:ext cx="419346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>
                  <a:defRPr/>
                </a:pPr>
                <a:r>
                  <a:rPr lang="en-US" sz="1350" dirty="0">
                    <a:solidFill>
                      <a:prstClr val="black"/>
                    </a:solidFill>
                    <a:latin typeface="Calibri"/>
                  </a:rPr>
                  <a:t>...</a:t>
                </a:r>
              </a:p>
            </p:txBody>
          </p:sp>
        </p:grpSp>
      </p:grpSp>
      <p:grpSp>
        <p:nvGrpSpPr>
          <p:cNvPr id="282" name="Group 249">
            <a:extLst>
              <a:ext uri="{FF2B5EF4-FFF2-40B4-BE49-F238E27FC236}">
                <a16:creationId xmlns:a16="http://schemas.microsoft.com/office/drawing/2014/main" xmlns="" id="{303AAFB7-AE59-FB43-806F-88716418AD9D}"/>
              </a:ext>
            </a:extLst>
          </p:cNvPr>
          <p:cNvGrpSpPr>
            <a:grpSpLocks/>
          </p:cNvGrpSpPr>
          <p:nvPr/>
        </p:nvGrpSpPr>
        <p:grpSpPr bwMode="auto">
          <a:xfrm>
            <a:off x="6843916" y="2529389"/>
            <a:ext cx="202148" cy="403329"/>
            <a:chOff x="4140" y="429"/>
            <a:chExt cx="1425" cy="2396"/>
          </a:xfrm>
        </p:grpSpPr>
        <p:sp>
          <p:nvSpPr>
            <p:cNvPr id="283" name="Freeform 250">
              <a:extLst>
                <a:ext uri="{FF2B5EF4-FFF2-40B4-BE49-F238E27FC236}">
                  <a16:creationId xmlns:a16="http://schemas.microsoft.com/office/drawing/2014/main" xmlns="" id="{F583EC39-0EF7-C047-B61C-FCA4140C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Rectangle 251">
              <a:extLst>
                <a:ext uri="{FF2B5EF4-FFF2-40B4-BE49-F238E27FC236}">
                  <a16:creationId xmlns:a16="http://schemas.microsoft.com/office/drawing/2014/main" xmlns="" id="{1E2AD361-9367-024D-9B13-A995814D5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85" name="Freeform 252">
              <a:extLst>
                <a:ext uri="{FF2B5EF4-FFF2-40B4-BE49-F238E27FC236}">
                  <a16:creationId xmlns:a16="http://schemas.microsoft.com/office/drawing/2014/main" xmlns="" id="{280AB857-6E8B-F04E-86E8-884DCDEB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reeform 253">
              <a:extLst>
                <a:ext uri="{FF2B5EF4-FFF2-40B4-BE49-F238E27FC236}">
                  <a16:creationId xmlns:a16="http://schemas.microsoft.com/office/drawing/2014/main" xmlns="" id="{17A6D9FD-0410-2E4A-A1DE-0C447AB9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Rectangle 254">
              <a:extLst>
                <a:ext uri="{FF2B5EF4-FFF2-40B4-BE49-F238E27FC236}">
                  <a16:creationId xmlns:a16="http://schemas.microsoft.com/office/drawing/2014/main" xmlns="" id="{A927C600-2D52-FB43-8F04-602018E3E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88" name="Group 255">
              <a:extLst>
                <a:ext uri="{FF2B5EF4-FFF2-40B4-BE49-F238E27FC236}">
                  <a16:creationId xmlns:a16="http://schemas.microsoft.com/office/drawing/2014/main" xmlns="" id="{AD441C89-2F79-AA41-9247-E41725858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3" name="AutoShape 256">
                <a:extLst>
                  <a:ext uri="{FF2B5EF4-FFF2-40B4-BE49-F238E27FC236}">
                    <a16:creationId xmlns:a16="http://schemas.microsoft.com/office/drawing/2014/main" xmlns="" id="{1BDD9056-3563-DC4A-8E6F-D9E7C31BD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4" name="AutoShape 257">
                <a:extLst>
                  <a:ext uri="{FF2B5EF4-FFF2-40B4-BE49-F238E27FC236}">
                    <a16:creationId xmlns:a16="http://schemas.microsoft.com/office/drawing/2014/main" xmlns="" id="{A464F9AC-80D5-8647-A3BF-7C8016D2E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89" name="Rectangle 258">
              <a:extLst>
                <a:ext uri="{FF2B5EF4-FFF2-40B4-BE49-F238E27FC236}">
                  <a16:creationId xmlns:a16="http://schemas.microsoft.com/office/drawing/2014/main" xmlns="" id="{3CC90EBF-BE9D-094F-8D80-09DD69A5C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90" name="Group 259">
              <a:extLst>
                <a:ext uri="{FF2B5EF4-FFF2-40B4-BE49-F238E27FC236}">
                  <a16:creationId xmlns:a16="http://schemas.microsoft.com/office/drawing/2014/main" xmlns="" id="{8FD2B698-C302-134D-AA60-7CB77F0FA4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1" name="AutoShape 260">
                <a:extLst>
                  <a:ext uri="{FF2B5EF4-FFF2-40B4-BE49-F238E27FC236}">
                    <a16:creationId xmlns:a16="http://schemas.microsoft.com/office/drawing/2014/main" xmlns="" id="{3C8C97B6-C649-304C-B810-3DCC29D05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2" name="AutoShape 261">
                <a:extLst>
                  <a:ext uri="{FF2B5EF4-FFF2-40B4-BE49-F238E27FC236}">
                    <a16:creationId xmlns:a16="http://schemas.microsoft.com/office/drawing/2014/main" xmlns="" id="{1E6EFFBD-86DF-3A4E-B6C4-5B74F4194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1" name="Rectangle 262">
              <a:extLst>
                <a:ext uri="{FF2B5EF4-FFF2-40B4-BE49-F238E27FC236}">
                  <a16:creationId xmlns:a16="http://schemas.microsoft.com/office/drawing/2014/main" xmlns="" id="{A2087108-BB9B-C74D-BED2-AEEFB9631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2" name="Rectangle 263">
              <a:extLst>
                <a:ext uri="{FF2B5EF4-FFF2-40B4-BE49-F238E27FC236}">
                  <a16:creationId xmlns:a16="http://schemas.microsoft.com/office/drawing/2014/main" xmlns="" id="{629E30AC-175A-7C47-B5DB-137A2A969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93" name="Group 264">
              <a:extLst>
                <a:ext uri="{FF2B5EF4-FFF2-40B4-BE49-F238E27FC236}">
                  <a16:creationId xmlns:a16="http://schemas.microsoft.com/office/drawing/2014/main" xmlns="" id="{631BEC3E-EC7B-E641-9B73-CEB1B33C79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09" name="AutoShape 265">
                <a:extLst>
                  <a:ext uri="{FF2B5EF4-FFF2-40B4-BE49-F238E27FC236}">
                    <a16:creationId xmlns:a16="http://schemas.microsoft.com/office/drawing/2014/main" xmlns="" id="{CA74522A-6DD3-C941-B6C5-B88ADF1B7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10" name="AutoShape 266">
                <a:extLst>
                  <a:ext uri="{FF2B5EF4-FFF2-40B4-BE49-F238E27FC236}">
                    <a16:creationId xmlns:a16="http://schemas.microsoft.com/office/drawing/2014/main" xmlns="" id="{0FC67C26-9D79-7645-9585-2783C4FB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4" name="Freeform 267">
              <a:extLst>
                <a:ext uri="{FF2B5EF4-FFF2-40B4-BE49-F238E27FC236}">
                  <a16:creationId xmlns:a16="http://schemas.microsoft.com/office/drawing/2014/main" xmlns="" id="{0009B838-E394-AB4B-B620-18BE1F04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295" name="Group 268">
              <a:extLst>
                <a:ext uri="{FF2B5EF4-FFF2-40B4-BE49-F238E27FC236}">
                  <a16:creationId xmlns:a16="http://schemas.microsoft.com/office/drawing/2014/main" xmlns="" id="{CE9E851F-17AE-C347-AAE2-A26FC9005C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07" name="AutoShape 269">
                <a:extLst>
                  <a:ext uri="{FF2B5EF4-FFF2-40B4-BE49-F238E27FC236}">
                    <a16:creationId xmlns:a16="http://schemas.microsoft.com/office/drawing/2014/main" xmlns="" id="{BC8583DE-ADF4-6447-B9E5-82785FCF6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8" name="AutoShape 270">
                <a:extLst>
                  <a:ext uri="{FF2B5EF4-FFF2-40B4-BE49-F238E27FC236}">
                    <a16:creationId xmlns:a16="http://schemas.microsoft.com/office/drawing/2014/main" xmlns="" id="{86B22511-2C8C-B74B-A13E-4B4859111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96" name="Rectangle 271">
              <a:extLst>
                <a:ext uri="{FF2B5EF4-FFF2-40B4-BE49-F238E27FC236}">
                  <a16:creationId xmlns:a16="http://schemas.microsoft.com/office/drawing/2014/main" xmlns="" id="{20AF6706-04DB-3F45-9CC0-357417946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97" name="Freeform 272">
              <a:extLst>
                <a:ext uri="{FF2B5EF4-FFF2-40B4-BE49-F238E27FC236}">
                  <a16:creationId xmlns:a16="http://schemas.microsoft.com/office/drawing/2014/main" xmlns="" id="{E6032D49-B972-724F-BC66-1C24B5F0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reeform 273">
              <a:extLst>
                <a:ext uri="{FF2B5EF4-FFF2-40B4-BE49-F238E27FC236}">
                  <a16:creationId xmlns:a16="http://schemas.microsoft.com/office/drawing/2014/main" xmlns="" id="{B84F01B6-1C0C-C943-B856-7FE3BD2D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Oval 274">
              <a:extLst>
                <a:ext uri="{FF2B5EF4-FFF2-40B4-BE49-F238E27FC236}">
                  <a16:creationId xmlns:a16="http://schemas.microsoft.com/office/drawing/2014/main" xmlns="" id="{3819F9EA-CE5A-6F47-B1D1-45A3176A8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0" name="Freeform 275">
              <a:extLst>
                <a:ext uri="{FF2B5EF4-FFF2-40B4-BE49-F238E27FC236}">
                  <a16:creationId xmlns:a16="http://schemas.microsoft.com/office/drawing/2014/main" xmlns="" id="{BD6129AD-4010-6541-8BD2-9C417B59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AutoShape 276">
              <a:extLst>
                <a:ext uri="{FF2B5EF4-FFF2-40B4-BE49-F238E27FC236}">
                  <a16:creationId xmlns:a16="http://schemas.microsoft.com/office/drawing/2014/main" xmlns="" id="{DAF156C3-BBE4-AD4E-8C8F-504F05E6F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2" name="AutoShape 277">
              <a:extLst>
                <a:ext uri="{FF2B5EF4-FFF2-40B4-BE49-F238E27FC236}">
                  <a16:creationId xmlns:a16="http://schemas.microsoft.com/office/drawing/2014/main" xmlns="" id="{FAC7EFD2-3973-3341-9E30-2375745B4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3" name="Oval 278">
              <a:extLst>
                <a:ext uri="{FF2B5EF4-FFF2-40B4-BE49-F238E27FC236}">
                  <a16:creationId xmlns:a16="http://schemas.microsoft.com/office/drawing/2014/main" xmlns="" id="{279C258F-5AE0-4A40-9D2A-27C352066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4" name="Oval 279">
              <a:extLst>
                <a:ext uri="{FF2B5EF4-FFF2-40B4-BE49-F238E27FC236}">
                  <a16:creationId xmlns:a16="http://schemas.microsoft.com/office/drawing/2014/main" xmlns="" id="{AB54CDF9-44A8-F945-8C47-F29CE6B00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defTabSz="685800">
                <a:defRPr/>
              </a:pPr>
              <a:endParaRPr lang="en-US" sz="1350" dirty="0">
                <a:solidFill>
                  <a:srgbClr val="FF0000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5" name="Oval 280">
              <a:extLst>
                <a:ext uri="{FF2B5EF4-FFF2-40B4-BE49-F238E27FC236}">
                  <a16:creationId xmlns:a16="http://schemas.microsoft.com/office/drawing/2014/main" xmlns="" id="{C12B8B40-4A95-634B-A938-6930B06F5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6" name="Rectangle 281">
              <a:extLst>
                <a:ext uri="{FF2B5EF4-FFF2-40B4-BE49-F238E27FC236}">
                  <a16:creationId xmlns:a16="http://schemas.microsoft.com/office/drawing/2014/main" xmlns="" id="{56A64972-4A2C-2147-8B6A-849EA1C52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xmlns="" id="{7CEE8967-09D9-EA4A-BE8F-89D0A51FA901}"/>
              </a:ext>
            </a:extLst>
          </p:cNvPr>
          <p:cNvGrpSpPr/>
          <p:nvPr/>
        </p:nvGrpSpPr>
        <p:grpSpPr>
          <a:xfrm>
            <a:off x="7058891" y="2343486"/>
            <a:ext cx="707612" cy="453197"/>
            <a:chOff x="7698509" y="2176725"/>
            <a:chExt cx="943482" cy="604263"/>
          </a:xfrm>
        </p:grpSpPr>
        <p:pic>
          <p:nvPicPr>
            <p:cNvPr id="316" name="Picture 31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0EAEB9B3-A22A-234F-82DF-4AAC2BF4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317" name="Picture 316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D8797FD1-FD5F-5E42-86F9-D71425D34BE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318" name="Picture 317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9A3D2276-CCAA-964B-A522-778FC9030B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xmlns="" id="{FA64888F-27BD-6D49-9E8A-1C105E1F77CE}"/>
                </a:ext>
              </a:extLst>
            </p:cNvPr>
            <p:cNvSpPr txBox="1"/>
            <p:nvPr/>
          </p:nvSpPr>
          <p:spPr>
            <a:xfrm>
              <a:off x="8026399" y="2202874"/>
              <a:ext cx="4193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/>
                </a:rPr>
                <a:t>...</a:t>
              </a:r>
            </a:p>
          </p:txBody>
        </p:sp>
      </p:grpSp>
      <p:grpSp>
        <p:nvGrpSpPr>
          <p:cNvPr id="320" name="Group 249">
            <a:extLst>
              <a:ext uri="{FF2B5EF4-FFF2-40B4-BE49-F238E27FC236}">
                <a16:creationId xmlns:a16="http://schemas.microsoft.com/office/drawing/2014/main" xmlns="" id="{F1BCE0E4-BDB5-B544-89E7-F7F4C8B45DDD}"/>
              </a:ext>
            </a:extLst>
          </p:cNvPr>
          <p:cNvGrpSpPr>
            <a:grpSpLocks/>
          </p:cNvGrpSpPr>
          <p:nvPr/>
        </p:nvGrpSpPr>
        <p:grpSpPr bwMode="auto">
          <a:xfrm>
            <a:off x="6839975" y="3223071"/>
            <a:ext cx="202148" cy="403329"/>
            <a:chOff x="4140" y="429"/>
            <a:chExt cx="1425" cy="2396"/>
          </a:xfrm>
        </p:grpSpPr>
        <p:sp>
          <p:nvSpPr>
            <p:cNvPr id="321" name="Freeform 250">
              <a:extLst>
                <a:ext uri="{FF2B5EF4-FFF2-40B4-BE49-F238E27FC236}">
                  <a16:creationId xmlns:a16="http://schemas.microsoft.com/office/drawing/2014/main" xmlns="" id="{61F36965-BC45-1D46-9296-4C5A2F836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Rectangle 251">
              <a:extLst>
                <a:ext uri="{FF2B5EF4-FFF2-40B4-BE49-F238E27FC236}">
                  <a16:creationId xmlns:a16="http://schemas.microsoft.com/office/drawing/2014/main" xmlns="" id="{40BA023C-2812-9340-A050-0121D082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23" name="Freeform 252">
              <a:extLst>
                <a:ext uri="{FF2B5EF4-FFF2-40B4-BE49-F238E27FC236}">
                  <a16:creationId xmlns:a16="http://schemas.microsoft.com/office/drawing/2014/main" xmlns="" id="{7D40D788-F435-474A-A7BF-25C0498E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reeform 253">
              <a:extLst>
                <a:ext uri="{FF2B5EF4-FFF2-40B4-BE49-F238E27FC236}">
                  <a16:creationId xmlns:a16="http://schemas.microsoft.com/office/drawing/2014/main" xmlns="" id="{7ECC0C33-1994-A443-BE35-89E1A830F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Rectangle 254">
              <a:extLst>
                <a:ext uri="{FF2B5EF4-FFF2-40B4-BE49-F238E27FC236}">
                  <a16:creationId xmlns:a16="http://schemas.microsoft.com/office/drawing/2014/main" xmlns="" id="{5F77B878-EAC9-4540-9E09-E05F7ED09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26" name="Group 255">
              <a:extLst>
                <a:ext uri="{FF2B5EF4-FFF2-40B4-BE49-F238E27FC236}">
                  <a16:creationId xmlns:a16="http://schemas.microsoft.com/office/drawing/2014/main" xmlns="" id="{3AD2D83D-AFAB-F544-B840-C231A3CC60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1" name="AutoShape 256">
                <a:extLst>
                  <a:ext uri="{FF2B5EF4-FFF2-40B4-BE49-F238E27FC236}">
                    <a16:creationId xmlns:a16="http://schemas.microsoft.com/office/drawing/2014/main" xmlns="" id="{4227C343-CCC4-A04E-8886-6361D39B4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52" name="AutoShape 257">
                <a:extLst>
                  <a:ext uri="{FF2B5EF4-FFF2-40B4-BE49-F238E27FC236}">
                    <a16:creationId xmlns:a16="http://schemas.microsoft.com/office/drawing/2014/main" xmlns="" id="{9E39270E-D4A5-AD40-A9B3-1748EE312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27" name="Rectangle 258">
              <a:extLst>
                <a:ext uri="{FF2B5EF4-FFF2-40B4-BE49-F238E27FC236}">
                  <a16:creationId xmlns:a16="http://schemas.microsoft.com/office/drawing/2014/main" xmlns="" id="{7B72FE59-00DA-AB4C-818F-65FE468FB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28" name="Group 259">
              <a:extLst>
                <a:ext uri="{FF2B5EF4-FFF2-40B4-BE49-F238E27FC236}">
                  <a16:creationId xmlns:a16="http://schemas.microsoft.com/office/drawing/2014/main" xmlns="" id="{09C06909-C34E-C94A-8C7D-0BFC94D6E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9" name="AutoShape 260">
                <a:extLst>
                  <a:ext uri="{FF2B5EF4-FFF2-40B4-BE49-F238E27FC236}">
                    <a16:creationId xmlns:a16="http://schemas.microsoft.com/office/drawing/2014/main" xmlns="" id="{7ED60691-FC99-B943-BE37-D6C97FF6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50" name="AutoShape 261">
                <a:extLst>
                  <a:ext uri="{FF2B5EF4-FFF2-40B4-BE49-F238E27FC236}">
                    <a16:creationId xmlns:a16="http://schemas.microsoft.com/office/drawing/2014/main" xmlns="" id="{BBBF7CE5-2F2F-C240-89B7-6B006565D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29" name="Rectangle 262">
              <a:extLst>
                <a:ext uri="{FF2B5EF4-FFF2-40B4-BE49-F238E27FC236}">
                  <a16:creationId xmlns:a16="http://schemas.microsoft.com/office/drawing/2014/main" xmlns="" id="{E1859B99-BC2B-8445-9920-653550A39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0" name="Rectangle 263">
              <a:extLst>
                <a:ext uri="{FF2B5EF4-FFF2-40B4-BE49-F238E27FC236}">
                  <a16:creationId xmlns:a16="http://schemas.microsoft.com/office/drawing/2014/main" xmlns="" id="{DC4E26D3-7125-8945-9746-244173596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331" name="Group 264">
              <a:extLst>
                <a:ext uri="{FF2B5EF4-FFF2-40B4-BE49-F238E27FC236}">
                  <a16:creationId xmlns:a16="http://schemas.microsoft.com/office/drawing/2014/main" xmlns="" id="{E6BAA1DE-AF76-6C44-833A-D07152C07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7" name="AutoShape 265">
                <a:extLst>
                  <a:ext uri="{FF2B5EF4-FFF2-40B4-BE49-F238E27FC236}">
                    <a16:creationId xmlns:a16="http://schemas.microsoft.com/office/drawing/2014/main" xmlns="" id="{C5750C06-37B1-7942-BC63-5A0DFB73A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8" name="AutoShape 266">
                <a:extLst>
                  <a:ext uri="{FF2B5EF4-FFF2-40B4-BE49-F238E27FC236}">
                    <a16:creationId xmlns:a16="http://schemas.microsoft.com/office/drawing/2014/main" xmlns="" id="{2FBF1907-BD45-434A-8B85-372B329D2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32" name="Freeform 267">
              <a:extLst>
                <a:ext uri="{FF2B5EF4-FFF2-40B4-BE49-F238E27FC236}">
                  <a16:creationId xmlns:a16="http://schemas.microsoft.com/office/drawing/2014/main" xmlns="" id="{C3D05EC3-4DA7-F74C-B6F6-0918126C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333" name="Group 268">
              <a:extLst>
                <a:ext uri="{FF2B5EF4-FFF2-40B4-BE49-F238E27FC236}">
                  <a16:creationId xmlns:a16="http://schemas.microsoft.com/office/drawing/2014/main" xmlns="" id="{5BF350AD-3646-0C41-87CF-18D04562FC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5" name="AutoShape 269">
                <a:extLst>
                  <a:ext uri="{FF2B5EF4-FFF2-40B4-BE49-F238E27FC236}">
                    <a16:creationId xmlns:a16="http://schemas.microsoft.com/office/drawing/2014/main" xmlns="" id="{E6FF77A3-8808-214A-B3F1-997567441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46" name="AutoShape 270">
                <a:extLst>
                  <a:ext uri="{FF2B5EF4-FFF2-40B4-BE49-F238E27FC236}">
                    <a16:creationId xmlns:a16="http://schemas.microsoft.com/office/drawing/2014/main" xmlns="" id="{DBA06383-D10B-7446-8AB5-80825280F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334" name="Rectangle 271">
              <a:extLst>
                <a:ext uri="{FF2B5EF4-FFF2-40B4-BE49-F238E27FC236}">
                  <a16:creationId xmlns:a16="http://schemas.microsoft.com/office/drawing/2014/main" xmlns="" id="{075E3183-6A9A-F845-B994-D8A428ABB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5" name="Freeform 272">
              <a:extLst>
                <a:ext uri="{FF2B5EF4-FFF2-40B4-BE49-F238E27FC236}">
                  <a16:creationId xmlns:a16="http://schemas.microsoft.com/office/drawing/2014/main" xmlns="" id="{047D761C-70AD-CD4F-A747-381D7401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reeform 273">
              <a:extLst>
                <a:ext uri="{FF2B5EF4-FFF2-40B4-BE49-F238E27FC236}">
                  <a16:creationId xmlns:a16="http://schemas.microsoft.com/office/drawing/2014/main" xmlns="" id="{8AE72908-FAF1-9C46-AA62-CED69F94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Oval 274">
              <a:extLst>
                <a:ext uri="{FF2B5EF4-FFF2-40B4-BE49-F238E27FC236}">
                  <a16:creationId xmlns:a16="http://schemas.microsoft.com/office/drawing/2014/main" xmlns="" id="{2E034F12-0D5A-AA43-BEB5-3FD391F73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38" name="Freeform 275">
              <a:extLst>
                <a:ext uri="{FF2B5EF4-FFF2-40B4-BE49-F238E27FC236}">
                  <a16:creationId xmlns:a16="http://schemas.microsoft.com/office/drawing/2014/main" xmlns="" id="{028A5345-010B-C24D-B709-B8375E97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AutoShape 276">
              <a:extLst>
                <a:ext uri="{FF2B5EF4-FFF2-40B4-BE49-F238E27FC236}">
                  <a16:creationId xmlns:a16="http://schemas.microsoft.com/office/drawing/2014/main" xmlns="" id="{F6EF7A89-3C93-8540-B2E3-A30599E7A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0" name="AutoShape 277">
              <a:extLst>
                <a:ext uri="{FF2B5EF4-FFF2-40B4-BE49-F238E27FC236}">
                  <a16:creationId xmlns:a16="http://schemas.microsoft.com/office/drawing/2014/main" xmlns="" id="{AE5883C3-8966-4941-AD3C-EECE6A8A6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1" name="Oval 278">
              <a:extLst>
                <a:ext uri="{FF2B5EF4-FFF2-40B4-BE49-F238E27FC236}">
                  <a16:creationId xmlns:a16="http://schemas.microsoft.com/office/drawing/2014/main" xmlns="" id="{8D05B60E-CC47-924E-9CC3-7D3C363DC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2" name="Oval 279">
              <a:extLst>
                <a:ext uri="{FF2B5EF4-FFF2-40B4-BE49-F238E27FC236}">
                  <a16:creationId xmlns:a16="http://schemas.microsoft.com/office/drawing/2014/main" xmlns="" id="{02D38BA8-EE3B-314C-9EA1-24BC62A71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defTabSz="685800">
                <a:defRPr/>
              </a:pPr>
              <a:endParaRPr lang="en-US" sz="1350" dirty="0">
                <a:solidFill>
                  <a:srgbClr val="FF0000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3" name="Oval 280">
              <a:extLst>
                <a:ext uri="{FF2B5EF4-FFF2-40B4-BE49-F238E27FC236}">
                  <a16:creationId xmlns:a16="http://schemas.microsoft.com/office/drawing/2014/main" xmlns="" id="{7354E114-1700-274C-AD93-5D4A99968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4" name="Rectangle 281">
              <a:extLst>
                <a:ext uri="{FF2B5EF4-FFF2-40B4-BE49-F238E27FC236}">
                  <a16:creationId xmlns:a16="http://schemas.microsoft.com/office/drawing/2014/main" xmlns="" id="{D7FCC302-455F-0E42-A8A7-378C5B6CC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xmlns="" id="{BA41EE0A-FE82-9040-BD52-7DC1EB35BBFB}"/>
              </a:ext>
            </a:extLst>
          </p:cNvPr>
          <p:cNvGrpSpPr/>
          <p:nvPr/>
        </p:nvGrpSpPr>
        <p:grpSpPr>
          <a:xfrm>
            <a:off x="7007653" y="3356419"/>
            <a:ext cx="707612" cy="453197"/>
            <a:chOff x="7698509" y="2176725"/>
            <a:chExt cx="943482" cy="604263"/>
          </a:xfrm>
        </p:grpSpPr>
        <p:pic>
          <p:nvPicPr>
            <p:cNvPr id="354" name="Picture 353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441DFADE-BB1B-7C4C-8738-3FEA9FC7E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44691" y="2449197"/>
              <a:ext cx="772609" cy="262519"/>
            </a:xfrm>
            <a:prstGeom prst="rect">
              <a:avLst/>
            </a:prstGeom>
          </p:spPr>
        </p:pic>
        <p:pic>
          <p:nvPicPr>
            <p:cNvPr id="355" name="Picture 354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A360817E-CEBE-5D4D-AAA5-1AA0E80B244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8509" y="2518469"/>
              <a:ext cx="772609" cy="262519"/>
            </a:xfrm>
            <a:prstGeom prst="rect">
              <a:avLst/>
            </a:prstGeom>
          </p:spPr>
        </p:pic>
        <p:pic>
          <p:nvPicPr>
            <p:cNvPr id="356" name="Picture 355" descr="A picture containing monitor, television, screen, photo&#10;&#10;Description automatically generated">
              <a:extLst>
                <a:ext uri="{FF2B5EF4-FFF2-40B4-BE49-F238E27FC236}">
                  <a16:creationId xmlns:a16="http://schemas.microsoft.com/office/drawing/2014/main" xmlns="" id="{1B7D7E89-8D15-B14F-8ABE-F03063924DF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69382" y="2176725"/>
              <a:ext cx="772609" cy="262519"/>
            </a:xfrm>
            <a:prstGeom prst="rect">
              <a:avLst/>
            </a:prstGeom>
          </p:spPr>
        </p:pic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xmlns="" id="{95A2DFAC-E2E9-BA4E-B877-0FDFCB8AFF96}"/>
                </a:ext>
              </a:extLst>
            </p:cNvPr>
            <p:cNvSpPr txBox="1"/>
            <p:nvPr/>
          </p:nvSpPr>
          <p:spPr>
            <a:xfrm>
              <a:off x="8026399" y="2202874"/>
              <a:ext cx="4193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>
                <a:defRPr/>
              </a:pPr>
              <a:r>
                <a:rPr lang="en-US" sz="1350" dirty="0">
                  <a:solidFill>
                    <a:prstClr val="black"/>
                  </a:solidFill>
                  <a:latin typeface="Calibri"/>
                </a:rPr>
                <a:t>...</a:t>
              </a:r>
            </a:p>
          </p:txBody>
        </p:sp>
      </p:grpSp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xmlns="" id="{57B06ED9-18F5-DA42-AB34-1D8668A5BAAE}"/>
              </a:ext>
            </a:extLst>
          </p:cNvPr>
          <p:cNvSpPr txBox="1">
            <a:spLocks noChangeArrowheads="1"/>
          </p:cNvSpPr>
          <p:nvPr/>
        </p:nvSpPr>
        <p:spPr>
          <a:xfrm>
            <a:off x="562592" y="1926317"/>
            <a:ext cx="4936913" cy="3789760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4319" indent="-166688" defTabSz="685800">
              <a:spcBef>
                <a:spcPts val="750"/>
              </a:spcBef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“</a:t>
            </a:r>
            <a:r>
              <a:rPr lang="en-US" altLang="en-US" sz="2400" i="1" dirty="0">
                <a:solidFill>
                  <a:srgbClr val="000099"/>
                </a:solidFill>
                <a:latin typeface="Calibri" panose="020F0502020204030204"/>
                <a:ea typeface="ＭＳ Ｐゴシック" panose="020B0600070205080204" pitchFamily="34" charset="-128"/>
              </a:rPr>
              <a:t>intelligence” </a:t>
            </a:r>
            <a:r>
              <a:rPr lang="en-US" altLang="en-US" sz="2400" dirty="0">
                <a:solidFill>
                  <a:srgbClr val="000099"/>
                </a:solidFill>
                <a:latin typeface="Calibri" panose="020F0502020204030204"/>
                <a:ea typeface="ＭＳ Ｐゴシック" panose="020B0600070205080204" pitchFamily="34" charset="-128"/>
              </a:rPr>
              <a:t>at client: </a:t>
            </a:r>
            <a:r>
              <a:rPr lang="en-US" altLang="en-US" sz="24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client determines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when</a:t>
            </a:r>
            <a:r>
              <a:rPr lang="en-US" altLang="en-US" sz="2100" i="1" dirty="0">
                <a:solidFill>
                  <a:srgbClr val="800000"/>
                </a:solidFill>
                <a:latin typeface="Calibri" panose="020F0502020204030204"/>
                <a:ea typeface="ＭＳ Ｐゴシック" panose="020B0600070205080204" pitchFamily="34" charset="-128"/>
              </a:rPr>
              <a:t> </a:t>
            </a:r>
            <a:r>
              <a:rPr lang="en-US" altLang="en-US" sz="21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to request chunk (so that buffer starvation, or overflow does not occur)</a:t>
            </a:r>
          </a:p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what encoding rate </a:t>
            </a:r>
            <a:r>
              <a:rPr lang="en-US" altLang="en-US" sz="21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to request </a:t>
            </a: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(higher quality when more bandwidth available) </a:t>
            </a: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xmlns="" id="{66B29FA5-F250-2145-B75A-6362A2B90004}"/>
              </a:ext>
            </a:extLst>
          </p:cNvPr>
          <p:cNvSpPr txBox="1">
            <a:spLocks noChangeArrowheads="1"/>
          </p:cNvSpPr>
          <p:nvPr/>
        </p:nvSpPr>
        <p:spPr>
          <a:xfrm>
            <a:off x="573653" y="4170813"/>
            <a:ext cx="4722248" cy="1200758"/>
          </a:xfrm>
          <a:prstGeom prst="rect">
            <a:avLst/>
          </a:prstGeom>
        </p:spPr>
        <p:txBody>
          <a:bodyPr vert="horz" lIns="68580" tIns="34290" rIns="68580" bIns="3429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where</a:t>
            </a:r>
            <a:r>
              <a:rPr lang="en-US" altLang="en-US" sz="2100" i="1" dirty="0">
                <a:solidFill>
                  <a:srgbClr val="800000"/>
                </a:solidFill>
                <a:latin typeface="Calibri" panose="020F0502020204030204"/>
                <a:ea typeface="ＭＳ Ｐゴシック" panose="020B0600070205080204" pitchFamily="34" charset="-128"/>
              </a:rPr>
              <a:t> </a:t>
            </a:r>
            <a:r>
              <a:rPr lang="en-US" altLang="en-US" sz="2100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to request chunk (can request from URL server that is “close” to client or has high available bandwidth</a:t>
            </a:r>
            <a:r>
              <a:rPr lang="en-US" altLang="en-US" sz="2100" dirty="0">
                <a:solidFill>
                  <a:prstClr val="black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)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xmlns="" id="{51BFA338-92F2-B84C-A3FD-65CE9CE1AE33}"/>
              </a:ext>
            </a:extLst>
          </p:cNvPr>
          <p:cNvSpPr txBox="1"/>
          <p:nvPr/>
        </p:nvSpPr>
        <p:spPr>
          <a:xfrm>
            <a:off x="1091592" y="5375820"/>
            <a:ext cx="707212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85800">
              <a:defRPr/>
            </a:pPr>
            <a:r>
              <a:rPr lang="en-US" sz="2400" dirty="0">
                <a:solidFill>
                  <a:srgbClr val="0000A3"/>
                </a:solidFill>
                <a:latin typeface="Calibri" panose="020F0502020204030204"/>
              </a:rPr>
              <a:t>Streaming video = </a:t>
            </a: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encoding +</a:t>
            </a:r>
            <a:r>
              <a:rPr lang="en-US" sz="2400" dirty="0">
                <a:solidFill>
                  <a:srgbClr val="C00000"/>
                </a:solidFill>
                <a:latin typeface="Calibri" panose="020F0502020204030204"/>
              </a:rPr>
              <a:t> </a:t>
            </a: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DASH + playout buffering</a:t>
            </a:r>
          </a:p>
        </p:txBody>
      </p:sp>
      <p:grpSp>
        <p:nvGrpSpPr>
          <p:cNvPr id="60" name="Group 2">
            <a:extLst>
              <a:ext uri="{FF2B5EF4-FFF2-40B4-BE49-F238E27FC236}">
                <a16:creationId xmlns:a16="http://schemas.microsoft.com/office/drawing/2014/main" xmlns="" id="{DDFD13CE-95C2-3B46-BAA9-2442B7BBFB5C}"/>
              </a:ext>
            </a:extLst>
          </p:cNvPr>
          <p:cNvGrpSpPr>
            <a:grpSpLocks/>
          </p:cNvGrpSpPr>
          <p:nvPr/>
        </p:nvGrpSpPr>
        <p:grpSpPr bwMode="auto">
          <a:xfrm>
            <a:off x="7814189" y="2648204"/>
            <a:ext cx="998720" cy="812360"/>
            <a:chOff x="1842724" y="2867233"/>
            <a:chExt cx="5649912" cy="3416300"/>
          </a:xfrm>
        </p:grpSpPr>
        <p:sp>
          <p:nvSpPr>
            <p:cNvPr id="161" name="AutoShape 99">
              <a:extLst>
                <a:ext uri="{FF2B5EF4-FFF2-40B4-BE49-F238E27FC236}">
                  <a16:creationId xmlns:a16="http://schemas.microsoft.com/office/drawing/2014/main" xmlns="" id="{6A423CE6-3BBC-A441-B17F-E87432DB8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</a:endParaRPr>
            </a:p>
          </p:txBody>
        </p:sp>
        <p:sp>
          <p:nvSpPr>
            <p:cNvPr id="162" name="Rectangle 87">
              <a:extLst>
                <a:ext uri="{FF2B5EF4-FFF2-40B4-BE49-F238E27FC236}">
                  <a16:creationId xmlns:a16="http://schemas.microsoft.com/office/drawing/2014/main" xmlns="" id="{4285C26E-DA02-9648-A64A-514AEBD4F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defRPr/>
              </a:pPr>
              <a:endParaRPr lang="en-US" altLang="en-US" sz="150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3" name="Group 349">
            <a:extLst>
              <a:ext uri="{FF2B5EF4-FFF2-40B4-BE49-F238E27FC236}">
                <a16:creationId xmlns:a16="http://schemas.microsoft.com/office/drawing/2014/main" xmlns="" id="{D41C9560-ED4B-414F-8273-72B78F6B318D}"/>
              </a:ext>
            </a:extLst>
          </p:cNvPr>
          <p:cNvGrpSpPr>
            <a:grpSpLocks/>
          </p:cNvGrpSpPr>
          <p:nvPr/>
        </p:nvGrpSpPr>
        <p:grpSpPr bwMode="auto">
          <a:xfrm>
            <a:off x="8173397" y="2979203"/>
            <a:ext cx="320883" cy="340589"/>
            <a:chOff x="4437" y="1472"/>
            <a:chExt cx="427" cy="418"/>
          </a:xfrm>
        </p:grpSpPr>
        <p:sp>
          <p:nvSpPr>
            <p:cNvPr id="69" name="Rectangle 350">
              <a:extLst>
                <a:ext uri="{FF2B5EF4-FFF2-40B4-BE49-F238E27FC236}">
                  <a16:creationId xmlns:a16="http://schemas.microsoft.com/office/drawing/2014/main" xmlns="" id="{E963C356-4AF2-0349-824A-1E49D132E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0" name="Rectangle 351">
              <a:extLst>
                <a:ext uri="{FF2B5EF4-FFF2-40B4-BE49-F238E27FC236}">
                  <a16:creationId xmlns:a16="http://schemas.microsoft.com/office/drawing/2014/main" xmlns="" id="{40253B0C-2089-BD4A-9EFE-D60909E55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1" name="Rectangle 352">
              <a:extLst>
                <a:ext uri="{FF2B5EF4-FFF2-40B4-BE49-F238E27FC236}">
                  <a16:creationId xmlns:a16="http://schemas.microsoft.com/office/drawing/2014/main" xmlns="" id="{53AC6590-6B2B-9143-AF1D-BB4636551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72" name="Rectangle 353">
              <a:extLst>
                <a:ext uri="{FF2B5EF4-FFF2-40B4-BE49-F238E27FC236}">
                  <a16:creationId xmlns:a16="http://schemas.microsoft.com/office/drawing/2014/main" xmlns="" id="{E94F9AC9-0854-D042-AF8B-C87D4C9D7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</p:grpSp>
      <p:cxnSp>
        <p:nvCxnSpPr>
          <p:cNvPr id="65" name="Straight Connector 45">
            <a:extLst>
              <a:ext uri="{FF2B5EF4-FFF2-40B4-BE49-F238E27FC236}">
                <a16:creationId xmlns:a16="http://schemas.microsoft.com/office/drawing/2014/main" xmlns="" id="{95FF3D69-527D-104D-8467-DBBDF81195A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444794" y="3130473"/>
            <a:ext cx="1651593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64">
            <a:extLst>
              <a:ext uri="{FF2B5EF4-FFF2-40B4-BE49-F238E27FC236}">
                <a16:creationId xmlns:a16="http://schemas.microsoft.com/office/drawing/2014/main" xmlns="" id="{4A9C7B1D-9788-C24C-BE9F-0B7DEE6439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3569" y="3466268"/>
            <a:ext cx="588623" cy="3000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defRPr/>
            </a:pPr>
            <a:r>
              <a:rPr lang="en-US" altLang="en-US" sz="1350" dirty="0">
                <a:solidFill>
                  <a:srgbClr val="000000"/>
                </a:solidFill>
                <a:cs typeface="Arial" panose="020B0604020202020204" pitchFamily="34" charset="0"/>
              </a:rPr>
              <a:t>client</a:t>
            </a:r>
            <a:endParaRPr lang="en-US" altLang="en-US" sz="1350" i="1" dirty="0">
              <a:solidFill>
                <a:srgbClr val="CC0000"/>
              </a:solidFill>
              <a:cs typeface="Arial" panose="020B0604020202020204" pitchFamily="34" charset="0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xmlns="" id="{B1332400-C13A-1144-94EF-1249953DECAC}"/>
              </a:ext>
            </a:extLst>
          </p:cNvPr>
          <p:cNvSpPr/>
          <p:nvPr/>
        </p:nvSpPr>
        <p:spPr>
          <a:xfrm>
            <a:off x="7075085" y="2899849"/>
            <a:ext cx="1011432" cy="143081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xmlns="" id="{6A4AC1EA-45FB-014E-A65A-F10B6E8D2FCC}"/>
              </a:ext>
            </a:extLst>
          </p:cNvPr>
          <p:cNvSpPr/>
          <p:nvPr/>
        </p:nvSpPr>
        <p:spPr>
          <a:xfrm flipV="1">
            <a:off x="7080845" y="3221368"/>
            <a:ext cx="1011432" cy="143081"/>
          </a:xfrm>
          <a:custGeom>
            <a:avLst/>
            <a:gdLst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  <a:gd name="connsiteX3" fmla="*/ 1348576 w 1348576"/>
              <a:gd name="connsiteY3" fmla="*/ 177617 h 190774"/>
              <a:gd name="connsiteX0" fmla="*/ 0 w 1348576"/>
              <a:gd name="connsiteY0" fmla="*/ 0 h 190774"/>
              <a:gd name="connsiteX1" fmla="*/ 374970 w 1348576"/>
              <a:gd name="connsiteY1" fmla="*/ 190774 h 190774"/>
              <a:gd name="connsiteX2" fmla="*/ 1348576 w 1348576"/>
              <a:gd name="connsiteY2" fmla="*/ 190774 h 190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8576" h="190774">
                <a:moveTo>
                  <a:pt x="0" y="0"/>
                </a:moveTo>
                <a:lnTo>
                  <a:pt x="374970" y="190774"/>
                </a:lnTo>
                <a:lnTo>
                  <a:pt x="1348576" y="190774"/>
                </a:lnTo>
              </a:path>
            </a:pathLst>
          </a:custGeom>
          <a:noFill/>
          <a:ln w="31750">
            <a:solidFill>
              <a:srgbClr val="CD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xmlns="" id="{A8A41415-2E09-914F-B249-353A26FD167B}"/>
              </a:ext>
            </a:extLst>
          </p:cNvPr>
          <p:cNvGrpSpPr/>
          <p:nvPr/>
        </p:nvGrpSpPr>
        <p:grpSpPr>
          <a:xfrm>
            <a:off x="7677012" y="2929452"/>
            <a:ext cx="309700" cy="415498"/>
            <a:chOff x="10485997" y="1295948"/>
            <a:chExt cx="412933" cy="553997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xmlns="" id="{E52F97C2-D322-E045-9AB6-784F8D7F9529}"/>
                </a:ext>
              </a:extLst>
            </p:cNvPr>
            <p:cNvSpPr/>
            <p:nvPr/>
          </p:nvSpPr>
          <p:spPr>
            <a:xfrm>
              <a:off x="10492576" y="1381467"/>
              <a:ext cx="342078" cy="342078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defRPr/>
              </a:pPr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xmlns="" id="{F7B7AA05-43E1-2749-8D01-6881B6C88DEB}"/>
                </a:ext>
              </a:extLst>
            </p:cNvPr>
            <p:cNvSpPr txBox="1"/>
            <p:nvPr/>
          </p:nvSpPr>
          <p:spPr>
            <a:xfrm>
              <a:off x="10485997" y="1295948"/>
              <a:ext cx="412933" cy="553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>
                <a:defRPr/>
              </a:pPr>
              <a:r>
                <a:rPr lang="en-US" sz="2100" dirty="0">
                  <a:solidFill>
                    <a:srgbClr val="CD0000"/>
                  </a:solidFill>
                  <a:latin typeface="Calibri"/>
                </a:rPr>
                <a:t>?</a:t>
              </a:r>
            </a:p>
          </p:txBody>
        </p:sp>
      </p:grpSp>
      <p:pic>
        <p:nvPicPr>
          <p:cNvPr id="12" name="Picture 11" descr="A close up of a logo&#10;&#10;Description automatically generated">
            <a:extLst>
              <a:ext uri="{FF2B5EF4-FFF2-40B4-BE49-F238E27FC236}">
                <a16:creationId xmlns:a16="http://schemas.microsoft.com/office/drawing/2014/main" xmlns="" id="{F6886CA6-4288-E842-A0EC-EBA7EC3D93D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02237" y="2161309"/>
            <a:ext cx="1502352" cy="1201882"/>
          </a:xfrm>
          <a:prstGeom prst="rect">
            <a:avLst/>
          </a:prstGeom>
        </p:spPr>
      </p:pic>
      <p:sp>
        <p:nvSpPr>
          <p:cNvPr id="138" name="Slide Number Placeholder 2">
            <a:extLst>
              <a:ext uri="{FF2B5EF4-FFF2-40B4-BE49-F238E27FC236}">
                <a16:creationId xmlns:a16="http://schemas.microsoft.com/office/drawing/2014/main" xmlns="" id="{C79354C6-01ED-3F43-B7F7-C9EDEFEC0F6C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93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788341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33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xmlns="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759772" y="1948200"/>
            <a:ext cx="7886699" cy="3789760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685800">
              <a:spcBef>
                <a:spcPts val="750"/>
              </a:spcBef>
              <a:buNone/>
              <a:defRPr/>
            </a:pPr>
            <a:r>
              <a:rPr lang="en-US" altLang="en-US" sz="24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challenge: </a:t>
            </a:r>
            <a:r>
              <a:rPr lang="en-US" altLang="en-US" sz="24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how to stream content (selected from millions of videos) to hundreds of thousands of </a:t>
            </a:r>
            <a:r>
              <a:rPr lang="en-US" altLang="en-US" sz="2400" i="1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simultaneous</a:t>
            </a:r>
            <a:r>
              <a:rPr lang="en-US" altLang="en-US" sz="24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 users?</a:t>
            </a: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xmlns="" id="{8044D9F7-CD89-AB45-B6F9-16C59524F86C}"/>
              </a:ext>
            </a:extLst>
          </p:cNvPr>
          <p:cNvSpPr txBox="1">
            <a:spLocks noChangeArrowheads="1"/>
          </p:cNvSpPr>
          <p:nvPr/>
        </p:nvSpPr>
        <p:spPr>
          <a:xfrm>
            <a:off x="758020" y="2871602"/>
            <a:ext cx="4373656" cy="1881482"/>
          </a:xfrm>
          <a:prstGeom prst="rect">
            <a:avLst/>
          </a:prstGeom>
        </p:spPr>
        <p:txBody>
          <a:bodyPr vert="horz" lIns="68580" tIns="34290" rIns="68580" bIns="3429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15504" indent="-215504" defTabSz="685800">
              <a:spcBef>
                <a:spcPts val="750"/>
              </a:spcBef>
              <a:defRPr/>
            </a:pPr>
            <a:r>
              <a:rPr lang="en-US" altLang="en-US" sz="24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option 1: </a:t>
            </a:r>
            <a:r>
              <a:rPr lang="en-US" altLang="en-US" sz="24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single, large “mega-server”</a:t>
            </a:r>
          </a:p>
          <a:p>
            <a:pPr marL="510779" lvl="1" indent="-167879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single point of failure</a:t>
            </a:r>
          </a:p>
          <a:p>
            <a:pPr marL="510779" lvl="1" indent="-167879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point of network congestion</a:t>
            </a:r>
          </a:p>
          <a:p>
            <a:pPr marL="510779" lvl="1" indent="-167879" defTabSz="685800">
              <a:spcBef>
                <a:spcPts val="375"/>
              </a:spcBef>
              <a:defRPr/>
            </a:pPr>
            <a:r>
              <a:rPr lang="en-US" altLang="en-US" sz="21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long (and possibly congested) path to distant clients</a:t>
            </a: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xmlns="" id="{207B8273-3CDB-5A4C-BCB0-5458A1560072}"/>
              </a:ext>
            </a:extLst>
          </p:cNvPr>
          <p:cNvSpPr txBox="1">
            <a:spLocks noChangeArrowheads="1"/>
          </p:cNvSpPr>
          <p:nvPr/>
        </p:nvSpPr>
        <p:spPr>
          <a:xfrm>
            <a:off x="670872" y="4995569"/>
            <a:ext cx="7886699" cy="624182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15504" indent="-215504" defTabSz="685800">
              <a:spcBef>
                <a:spcPts val="750"/>
              </a:spcBef>
              <a:buNone/>
              <a:defRPr/>
            </a:pPr>
            <a:r>
              <a:rPr lang="en-US" altLang="en-US" sz="24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….quite simply: this solution </a:t>
            </a:r>
            <a:r>
              <a:rPr lang="en-US" altLang="en-US" sz="2400" i="1" dirty="0">
                <a:solidFill>
                  <a:srgbClr val="C00000"/>
                </a:solidFill>
                <a:latin typeface="Calibri" panose="020F0502020204030204"/>
                <a:ea typeface="ＭＳ Ｐゴシック" panose="020B0600070205080204" pitchFamily="34" charset="-128"/>
              </a:rPr>
              <a:t>doesn</a:t>
            </a:r>
            <a:r>
              <a:rPr lang="fr-FR" altLang="en-US" sz="2400" i="1" dirty="0">
                <a:solidFill>
                  <a:srgbClr val="C00000"/>
                </a:solidFill>
                <a:latin typeface="Calibri" panose="020F0502020204030204"/>
                <a:ea typeface="ＭＳ Ｐゴシック" panose="020B0600070205080204" pitchFamily="34" charset="-128"/>
              </a:rPr>
              <a:t>’</a:t>
            </a:r>
            <a:r>
              <a:rPr lang="en-US" altLang="ja-JP" sz="2400" i="1" dirty="0">
                <a:solidFill>
                  <a:srgbClr val="C00000"/>
                </a:solidFill>
                <a:latin typeface="Calibri" panose="020F0502020204030204"/>
                <a:ea typeface="ＭＳ Ｐゴシック" panose="020B0600070205080204" pitchFamily="34" charset="-128"/>
              </a:rPr>
              <a:t>t scale</a:t>
            </a:r>
          </a:p>
          <a:p>
            <a:pPr marL="510779" lvl="1" indent="-167879" defTabSz="685800">
              <a:spcBef>
                <a:spcPts val="375"/>
              </a:spcBef>
              <a:defRPr/>
            </a:pPr>
            <a:endParaRPr lang="en-US" altLang="en-US" sz="18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xmlns="" id="{570D28A7-7536-C148-9DF7-A474F521448D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94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39371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xmlns="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33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xmlns="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759772" y="1948200"/>
            <a:ext cx="7886699" cy="4015211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685800">
              <a:spcBef>
                <a:spcPts val="750"/>
              </a:spcBef>
              <a:buNone/>
              <a:defRPr/>
            </a:pPr>
            <a:r>
              <a:rPr lang="en-US" altLang="en-US" sz="24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challenge: </a:t>
            </a:r>
            <a:r>
              <a:rPr lang="en-US" altLang="en-US" sz="24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how to stream content (selected from millions of videos) to hundreds of thousands of </a:t>
            </a:r>
            <a:r>
              <a:rPr lang="en-US" altLang="en-US" sz="2400" i="1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simultaneous</a:t>
            </a:r>
            <a:r>
              <a:rPr lang="en-US" altLang="en-US" sz="24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 users?</a:t>
            </a: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pic>
        <p:nvPicPr>
          <p:cNvPr id="48130" name="Picture 2" descr="Limelight Networks">
            <a:extLst>
              <a:ext uri="{FF2B5EF4-FFF2-40B4-BE49-F238E27FC236}">
                <a16:creationId xmlns:a16="http://schemas.microsoft.com/office/drawing/2014/main" xmlns="" id="{A3065E66-FEC7-2E49-8807-DCF5473C92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135" y="4945427"/>
            <a:ext cx="2371725" cy="523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3">
            <a:extLst>
              <a:ext uri="{FF2B5EF4-FFF2-40B4-BE49-F238E27FC236}">
                <a16:creationId xmlns:a16="http://schemas.microsoft.com/office/drawing/2014/main" xmlns="" id="{D76CBC50-4E28-E24C-84D3-3E63230986B4}"/>
              </a:ext>
            </a:extLst>
          </p:cNvPr>
          <p:cNvSpPr txBox="1">
            <a:spLocks noChangeArrowheads="1"/>
          </p:cNvSpPr>
          <p:nvPr/>
        </p:nvSpPr>
        <p:spPr>
          <a:xfrm>
            <a:off x="603250" y="3534725"/>
            <a:ext cx="7520792" cy="1424460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i="1" dirty="0">
                <a:solidFill>
                  <a:srgbClr val="000099"/>
                </a:solidFill>
                <a:latin typeface="Calibri" panose="020F0502020204030204"/>
                <a:ea typeface="ＭＳ Ｐゴシック" panose="020B0600070205080204" pitchFamily="34" charset="-128"/>
              </a:rPr>
              <a:t>enter deep: </a:t>
            </a:r>
            <a:r>
              <a:rPr lang="en-US" altLang="en-US" sz="21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push CDN servers deep into many access networks </a:t>
            </a:r>
          </a:p>
          <a:p>
            <a:pPr marL="857250" lvl="2" indent="-171450" defTabSz="685800">
              <a:spcBef>
                <a:spcPts val="0"/>
              </a:spcBef>
              <a:defRPr/>
            </a:pPr>
            <a:r>
              <a:rPr lang="en-US" altLang="en-US" sz="18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close to users</a:t>
            </a:r>
          </a:p>
          <a:p>
            <a:pPr marL="857250" lvl="2" indent="-171450" defTabSz="685800">
              <a:spcBef>
                <a:spcPts val="0"/>
              </a:spcBef>
              <a:defRPr/>
            </a:pPr>
            <a:r>
              <a:rPr lang="en-US" altLang="en-US" sz="18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Akamai: </a:t>
            </a:r>
            <a:r>
              <a:rPr lang="en-US" sz="1800" dirty="0">
                <a:solidFill>
                  <a:prstClr val="black"/>
                </a:solidFill>
                <a:latin typeface="Calibri" panose="020F0502020204030204"/>
              </a:rPr>
              <a:t>240,000 servers deployed </a:t>
            </a:r>
          </a:p>
          <a:p>
            <a:pPr marL="685800" lvl="2" indent="0" defTabSz="685800">
              <a:spcBef>
                <a:spcPts val="0"/>
              </a:spcBef>
              <a:buNone/>
              <a:defRPr/>
            </a:pPr>
            <a:r>
              <a:rPr lang="en-US" sz="1800" dirty="0">
                <a:solidFill>
                  <a:prstClr val="black"/>
                </a:solidFill>
                <a:latin typeface="Calibri" panose="020F0502020204030204"/>
              </a:rPr>
              <a:t>   in &gt; 120 countries (2015)</a:t>
            </a:r>
            <a:endParaRPr lang="en-US" altLang="en-US" sz="18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pic>
        <p:nvPicPr>
          <p:cNvPr id="48132" name="Picture 4" descr="Image result for akamai logo">
            <a:extLst>
              <a:ext uri="{FF2B5EF4-FFF2-40B4-BE49-F238E27FC236}">
                <a16:creationId xmlns:a16="http://schemas.microsoft.com/office/drawing/2014/main" xmlns="" id="{93C9C7F3-5C9B-6B47-8777-2D7282FAEA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136" y="4128349"/>
            <a:ext cx="1414616" cy="5746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3">
            <a:extLst>
              <a:ext uri="{FF2B5EF4-FFF2-40B4-BE49-F238E27FC236}">
                <a16:creationId xmlns:a16="http://schemas.microsoft.com/office/drawing/2014/main" xmlns="" id="{6D604A88-D269-3D45-A9EC-60CC071F92E6}"/>
              </a:ext>
            </a:extLst>
          </p:cNvPr>
          <p:cNvSpPr txBox="1">
            <a:spLocks noChangeArrowheads="1"/>
          </p:cNvSpPr>
          <p:nvPr/>
        </p:nvSpPr>
        <p:spPr>
          <a:xfrm>
            <a:off x="732609" y="2377705"/>
            <a:ext cx="7886699" cy="1176728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4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215504" indent="-215504" defTabSz="685800">
              <a:spcBef>
                <a:spcPts val="750"/>
              </a:spcBef>
              <a:defRPr/>
            </a:pPr>
            <a:r>
              <a:rPr lang="en-US" altLang="en-US" sz="24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option 2: </a:t>
            </a:r>
            <a:r>
              <a:rPr lang="en-US" altLang="en-US" sz="24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store/serve multiple copies of videos at multiple geographically distributed sites </a:t>
            </a:r>
            <a:r>
              <a:rPr lang="en-US" altLang="en-US" sz="2400" i="1" dirty="0">
                <a:solidFill>
                  <a:srgbClr val="CC0000"/>
                </a:solidFill>
                <a:latin typeface="Calibri" panose="020F0502020204030204"/>
                <a:ea typeface="ＭＳ Ｐゴシック" panose="020B0600070205080204" pitchFamily="34" charset="-128"/>
              </a:rPr>
              <a:t>(CDN)</a:t>
            </a:r>
          </a:p>
          <a:p>
            <a:pPr marL="0" indent="0" defTabSz="685800">
              <a:spcBef>
                <a:spcPts val="750"/>
              </a:spcBef>
              <a:buNone/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xmlns="" id="{BF6948A4-CBD7-934C-8264-52F2841557C0}"/>
              </a:ext>
            </a:extLst>
          </p:cNvPr>
          <p:cNvSpPr txBox="1">
            <a:spLocks noChangeArrowheads="1"/>
          </p:cNvSpPr>
          <p:nvPr/>
        </p:nvSpPr>
        <p:spPr>
          <a:xfrm>
            <a:off x="609683" y="4572332"/>
            <a:ext cx="5268934" cy="1002886"/>
          </a:xfrm>
          <a:prstGeom prst="rect">
            <a:avLst/>
          </a:prstGeom>
        </p:spPr>
        <p:txBody>
          <a:bodyPr vert="horz" lIns="68580" tIns="34290" rIns="68580" bIns="3429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1494" lvl="1" indent="-173831" defTabSz="685800">
              <a:spcBef>
                <a:spcPts val="375"/>
              </a:spcBef>
              <a:defRPr/>
            </a:pPr>
            <a:r>
              <a:rPr lang="en-US" altLang="en-US" sz="2100" i="1" dirty="0">
                <a:solidFill>
                  <a:srgbClr val="000099"/>
                </a:solidFill>
                <a:latin typeface="Calibri" panose="020F0502020204030204"/>
                <a:ea typeface="ＭＳ Ｐゴシック" panose="020B0600070205080204" pitchFamily="34" charset="-128"/>
              </a:rPr>
              <a:t>bring home: </a:t>
            </a:r>
            <a:r>
              <a:rPr lang="en-US" altLang="en-US" sz="21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smaller number (10’s) of larger clusters in POPs near access nets</a:t>
            </a:r>
          </a:p>
          <a:p>
            <a:pPr marL="857250" lvl="2" indent="-171450" defTabSz="685800">
              <a:spcBef>
                <a:spcPts val="375"/>
              </a:spcBef>
              <a:defRPr/>
            </a:pPr>
            <a:r>
              <a:rPr lang="en-US" altLang="en-US" sz="1800" dirty="0">
                <a:solidFill>
                  <a:srgbClr val="000000"/>
                </a:solidFill>
                <a:latin typeface="Calibri" panose="020F0502020204030204"/>
                <a:ea typeface="ＭＳ Ｐゴシック" panose="020B0600070205080204" pitchFamily="34" charset="-128"/>
              </a:rPr>
              <a:t>used by Limelight</a:t>
            </a:r>
            <a:endParaRPr lang="en-US" altLang="en-US" sz="1800" i="1" dirty="0">
              <a:solidFill>
                <a:srgbClr val="CC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510779" lvl="1" indent="-167879" defTabSz="685800">
              <a:spcBef>
                <a:spcPts val="375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215504" indent="-215504" defTabSz="685800">
              <a:spcBef>
                <a:spcPts val="750"/>
              </a:spcBef>
              <a:defRPr/>
            </a:pPr>
            <a:endParaRPr lang="en-US" altLang="en-US" sz="2100" dirty="0">
              <a:solidFill>
                <a:srgbClr val="000000"/>
              </a:solidFill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xmlns="" id="{D474FA8A-D529-F648-AC28-8634041068DF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95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53262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48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8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0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xmlns="" id="{35B4664B-C361-969B-9845-6BF707A154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Akamai today: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xmlns="" id="{97F33C3E-3065-0439-4E8E-64A6F6D8FA1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Transport Layer: 3-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96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xmlns="" id="{E84400FE-086C-5202-0D75-36827CE815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2935" y="1906627"/>
            <a:ext cx="6038130" cy="3229841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xmlns="" id="{D66CBDD2-CDE0-4AD1-E50C-B03C41BF84D5}"/>
              </a:ext>
            </a:extLst>
          </p:cNvPr>
          <p:cNvSpPr txBox="1"/>
          <p:nvPr/>
        </p:nvSpPr>
        <p:spPr>
          <a:xfrm>
            <a:off x="1960960" y="5297601"/>
            <a:ext cx="661431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/>
              <a:t>Source: https://networkingchannel.eu/living-on-the-edge-for-a-quarter-century-an-akamai-retrospective-downloads/</a:t>
            </a:r>
          </a:p>
        </p:txBody>
      </p:sp>
    </p:spTree>
    <p:extLst>
      <p:ext uri="{BB962C8B-B14F-4D97-AF65-F5344CB8AC3E}">
        <p14:creationId xmlns:p14="http://schemas.microsoft.com/office/powerpoint/2010/main" val="402821434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xmlns="" id="{05CB5D98-8FAE-8041-ADCD-FC2907B3D45D}"/>
              </a:ext>
            </a:extLst>
          </p:cNvPr>
          <p:cNvGrpSpPr>
            <a:grpSpLocks/>
          </p:cNvGrpSpPr>
          <p:nvPr/>
        </p:nvGrpSpPr>
        <p:grpSpPr bwMode="auto">
          <a:xfrm>
            <a:off x="2401491" y="3748087"/>
            <a:ext cx="260747" cy="510779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xmlns="" id="{93B880F3-6ED0-DC49-91FB-DD77B9BC3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xmlns="" id="{63E65803-F64E-964C-BB0E-AC02BE265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xmlns="" id="{CFF7ED6D-0989-344B-AE4C-20DA03C91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xmlns="" id="{941BE1AF-5E27-B647-BA9C-B3EE5B9C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xmlns="" id="{50AD6637-E4A0-0942-BBC1-F02D41C1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xmlns="" id="{67DBE244-4946-4D42-BC84-2F3267DF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xmlns="" id="{DD82E102-0A0D-0346-8F3B-B698E5201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xmlns="" id="{80F347B8-7A32-C349-B708-CA539685CF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xmlns="" id="{6EBE3CF4-E2AE-F04F-8673-94548E006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xmlns="" id="{C6074E49-AF32-2D40-A2B2-E8FFE4B088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xmlns="" id="{8666B075-7D41-A948-B062-32137575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xmlns="" id="{85FAAB2E-96E2-C24D-A075-A1108BD297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xmlns="" id="{CF9C08E5-68D5-1F42-B433-F7983B261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xmlns="" id="{F8BBFFC8-9C86-1A4E-8626-6114E9D618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xmlns="" id="{5E1DE06F-7558-B246-BCD0-52A050D1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xmlns="" id="{70D6CE1F-E113-5D41-9A3A-2842A6254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xmlns="" id="{B90C6F47-1D9F-4348-84E4-01F62A019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xmlns="" id="{CB10DABD-7546-744C-A06D-EA9FF9EC1B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xmlns="" id="{ADB1BD53-ABF1-5942-A55A-B9B4B99243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xmlns="" id="{07D342AA-4A74-8945-B203-9C7B67381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xmlns="" id="{955A2A18-772E-8E43-8ACE-484F7BC12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xmlns="" id="{C7944BB8-BC67-7C4A-9AB3-D92740B9D8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xmlns="" id="{BE6BAF4F-AD6E-AE4A-B3D9-D9F40D477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xmlns="" id="{8DAB0AD2-2D0C-3148-8CDF-1DFB5C045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xmlns="" id="{C6389979-2F5F-0E4F-89BF-9B568B35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xmlns="" id="{A9138F55-45C7-8F49-A5F3-2980321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xmlns="" id="{C60910A5-106D-AF44-BC6D-021AA9E6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xmlns="" id="{59E65F19-263A-0640-A0A4-99E16179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xmlns="" id="{B4E70DA1-717F-6346-B36E-32B32E690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xmlns="" id="{3C9B3FC7-307A-C04C-8110-86E6D54B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xmlns="" id="{D4E099B1-3CFA-E643-AEA7-8E5FA2C22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xmlns="" id="{DEFBEEB8-6061-8B44-B42A-26E9E262F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350" dirty="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xmlns="" id="{181687A3-7F73-B845-B099-940B8BF5E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xmlns="" id="{4172238F-B7EC-A349-8B4B-54B820A7C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xmlns="" id="{7FD56F01-D99A-C54E-BADA-142C8FA4142A}"/>
              </a:ext>
            </a:extLst>
          </p:cNvPr>
          <p:cNvGrpSpPr>
            <a:grpSpLocks/>
          </p:cNvGrpSpPr>
          <p:nvPr/>
        </p:nvGrpSpPr>
        <p:grpSpPr bwMode="auto">
          <a:xfrm>
            <a:off x="1971800" y="3675628"/>
            <a:ext cx="5294586" cy="2096355"/>
            <a:chOff x="380687" y="1404311"/>
            <a:chExt cx="8456284" cy="5316812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xmlns="" id="{5B25B412-8CCF-6E45-90E6-042E5028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xmlns="" id="{6C24F7A6-9392-1A46-841F-34C36E8A2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xmlns="" id="{21137469-6038-DB4E-A0AA-0241DA2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xmlns="" id="{95144D54-2789-AA43-A3BF-D8E54A59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xmlns="" id="{7712001E-BBEF-5F4C-B5A1-80E20C76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xmlns="" id="{5A658EE5-8AEE-1244-AEC6-E8A90304A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xmlns="" id="{AE82A2B8-7FBA-7544-8664-9B768540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xmlns="" id="{51E69F33-32F0-A141-89E8-3BB97585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xmlns="" id="{A1B980C1-30C9-3D46-AD9F-F49314DC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xmlns="" id="{64ADF263-5177-6243-8427-FD946E4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xmlns="" id="{8DAEAF03-797C-6A49-A948-2C18D04B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xmlns="" id="{3F2175B4-EBB0-BD4A-8B5D-6585D56B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xmlns="" id="{421ACAA6-05EC-7E46-A062-4CB9911C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xmlns="" id="{A5F0FAE4-AE20-7745-984A-C9A2F19C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xmlns="" id="{F1306984-B2C0-634F-B53A-1F62E1A8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xmlns="" id="{06334E65-5FB7-8645-84B2-14655241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defRPr/>
              </a:pPr>
              <a:endParaRPr lang="en-US" sz="15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xmlns="" id="{68F6A953-C774-D140-BF5F-03B7AE566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04608" y="1404311"/>
              <a:ext cx="725061" cy="10537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2100" dirty="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xmlns="" id="{67D4903A-9B4E-E042-88F2-C9DCB59FA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32100" y="3015000"/>
              <a:ext cx="1151367" cy="6636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2100" dirty="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xmlns="" id="{2CE764A2-A3E7-4F41-B73B-A36B8CE5E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04375" y="5620253"/>
              <a:ext cx="725061" cy="10537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2100" dirty="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xmlns="" id="{5D6F55F3-40F8-0C4B-B878-9FE147792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26894" y="5667330"/>
              <a:ext cx="725061" cy="10537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2100" dirty="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xmlns="" id="{69EE839B-5668-7040-A29F-4F42B05CB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36811" y="3642376"/>
              <a:ext cx="1151367" cy="6636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2100" dirty="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xmlns="" id="{911FE559-513C-B14A-B4DD-3A3063186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45442" y="1469165"/>
              <a:ext cx="725061" cy="10537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2100" dirty="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xmlns="" id="{AF6A6FCC-5EED-C043-95CA-8F6767B5ED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xmlns="" id="{DF5AE295-89EC-864E-B878-506BA61F7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xmlns="" id="{A3AF6952-D0EF-1B43-A48E-CA9F58CEC4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xmlns="" id="{ACDC49F7-2E63-6B46-9419-745D44E639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xmlns="" id="{D59600F9-BA01-C64E-B0D7-5D9D49BE0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xmlns="" id="{AF12B2E2-7F1A-1F43-9981-4519A60C0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xmlns="" id="{E25BFB8E-9DBA-5743-838B-1F06ACAB3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xmlns="" id="{C25BC153-5A6E-BD49-83E0-31E1383036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xmlns="" id="{290799BD-DADC-2A4E-BD8C-1D118F828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xmlns="" id="{FD13B86F-2921-594E-AD36-848F408FBA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xmlns="" id="{D80A2786-6279-7E46-BDDD-DB268884B0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xmlns="" id="{8DE621D9-FC57-2047-BF3A-E8F05DF4E2CC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xmlns="" id="{17ECA681-7ABE-4842-BF98-602882E4975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xmlns="" id="{544DAD35-B12D-6246-B6BC-2AFBE2EE8B0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xmlns="" id="{59CEAB92-2C50-4748-B256-2669122702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xmlns="" id="{CD05C096-BD08-CC42-ACA7-457D83C6060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xmlns="" id="{C75463DA-468C-1940-B81E-5241B8808C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xmlns="" id="{277E7771-6083-3B4A-B2F3-D844311A0A2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xmlns="" id="{5BF1A0FB-9675-FB47-B9FD-109D77184D5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xmlns="" id="{438C778A-CC87-5141-9B8F-C9F408B48093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xmlns="" id="{0FBD653F-2A68-184A-BD9D-6C9311B9A1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xmlns="" id="{010C7E74-805A-2A40-95A0-6C4DDB5C69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xmlns="" id="{D0A20A6D-4238-8F4A-89C0-F42A421E13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xmlns="" id="{20209D8C-A441-D643-9E6E-6D6BF7AE2C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xmlns="" id="{97BF3F1D-BFFD-CE46-AA4F-1EF96C3537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xmlns="" id="{CB5EAAD6-36AD-5940-8E93-CCDF5F657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xmlns="" id="{D2783AA8-98DB-2742-9633-D1DB298BE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xmlns="" id="{9A3A7A14-3CDE-3343-9E31-B79200B6CF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xmlns="" id="{568B98BA-26D9-5648-9525-DB9872C35B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xmlns="" id="{0E17A66D-7D8B-5F41-BCE3-E570B63683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xmlns="" id="{08C4B1E3-E7B8-6643-8D79-369103CE73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xmlns="" id="{5A2BCCD6-1805-C846-B54E-B2051A89B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xmlns="" id="{88589E86-04E3-9B43-B338-1546C6A51E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xmlns="" id="{826A4B0A-B788-E54A-9EA4-9D62611463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xmlns="" id="{99939D3A-6B28-054A-B71F-0E4E67D9D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xmlns="" id="{71DD795F-B2F0-1743-8A24-D230657115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xmlns="" id="{C1A81B6B-0397-BD4C-A09F-6752DBD887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xmlns="" id="{D95D2676-448B-2E41-A61F-1B226AD35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xmlns="" id="{793837A4-55FA-2541-B594-F0C51D445F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xmlns="" id="{196B9A26-7308-8C4D-9336-8222537B5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xmlns="" id="{6645480F-8545-4F46-A661-8A40B381A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xmlns="" id="{155A4888-4551-1846-BBFA-61604C9B50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xmlns="" id="{15C82C35-1614-6D42-9C7F-35F402D84B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xmlns="" id="{43D75FD7-B2AE-6D4E-ACD0-3A2E5FA3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xmlns="" id="{948C0056-D7B2-0F4E-82C0-6EE9185E9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xmlns="" id="{B6099386-2953-A24D-9C2F-183267CE1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xmlns="" id="{47280217-6588-2442-88B2-2C978D2DBF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xmlns="" id="{A06444CC-9092-1545-8DB8-6E8FDA47D2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xmlns="" id="{98F0B009-EAE9-4D45-ADBF-90E4C8514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xmlns="" id="{69CB880D-4159-314B-8589-398633740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xmlns="" id="{6B73AC4A-06D5-BD46-BC62-FAF54C96B2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xmlns="" id="{6A495CD8-F8C0-9D42-9061-64D1E60810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xmlns="" id="{88F3B665-197B-4F49-8C43-447D1016AC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xmlns="" id="{252B1589-DFED-0B42-BE9A-3315ED3772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xmlns="" id="{FA2EF4E0-3B3F-CE46-8105-EE6EAFA746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xmlns="" id="{54F135E8-4A3E-7042-A857-E505A16F3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xmlns="" id="{C56D0DB6-C8C2-BD46-A61F-B87FCB3242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xmlns="" id="{8DD481CE-4625-5444-84F8-C4FDB1565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xmlns="" id="{DE30FE06-38AD-6649-B253-DAA50CC45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xmlns="" id="{6209655C-FC5E-E44B-9975-53EE035307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xmlns="" id="{42D22DF6-EB02-344F-BA0F-82D271D19B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xmlns="" id="{D1FD082C-1EE9-A840-9BBB-D573C2BAE2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xmlns="" id="{120A354C-EEB2-4349-805D-D662937E8F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xmlns="" id="{735E47BC-2B85-9A40-AD5E-92DCDE8453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xmlns="" id="{DA8F5B97-1A95-DD40-9510-949A180093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xmlns="" id="{62F71D57-BD92-A645-AED5-AD0F00C983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xmlns="" id="{E3F7C915-A486-E444-98C1-779B890F7C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xmlns="" id="{6E2EBA92-BAAC-8A4E-B9EE-659B6D50F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xmlns="" id="{811CC388-E88F-794C-B93B-4BD0E270E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xmlns="" id="{08071467-A7D7-4544-B96A-92880380E8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xmlns="" id="{DFFC3363-8E4F-4246-A933-E3CDB2A917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xmlns="" id="{FA89DEB4-2D16-5340-9560-4C1F194F96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xmlns="" id="{C80F42E7-1527-D145-8D68-DB063A0343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xmlns="" id="{419CAED2-2FDF-AD45-BCC9-3051C70FA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xmlns="" id="{FB922976-2E5B-5D49-807B-C93B68F18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xmlns="" id="{0CA521A0-0563-A445-99FF-4E670AB03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xmlns="" id="{53B08889-B6A0-304D-B4AF-255569F73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xmlns="" id="{1D769F62-F343-3A40-8620-384E7CA0F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xmlns="" id="{738937E8-A4B3-3349-AD95-112B3D9B60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xmlns="" id="{DC32E303-AE74-1446-98DB-33DD542D13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xmlns="" id="{534040FD-A850-1546-AE7B-911B7D8E7F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xmlns="" id="{8414AFD1-A6AE-0C43-87E8-330C24F518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xmlns="" id="{BC404CA4-DE57-A546-B3C0-F6DCD43DB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xmlns="" id="{2357F483-56DC-0D4E-ACFF-9C01DC6B9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xmlns="" id="{9120DEBC-2FEF-534C-A5EF-75BF98FB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xmlns="" id="{13FD973C-A8EE-5048-B348-4293B6AA64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xmlns="" id="{4CFD793E-DF31-1B46-B912-7925AAC6D7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xmlns="" id="{0BDCE3CD-0E06-3546-8D33-A3951ACB2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xmlns="" id="{58812803-3BD2-E145-84D5-3459DE9599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xmlns="" id="{A84ACE82-842B-3D47-B02C-B87E3EA372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xmlns="" id="{2F4FE782-0E61-A24A-86F5-53C4280FC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xmlns="" id="{20798D08-C275-C345-BDB5-ED6DA439F5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xmlns="" id="{9B8805E2-537D-484E-86AA-2288A84B6E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xmlns="" id="{A0649348-534F-1641-9713-81019EA8E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xmlns="" id="{4BABEB20-7AB6-0B49-9A50-DFA6EEAE4B48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xmlns="" id="{29F32A41-5B1D-6A44-B6A6-8806F19EE8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xmlns="" id="{E5B1E4A8-B1E8-4248-92B3-B50F21C2AFB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xmlns="" id="{7E071437-3F53-F24B-AA41-AC92CD067A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xmlns="" id="{270D89F3-A5CD-0D42-9664-1CBD48D3C3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xmlns="" id="{8E0B0208-44DB-7F44-B1B8-BE249EE486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xmlns="" id="{E96A89C9-2D97-5641-9D11-075A3C7111C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xmlns="" id="{505210E4-C184-2840-8C6D-90AF6551CA1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xmlns="" id="{21C8FA11-4B83-174D-8F02-BD67AB5C5AA8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xmlns="" id="{7561C78A-6F59-DF42-ACCB-01A5CC6657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xmlns="" id="{DAB1A0A2-2479-434F-BC8F-D8D60A6E7F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xmlns="" id="{ED06BFFA-C85C-E145-B80B-C4E40F4EB2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xmlns="" id="{0455DC68-96EA-7441-8A88-D21D991C80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xmlns="" id="{A70E3948-269D-1043-981F-069B6B9466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xmlns="" id="{4D2E9F7C-6625-1D46-B345-89632F209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xmlns="" id="{38702A10-8A63-4041-A2E6-19D0700CD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xmlns="" id="{DB3D42B8-1E0B-2141-AC34-40F5DB748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xmlns="" id="{ACF706A7-798D-A346-9CF3-ABA839EB33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xmlns="" id="{06A6101F-46E0-3B4D-AECC-DD3071E624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xmlns="" id="{3C6918EF-EA4A-BB45-BB58-B11A1CBCCA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xmlns="" id="{1E018DCB-4971-CE48-A256-AA4362913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xmlns="" id="{F09DC61A-8AB3-E645-AB67-B820BC5A88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xmlns="" id="{079DAECD-11B3-AF46-83BC-DC7102A4C9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xmlns="" id="{6CF13D1B-9091-9C49-A731-C3B1BD2994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xmlns="" id="{1112B24D-A91B-6345-8904-3311A6EF37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xmlns="" id="{F4E2AE18-3DFD-6F4A-9AAD-78CC47F25F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xmlns="" id="{A102C4D1-EDAF-0C49-BE0C-0530A350DC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xmlns="" id="{4C3582DA-B6CF-0D48-AAC3-41E294C933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xmlns="" id="{6E059628-B008-424D-8E3C-9AAA3EF6C9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xmlns="" id="{9B0DAB25-8759-7C4C-ACC2-288100B5B1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xmlns="" id="{BD574B09-1737-2942-BEA1-07433C4F3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xmlns="" id="{40226B75-332A-6C49-AD5D-F7B0F900E1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xmlns="" id="{D4734774-D18E-F44F-A5B6-A70189E1E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xmlns="" id="{949C6A4F-BB8B-7C49-9178-2224D4F76E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xmlns="" id="{5026986B-2A1D-1A4B-AA0E-09376B1A5A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xmlns="" id="{FAB277D9-41F4-B347-A4EB-B251DFAA6C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xmlns="" id="{78F96BC6-C625-FB44-A46C-A50621DE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xmlns="" id="{3BCF7842-1314-FB40-87A2-521057A848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xmlns="" id="{E1FF86B2-59E7-AC4E-A526-C279FB716C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xmlns="" id="{9F8413E9-C48E-264A-8591-2C0B204D1C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xmlns="" id="{99B838FA-6F6C-CE46-BA53-7674D71F97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xmlns="" id="{6638E85E-FA8E-E44D-8090-88DD58519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xmlns="" id="{CC4C1859-B092-FF46-A11F-4532415ACF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xmlns="" id="{2706917F-DCBC-6648-B7E0-2EF70D0848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xmlns="" id="{EA36D1C6-AAAC-7642-862E-993275FFE2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xmlns="" id="{6F71D3B3-5368-9F47-9279-5F4EC716AA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xmlns="" id="{03EBCB07-3B8C-F04D-87C2-120934D041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xmlns="" id="{F054508A-5C7E-0F43-B114-28281D9060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xmlns="" id="{DD0AC63F-E6BE-C442-9820-042A46C046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xmlns="" id="{99E9D08B-F159-E345-A669-BEB0E58C7E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xmlns="" id="{A4A63597-6D29-6B49-84DD-2CC90577A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xmlns="" id="{E9B40649-7213-5A4C-85C3-4E5D2E0D05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xmlns="" id="{6A2D1502-F648-694C-B2A3-2DCA8217C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xmlns="" id="{69384DF4-2CEC-D343-B40D-827624497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xmlns="" id="{C11F5225-9372-7245-B837-0402FFE85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xmlns="" id="{AC8D4647-F840-2C47-90A4-1E045B3D3C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xmlns="" id="{B1A62944-EAE7-7E43-8999-85E502468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xmlns="" id="{B55CEF74-BD0A-E14F-8F62-E62882EFC5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xmlns="" id="{86BE8552-DE6E-1441-8E62-8C5E44AF14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xmlns="" id="{011886F2-634D-7A43-9E3F-B0D5E4B082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xmlns="" id="{745E875F-3D57-B149-AE3A-24D67211D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xmlns="" id="{6C7DCEF3-5492-9E41-98F4-1D0E7669B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xmlns="" id="{C1E95F02-6F0C-AD4B-940D-EE552827D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xmlns="" id="{116A8522-2EEF-994E-BBD0-5F4D5716BF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xmlns="" id="{26DE0F20-7688-3E47-81FC-67B64A0C3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xmlns="" id="{87617361-E2F8-5441-947A-836C2D471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xmlns="" id="{55B9E919-C891-114A-9F2B-91C55602F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xmlns="" id="{2FAEA4A7-AF75-7A42-B3A6-CA73C06FE0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xmlns="" id="{8F8C2317-F654-1644-8A93-893FD07168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xmlns="" id="{FCC37B34-91F2-B84D-9A8D-F842612E4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defRPr/>
                    </a:pPr>
                    <a:endParaRPr lang="en-US" sz="1500" dirty="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xmlns="" id="{22D337FE-9DD1-3246-8616-2EA35C668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xmlns="" id="{CC422D8F-3988-784B-BEBA-5F1200A73E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xmlns="" id="{F3EB77C2-B4A7-E04E-86B3-4302FFACE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dirty="0">
                <a:solidFill>
                  <a:srgbClr val="000000"/>
                </a:solidFill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xmlns="" id="{E7351890-CEBA-A646-89FA-AF22BBF32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xmlns="" id="{EEBD2308-D2A0-AC49-9242-53715D186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xmlns="" id="{532FA6EB-1ED3-8B41-9477-C8FD35F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xmlns="" id="{7B459852-FD3F-344F-B1D8-5499EFA3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xmlns="" id="{ED6A6714-077A-F745-B1C2-F48388EAF9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xmlns="" id="{FC08ABC9-D715-6C4C-B404-5FAE1905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xmlns="" id="{67601DD4-804A-B34E-BDC9-E672FC8A4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xmlns="" id="{41294936-6401-5640-9DE5-9B9F307CD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xmlns="" id="{FAB6011B-18DC-7041-93B1-5B583D1FF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xmlns="" id="{092470B9-25E6-754D-8107-D52A201D7C5C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xmlns="" id="{1D46469C-FF4A-124C-9333-1C53B88741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xmlns="" id="{DD95A713-4EED-B644-8C9C-300479A1AF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xmlns="" id="{9FD77C7D-708D-3B42-A3AD-E02039445C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xmlns="" id="{B22933AE-4816-BF44-845B-6E3CC3BA11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xmlns="" id="{BDBAB80A-A0DD-C949-AD2F-A30A123B17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xmlns="" id="{E14B2FE8-04B9-424A-BCE8-28E93F1095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xmlns="" id="{34E7F923-3A06-0F4D-9346-BAD76B407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xmlns="" id="{BB80891E-C3E0-3D4D-BA0B-513467907B5F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xmlns="" id="{3C9B9C79-44AB-9845-B93F-243C03D2B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xmlns="" id="{5B9F3A69-ABCA-854D-9577-C62049D3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xmlns="" id="{2639C9AF-BEE6-1E42-B232-4DD8FD712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xmlns="" id="{28499526-DF01-DB46-85E7-6C99CE6E7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xmlns="" id="{40CB12FB-1915-6846-9842-91B6EE7C0A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xmlns="" id="{847CB771-DA3E-AC42-B8DF-A1BF5BDEC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xmlns="" id="{E3E08C2B-917B-D346-AA4E-B5EBC713C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xmlns="" id="{99A7E912-C929-E946-B023-45C8446B1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xmlns="" id="{832EA990-9C84-BB4E-879A-E24BB2127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xmlns="" id="{1FD19532-3C6A-6944-B7A0-491DBB859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xmlns="" id="{EF59029F-35B4-5849-B931-B02AC2AB1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xmlns="" id="{08EBCE26-9B87-5E46-B45E-E25C0C68F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xmlns="" id="{0F10270F-362A-6542-AE2B-5ADF00F2B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xmlns="" id="{B2B95FB2-765D-8E40-8C40-F185E5E13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xmlns="" id="{CE942ADE-85A2-6D40-8786-3982111C0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xmlns="" id="{4709E040-8779-E148-8461-4E6DD6FF3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xmlns="" id="{2EC5C348-D5F7-E848-916C-C461A6C480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xmlns="" id="{53C8DA15-629E-8D47-9DC4-63C6A069C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xmlns="" id="{765B90C5-892F-0246-B0AA-9171237C36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xmlns="" id="{8450505A-D0E4-334D-A6D2-E56B9DCE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xmlns="" id="{ACCBA3C4-5E92-5D42-822C-E712FCFC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xmlns="" id="{A3386F0E-8B2D-5841-A6BD-B8C379AA9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xmlns="" id="{26F2B019-E293-DC4E-9699-082AD56AFB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xmlns="" id="{DB730DFB-10CF-834A-8A1F-8D99EAB4C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xmlns="" id="{294C6390-D20F-8D4E-92C7-D8D0368A01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xmlns="" id="{0CC4C051-92D9-0C4A-BA08-6AA3F7B6C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xmlns="" id="{DADFDC5E-543D-1A4F-9535-A63BAF4AD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xmlns="" id="{AC489919-23DC-A74F-BC5E-03B0780A3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xmlns="" id="{8F62846A-7ED3-0D41-893C-AA8ABCCEC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xmlns="" id="{1A61DF7E-4CE5-2E4D-87F9-D1A9222CA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xmlns="" id="{AF3C5BB6-1980-E74F-937E-401D386C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xmlns="" id="{E7951780-FF12-1D42-AE17-FA840E6A5C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xmlns="" id="{C3EB81B5-31D1-674A-8C3D-F4835472A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xmlns="" id="{AFA1D2D9-AC22-6C46-9804-C3A0F0221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xmlns="" id="{3BE3CB23-B550-B24A-961B-B7696B265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xmlns="" id="{056EB8FE-8CB2-3D4C-A84C-9CF5FF1D0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xmlns="" id="{9708FB44-81F0-8F46-A168-91749747EB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xmlns="" id="{2F33FFD2-A75D-DD42-873F-D60991883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xmlns="" id="{C19BA767-E55C-584A-A7CA-8D0E63010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xmlns="" id="{0AA72197-3A39-014C-AEC8-CA58E95EC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xmlns="" id="{6C0714E0-0094-2940-B423-9E87F53FA0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xmlns="" id="{1DEC0890-CFB3-D142-BDBA-01853CAC8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xmlns="" id="{55989B49-AAF6-3949-BAD4-D234242AC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xmlns="" id="{1C513002-E3FB-3243-8B2D-E2410BA08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xmlns="" id="{667FCE78-4768-944A-AC97-0F371A72C3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xmlns="" id="{BAC969A7-FBF2-7E4A-83B2-CEC18BF31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xmlns="" id="{F9C686C5-20E3-4D4C-9476-74BB5092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xmlns="" id="{303650D4-5E03-4C4E-A363-372D37C53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xmlns="" id="{C3921D9A-BB10-C74A-9C49-2E9FFB4B5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xmlns="" id="{1368B42A-E1D4-4E41-A535-6A0F08ED5C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xmlns="" id="{DC2B0CDE-E5F3-8B4D-AEBE-6210B3949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xmlns="" id="{AE410816-FCD6-7E45-A8F5-619164B60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xmlns="" id="{97701F79-D645-3040-823B-E562904B5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xmlns="" id="{C2C3393C-A20E-2546-BA69-6E66D108EE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xmlns="" id="{52520BE8-E097-9D4A-90EB-4DB743A57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xmlns="" id="{17851E51-11FE-E54F-9828-F63F52408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xmlns="" id="{652E2E03-B9B4-8844-A236-4B0AE646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xmlns="" id="{7B869092-152F-8849-94DF-C2E8EEB81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xmlns="" id="{D7AB1565-C144-CF40-923D-62CBCCEB8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xmlns="" id="{79DCBDC9-25CB-D04A-B18F-49C0271EC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xmlns="" id="{EE1506B3-91A9-8545-BF42-773A7261D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defRPr/>
                  </a:pPr>
                  <a:endParaRPr lang="en-US" sz="1500" dirty="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xmlns="" id="{6D758495-4525-1840-9108-433D7676F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xmlns="" id="{F9EE4465-F2B1-6849-A118-0B1C30F33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xmlns="" id="{B6714E0E-0D31-C84D-8D9E-9FCB38926A94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xmlns="" id="{8155903A-B103-D14E-8CCC-1DFA8FB2545E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xmlns="" id="{7AC7E695-EA07-3046-99DC-F8FD9D67454A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xmlns="" id="{FBEF241B-F253-EF47-B879-F39C832F0097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xmlns="" id="{0A2E296A-C992-6B43-B5B6-1F149E2F6438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xmlns="" id="{0BB8E01C-35B8-5443-AA35-94FD0ED7D221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xmlns="" id="{3F481430-2BCB-0248-A5BC-932728EDBE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xmlns="" id="{DCE29518-A483-9A4A-8A10-D89316C48683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xmlns="" id="{062098A9-49C1-FC4F-BB79-741CE6EB84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xmlns="" id="{90054380-151A-B141-BDB3-3E4AA2C38869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xmlns="" id="{21C0B679-0C15-6945-A3BB-B0ACE9DA5808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xmlns="" id="{33131352-7320-7646-AD94-144B19056B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xmlns="" id="{519C1488-2E54-214C-8E4D-12B6C39EB8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xmlns="" id="{20D11DEC-F7C3-0641-8F5E-C7D41BE01B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xmlns="" id="{88CCB251-E7F3-D446-8226-8B6A8179594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xmlns="" id="{8C9C682C-C537-0B4A-8C35-5EF72924B2CF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xmlns="" id="{12CB2B5E-74D5-1247-86F8-7D424C4B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dirty="0">
                <a:solidFill>
                  <a:srgbClr val="000000"/>
                </a:solidFill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xmlns="" id="{C9A493C6-7E3B-8F4B-9C35-7487DBD21BF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xmlns="" id="{EA165901-B4F4-9149-8D94-F5D1EF46D0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xmlns="" id="{8F5D51C1-226C-6041-A49C-77285E66A8F2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xmlns="" id="{A11BC0A9-92CD-6445-B4EA-5AB7ECED0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1800" dirty="0">
                  <a:solidFill>
                    <a:srgbClr val="000000"/>
                  </a:solidFill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xmlns="" id="{0D76712C-6BAC-0F4F-83BA-864634AFEA71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xmlns="" id="{BF1055A1-7731-DD4B-9C17-14D79C2BE26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xmlns="" id="{DD44BBBA-67CC-324B-82FA-1F06761240E6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xmlns="" id="{E5879C3B-C51B-F044-AB12-0AC49119D6A9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xmlns="" id="{38228BDF-4479-0A49-B534-DBFBE9AC9F97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xmlns="" id="{E8F4E564-B0C5-094F-B054-D95E2EB4D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dirty="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xmlns="" id="{3E941375-17AE-A444-BC58-27E4F58BCB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dirty="0">
                <a:solidFill>
                  <a:srgbClr val="000000"/>
                </a:solidFill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xmlns="" id="{88CB59FF-B4E1-3045-B6B9-87E198A0A2F4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xmlns="" id="{54823C0A-DE8A-3A46-9135-EC29ADC3944E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xmlns="" id="{64878C9C-88A7-1B45-89D7-909D79798F1A}"/>
              </a:ext>
            </a:extLst>
          </p:cNvPr>
          <p:cNvGrpSpPr>
            <a:grpSpLocks/>
          </p:cNvGrpSpPr>
          <p:nvPr/>
        </p:nvGrpSpPr>
        <p:grpSpPr bwMode="auto">
          <a:xfrm>
            <a:off x="1472804" y="4477941"/>
            <a:ext cx="656034" cy="379809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xmlns="" id="{33B94C50-17C9-004C-8B35-6F999C04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dirty="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xmlns="" id="{2546187A-576B-DE46-A64B-440FC4856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CCFF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xmlns="" id="{2ADD125E-0DE3-4D46-882E-73961DE431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14539" y="4817270"/>
            <a:ext cx="108347" cy="238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defRPr/>
            </a:pPr>
            <a:endParaRPr lang="en-US" sz="150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xmlns="" id="{7DAA6B4B-E4A2-4841-8AC1-82CFF7FBD6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3270" y="2382043"/>
            <a:ext cx="7901968" cy="979884"/>
          </a:xfrm>
        </p:spPr>
        <p:txBody>
          <a:bodyPr>
            <a:normAutofit lnSpcReduction="10000"/>
          </a:bodyPr>
          <a:lstStyle/>
          <a:p>
            <a:pP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subscriber requests content, service provider returns manifest</a:t>
            </a: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xmlns="" id="{21721E23-9F57-904C-BFCA-C4CD4A1EA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2081" y="992821"/>
            <a:ext cx="7886700" cy="670967"/>
          </a:xfrm>
        </p:spPr>
        <p:txBody>
          <a:bodyPr>
            <a:normAutofit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How does Netflix work?</a:t>
            </a: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xmlns="" id="{0F460B63-6ED8-F347-BBCA-6234C05E84AA}"/>
              </a:ext>
            </a:extLst>
          </p:cNvPr>
          <p:cNvGrpSpPr>
            <a:grpSpLocks/>
          </p:cNvGrpSpPr>
          <p:nvPr/>
        </p:nvGrpSpPr>
        <p:grpSpPr bwMode="auto">
          <a:xfrm>
            <a:off x="3558778" y="5189935"/>
            <a:ext cx="261938" cy="509588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xmlns="" id="{C6D635F6-BB30-AA4D-BE52-460EABB84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xmlns="" id="{59A02A58-675C-9B46-A67F-C1008EA98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xmlns="" id="{DB6BE476-FB59-564D-A7CD-F63CB4F0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xmlns="" id="{97AAE496-AF52-7646-BE1B-C5175383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xmlns="" id="{78FEEF1E-CBB8-154D-9E0A-4C30741DF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xmlns="" id="{064546A9-BF2A-C14D-B11A-3FF7F8D6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xmlns="" id="{A14329CB-23B1-7B4E-8E21-1EBE2CA8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xmlns="" id="{ABBB6008-BA37-504A-BF1C-773E127FD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xmlns="" id="{BBAE6B6F-A278-9C4B-9012-71D473E84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xmlns="" id="{D5A328A7-1DE3-2945-A17E-0EFC3C10C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xmlns="" id="{E94A5BB5-420E-DC4D-9F7A-0609BE927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xmlns="" id="{3D4E0B35-7745-E646-B62C-A5C8F87D5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xmlns="" id="{8FC74A8B-A6FF-B244-8B1B-563D2AB45C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xmlns="" id="{C7F8F30F-76CD-9F4D-89A1-5C6AA373A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xmlns="" id="{54329010-4880-A040-AD13-FB0ED9120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xmlns="" id="{F146D8E2-272F-AD4F-9647-0F00A3C6C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xmlns="" id="{49F50C06-AA65-234D-A544-F6D40F37DA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xmlns="" id="{34251BE9-6C6E-D04E-82DB-F51792556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xmlns="" id="{9D9A0088-82D8-4746-A7D1-565EE50033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xmlns="" id="{03A5D088-1D4E-204F-A05A-E1A04117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xmlns="" id="{45751AFB-3CB8-E54E-A420-3ACBD2CD8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xmlns="" id="{4879D096-1F5A-AB4B-8699-DC85555DF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xmlns="" id="{2020F25C-85BE-E041-A122-B889A1FC7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xmlns="" id="{51EEB386-9A5D-8143-9E96-9E2A9E93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xmlns="" id="{0B1578A9-2AA4-BD43-968E-863FA89B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xmlns="" id="{0D66B690-4369-6843-AC31-6837F93D4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xmlns="" id="{EA324AF1-34AF-944A-B93E-B7199E644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xmlns="" id="{10570BA8-EB42-3F43-AEF6-B1A43EC38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xmlns="" id="{A02D527D-524E-5148-9599-FEFBEDBB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xmlns="" id="{62A7C374-701B-C84E-8D0A-330805A2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xmlns="" id="{641B2959-5FF9-8242-8CA2-86E1B7EF1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xmlns="" id="{DF26E7E9-F21E-5042-88DE-2D51E4D2A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350" dirty="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xmlns="" id="{E0268560-5AEC-064D-8B59-F87E954E8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xmlns="" id="{902ABD3D-7CF5-C146-88D3-3E605B61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xmlns="" id="{FD173FB9-420D-9E49-8542-9E15A51B5B09}"/>
              </a:ext>
            </a:extLst>
          </p:cNvPr>
          <p:cNvGrpSpPr>
            <a:grpSpLocks/>
          </p:cNvGrpSpPr>
          <p:nvPr/>
        </p:nvGrpSpPr>
        <p:grpSpPr bwMode="auto">
          <a:xfrm>
            <a:off x="4433889" y="3524250"/>
            <a:ext cx="260747" cy="509588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xmlns="" id="{90425795-A848-3A47-92DB-4B71A439E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xmlns="" id="{7B27B3BB-E951-9C4A-930D-20B82F341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xmlns="" id="{5033C289-EBE7-F848-A6AE-24C3C3AB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xmlns="" id="{77C6B579-50BF-3B4F-A9D7-6554742C2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xmlns="" id="{FF2FDFD9-CD89-314D-B9A1-9F93F6EF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xmlns="" id="{2A85F77C-9CD7-1340-B6C7-E191256E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xmlns="" id="{B001DC54-DB13-4B42-8FE5-F8CB8979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xmlns="" id="{F307D979-FCCD-E64A-947D-6475D5D531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xmlns="" id="{283264BF-AD70-D540-9407-216C36471C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xmlns="" id="{DCC2AABB-6D70-B348-A2EA-B6234E7A9F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xmlns="" id="{07023E65-53C3-0540-B684-1268D0C0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xmlns="" id="{0122A50B-D2CA-7D4E-A10A-A1D62BC5F6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xmlns="" id="{B6781CF3-69CF-0F44-A5BE-A0BAE8C18F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xmlns="" id="{969E0336-AAFA-7A4F-BA7F-D3F8604DEA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xmlns="" id="{4D89ED35-E659-664A-B10E-59BABA71A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xmlns="" id="{5EF7E283-572F-1F46-9FE8-78C8353E0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xmlns="" id="{E00FE29F-6519-8D48-A0C8-DD298702A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xmlns="" id="{EA079B44-83A2-FA4D-9076-317C7FFED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xmlns="" id="{8C117DA6-5F38-3041-B5DB-50F0F1014C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xmlns="" id="{0CC5EDB9-BF34-0249-A545-5721A846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xmlns="" id="{6E1330CB-ECAA-1B49-ACA9-C508640CD4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xmlns="" id="{C6558777-A4A1-C646-8E74-917A3274C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xmlns="" id="{6DCCB63F-4676-FA47-B3AD-6CC1AEA10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xmlns="" id="{8C0E6A33-5A00-3140-A409-5527D4414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xmlns="" id="{55371F00-39A2-7C47-81C6-A2FE626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xmlns="" id="{B7196671-27D9-0047-BDD1-2B6410E4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xmlns="" id="{EFC22A25-5441-8F4F-BDA4-0DE691080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xmlns="" id="{4826D924-9056-EA4B-A7A3-D23BC1DE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xmlns="" id="{520B3BCF-295E-094B-8D59-AFBB8842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xmlns="" id="{6D12D94D-F27B-0E4A-9F7C-D6E95D960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xmlns="" id="{807B1B62-B16D-8D4B-8BD9-5DF1512A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xmlns="" id="{ADE21467-D624-904E-838D-70813E9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350" dirty="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xmlns="" id="{BCA56903-72E4-7C4E-9D04-96A1C7CA7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xmlns="" id="{BC789B8C-4E82-B640-9321-FB2652EB2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xmlns="" id="{B67E4C73-2DDE-0644-8B08-03343E467221}"/>
              </a:ext>
            </a:extLst>
          </p:cNvPr>
          <p:cNvGrpSpPr>
            <a:grpSpLocks/>
          </p:cNvGrpSpPr>
          <p:nvPr/>
        </p:nvGrpSpPr>
        <p:grpSpPr bwMode="auto">
          <a:xfrm>
            <a:off x="4956572" y="5066111"/>
            <a:ext cx="260747" cy="510778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xmlns="" id="{6BE77C42-6E06-D245-9F37-1EF256CCB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xmlns="" id="{2D8EE99D-8E17-8845-94FD-64E4F9757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xmlns="" id="{6F3FE0D4-A2DA-D34C-A4AD-632E7C04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xmlns="" id="{9B968662-8399-C947-A725-3C2079D16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xmlns="" id="{6FF771FD-7D10-FE46-814D-5741EB17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xmlns="" id="{47B7976F-E40D-504C-9923-5650F7F5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xmlns="" id="{D61E8183-E04F-F349-944A-852A5E098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xmlns="" id="{05AC9BA8-A48D-914F-8353-9911B2724B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xmlns="" id="{3F913976-31DA-6747-B323-80805A82D8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xmlns="" id="{268B330D-5EC4-4F41-A9C9-73694EE3B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xmlns="" id="{F126082E-80A4-F148-B67A-5F8B0C9C9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xmlns="" id="{F4E60FF0-40E9-0743-8AB9-132F35646F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xmlns="" id="{5D38D0E1-95B8-7644-916C-223FF4B01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xmlns="" id="{228AF174-642C-DA45-8700-9B23D5A60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xmlns="" id="{CF598B88-9E11-634B-8D65-DC6DF3DBC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xmlns="" id="{3DAF1C69-3CE3-2C41-BA83-14BA52052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xmlns="" id="{7B9A1861-AEA3-F045-AD80-7CE3F47B2E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xmlns="" id="{B5264E03-832D-0442-AA60-A277EBB256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xmlns="" id="{BC5DFBD9-986C-9546-8DFA-938688D9C6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xmlns="" id="{17C79002-8148-4349-81F7-D0445F6C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xmlns="" id="{BCA5C138-F65F-2545-ABFC-EC5A6979BC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xmlns="" id="{A4C75F99-C790-654E-A3EF-2597B53BC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xmlns="" id="{DC4E3392-CF09-9F4D-8083-86B7B49CE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xmlns="" id="{8AEF6CD3-3A6F-724B-ADAB-C671D4892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xmlns="" id="{9BBA2597-DB7B-AE46-A90F-87B6493F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xmlns="" id="{25FCD4A9-4884-DD44-A180-0BFA16E1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xmlns="" id="{E681610F-842C-3E44-8DBD-486A7E47D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xmlns="" id="{9EEC1478-561A-DE4F-ADD8-E95A681E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xmlns="" id="{D655FF6C-082E-CF4D-B0BC-6AE679FE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xmlns="" id="{23BC460A-708D-1748-BBB0-A8F3360ED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xmlns="" id="{56D8CE25-AF6D-274E-83E8-370B8A28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xmlns="" id="{A5B49612-4308-FD40-8B73-6D4D3A7C5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350" dirty="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xmlns="" id="{BE2B8944-FFDF-6545-A30D-61506BE12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xmlns="" id="{7320C232-24CD-644E-AA66-E1EC4338B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xmlns="" id="{598C6C67-F8C4-A042-A92C-2B94B91C364A}"/>
              </a:ext>
            </a:extLst>
          </p:cNvPr>
          <p:cNvGrpSpPr>
            <a:grpSpLocks/>
          </p:cNvGrpSpPr>
          <p:nvPr/>
        </p:nvGrpSpPr>
        <p:grpSpPr bwMode="auto">
          <a:xfrm>
            <a:off x="5693570" y="3729037"/>
            <a:ext cx="260747" cy="510779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xmlns="" id="{4811B01E-BE38-934F-86FF-4F6DAF8B71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xmlns="" id="{0AFCE7C2-7232-154A-8E71-844BC22B8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xmlns="" id="{39714E75-C662-9640-8E8B-EF48CF2C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xmlns="" id="{C10B9719-3E0A-294C-8D8E-31A4E02C0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xmlns="" id="{EA1D806A-F3BB-AD4C-A7EA-E1F699CCB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xmlns="" id="{209C3040-DFFE-2641-B3F6-A6040A3E9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xmlns="" id="{258645F2-B091-BE46-A175-384298581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xmlns="" id="{500CBD05-0E32-7148-AC0F-508B79C36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xmlns="" id="{D6E1CE8A-CD27-864E-BD7C-9FA86CA6C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xmlns="" id="{631EEAAD-9EF2-1648-AD2A-A84D22BC5C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xmlns="" id="{FED5732B-4C99-5E4F-99DA-07D855FE9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xmlns="" id="{34868CC0-C56E-CF45-A807-8A35936DF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xmlns="" id="{8D2DB165-0043-0C4D-8CED-139DE529E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xmlns="" id="{18927EE1-4ED6-C545-92EA-69A661ED62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xmlns="" id="{288D5BE5-BAD9-8C4A-A0D2-74549D638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xmlns="" id="{3664781E-2307-BA41-B3D4-74745B587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xmlns="" id="{368937B0-7AA4-1F4A-99AF-EE23A1E3BE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xmlns="" id="{9A01E07B-F452-0042-8749-AA6F9BF6C8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xmlns="" id="{86F022B9-0E4F-5E4D-BC55-48B091D246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xmlns="" id="{B11B2A5F-302B-5541-A5DE-AD5D7B7C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xmlns="" id="{7FE8D8CA-4E8D-5142-84B2-6764BB308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xmlns="" id="{A178714F-4081-7A47-88BA-AA5CE7D94D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xmlns="" id="{A2F330D8-AB17-ED4F-ABCD-791AB236A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xmlns="" id="{CC1F60B5-CA5E-BD4F-9AF8-DEEC0D11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xmlns="" id="{D876F67F-BA0F-2D43-88EA-D11665D3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xmlns="" id="{8EB4073B-CBA0-F147-819E-7A79A09A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xmlns="" id="{E2F102C3-9141-D841-8851-BF47814C0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xmlns="" id="{0104F114-0BF8-2D43-BD35-9FA4B0D49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xmlns="" id="{D6BD11DA-56DB-E643-953D-CBDA9EDD4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xmlns="" id="{33F250C2-C7BC-6149-AF22-2F888BE5C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xmlns="" id="{60C7C83F-7932-2E43-A5E5-D8F782F5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xmlns="" id="{1E249C40-73FE-0443-BB83-42FB4430A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350" dirty="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xmlns="" id="{5EE279AB-829B-3348-9C50-79468AA66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xmlns="" id="{63496167-DD4B-4A45-89C4-CD008FB15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xmlns="" id="{26671DE5-CC5E-9346-9241-9C4B9744E98A}"/>
              </a:ext>
            </a:extLst>
          </p:cNvPr>
          <p:cNvGrpSpPr>
            <a:grpSpLocks/>
          </p:cNvGrpSpPr>
          <p:nvPr/>
        </p:nvGrpSpPr>
        <p:grpSpPr bwMode="auto">
          <a:xfrm>
            <a:off x="2734866" y="5079206"/>
            <a:ext cx="260747" cy="510779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xmlns="" id="{F6C700AB-F01A-1347-84B4-44C9C003CD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xmlns="" id="{32504C01-C290-2247-ADAA-2B64BFCC32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xmlns="" id="{A3F65C23-57BF-4346-A71B-85EF12E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xmlns="" id="{AFA7DEA9-FBEC-8E4B-B053-097F8A2BC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xmlns="" id="{CE2B5BAF-9ECC-8B4C-903A-3EB26128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xmlns="" id="{B5AE0A6A-DBAA-BA47-96F5-185131C3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xmlns="" id="{C80FC0E7-6E02-9E44-B34F-8DA670B4D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xmlns="" id="{F3FFBBB1-E716-F246-87A6-21C20BE85E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xmlns="" id="{BAA4262B-8BD5-704A-8117-BB630AEDE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xmlns="" id="{B8FD5B39-D818-294D-8B5A-FF9FD6FA9A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xmlns="" id="{99B8C3DB-28D5-F243-AA1A-7520585C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xmlns="" id="{2EFE68E7-EF42-4A41-83D7-7FF8796B6B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xmlns="" id="{D7F94DC5-0471-184D-AF96-A9F0657DBE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xmlns="" id="{388CA56D-4F65-824D-9B87-B3BF08D74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xmlns="" id="{1B5C1CAA-DAAD-334E-9523-BF2607F8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xmlns="" id="{28765756-7F30-3441-9655-066D5CF8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xmlns="" id="{55E7875B-A50E-ED4A-8FAF-CF245117B1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xmlns="" id="{C761D5B6-6EA5-844D-AB83-C03BD6A532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xmlns="" id="{B74D090B-9CD9-FC46-A626-7015CF797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xmlns="" id="{4089A926-43BB-464C-A49C-15A16876F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xmlns="" id="{AC193393-9A29-4849-8F04-4BD4E2C15F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xmlns="" id="{74196E03-85F3-A048-8080-DE4576B21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xmlns="" id="{64EA9132-B3BD-9743-92C8-D9855B70B4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xmlns="" id="{739522D9-F086-524F-A7A8-F771DEEB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xmlns="" id="{C331812E-5700-4848-B297-E38F2A89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xmlns="" id="{3AC61ABC-ADB4-B643-A136-E766F6160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xmlns="" id="{9DDFFEF5-B6AB-0548-AD01-6520F0568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xmlns="" id="{49F8424A-C2C9-1B47-8658-BB219529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xmlns="" id="{420D232B-869E-6249-961C-01A12E952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xmlns="" id="{010A3C00-5438-3042-9454-AAC01B2DB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xmlns="" id="{7D0F0111-3F7C-684D-A0A6-09260ABB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xmlns="" id="{28FE3FF0-2975-284F-AEEF-32347D4FF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350" dirty="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xmlns="" id="{228744DD-C103-F449-A6A9-99E3785C8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xmlns="" id="{C5E078A0-718D-474B-9E4C-EB46718FE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xmlns="" id="{246C61B4-2DD0-DC41-8DDB-58BD5215DB8E}"/>
              </a:ext>
            </a:extLst>
          </p:cNvPr>
          <p:cNvGrpSpPr>
            <a:grpSpLocks/>
          </p:cNvGrpSpPr>
          <p:nvPr/>
        </p:nvGrpSpPr>
        <p:grpSpPr bwMode="auto">
          <a:xfrm>
            <a:off x="6923485" y="4133850"/>
            <a:ext cx="742950" cy="548879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xmlns="" id="{8B49AFDD-88BF-0644-9165-905D6328861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xmlns="" id="{9428D587-7D5E-A643-B7C2-33D002F2E1E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xmlns="" id="{AE3FB9AE-64F1-CE4C-93BD-CBDB1EDA6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xmlns="" id="{69BF4E0E-3E93-6C45-A153-F5956ABB6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xmlns="" id="{E8FDBF27-0875-B54D-A203-35B11194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xmlns="" id="{04B3FED4-C9E5-084B-BFDE-FBC23888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xmlns="" id="{C103B347-0D35-E648-8B92-D51438E05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xmlns="" id="{6BA830CF-5591-9E42-87E4-7706ACB3FC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xmlns="" id="{44C87939-08C0-D24F-8B6B-28CC0BEDA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xmlns="" id="{B98D89D4-9360-984B-B2E0-C8BE02A092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xmlns="" id="{9C47E505-2EEC-3F48-91A3-F88B03ED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xmlns="" id="{B778C37F-D08E-114D-963F-D52DE65878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xmlns="" id="{9550A1B1-82EE-7841-9D81-E42FD6937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xmlns="" id="{2BDF4C6F-6870-1143-B70C-D158AFE7C5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xmlns="" id="{58CCE7C7-9C37-DB41-806E-3AB578456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xmlns="" id="{DBF18367-F728-D847-BD54-067CD14D0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xmlns="" id="{22E148B0-0037-E54C-9F98-077BC4E1B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xmlns="" id="{758460B7-51F1-D94D-B6F3-4A98A312D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xmlns="" id="{B1FE75B0-8411-8E43-BF34-3814B0D1E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xmlns="" id="{34C14115-826E-C047-A5AC-61450FA5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xmlns="" id="{475038A4-EE1A-674A-B169-D29EBCE6A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xmlns="" id="{3EA6A658-1C4E-C347-92D9-308B53694B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xmlns="" id="{303A1AB4-A521-4C46-929C-FE93FAEA70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xmlns="" id="{F20799A2-C0C0-BC41-B794-662788F2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xmlns="" id="{D8EB6300-A48F-4842-8305-F21FD306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xmlns="" id="{5069FF5B-6D12-3E48-8698-D0E32C78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xmlns="" id="{AFEF1B60-D4F2-134C-8C57-605795353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xmlns="" id="{0200803D-62FF-4441-B044-371B60B4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xmlns="" id="{6C7C58BA-3FAC-F540-8627-EF780D622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xmlns="" id="{84DCA700-1BB9-6F4F-9BFB-8C71C31C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xmlns="" id="{4DB7668B-A53B-204F-B691-E9B86D643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xmlns="" id="{734493BB-E4C9-364B-BE72-1ED56D2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xmlns="" id="{4FFB10A2-7D14-FB42-81F1-AC7500333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xmlns="" id="{0C4D4532-5385-5144-B156-410652EF6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xmlns="" id="{4E9454F6-8C78-1B44-A45E-659D47F7104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xmlns="" id="{A03C8245-84E8-1547-98F3-D419F0F3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xmlns="" id="{D4658AF0-46BC-3C41-9BE0-B3058E15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xmlns="" id="{C051241D-9938-2247-81A7-005E60E6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xmlns="" id="{D1D41A11-05E7-684B-A0AE-EC2C9DD5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xmlns="" id="{CDB6110C-F2A9-2A42-A814-225C606A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xmlns="" id="{4AA01198-881E-674B-8D85-89B4A423F0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xmlns="" id="{68DC4A52-F420-DE43-A08E-43238B4C5A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xmlns="" id="{1F90C38E-6529-6D43-AF3F-FCF2C27269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xmlns="" id="{A6C50548-B5A8-DD41-960F-934AB506C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xmlns="" id="{B50052D3-6E51-A24F-8DA6-1A1FB1E76A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xmlns="" id="{F197C4B6-E0DE-F849-B48E-BCEE5E7A9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xmlns="" id="{93DD5F29-0A86-D349-B160-42359A1BE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xmlns="" id="{2CEEAE7B-F0C2-3741-812C-E68B25F42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xmlns="" id="{D214CDE3-D2A8-274C-8077-E1A2A229E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xmlns="" id="{6E439FEA-F5FC-3B4E-9319-CE3BAECB5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xmlns="" id="{C9355DB6-C6B8-FF44-B122-7F1B0154AD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xmlns="" id="{49670351-9F5F-4D49-B71A-D4248C3860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xmlns="" id="{8C813492-9EA7-3A44-9D0E-5EE281C2F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xmlns="" id="{401906C0-A649-EA4C-AD29-60A7328EFA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xmlns="" id="{6D630F50-E03D-D54B-AD8B-C27CDE09F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xmlns="" id="{3017E51C-7609-2E48-8538-5848C4124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xmlns="" id="{651B996A-729D-A14F-9266-27B9137CB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xmlns="" id="{6B82CA0B-96B1-5C4F-BD88-422C7BF9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xmlns="" id="{45542DB4-486A-8545-8B5E-F0F0A314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xmlns="" id="{435B7EFD-D157-2C4F-8DF0-32699F988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xmlns="" id="{91EEEC1B-222B-2041-8B74-71DB5108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xmlns="" id="{2E4D5386-12FD-904A-A597-3248471B1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xmlns="" id="{405DC85D-D545-9549-815B-7EF5CE6A7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xmlns="" id="{E7D84189-0B0B-2344-A5F0-0C10C7C1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xmlns="" id="{5EAF772E-478C-8E4A-93CB-26B379E18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xmlns="" id="{27AE0AC9-B7B9-4E40-B5F3-DEC4F7D4D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xmlns="" id="{FBC56F80-E750-304F-95F3-C043C627A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xmlns="" id="{063CADA8-4BAC-AB4C-87C1-F68FF3A8BFF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xmlns="" id="{83609DD9-788C-B34B-A84D-5AF80A7E8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xmlns="" id="{9A83466C-E4FD-704C-B5A3-73372A72E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xmlns="" id="{6B912C6A-CA11-6241-B86E-7D90B796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xmlns="" id="{4EF65B28-986F-2941-82BF-82235F3C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xmlns="" id="{2E0706E9-4632-5147-9763-45281A5F5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xmlns="" id="{AFDA2183-F275-5945-8D00-53B62203DF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xmlns="" id="{6771E5BD-9EAE-334D-A62A-489F0A6F3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xmlns="" id="{EDB32EF2-BB3C-FA43-98D2-E17A7C0B2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xmlns="" id="{BC61EC3E-F484-3D44-8AB5-E7A307F17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xmlns="" id="{59D9A9D5-9943-2D41-B20D-6F38276B0D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xmlns="" id="{8D06F510-A5A6-DE4C-9A08-7E75EB9E6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xmlns="" id="{8FF0110B-B100-9542-B3BF-7AA2C9E42D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xmlns="" id="{3DC50D41-35CD-1341-A6D5-D950C8EDB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xmlns="" id="{7337A979-AD5D-9D44-B53F-15B562751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xmlns="" id="{941F8FDA-8D7F-2346-A6C2-6EA10A4250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xmlns="" id="{EECF23DE-461B-6144-AED7-04E1E12852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xmlns="" id="{0A68C799-922E-B342-9C3E-D7370E6F6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xmlns="" id="{936DB453-D72B-EF48-B4DE-1F4AA2CB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xmlns="" id="{C294DBB1-7698-5440-AE7E-BC967A3440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xmlns="" id="{1C28E9A7-7F8C-7448-8072-16825BD7A1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xmlns="" id="{F487AB71-1F45-EB49-A690-2C22A7507D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xmlns="" id="{72F89151-6238-B74D-867E-21A9ECE3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xmlns="" id="{2D301E59-F089-F146-9D78-8606C4C6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xmlns="" id="{58EE3F91-4AF5-C142-BEAE-95FF763AA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xmlns="" id="{1DBFAAB7-01C0-0142-B148-67BAAC23F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xmlns="" id="{6A788E83-B9AD-684D-9098-48CAC937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xmlns="" id="{3B10DC55-A939-5F48-BD8F-218473E0B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xmlns="" id="{21263D7D-4294-5148-B3A9-27122535A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xmlns="" id="{43CCDDD0-BFF9-884C-91C4-A05681D8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xmlns="" id="{797CAFF6-2540-2A43-A7EB-6DC21498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xmlns="" id="{4BB328AC-52B7-0E49-B39E-D6076BDE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xmlns="" id="{E9E2B2D4-67FA-DD44-B88A-D47E4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xmlns="" id="{ECF8F42F-4B0B-EE47-8918-77C7BC282FB3}"/>
              </a:ext>
            </a:extLst>
          </p:cNvPr>
          <p:cNvGrpSpPr>
            <a:grpSpLocks/>
          </p:cNvGrpSpPr>
          <p:nvPr/>
        </p:nvGrpSpPr>
        <p:grpSpPr bwMode="auto">
          <a:xfrm>
            <a:off x="6532960" y="5157787"/>
            <a:ext cx="260747" cy="510779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xmlns="" id="{1C58FD28-176F-A34A-9878-C60238838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xmlns="" id="{38988D6D-0BB2-0846-9D57-DEE7A2D049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xmlns="" id="{B75B1ABA-52FC-B043-9608-0D224DBCA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xmlns="" id="{FD560CD9-2687-F741-8045-AFDB9C46B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xmlns="" id="{F60A9E66-2B31-274F-A9F4-7AE7CEBC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xmlns="" id="{0ECC682E-80A9-664A-B2F9-3809C6B6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xmlns="" id="{F6363B5D-801C-0745-A1DF-15E7CB71E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xmlns="" id="{AFFFB009-5079-FF4D-A514-D86A36D905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xmlns="" id="{392483AB-DC02-2A41-962B-95AC6D66F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xmlns="" id="{4D194528-5F6A-564B-8E3C-7F849D4B12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xmlns="" id="{EFB28CCD-CE52-2849-8E9F-099A7003A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xmlns="" id="{0318F76E-4991-6A48-BA2E-BA8E46990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xmlns="" id="{A2B7EE78-B743-F742-8B2F-EC7FBB16D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xmlns="" id="{2A79FF57-2C38-304A-B360-02B7836D6F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xmlns="" id="{6592F3BD-D910-6142-A498-11CB54CD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xmlns="" id="{563B9000-6C65-DB4B-9E12-6CCE3EF8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xmlns="" id="{53621790-3635-2346-B3E7-A68A9275BA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xmlns="" id="{8A245C7D-4DEA-A346-BF1B-C7C292B10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xmlns="" id="{94A055E6-A46A-4249-BCFD-3019F44F3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xmlns="" id="{D6373BFE-9A2A-9E4F-ADE9-1D8ACBE4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xmlns="" id="{DE9BEAC1-7B89-2944-A44D-E7DB0D7614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xmlns="" id="{CF59CCD8-E595-4E42-855D-D91D9BCB34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xmlns="" id="{463C2AF6-3EE5-B94F-A53F-DA988F695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xmlns="" id="{E264C2EF-580A-0B47-9963-02E194A52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xmlns="" id="{811E20A3-FF5B-F547-9AA2-28EE1671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xmlns="" id="{78C55B6D-9FAA-3A49-A027-B2EC6C0D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xmlns="" id="{B3CCC850-2704-704A-96F9-42E78A49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xmlns="" id="{29EAE530-0285-8147-B69A-8802B846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6858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defRPr/>
                </a:pPr>
                <a:endParaRPr lang="en-US" sz="1500" dirty="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xmlns="" id="{86022980-C111-C14C-BC74-15BE5A0F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xmlns="" id="{2A511823-DED3-2747-9713-71D6036B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xmlns="" id="{782FCD42-797F-EF44-881F-939D4B842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xmlns="" id="{15EB52E1-99F3-F949-8E2B-4AF186BD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350" dirty="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xmlns="" id="{7D0BA5EC-A7D4-AB40-A9F6-0CF2C1F2A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xmlns="" id="{7EEC4949-56B9-1446-9711-9818D166C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dirty="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06C52556-3B7F-CA46-899E-C10EBF5C4BFA}"/>
              </a:ext>
            </a:extLst>
          </p:cNvPr>
          <p:cNvGrpSpPr>
            <a:grpSpLocks/>
          </p:cNvGrpSpPr>
          <p:nvPr/>
        </p:nvGrpSpPr>
        <p:grpSpPr bwMode="auto">
          <a:xfrm>
            <a:off x="1313260" y="3646885"/>
            <a:ext cx="736997" cy="1189434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xmlns="" id="{885F0363-C2C7-B040-9A9F-8762313A0D7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xmlns="" id="{CB6F3878-13F6-7E42-A58F-2603D66CC7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dirty="0">
                <a:solidFill>
                  <a:srgbClr val="000000"/>
                </a:solidFill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xmlns="" id="{22004AD2-F07E-954C-8CB1-F531A6E218E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xmlns="" id="{FBA2E74E-4CA0-634D-BA39-6FA14422C4A8}"/>
              </a:ext>
            </a:extLst>
          </p:cNvPr>
          <p:cNvSpPr txBox="1">
            <a:spLocks/>
          </p:cNvSpPr>
          <p:nvPr/>
        </p:nvSpPr>
        <p:spPr bwMode="auto">
          <a:xfrm>
            <a:off x="832328" y="1655297"/>
            <a:ext cx="7426041" cy="694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15504" indent="-215504"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lang="en-US" altLang="en-US" sz="21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Netflix: stores copies of content (e.g., MADMEN) at its (worldwide)  OpenConnect CDN  nodes 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xmlns="" id="{5C53D66F-2454-534A-B251-EF79F3D2D063}"/>
              </a:ext>
            </a:extLst>
          </p:cNvPr>
          <p:cNvGrpSpPr>
            <a:grpSpLocks/>
          </p:cNvGrpSpPr>
          <p:nvPr/>
        </p:nvGrpSpPr>
        <p:grpSpPr bwMode="auto">
          <a:xfrm>
            <a:off x="1169194" y="4630342"/>
            <a:ext cx="1433854" cy="276999"/>
            <a:chOff x="5957397" y="-30236"/>
            <a:chExt cx="1911830" cy="369787"/>
          </a:xfrm>
        </p:grpSpPr>
        <p:sp>
          <p:nvSpPr>
            <p:cNvPr id="211995" name="Rectangle 20">
              <a:extLst>
                <a:ext uri="{FF2B5EF4-FFF2-40B4-BE49-F238E27FC236}">
                  <a16:creationId xmlns:a16="http://schemas.microsoft.com/office/drawing/2014/main" xmlns="" id="{9DB5E779-F208-9B41-B538-A1AA669B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dirty="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1996" name="TextBox 21">
              <a:extLst>
                <a:ext uri="{FF2B5EF4-FFF2-40B4-BE49-F238E27FC236}">
                  <a16:creationId xmlns:a16="http://schemas.microsoft.com/office/drawing/2014/main" xmlns="" id="{BC52E3C7-5102-E549-BEF6-5D6E61CFD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911830" cy="3697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1200" dirty="0">
                  <a:solidFill>
                    <a:srgbClr val="FFFFFF"/>
                  </a:solidFill>
                  <a:cs typeface="Arial"/>
                </a:rPr>
                <a:t>where’s Madmen?</a:t>
              </a:r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xmlns="" id="{53C9D43F-CF97-804C-AB6A-00DEC2449E31}"/>
              </a:ext>
            </a:extLst>
          </p:cNvPr>
          <p:cNvGrpSpPr>
            <a:grpSpLocks/>
          </p:cNvGrpSpPr>
          <p:nvPr/>
        </p:nvGrpSpPr>
        <p:grpSpPr bwMode="auto">
          <a:xfrm>
            <a:off x="6588920" y="4441031"/>
            <a:ext cx="1003801" cy="276999"/>
            <a:chOff x="5931471" y="-30236"/>
            <a:chExt cx="1338634" cy="370242"/>
          </a:xfrm>
        </p:grpSpPr>
        <p:sp>
          <p:nvSpPr>
            <p:cNvPr id="211993" name="Rectangle 1113">
              <a:extLst>
                <a:ext uri="{FF2B5EF4-FFF2-40B4-BE49-F238E27FC236}">
                  <a16:creationId xmlns:a16="http://schemas.microsoft.com/office/drawing/2014/main" xmlns="" id="{CEB0D8F2-12E1-5148-8CC2-45D6340D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dirty="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1994" name="TextBox 1114">
              <a:extLst>
                <a:ext uri="{FF2B5EF4-FFF2-40B4-BE49-F238E27FC236}">
                  <a16:creationId xmlns:a16="http://schemas.microsoft.com/office/drawing/2014/main" xmlns="" id="{ED0C07AF-EC8A-1D44-A984-8A2456A29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338634" cy="3702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1200" dirty="0">
                  <a:solidFill>
                    <a:srgbClr val="FFFFFF"/>
                  </a:solidFill>
                  <a:cs typeface="Arial"/>
                </a:rPr>
                <a:t>manifest file</a:t>
              </a:r>
            </a:p>
          </p:txBody>
        </p:sp>
      </p:grpSp>
      <p:sp>
        <p:nvSpPr>
          <p:cNvPr id="28" name="Freeform 27">
            <a:extLst>
              <a:ext uri="{FF2B5EF4-FFF2-40B4-BE49-F238E27FC236}">
                <a16:creationId xmlns:a16="http://schemas.microsoft.com/office/drawing/2014/main" xmlns="" id="{068BEAB9-D8D3-C441-9C37-3B12CF5A5614}"/>
              </a:ext>
            </a:extLst>
          </p:cNvPr>
          <p:cNvSpPr>
            <a:spLocks/>
          </p:cNvSpPr>
          <p:nvPr/>
        </p:nvSpPr>
        <p:spPr bwMode="auto">
          <a:xfrm>
            <a:off x="1928272" y="4029400"/>
            <a:ext cx="756047" cy="660797"/>
          </a:xfrm>
          <a:custGeom>
            <a:avLst/>
            <a:gdLst>
              <a:gd name="T0" fmla="*/ 542251 w 1284637"/>
              <a:gd name="T1" fmla="*/ 0 h 1108430"/>
              <a:gd name="T2" fmla="*/ 620508 w 1284637"/>
              <a:gd name="T3" fmla="*/ 556152 h 1108430"/>
              <a:gd name="T4" fmla="*/ 0 w 1284637"/>
              <a:gd name="T5" fmla="*/ 55551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defRPr/>
            </a:pPr>
            <a:endParaRPr lang="en-US" sz="150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xmlns="" id="{1FA9C861-3CFD-5C47-9603-F36C34D39F14}"/>
              </a:ext>
            </a:extLst>
          </p:cNvPr>
          <p:cNvSpPr>
            <a:spLocks/>
          </p:cNvSpPr>
          <p:nvPr/>
        </p:nvSpPr>
        <p:spPr bwMode="auto">
          <a:xfrm flipV="1">
            <a:off x="1968105" y="4702970"/>
            <a:ext cx="1625203" cy="532210"/>
          </a:xfrm>
          <a:custGeom>
            <a:avLst/>
            <a:gdLst>
              <a:gd name="T0" fmla="*/ 1752991 w 1898925"/>
              <a:gd name="T1" fmla="*/ 0 h 980345"/>
              <a:gd name="T2" fmla="*/ 2822161 w 1898925"/>
              <a:gd name="T3" fmla="*/ 227646 h 980345"/>
              <a:gd name="T4" fmla="*/ 2173683 w 1898925"/>
              <a:gd name="T5" fmla="*/ 258645 h 980345"/>
              <a:gd name="T6" fmla="*/ 1262389 w 1898925"/>
              <a:gd name="T7" fmla="*/ 362755 h 980345"/>
              <a:gd name="T8" fmla="*/ 0 w 1898925"/>
              <a:gd name="T9" fmla="*/ 371335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defTabSz="6858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defRPr/>
            </a:pPr>
            <a:endParaRPr lang="en-US" sz="150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2" name="Content Placeholder 12">
            <a:extLst>
              <a:ext uri="{FF2B5EF4-FFF2-40B4-BE49-F238E27FC236}">
                <a16:creationId xmlns:a16="http://schemas.microsoft.com/office/drawing/2014/main" xmlns="" id="{CC467532-9586-A943-BA29-4F35221A16AD}"/>
              </a:ext>
            </a:extLst>
          </p:cNvPr>
          <p:cNvSpPr txBox="1">
            <a:spLocks/>
          </p:cNvSpPr>
          <p:nvPr/>
        </p:nvSpPr>
        <p:spPr bwMode="auto">
          <a:xfrm>
            <a:off x="876295" y="2658812"/>
            <a:ext cx="7426041" cy="344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388144" lvl="1" indent="-173831" defTabSz="685800">
              <a:buFont typeface="Arial"/>
              <a:buChar char="•"/>
              <a:defRPr/>
            </a:pPr>
            <a:r>
              <a:rPr lang="en-US" sz="1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using manifest, client retrieves content at highest supportable rate</a:t>
            </a:r>
          </a:p>
          <a:p>
            <a:pPr marL="342900" lvl="1" indent="0" defTabSz="685800">
              <a:buNone/>
              <a:defRPr/>
            </a:pPr>
            <a:endParaRPr lang="en-US" sz="18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23" name="Content Placeholder 12">
            <a:extLst>
              <a:ext uri="{FF2B5EF4-FFF2-40B4-BE49-F238E27FC236}">
                <a16:creationId xmlns:a16="http://schemas.microsoft.com/office/drawing/2014/main" xmlns="" id="{2E17DE3C-B1EA-6342-A5E5-820798A09912}"/>
              </a:ext>
            </a:extLst>
          </p:cNvPr>
          <p:cNvSpPr txBox="1">
            <a:spLocks/>
          </p:cNvSpPr>
          <p:nvPr/>
        </p:nvSpPr>
        <p:spPr bwMode="auto">
          <a:xfrm>
            <a:off x="877810" y="2971516"/>
            <a:ext cx="6835378" cy="377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388144" lvl="1" indent="-163116" defTabSz="685800">
              <a:buFont typeface="Arial"/>
              <a:buChar char="•"/>
              <a:defRPr/>
            </a:pPr>
            <a:r>
              <a:rPr lang="en-US" sz="1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may choose different rate or copy if network path congested</a:t>
            </a:r>
          </a:p>
          <a:p>
            <a:pPr marL="342900" lvl="1" indent="0" defTabSz="685800">
              <a:buNone/>
              <a:defRPr/>
            </a:pPr>
            <a:endParaRPr lang="en-US" sz="18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70" name="Slide Number Placeholder 2">
            <a:extLst>
              <a:ext uri="{FF2B5EF4-FFF2-40B4-BE49-F238E27FC236}">
                <a16:creationId xmlns:a16="http://schemas.microsoft.com/office/drawing/2014/main" xmlns="" id="{0F723A7B-FECC-0045-AA25-C72B2F046D6E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97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2405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0.08763 -0.02916 L 0.11106 -0.02685 L 0.24635 0.00185 L 0.3569 -0.03079 L 0.42682 -0.00486 L 0.48242 0.01551 L 0.56041 -0.01088 L 0.60026 -0.05509 " pathEditMode="relative" rAng="0" ptsTypes="AAAAAAAAA">
                                      <p:cBhvr>
                                        <p:cTn id="4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013" y="-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735 -0.01829 L -0.02942 0.05208 L -0.16276 0.0037 L -0.28893 0.03449 L -0.46106 0.01018 L -0.56901 0.0368 " pathEditMode="relative" rAng="0" ptsTypes="AAAAAA">
                                      <p:cBhvr>
                                        <p:cTn id="53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318" y="35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3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1122" grpId="0"/>
      <p:bldP spid="1123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485">
            <a:extLst>
              <a:ext uri="{FF2B5EF4-FFF2-40B4-BE49-F238E27FC236}">
                <a16:creationId xmlns:a16="http://schemas.microsoft.com/office/drawing/2014/main" xmlns="" id="{D3CA8C78-AA59-A24B-B727-D151A079D1FC}"/>
              </a:ext>
            </a:extLst>
          </p:cNvPr>
          <p:cNvGrpSpPr>
            <a:grpSpLocks/>
          </p:cNvGrpSpPr>
          <p:nvPr/>
        </p:nvGrpSpPr>
        <p:grpSpPr bwMode="auto">
          <a:xfrm>
            <a:off x="1971800" y="3673246"/>
            <a:ext cx="5294586" cy="2096355"/>
            <a:chOff x="380687" y="1404309"/>
            <a:chExt cx="8456283" cy="5316806"/>
          </a:xfrm>
        </p:grpSpPr>
        <p:sp>
          <p:nvSpPr>
            <p:cNvPr id="214743" name="Freeform 84">
              <a:extLst>
                <a:ext uri="{FF2B5EF4-FFF2-40B4-BE49-F238E27FC236}">
                  <a16:creationId xmlns:a16="http://schemas.microsoft.com/office/drawing/2014/main" xmlns="" id="{A060C597-01E9-554B-B8BD-771A8A2A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40" y="224137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44" name="Freeform 84">
              <a:extLst>
                <a:ext uri="{FF2B5EF4-FFF2-40B4-BE49-F238E27FC236}">
                  <a16:creationId xmlns:a16="http://schemas.microsoft.com/office/drawing/2014/main" xmlns="" id="{FB766578-AC48-D940-A2E4-3DFFA47D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4" y="304141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45" name="Freeform 84">
              <a:extLst>
                <a:ext uri="{FF2B5EF4-FFF2-40B4-BE49-F238E27FC236}">
                  <a16:creationId xmlns:a16="http://schemas.microsoft.com/office/drawing/2014/main" xmlns="" id="{7784D005-A9C4-3F44-8C8B-F862D7FA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5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46" name="Freeform 84">
              <a:extLst>
                <a:ext uri="{FF2B5EF4-FFF2-40B4-BE49-F238E27FC236}">
                  <a16:creationId xmlns:a16="http://schemas.microsoft.com/office/drawing/2014/main" xmlns="" id="{AF3297ED-6FF2-D74A-A40C-EB85E1D5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1" y="535263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47" name="Freeform 84">
              <a:extLst>
                <a:ext uri="{FF2B5EF4-FFF2-40B4-BE49-F238E27FC236}">
                  <a16:creationId xmlns:a16="http://schemas.microsoft.com/office/drawing/2014/main" xmlns="" id="{7B5046C6-6E0C-8942-A4E9-C15175BE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5" y="4730385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48" name="Freeform 84">
              <a:extLst>
                <a:ext uri="{FF2B5EF4-FFF2-40B4-BE49-F238E27FC236}">
                  <a16:creationId xmlns:a16="http://schemas.microsoft.com/office/drawing/2014/main" xmlns="" id="{1D4FE714-7EBB-1544-9F51-31F44E05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4" y="407003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49" name="Freeform 84">
              <a:extLst>
                <a:ext uri="{FF2B5EF4-FFF2-40B4-BE49-F238E27FC236}">
                  <a16:creationId xmlns:a16="http://schemas.microsoft.com/office/drawing/2014/main" xmlns="" id="{14110D05-4BB8-BF41-8DE5-E9201FEF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0" name="Freeform 84">
              <a:extLst>
                <a:ext uri="{FF2B5EF4-FFF2-40B4-BE49-F238E27FC236}">
                  <a16:creationId xmlns:a16="http://schemas.microsoft.com/office/drawing/2014/main" xmlns="" id="{B9CFD74C-9E09-7B48-B364-ADBD99E1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09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1" name="Freeform 84">
              <a:extLst>
                <a:ext uri="{FF2B5EF4-FFF2-40B4-BE49-F238E27FC236}">
                  <a16:creationId xmlns:a16="http://schemas.microsoft.com/office/drawing/2014/main" xmlns="" id="{4F238408-D759-B946-9AE3-DCD9CA584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4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2" name="Freeform 84">
              <a:extLst>
                <a:ext uri="{FF2B5EF4-FFF2-40B4-BE49-F238E27FC236}">
                  <a16:creationId xmlns:a16="http://schemas.microsoft.com/office/drawing/2014/main" xmlns="" id="{080FAA08-DB3C-E84E-BC58-E0C6A54C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6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3" name="Freeform 84">
              <a:extLst>
                <a:ext uri="{FF2B5EF4-FFF2-40B4-BE49-F238E27FC236}">
                  <a16:creationId xmlns:a16="http://schemas.microsoft.com/office/drawing/2014/main" xmlns="" id="{36E8E47A-157C-F445-B1CB-D81F1CFF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89" y="560661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4" name="Freeform 84">
              <a:extLst>
                <a:ext uri="{FF2B5EF4-FFF2-40B4-BE49-F238E27FC236}">
                  <a16:creationId xmlns:a16="http://schemas.microsoft.com/office/drawing/2014/main" xmlns="" id="{9FA6F6A3-A686-2048-8022-76ABCA26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2" y="495896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5" name="Freeform 84">
              <a:extLst>
                <a:ext uri="{FF2B5EF4-FFF2-40B4-BE49-F238E27FC236}">
                  <a16:creationId xmlns:a16="http://schemas.microsoft.com/office/drawing/2014/main" xmlns="" id="{24739648-E5DE-8945-8268-3C6D0277B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1" y="404463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6" name="Freeform 84">
              <a:extLst>
                <a:ext uri="{FF2B5EF4-FFF2-40B4-BE49-F238E27FC236}">
                  <a16:creationId xmlns:a16="http://schemas.microsoft.com/office/drawing/2014/main" xmlns="" id="{44333E2C-6D42-2940-B6CB-E3C930D3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8" y="58478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7" name="Freeform 84">
              <a:extLst>
                <a:ext uri="{FF2B5EF4-FFF2-40B4-BE49-F238E27FC236}">
                  <a16:creationId xmlns:a16="http://schemas.microsoft.com/office/drawing/2014/main" xmlns="" id="{6146EC4B-F1F9-2D45-8118-0F691C5B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5" y="598758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8" name="Freeform 84">
              <a:extLst>
                <a:ext uri="{FF2B5EF4-FFF2-40B4-BE49-F238E27FC236}">
                  <a16:creationId xmlns:a16="http://schemas.microsoft.com/office/drawing/2014/main" xmlns="" id="{738B05C2-CDE6-124B-A567-E47B252E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3" y="58351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685800">
                <a:defRPr/>
              </a:pPr>
              <a:endParaRPr lang="en-US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59" name="TextBox 4">
              <a:extLst>
                <a:ext uri="{FF2B5EF4-FFF2-40B4-BE49-F238E27FC236}">
                  <a16:creationId xmlns:a16="http://schemas.microsoft.com/office/drawing/2014/main" xmlns="" id="{78D3D6C5-B38A-2C46-B682-7E0D50502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04608" y="1404309"/>
              <a:ext cx="725061" cy="10537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r>
                <a:rPr lang="en-US" altLang="en-US" sz="2100" dirty="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0" name="TextBox 179">
              <a:extLst>
                <a:ext uri="{FF2B5EF4-FFF2-40B4-BE49-F238E27FC236}">
                  <a16:creationId xmlns:a16="http://schemas.microsoft.com/office/drawing/2014/main" xmlns="" id="{4CD31A89-F8CF-6049-A5E5-85053FE0E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32100" y="3014999"/>
              <a:ext cx="1151366" cy="6636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r>
                <a:rPr lang="en-US" altLang="en-US" sz="2100" dirty="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1" name="TextBox 180">
              <a:extLst>
                <a:ext uri="{FF2B5EF4-FFF2-40B4-BE49-F238E27FC236}">
                  <a16:creationId xmlns:a16="http://schemas.microsoft.com/office/drawing/2014/main" xmlns="" id="{D2B68C45-7019-014E-9AEF-6434FE05C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04375" y="5620246"/>
              <a:ext cx="725061" cy="10537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r>
                <a:rPr lang="en-US" altLang="en-US" sz="2100" dirty="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2" name="TextBox 181">
              <a:extLst>
                <a:ext uri="{FF2B5EF4-FFF2-40B4-BE49-F238E27FC236}">
                  <a16:creationId xmlns:a16="http://schemas.microsoft.com/office/drawing/2014/main" xmlns="" id="{7047D8F0-AC47-7C4D-B0ED-BA84F2FCF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26894" y="5667323"/>
              <a:ext cx="725061" cy="10537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r>
                <a:rPr lang="en-US" altLang="en-US" sz="2100" dirty="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3" name="TextBox 182">
              <a:extLst>
                <a:ext uri="{FF2B5EF4-FFF2-40B4-BE49-F238E27FC236}">
                  <a16:creationId xmlns:a16="http://schemas.microsoft.com/office/drawing/2014/main" xmlns="" id="{7A1EB57F-3C68-0B4D-A1B8-7F5F6B516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36812" y="3642371"/>
              <a:ext cx="1151365" cy="6636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r>
                <a:rPr lang="en-US" altLang="en-US" sz="2100" dirty="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4" name="TextBox 183">
              <a:extLst>
                <a:ext uri="{FF2B5EF4-FFF2-40B4-BE49-F238E27FC236}">
                  <a16:creationId xmlns:a16="http://schemas.microsoft.com/office/drawing/2014/main" xmlns="" id="{BE1173A8-62F0-C04C-BB53-F0B39FB9A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45443" y="1469160"/>
              <a:ext cx="725061" cy="10537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r>
                <a:rPr lang="en-US" altLang="en-US" sz="2100" dirty="0">
                  <a:solidFill>
                    <a:srgbClr val="0000FF"/>
                  </a:solidFill>
                </a:rPr>
                <a:t>…</a:t>
              </a:r>
            </a:p>
          </p:txBody>
        </p:sp>
        <p:grpSp>
          <p:nvGrpSpPr>
            <p:cNvPr id="214765" name="Group 8">
              <a:extLst>
                <a:ext uri="{FF2B5EF4-FFF2-40B4-BE49-F238E27FC236}">
                  <a16:creationId xmlns:a16="http://schemas.microsoft.com/office/drawing/2014/main" xmlns="" id="{FE595CC6-E58E-EE4A-8E57-98EE43A69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496"/>
              <a:ext cx="3225799" cy="1117598"/>
              <a:chOff x="7848600" y="2044700"/>
              <a:chExt cx="3200399" cy="1371600"/>
            </a:xfrm>
          </p:grpSpPr>
          <p:sp>
            <p:nvSpPr>
              <p:cNvPr id="214961" name="Oval 3">
                <a:extLst>
                  <a:ext uri="{FF2B5EF4-FFF2-40B4-BE49-F238E27FC236}">
                    <a16:creationId xmlns:a16="http://schemas.microsoft.com/office/drawing/2014/main" xmlns="" id="{3A2DEDDB-FB5B-4946-8CD8-74906340D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4962" name="Group 133">
                <a:extLst>
                  <a:ext uri="{FF2B5EF4-FFF2-40B4-BE49-F238E27FC236}">
                    <a16:creationId xmlns:a16="http://schemas.microsoft.com/office/drawing/2014/main" xmlns="" id="{21D80924-7CDB-4342-ACF8-4F970D327F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5035" name="Oval 407">
                  <a:extLst>
                    <a:ext uri="{FF2B5EF4-FFF2-40B4-BE49-F238E27FC236}">
                      <a16:creationId xmlns:a16="http://schemas.microsoft.com/office/drawing/2014/main" xmlns="" id="{61D0AC9A-8B66-2B4C-82C3-5309CE4B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36" name="Rectangle 410">
                  <a:extLst>
                    <a:ext uri="{FF2B5EF4-FFF2-40B4-BE49-F238E27FC236}">
                      <a16:creationId xmlns:a16="http://schemas.microsoft.com/office/drawing/2014/main" xmlns="" id="{F8139EB8-4456-D748-A30F-66BB62501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37" name="Oval 411">
                  <a:extLst>
                    <a:ext uri="{FF2B5EF4-FFF2-40B4-BE49-F238E27FC236}">
                      <a16:creationId xmlns:a16="http://schemas.microsoft.com/office/drawing/2014/main" xmlns="" id="{8E128DBA-3FA3-514E-95F4-8A1E1E8AEA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38" name="Group 137">
                  <a:extLst>
                    <a:ext uri="{FF2B5EF4-FFF2-40B4-BE49-F238E27FC236}">
                      <a16:creationId xmlns:a16="http://schemas.microsoft.com/office/drawing/2014/main" xmlns="" id="{3852E333-724C-FB47-988A-B2BD76243F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46785" name="Freeform 138">
                    <a:extLst>
                      <a:ext uri="{FF2B5EF4-FFF2-40B4-BE49-F238E27FC236}">
                        <a16:creationId xmlns:a16="http://schemas.microsoft.com/office/drawing/2014/main" xmlns="" id="{A943E71A-439C-3C40-8FE2-B50EFF103C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46786" name="Freeform 139">
                    <a:extLst>
                      <a:ext uri="{FF2B5EF4-FFF2-40B4-BE49-F238E27FC236}">
                        <a16:creationId xmlns:a16="http://schemas.microsoft.com/office/drawing/2014/main" xmlns="" id="{03DC00B2-3E2E-3048-A429-DF791A3432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5039" name="Line 140">
                  <a:extLst>
                    <a:ext uri="{FF2B5EF4-FFF2-40B4-BE49-F238E27FC236}">
                      <a16:creationId xmlns:a16="http://schemas.microsoft.com/office/drawing/2014/main" xmlns="" id="{6D1BC62A-277D-BC42-8052-5D58EBD954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46784" name="Line 141">
                  <a:extLst>
                    <a:ext uri="{FF2B5EF4-FFF2-40B4-BE49-F238E27FC236}">
                      <a16:creationId xmlns:a16="http://schemas.microsoft.com/office/drawing/2014/main" xmlns="" id="{77D434FA-BD40-FB43-B64A-6117AFFE24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cxnSp>
            <p:nvCxnSpPr>
              <p:cNvPr id="214963" name="Straight Connector 10">
                <a:extLst>
                  <a:ext uri="{FF2B5EF4-FFF2-40B4-BE49-F238E27FC236}">
                    <a16:creationId xmlns:a16="http://schemas.microsoft.com/office/drawing/2014/main" xmlns="" id="{24E38DB4-BB48-9B4B-9B3F-AF9DE56D459B}"/>
                  </a:ext>
                </a:extLst>
              </p:cNvPr>
              <p:cNvCxnSpPr>
                <a:cxnSpLocks noChangeShapeType="1"/>
                <a:stCxn id="246784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4" name="Straight Connector 297">
                <a:extLst>
                  <a:ext uri="{FF2B5EF4-FFF2-40B4-BE49-F238E27FC236}">
                    <a16:creationId xmlns:a16="http://schemas.microsoft.com/office/drawing/2014/main" xmlns="" id="{63B171E8-BC1A-2C45-A4AD-8B26824D468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5" name="Straight Connector 298">
                <a:extLst>
                  <a:ext uri="{FF2B5EF4-FFF2-40B4-BE49-F238E27FC236}">
                    <a16:creationId xmlns:a16="http://schemas.microsoft.com/office/drawing/2014/main" xmlns="" id="{E504853D-FC82-F944-91B2-A7807FC219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6" name="Straight Connector 299">
                <a:extLst>
                  <a:ext uri="{FF2B5EF4-FFF2-40B4-BE49-F238E27FC236}">
                    <a16:creationId xmlns:a16="http://schemas.microsoft.com/office/drawing/2014/main" xmlns="" id="{9B2CF1B4-E931-C849-ABC2-C055A268B00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7" name="Straight Connector 300">
                <a:extLst>
                  <a:ext uri="{FF2B5EF4-FFF2-40B4-BE49-F238E27FC236}">
                    <a16:creationId xmlns:a16="http://schemas.microsoft.com/office/drawing/2014/main" xmlns="" id="{8DCDC72A-6B61-D045-82B1-FC560711F69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8" name="Straight Connector 301">
                <a:extLst>
                  <a:ext uri="{FF2B5EF4-FFF2-40B4-BE49-F238E27FC236}">
                    <a16:creationId xmlns:a16="http://schemas.microsoft.com/office/drawing/2014/main" xmlns="" id="{169CFE78-371E-5A42-A2FF-43E7EBC79AF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9" name="Straight Connector 302">
                <a:extLst>
                  <a:ext uri="{FF2B5EF4-FFF2-40B4-BE49-F238E27FC236}">
                    <a16:creationId xmlns:a16="http://schemas.microsoft.com/office/drawing/2014/main" xmlns="" id="{A219EF28-882C-B141-A2BD-F2CF8E9FD7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0" name="Straight Connector 303">
                <a:extLst>
                  <a:ext uri="{FF2B5EF4-FFF2-40B4-BE49-F238E27FC236}">
                    <a16:creationId xmlns:a16="http://schemas.microsoft.com/office/drawing/2014/main" xmlns="" id="{A8101A56-A742-A04A-AA02-5CA6664647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1" name="Straight Connector 304">
                <a:extLst>
                  <a:ext uri="{FF2B5EF4-FFF2-40B4-BE49-F238E27FC236}">
                    <a16:creationId xmlns:a16="http://schemas.microsoft.com/office/drawing/2014/main" xmlns="" id="{A61AA9E2-0150-A443-9B6B-8B69AFDAD6A7}"/>
                  </a:ext>
                </a:extLst>
              </p:cNvPr>
              <p:cNvCxnSpPr>
                <a:cxnSpLocks noChangeShapeType="1"/>
                <a:endCxn id="215035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972" name="Group 133">
                <a:extLst>
                  <a:ext uri="{FF2B5EF4-FFF2-40B4-BE49-F238E27FC236}">
                    <a16:creationId xmlns:a16="http://schemas.microsoft.com/office/drawing/2014/main" xmlns="" id="{853363E0-4455-8149-960D-2A2D30CEF1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5027" name="Oval 407">
                  <a:extLst>
                    <a:ext uri="{FF2B5EF4-FFF2-40B4-BE49-F238E27FC236}">
                      <a16:creationId xmlns:a16="http://schemas.microsoft.com/office/drawing/2014/main" xmlns="" id="{83FB7DAE-114F-934E-BB3E-EAB135FE30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8" name="Rectangle 410">
                  <a:extLst>
                    <a:ext uri="{FF2B5EF4-FFF2-40B4-BE49-F238E27FC236}">
                      <a16:creationId xmlns:a16="http://schemas.microsoft.com/office/drawing/2014/main" xmlns="" id="{75E7F8C9-DB2A-394C-98FE-CFDE5ADA52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9" name="Oval 411">
                  <a:extLst>
                    <a:ext uri="{FF2B5EF4-FFF2-40B4-BE49-F238E27FC236}">
                      <a16:creationId xmlns:a16="http://schemas.microsoft.com/office/drawing/2014/main" xmlns="" id="{1D54928A-36BC-0840-8843-621A358753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30" name="Group 137">
                  <a:extLst>
                    <a:ext uri="{FF2B5EF4-FFF2-40B4-BE49-F238E27FC236}">
                      <a16:creationId xmlns:a16="http://schemas.microsoft.com/office/drawing/2014/main" xmlns="" id="{38EAC444-F93C-D943-A951-7F24455342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33" name="Freeform 138">
                    <a:extLst>
                      <a:ext uri="{FF2B5EF4-FFF2-40B4-BE49-F238E27FC236}">
                        <a16:creationId xmlns:a16="http://schemas.microsoft.com/office/drawing/2014/main" xmlns="" id="{8C200853-23B0-9A48-8966-2549F8548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5034" name="Freeform 139">
                    <a:extLst>
                      <a:ext uri="{FF2B5EF4-FFF2-40B4-BE49-F238E27FC236}">
                        <a16:creationId xmlns:a16="http://schemas.microsoft.com/office/drawing/2014/main" xmlns="" id="{4DB9CCA3-96DE-3940-B36E-3A5C8E910E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5031" name="Line 140">
                  <a:extLst>
                    <a:ext uri="{FF2B5EF4-FFF2-40B4-BE49-F238E27FC236}">
                      <a16:creationId xmlns:a16="http://schemas.microsoft.com/office/drawing/2014/main" xmlns="" id="{A57EC9EB-7266-3848-BE14-F39635DED0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5032" name="Line 141">
                  <a:extLst>
                    <a:ext uri="{FF2B5EF4-FFF2-40B4-BE49-F238E27FC236}">
                      <a16:creationId xmlns:a16="http://schemas.microsoft.com/office/drawing/2014/main" xmlns="" id="{FC01780D-6B3D-034C-B4F6-D8020B00C9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973" name="Group 133">
                <a:extLst>
                  <a:ext uri="{FF2B5EF4-FFF2-40B4-BE49-F238E27FC236}">
                    <a16:creationId xmlns:a16="http://schemas.microsoft.com/office/drawing/2014/main" xmlns="" id="{9195F347-F262-4F4D-8822-4EEF165F4A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5019" name="Oval 407">
                  <a:extLst>
                    <a:ext uri="{FF2B5EF4-FFF2-40B4-BE49-F238E27FC236}">
                      <a16:creationId xmlns:a16="http://schemas.microsoft.com/office/drawing/2014/main" xmlns="" id="{1D798CAF-C844-964F-BD16-DA5F20E8DF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0" name="Rectangle 410">
                  <a:extLst>
                    <a:ext uri="{FF2B5EF4-FFF2-40B4-BE49-F238E27FC236}">
                      <a16:creationId xmlns:a16="http://schemas.microsoft.com/office/drawing/2014/main" xmlns="" id="{A6C29455-359E-1D4F-B4CB-9764193E81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1" name="Oval 411">
                  <a:extLst>
                    <a:ext uri="{FF2B5EF4-FFF2-40B4-BE49-F238E27FC236}">
                      <a16:creationId xmlns:a16="http://schemas.microsoft.com/office/drawing/2014/main" xmlns="" id="{DEE40553-9B52-ED48-8FC3-264286C768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22" name="Group 137">
                  <a:extLst>
                    <a:ext uri="{FF2B5EF4-FFF2-40B4-BE49-F238E27FC236}">
                      <a16:creationId xmlns:a16="http://schemas.microsoft.com/office/drawing/2014/main" xmlns="" id="{88A8CF8A-DB68-1048-9F88-7C3328F388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25" name="Freeform 138">
                    <a:extLst>
                      <a:ext uri="{FF2B5EF4-FFF2-40B4-BE49-F238E27FC236}">
                        <a16:creationId xmlns:a16="http://schemas.microsoft.com/office/drawing/2014/main" xmlns="" id="{774F18EF-EB02-D04F-9F4D-60993BF513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5026" name="Freeform 139">
                    <a:extLst>
                      <a:ext uri="{FF2B5EF4-FFF2-40B4-BE49-F238E27FC236}">
                        <a16:creationId xmlns:a16="http://schemas.microsoft.com/office/drawing/2014/main" xmlns="" id="{439294CD-B0AC-5441-89A9-BF7194FEC3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5023" name="Line 140">
                  <a:extLst>
                    <a:ext uri="{FF2B5EF4-FFF2-40B4-BE49-F238E27FC236}">
                      <a16:creationId xmlns:a16="http://schemas.microsoft.com/office/drawing/2014/main" xmlns="" id="{45A9EB7D-D81E-3F4C-9EAD-B0A153A55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5024" name="Line 141">
                  <a:extLst>
                    <a:ext uri="{FF2B5EF4-FFF2-40B4-BE49-F238E27FC236}">
                      <a16:creationId xmlns:a16="http://schemas.microsoft.com/office/drawing/2014/main" xmlns="" id="{19A683FE-1CE9-2443-8472-5C8F052F42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974" name="Group 133">
                <a:extLst>
                  <a:ext uri="{FF2B5EF4-FFF2-40B4-BE49-F238E27FC236}">
                    <a16:creationId xmlns:a16="http://schemas.microsoft.com/office/drawing/2014/main" xmlns="" id="{E213AFBA-4EFF-214E-A5E7-866080E37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5011" name="Oval 407">
                  <a:extLst>
                    <a:ext uri="{FF2B5EF4-FFF2-40B4-BE49-F238E27FC236}">
                      <a16:creationId xmlns:a16="http://schemas.microsoft.com/office/drawing/2014/main" xmlns="" id="{A3CBE38D-B4C7-1C47-A035-45B5709484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12" name="Rectangle 410">
                  <a:extLst>
                    <a:ext uri="{FF2B5EF4-FFF2-40B4-BE49-F238E27FC236}">
                      <a16:creationId xmlns:a16="http://schemas.microsoft.com/office/drawing/2014/main" xmlns="" id="{088F0F9C-9DBD-FF4A-AE88-800FF19B4F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13" name="Oval 411">
                  <a:extLst>
                    <a:ext uri="{FF2B5EF4-FFF2-40B4-BE49-F238E27FC236}">
                      <a16:creationId xmlns:a16="http://schemas.microsoft.com/office/drawing/2014/main" xmlns="" id="{DDA6FF3F-50C0-A147-9351-8D91D3FB2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14" name="Group 137">
                  <a:extLst>
                    <a:ext uri="{FF2B5EF4-FFF2-40B4-BE49-F238E27FC236}">
                      <a16:creationId xmlns:a16="http://schemas.microsoft.com/office/drawing/2014/main" xmlns="" id="{457ACDAF-FBCD-DC43-B6BB-2F985B5A02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17" name="Freeform 138">
                    <a:extLst>
                      <a:ext uri="{FF2B5EF4-FFF2-40B4-BE49-F238E27FC236}">
                        <a16:creationId xmlns:a16="http://schemas.microsoft.com/office/drawing/2014/main" xmlns="" id="{872872D3-731F-9647-BED4-FD516CA4CE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5018" name="Freeform 139">
                    <a:extLst>
                      <a:ext uri="{FF2B5EF4-FFF2-40B4-BE49-F238E27FC236}">
                        <a16:creationId xmlns:a16="http://schemas.microsoft.com/office/drawing/2014/main" xmlns="" id="{9F95255F-D352-5C4F-89B7-F4AB2576A4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5015" name="Line 140">
                  <a:extLst>
                    <a:ext uri="{FF2B5EF4-FFF2-40B4-BE49-F238E27FC236}">
                      <a16:creationId xmlns:a16="http://schemas.microsoft.com/office/drawing/2014/main" xmlns="" id="{C7B041CE-EC36-5343-A08F-9EB9F7D7E9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5016" name="Line 141">
                  <a:extLst>
                    <a:ext uri="{FF2B5EF4-FFF2-40B4-BE49-F238E27FC236}">
                      <a16:creationId xmlns:a16="http://schemas.microsoft.com/office/drawing/2014/main" xmlns="" id="{4FAB9327-3E9C-8C4D-92EA-60439F7AB2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975" name="Group 133">
                <a:extLst>
                  <a:ext uri="{FF2B5EF4-FFF2-40B4-BE49-F238E27FC236}">
                    <a16:creationId xmlns:a16="http://schemas.microsoft.com/office/drawing/2014/main" xmlns="" id="{06095A2D-3531-C04C-9ABF-008A81CBD6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5003" name="Oval 407">
                  <a:extLst>
                    <a:ext uri="{FF2B5EF4-FFF2-40B4-BE49-F238E27FC236}">
                      <a16:creationId xmlns:a16="http://schemas.microsoft.com/office/drawing/2014/main" xmlns="" id="{5AE28672-0DB5-E842-93CE-081794346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04" name="Rectangle 410">
                  <a:extLst>
                    <a:ext uri="{FF2B5EF4-FFF2-40B4-BE49-F238E27FC236}">
                      <a16:creationId xmlns:a16="http://schemas.microsoft.com/office/drawing/2014/main" xmlns="" id="{16F0EDDE-42CE-BC42-BA07-DD50447263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05" name="Oval 411">
                  <a:extLst>
                    <a:ext uri="{FF2B5EF4-FFF2-40B4-BE49-F238E27FC236}">
                      <a16:creationId xmlns:a16="http://schemas.microsoft.com/office/drawing/2014/main" xmlns="" id="{B9C10AE7-3D10-6149-B8F5-7ED056A64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06" name="Group 137">
                  <a:extLst>
                    <a:ext uri="{FF2B5EF4-FFF2-40B4-BE49-F238E27FC236}">
                      <a16:creationId xmlns:a16="http://schemas.microsoft.com/office/drawing/2014/main" xmlns="" id="{86331389-9F9E-054E-BEBB-071D768B8E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9" name="Freeform 138">
                    <a:extLst>
                      <a:ext uri="{FF2B5EF4-FFF2-40B4-BE49-F238E27FC236}">
                        <a16:creationId xmlns:a16="http://schemas.microsoft.com/office/drawing/2014/main" xmlns="" id="{79604046-7F54-9642-81B1-C503872FEE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5010" name="Freeform 139">
                    <a:extLst>
                      <a:ext uri="{FF2B5EF4-FFF2-40B4-BE49-F238E27FC236}">
                        <a16:creationId xmlns:a16="http://schemas.microsoft.com/office/drawing/2014/main" xmlns="" id="{08BAE620-EEB5-7145-B2D7-31EFBEE3DC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5007" name="Line 140">
                  <a:extLst>
                    <a:ext uri="{FF2B5EF4-FFF2-40B4-BE49-F238E27FC236}">
                      <a16:creationId xmlns:a16="http://schemas.microsoft.com/office/drawing/2014/main" xmlns="" id="{D1198A65-6189-B04F-BAA7-F12E31E2E1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5008" name="Line 141">
                  <a:extLst>
                    <a:ext uri="{FF2B5EF4-FFF2-40B4-BE49-F238E27FC236}">
                      <a16:creationId xmlns:a16="http://schemas.microsoft.com/office/drawing/2014/main" xmlns="" id="{B02527D9-BC57-5143-9F49-26DC39F21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976" name="Group 133">
                <a:extLst>
                  <a:ext uri="{FF2B5EF4-FFF2-40B4-BE49-F238E27FC236}">
                    <a16:creationId xmlns:a16="http://schemas.microsoft.com/office/drawing/2014/main" xmlns="" id="{6C55D7EB-D7F5-5542-9C7F-AF5F607361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95" name="Oval 407">
                  <a:extLst>
                    <a:ext uri="{FF2B5EF4-FFF2-40B4-BE49-F238E27FC236}">
                      <a16:creationId xmlns:a16="http://schemas.microsoft.com/office/drawing/2014/main" xmlns="" id="{241915D5-7EBB-D84A-8F77-F855F76B6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96" name="Rectangle 410">
                  <a:extLst>
                    <a:ext uri="{FF2B5EF4-FFF2-40B4-BE49-F238E27FC236}">
                      <a16:creationId xmlns:a16="http://schemas.microsoft.com/office/drawing/2014/main" xmlns="" id="{9FC75889-6E7A-1F4E-9A93-145F8D2239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97" name="Oval 411">
                  <a:extLst>
                    <a:ext uri="{FF2B5EF4-FFF2-40B4-BE49-F238E27FC236}">
                      <a16:creationId xmlns:a16="http://schemas.microsoft.com/office/drawing/2014/main" xmlns="" id="{E4521609-1BA4-3741-B795-46D95F27F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98" name="Group 137">
                  <a:extLst>
                    <a:ext uri="{FF2B5EF4-FFF2-40B4-BE49-F238E27FC236}">
                      <a16:creationId xmlns:a16="http://schemas.microsoft.com/office/drawing/2014/main" xmlns="" id="{AE48471E-3E26-FF41-8B28-D1E377974F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1" name="Freeform 138">
                    <a:extLst>
                      <a:ext uri="{FF2B5EF4-FFF2-40B4-BE49-F238E27FC236}">
                        <a16:creationId xmlns:a16="http://schemas.microsoft.com/office/drawing/2014/main" xmlns="" id="{3C695F38-7498-4F48-BB72-5B75F6EFA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5002" name="Freeform 139">
                    <a:extLst>
                      <a:ext uri="{FF2B5EF4-FFF2-40B4-BE49-F238E27FC236}">
                        <a16:creationId xmlns:a16="http://schemas.microsoft.com/office/drawing/2014/main" xmlns="" id="{EE5B8B1F-3E22-544F-898C-AD1EDE83F0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99" name="Line 140">
                  <a:extLst>
                    <a:ext uri="{FF2B5EF4-FFF2-40B4-BE49-F238E27FC236}">
                      <a16:creationId xmlns:a16="http://schemas.microsoft.com/office/drawing/2014/main" xmlns="" id="{4C22B6CF-86B8-1948-B9D7-2FDB44AB3D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5000" name="Line 141">
                  <a:extLst>
                    <a:ext uri="{FF2B5EF4-FFF2-40B4-BE49-F238E27FC236}">
                      <a16:creationId xmlns:a16="http://schemas.microsoft.com/office/drawing/2014/main" xmlns="" id="{632BBF92-90ED-044F-80B4-BD610A7B36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977" name="Group 133">
                <a:extLst>
                  <a:ext uri="{FF2B5EF4-FFF2-40B4-BE49-F238E27FC236}">
                    <a16:creationId xmlns:a16="http://schemas.microsoft.com/office/drawing/2014/main" xmlns="" id="{EF126CBB-F7B4-D14A-BF43-4F4C419587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87" name="Oval 407">
                  <a:extLst>
                    <a:ext uri="{FF2B5EF4-FFF2-40B4-BE49-F238E27FC236}">
                      <a16:creationId xmlns:a16="http://schemas.microsoft.com/office/drawing/2014/main" xmlns="" id="{2A9931F4-73CE-8F4B-BC0B-3836DCB8C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8" name="Rectangle 410">
                  <a:extLst>
                    <a:ext uri="{FF2B5EF4-FFF2-40B4-BE49-F238E27FC236}">
                      <a16:creationId xmlns:a16="http://schemas.microsoft.com/office/drawing/2014/main" xmlns="" id="{BEA1C917-5214-9046-AAB0-40E55789E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9" name="Oval 411">
                  <a:extLst>
                    <a:ext uri="{FF2B5EF4-FFF2-40B4-BE49-F238E27FC236}">
                      <a16:creationId xmlns:a16="http://schemas.microsoft.com/office/drawing/2014/main" xmlns="" id="{EA8D4A13-D266-5440-A1E8-3F2B00BCF9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90" name="Group 137">
                  <a:extLst>
                    <a:ext uri="{FF2B5EF4-FFF2-40B4-BE49-F238E27FC236}">
                      <a16:creationId xmlns:a16="http://schemas.microsoft.com/office/drawing/2014/main" xmlns="" id="{8F3E7527-A26F-F945-BC0C-E15B8A9C63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93" name="Freeform 138">
                    <a:extLst>
                      <a:ext uri="{FF2B5EF4-FFF2-40B4-BE49-F238E27FC236}">
                        <a16:creationId xmlns:a16="http://schemas.microsoft.com/office/drawing/2014/main" xmlns="" id="{AB5886C9-1AD2-C949-92A7-3322AD0A8A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94" name="Freeform 139">
                    <a:extLst>
                      <a:ext uri="{FF2B5EF4-FFF2-40B4-BE49-F238E27FC236}">
                        <a16:creationId xmlns:a16="http://schemas.microsoft.com/office/drawing/2014/main" xmlns="" id="{7FDE5228-0F6B-5445-95B6-D3FBEF908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91" name="Line 140">
                  <a:extLst>
                    <a:ext uri="{FF2B5EF4-FFF2-40B4-BE49-F238E27FC236}">
                      <a16:creationId xmlns:a16="http://schemas.microsoft.com/office/drawing/2014/main" xmlns="" id="{572AD516-3F95-5B43-8610-0834E75BDB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92" name="Line 141">
                  <a:extLst>
                    <a:ext uri="{FF2B5EF4-FFF2-40B4-BE49-F238E27FC236}">
                      <a16:creationId xmlns:a16="http://schemas.microsoft.com/office/drawing/2014/main" xmlns="" id="{42D93B4F-355D-3F45-AB74-AD15ABC78E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978" name="Group 133">
                <a:extLst>
                  <a:ext uri="{FF2B5EF4-FFF2-40B4-BE49-F238E27FC236}">
                    <a16:creationId xmlns:a16="http://schemas.microsoft.com/office/drawing/2014/main" xmlns="" id="{C0A90C49-1515-694E-B6D0-2B4A214C9A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979" name="Oval 407">
                  <a:extLst>
                    <a:ext uri="{FF2B5EF4-FFF2-40B4-BE49-F238E27FC236}">
                      <a16:creationId xmlns:a16="http://schemas.microsoft.com/office/drawing/2014/main" xmlns="" id="{FC95A3BB-5F7A-C844-83AD-C41C2099EB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0" name="Rectangle 410">
                  <a:extLst>
                    <a:ext uri="{FF2B5EF4-FFF2-40B4-BE49-F238E27FC236}">
                      <a16:creationId xmlns:a16="http://schemas.microsoft.com/office/drawing/2014/main" xmlns="" id="{0D2B55B4-B831-D247-92AF-34AF6D9B6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1" name="Oval 411">
                  <a:extLst>
                    <a:ext uri="{FF2B5EF4-FFF2-40B4-BE49-F238E27FC236}">
                      <a16:creationId xmlns:a16="http://schemas.microsoft.com/office/drawing/2014/main" xmlns="" id="{CE84811F-4135-D649-8EDD-041E3B7DB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82" name="Group 137">
                  <a:extLst>
                    <a:ext uri="{FF2B5EF4-FFF2-40B4-BE49-F238E27FC236}">
                      <a16:creationId xmlns:a16="http://schemas.microsoft.com/office/drawing/2014/main" xmlns="" id="{89D11E81-5943-9546-8ED6-138B0681FC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85" name="Freeform 138">
                    <a:extLst>
                      <a:ext uri="{FF2B5EF4-FFF2-40B4-BE49-F238E27FC236}">
                        <a16:creationId xmlns:a16="http://schemas.microsoft.com/office/drawing/2014/main" xmlns="" id="{2C1B98E1-AA86-0B47-8E2A-25888DD058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86" name="Freeform 139">
                    <a:extLst>
                      <a:ext uri="{FF2B5EF4-FFF2-40B4-BE49-F238E27FC236}">
                        <a16:creationId xmlns:a16="http://schemas.microsoft.com/office/drawing/2014/main" xmlns="" id="{7FF101D2-49D9-AE4E-919A-C4C7726A0D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83" name="Line 140">
                  <a:extLst>
                    <a:ext uri="{FF2B5EF4-FFF2-40B4-BE49-F238E27FC236}">
                      <a16:creationId xmlns:a16="http://schemas.microsoft.com/office/drawing/2014/main" xmlns="" id="{5B8F7B16-0C45-7E42-ADCD-5E7517E3D5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84" name="Line 141">
                  <a:extLst>
                    <a:ext uri="{FF2B5EF4-FFF2-40B4-BE49-F238E27FC236}">
                      <a16:creationId xmlns:a16="http://schemas.microsoft.com/office/drawing/2014/main" xmlns="" id="{950F113E-DA34-3441-B7E0-F5D6118B70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</p:grpSp>
        <p:grpSp>
          <p:nvGrpSpPr>
            <p:cNvPr id="214766" name="Group 331">
              <a:extLst>
                <a:ext uri="{FF2B5EF4-FFF2-40B4-BE49-F238E27FC236}">
                  <a16:creationId xmlns:a16="http://schemas.microsoft.com/office/drawing/2014/main" xmlns="" id="{3E8E904B-DA51-7044-960E-160B10CFA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1" y="2755897"/>
              <a:ext cx="3467099" cy="1193800"/>
              <a:chOff x="7848600" y="2044700"/>
              <a:chExt cx="3200399" cy="1371600"/>
            </a:xfrm>
          </p:grpSpPr>
          <p:sp>
            <p:nvSpPr>
              <p:cNvPr id="214879" name="Oval 332">
                <a:extLst>
                  <a:ext uri="{FF2B5EF4-FFF2-40B4-BE49-F238E27FC236}">
                    <a16:creationId xmlns:a16="http://schemas.microsoft.com/office/drawing/2014/main" xmlns="" id="{7B41C129-8254-5B46-9535-041237172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4880" name="Group 133">
                <a:extLst>
                  <a:ext uri="{FF2B5EF4-FFF2-40B4-BE49-F238E27FC236}">
                    <a16:creationId xmlns:a16="http://schemas.microsoft.com/office/drawing/2014/main" xmlns="" id="{5C4C585B-878B-A347-97D2-478068622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4953" name="Oval 407">
                  <a:extLst>
                    <a:ext uri="{FF2B5EF4-FFF2-40B4-BE49-F238E27FC236}">
                      <a16:creationId xmlns:a16="http://schemas.microsoft.com/office/drawing/2014/main" xmlns="" id="{58B34C55-768F-6A42-94A2-D84FC33FCF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54" name="Rectangle 410">
                  <a:extLst>
                    <a:ext uri="{FF2B5EF4-FFF2-40B4-BE49-F238E27FC236}">
                      <a16:creationId xmlns:a16="http://schemas.microsoft.com/office/drawing/2014/main" xmlns="" id="{480C9BC8-38D2-8F42-8886-7D647CC9A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55" name="Oval 411">
                  <a:extLst>
                    <a:ext uri="{FF2B5EF4-FFF2-40B4-BE49-F238E27FC236}">
                      <a16:creationId xmlns:a16="http://schemas.microsoft.com/office/drawing/2014/main" xmlns="" id="{844B2587-797A-9E48-A6F8-4E644103DF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56" name="Group 137">
                  <a:extLst>
                    <a:ext uri="{FF2B5EF4-FFF2-40B4-BE49-F238E27FC236}">
                      <a16:creationId xmlns:a16="http://schemas.microsoft.com/office/drawing/2014/main" xmlns="" id="{ED83D893-B244-F841-8F21-FF14CB98F7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9" name="Freeform 138">
                    <a:extLst>
                      <a:ext uri="{FF2B5EF4-FFF2-40B4-BE49-F238E27FC236}">
                        <a16:creationId xmlns:a16="http://schemas.microsoft.com/office/drawing/2014/main" xmlns="" id="{26C54EC9-D50C-784C-B384-FC1386710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60" name="Freeform 139">
                    <a:extLst>
                      <a:ext uri="{FF2B5EF4-FFF2-40B4-BE49-F238E27FC236}">
                        <a16:creationId xmlns:a16="http://schemas.microsoft.com/office/drawing/2014/main" xmlns="" id="{0840D0DE-29A5-7446-9AC0-59A6A541B1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57" name="Line 140">
                  <a:extLst>
                    <a:ext uri="{FF2B5EF4-FFF2-40B4-BE49-F238E27FC236}">
                      <a16:creationId xmlns:a16="http://schemas.microsoft.com/office/drawing/2014/main" xmlns="" id="{6A20D372-A6F8-644C-BBA0-F173BFF5E5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58" name="Line 141">
                  <a:extLst>
                    <a:ext uri="{FF2B5EF4-FFF2-40B4-BE49-F238E27FC236}">
                      <a16:creationId xmlns:a16="http://schemas.microsoft.com/office/drawing/2014/main" xmlns="" id="{59432A0A-6FC3-1347-856E-4376EB532A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cxnSp>
            <p:nvCxnSpPr>
              <p:cNvPr id="214881" name="Straight Connector 334">
                <a:extLst>
                  <a:ext uri="{FF2B5EF4-FFF2-40B4-BE49-F238E27FC236}">
                    <a16:creationId xmlns:a16="http://schemas.microsoft.com/office/drawing/2014/main" xmlns="" id="{56EDE1ED-43C5-1E45-89CD-72D29F7754C7}"/>
                  </a:ext>
                </a:extLst>
              </p:cNvPr>
              <p:cNvCxnSpPr>
                <a:cxnSpLocks noChangeShapeType="1"/>
                <a:stCxn id="214958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2" name="Straight Connector 335">
                <a:extLst>
                  <a:ext uri="{FF2B5EF4-FFF2-40B4-BE49-F238E27FC236}">
                    <a16:creationId xmlns:a16="http://schemas.microsoft.com/office/drawing/2014/main" xmlns="" id="{CA59E409-A641-F649-9C39-137F2E0EFFD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3" name="Straight Connector 336">
                <a:extLst>
                  <a:ext uri="{FF2B5EF4-FFF2-40B4-BE49-F238E27FC236}">
                    <a16:creationId xmlns:a16="http://schemas.microsoft.com/office/drawing/2014/main" xmlns="" id="{63310C3D-F459-4A48-85B0-6DBAF4B9563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4" name="Straight Connector 337">
                <a:extLst>
                  <a:ext uri="{FF2B5EF4-FFF2-40B4-BE49-F238E27FC236}">
                    <a16:creationId xmlns:a16="http://schemas.microsoft.com/office/drawing/2014/main" xmlns="" id="{393C256D-17DE-C14C-A053-2B5037F6BA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5" name="Straight Connector 338">
                <a:extLst>
                  <a:ext uri="{FF2B5EF4-FFF2-40B4-BE49-F238E27FC236}">
                    <a16:creationId xmlns:a16="http://schemas.microsoft.com/office/drawing/2014/main" xmlns="" id="{3132CDA4-F605-0C43-AC9F-31CAAD39BC7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6" name="Straight Connector 339">
                <a:extLst>
                  <a:ext uri="{FF2B5EF4-FFF2-40B4-BE49-F238E27FC236}">
                    <a16:creationId xmlns:a16="http://schemas.microsoft.com/office/drawing/2014/main" xmlns="" id="{849F43A0-4F73-8B48-9DF3-63B5685C212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7" name="Straight Connector 340">
                <a:extLst>
                  <a:ext uri="{FF2B5EF4-FFF2-40B4-BE49-F238E27FC236}">
                    <a16:creationId xmlns:a16="http://schemas.microsoft.com/office/drawing/2014/main" xmlns="" id="{77D98566-3CAC-2E4C-B7C1-83CC87885AB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8" name="Straight Connector 341">
                <a:extLst>
                  <a:ext uri="{FF2B5EF4-FFF2-40B4-BE49-F238E27FC236}">
                    <a16:creationId xmlns:a16="http://schemas.microsoft.com/office/drawing/2014/main" xmlns="" id="{00F6379E-F876-B745-9449-8989467673D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9" name="Straight Connector 342">
                <a:extLst>
                  <a:ext uri="{FF2B5EF4-FFF2-40B4-BE49-F238E27FC236}">
                    <a16:creationId xmlns:a16="http://schemas.microsoft.com/office/drawing/2014/main" xmlns="" id="{7A9EA18B-18C7-B04D-97E8-40EF34756088}"/>
                  </a:ext>
                </a:extLst>
              </p:cNvPr>
              <p:cNvCxnSpPr>
                <a:cxnSpLocks noChangeShapeType="1"/>
                <a:endCxn id="214953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890" name="Group 133">
                <a:extLst>
                  <a:ext uri="{FF2B5EF4-FFF2-40B4-BE49-F238E27FC236}">
                    <a16:creationId xmlns:a16="http://schemas.microsoft.com/office/drawing/2014/main" xmlns="" id="{B454283F-7059-3F41-B00C-7084EF12B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4945" name="Oval 407">
                  <a:extLst>
                    <a:ext uri="{FF2B5EF4-FFF2-40B4-BE49-F238E27FC236}">
                      <a16:creationId xmlns:a16="http://schemas.microsoft.com/office/drawing/2014/main" xmlns="" id="{16179EE7-A6C4-DE49-8F45-6A1C75C89A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46" name="Rectangle 410">
                  <a:extLst>
                    <a:ext uri="{FF2B5EF4-FFF2-40B4-BE49-F238E27FC236}">
                      <a16:creationId xmlns:a16="http://schemas.microsoft.com/office/drawing/2014/main" xmlns="" id="{E61F161A-2069-174F-BB9D-0BFCB09BCB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47" name="Oval 411">
                  <a:extLst>
                    <a:ext uri="{FF2B5EF4-FFF2-40B4-BE49-F238E27FC236}">
                      <a16:creationId xmlns:a16="http://schemas.microsoft.com/office/drawing/2014/main" xmlns="" id="{DCE0EDDA-59B8-3C4B-80EE-F321CF26CB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48" name="Group 137">
                  <a:extLst>
                    <a:ext uri="{FF2B5EF4-FFF2-40B4-BE49-F238E27FC236}">
                      <a16:creationId xmlns:a16="http://schemas.microsoft.com/office/drawing/2014/main" xmlns="" id="{468E7651-7FB2-3840-B545-B3AA77879B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1" name="Freeform 138">
                    <a:extLst>
                      <a:ext uri="{FF2B5EF4-FFF2-40B4-BE49-F238E27FC236}">
                        <a16:creationId xmlns:a16="http://schemas.microsoft.com/office/drawing/2014/main" xmlns="" id="{BFC5CDDB-0DEB-AB47-85E6-725EE95A86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52" name="Freeform 139">
                    <a:extLst>
                      <a:ext uri="{FF2B5EF4-FFF2-40B4-BE49-F238E27FC236}">
                        <a16:creationId xmlns:a16="http://schemas.microsoft.com/office/drawing/2014/main" xmlns="" id="{29752483-9F93-E648-B3D9-E035DB742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49" name="Line 140">
                  <a:extLst>
                    <a:ext uri="{FF2B5EF4-FFF2-40B4-BE49-F238E27FC236}">
                      <a16:creationId xmlns:a16="http://schemas.microsoft.com/office/drawing/2014/main" xmlns="" id="{933BF7D9-7B89-5642-8E51-F9D93C5E9F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50" name="Line 141">
                  <a:extLst>
                    <a:ext uri="{FF2B5EF4-FFF2-40B4-BE49-F238E27FC236}">
                      <a16:creationId xmlns:a16="http://schemas.microsoft.com/office/drawing/2014/main" xmlns="" id="{694A4DD2-7DC2-4343-B911-D825B51141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891" name="Group 133">
                <a:extLst>
                  <a:ext uri="{FF2B5EF4-FFF2-40B4-BE49-F238E27FC236}">
                    <a16:creationId xmlns:a16="http://schemas.microsoft.com/office/drawing/2014/main" xmlns="" id="{5B523D0D-0ACA-4A46-8EF3-8544022CCB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4937" name="Oval 407">
                  <a:extLst>
                    <a:ext uri="{FF2B5EF4-FFF2-40B4-BE49-F238E27FC236}">
                      <a16:creationId xmlns:a16="http://schemas.microsoft.com/office/drawing/2014/main" xmlns="" id="{44557442-F861-8945-A5D3-08F36191B3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8" name="Rectangle 410">
                  <a:extLst>
                    <a:ext uri="{FF2B5EF4-FFF2-40B4-BE49-F238E27FC236}">
                      <a16:creationId xmlns:a16="http://schemas.microsoft.com/office/drawing/2014/main" xmlns="" id="{9A0AD3C5-303C-2648-AD08-58F240F5A1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9" name="Oval 411">
                  <a:extLst>
                    <a:ext uri="{FF2B5EF4-FFF2-40B4-BE49-F238E27FC236}">
                      <a16:creationId xmlns:a16="http://schemas.microsoft.com/office/drawing/2014/main" xmlns="" id="{99527295-6A93-8D42-9C1A-859F6E2E7A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40" name="Group 137">
                  <a:extLst>
                    <a:ext uri="{FF2B5EF4-FFF2-40B4-BE49-F238E27FC236}">
                      <a16:creationId xmlns:a16="http://schemas.microsoft.com/office/drawing/2014/main" xmlns="" id="{6889C04E-BDD0-8C44-9C33-7E8A92B937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43" name="Freeform 138">
                    <a:extLst>
                      <a:ext uri="{FF2B5EF4-FFF2-40B4-BE49-F238E27FC236}">
                        <a16:creationId xmlns:a16="http://schemas.microsoft.com/office/drawing/2014/main" xmlns="" id="{E79963E5-9A66-D94F-930D-FDDF7E16E6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44" name="Freeform 139">
                    <a:extLst>
                      <a:ext uri="{FF2B5EF4-FFF2-40B4-BE49-F238E27FC236}">
                        <a16:creationId xmlns:a16="http://schemas.microsoft.com/office/drawing/2014/main" xmlns="" id="{DFB74656-045C-3544-9C5D-D12C98D8A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41" name="Line 140">
                  <a:extLst>
                    <a:ext uri="{FF2B5EF4-FFF2-40B4-BE49-F238E27FC236}">
                      <a16:creationId xmlns:a16="http://schemas.microsoft.com/office/drawing/2014/main" xmlns="" id="{67A22E4C-B602-9341-ADFC-030272A7E8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42" name="Line 141">
                  <a:extLst>
                    <a:ext uri="{FF2B5EF4-FFF2-40B4-BE49-F238E27FC236}">
                      <a16:creationId xmlns:a16="http://schemas.microsoft.com/office/drawing/2014/main" xmlns="" id="{D9CD150D-736B-FB42-968B-A41569ED12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892" name="Group 133">
                <a:extLst>
                  <a:ext uri="{FF2B5EF4-FFF2-40B4-BE49-F238E27FC236}">
                    <a16:creationId xmlns:a16="http://schemas.microsoft.com/office/drawing/2014/main" xmlns="" id="{4F96269A-D5DB-3D45-B24A-F224FD217C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4929" name="Oval 407">
                  <a:extLst>
                    <a:ext uri="{FF2B5EF4-FFF2-40B4-BE49-F238E27FC236}">
                      <a16:creationId xmlns:a16="http://schemas.microsoft.com/office/drawing/2014/main" xmlns="" id="{5D3A6D56-2D1A-2B4E-A1BC-3EF8621573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0" name="Rectangle 410">
                  <a:extLst>
                    <a:ext uri="{FF2B5EF4-FFF2-40B4-BE49-F238E27FC236}">
                      <a16:creationId xmlns:a16="http://schemas.microsoft.com/office/drawing/2014/main" xmlns="" id="{31024D13-23DC-7F42-ADE4-1890A3778C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1" name="Oval 411">
                  <a:extLst>
                    <a:ext uri="{FF2B5EF4-FFF2-40B4-BE49-F238E27FC236}">
                      <a16:creationId xmlns:a16="http://schemas.microsoft.com/office/drawing/2014/main" xmlns="" id="{A9311524-7A9D-C141-A991-A44D0DE753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32" name="Group 137">
                  <a:extLst>
                    <a:ext uri="{FF2B5EF4-FFF2-40B4-BE49-F238E27FC236}">
                      <a16:creationId xmlns:a16="http://schemas.microsoft.com/office/drawing/2014/main" xmlns="" id="{F2F23E7A-FCCF-5C40-8EB5-5DD99D73D9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35" name="Freeform 138">
                    <a:extLst>
                      <a:ext uri="{FF2B5EF4-FFF2-40B4-BE49-F238E27FC236}">
                        <a16:creationId xmlns:a16="http://schemas.microsoft.com/office/drawing/2014/main" xmlns="" id="{C5D4ABE1-25EF-CF4D-904D-B5893BE888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36" name="Freeform 139">
                    <a:extLst>
                      <a:ext uri="{FF2B5EF4-FFF2-40B4-BE49-F238E27FC236}">
                        <a16:creationId xmlns:a16="http://schemas.microsoft.com/office/drawing/2014/main" xmlns="" id="{49B407FC-0950-884C-A170-A7225700F7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33" name="Line 140">
                  <a:extLst>
                    <a:ext uri="{FF2B5EF4-FFF2-40B4-BE49-F238E27FC236}">
                      <a16:creationId xmlns:a16="http://schemas.microsoft.com/office/drawing/2014/main" xmlns="" id="{A0C6D21E-73D0-A94E-A224-4BE792181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34" name="Line 141">
                  <a:extLst>
                    <a:ext uri="{FF2B5EF4-FFF2-40B4-BE49-F238E27FC236}">
                      <a16:creationId xmlns:a16="http://schemas.microsoft.com/office/drawing/2014/main" xmlns="" id="{A1F68DDD-30D5-D241-B9B6-B744C63FEA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893" name="Group 133">
                <a:extLst>
                  <a:ext uri="{FF2B5EF4-FFF2-40B4-BE49-F238E27FC236}">
                    <a16:creationId xmlns:a16="http://schemas.microsoft.com/office/drawing/2014/main" xmlns="" id="{1AE72059-AB4A-B541-BDDD-73C1C1550D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4921" name="Oval 407">
                  <a:extLst>
                    <a:ext uri="{FF2B5EF4-FFF2-40B4-BE49-F238E27FC236}">
                      <a16:creationId xmlns:a16="http://schemas.microsoft.com/office/drawing/2014/main" xmlns="" id="{4C50720D-270B-F340-8B2B-48739D19D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22" name="Rectangle 410">
                  <a:extLst>
                    <a:ext uri="{FF2B5EF4-FFF2-40B4-BE49-F238E27FC236}">
                      <a16:creationId xmlns:a16="http://schemas.microsoft.com/office/drawing/2014/main" xmlns="" id="{58A8C69F-98DD-404B-9D35-556E2F5657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23" name="Oval 411">
                  <a:extLst>
                    <a:ext uri="{FF2B5EF4-FFF2-40B4-BE49-F238E27FC236}">
                      <a16:creationId xmlns:a16="http://schemas.microsoft.com/office/drawing/2014/main" xmlns="" id="{372203EF-D65E-5D45-968A-7155BC4742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24" name="Group 137">
                  <a:extLst>
                    <a:ext uri="{FF2B5EF4-FFF2-40B4-BE49-F238E27FC236}">
                      <a16:creationId xmlns:a16="http://schemas.microsoft.com/office/drawing/2014/main" xmlns="" id="{AF0CCC13-E9D4-E54A-832E-4A2BB91F60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27" name="Freeform 138">
                    <a:extLst>
                      <a:ext uri="{FF2B5EF4-FFF2-40B4-BE49-F238E27FC236}">
                        <a16:creationId xmlns:a16="http://schemas.microsoft.com/office/drawing/2014/main" xmlns="" id="{833E5D39-5679-104A-BD9D-6455F8C458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28" name="Freeform 139">
                    <a:extLst>
                      <a:ext uri="{FF2B5EF4-FFF2-40B4-BE49-F238E27FC236}">
                        <a16:creationId xmlns:a16="http://schemas.microsoft.com/office/drawing/2014/main" xmlns="" id="{618EB30C-F20B-1A4E-849A-FE381BD6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25" name="Line 140">
                  <a:extLst>
                    <a:ext uri="{FF2B5EF4-FFF2-40B4-BE49-F238E27FC236}">
                      <a16:creationId xmlns:a16="http://schemas.microsoft.com/office/drawing/2014/main" xmlns="" id="{8ABAD61E-9813-424D-B765-B1FB5424F6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26" name="Line 141">
                  <a:extLst>
                    <a:ext uri="{FF2B5EF4-FFF2-40B4-BE49-F238E27FC236}">
                      <a16:creationId xmlns:a16="http://schemas.microsoft.com/office/drawing/2014/main" xmlns="" id="{BFAF4925-1E9B-0746-9F81-A1834EF407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894" name="Group 133">
                <a:extLst>
                  <a:ext uri="{FF2B5EF4-FFF2-40B4-BE49-F238E27FC236}">
                    <a16:creationId xmlns:a16="http://schemas.microsoft.com/office/drawing/2014/main" xmlns="" id="{ABCC5960-7132-DF49-9180-0AB4299873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13" name="Oval 407">
                  <a:extLst>
                    <a:ext uri="{FF2B5EF4-FFF2-40B4-BE49-F238E27FC236}">
                      <a16:creationId xmlns:a16="http://schemas.microsoft.com/office/drawing/2014/main" xmlns="" id="{9993D20D-577A-0141-BE96-9471B7BFF1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14" name="Rectangle 410">
                  <a:extLst>
                    <a:ext uri="{FF2B5EF4-FFF2-40B4-BE49-F238E27FC236}">
                      <a16:creationId xmlns:a16="http://schemas.microsoft.com/office/drawing/2014/main" xmlns="" id="{EADBEAC3-28C9-F142-A6D8-C4EDB2FB4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15" name="Oval 411">
                  <a:extLst>
                    <a:ext uri="{FF2B5EF4-FFF2-40B4-BE49-F238E27FC236}">
                      <a16:creationId xmlns:a16="http://schemas.microsoft.com/office/drawing/2014/main" xmlns="" id="{4641AFB4-C6F6-9C43-BD33-D22201200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16" name="Group 137">
                  <a:extLst>
                    <a:ext uri="{FF2B5EF4-FFF2-40B4-BE49-F238E27FC236}">
                      <a16:creationId xmlns:a16="http://schemas.microsoft.com/office/drawing/2014/main" xmlns="" id="{6B647DC5-0E12-644C-BAA9-18EF7CA535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9" name="Freeform 138">
                    <a:extLst>
                      <a:ext uri="{FF2B5EF4-FFF2-40B4-BE49-F238E27FC236}">
                        <a16:creationId xmlns:a16="http://schemas.microsoft.com/office/drawing/2014/main" xmlns="" id="{D8B587DE-3B5E-7A4F-91B5-704E1E598C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20" name="Freeform 139">
                    <a:extLst>
                      <a:ext uri="{FF2B5EF4-FFF2-40B4-BE49-F238E27FC236}">
                        <a16:creationId xmlns:a16="http://schemas.microsoft.com/office/drawing/2014/main" xmlns="" id="{C2E3C77E-2B36-9F4E-BE45-109CAAA275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17" name="Line 140">
                  <a:extLst>
                    <a:ext uri="{FF2B5EF4-FFF2-40B4-BE49-F238E27FC236}">
                      <a16:creationId xmlns:a16="http://schemas.microsoft.com/office/drawing/2014/main" xmlns="" id="{93D7BA37-45DF-BB4A-BEF2-45CFF2B17B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18" name="Line 141">
                  <a:extLst>
                    <a:ext uri="{FF2B5EF4-FFF2-40B4-BE49-F238E27FC236}">
                      <a16:creationId xmlns:a16="http://schemas.microsoft.com/office/drawing/2014/main" xmlns="" id="{276DBD9C-C8DF-D440-8AF7-458B90A451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895" name="Group 133">
                <a:extLst>
                  <a:ext uri="{FF2B5EF4-FFF2-40B4-BE49-F238E27FC236}">
                    <a16:creationId xmlns:a16="http://schemas.microsoft.com/office/drawing/2014/main" xmlns="" id="{CE542F4F-9011-E543-8727-6932E1CEB5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05" name="Oval 407">
                  <a:extLst>
                    <a:ext uri="{FF2B5EF4-FFF2-40B4-BE49-F238E27FC236}">
                      <a16:creationId xmlns:a16="http://schemas.microsoft.com/office/drawing/2014/main" xmlns="" id="{1A2666CC-F736-5244-8DC9-86F570B53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06" name="Rectangle 410">
                  <a:extLst>
                    <a:ext uri="{FF2B5EF4-FFF2-40B4-BE49-F238E27FC236}">
                      <a16:creationId xmlns:a16="http://schemas.microsoft.com/office/drawing/2014/main" xmlns="" id="{88E24D47-1664-6C48-8189-C40093F41F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07" name="Oval 411">
                  <a:extLst>
                    <a:ext uri="{FF2B5EF4-FFF2-40B4-BE49-F238E27FC236}">
                      <a16:creationId xmlns:a16="http://schemas.microsoft.com/office/drawing/2014/main" xmlns="" id="{CC46FAD9-385C-5943-B79B-D21320277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08" name="Group 137">
                  <a:extLst>
                    <a:ext uri="{FF2B5EF4-FFF2-40B4-BE49-F238E27FC236}">
                      <a16:creationId xmlns:a16="http://schemas.microsoft.com/office/drawing/2014/main" xmlns="" id="{AEC68BB1-ACFE-0746-B1AE-6A425D1A48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1" name="Freeform 138">
                    <a:extLst>
                      <a:ext uri="{FF2B5EF4-FFF2-40B4-BE49-F238E27FC236}">
                        <a16:creationId xmlns:a16="http://schemas.microsoft.com/office/drawing/2014/main" xmlns="" id="{A2C7F673-77CF-5047-ABF7-B7DDA35665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12" name="Freeform 139">
                    <a:extLst>
                      <a:ext uri="{FF2B5EF4-FFF2-40B4-BE49-F238E27FC236}">
                        <a16:creationId xmlns:a16="http://schemas.microsoft.com/office/drawing/2014/main" xmlns="" id="{31E3A3EC-9614-B348-A267-9FDAE7D122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09" name="Line 140">
                  <a:extLst>
                    <a:ext uri="{FF2B5EF4-FFF2-40B4-BE49-F238E27FC236}">
                      <a16:creationId xmlns:a16="http://schemas.microsoft.com/office/drawing/2014/main" xmlns="" id="{B0B53522-07E2-5349-BFCF-2EA8A9EE21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10" name="Line 141">
                  <a:extLst>
                    <a:ext uri="{FF2B5EF4-FFF2-40B4-BE49-F238E27FC236}">
                      <a16:creationId xmlns:a16="http://schemas.microsoft.com/office/drawing/2014/main" xmlns="" id="{FBF21EA8-5E65-D349-A56A-6231EDE484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14896" name="Group 133">
                <a:extLst>
                  <a:ext uri="{FF2B5EF4-FFF2-40B4-BE49-F238E27FC236}">
                    <a16:creationId xmlns:a16="http://schemas.microsoft.com/office/drawing/2014/main" xmlns="" id="{EB8E41AD-5E44-3241-808C-04AC9AE2DF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897" name="Oval 407">
                  <a:extLst>
                    <a:ext uri="{FF2B5EF4-FFF2-40B4-BE49-F238E27FC236}">
                      <a16:creationId xmlns:a16="http://schemas.microsoft.com/office/drawing/2014/main" xmlns="" id="{C7F4824E-BB39-AD43-AB0F-C40D6CC075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898" name="Rectangle 410">
                  <a:extLst>
                    <a:ext uri="{FF2B5EF4-FFF2-40B4-BE49-F238E27FC236}">
                      <a16:creationId xmlns:a16="http://schemas.microsoft.com/office/drawing/2014/main" xmlns="" id="{6C5F7E37-F755-074B-8D59-453ADD5005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899" name="Oval 411">
                  <a:extLst>
                    <a:ext uri="{FF2B5EF4-FFF2-40B4-BE49-F238E27FC236}">
                      <a16:creationId xmlns:a16="http://schemas.microsoft.com/office/drawing/2014/main" xmlns="" id="{F8C74AD3-8900-E740-AE48-09AFDAB43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00" name="Group 137">
                  <a:extLst>
                    <a:ext uri="{FF2B5EF4-FFF2-40B4-BE49-F238E27FC236}">
                      <a16:creationId xmlns:a16="http://schemas.microsoft.com/office/drawing/2014/main" xmlns="" id="{4E03FFE4-5C17-C340-B527-2B5B153FF5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03" name="Freeform 138">
                    <a:extLst>
                      <a:ext uri="{FF2B5EF4-FFF2-40B4-BE49-F238E27FC236}">
                        <a16:creationId xmlns:a16="http://schemas.microsoft.com/office/drawing/2014/main" xmlns="" id="{34629F9A-5146-9D48-82EB-AAC63F240F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904" name="Freeform 139">
                    <a:extLst>
                      <a:ext uri="{FF2B5EF4-FFF2-40B4-BE49-F238E27FC236}">
                        <a16:creationId xmlns:a16="http://schemas.microsoft.com/office/drawing/2014/main" xmlns="" id="{F51B690B-3F17-5941-818D-3B154218EA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14901" name="Line 140">
                  <a:extLst>
                    <a:ext uri="{FF2B5EF4-FFF2-40B4-BE49-F238E27FC236}">
                      <a16:creationId xmlns:a16="http://schemas.microsoft.com/office/drawing/2014/main" xmlns="" id="{D4337057-3263-D744-B941-D8535F87B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902" name="Line 141">
                  <a:extLst>
                    <a:ext uri="{FF2B5EF4-FFF2-40B4-BE49-F238E27FC236}">
                      <a16:creationId xmlns:a16="http://schemas.microsoft.com/office/drawing/2014/main" xmlns="" id="{296FA59B-D43D-DA45-A03B-5CA3A76581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</p:grpSp>
        <p:sp>
          <p:nvSpPr>
            <p:cNvPr id="214767" name="Oval 417">
              <a:extLst>
                <a:ext uri="{FF2B5EF4-FFF2-40B4-BE49-F238E27FC236}">
                  <a16:creationId xmlns:a16="http://schemas.microsoft.com/office/drawing/2014/main" xmlns="" id="{3BAD759A-5BDE-5545-9FC1-E067E689E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596"/>
              <a:ext cx="3086099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endParaRPr lang="en-US" altLang="en-US" sz="1800" dirty="0">
                <a:solidFill>
                  <a:srgbClr val="000000"/>
                </a:solidFill>
              </a:endParaRPr>
            </a:p>
          </p:txBody>
        </p:sp>
        <p:grpSp>
          <p:nvGrpSpPr>
            <p:cNvPr id="214768" name="Group 133">
              <a:extLst>
                <a:ext uri="{FF2B5EF4-FFF2-40B4-BE49-F238E27FC236}">
                  <a16:creationId xmlns:a16="http://schemas.microsoft.com/office/drawing/2014/main" xmlns="" id="{52A4CA0D-886A-484E-A0D1-29D40EBCEE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3" y="4264500"/>
              <a:ext cx="513732" cy="157430"/>
              <a:chOff x="2356" y="1300"/>
              <a:chExt cx="555" cy="194"/>
            </a:xfrm>
          </p:grpSpPr>
          <p:sp>
            <p:nvSpPr>
              <p:cNvPr id="214871" name="Oval 492">
                <a:extLst>
                  <a:ext uri="{FF2B5EF4-FFF2-40B4-BE49-F238E27FC236}">
                    <a16:creationId xmlns:a16="http://schemas.microsoft.com/office/drawing/2014/main" xmlns="" id="{B0BCE71C-E8E3-224B-A302-18CB9EF87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72" name="Rectangle 410">
                <a:extLst>
                  <a:ext uri="{FF2B5EF4-FFF2-40B4-BE49-F238E27FC236}">
                    <a16:creationId xmlns:a16="http://schemas.microsoft.com/office/drawing/2014/main" xmlns="" id="{7826F0C2-ABE4-604D-826E-4CA039F8C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73" name="Oval 411">
                <a:extLst>
                  <a:ext uri="{FF2B5EF4-FFF2-40B4-BE49-F238E27FC236}">
                    <a16:creationId xmlns:a16="http://schemas.microsoft.com/office/drawing/2014/main" xmlns="" id="{99883D22-C913-7847-A84B-16BB482A4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74" name="Group 137">
                <a:extLst>
                  <a:ext uri="{FF2B5EF4-FFF2-40B4-BE49-F238E27FC236}">
                    <a16:creationId xmlns:a16="http://schemas.microsoft.com/office/drawing/2014/main" xmlns="" id="{E1233C47-3BC8-DC40-B856-2F3569E06F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77" name="Freeform 138">
                  <a:extLst>
                    <a:ext uri="{FF2B5EF4-FFF2-40B4-BE49-F238E27FC236}">
                      <a16:creationId xmlns:a16="http://schemas.microsoft.com/office/drawing/2014/main" xmlns="" id="{CF1B1763-A84A-B84C-9D68-4357477FD0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878" name="Freeform 139">
                  <a:extLst>
                    <a:ext uri="{FF2B5EF4-FFF2-40B4-BE49-F238E27FC236}">
                      <a16:creationId xmlns:a16="http://schemas.microsoft.com/office/drawing/2014/main" xmlns="" id="{B0EC3937-4C4D-D441-8864-91E86FA25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214875" name="Line 140">
                <a:extLst>
                  <a:ext uri="{FF2B5EF4-FFF2-40B4-BE49-F238E27FC236}">
                    <a16:creationId xmlns:a16="http://schemas.microsoft.com/office/drawing/2014/main" xmlns="" id="{7750BF78-38D2-DE44-B1E2-80A17B1E8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14876" name="Line 141">
                <a:extLst>
                  <a:ext uri="{FF2B5EF4-FFF2-40B4-BE49-F238E27FC236}">
                    <a16:creationId xmlns:a16="http://schemas.microsoft.com/office/drawing/2014/main" xmlns="" id="{DB5E2913-28CB-5649-807C-384C9CDC2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cxnSp>
          <p:nvCxnSpPr>
            <p:cNvPr id="214769" name="Straight Connector 419">
              <a:extLst>
                <a:ext uri="{FF2B5EF4-FFF2-40B4-BE49-F238E27FC236}">
                  <a16:creationId xmlns:a16="http://schemas.microsoft.com/office/drawing/2014/main" xmlns="" id="{7A0AF1D9-D5AD-A94E-8A63-B763BF81BC72}"/>
                </a:ext>
              </a:extLst>
            </p:cNvPr>
            <p:cNvCxnSpPr>
              <a:cxnSpLocks noChangeShapeType="1"/>
              <a:stCxn id="214876" idx="0"/>
            </p:cNvCxnSpPr>
            <p:nvPr/>
          </p:nvCxnSpPr>
          <p:spPr bwMode="auto">
            <a:xfrm>
              <a:off x="2662301" y="4315623"/>
              <a:ext cx="940541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0" name="Straight Connector 420">
              <a:extLst>
                <a:ext uri="{FF2B5EF4-FFF2-40B4-BE49-F238E27FC236}">
                  <a16:creationId xmlns:a16="http://schemas.microsoft.com/office/drawing/2014/main" xmlns="" id="{B51F1F90-5831-724C-9EDC-6D839F30EE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08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1" name="Straight Connector 421">
              <a:extLst>
                <a:ext uri="{FF2B5EF4-FFF2-40B4-BE49-F238E27FC236}">
                  <a16:creationId xmlns:a16="http://schemas.microsoft.com/office/drawing/2014/main" xmlns="" id="{F02E00D3-03F7-3241-8926-EE992527EA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19"/>
              <a:ext cx="234667" cy="388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2" name="Straight Connector 422">
              <a:extLst>
                <a:ext uri="{FF2B5EF4-FFF2-40B4-BE49-F238E27FC236}">
                  <a16:creationId xmlns:a16="http://schemas.microsoft.com/office/drawing/2014/main" xmlns="" id="{58D8E48A-BD79-8740-8710-2C1F1308DF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48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3" name="Straight Connector 423">
              <a:extLst>
                <a:ext uri="{FF2B5EF4-FFF2-40B4-BE49-F238E27FC236}">
                  <a16:creationId xmlns:a16="http://schemas.microsoft.com/office/drawing/2014/main" xmlns="" id="{5B13BFDD-C5EF-AF4C-AEAB-E43E9F7E10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56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4" name="Straight Connector 424">
              <a:extLst>
                <a:ext uri="{FF2B5EF4-FFF2-40B4-BE49-F238E27FC236}">
                  <a16:creationId xmlns:a16="http://schemas.microsoft.com/office/drawing/2014/main" xmlns="" id="{0AE4B68E-6699-F245-B240-F4F9E3FBC0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57"/>
              <a:ext cx="243934" cy="21547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5" name="Straight Connector 425">
              <a:extLst>
                <a:ext uri="{FF2B5EF4-FFF2-40B4-BE49-F238E27FC236}">
                  <a16:creationId xmlns:a16="http://schemas.microsoft.com/office/drawing/2014/main" xmlns="" id="{41157C2E-2B04-1C49-B90C-160EEC4FE6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798"/>
              <a:ext cx="342282" cy="1059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6" name="Straight Connector 426">
              <a:extLst>
                <a:ext uri="{FF2B5EF4-FFF2-40B4-BE49-F238E27FC236}">
                  <a16:creationId xmlns:a16="http://schemas.microsoft.com/office/drawing/2014/main" xmlns="" id="{934D45D4-B1CF-784C-B94A-16BE7E20315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1" y="4532353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7" name="Straight Connector 427">
              <a:extLst>
                <a:ext uri="{FF2B5EF4-FFF2-40B4-BE49-F238E27FC236}">
                  <a16:creationId xmlns:a16="http://schemas.microsoft.com/office/drawing/2014/main" xmlns="" id="{06E30078-B071-9349-AB58-0B35335E7F04}"/>
                </a:ext>
              </a:extLst>
            </p:cNvPr>
            <p:cNvCxnSpPr>
              <a:cxnSpLocks noChangeShapeType="1"/>
              <a:endCxn id="214871" idx="4"/>
            </p:cNvCxnSpPr>
            <p:nvPr/>
          </p:nvCxnSpPr>
          <p:spPr bwMode="auto">
            <a:xfrm flipH="1" flipV="1">
              <a:off x="2408213" y="4421930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4778" name="Group 133">
              <a:extLst>
                <a:ext uri="{FF2B5EF4-FFF2-40B4-BE49-F238E27FC236}">
                  <a16:creationId xmlns:a16="http://schemas.microsoft.com/office/drawing/2014/main" xmlns="" id="{EAA5A0A7-E86D-1C43-A64D-EC874E3D57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56"/>
              <a:ext cx="513732" cy="157430"/>
              <a:chOff x="2356" y="1300"/>
              <a:chExt cx="555" cy="194"/>
            </a:xfrm>
          </p:grpSpPr>
          <p:sp>
            <p:nvSpPr>
              <p:cNvPr id="214863" name="Oval 407">
                <a:extLst>
                  <a:ext uri="{FF2B5EF4-FFF2-40B4-BE49-F238E27FC236}">
                    <a16:creationId xmlns:a16="http://schemas.microsoft.com/office/drawing/2014/main" xmlns="" id="{D93EE23C-1EFB-0544-A207-A8F336196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64" name="Rectangle 410">
                <a:extLst>
                  <a:ext uri="{FF2B5EF4-FFF2-40B4-BE49-F238E27FC236}">
                    <a16:creationId xmlns:a16="http://schemas.microsoft.com/office/drawing/2014/main" xmlns="" id="{B4DCD123-DB37-2642-8237-860AAF5A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65" name="Oval 411">
                <a:extLst>
                  <a:ext uri="{FF2B5EF4-FFF2-40B4-BE49-F238E27FC236}">
                    <a16:creationId xmlns:a16="http://schemas.microsoft.com/office/drawing/2014/main" xmlns="" id="{E8A6E07F-C85A-5E43-9F52-691CD0004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66" name="Group 137">
                <a:extLst>
                  <a:ext uri="{FF2B5EF4-FFF2-40B4-BE49-F238E27FC236}">
                    <a16:creationId xmlns:a16="http://schemas.microsoft.com/office/drawing/2014/main" xmlns="" id="{E4B6828B-A1AB-FF46-92A4-327E181B1B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9" name="Freeform 138">
                  <a:extLst>
                    <a:ext uri="{FF2B5EF4-FFF2-40B4-BE49-F238E27FC236}">
                      <a16:creationId xmlns:a16="http://schemas.microsoft.com/office/drawing/2014/main" xmlns="" id="{273FFF12-34FA-2848-AB58-65BA1BF5B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870" name="Freeform 139">
                  <a:extLst>
                    <a:ext uri="{FF2B5EF4-FFF2-40B4-BE49-F238E27FC236}">
                      <a16:creationId xmlns:a16="http://schemas.microsoft.com/office/drawing/2014/main" xmlns="" id="{ED11D114-BEF7-9841-B6C1-7256FAD6E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214867" name="Line 140">
                <a:extLst>
                  <a:ext uri="{FF2B5EF4-FFF2-40B4-BE49-F238E27FC236}">
                    <a16:creationId xmlns:a16="http://schemas.microsoft.com/office/drawing/2014/main" xmlns="" id="{7E3C3D61-BB03-694B-809B-C2395F9E2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14868" name="Line 141">
                <a:extLst>
                  <a:ext uri="{FF2B5EF4-FFF2-40B4-BE49-F238E27FC236}">
                    <a16:creationId xmlns:a16="http://schemas.microsoft.com/office/drawing/2014/main" xmlns="" id="{BDCD8423-B1D7-264F-A789-EE3FD53C0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214779" name="Group 133">
              <a:extLst>
                <a:ext uri="{FF2B5EF4-FFF2-40B4-BE49-F238E27FC236}">
                  <a16:creationId xmlns:a16="http://schemas.microsoft.com/office/drawing/2014/main" xmlns="" id="{DD0A5154-B069-2F4A-9897-73C73342A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1"/>
              <a:ext cx="513732" cy="157430"/>
              <a:chOff x="2356" y="1300"/>
              <a:chExt cx="555" cy="194"/>
            </a:xfrm>
          </p:grpSpPr>
          <p:sp>
            <p:nvSpPr>
              <p:cNvPr id="214855" name="Oval 407">
                <a:extLst>
                  <a:ext uri="{FF2B5EF4-FFF2-40B4-BE49-F238E27FC236}">
                    <a16:creationId xmlns:a16="http://schemas.microsoft.com/office/drawing/2014/main" xmlns="" id="{707E0996-C8FE-BA4D-8978-5E3725233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56" name="Rectangle 410">
                <a:extLst>
                  <a:ext uri="{FF2B5EF4-FFF2-40B4-BE49-F238E27FC236}">
                    <a16:creationId xmlns:a16="http://schemas.microsoft.com/office/drawing/2014/main" xmlns="" id="{2163E06B-55E6-D542-9479-6D9916BA3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57" name="Oval 411">
                <a:extLst>
                  <a:ext uri="{FF2B5EF4-FFF2-40B4-BE49-F238E27FC236}">
                    <a16:creationId xmlns:a16="http://schemas.microsoft.com/office/drawing/2014/main" xmlns="" id="{FEE2B1A6-60D2-9F49-80F4-CDCE0767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58" name="Group 137">
                <a:extLst>
                  <a:ext uri="{FF2B5EF4-FFF2-40B4-BE49-F238E27FC236}">
                    <a16:creationId xmlns:a16="http://schemas.microsoft.com/office/drawing/2014/main" xmlns="" id="{78B71DD3-415F-894C-985D-EE72BDDAF2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1" name="Freeform 138">
                  <a:extLst>
                    <a:ext uri="{FF2B5EF4-FFF2-40B4-BE49-F238E27FC236}">
                      <a16:creationId xmlns:a16="http://schemas.microsoft.com/office/drawing/2014/main" xmlns="" id="{7DB0D2B3-0A7D-DA48-A0B7-C6FF47896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862" name="Freeform 139">
                  <a:extLst>
                    <a:ext uri="{FF2B5EF4-FFF2-40B4-BE49-F238E27FC236}">
                      <a16:creationId xmlns:a16="http://schemas.microsoft.com/office/drawing/2014/main" xmlns="" id="{DFC94E12-76F6-7946-AEDF-586C62F81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214859" name="Line 140">
                <a:extLst>
                  <a:ext uri="{FF2B5EF4-FFF2-40B4-BE49-F238E27FC236}">
                    <a16:creationId xmlns:a16="http://schemas.microsoft.com/office/drawing/2014/main" xmlns="" id="{16FB8961-0964-FE4E-AE70-30BBA6721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14860" name="Line 141">
                <a:extLst>
                  <a:ext uri="{FF2B5EF4-FFF2-40B4-BE49-F238E27FC236}">
                    <a16:creationId xmlns:a16="http://schemas.microsoft.com/office/drawing/2014/main" xmlns="" id="{4875877B-DCA6-6043-8A8A-FE645F4B4E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214780" name="Group 133">
              <a:extLst>
                <a:ext uri="{FF2B5EF4-FFF2-40B4-BE49-F238E27FC236}">
                  <a16:creationId xmlns:a16="http://schemas.microsoft.com/office/drawing/2014/main" xmlns="" id="{B255C83F-46E2-2749-97EE-0B2028B6B6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6"/>
              <a:ext cx="513732" cy="157430"/>
              <a:chOff x="2356" y="1300"/>
              <a:chExt cx="555" cy="194"/>
            </a:xfrm>
          </p:grpSpPr>
          <p:sp>
            <p:nvSpPr>
              <p:cNvPr id="214847" name="Oval 407">
                <a:extLst>
                  <a:ext uri="{FF2B5EF4-FFF2-40B4-BE49-F238E27FC236}">
                    <a16:creationId xmlns:a16="http://schemas.microsoft.com/office/drawing/2014/main" xmlns="" id="{3CDE67C2-116B-5B44-88BD-E95F7841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8" name="Rectangle 410">
                <a:extLst>
                  <a:ext uri="{FF2B5EF4-FFF2-40B4-BE49-F238E27FC236}">
                    <a16:creationId xmlns:a16="http://schemas.microsoft.com/office/drawing/2014/main" xmlns="" id="{2D363C4F-05EC-FE43-AD31-4CFF9075D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9" name="Oval 411">
                <a:extLst>
                  <a:ext uri="{FF2B5EF4-FFF2-40B4-BE49-F238E27FC236}">
                    <a16:creationId xmlns:a16="http://schemas.microsoft.com/office/drawing/2014/main" xmlns="" id="{F0EBCA53-2CFF-6843-8B32-66660328A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50" name="Group 137">
                <a:extLst>
                  <a:ext uri="{FF2B5EF4-FFF2-40B4-BE49-F238E27FC236}">
                    <a16:creationId xmlns:a16="http://schemas.microsoft.com/office/drawing/2014/main" xmlns="" id="{8D22F74A-AFFA-0042-8B4D-F1833B567D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53" name="Freeform 138">
                  <a:extLst>
                    <a:ext uri="{FF2B5EF4-FFF2-40B4-BE49-F238E27FC236}">
                      <a16:creationId xmlns:a16="http://schemas.microsoft.com/office/drawing/2014/main" xmlns="" id="{703E87B3-22AF-4147-94A9-B72E576C4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854" name="Freeform 139">
                  <a:extLst>
                    <a:ext uri="{FF2B5EF4-FFF2-40B4-BE49-F238E27FC236}">
                      <a16:creationId xmlns:a16="http://schemas.microsoft.com/office/drawing/2014/main" xmlns="" id="{BA65DB44-CA13-3B44-B246-7D68410F4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214851" name="Line 140">
                <a:extLst>
                  <a:ext uri="{FF2B5EF4-FFF2-40B4-BE49-F238E27FC236}">
                    <a16:creationId xmlns:a16="http://schemas.microsoft.com/office/drawing/2014/main" xmlns="" id="{EC912430-2C5C-494B-AD18-A54B9E635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14852" name="Line 141">
                <a:extLst>
                  <a:ext uri="{FF2B5EF4-FFF2-40B4-BE49-F238E27FC236}">
                    <a16:creationId xmlns:a16="http://schemas.microsoft.com/office/drawing/2014/main" xmlns="" id="{F727E1B5-935F-7248-A3DB-31F27602A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214781" name="Group 133">
              <a:extLst>
                <a:ext uri="{FF2B5EF4-FFF2-40B4-BE49-F238E27FC236}">
                  <a16:creationId xmlns:a16="http://schemas.microsoft.com/office/drawing/2014/main" xmlns="" id="{F638E17D-494A-F746-A457-A1084469CE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4"/>
              <a:ext cx="513732" cy="157430"/>
              <a:chOff x="2356" y="1300"/>
              <a:chExt cx="555" cy="194"/>
            </a:xfrm>
          </p:grpSpPr>
          <p:sp>
            <p:nvSpPr>
              <p:cNvPr id="214839" name="Oval 407">
                <a:extLst>
                  <a:ext uri="{FF2B5EF4-FFF2-40B4-BE49-F238E27FC236}">
                    <a16:creationId xmlns:a16="http://schemas.microsoft.com/office/drawing/2014/main" xmlns="" id="{9B051B41-B4FF-C043-B21E-027F52B7E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0" name="Rectangle 410">
                <a:extLst>
                  <a:ext uri="{FF2B5EF4-FFF2-40B4-BE49-F238E27FC236}">
                    <a16:creationId xmlns:a16="http://schemas.microsoft.com/office/drawing/2014/main" xmlns="" id="{D1CCE3F2-95E6-6F40-B619-21BCC84A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1" name="Oval 411">
                <a:extLst>
                  <a:ext uri="{FF2B5EF4-FFF2-40B4-BE49-F238E27FC236}">
                    <a16:creationId xmlns:a16="http://schemas.microsoft.com/office/drawing/2014/main" xmlns="" id="{A967DF73-9E5A-BA4A-A6B1-4D97819E5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42" name="Group 137">
                <a:extLst>
                  <a:ext uri="{FF2B5EF4-FFF2-40B4-BE49-F238E27FC236}">
                    <a16:creationId xmlns:a16="http://schemas.microsoft.com/office/drawing/2014/main" xmlns="" id="{F8384F1B-531F-EA4E-991F-9A0DC10979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45" name="Freeform 138">
                  <a:extLst>
                    <a:ext uri="{FF2B5EF4-FFF2-40B4-BE49-F238E27FC236}">
                      <a16:creationId xmlns:a16="http://schemas.microsoft.com/office/drawing/2014/main" xmlns="" id="{874988F7-966B-8646-AF63-EB7E55717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846" name="Freeform 139">
                  <a:extLst>
                    <a:ext uri="{FF2B5EF4-FFF2-40B4-BE49-F238E27FC236}">
                      <a16:creationId xmlns:a16="http://schemas.microsoft.com/office/drawing/2014/main" xmlns="" id="{82067B18-A903-5E48-9F54-088730946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214843" name="Line 140">
                <a:extLst>
                  <a:ext uri="{FF2B5EF4-FFF2-40B4-BE49-F238E27FC236}">
                    <a16:creationId xmlns:a16="http://schemas.microsoft.com/office/drawing/2014/main" xmlns="" id="{B2FA9052-838C-8C4F-BCE4-C70E8AFD8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14844" name="Line 141">
                <a:extLst>
                  <a:ext uri="{FF2B5EF4-FFF2-40B4-BE49-F238E27FC236}">
                    <a16:creationId xmlns:a16="http://schemas.microsoft.com/office/drawing/2014/main" xmlns="" id="{DF12AE87-8E42-C640-BCB3-C6C7B7E35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214782" name="Group 133">
              <a:extLst>
                <a:ext uri="{FF2B5EF4-FFF2-40B4-BE49-F238E27FC236}">
                  <a16:creationId xmlns:a16="http://schemas.microsoft.com/office/drawing/2014/main" xmlns="" id="{D9BA981B-88F2-2048-841F-AFB6D229D3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598"/>
              <a:ext cx="513732" cy="157430"/>
              <a:chOff x="2356" y="1300"/>
              <a:chExt cx="555" cy="194"/>
            </a:xfrm>
          </p:grpSpPr>
          <p:sp>
            <p:nvSpPr>
              <p:cNvPr id="214831" name="Oval 407">
                <a:extLst>
                  <a:ext uri="{FF2B5EF4-FFF2-40B4-BE49-F238E27FC236}">
                    <a16:creationId xmlns:a16="http://schemas.microsoft.com/office/drawing/2014/main" xmlns="" id="{E3191F18-65FC-9742-AAF4-38B27CEF6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32" name="Rectangle 410">
                <a:extLst>
                  <a:ext uri="{FF2B5EF4-FFF2-40B4-BE49-F238E27FC236}">
                    <a16:creationId xmlns:a16="http://schemas.microsoft.com/office/drawing/2014/main" xmlns="" id="{04CA71FA-FD06-D54B-960C-DDD9E9400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33" name="Oval 411">
                <a:extLst>
                  <a:ext uri="{FF2B5EF4-FFF2-40B4-BE49-F238E27FC236}">
                    <a16:creationId xmlns:a16="http://schemas.microsoft.com/office/drawing/2014/main" xmlns="" id="{E6140C2C-EDAC-8645-8F8C-E7AC0F6EE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34" name="Group 137">
                <a:extLst>
                  <a:ext uri="{FF2B5EF4-FFF2-40B4-BE49-F238E27FC236}">
                    <a16:creationId xmlns:a16="http://schemas.microsoft.com/office/drawing/2014/main" xmlns="" id="{1DA61B62-5433-BE42-9505-4A887F2B9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37" name="Freeform 138">
                  <a:extLst>
                    <a:ext uri="{FF2B5EF4-FFF2-40B4-BE49-F238E27FC236}">
                      <a16:creationId xmlns:a16="http://schemas.microsoft.com/office/drawing/2014/main" xmlns="" id="{8C0DD640-5598-0A47-8FE0-C4C501DF2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838" name="Freeform 139">
                  <a:extLst>
                    <a:ext uri="{FF2B5EF4-FFF2-40B4-BE49-F238E27FC236}">
                      <a16:creationId xmlns:a16="http://schemas.microsoft.com/office/drawing/2014/main" xmlns="" id="{86B3607F-2C46-2D49-9698-D3C3FFBA2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214835" name="Line 140">
                <a:extLst>
                  <a:ext uri="{FF2B5EF4-FFF2-40B4-BE49-F238E27FC236}">
                    <a16:creationId xmlns:a16="http://schemas.microsoft.com/office/drawing/2014/main" xmlns="" id="{51E1455A-9671-2546-BE76-D9824127B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14836" name="Line 141">
                <a:extLst>
                  <a:ext uri="{FF2B5EF4-FFF2-40B4-BE49-F238E27FC236}">
                    <a16:creationId xmlns:a16="http://schemas.microsoft.com/office/drawing/2014/main" xmlns="" id="{7709D233-6CE8-9444-9BA6-121B10B66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214783" name="Group 133">
              <a:extLst>
                <a:ext uri="{FF2B5EF4-FFF2-40B4-BE49-F238E27FC236}">
                  <a16:creationId xmlns:a16="http://schemas.microsoft.com/office/drawing/2014/main" xmlns="" id="{DA6931DE-1DD8-F442-80DA-559C81E0EC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57"/>
              <a:ext cx="513732" cy="157430"/>
              <a:chOff x="2356" y="1300"/>
              <a:chExt cx="555" cy="194"/>
            </a:xfrm>
          </p:grpSpPr>
          <p:sp>
            <p:nvSpPr>
              <p:cNvPr id="214823" name="Oval 407">
                <a:extLst>
                  <a:ext uri="{FF2B5EF4-FFF2-40B4-BE49-F238E27FC236}">
                    <a16:creationId xmlns:a16="http://schemas.microsoft.com/office/drawing/2014/main" xmlns="" id="{AC436F2E-5FE3-AB4A-8E3A-1F6EB0BD2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24" name="Rectangle 410">
                <a:extLst>
                  <a:ext uri="{FF2B5EF4-FFF2-40B4-BE49-F238E27FC236}">
                    <a16:creationId xmlns:a16="http://schemas.microsoft.com/office/drawing/2014/main" xmlns="" id="{D63B5470-32DD-EF4C-BE70-D7286C39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25" name="Oval 411">
                <a:extLst>
                  <a:ext uri="{FF2B5EF4-FFF2-40B4-BE49-F238E27FC236}">
                    <a16:creationId xmlns:a16="http://schemas.microsoft.com/office/drawing/2014/main" xmlns="" id="{9E18D6BE-84B9-CD4B-A790-9938017B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26" name="Group 137">
                <a:extLst>
                  <a:ext uri="{FF2B5EF4-FFF2-40B4-BE49-F238E27FC236}">
                    <a16:creationId xmlns:a16="http://schemas.microsoft.com/office/drawing/2014/main" xmlns="" id="{B94942B3-6725-6F41-A4C8-BBF197C7C0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9" name="Freeform 138">
                  <a:extLst>
                    <a:ext uri="{FF2B5EF4-FFF2-40B4-BE49-F238E27FC236}">
                      <a16:creationId xmlns:a16="http://schemas.microsoft.com/office/drawing/2014/main" xmlns="" id="{8BDCE39A-64CE-EE4D-B70F-990CD7FF2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830" name="Freeform 139">
                  <a:extLst>
                    <a:ext uri="{FF2B5EF4-FFF2-40B4-BE49-F238E27FC236}">
                      <a16:creationId xmlns:a16="http://schemas.microsoft.com/office/drawing/2014/main" xmlns="" id="{4038D430-FAAB-5E41-8026-82B88BFB9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214827" name="Line 140">
                <a:extLst>
                  <a:ext uri="{FF2B5EF4-FFF2-40B4-BE49-F238E27FC236}">
                    <a16:creationId xmlns:a16="http://schemas.microsoft.com/office/drawing/2014/main" xmlns="" id="{AB69C545-F0FB-A646-B921-9A42AFF87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14828" name="Line 141">
                <a:extLst>
                  <a:ext uri="{FF2B5EF4-FFF2-40B4-BE49-F238E27FC236}">
                    <a16:creationId xmlns:a16="http://schemas.microsoft.com/office/drawing/2014/main" xmlns="" id="{BD3DF7FE-3BAA-1C46-AFEE-6DA2D157E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214784" name="Group 133">
              <a:extLst>
                <a:ext uri="{FF2B5EF4-FFF2-40B4-BE49-F238E27FC236}">
                  <a16:creationId xmlns:a16="http://schemas.microsoft.com/office/drawing/2014/main" xmlns="" id="{B153CE43-BB57-8345-B434-118B95D7B3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3"/>
              <a:ext cx="513732" cy="157430"/>
              <a:chOff x="2356" y="1300"/>
              <a:chExt cx="555" cy="194"/>
            </a:xfrm>
          </p:grpSpPr>
          <p:sp>
            <p:nvSpPr>
              <p:cNvPr id="214815" name="Oval 407">
                <a:extLst>
                  <a:ext uri="{FF2B5EF4-FFF2-40B4-BE49-F238E27FC236}">
                    <a16:creationId xmlns:a16="http://schemas.microsoft.com/office/drawing/2014/main" xmlns="" id="{43A93EA8-4C5D-E24E-BA2B-A8BB05962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16" name="Rectangle 410">
                <a:extLst>
                  <a:ext uri="{FF2B5EF4-FFF2-40B4-BE49-F238E27FC236}">
                    <a16:creationId xmlns:a16="http://schemas.microsoft.com/office/drawing/2014/main" xmlns="" id="{49C154B9-C2BF-D945-9630-15D0738C9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17" name="Oval 411">
                <a:extLst>
                  <a:ext uri="{FF2B5EF4-FFF2-40B4-BE49-F238E27FC236}">
                    <a16:creationId xmlns:a16="http://schemas.microsoft.com/office/drawing/2014/main" xmlns="" id="{60B9E8DF-F64B-E341-9FAE-376EC0939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defTabSz="685800">
                  <a:spcBef>
                    <a:spcPct val="0"/>
                  </a:spcBef>
                  <a:defRPr/>
                </a:pPr>
                <a:endParaRPr lang="en-US" altLang="en-US" sz="180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18" name="Group 137">
                <a:extLst>
                  <a:ext uri="{FF2B5EF4-FFF2-40B4-BE49-F238E27FC236}">
                    <a16:creationId xmlns:a16="http://schemas.microsoft.com/office/drawing/2014/main" xmlns="" id="{E257D2A1-69E2-1444-A859-4AFC7C68C4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1" name="Freeform 138">
                  <a:extLst>
                    <a:ext uri="{FF2B5EF4-FFF2-40B4-BE49-F238E27FC236}">
                      <a16:creationId xmlns:a16="http://schemas.microsoft.com/office/drawing/2014/main" xmlns="" id="{F82EE89F-728B-184D-8292-62E17DED4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822" name="Freeform 139">
                  <a:extLst>
                    <a:ext uri="{FF2B5EF4-FFF2-40B4-BE49-F238E27FC236}">
                      <a16:creationId xmlns:a16="http://schemas.microsoft.com/office/drawing/2014/main" xmlns="" id="{0EEB83C5-B0E8-5041-AA6B-1ED037A4E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214819" name="Line 140">
                <a:extLst>
                  <a:ext uri="{FF2B5EF4-FFF2-40B4-BE49-F238E27FC236}">
                    <a16:creationId xmlns:a16="http://schemas.microsoft.com/office/drawing/2014/main" xmlns="" id="{EAFB93B0-9A23-184A-A135-95A82231F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14820" name="Line 141">
                <a:extLst>
                  <a:ext uri="{FF2B5EF4-FFF2-40B4-BE49-F238E27FC236}">
                    <a16:creationId xmlns:a16="http://schemas.microsoft.com/office/drawing/2014/main" xmlns="" id="{46B990D8-3615-DD41-97A8-2B2FFC4E94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cxnSp>
          <p:nvCxnSpPr>
            <p:cNvPr id="214785" name="Straight Connector 12">
              <a:extLst>
                <a:ext uri="{FF2B5EF4-FFF2-40B4-BE49-F238E27FC236}">
                  <a16:creationId xmlns:a16="http://schemas.microsoft.com/office/drawing/2014/main" xmlns="" id="{C7A74BE5-803F-FE4A-9405-F3F0C581D9BD}"/>
                </a:ext>
              </a:extLst>
            </p:cNvPr>
            <p:cNvCxnSpPr>
              <a:cxnSpLocks noChangeShapeType="1"/>
              <a:endCxn id="214955" idx="1"/>
            </p:cNvCxnSpPr>
            <p:nvPr/>
          </p:nvCxnSpPr>
          <p:spPr bwMode="auto">
            <a:xfrm>
              <a:off x="2382838" y="2609848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6" name="Straight Connector 500">
              <a:extLst>
                <a:ext uri="{FF2B5EF4-FFF2-40B4-BE49-F238E27FC236}">
                  <a16:creationId xmlns:a16="http://schemas.microsoft.com/office/drawing/2014/main" xmlns="" id="{AB661CE2-CEA5-ED4B-A163-59BA3A829AF1}"/>
                </a:ext>
              </a:extLst>
            </p:cNvPr>
            <p:cNvCxnSpPr>
              <a:cxnSpLocks noChangeShapeType="1"/>
              <a:stCxn id="214751" idx="8"/>
              <a:endCxn id="214812" idx="2"/>
            </p:cNvCxnSpPr>
            <p:nvPr/>
          </p:nvCxnSpPr>
          <p:spPr bwMode="auto">
            <a:xfrm>
              <a:off x="1455738" y="2990846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7" name="Straight Connector 501">
              <a:extLst>
                <a:ext uri="{FF2B5EF4-FFF2-40B4-BE49-F238E27FC236}">
                  <a16:creationId xmlns:a16="http://schemas.microsoft.com/office/drawing/2014/main" xmlns="" id="{A66C3A17-FFB0-EB44-A998-CB2F2624CA44}"/>
                </a:ext>
              </a:extLst>
            </p:cNvPr>
            <p:cNvCxnSpPr>
              <a:cxnSpLocks noChangeShapeType="1"/>
              <a:endCxn id="214812" idx="3"/>
            </p:cNvCxnSpPr>
            <p:nvPr/>
          </p:nvCxnSpPr>
          <p:spPr bwMode="auto">
            <a:xfrm>
              <a:off x="1235076" y="3271835"/>
              <a:ext cx="123825" cy="21272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8" name="Straight Connector 502">
              <a:extLst>
                <a:ext uri="{FF2B5EF4-FFF2-40B4-BE49-F238E27FC236}">
                  <a16:creationId xmlns:a16="http://schemas.microsoft.com/office/drawing/2014/main" xmlns="" id="{2AC3615C-C8F3-2A4C-ADDD-475649F9A200}"/>
                </a:ext>
              </a:extLst>
            </p:cNvPr>
            <p:cNvCxnSpPr>
              <a:cxnSpLocks noChangeShapeType="1"/>
              <a:endCxn id="214923" idx="1"/>
            </p:cNvCxnSpPr>
            <p:nvPr/>
          </p:nvCxnSpPr>
          <p:spPr bwMode="auto">
            <a:xfrm>
              <a:off x="3916362" y="2411411"/>
              <a:ext cx="307975" cy="5730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9" name="Straight Connector 503">
              <a:extLst>
                <a:ext uri="{FF2B5EF4-FFF2-40B4-BE49-F238E27FC236}">
                  <a16:creationId xmlns:a16="http://schemas.microsoft.com/office/drawing/2014/main" xmlns="" id="{FBBE74D8-A9BB-EB41-8556-BAE83958DA05}"/>
                </a:ext>
              </a:extLst>
            </p:cNvPr>
            <p:cNvCxnSpPr>
              <a:cxnSpLocks noChangeShapeType="1"/>
              <a:endCxn id="214923" idx="0"/>
            </p:cNvCxnSpPr>
            <p:nvPr/>
          </p:nvCxnSpPr>
          <p:spPr bwMode="auto">
            <a:xfrm flipH="1">
              <a:off x="4425950" y="2389186"/>
              <a:ext cx="384175" cy="57943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0" name="Straight Connector 504">
              <a:extLst>
                <a:ext uri="{FF2B5EF4-FFF2-40B4-BE49-F238E27FC236}">
                  <a16:creationId xmlns:a16="http://schemas.microsoft.com/office/drawing/2014/main" xmlns="" id="{5D777D9F-6C44-8C4D-8F85-CB8893FD7DC5}"/>
                </a:ext>
              </a:extLst>
            </p:cNvPr>
            <p:cNvCxnSpPr>
              <a:cxnSpLocks noChangeShapeType="1"/>
              <a:endCxn id="215005" idx="0"/>
            </p:cNvCxnSpPr>
            <p:nvPr/>
          </p:nvCxnSpPr>
          <p:spPr bwMode="auto">
            <a:xfrm>
              <a:off x="6770687" y="2900361"/>
              <a:ext cx="215899" cy="10461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1" name="Straight Connector 505">
              <a:extLst>
                <a:ext uri="{FF2B5EF4-FFF2-40B4-BE49-F238E27FC236}">
                  <a16:creationId xmlns:a16="http://schemas.microsoft.com/office/drawing/2014/main" xmlns="" id="{D6EDC541-A286-1043-BAEF-A5D3DBEC4F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398" y="3251197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2" name="Straight Connector 506">
              <a:extLst>
                <a:ext uri="{FF2B5EF4-FFF2-40B4-BE49-F238E27FC236}">
                  <a16:creationId xmlns:a16="http://schemas.microsoft.com/office/drawing/2014/main" xmlns="" id="{1D1159FC-26A5-E941-9532-2C7BF77B9B19}"/>
                </a:ext>
              </a:extLst>
            </p:cNvPr>
            <p:cNvCxnSpPr>
              <a:cxnSpLocks noChangeShapeType="1"/>
              <a:stCxn id="214755" idx="4"/>
              <a:endCxn id="215000" idx="0"/>
            </p:cNvCxnSpPr>
            <p:nvPr/>
          </p:nvCxnSpPr>
          <p:spPr bwMode="auto">
            <a:xfrm flipH="1">
              <a:off x="7483473" y="4229096"/>
              <a:ext cx="541338" cy="24923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3" name="Straight Connector 507">
              <a:extLst>
                <a:ext uri="{FF2B5EF4-FFF2-40B4-BE49-F238E27FC236}">
                  <a16:creationId xmlns:a16="http://schemas.microsoft.com/office/drawing/2014/main" xmlns="" id="{D0B084EB-4646-9146-A362-822D7E8DAC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899" y="4573584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4" name="Straight Connector 508">
              <a:extLst>
                <a:ext uri="{FF2B5EF4-FFF2-40B4-BE49-F238E27FC236}">
                  <a16:creationId xmlns:a16="http://schemas.microsoft.com/office/drawing/2014/main" xmlns="" id="{C6690A05-6457-5A4E-B086-13961A44EE87}"/>
                </a:ext>
              </a:extLst>
            </p:cNvPr>
            <p:cNvCxnSpPr>
              <a:cxnSpLocks noChangeShapeType="1"/>
              <a:endCxn id="214987" idx="5"/>
            </p:cNvCxnSpPr>
            <p:nvPr/>
          </p:nvCxnSpPr>
          <p:spPr bwMode="auto">
            <a:xfrm flipH="1" flipV="1">
              <a:off x="6496050" y="4722809"/>
              <a:ext cx="1047750" cy="9667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5" name="Straight Connector 509">
              <a:extLst>
                <a:ext uri="{FF2B5EF4-FFF2-40B4-BE49-F238E27FC236}">
                  <a16:creationId xmlns:a16="http://schemas.microsoft.com/office/drawing/2014/main" xmlns="" id="{FF7E5776-B161-1D43-8DF6-DB8FEF44E577}"/>
                </a:ext>
              </a:extLst>
            </p:cNvPr>
            <p:cNvCxnSpPr>
              <a:cxnSpLocks noChangeShapeType="1"/>
              <a:stCxn id="214756" idx="0"/>
              <a:endCxn id="214811" idx="5"/>
            </p:cNvCxnSpPr>
            <p:nvPr/>
          </p:nvCxnSpPr>
          <p:spPr bwMode="auto">
            <a:xfrm flipH="1" flipV="1">
              <a:off x="5084763" y="5684832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6" name="Straight Connector 510">
              <a:extLst>
                <a:ext uri="{FF2B5EF4-FFF2-40B4-BE49-F238E27FC236}">
                  <a16:creationId xmlns:a16="http://schemas.microsoft.com/office/drawing/2014/main" xmlns="" id="{6C733440-5946-0B45-B9C1-2DF3CF195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0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7" name="Straight Connector 511">
              <a:extLst>
                <a:ext uri="{FF2B5EF4-FFF2-40B4-BE49-F238E27FC236}">
                  <a16:creationId xmlns:a16="http://schemas.microsoft.com/office/drawing/2014/main" xmlns="" id="{BBA51EAD-0B92-F743-AF16-29F6F24EB9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595"/>
              <a:ext cx="306387" cy="16509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8" name="Straight Connector 512">
              <a:extLst>
                <a:ext uri="{FF2B5EF4-FFF2-40B4-BE49-F238E27FC236}">
                  <a16:creationId xmlns:a16="http://schemas.microsoft.com/office/drawing/2014/main" xmlns="" id="{C715A44D-0897-FF45-A4CF-E44F4295F63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1" y="5160959"/>
              <a:ext cx="401638" cy="2095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9" name="Straight Connector 513">
              <a:extLst>
                <a:ext uri="{FF2B5EF4-FFF2-40B4-BE49-F238E27FC236}">
                  <a16:creationId xmlns:a16="http://schemas.microsoft.com/office/drawing/2014/main" xmlns="" id="{C6F113B8-C86A-3340-BE01-C1AF6C3065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4" y="4467220"/>
              <a:ext cx="227012" cy="2825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0" name="Straight Connector 514">
              <a:extLst>
                <a:ext uri="{FF2B5EF4-FFF2-40B4-BE49-F238E27FC236}">
                  <a16:creationId xmlns:a16="http://schemas.microsoft.com/office/drawing/2014/main" xmlns="" id="{5EC583B5-0B18-FD47-8B3D-5EB069BD8833}"/>
                </a:ext>
              </a:extLst>
            </p:cNvPr>
            <p:cNvCxnSpPr>
              <a:cxnSpLocks noChangeShapeType="1"/>
              <a:endCxn id="214812" idx="5"/>
            </p:cNvCxnSpPr>
            <p:nvPr/>
          </p:nvCxnSpPr>
          <p:spPr bwMode="auto">
            <a:xfrm flipV="1">
              <a:off x="1155701" y="4368796"/>
              <a:ext cx="203199" cy="79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1" name="Oval 14">
              <a:extLst>
                <a:ext uri="{FF2B5EF4-FFF2-40B4-BE49-F238E27FC236}">
                  <a16:creationId xmlns:a16="http://schemas.microsoft.com/office/drawing/2014/main" xmlns="" id="{F92183DD-9D4D-9A45-B326-6B129084B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4" y="2896840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endParaRPr lang="en-US" altLang="en-US" sz="1800" dirty="0">
                <a:solidFill>
                  <a:srgbClr val="000000"/>
                </a:solidFill>
              </a:endParaRPr>
            </a:p>
          </p:txBody>
        </p:sp>
        <p:cxnSp>
          <p:nvCxnSpPr>
            <p:cNvPr id="214802" name="Straight Connector 18">
              <a:extLst>
                <a:ext uri="{FF2B5EF4-FFF2-40B4-BE49-F238E27FC236}">
                  <a16:creationId xmlns:a16="http://schemas.microsoft.com/office/drawing/2014/main" xmlns="" id="{D216F3ED-B2DC-7244-94CC-4B60507910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87"/>
              <a:ext cx="964306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3" name="Straight Connector 516">
              <a:extLst>
                <a:ext uri="{FF2B5EF4-FFF2-40B4-BE49-F238E27FC236}">
                  <a16:creationId xmlns:a16="http://schemas.microsoft.com/office/drawing/2014/main" xmlns="" id="{4FE2CDC8-312C-504E-9983-AEDDF15EF4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0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4" name="Straight Connector 515">
              <a:extLst>
                <a:ext uri="{FF2B5EF4-FFF2-40B4-BE49-F238E27FC236}">
                  <a16:creationId xmlns:a16="http://schemas.microsoft.com/office/drawing/2014/main" xmlns="" id="{A004EB9B-DF41-704D-9CBE-54DD90884F8C}"/>
                </a:ext>
              </a:extLst>
            </p:cNvPr>
            <p:cNvCxnSpPr>
              <a:cxnSpLocks noChangeShapeType="1"/>
              <a:stCxn id="214841" idx="0"/>
            </p:cNvCxnSpPr>
            <p:nvPr/>
          </p:nvCxnSpPr>
          <p:spPr bwMode="auto">
            <a:xfrm flipV="1">
              <a:off x="3832888" y="4233714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5" name="Oval 521">
              <a:extLst>
                <a:ext uri="{FF2B5EF4-FFF2-40B4-BE49-F238E27FC236}">
                  <a16:creationId xmlns:a16="http://schemas.microsoft.com/office/drawing/2014/main" xmlns="" id="{443E0A6C-4073-D549-8990-2BB851760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55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r>
                <a:rPr lang="en-US" altLang="en-US" sz="1800" dirty="0">
                  <a:solidFill>
                    <a:srgbClr val="000000"/>
                  </a:solidFill>
                </a:rPr>
                <a:t>   </a:t>
              </a:r>
            </a:p>
          </p:txBody>
        </p:sp>
        <p:cxnSp>
          <p:nvCxnSpPr>
            <p:cNvPr id="214806" name="Straight Connector 519">
              <a:extLst>
                <a:ext uri="{FF2B5EF4-FFF2-40B4-BE49-F238E27FC236}">
                  <a16:creationId xmlns:a16="http://schemas.microsoft.com/office/drawing/2014/main" xmlns="" id="{C5F2874E-B11C-0546-AED8-3CDB8F258042}"/>
                </a:ext>
              </a:extLst>
            </p:cNvPr>
            <p:cNvCxnSpPr>
              <a:cxnSpLocks noChangeShapeType="1"/>
              <a:stCxn id="214805" idx="6"/>
              <a:endCxn id="215039" idx="1"/>
            </p:cNvCxnSpPr>
            <p:nvPr/>
          </p:nvCxnSpPr>
          <p:spPr bwMode="auto">
            <a:xfrm flipV="1">
              <a:off x="4460774" y="3953935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7" name="Straight Connector 520">
              <a:extLst>
                <a:ext uri="{FF2B5EF4-FFF2-40B4-BE49-F238E27FC236}">
                  <a16:creationId xmlns:a16="http://schemas.microsoft.com/office/drawing/2014/main" xmlns="" id="{BA8C1BD0-0CCD-574B-8A4D-17365C016B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58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8" name="Straight Connector 7">
              <a:extLst>
                <a:ext uri="{FF2B5EF4-FFF2-40B4-BE49-F238E27FC236}">
                  <a16:creationId xmlns:a16="http://schemas.microsoft.com/office/drawing/2014/main" xmlns="" id="{65F66951-24B1-274C-9714-4C12067EEA5A}"/>
                </a:ext>
              </a:extLst>
            </p:cNvPr>
            <p:cNvCxnSpPr>
              <a:cxnSpLocks noChangeShapeType="1"/>
              <a:stCxn id="214913" idx="5"/>
              <a:endCxn id="215037" idx="1"/>
            </p:cNvCxnSpPr>
            <p:nvPr/>
          </p:nvCxnSpPr>
          <p:spPr bwMode="auto">
            <a:xfrm>
              <a:off x="4876727" y="3633784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9" name="Straight Connector 415">
              <a:extLst>
                <a:ext uri="{FF2B5EF4-FFF2-40B4-BE49-F238E27FC236}">
                  <a16:creationId xmlns:a16="http://schemas.microsoft.com/office/drawing/2014/main" xmlns="" id="{6A451F9C-F807-244D-BD15-B5D183FFE361}"/>
                </a:ext>
              </a:extLst>
            </p:cNvPr>
            <p:cNvCxnSpPr>
              <a:cxnSpLocks noChangeShapeType="1"/>
              <a:endCxn id="214873" idx="0"/>
            </p:cNvCxnSpPr>
            <p:nvPr/>
          </p:nvCxnSpPr>
          <p:spPr bwMode="auto">
            <a:xfrm flipH="1">
              <a:off x="2406650" y="3753808"/>
              <a:ext cx="282557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0" name="Straight Connector 523">
              <a:extLst>
                <a:ext uri="{FF2B5EF4-FFF2-40B4-BE49-F238E27FC236}">
                  <a16:creationId xmlns:a16="http://schemas.microsoft.com/office/drawing/2014/main" xmlns="" id="{586921B0-6133-C84B-A795-F2DD58333A9D}"/>
                </a:ext>
              </a:extLst>
            </p:cNvPr>
            <p:cNvCxnSpPr>
              <a:cxnSpLocks noChangeShapeType="1"/>
              <a:stCxn id="214836" idx="0"/>
            </p:cNvCxnSpPr>
            <p:nvPr/>
          </p:nvCxnSpPr>
          <p:spPr bwMode="auto">
            <a:xfrm flipV="1">
              <a:off x="4307762" y="4626477"/>
              <a:ext cx="844015" cy="3042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11" name="Oval 6">
              <a:extLst>
                <a:ext uri="{FF2B5EF4-FFF2-40B4-BE49-F238E27FC236}">
                  <a16:creationId xmlns:a16="http://schemas.microsoft.com/office/drawing/2014/main" xmlns="" id="{BAD9A2F3-982F-6449-ACEB-D17A643E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1" y="5359394"/>
              <a:ext cx="2044700" cy="380999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endParaRPr lang="en-US" altLang="en-US" sz="1800" dirty="0">
                <a:solidFill>
                  <a:srgbClr val="000000"/>
                </a:solidFill>
              </a:endParaRPr>
            </a:p>
          </p:txBody>
        </p:sp>
        <p:sp>
          <p:nvSpPr>
            <p:cNvPr id="214812" name="Oval 517">
              <a:extLst>
                <a:ext uri="{FF2B5EF4-FFF2-40B4-BE49-F238E27FC236}">
                  <a16:creationId xmlns:a16="http://schemas.microsoft.com/office/drawing/2014/main" xmlns="" id="{88281E12-8735-624E-8248-F70D1321AF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70" y="3736176"/>
              <a:ext cx="1252535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endParaRPr lang="en-US" altLang="en-US" sz="1800" dirty="0">
                <a:solidFill>
                  <a:srgbClr val="000000"/>
                </a:solidFill>
              </a:endParaRPr>
            </a:p>
          </p:txBody>
        </p:sp>
        <p:cxnSp>
          <p:nvCxnSpPr>
            <p:cNvPr id="214813" name="Straight Connector 39941">
              <a:extLst>
                <a:ext uri="{FF2B5EF4-FFF2-40B4-BE49-F238E27FC236}">
                  <a16:creationId xmlns:a16="http://schemas.microsoft.com/office/drawing/2014/main" xmlns="" id="{E12CFDB0-9BFD-3D46-AD31-EBE9949486F7}"/>
                </a:ext>
              </a:extLst>
            </p:cNvPr>
            <p:cNvCxnSpPr>
              <a:cxnSpLocks noChangeShapeType="1"/>
              <a:stCxn id="214812" idx="0"/>
              <a:endCxn id="214901" idx="0"/>
            </p:cNvCxnSpPr>
            <p:nvPr/>
          </p:nvCxnSpPr>
          <p:spPr bwMode="auto">
            <a:xfrm flipV="1">
              <a:off x="1684339" y="3654419"/>
              <a:ext cx="758825" cy="2730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4" name="Straight Connector 524">
              <a:extLst>
                <a:ext uri="{FF2B5EF4-FFF2-40B4-BE49-F238E27FC236}">
                  <a16:creationId xmlns:a16="http://schemas.microsoft.com/office/drawing/2014/main" xmlns="" id="{5D1AD4BB-1013-6443-874F-19ABFB3A4436}"/>
                </a:ext>
              </a:extLst>
            </p:cNvPr>
            <p:cNvCxnSpPr>
              <a:cxnSpLocks noChangeShapeType="1"/>
              <a:endCxn id="214875" idx="1"/>
            </p:cNvCxnSpPr>
            <p:nvPr/>
          </p:nvCxnSpPr>
          <p:spPr bwMode="auto">
            <a:xfrm>
              <a:off x="1685925" y="4111625"/>
              <a:ext cx="466725" cy="2698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14019" name="Line 424">
            <a:extLst>
              <a:ext uri="{FF2B5EF4-FFF2-40B4-BE49-F238E27FC236}">
                <a16:creationId xmlns:a16="http://schemas.microsoft.com/office/drawing/2014/main" xmlns="" id="{2B25484B-E5B9-8B4F-A89B-EB4EF402D5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14539" y="4814889"/>
            <a:ext cx="108347" cy="238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685800">
              <a:defRPr/>
            </a:pPr>
            <a:endParaRPr lang="en-US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F7FEFB90-5FD7-E24C-812E-7CBBD01244DB}"/>
              </a:ext>
            </a:extLst>
          </p:cNvPr>
          <p:cNvGrpSpPr>
            <a:grpSpLocks/>
          </p:cNvGrpSpPr>
          <p:nvPr/>
        </p:nvGrpSpPr>
        <p:grpSpPr bwMode="auto">
          <a:xfrm>
            <a:off x="1472805" y="3521870"/>
            <a:ext cx="6193631" cy="2175272"/>
            <a:chOff x="439215" y="3555216"/>
            <a:chExt cx="8258951" cy="2901368"/>
          </a:xfrm>
        </p:grpSpPr>
        <p:grpSp>
          <p:nvGrpSpPr>
            <p:cNvPr id="214392" name="Group 13">
              <a:extLst>
                <a:ext uri="{FF2B5EF4-FFF2-40B4-BE49-F238E27FC236}">
                  <a16:creationId xmlns:a16="http://schemas.microsoft.com/office/drawing/2014/main" xmlns="" id="{D6E75D41-1B85-9F4F-8342-C4C736870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8362" y="3855145"/>
              <a:ext cx="347753" cy="680208"/>
              <a:chOff x="7923189" y="2486663"/>
              <a:chExt cx="360362" cy="884586"/>
            </a:xfrm>
          </p:grpSpPr>
          <p:pic>
            <p:nvPicPr>
              <p:cNvPr id="214709" name="Picture 3">
                <a:extLst>
                  <a:ext uri="{FF2B5EF4-FFF2-40B4-BE49-F238E27FC236}">
                    <a16:creationId xmlns:a16="http://schemas.microsoft.com/office/drawing/2014/main" xmlns="" id="{0ABBDDA4-BD15-9C4B-8FC4-2B9F9F306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710" name="Group 950">
                <a:extLst>
                  <a:ext uri="{FF2B5EF4-FFF2-40B4-BE49-F238E27FC236}">
                    <a16:creationId xmlns:a16="http://schemas.microsoft.com/office/drawing/2014/main" xmlns="" id="{6A0046A2-FEB1-974D-915B-2A18F39DE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711" name="Freeform 951">
                  <a:extLst>
                    <a:ext uri="{FF2B5EF4-FFF2-40B4-BE49-F238E27FC236}">
                      <a16:creationId xmlns:a16="http://schemas.microsoft.com/office/drawing/2014/main" xmlns="" id="{9B328CBB-2BB6-8145-81DE-D3A7B4248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712" name="Rectangle 952">
                  <a:extLst>
                    <a:ext uri="{FF2B5EF4-FFF2-40B4-BE49-F238E27FC236}">
                      <a16:creationId xmlns:a16="http://schemas.microsoft.com/office/drawing/2014/main" xmlns="" id="{92DC1677-B383-F141-955A-2A8DAC9BA3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13" name="Freeform 953">
                  <a:extLst>
                    <a:ext uri="{FF2B5EF4-FFF2-40B4-BE49-F238E27FC236}">
                      <a16:creationId xmlns:a16="http://schemas.microsoft.com/office/drawing/2014/main" xmlns="" id="{EBEDE016-0197-104E-A89A-EDC28FFDA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714" name="Freeform 954">
                  <a:extLst>
                    <a:ext uri="{FF2B5EF4-FFF2-40B4-BE49-F238E27FC236}">
                      <a16:creationId xmlns:a16="http://schemas.microsoft.com/office/drawing/2014/main" xmlns="" id="{BF46FFAF-98D0-8C49-BC9E-F79B2E092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715" name="Rectangle 955">
                  <a:extLst>
                    <a:ext uri="{FF2B5EF4-FFF2-40B4-BE49-F238E27FC236}">
                      <a16:creationId xmlns:a16="http://schemas.microsoft.com/office/drawing/2014/main" xmlns="" id="{E3C4876C-5477-2A4C-9525-C65E22674E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16" name="Group 956">
                  <a:extLst>
                    <a:ext uri="{FF2B5EF4-FFF2-40B4-BE49-F238E27FC236}">
                      <a16:creationId xmlns:a16="http://schemas.microsoft.com/office/drawing/2014/main" xmlns="" id="{736BF024-F497-1143-9A49-7D4629815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41" name="AutoShape 957">
                    <a:extLst>
                      <a:ext uri="{FF2B5EF4-FFF2-40B4-BE49-F238E27FC236}">
                        <a16:creationId xmlns:a16="http://schemas.microsoft.com/office/drawing/2014/main" xmlns="" id="{38158997-913A-5A44-9578-E1E6681002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42" name="AutoShape 958">
                    <a:extLst>
                      <a:ext uri="{FF2B5EF4-FFF2-40B4-BE49-F238E27FC236}">
                        <a16:creationId xmlns:a16="http://schemas.microsoft.com/office/drawing/2014/main" xmlns="" id="{852351BB-D6E0-2241-927F-FCB95A230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17" name="Rectangle 959">
                  <a:extLst>
                    <a:ext uri="{FF2B5EF4-FFF2-40B4-BE49-F238E27FC236}">
                      <a16:creationId xmlns:a16="http://schemas.microsoft.com/office/drawing/2014/main" xmlns="" id="{6DD686AD-ED0A-024C-A45B-202A2D8C0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18" name="Group 960">
                  <a:extLst>
                    <a:ext uri="{FF2B5EF4-FFF2-40B4-BE49-F238E27FC236}">
                      <a16:creationId xmlns:a16="http://schemas.microsoft.com/office/drawing/2014/main" xmlns="" id="{8D3C2F9C-9B8C-0B4C-86F3-004EB6827E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39" name="AutoShape 961">
                    <a:extLst>
                      <a:ext uri="{FF2B5EF4-FFF2-40B4-BE49-F238E27FC236}">
                        <a16:creationId xmlns:a16="http://schemas.microsoft.com/office/drawing/2014/main" xmlns="" id="{EE0C8BA9-4177-F846-BD9B-FB75178B8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40" name="AutoShape 962">
                    <a:extLst>
                      <a:ext uri="{FF2B5EF4-FFF2-40B4-BE49-F238E27FC236}">
                        <a16:creationId xmlns:a16="http://schemas.microsoft.com/office/drawing/2014/main" xmlns="" id="{5F22E2BE-24A7-3B45-B257-B0270EB6F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19" name="Rectangle 963">
                  <a:extLst>
                    <a:ext uri="{FF2B5EF4-FFF2-40B4-BE49-F238E27FC236}">
                      <a16:creationId xmlns:a16="http://schemas.microsoft.com/office/drawing/2014/main" xmlns="" id="{DF7147A1-0008-FB4E-8623-0E4E8C019E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0" name="Rectangle 964">
                  <a:extLst>
                    <a:ext uri="{FF2B5EF4-FFF2-40B4-BE49-F238E27FC236}">
                      <a16:creationId xmlns:a16="http://schemas.microsoft.com/office/drawing/2014/main" xmlns="" id="{6D4B47AF-B455-DD4C-A30E-7719D43887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21" name="Group 965">
                  <a:extLst>
                    <a:ext uri="{FF2B5EF4-FFF2-40B4-BE49-F238E27FC236}">
                      <a16:creationId xmlns:a16="http://schemas.microsoft.com/office/drawing/2014/main" xmlns="" id="{2311FA2A-1C39-E945-B4EE-191704D76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37" name="AutoShape 966">
                    <a:extLst>
                      <a:ext uri="{FF2B5EF4-FFF2-40B4-BE49-F238E27FC236}">
                        <a16:creationId xmlns:a16="http://schemas.microsoft.com/office/drawing/2014/main" xmlns="" id="{5A399A5B-1E6A-F240-8060-CA7C1CB17F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38" name="AutoShape 967">
                    <a:extLst>
                      <a:ext uri="{FF2B5EF4-FFF2-40B4-BE49-F238E27FC236}">
                        <a16:creationId xmlns:a16="http://schemas.microsoft.com/office/drawing/2014/main" xmlns="" id="{1EEA95A7-0088-A741-8C0B-C26247429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22" name="Freeform 968">
                  <a:extLst>
                    <a:ext uri="{FF2B5EF4-FFF2-40B4-BE49-F238E27FC236}">
                      <a16:creationId xmlns:a16="http://schemas.microsoft.com/office/drawing/2014/main" xmlns="" id="{94909E95-EA57-9243-9340-53A47143C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723" name="Group 969">
                  <a:extLst>
                    <a:ext uri="{FF2B5EF4-FFF2-40B4-BE49-F238E27FC236}">
                      <a16:creationId xmlns:a16="http://schemas.microsoft.com/office/drawing/2014/main" xmlns="" id="{8FC64435-D784-9444-82F4-54E0F80388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35" name="AutoShape 970">
                    <a:extLst>
                      <a:ext uri="{FF2B5EF4-FFF2-40B4-BE49-F238E27FC236}">
                        <a16:creationId xmlns:a16="http://schemas.microsoft.com/office/drawing/2014/main" xmlns="" id="{6168983C-F315-F84B-B321-AB4E0C9248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36" name="AutoShape 971">
                    <a:extLst>
                      <a:ext uri="{FF2B5EF4-FFF2-40B4-BE49-F238E27FC236}">
                        <a16:creationId xmlns:a16="http://schemas.microsoft.com/office/drawing/2014/main" xmlns="" id="{58557F2B-3084-544B-8E60-51DC816279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24" name="Rectangle 972">
                  <a:extLst>
                    <a:ext uri="{FF2B5EF4-FFF2-40B4-BE49-F238E27FC236}">
                      <a16:creationId xmlns:a16="http://schemas.microsoft.com/office/drawing/2014/main" xmlns="" id="{4EC3205E-B4A3-1948-94E0-A96BA7DCC6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5" name="Freeform 973">
                  <a:extLst>
                    <a:ext uri="{FF2B5EF4-FFF2-40B4-BE49-F238E27FC236}">
                      <a16:creationId xmlns:a16="http://schemas.microsoft.com/office/drawing/2014/main" xmlns="" id="{DD6241CE-7C66-5D4F-90C7-1831AEB27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726" name="Freeform 974">
                  <a:extLst>
                    <a:ext uri="{FF2B5EF4-FFF2-40B4-BE49-F238E27FC236}">
                      <a16:creationId xmlns:a16="http://schemas.microsoft.com/office/drawing/2014/main" xmlns="" id="{770DF333-99BE-B344-B66A-4266D66CE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727" name="Oval 975">
                  <a:extLst>
                    <a:ext uri="{FF2B5EF4-FFF2-40B4-BE49-F238E27FC236}">
                      <a16:creationId xmlns:a16="http://schemas.microsoft.com/office/drawing/2014/main" xmlns="" id="{A44200DB-419E-764D-BEE0-075B1D4B41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8" name="Freeform 976">
                  <a:extLst>
                    <a:ext uri="{FF2B5EF4-FFF2-40B4-BE49-F238E27FC236}">
                      <a16:creationId xmlns:a16="http://schemas.microsoft.com/office/drawing/2014/main" xmlns="" id="{3CFB2D34-523B-E646-9810-175B6B45C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729" name="AutoShape 977">
                  <a:extLst>
                    <a:ext uri="{FF2B5EF4-FFF2-40B4-BE49-F238E27FC236}">
                      <a16:creationId xmlns:a16="http://schemas.microsoft.com/office/drawing/2014/main" xmlns="" id="{24BF509F-86AF-1F46-BB9A-225CCAE48B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0" name="AutoShape 978">
                  <a:extLst>
                    <a:ext uri="{FF2B5EF4-FFF2-40B4-BE49-F238E27FC236}">
                      <a16:creationId xmlns:a16="http://schemas.microsoft.com/office/drawing/2014/main" xmlns="" id="{CD3394A3-2220-AB40-ADA1-D5A6C2B74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1" name="Oval 979">
                  <a:extLst>
                    <a:ext uri="{FF2B5EF4-FFF2-40B4-BE49-F238E27FC236}">
                      <a16:creationId xmlns:a16="http://schemas.microsoft.com/office/drawing/2014/main" xmlns="" id="{A207A839-3785-9A4B-82E4-4B68DD687C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2" name="Oval 980">
                  <a:extLst>
                    <a:ext uri="{FF2B5EF4-FFF2-40B4-BE49-F238E27FC236}">
                      <a16:creationId xmlns:a16="http://schemas.microsoft.com/office/drawing/2014/main" xmlns="" id="{3477D5DF-C97F-2E44-8F33-652CB0384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350" dirty="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733" name="Oval 981">
                  <a:extLst>
                    <a:ext uri="{FF2B5EF4-FFF2-40B4-BE49-F238E27FC236}">
                      <a16:creationId xmlns:a16="http://schemas.microsoft.com/office/drawing/2014/main" xmlns="" id="{1385098B-DB51-9E47-8289-FFCCBFCF53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4" name="Rectangle 982">
                  <a:extLst>
                    <a:ext uri="{FF2B5EF4-FFF2-40B4-BE49-F238E27FC236}">
                      <a16:creationId xmlns:a16="http://schemas.microsoft.com/office/drawing/2014/main" xmlns="" id="{5E58EFDF-33E4-634F-9F2A-09DECC7EC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3" name="Group 792">
              <a:extLst>
                <a:ext uri="{FF2B5EF4-FFF2-40B4-BE49-F238E27FC236}">
                  <a16:creationId xmlns:a16="http://schemas.microsoft.com/office/drawing/2014/main" xmlns="" id="{926A3B9B-14F5-DF4B-B9CF-6828476340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1830" y="5776376"/>
              <a:ext cx="347753" cy="680208"/>
              <a:chOff x="7923189" y="2486663"/>
              <a:chExt cx="360362" cy="884586"/>
            </a:xfrm>
          </p:grpSpPr>
          <p:pic>
            <p:nvPicPr>
              <p:cNvPr id="214675" name="Picture 3">
                <a:extLst>
                  <a:ext uri="{FF2B5EF4-FFF2-40B4-BE49-F238E27FC236}">
                    <a16:creationId xmlns:a16="http://schemas.microsoft.com/office/drawing/2014/main" xmlns="" id="{979B0A7C-DE39-D947-9576-4DFBCDC89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76" name="Group 950">
                <a:extLst>
                  <a:ext uri="{FF2B5EF4-FFF2-40B4-BE49-F238E27FC236}">
                    <a16:creationId xmlns:a16="http://schemas.microsoft.com/office/drawing/2014/main" xmlns="" id="{19196D4B-1968-5241-9218-479B8AF8E3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77" name="Freeform 951">
                  <a:extLst>
                    <a:ext uri="{FF2B5EF4-FFF2-40B4-BE49-F238E27FC236}">
                      <a16:creationId xmlns:a16="http://schemas.microsoft.com/office/drawing/2014/main" xmlns="" id="{D371F7B0-F123-F143-88AD-A84BE0893C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78" name="Rectangle 952">
                  <a:extLst>
                    <a:ext uri="{FF2B5EF4-FFF2-40B4-BE49-F238E27FC236}">
                      <a16:creationId xmlns:a16="http://schemas.microsoft.com/office/drawing/2014/main" xmlns="" id="{30A2E212-908E-B64B-9525-1696969D3E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79" name="Freeform 953">
                  <a:extLst>
                    <a:ext uri="{FF2B5EF4-FFF2-40B4-BE49-F238E27FC236}">
                      <a16:creationId xmlns:a16="http://schemas.microsoft.com/office/drawing/2014/main" xmlns="" id="{DE11C700-6D18-AB4C-B633-7E3014431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80" name="Freeform 954">
                  <a:extLst>
                    <a:ext uri="{FF2B5EF4-FFF2-40B4-BE49-F238E27FC236}">
                      <a16:creationId xmlns:a16="http://schemas.microsoft.com/office/drawing/2014/main" xmlns="" id="{9641FE6E-490A-DD48-8B97-79520FB89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81" name="Rectangle 955">
                  <a:extLst>
                    <a:ext uri="{FF2B5EF4-FFF2-40B4-BE49-F238E27FC236}">
                      <a16:creationId xmlns:a16="http://schemas.microsoft.com/office/drawing/2014/main" xmlns="" id="{0F34B7FB-89B8-DA4A-B327-7AAC17077F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2" name="Group 956">
                  <a:extLst>
                    <a:ext uri="{FF2B5EF4-FFF2-40B4-BE49-F238E27FC236}">
                      <a16:creationId xmlns:a16="http://schemas.microsoft.com/office/drawing/2014/main" xmlns="" id="{B159A6CC-4EDA-8049-8C31-CC635ABD7E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07" name="AutoShape 957">
                    <a:extLst>
                      <a:ext uri="{FF2B5EF4-FFF2-40B4-BE49-F238E27FC236}">
                        <a16:creationId xmlns:a16="http://schemas.microsoft.com/office/drawing/2014/main" xmlns="" id="{090859D4-F350-CF48-BE6F-A6299D13F6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8" name="AutoShape 958">
                    <a:extLst>
                      <a:ext uri="{FF2B5EF4-FFF2-40B4-BE49-F238E27FC236}">
                        <a16:creationId xmlns:a16="http://schemas.microsoft.com/office/drawing/2014/main" xmlns="" id="{49E00FBE-71A6-7B4F-9116-FDFACD069E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3" name="Rectangle 959">
                  <a:extLst>
                    <a:ext uri="{FF2B5EF4-FFF2-40B4-BE49-F238E27FC236}">
                      <a16:creationId xmlns:a16="http://schemas.microsoft.com/office/drawing/2014/main" xmlns="" id="{D3E1E37C-9CF3-6748-8191-0C53DE5B96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4" name="Group 960">
                  <a:extLst>
                    <a:ext uri="{FF2B5EF4-FFF2-40B4-BE49-F238E27FC236}">
                      <a16:creationId xmlns:a16="http://schemas.microsoft.com/office/drawing/2014/main" xmlns="" id="{010F6866-70FC-F24E-8F0C-7315B668B4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05" name="AutoShape 961">
                    <a:extLst>
                      <a:ext uri="{FF2B5EF4-FFF2-40B4-BE49-F238E27FC236}">
                        <a16:creationId xmlns:a16="http://schemas.microsoft.com/office/drawing/2014/main" xmlns="" id="{7A7CD6E0-C089-344F-96C6-70A478495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6" name="AutoShape 962">
                    <a:extLst>
                      <a:ext uri="{FF2B5EF4-FFF2-40B4-BE49-F238E27FC236}">
                        <a16:creationId xmlns:a16="http://schemas.microsoft.com/office/drawing/2014/main" xmlns="" id="{817CE29B-F1A3-444F-83BE-6A2D3C0B90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5" name="Rectangle 963">
                  <a:extLst>
                    <a:ext uri="{FF2B5EF4-FFF2-40B4-BE49-F238E27FC236}">
                      <a16:creationId xmlns:a16="http://schemas.microsoft.com/office/drawing/2014/main" xmlns="" id="{88A44607-9DED-E54B-88A2-9F54FEDCD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86" name="Rectangle 964">
                  <a:extLst>
                    <a:ext uri="{FF2B5EF4-FFF2-40B4-BE49-F238E27FC236}">
                      <a16:creationId xmlns:a16="http://schemas.microsoft.com/office/drawing/2014/main" xmlns="" id="{729B399D-C807-0341-A7C5-E3E14751C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7" name="Group 965">
                  <a:extLst>
                    <a:ext uri="{FF2B5EF4-FFF2-40B4-BE49-F238E27FC236}">
                      <a16:creationId xmlns:a16="http://schemas.microsoft.com/office/drawing/2014/main" xmlns="" id="{BD113617-F60C-3A41-801E-303D357BB6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03" name="AutoShape 966">
                    <a:extLst>
                      <a:ext uri="{FF2B5EF4-FFF2-40B4-BE49-F238E27FC236}">
                        <a16:creationId xmlns:a16="http://schemas.microsoft.com/office/drawing/2014/main" xmlns="" id="{BAE41A55-BA5A-8342-BD0B-434F69668C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4" name="AutoShape 967">
                    <a:extLst>
                      <a:ext uri="{FF2B5EF4-FFF2-40B4-BE49-F238E27FC236}">
                        <a16:creationId xmlns:a16="http://schemas.microsoft.com/office/drawing/2014/main" xmlns="" id="{1F5F0C50-52E8-5947-85C3-6648F738F4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8" name="Freeform 968">
                  <a:extLst>
                    <a:ext uri="{FF2B5EF4-FFF2-40B4-BE49-F238E27FC236}">
                      <a16:creationId xmlns:a16="http://schemas.microsoft.com/office/drawing/2014/main" xmlns="" id="{8FF59AF4-37EB-5540-BE7B-6A7D53681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689" name="Group 969">
                  <a:extLst>
                    <a:ext uri="{FF2B5EF4-FFF2-40B4-BE49-F238E27FC236}">
                      <a16:creationId xmlns:a16="http://schemas.microsoft.com/office/drawing/2014/main" xmlns="" id="{A9259129-4087-1B49-898F-FCE5F446F9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01" name="AutoShape 970">
                    <a:extLst>
                      <a:ext uri="{FF2B5EF4-FFF2-40B4-BE49-F238E27FC236}">
                        <a16:creationId xmlns:a16="http://schemas.microsoft.com/office/drawing/2014/main" xmlns="" id="{5DA556D7-AB86-0B41-81D9-B0AB9C150B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2" name="AutoShape 971">
                    <a:extLst>
                      <a:ext uri="{FF2B5EF4-FFF2-40B4-BE49-F238E27FC236}">
                        <a16:creationId xmlns:a16="http://schemas.microsoft.com/office/drawing/2014/main" xmlns="" id="{C302BDF7-EF8B-6545-9E9B-0510998B7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90" name="Rectangle 972">
                  <a:extLst>
                    <a:ext uri="{FF2B5EF4-FFF2-40B4-BE49-F238E27FC236}">
                      <a16:creationId xmlns:a16="http://schemas.microsoft.com/office/drawing/2014/main" xmlns="" id="{05A2BBAC-DBC3-0540-B67B-E6D36E076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1" name="Freeform 973">
                  <a:extLst>
                    <a:ext uri="{FF2B5EF4-FFF2-40B4-BE49-F238E27FC236}">
                      <a16:creationId xmlns:a16="http://schemas.microsoft.com/office/drawing/2014/main" xmlns="" id="{C5B62019-7512-6747-A5DC-2D5B48982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92" name="Freeform 974">
                  <a:extLst>
                    <a:ext uri="{FF2B5EF4-FFF2-40B4-BE49-F238E27FC236}">
                      <a16:creationId xmlns:a16="http://schemas.microsoft.com/office/drawing/2014/main" xmlns="" id="{A384C021-1EEE-B94D-91AB-1B1609889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93" name="Oval 975">
                  <a:extLst>
                    <a:ext uri="{FF2B5EF4-FFF2-40B4-BE49-F238E27FC236}">
                      <a16:creationId xmlns:a16="http://schemas.microsoft.com/office/drawing/2014/main" xmlns="" id="{E8BCEDB2-534C-4341-B87C-998080F7C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4" name="Freeform 976">
                  <a:extLst>
                    <a:ext uri="{FF2B5EF4-FFF2-40B4-BE49-F238E27FC236}">
                      <a16:creationId xmlns:a16="http://schemas.microsoft.com/office/drawing/2014/main" xmlns="" id="{F02E3EB5-8B82-0C47-ACA7-4D78BCEB3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95" name="AutoShape 977">
                  <a:extLst>
                    <a:ext uri="{FF2B5EF4-FFF2-40B4-BE49-F238E27FC236}">
                      <a16:creationId xmlns:a16="http://schemas.microsoft.com/office/drawing/2014/main" xmlns="" id="{ADB9F608-D0D7-764C-A0A9-D25E13D130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6" name="AutoShape 978">
                  <a:extLst>
                    <a:ext uri="{FF2B5EF4-FFF2-40B4-BE49-F238E27FC236}">
                      <a16:creationId xmlns:a16="http://schemas.microsoft.com/office/drawing/2014/main" xmlns="" id="{AC1603E3-6EBE-1B47-BCA9-3D9E4102C0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7" name="Oval 979">
                  <a:extLst>
                    <a:ext uri="{FF2B5EF4-FFF2-40B4-BE49-F238E27FC236}">
                      <a16:creationId xmlns:a16="http://schemas.microsoft.com/office/drawing/2014/main" xmlns="" id="{215E005D-AA36-0B43-9031-B7E0A8542E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8" name="Oval 980">
                  <a:extLst>
                    <a:ext uri="{FF2B5EF4-FFF2-40B4-BE49-F238E27FC236}">
                      <a16:creationId xmlns:a16="http://schemas.microsoft.com/office/drawing/2014/main" xmlns="" id="{D270FA32-89BA-024F-87B9-706A833207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350" dirty="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99" name="Oval 981">
                  <a:extLst>
                    <a:ext uri="{FF2B5EF4-FFF2-40B4-BE49-F238E27FC236}">
                      <a16:creationId xmlns:a16="http://schemas.microsoft.com/office/drawing/2014/main" xmlns="" id="{A8517F36-A9CF-3842-90F7-E2D2AC4C5F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00" name="Rectangle 982">
                  <a:extLst>
                    <a:ext uri="{FF2B5EF4-FFF2-40B4-BE49-F238E27FC236}">
                      <a16:creationId xmlns:a16="http://schemas.microsoft.com/office/drawing/2014/main" xmlns="" id="{DABC9A6E-EC5D-6949-8ADD-1DA3848AC2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4" name="Group 827">
              <a:extLst>
                <a:ext uri="{FF2B5EF4-FFF2-40B4-BE49-F238E27FC236}">
                  <a16:creationId xmlns:a16="http://schemas.microsoft.com/office/drawing/2014/main" xmlns="" id="{72CF6EFD-7682-6849-95A1-C9A3214C43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291" y="3555216"/>
              <a:ext cx="347753" cy="680208"/>
              <a:chOff x="7923189" y="2486663"/>
              <a:chExt cx="360362" cy="884586"/>
            </a:xfrm>
          </p:grpSpPr>
          <p:pic>
            <p:nvPicPr>
              <p:cNvPr id="214641" name="Picture 3">
                <a:extLst>
                  <a:ext uri="{FF2B5EF4-FFF2-40B4-BE49-F238E27FC236}">
                    <a16:creationId xmlns:a16="http://schemas.microsoft.com/office/drawing/2014/main" xmlns="" id="{65DB9939-26FE-734F-94B7-01B67A78B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42" name="Group 950">
                <a:extLst>
                  <a:ext uri="{FF2B5EF4-FFF2-40B4-BE49-F238E27FC236}">
                    <a16:creationId xmlns:a16="http://schemas.microsoft.com/office/drawing/2014/main" xmlns="" id="{622F892C-9E0E-E746-8CF2-1A7A50B0F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43" name="Freeform 951">
                  <a:extLst>
                    <a:ext uri="{FF2B5EF4-FFF2-40B4-BE49-F238E27FC236}">
                      <a16:creationId xmlns:a16="http://schemas.microsoft.com/office/drawing/2014/main" xmlns="" id="{AEF39194-5683-9A4C-92DF-F70754164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44" name="Rectangle 952">
                  <a:extLst>
                    <a:ext uri="{FF2B5EF4-FFF2-40B4-BE49-F238E27FC236}">
                      <a16:creationId xmlns:a16="http://schemas.microsoft.com/office/drawing/2014/main" xmlns="" id="{F6730D3F-7252-CC4E-A624-6EF695F924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45" name="Freeform 953">
                  <a:extLst>
                    <a:ext uri="{FF2B5EF4-FFF2-40B4-BE49-F238E27FC236}">
                      <a16:creationId xmlns:a16="http://schemas.microsoft.com/office/drawing/2014/main" xmlns="" id="{9895C452-A1FC-934B-8E7F-D12C76E28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46" name="Freeform 954">
                  <a:extLst>
                    <a:ext uri="{FF2B5EF4-FFF2-40B4-BE49-F238E27FC236}">
                      <a16:creationId xmlns:a16="http://schemas.microsoft.com/office/drawing/2014/main" xmlns="" id="{5BB8C1BD-91AC-B843-9CC7-3CBC3CE09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47" name="Rectangle 955">
                  <a:extLst>
                    <a:ext uri="{FF2B5EF4-FFF2-40B4-BE49-F238E27FC236}">
                      <a16:creationId xmlns:a16="http://schemas.microsoft.com/office/drawing/2014/main" xmlns="" id="{4CFC6D39-4B55-EC4F-85FD-75570C67D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48" name="Group 956">
                  <a:extLst>
                    <a:ext uri="{FF2B5EF4-FFF2-40B4-BE49-F238E27FC236}">
                      <a16:creationId xmlns:a16="http://schemas.microsoft.com/office/drawing/2014/main" xmlns="" id="{B75FFD62-95EF-574D-851D-1815FBE0CA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73" name="AutoShape 957">
                    <a:extLst>
                      <a:ext uri="{FF2B5EF4-FFF2-40B4-BE49-F238E27FC236}">
                        <a16:creationId xmlns:a16="http://schemas.microsoft.com/office/drawing/2014/main" xmlns="" id="{92FB7A1E-97B4-6043-A910-91543DA517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4" name="AutoShape 958">
                    <a:extLst>
                      <a:ext uri="{FF2B5EF4-FFF2-40B4-BE49-F238E27FC236}">
                        <a16:creationId xmlns:a16="http://schemas.microsoft.com/office/drawing/2014/main" xmlns="" id="{F9C5792F-3580-9242-9974-D32AF49705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49" name="Rectangle 959">
                  <a:extLst>
                    <a:ext uri="{FF2B5EF4-FFF2-40B4-BE49-F238E27FC236}">
                      <a16:creationId xmlns:a16="http://schemas.microsoft.com/office/drawing/2014/main" xmlns="" id="{525BE3F0-AE67-2F47-AF98-D4D2F4F229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50" name="Group 960">
                  <a:extLst>
                    <a:ext uri="{FF2B5EF4-FFF2-40B4-BE49-F238E27FC236}">
                      <a16:creationId xmlns:a16="http://schemas.microsoft.com/office/drawing/2014/main" xmlns="" id="{A601DAB1-CFC0-8F44-A04A-660F585278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71" name="AutoShape 961">
                    <a:extLst>
                      <a:ext uri="{FF2B5EF4-FFF2-40B4-BE49-F238E27FC236}">
                        <a16:creationId xmlns:a16="http://schemas.microsoft.com/office/drawing/2014/main" xmlns="" id="{ACB609BF-56D2-D44C-83B2-091CA1852F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2" name="AutoShape 962">
                    <a:extLst>
                      <a:ext uri="{FF2B5EF4-FFF2-40B4-BE49-F238E27FC236}">
                        <a16:creationId xmlns:a16="http://schemas.microsoft.com/office/drawing/2014/main" xmlns="" id="{C9042905-4565-AE40-ACC1-58B4260FA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1" name="Rectangle 963">
                  <a:extLst>
                    <a:ext uri="{FF2B5EF4-FFF2-40B4-BE49-F238E27FC236}">
                      <a16:creationId xmlns:a16="http://schemas.microsoft.com/office/drawing/2014/main" xmlns="" id="{C61ED269-47DF-C142-A4D0-B3708111F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52" name="Rectangle 964">
                  <a:extLst>
                    <a:ext uri="{FF2B5EF4-FFF2-40B4-BE49-F238E27FC236}">
                      <a16:creationId xmlns:a16="http://schemas.microsoft.com/office/drawing/2014/main" xmlns="" id="{00F886D3-9EAE-864A-9F1C-51B52CBFA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53" name="Group 965">
                  <a:extLst>
                    <a:ext uri="{FF2B5EF4-FFF2-40B4-BE49-F238E27FC236}">
                      <a16:creationId xmlns:a16="http://schemas.microsoft.com/office/drawing/2014/main" xmlns="" id="{60624946-4E10-3F40-87A7-BF8C55B631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69" name="AutoShape 966">
                    <a:extLst>
                      <a:ext uri="{FF2B5EF4-FFF2-40B4-BE49-F238E27FC236}">
                        <a16:creationId xmlns:a16="http://schemas.microsoft.com/office/drawing/2014/main" xmlns="" id="{62D17F4D-631D-D942-95B8-2560C6AC8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0" name="AutoShape 967">
                    <a:extLst>
                      <a:ext uri="{FF2B5EF4-FFF2-40B4-BE49-F238E27FC236}">
                        <a16:creationId xmlns:a16="http://schemas.microsoft.com/office/drawing/2014/main" xmlns="" id="{F2543B3C-2B22-FA4F-A5D0-05AA9B0FE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4" name="Freeform 968">
                  <a:extLst>
                    <a:ext uri="{FF2B5EF4-FFF2-40B4-BE49-F238E27FC236}">
                      <a16:creationId xmlns:a16="http://schemas.microsoft.com/office/drawing/2014/main" xmlns="" id="{192CDFC2-2C19-6B40-B992-3F0940947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655" name="Group 969">
                  <a:extLst>
                    <a:ext uri="{FF2B5EF4-FFF2-40B4-BE49-F238E27FC236}">
                      <a16:creationId xmlns:a16="http://schemas.microsoft.com/office/drawing/2014/main" xmlns="" id="{E6839DC6-DA7E-C74C-91FB-F78225282C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67" name="AutoShape 970">
                    <a:extLst>
                      <a:ext uri="{FF2B5EF4-FFF2-40B4-BE49-F238E27FC236}">
                        <a16:creationId xmlns:a16="http://schemas.microsoft.com/office/drawing/2014/main" xmlns="" id="{18B6F276-8471-1341-A696-B9F6C89AC0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68" name="AutoShape 971">
                    <a:extLst>
                      <a:ext uri="{FF2B5EF4-FFF2-40B4-BE49-F238E27FC236}">
                        <a16:creationId xmlns:a16="http://schemas.microsoft.com/office/drawing/2014/main" xmlns="" id="{68C51799-1F18-864A-91D1-6F08B18C64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6" name="Rectangle 972">
                  <a:extLst>
                    <a:ext uri="{FF2B5EF4-FFF2-40B4-BE49-F238E27FC236}">
                      <a16:creationId xmlns:a16="http://schemas.microsoft.com/office/drawing/2014/main" xmlns="" id="{4B51390B-A5E5-CB43-8C86-C10F2E7B98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57" name="Freeform 973">
                  <a:extLst>
                    <a:ext uri="{FF2B5EF4-FFF2-40B4-BE49-F238E27FC236}">
                      <a16:creationId xmlns:a16="http://schemas.microsoft.com/office/drawing/2014/main" xmlns="" id="{B52E3253-195E-E14B-A502-625444CE1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58" name="Freeform 974">
                  <a:extLst>
                    <a:ext uri="{FF2B5EF4-FFF2-40B4-BE49-F238E27FC236}">
                      <a16:creationId xmlns:a16="http://schemas.microsoft.com/office/drawing/2014/main" xmlns="" id="{E7672640-8959-8042-B9BC-0EC53E593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59" name="Oval 975">
                  <a:extLst>
                    <a:ext uri="{FF2B5EF4-FFF2-40B4-BE49-F238E27FC236}">
                      <a16:creationId xmlns:a16="http://schemas.microsoft.com/office/drawing/2014/main" xmlns="" id="{EC9D3853-3A05-7A41-97AC-7C8D004AB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0" name="Freeform 976">
                  <a:extLst>
                    <a:ext uri="{FF2B5EF4-FFF2-40B4-BE49-F238E27FC236}">
                      <a16:creationId xmlns:a16="http://schemas.microsoft.com/office/drawing/2014/main" xmlns="" id="{06EA8E85-732B-014C-8B0A-5EE325241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61" name="AutoShape 977">
                  <a:extLst>
                    <a:ext uri="{FF2B5EF4-FFF2-40B4-BE49-F238E27FC236}">
                      <a16:creationId xmlns:a16="http://schemas.microsoft.com/office/drawing/2014/main" xmlns="" id="{99429D52-F182-BE4E-B823-05082C04FE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2" name="AutoShape 978">
                  <a:extLst>
                    <a:ext uri="{FF2B5EF4-FFF2-40B4-BE49-F238E27FC236}">
                      <a16:creationId xmlns:a16="http://schemas.microsoft.com/office/drawing/2014/main" xmlns="" id="{88FC1120-3C79-7041-8DE1-0FB8725D9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3" name="Oval 979">
                  <a:extLst>
                    <a:ext uri="{FF2B5EF4-FFF2-40B4-BE49-F238E27FC236}">
                      <a16:creationId xmlns:a16="http://schemas.microsoft.com/office/drawing/2014/main" xmlns="" id="{8D7B5084-A180-D940-A1CF-D723A96179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4" name="Oval 980">
                  <a:extLst>
                    <a:ext uri="{FF2B5EF4-FFF2-40B4-BE49-F238E27FC236}">
                      <a16:creationId xmlns:a16="http://schemas.microsoft.com/office/drawing/2014/main" xmlns="" id="{8E92A1A9-5B46-C649-A91E-E03468D119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350" dirty="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65" name="Oval 981">
                  <a:extLst>
                    <a:ext uri="{FF2B5EF4-FFF2-40B4-BE49-F238E27FC236}">
                      <a16:creationId xmlns:a16="http://schemas.microsoft.com/office/drawing/2014/main" xmlns="" id="{6F81CDE4-91FE-9B45-8744-F10E6BD1A0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6" name="Rectangle 982">
                  <a:extLst>
                    <a:ext uri="{FF2B5EF4-FFF2-40B4-BE49-F238E27FC236}">
                      <a16:creationId xmlns:a16="http://schemas.microsoft.com/office/drawing/2014/main" xmlns="" id="{95B0618A-7119-4A46-8692-519AC29469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5" name="Group 862">
              <a:extLst>
                <a:ext uri="{FF2B5EF4-FFF2-40B4-BE49-F238E27FC236}">
                  <a16:creationId xmlns:a16="http://schemas.microsoft.com/office/drawing/2014/main" xmlns="" id="{507FD766-D064-0542-B330-E6FC31AF98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4012" y="5612511"/>
              <a:ext cx="347767" cy="680207"/>
              <a:chOff x="7923189" y="2486664"/>
              <a:chExt cx="360377" cy="884585"/>
            </a:xfrm>
          </p:grpSpPr>
          <p:pic>
            <p:nvPicPr>
              <p:cNvPr id="214607" name="Picture 3">
                <a:extLst>
                  <a:ext uri="{FF2B5EF4-FFF2-40B4-BE49-F238E27FC236}">
                    <a16:creationId xmlns:a16="http://schemas.microsoft.com/office/drawing/2014/main" xmlns="" id="{563CF114-564D-5647-B20D-BA0AE252B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98" y="2486664"/>
                <a:ext cx="239568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08" name="Group 950">
                <a:extLst>
                  <a:ext uri="{FF2B5EF4-FFF2-40B4-BE49-F238E27FC236}">
                    <a16:creationId xmlns:a16="http://schemas.microsoft.com/office/drawing/2014/main" xmlns="" id="{B58665F8-F067-9745-BBC5-907E7293FC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09" name="Freeform 951">
                  <a:extLst>
                    <a:ext uri="{FF2B5EF4-FFF2-40B4-BE49-F238E27FC236}">
                      <a16:creationId xmlns:a16="http://schemas.microsoft.com/office/drawing/2014/main" xmlns="" id="{0C47CAA2-49AC-4249-8690-07C160A2C9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10" name="Rectangle 952">
                  <a:extLst>
                    <a:ext uri="{FF2B5EF4-FFF2-40B4-BE49-F238E27FC236}">
                      <a16:creationId xmlns:a16="http://schemas.microsoft.com/office/drawing/2014/main" xmlns="" id="{59CD709A-8D3F-CE49-B1FF-F1C01B4D44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11" name="Freeform 953">
                  <a:extLst>
                    <a:ext uri="{FF2B5EF4-FFF2-40B4-BE49-F238E27FC236}">
                      <a16:creationId xmlns:a16="http://schemas.microsoft.com/office/drawing/2014/main" xmlns="" id="{71CCBE77-2578-E248-B6C3-314F3EDDC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12" name="Freeform 954">
                  <a:extLst>
                    <a:ext uri="{FF2B5EF4-FFF2-40B4-BE49-F238E27FC236}">
                      <a16:creationId xmlns:a16="http://schemas.microsoft.com/office/drawing/2014/main" xmlns="" id="{781D5A2B-495C-A84A-8C77-F5FC89134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13" name="Rectangle 955">
                  <a:extLst>
                    <a:ext uri="{FF2B5EF4-FFF2-40B4-BE49-F238E27FC236}">
                      <a16:creationId xmlns:a16="http://schemas.microsoft.com/office/drawing/2014/main" xmlns="" id="{2DFE5F82-32A0-334A-9DEC-94E388EAB4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4" name="Group 956">
                  <a:extLst>
                    <a:ext uri="{FF2B5EF4-FFF2-40B4-BE49-F238E27FC236}">
                      <a16:creationId xmlns:a16="http://schemas.microsoft.com/office/drawing/2014/main" xmlns="" id="{E89932DB-179E-6241-A8B9-C2400A798C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39" name="AutoShape 957">
                    <a:extLst>
                      <a:ext uri="{FF2B5EF4-FFF2-40B4-BE49-F238E27FC236}">
                        <a16:creationId xmlns:a16="http://schemas.microsoft.com/office/drawing/2014/main" xmlns="" id="{1D393EA7-13DC-014C-9A72-EA4893ADCA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40" name="AutoShape 958">
                    <a:extLst>
                      <a:ext uri="{FF2B5EF4-FFF2-40B4-BE49-F238E27FC236}">
                        <a16:creationId xmlns:a16="http://schemas.microsoft.com/office/drawing/2014/main" xmlns="" id="{E2421AEE-CB31-3341-9E23-45BB51C716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15" name="Rectangle 959">
                  <a:extLst>
                    <a:ext uri="{FF2B5EF4-FFF2-40B4-BE49-F238E27FC236}">
                      <a16:creationId xmlns:a16="http://schemas.microsoft.com/office/drawing/2014/main" xmlns="" id="{AEDFD6AB-D574-334D-9457-2AFEBF4CAB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6" name="Group 960">
                  <a:extLst>
                    <a:ext uri="{FF2B5EF4-FFF2-40B4-BE49-F238E27FC236}">
                      <a16:creationId xmlns:a16="http://schemas.microsoft.com/office/drawing/2014/main" xmlns="" id="{636B9FE2-64DB-B948-8813-09763826DE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37" name="AutoShape 961">
                    <a:extLst>
                      <a:ext uri="{FF2B5EF4-FFF2-40B4-BE49-F238E27FC236}">
                        <a16:creationId xmlns:a16="http://schemas.microsoft.com/office/drawing/2014/main" xmlns="" id="{B2B805DE-80C8-B140-804C-4685B428D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8" name="AutoShape 962">
                    <a:extLst>
                      <a:ext uri="{FF2B5EF4-FFF2-40B4-BE49-F238E27FC236}">
                        <a16:creationId xmlns:a16="http://schemas.microsoft.com/office/drawing/2014/main" xmlns="" id="{19F8F38A-C09D-1A4B-BC66-03901EAC3B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17" name="Rectangle 963">
                  <a:extLst>
                    <a:ext uri="{FF2B5EF4-FFF2-40B4-BE49-F238E27FC236}">
                      <a16:creationId xmlns:a16="http://schemas.microsoft.com/office/drawing/2014/main" xmlns="" id="{96542B13-9744-9B4D-B110-DB37C9B297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18" name="Rectangle 964">
                  <a:extLst>
                    <a:ext uri="{FF2B5EF4-FFF2-40B4-BE49-F238E27FC236}">
                      <a16:creationId xmlns:a16="http://schemas.microsoft.com/office/drawing/2014/main" xmlns="" id="{4A0F0D86-DABE-014B-B93A-0622A4E941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9" name="Group 965">
                  <a:extLst>
                    <a:ext uri="{FF2B5EF4-FFF2-40B4-BE49-F238E27FC236}">
                      <a16:creationId xmlns:a16="http://schemas.microsoft.com/office/drawing/2014/main" xmlns="" id="{EB5DD951-DE2E-1C4B-AF54-08C63A86F2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35" name="AutoShape 966">
                    <a:extLst>
                      <a:ext uri="{FF2B5EF4-FFF2-40B4-BE49-F238E27FC236}">
                        <a16:creationId xmlns:a16="http://schemas.microsoft.com/office/drawing/2014/main" xmlns="" id="{1295AECE-1044-A046-8C03-48CB66B33A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6" name="AutoShape 967">
                    <a:extLst>
                      <a:ext uri="{FF2B5EF4-FFF2-40B4-BE49-F238E27FC236}">
                        <a16:creationId xmlns:a16="http://schemas.microsoft.com/office/drawing/2014/main" xmlns="" id="{D86A711D-EFD1-4C45-B531-C0F0805252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20" name="Freeform 968">
                  <a:extLst>
                    <a:ext uri="{FF2B5EF4-FFF2-40B4-BE49-F238E27FC236}">
                      <a16:creationId xmlns:a16="http://schemas.microsoft.com/office/drawing/2014/main" xmlns="" id="{71D47CC6-B1B1-7948-8C4D-CE7994660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621" name="Group 969">
                  <a:extLst>
                    <a:ext uri="{FF2B5EF4-FFF2-40B4-BE49-F238E27FC236}">
                      <a16:creationId xmlns:a16="http://schemas.microsoft.com/office/drawing/2014/main" xmlns="" id="{6E2EABD1-32B0-E648-80D1-730CD44DE3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33" name="AutoShape 970">
                    <a:extLst>
                      <a:ext uri="{FF2B5EF4-FFF2-40B4-BE49-F238E27FC236}">
                        <a16:creationId xmlns:a16="http://schemas.microsoft.com/office/drawing/2014/main" xmlns="" id="{5360B30E-6D2B-6B43-856D-F332717BF6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4" name="AutoShape 971">
                    <a:extLst>
                      <a:ext uri="{FF2B5EF4-FFF2-40B4-BE49-F238E27FC236}">
                        <a16:creationId xmlns:a16="http://schemas.microsoft.com/office/drawing/2014/main" xmlns="" id="{5B6F0033-8A83-1940-B9FF-DE68ABEF6C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22" name="Rectangle 972">
                  <a:extLst>
                    <a:ext uri="{FF2B5EF4-FFF2-40B4-BE49-F238E27FC236}">
                      <a16:creationId xmlns:a16="http://schemas.microsoft.com/office/drawing/2014/main" xmlns="" id="{1AAA15BA-519D-604A-A063-111934D53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3" name="Freeform 973">
                  <a:extLst>
                    <a:ext uri="{FF2B5EF4-FFF2-40B4-BE49-F238E27FC236}">
                      <a16:creationId xmlns:a16="http://schemas.microsoft.com/office/drawing/2014/main" xmlns="" id="{D7268FE4-3633-7E4F-A9DE-1A099614C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24" name="Freeform 974">
                  <a:extLst>
                    <a:ext uri="{FF2B5EF4-FFF2-40B4-BE49-F238E27FC236}">
                      <a16:creationId xmlns:a16="http://schemas.microsoft.com/office/drawing/2014/main" xmlns="" id="{2240B9F2-DF1E-134D-A1CB-9B966296B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25" name="Oval 975">
                  <a:extLst>
                    <a:ext uri="{FF2B5EF4-FFF2-40B4-BE49-F238E27FC236}">
                      <a16:creationId xmlns:a16="http://schemas.microsoft.com/office/drawing/2014/main" xmlns="" id="{9202F8D2-9D0C-434C-B909-5AC189F363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6" name="Freeform 976">
                  <a:extLst>
                    <a:ext uri="{FF2B5EF4-FFF2-40B4-BE49-F238E27FC236}">
                      <a16:creationId xmlns:a16="http://schemas.microsoft.com/office/drawing/2014/main" xmlns="" id="{EB09ED96-E768-3444-9C5E-6BC4D1210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627" name="AutoShape 977">
                  <a:extLst>
                    <a:ext uri="{FF2B5EF4-FFF2-40B4-BE49-F238E27FC236}">
                      <a16:creationId xmlns:a16="http://schemas.microsoft.com/office/drawing/2014/main" xmlns="" id="{E493530B-AA1E-CA40-8FA9-8708AB0CEA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8" name="AutoShape 978">
                  <a:extLst>
                    <a:ext uri="{FF2B5EF4-FFF2-40B4-BE49-F238E27FC236}">
                      <a16:creationId xmlns:a16="http://schemas.microsoft.com/office/drawing/2014/main" xmlns="" id="{29957C38-CF9D-BA4A-8483-4E9F151B0E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9" name="Oval 979">
                  <a:extLst>
                    <a:ext uri="{FF2B5EF4-FFF2-40B4-BE49-F238E27FC236}">
                      <a16:creationId xmlns:a16="http://schemas.microsoft.com/office/drawing/2014/main" xmlns="" id="{34B9D8B5-03B1-6541-AB6C-0AB844088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30" name="Oval 980">
                  <a:extLst>
                    <a:ext uri="{FF2B5EF4-FFF2-40B4-BE49-F238E27FC236}">
                      <a16:creationId xmlns:a16="http://schemas.microsoft.com/office/drawing/2014/main" xmlns="" id="{A33CE19C-067B-9646-B667-FD1D5A32F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350" dirty="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31" name="Oval 981">
                  <a:extLst>
                    <a:ext uri="{FF2B5EF4-FFF2-40B4-BE49-F238E27FC236}">
                      <a16:creationId xmlns:a16="http://schemas.microsoft.com/office/drawing/2014/main" xmlns="" id="{18AD08A0-EBDE-0D49-A805-5EFA0E851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32" name="Rectangle 982">
                  <a:extLst>
                    <a:ext uri="{FF2B5EF4-FFF2-40B4-BE49-F238E27FC236}">
                      <a16:creationId xmlns:a16="http://schemas.microsoft.com/office/drawing/2014/main" xmlns="" id="{7BFD1C2B-DDA4-C640-A3FC-9EA3B37D3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6" name="Group 897">
              <a:extLst>
                <a:ext uri="{FF2B5EF4-FFF2-40B4-BE49-F238E27FC236}">
                  <a16:creationId xmlns:a16="http://schemas.microsoft.com/office/drawing/2014/main" xmlns="" id="{CD60E856-AD2F-574C-B841-E53BF7BEB3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8038" y="3829780"/>
              <a:ext cx="347753" cy="680208"/>
              <a:chOff x="7923189" y="2486663"/>
              <a:chExt cx="360362" cy="884586"/>
            </a:xfrm>
          </p:grpSpPr>
          <p:pic>
            <p:nvPicPr>
              <p:cNvPr id="214573" name="Picture 3">
                <a:extLst>
                  <a:ext uri="{FF2B5EF4-FFF2-40B4-BE49-F238E27FC236}">
                    <a16:creationId xmlns:a16="http://schemas.microsoft.com/office/drawing/2014/main" xmlns="" id="{7C224992-1229-9E43-998F-00844EECB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74" name="Group 950">
                <a:extLst>
                  <a:ext uri="{FF2B5EF4-FFF2-40B4-BE49-F238E27FC236}">
                    <a16:creationId xmlns:a16="http://schemas.microsoft.com/office/drawing/2014/main" xmlns="" id="{6F93D902-DF1A-4F4F-B6ED-D18240151B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75" name="Freeform 951">
                  <a:extLst>
                    <a:ext uri="{FF2B5EF4-FFF2-40B4-BE49-F238E27FC236}">
                      <a16:creationId xmlns:a16="http://schemas.microsoft.com/office/drawing/2014/main" xmlns="" id="{B0E86564-CD6D-3944-B48B-F5CAEDE67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76" name="Rectangle 952">
                  <a:extLst>
                    <a:ext uri="{FF2B5EF4-FFF2-40B4-BE49-F238E27FC236}">
                      <a16:creationId xmlns:a16="http://schemas.microsoft.com/office/drawing/2014/main" xmlns="" id="{A167CAD0-6A8A-7941-B1F7-E0A74EFB0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77" name="Freeform 953">
                  <a:extLst>
                    <a:ext uri="{FF2B5EF4-FFF2-40B4-BE49-F238E27FC236}">
                      <a16:creationId xmlns:a16="http://schemas.microsoft.com/office/drawing/2014/main" xmlns="" id="{4726D2FD-E8A0-CC4B-A1D8-D89F5A368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78" name="Freeform 954">
                  <a:extLst>
                    <a:ext uri="{FF2B5EF4-FFF2-40B4-BE49-F238E27FC236}">
                      <a16:creationId xmlns:a16="http://schemas.microsoft.com/office/drawing/2014/main" xmlns="" id="{4F20BF5E-E61A-4A48-BDA8-491822E5B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79" name="Rectangle 955">
                  <a:extLst>
                    <a:ext uri="{FF2B5EF4-FFF2-40B4-BE49-F238E27FC236}">
                      <a16:creationId xmlns:a16="http://schemas.microsoft.com/office/drawing/2014/main" xmlns="" id="{FD7DC307-1108-F84E-8252-F7C39E957D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0" name="Group 956">
                  <a:extLst>
                    <a:ext uri="{FF2B5EF4-FFF2-40B4-BE49-F238E27FC236}">
                      <a16:creationId xmlns:a16="http://schemas.microsoft.com/office/drawing/2014/main" xmlns="" id="{742701A2-1BAB-1D4A-93EE-7945F9079F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05" name="AutoShape 957">
                    <a:extLst>
                      <a:ext uri="{FF2B5EF4-FFF2-40B4-BE49-F238E27FC236}">
                        <a16:creationId xmlns:a16="http://schemas.microsoft.com/office/drawing/2014/main" xmlns="" id="{B1DBF270-A4D7-6F43-BDAE-283D09FC3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6" name="AutoShape 958">
                    <a:extLst>
                      <a:ext uri="{FF2B5EF4-FFF2-40B4-BE49-F238E27FC236}">
                        <a16:creationId xmlns:a16="http://schemas.microsoft.com/office/drawing/2014/main" xmlns="" id="{8B922D59-1E34-5E49-A1A0-1A79FA563F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1" name="Rectangle 959">
                  <a:extLst>
                    <a:ext uri="{FF2B5EF4-FFF2-40B4-BE49-F238E27FC236}">
                      <a16:creationId xmlns:a16="http://schemas.microsoft.com/office/drawing/2014/main" xmlns="" id="{720F6FB5-0794-834C-9FF7-0EDA784C54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2" name="Group 960">
                  <a:extLst>
                    <a:ext uri="{FF2B5EF4-FFF2-40B4-BE49-F238E27FC236}">
                      <a16:creationId xmlns:a16="http://schemas.microsoft.com/office/drawing/2014/main" xmlns="" id="{3EDABE8F-C0D3-F64F-9383-8EEB162419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03" name="AutoShape 961">
                    <a:extLst>
                      <a:ext uri="{FF2B5EF4-FFF2-40B4-BE49-F238E27FC236}">
                        <a16:creationId xmlns:a16="http://schemas.microsoft.com/office/drawing/2014/main" xmlns="" id="{F11EB9E8-25F5-3C4C-B45A-1E592BB9E6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4" name="AutoShape 962">
                    <a:extLst>
                      <a:ext uri="{FF2B5EF4-FFF2-40B4-BE49-F238E27FC236}">
                        <a16:creationId xmlns:a16="http://schemas.microsoft.com/office/drawing/2014/main" xmlns="" id="{703CEBB7-DEC9-1048-A10F-083DD20EA2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3" name="Rectangle 963">
                  <a:extLst>
                    <a:ext uri="{FF2B5EF4-FFF2-40B4-BE49-F238E27FC236}">
                      <a16:creationId xmlns:a16="http://schemas.microsoft.com/office/drawing/2014/main" xmlns="" id="{9454D8B8-6B15-444B-B14F-63ECB29ED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84" name="Rectangle 964">
                  <a:extLst>
                    <a:ext uri="{FF2B5EF4-FFF2-40B4-BE49-F238E27FC236}">
                      <a16:creationId xmlns:a16="http://schemas.microsoft.com/office/drawing/2014/main" xmlns="" id="{69DE74CF-EB07-AD4A-B698-E00F3D2666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5" name="Group 965">
                  <a:extLst>
                    <a:ext uri="{FF2B5EF4-FFF2-40B4-BE49-F238E27FC236}">
                      <a16:creationId xmlns:a16="http://schemas.microsoft.com/office/drawing/2014/main" xmlns="" id="{3081CBEE-87E9-5647-B228-1A327E765C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01" name="AutoShape 966">
                    <a:extLst>
                      <a:ext uri="{FF2B5EF4-FFF2-40B4-BE49-F238E27FC236}">
                        <a16:creationId xmlns:a16="http://schemas.microsoft.com/office/drawing/2014/main" xmlns="" id="{701EE972-A5F2-444C-BC8E-70153B477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2" name="AutoShape 967">
                    <a:extLst>
                      <a:ext uri="{FF2B5EF4-FFF2-40B4-BE49-F238E27FC236}">
                        <a16:creationId xmlns:a16="http://schemas.microsoft.com/office/drawing/2014/main" xmlns="" id="{0130ACB8-9781-EA4A-A1DB-82D0F29EBF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6" name="Freeform 968">
                  <a:extLst>
                    <a:ext uri="{FF2B5EF4-FFF2-40B4-BE49-F238E27FC236}">
                      <a16:creationId xmlns:a16="http://schemas.microsoft.com/office/drawing/2014/main" xmlns="" id="{4AB44CEB-E837-7147-A8A7-57C5FDA6F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587" name="Group 969">
                  <a:extLst>
                    <a:ext uri="{FF2B5EF4-FFF2-40B4-BE49-F238E27FC236}">
                      <a16:creationId xmlns:a16="http://schemas.microsoft.com/office/drawing/2014/main" xmlns="" id="{A74DE05C-88D9-774E-B8F5-0BA3B55D11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99" name="AutoShape 970">
                    <a:extLst>
                      <a:ext uri="{FF2B5EF4-FFF2-40B4-BE49-F238E27FC236}">
                        <a16:creationId xmlns:a16="http://schemas.microsoft.com/office/drawing/2014/main" xmlns="" id="{F6664F2B-8007-C042-8BD4-9DD26D6562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0" name="AutoShape 971">
                    <a:extLst>
                      <a:ext uri="{FF2B5EF4-FFF2-40B4-BE49-F238E27FC236}">
                        <a16:creationId xmlns:a16="http://schemas.microsoft.com/office/drawing/2014/main" xmlns="" id="{681E6074-B6F0-504F-8D76-434A29BF79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8" name="Rectangle 972">
                  <a:extLst>
                    <a:ext uri="{FF2B5EF4-FFF2-40B4-BE49-F238E27FC236}">
                      <a16:creationId xmlns:a16="http://schemas.microsoft.com/office/drawing/2014/main" xmlns="" id="{016C43F7-AF1C-2148-8C6F-047013498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89" name="Freeform 973">
                  <a:extLst>
                    <a:ext uri="{FF2B5EF4-FFF2-40B4-BE49-F238E27FC236}">
                      <a16:creationId xmlns:a16="http://schemas.microsoft.com/office/drawing/2014/main" xmlns="" id="{960017AB-A9BC-7B49-A693-83AE1F1CE7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90" name="Freeform 974">
                  <a:extLst>
                    <a:ext uri="{FF2B5EF4-FFF2-40B4-BE49-F238E27FC236}">
                      <a16:creationId xmlns:a16="http://schemas.microsoft.com/office/drawing/2014/main" xmlns="" id="{B4FEDAA7-65C7-7743-89B9-688476EC7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91" name="Oval 975">
                  <a:extLst>
                    <a:ext uri="{FF2B5EF4-FFF2-40B4-BE49-F238E27FC236}">
                      <a16:creationId xmlns:a16="http://schemas.microsoft.com/office/drawing/2014/main" xmlns="" id="{F2EA992E-8FC3-CA49-80B6-2C38049950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2" name="Freeform 976">
                  <a:extLst>
                    <a:ext uri="{FF2B5EF4-FFF2-40B4-BE49-F238E27FC236}">
                      <a16:creationId xmlns:a16="http://schemas.microsoft.com/office/drawing/2014/main" xmlns="" id="{96A0DFAB-1B0D-C045-A4E7-A67AB0B52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93" name="AutoShape 977">
                  <a:extLst>
                    <a:ext uri="{FF2B5EF4-FFF2-40B4-BE49-F238E27FC236}">
                      <a16:creationId xmlns:a16="http://schemas.microsoft.com/office/drawing/2014/main" xmlns="" id="{D8947F5E-F7D1-B64E-8558-F6B3FCA1C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4" name="AutoShape 978">
                  <a:extLst>
                    <a:ext uri="{FF2B5EF4-FFF2-40B4-BE49-F238E27FC236}">
                      <a16:creationId xmlns:a16="http://schemas.microsoft.com/office/drawing/2014/main" xmlns="" id="{1EB4BFCE-7C30-584C-B7B4-818CB34C41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5" name="Oval 979">
                  <a:extLst>
                    <a:ext uri="{FF2B5EF4-FFF2-40B4-BE49-F238E27FC236}">
                      <a16:creationId xmlns:a16="http://schemas.microsoft.com/office/drawing/2014/main" xmlns="" id="{1A441EBF-90E7-A346-B395-AB5628A93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6" name="Oval 980">
                  <a:extLst>
                    <a:ext uri="{FF2B5EF4-FFF2-40B4-BE49-F238E27FC236}">
                      <a16:creationId xmlns:a16="http://schemas.microsoft.com/office/drawing/2014/main" xmlns="" id="{F646C0CE-064B-8F45-BC86-4C7AC008D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350" dirty="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597" name="Oval 981">
                  <a:extLst>
                    <a:ext uri="{FF2B5EF4-FFF2-40B4-BE49-F238E27FC236}">
                      <a16:creationId xmlns:a16="http://schemas.microsoft.com/office/drawing/2014/main" xmlns="" id="{49379C7D-E020-B342-93A3-E8AF620797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8" name="Rectangle 982">
                  <a:extLst>
                    <a:ext uri="{FF2B5EF4-FFF2-40B4-BE49-F238E27FC236}">
                      <a16:creationId xmlns:a16="http://schemas.microsoft.com/office/drawing/2014/main" xmlns="" id="{084820A8-C10D-2D49-9723-2DF79F9B9F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7" name="Group 932">
              <a:extLst>
                <a:ext uri="{FF2B5EF4-FFF2-40B4-BE49-F238E27FC236}">
                  <a16:creationId xmlns:a16="http://schemas.microsoft.com/office/drawing/2014/main" xmlns="" id="{0D03F1A7-2CEA-8449-B4F3-59622B4BB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838" y="5630065"/>
              <a:ext cx="347753" cy="680208"/>
              <a:chOff x="7923189" y="2486663"/>
              <a:chExt cx="360362" cy="884586"/>
            </a:xfrm>
          </p:grpSpPr>
          <p:pic>
            <p:nvPicPr>
              <p:cNvPr id="214539" name="Picture 3">
                <a:extLst>
                  <a:ext uri="{FF2B5EF4-FFF2-40B4-BE49-F238E27FC236}">
                    <a16:creationId xmlns:a16="http://schemas.microsoft.com/office/drawing/2014/main" xmlns="" id="{5DE36EB3-3AFF-BA4F-BD6D-409F9CE17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40" name="Group 950">
                <a:extLst>
                  <a:ext uri="{FF2B5EF4-FFF2-40B4-BE49-F238E27FC236}">
                    <a16:creationId xmlns:a16="http://schemas.microsoft.com/office/drawing/2014/main" xmlns="" id="{78FA27D7-EDBE-9B42-BE48-BD8D91C4F4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41" name="Freeform 951">
                  <a:extLst>
                    <a:ext uri="{FF2B5EF4-FFF2-40B4-BE49-F238E27FC236}">
                      <a16:creationId xmlns:a16="http://schemas.microsoft.com/office/drawing/2014/main" xmlns="" id="{BA79EE71-8A12-4640-8D04-F4A8C1152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42" name="Rectangle 952">
                  <a:extLst>
                    <a:ext uri="{FF2B5EF4-FFF2-40B4-BE49-F238E27FC236}">
                      <a16:creationId xmlns:a16="http://schemas.microsoft.com/office/drawing/2014/main" xmlns="" id="{5BF62D1C-48AC-7D48-95E1-670C967A2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43" name="Freeform 953">
                  <a:extLst>
                    <a:ext uri="{FF2B5EF4-FFF2-40B4-BE49-F238E27FC236}">
                      <a16:creationId xmlns:a16="http://schemas.microsoft.com/office/drawing/2014/main" xmlns="" id="{934C90DD-A5EE-3248-B6FB-FA6970192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44" name="Freeform 954">
                  <a:extLst>
                    <a:ext uri="{FF2B5EF4-FFF2-40B4-BE49-F238E27FC236}">
                      <a16:creationId xmlns:a16="http://schemas.microsoft.com/office/drawing/2014/main" xmlns="" id="{EFE7FF54-2122-3B4A-9237-801511A1E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45" name="Rectangle 955">
                  <a:extLst>
                    <a:ext uri="{FF2B5EF4-FFF2-40B4-BE49-F238E27FC236}">
                      <a16:creationId xmlns:a16="http://schemas.microsoft.com/office/drawing/2014/main" xmlns="" id="{AA2E6AFB-B64A-0F47-A889-468715B27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46" name="Group 956">
                  <a:extLst>
                    <a:ext uri="{FF2B5EF4-FFF2-40B4-BE49-F238E27FC236}">
                      <a16:creationId xmlns:a16="http://schemas.microsoft.com/office/drawing/2014/main" xmlns="" id="{03D5C498-2613-CC40-9A1A-88B8C69DB4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571" name="AutoShape 957">
                    <a:extLst>
                      <a:ext uri="{FF2B5EF4-FFF2-40B4-BE49-F238E27FC236}">
                        <a16:creationId xmlns:a16="http://schemas.microsoft.com/office/drawing/2014/main" xmlns="" id="{91B8132F-1C0A-5A4C-88EE-B1FD03A61C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72" name="AutoShape 958">
                    <a:extLst>
                      <a:ext uri="{FF2B5EF4-FFF2-40B4-BE49-F238E27FC236}">
                        <a16:creationId xmlns:a16="http://schemas.microsoft.com/office/drawing/2014/main" xmlns="" id="{AC41DB90-C49E-1142-883C-9F64F283D5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47" name="Rectangle 959">
                  <a:extLst>
                    <a:ext uri="{FF2B5EF4-FFF2-40B4-BE49-F238E27FC236}">
                      <a16:creationId xmlns:a16="http://schemas.microsoft.com/office/drawing/2014/main" xmlns="" id="{3BFF5039-4721-2E4D-8E36-FCFE445AFD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48" name="Group 960">
                  <a:extLst>
                    <a:ext uri="{FF2B5EF4-FFF2-40B4-BE49-F238E27FC236}">
                      <a16:creationId xmlns:a16="http://schemas.microsoft.com/office/drawing/2014/main" xmlns="" id="{01CD9547-2890-C74D-A640-EC13991ECC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569" name="AutoShape 961">
                    <a:extLst>
                      <a:ext uri="{FF2B5EF4-FFF2-40B4-BE49-F238E27FC236}">
                        <a16:creationId xmlns:a16="http://schemas.microsoft.com/office/drawing/2014/main" xmlns="" id="{4E7C2351-B99F-FE48-8432-49883E0F2A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70" name="AutoShape 962">
                    <a:extLst>
                      <a:ext uri="{FF2B5EF4-FFF2-40B4-BE49-F238E27FC236}">
                        <a16:creationId xmlns:a16="http://schemas.microsoft.com/office/drawing/2014/main" xmlns="" id="{70A705C3-0630-7743-85C8-3F5D10E56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49" name="Rectangle 963">
                  <a:extLst>
                    <a:ext uri="{FF2B5EF4-FFF2-40B4-BE49-F238E27FC236}">
                      <a16:creationId xmlns:a16="http://schemas.microsoft.com/office/drawing/2014/main" xmlns="" id="{4226CB1D-275D-024A-955F-6BC17F69C5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0" name="Rectangle 964">
                  <a:extLst>
                    <a:ext uri="{FF2B5EF4-FFF2-40B4-BE49-F238E27FC236}">
                      <a16:creationId xmlns:a16="http://schemas.microsoft.com/office/drawing/2014/main" xmlns="" id="{3F11C6D0-E545-8C46-8D2B-C6F5E282E6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51" name="Group 965">
                  <a:extLst>
                    <a:ext uri="{FF2B5EF4-FFF2-40B4-BE49-F238E27FC236}">
                      <a16:creationId xmlns:a16="http://schemas.microsoft.com/office/drawing/2014/main" xmlns="" id="{6E742B3E-C6CE-9A42-9D1F-7A80FD0359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567" name="AutoShape 966">
                    <a:extLst>
                      <a:ext uri="{FF2B5EF4-FFF2-40B4-BE49-F238E27FC236}">
                        <a16:creationId xmlns:a16="http://schemas.microsoft.com/office/drawing/2014/main" xmlns="" id="{26E60C4B-5F3A-244E-A71E-59C43916B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68" name="AutoShape 967">
                    <a:extLst>
                      <a:ext uri="{FF2B5EF4-FFF2-40B4-BE49-F238E27FC236}">
                        <a16:creationId xmlns:a16="http://schemas.microsoft.com/office/drawing/2014/main" xmlns="" id="{E3EAF3AD-8DFF-2048-882F-E23E3E9F30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52" name="Freeform 968">
                  <a:extLst>
                    <a:ext uri="{FF2B5EF4-FFF2-40B4-BE49-F238E27FC236}">
                      <a16:creationId xmlns:a16="http://schemas.microsoft.com/office/drawing/2014/main" xmlns="" id="{43AAD801-E54F-A840-B9B9-5106EC5D1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553" name="Group 969">
                  <a:extLst>
                    <a:ext uri="{FF2B5EF4-FFF2-40B4-BE49-F238E27FC236}">
                      <a16:creationId xmlns:a16="http://schemas.microsoft.com/office/drawing/2014/main" xmlns="" id="{284D7B7E-FA9C-4C42-B210-91742B8823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65" name="AutoShape 970">
                    <a:extLst>
                      <a:ext uri="{FF2B5EF4-FFF2-40B4-BE49-F238E27FC236}">
                        <a16:creationId xmlns:a16="http://schemas.microsoft.com/office/drawing/2014/main" xmlns="" id="{8FED6D26-E27C-5D41-88ED-BAD4B53B51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66" name="AutoShape 971">
                    <a:extLst>
                      <a:ext uri="{FF2B5EF4-FFF2-40B4-BE49-F238E27FC236}">
                        <a16:creationId xmlns:a16="http://schemas.microsoft.com/office/drawing/2014/main" xmlns="" id="{C8D2A46A-8F4E-9848-B2B2-4456B9EE1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54" name="Rectangle 972">
                  <a:extLst>
                    <a:ext uri="{FF2B5EF4-FFF2-40B4-BE49-F238E27FC236}">
                      <a16:creationId xmlns:a16="http://schemas.microsoft.com/office/drawing/2014/main" xmlns="" id="{67D5ECA4-557C-B845-86F6-AC44D0C0D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5" name="Freeform 973">
                  <a:extLst>
                    <a:ext uri="{FF2B5EF4-FFF2-40B4-BE49-F238E27FC236}">
                      <a16:creationId xmlns:a16="http://schemas.microsoft.com/office/drawing/2014/main" xmlns="" id="{AF3298E6-C14C-CB46-8F61-E0E59FEAD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56" name="Freeform 974">
                  <a:extLst>
                    <a:ext uri="{FF2B5EF4-FFF2-40B4-BE49-F238E27FC236}">
                      <a16:creationId xmlns:a16="http://schemas.microsoft.com/office/drawing/2014/main" xmlns="" id="{A56E4D83-9A3E-544A-BA23-873018E42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57" name="Oval 975">
                  <a:extLst>
                    <a:ext uri="{FF2B5EF4-FFF2-40B4-BE49-F238E27FC236}">
                      <a16:creationId xmlns:a16="http://schemas.microsoft.com/office/drawing/2014/main" xmlns="" id="{AEF30947-F8A0-194F-B4BA-4AD952BE39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8" name="Freeform 976">
                  <a:extLst>
                    <a:ext uri="{FF2B5EF4-FFF2-40B4-BE49-F238E27FC236}">
                      <a16:creationId xmlns:a16="http://schemas.microsoft.com/office/drawing/2014/main" xmlns="" id="{68DA3ED0-277F-D841-85D5-AA4839025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59" name="AutoShape 977">
                  <a:extLst>
                    <a:ext uri="{FF2B5EF4-FFF2-40B4-BE49-F238E27FC236}">
                      <a16:creationId xmlns:a16="http://schemas.microsoft.com/office/drawing/2014/main" xmlns="" id="{E7834B2A-9B47-1041-9D90-15394F42B2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0" name="AutoShape 978">
                  <a:extLst>
                    <a:ext uri="{FF2B5EF4-FFF2-40B4-BE49-F238E27FC236}">
                      <a16:creationId xmlns:a16="http://schemas.microsoft.com/office/drawing/2014/main" xmlns="" id="{02F3B69F-9FC0-ED46-95EA-40F27E1D1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1" name="Oval 979">
                  <a:extLst>
                    <a:ext uri="{FF2B5EF4-FFF2-40B4-BE49-F238E27FC236}">
                      <a16:creationId xmlns:a16="http://schemas.microsoft.com/office/drawing/2014/main" xmlns="" id="{4DE57B74-718C-334B-8B94-98CC94D5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2" name="Oval 980">
                  <a:extLst>
                    <a:ext uri="{FF2B5EF4-FFF2-40B4-BE49-F238E27FC236}">
                      <a16:creationId xmlns:a16="http://schemas.microsoft.com/office/drawing/2014/main" xmlns="" id="{652A99B5-08D3-C64C-96C5-5ECCBF7E1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350" dirty="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563" name="Oval 981">
                  <a:extLst>
                    <a:ext uri="{FF2B5EF4-FFF2-40B4-BE49-F238E27FC236}">
                      <a16:creationId xmlns:a16="http://schemas.microsoft.com/office/drawing/2014/main" xmlns="" id="{E9E54174-B84B-9146-8E65-121AE87CE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4" name="Rectangle 982">
                  <a:extLst>
                    <a:ext uri="{FF2B5EF4-FFF2-40B4-BE49-F238E27FC236}">
                      <a16:creationId xmlns:a16="http://schemas.microsoft.com/office/drawing/2014/main" xmlns="" id="{704EC13D-5637-0B42-BD20-1DE721BE16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8" name="Group 15">
              <a:extLst>
                <a:ext uri="{FF2B5EF4-FFF2-40B4-BE49-F238E27FC236}">
                  <a16:creationId xmlns:a16="http://schemas.microsoft.com/office/drawing/2014/main" xmlns="" id="{D8E1866F-6854-DA47-9762-C14A87A4D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7615" y="4368892"/>
              <a:ext cx="990551" cy="731635"/>
              <a:chOff x="7707615" y="4368892"/>
              <a:chExt cx="990551" cy="731635"/>
            </a:xfrm>
          </p:grpSpPr>
          <p:pic>
            <p:nvPicPr>
              <p:cNvPr id="214439" name="Picture 14">
                <a:extLst>
                  <a:ext uri="{FF2B5EF4-FFF2-40B4-BE49-F238E27FC236}">
                    <a16:creationId xmlns:a16="http://schemas.microsoft.com/office/drawing/2014/main" xmlns="" id="{3BCD9759-5B21-114C-8761-09126950D3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1833" y="4640202"/>
                <a:ext cx="822008" cy="460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14440" name="Group 249">
                <a:extLst>
                  <a:ext uri="{FF2B5EF4-FFF2-40B4-BE49-F238E27FC236}">
                    <a16:creationId xmlns:a16="http://schemas.microsoft.com/office/drawing/2014/main" xmlns="" id="{545A4638-7D8B-F449-B237-6472B9C5CF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07615" y="4368892"/>
                <a:ext cx="225953" cy="395900"/>
                <a:chOff x="4140" y="429"/>
                <a:chExt cx="1425" cy="2396"/>
              </a:xfrm>
            </p:grpSpPr>
            <p:sp>
              <p:nvSpPr>
                <p:cNvPr id="214507" name="Freeform 250">
                  <a:extLst>
                    <a:ext uri="{FF2B5EF4-FFF2-40B4-BE49-F238E27FC236}">
                      <a16:creationId xmlns:a16="http://schemas.microsoft.com/office/drawing/2014/main" xmlns="" id="{FB58D26C-934D-1247-B2AC-3802534B9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971" name="Rectangle 251">
                  <a:extLst>
                    <a:ext uri="{FF2B5EF4-FFF2-40B4-BE49-F238E27FC236}">
                      <a16:creationId xmlns:a16="http://schemas.microsoft.com/office/drawing/2014/main" xmlns="" id="{65302C2E-3662-3D47-B457-2ABF58402C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5"/>
                  <a:ext cx="1051" cy="2259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09" name="Freeform 252">
                  <a:extLst>
                    <a:ext uri="{FF2B5EF4-FFF2-40B4-BE49-F238E27FC236}">
                      <a16:creationId xmlns:a16="http://schemas.microsoft.com/office/drawing/2014/main" xmlns="" id="{A431C36B-24D9-1546-B351-A1FE23296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10" name="Freeform 253">
                  <a:extLst>
                    <a:ext uri="{FF2B5EF4-FFF2-40B4-BE49-F238E27FC236}">
                      <a16:creationId xmlns:a16="http://schemas.microsoft.com/office/drawing/2014/main" xmlns="" id="{4383C380-326F-3C48-9ACE-950CF0D01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974" name="Rectangle 254">
                  <a:extLst>
                    <a:ext uri="{FF2B5EF4-FFF2-40B4-BE49-F238E27FC236}">
                      <a16:creationId xmlns:a16="http://schemas.microsoft.com/office/drawing/2014/main" xmlns="" id="{DCE11187-1669-A547-907A-C9F158F5E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85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2" name="Group 255">
                  <a:extLst>
                    <a:ext uri="{FF2B5EF4-FFF2-40B4-BE49-F238E27FC236}">
                      <a16:creationId xmlns:a16="http://schemas.microsoft.com/office/drawing/2014/main" xmlns="" id="{990375B8-5CF9-284F-9EF8-6B9193FD69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00" name="AutoShape 256">
                    <a:extLst>
                      <a:ext uri="{FF2B5EF4-FFF2-40B4-BE49-F238E27FC236}">
                        <a16:creationId xmlns:a16="http://schemas.microsoft.com/office/drawing/2014/main" xmlns="" id="{BCE01474-1697-9845-A36F-44B56DC3FB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66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01" name="AutoShape 257">
                    <a:extLst>
                      <a:ext uri="{FF2B5EF4-FFF2-40B4-BE49-F238E27FC236}">
                        <a16:creationId xmlns:a16="http://schemas.microsoft.com/office/drawing/2014/main" xmlns="" id="{E67735CE-42B1-0644-8805-47682EB2CE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84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76" name="Rectangle 258">
                  <a:extLst>
                    <a:ext uri="{FF2B5EF4-FFF2-40B4-BE49-F238E27FC236}">
                      <a16:creationId xmlns:a16="http://schemas.microsoft.com/office/drawing/2014/main" xmlns="" id="{D1183BDC-3751-0D40-AF16-7EBEFA47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2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4" name="Group 259">
                  <a:extLst>
                    <a:ext uri="{FF2B5EF4-FFF2-40B4-BE49-F238E27FC236}">
                      <a16:creationId xmlns:a16="http://schemas.microsoft.com/office/drawing/2014/main" xmlns="" id="{601517E3-C345-9B42-B1E3-85EB550F6D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98" name="AutoShape 260">
                    <a:extLst>
                      <a:ext uri="{FF2B5EF4-FFF2-40B4-BE49-F238E27FC236}">
                        <a16:creationId xmlns:a16="http://schemas.microsoft.com/office/drawing/2014/main" xmlns="" id="{9BBD73B2-30D3-F543-9F93-BB96C0EA45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6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AutoShape 261">
                    <a:extLst>
                      <a:ext uri="{FF2B5EF4-FFF2-40B4-BE49-F238E27FC236}">
                        <a16:creationId xmlns:a16="http://schemas.microsoft.com/office/drawing/2014/main" xmlns="" id="{C15B9CE5-6342-FC47-890E-3DE9B4B6C4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4" y="2586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78" name="Rectangle 262">
                  <a:extLst>
                    <a:ext uri="{FF2B5EF4-FFF2-40B4-BE49-F238E27FC236}">
                      <a16:creationId xmlns:a16="http://schemas.microsoft.com/office/drawing/2014/main" xmlns="" id="{08BF4B3F-334E-B84F-BD21-1D8E4CCAE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358"/>
                  <a:ext cx="591" cy="29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9" name="Rectangle 263">
                  <a:extLst>
                    <a:ext uri="{FF2B5EF4-FFF2-40B4-BE49-F238E27FC236}">
                      <a16:creationId xmlns:a16="http://schemas.microsoft.com/office/drawing/2014/main" xmlns="" id="{66868866-1B9E-2D47-AA03-F94E46A0D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4" y="1627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7" name="Group 264">
                  <a:extLst>
                    <a:ext uri="{FF2B5EF4-FFF2-40B4-BE49-F238E27FC236}">
                      <a16:creationId xmlns:a16="http://schemas.microsoft.com/office/drawing/2014/main" xmlns="" id="{A0EE9E27-0661-B84B-8F3D-9C8510F425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96" name="AutoShape 265">
                    <a:extLst>
                      <a:ext uri="{FF2B5EF4-FFF2-40B4-BE49-F238E27FC236}">
                        <a16:creationId xmlns:a16="http://schemas.microsoft.com/office/drawing/2014/main" xmlns="" id="{9DCA2718-B1F6-2244-AFCA-B960F4F6BC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11" cy="11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7" name="AutoShape 266">
                    <a:extLst>
                      <a:ext uri="{FF2B5EF4-FFF2-40B4-BE49-F238E27FC236}">
                        <a16:creationId xmlns:a16="http://schemas.microsoft.com/office/drawing/2014/main" xmlns="" id="{9D04F19F-82C7-CD45-B603-E1678F4CA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5"/>
                    <a:ext cx="674" cy="8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518" name="Freeform 267">
                  <a:extLst>
                    <a:ext uri="{FF2B5EF4-FFF2-40B4-BE49-F238E27FC236}">
                      <a16:creationId xmlns:a16="http://schemas.microsoft.com/office/drawing/2014/main" xmlns="" id="{1B0EF3F8-744F-5343-AEDA-4EA404B50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519" name="Group 268">
                  <a:extLst>
                    <a:ext uri="{FF2B5EF4-FFF2-40B4-BE49-F238E27FC236}">
                      <a16:creationId xmlns:a16="http://schemas.microsoft.com/office/drawing/2014/main" xmlns="" id="{6CDE9642-131D-C943-BED9-DE3B0D79D7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94" name="AutoShape 269">
                    <a:extLst>
                      <a:ext uri="{FF2B5EF4-FFF2-40B4-BE49-F238E27FC236}">
                        <a16:creationId xmlns:a16="http://schemas.microsoft.com/office/drawing/2014/main" xmlns="" id="{D4492096-351F-1B46-88EC-7C66E8E112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41"/>
                    <a:ext cx="698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5" name="AutoShape 270">
                    <a:extLst>
                      <a:ext uri="{FF2B5EF4-FFF2-40B4-BE49-F238E27FC236}">
                        <a16:creationId xmlns:a16="http://schemas.microsoft.com/office/drawing/2014/main" xmlns="" id="{0EE67903-F639-F641-8C3D-290FEA9FDB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60"/>
                    <a:ext cx="661" cy="13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83" name="Rectangle 271">
                  <a:extLst>
                    <a:ext uri="{FF2B5EF4-FFF2-40B4-BE49-F238E27FC236}">
                      <a16:creationId xmlns:a16="http://schemas.microsoft.com/office/drawing/2014/main" xmlns="" id="{9B6F5948-7B18-7444-B017-378F820D7D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6" y="425"/>
                  <a:ext cx="60" cy="226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21" name="Freeform 272">
                  <a:extLst>
                    <a:ext uri="{FF2B5EF4-FFF2-40B4-BE49-F238E27FC236}">
                      <a16:creationId xmlns:a16="http://schemas.microsoft.com/office/drawing/2014/main" xmlns="" id="{74A0B2B4-82A1-D04F-A6F9-F637E9C3F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522" name="Freeform 273">
                  <a:extLst>
                    <a:ext uri="{FF2B5EF4-FFF2-40B4-BE49-F238E27FC236}">
                      <a16:creationId xmlns:a16="http://schemas.microsoft.com/office/drawing/2014/main" xmlns="" id="{A674C7C3-A1F0-F047-85E4-D70E3B0FE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986" name="Oval 274">
                  <a:extLst>
                    <a:ext uri="{FF2B5EF4-FFF2-40B4-BE49-F238E27FC236}">
                      <a16:creationId xmlns:a16="http://schemas.microsoft.com/office/drawing/2014/main" xmlns="" id="{3D83778D-962B-794B-AF8F-5038F5E447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588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24" name="Freeform 275">
                  <a:extLst>
                    <a:ext uri="{FF2B5EF4-FFF2-40B4-BE49-F238E27FC236}">
                      <a16:creationId xmlns:a16="http://schemas.microsoft.com/office/drawing/2014/main" xmlns="" id="{9AADAACB-A17A-6741-B747-5F9F17B91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988" name="AutoShape 276">
                  <a:extLst>
                    <a:ext uri="{FF2B5EF4-FFF2-40B4-BE49-F238E27FC236}">
                      <a16:creationId xmlns:a16="http://schemas.microsoft.com/office/drawing/2014/main" xmlns="" id="{D1AA7672-D337-5F4D-A5E3-73639F1FAF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4" y="2655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9" name="AutoShape 277">
                  <a:extLst>
                    <a:ext uri="{FF2B5EF4-FFF2-40B4-BE49-F238E27FC236}">
                      <a16:creationId xmlns:a16="http://schemas.microsoft.com/office/drawing/2014/main" xmlns="" id="{DA4DF090-AE22-A54B-B1AD-BCBE6BD640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684"/>
                  <a:ext cx="1071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0" name="Oval 278">
                  <a:extLst>
                    <a:ext uri="{FF2B5EF4-FFF2-40B4-BE49-F238E27FC236}">
                      <a16:creationId xmlns:a16="http://schemas.microsoft.com/office/drawing/2014/main" xmlns="" id="{F221E6C5-36EF-6C48-A68C-81A3E09699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4" y="2357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1" name="Oval 279">
                  <a:extLst>
                    <a:ext uri="{FF2B5EF4-FFF2-40B4-BE49-F238E27FC236}">
                      <a16:creationId xmlns:a16="http://schemas.microsoft.com/office/drawing/2014/main" xmlns="" id="{3FAA8ECB-A278-8346-8C6D-8420A2CC89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57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2" name="Oval 280">
                  <a:extLst>
                    <a:ext uri="{FF2B5EF4-FFF2-40B4-BE49-F238E27FC236}">
                      <a16:creationId xmlns:a16="http://schemas.microsoft.com/office/drawing/2014/main" xmlns="" id="{BA13D755-DBC5-9940-945C-18BC3EAF80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5" y="2357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3" name="Rectangle 281">
                  <a:extLst>
                    <a:ext uri="{FF2B5EF4-FFF2-40B4-BE49-F238E27FC236}">
                      <a16:creationId xmlns:a16="http://schemas.microsoft.com/office/drawing/2014/main" xmlns="" id="{281DE436-01CE-6245-9466-1E76032808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5" y="1809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14441" name="Group 249">
                <a:extLst>
                  <a:ext uri="{FF2B5EF4-FFF2-40B4-BE49-F238E27FC236}">
                    <a16:creationId xmlns:a16="http://schemas.microsoft.com/office/drawing/2014/main" xmlns="" id="{35F1932C-326D-0146-A9A4-DA9DFE918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39866" y="4369199"/>
                <a:ext cx="225953" cy="395900"/>
                <a:chOff x="4140" y="429"/>
                <a:chExt cx="1425" cy="2396"/>
              </a:xfrm>
            </p:grpSpPr>
            <p:sp>
              <p:nvSpPr>
                <p:cNvPr id="214475" name="Freeform 250">
                  <a:extLst>
                    <a:ext uri="{FF2B5EF4-FFF2-40B4-BE49-F238E27FC236}">
                      <a16:creationId xmlns:a16="http://schemas.microsoft.com/office/drawing/2014/main" xmlns="" id="{58CA36AC-C4F2-7143-8A51-7767B0907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04" name="Rectangle 251">
                  <a:extLst>
                    <a:ext uri="{FF2B5EF4-FFF2-40B4-BE49-F238E27FC236}">
                      <a16:creationId xmlns:a16="http://schemas.microsoft.com/office/drawing/2014/main" xmlns="" id="{5BBE273B-E2F7-D042-A54D-C993852B4D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04"/>
                  <a:ext cx="1051" cy="2307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77" name="Freeform 252">
                  <a:extLst>
                    <a:ext uri="{FF2B5EF4-FFF2-40B4-BE49-F238E27FC236}">
                      <a16:creationId xmlns:a16="http://schemas.microsoft.com/office/drawing/2014/main" xmlns="" id="{C776B47F-7FD8-B441-944A-621470F36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78" name="Freeform 253">
                  <a:extLst>
                    <a:ext uri="{FF2B5EF4-FFF2-40B4-BE49-F238E27FC236}">
                      <a16:creationId xmlns:a16="http://schemas.microsoft.com/office/drawing/2014/main" xmlns="" id="{8466434E-4A0E-504B-8FE4-D7613363D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07" name="Rectangle 254">
                  <a:extLst>
                    <a:ext uri="{FF2B5EF4-FFF2-40B4-BE49-F238E27FC236}">
                      <a16:creationId xmlns:a16="http://schemas.microsoft.com/office/drawing/2014/main" xmlns="" id="{62B93510-50B3-9944-A74E-B4E7B09B01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693"/>
                  <a:ext cx="60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0" name="Group 255">
                  <a:extLst>
                    <a:ext uri="{FF2B5EF4-FFF2-40B4-BE49-F238E27FC236}">
                      <a16:creationId xmlns:a16="http://schemas.microsoft.com/office/drawing/2014/main" xmlns="" id="{BA5EECC9-0945-AB4F-B835-A1970B1AB5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33" name="AutoShape 256">
                    <a:extLst>
                      <a:ext uri="{FF2B5EF4-FFF2-40B4-BE49-F238E27FC236}">
                        <a16:creationId xmlns:a16="http://schemas.microsoft.com/office/drawing/2014/main" xmlns="" id="{193AEA28-F13F-C042-82FC-1733A7A6B8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4"/>
                    <a:ext cx="725" cy="12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4" name="AutoShape 257">
                    <a:extLst>
                      <a:ext uri="{FF2B5EF4-FFF2-40B4-BE49-F238E27FC236}">
                        <a16:creationId xmlns:a16="http://schemas.microsoft.com/office/drawing/2014/main" xmlns="" id="{78A4EFB8-9EC9-164C-A0D2-6A616DA96A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2"/>
                    <a:ext cx="700" cy="8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09" name="Rectangle 258">
                  <a:extLst>
                    <a:ext uri="{FF2B5EF4-FFF2-40B4-BE49-F238E27FC236}">
                      <a16:creationId xmlns:a16="http://schemas.microsoft.com/office/drawing/2014/main" xmlns="" id="{63FEDA8D-55C8-7F49-BC3C-444A45A9D5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019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2" name="Group 259">
                  <a:extLst>
                    <a:ext uri="{FF2B5EF4-FFF2-40B4-BE49-F238E27FC236}">
                      <a16:creationId xmlns:a16="http://schemas.microsoft.com/office/drawing/2014/main" xmlns="" id="{3BEB1F80-FFE7-3546-8E7A-FBF3400E94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31" name="AutoShape 260">
                    <a:extLst>
                      <a:ext uri="{FF2B5EF4-FFF2-40B4-BE49-F238E27FC236}">
                        <a16:creationId xmlns:a16="http://schemas.microsoft.com/office/drawing/2014/main" xmlns="" id="{E38C416B-CFBE-9640-89DC-752097E578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2" name="AutoShape 261">
                    <a:extLst>
                      <a:ext uri="{FF2B5EF4-FFF2-40B4-BE49-F238E27FC236}">
                        <a16:creationId xmlns:a16="http://schemas.microsoft.com/office/drawing/2014/main" xmlns="" id="{2D82F72C-6E9D-0B4B-8C62-1153FEA5EA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4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11" name="Rectangle 262">
                  <a:extLst>
                    <a:ext uri="{FF2B5EF4-FFF2-40B4-BE49-F238E27FC236}">
                      <a16:creationId xmlns:a16="http://schemas.microsoft.com/office/drawing/2014/main" xmlns="" id="{8CEE0B6A-FBE5-1943-AE4A-4FC25DBD7D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7" y="1356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2" name="Rectangle 263">
                  <a:extLst>
                    <a:ext uri="{FF2B5EF4-FFF2-40B4-BE49-F238E27FC236}">
                      <a16:creationId xmlns:a16="http://schemas.microsoft.com/office/drawing/2014/main" xmlns="" id="{C1C46E5B-0462-424F-BD79-914CF05F28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5" name="Group 264">
                  <a:extLst>
                    <a:ext uri="{FF2B5EF4-FFF2-40B4-BE49-F238E27FC236}">
                      <a16:creationId xmlns:a16="http://schemas.microsoft.com/office/drawing/2014/main" xmlns="" id="{9AEA0B16-12AF-D24D-A5C8-F942794D7C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29" name="AutoShape 265">
                    <a:extLst>
                      <a:ext uri="{FF2B5EF4-FFF2-40B4-BE49-F238E27FC236}">
                        <a16:creationId xmlns:a16="http://schemas.microsoft.com/office/drawing/2014/main" xmlns="" id="{CB620330-9C28-5D47-9603-8259AB9CF2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1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0" name="AutoShape 266">
                    <a:extLst>
                      <a:ext uri="{FF2B5EF4-FFF2-40B4-BE49-F238E27FC236}">
                        <a16:creationId xmlns:a16="http://schemas.microsoft.com/office/drawing/2014/main" xmlns="" id="{32016C95-9717-D047-94D8-D0E99634C9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7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486" name="Freeform 267">
                  <a:extLst>
                    <a:ext uri="{FF2B5EF4-FFF2-40B4-BE49-F238E27FC236}">
                      <a16:creationId xmlns:a16="http://schemas.microsoft.com/office/drawing/2014/main" xmlns="" id="{ADEBFF28-FA5A-7845-B5DE-F597540D1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487" name="Group 268">
                  <a:extLst>
                    <a:ext uri="{FF2B5EF4-FFF2-40B4-BE49-F238E27FC236}">
                      <a16:creationId xmlns:a16="http://schemas.microsoft.com/office/drawing/2014/main" xmlns="" id="{6DAFC9B9-83CE-314E-9AA8-06487C5CE3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27" name="AutoShape 269">
                    <a:extLst>
                      <a:ext uri="{FF2B5EF4-FFF2-40B4-BE49-F238E27FC236}">
                        <a16:creationId xmlns:a16="http://schemas.microsoft.com/office/drawing/2014/main" xmlns="" id="{8D23CFC1-3A63-3D45-A5BB-EF2A6C7672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8"/>
                    <a:ext cx="761" cy="13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28" name="AutoShape 270">
                    <a:extLst>
                      <a:ext uri="{FF2B5EF4-FFF2-40B4-BE49-F238E27FC236}">
                        <a16:creationId xmlns:a16="http://schemas.microsoft.com/office/drawing/2014/main" xmlns="" id="{E42888F7-E08A-234F-86B9-08D73E9726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16" name="Rectangle 271">
                  <a:extLst>
                    <a:ext uri="{FF2B5EF4-FFF2-40B4-BE49-F238E27FC236}">
                      <a16:creationId xmlns:a16="http://schemas.microsoft.com/office/drawing/2014/main" xmlns="" id="{965FA2E4-5471-0644-9F81-AFBA51BB9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04"/>
                  <a:ext cx="70" cy="231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89" name="Freeform 272">
                  <a:extLst>
                    <a:ext uri="{FF2B5EF4-FFF2-40B4-BE49-F238E27FC236}">
                      <a16:creationId xmlns:a16="http://schemas.microsoft.com/office/drawing/2014/main" xmlns="" id="{4BC223C0-AF49-B545-9700-0FBF22629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90" name="Freeform 273">
                  <a:extLst>
                    <a:ext uri="{FF2B5EF4-FFF2-40B4-BE49-F238E27FC236}">
                      <a16:creationId xmlns:a16="http://schemas.microsoft.com/office/drawing/2014/main" xmlns="" id="{58C61B7B-4AA6-B841-AB95-504F8A45B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19" name="Oval 274">
                  <a:extLst>
                    <a:ext uri="{FF2B5EF4-FFF2-40B4-BE49-F238E27FC236}">
                      <a16:creationId xmlns:a16="http://schemas.microsoft.com/office/drawing/2014/main" xmlns="" id="{C784855E-AEB4-7749-814B-13BCBC776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9" y="2615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92" name="Freeform 275">
                  <a:extLst>
                    <a:ext uri="{FF2B5EF4-FFF2-40B4-BE49-F238E27FC236}">
                      <a16:creationId xmlns:a16="http://schemas.microsoft.com/office/drawing/2014/main" xmlns="" id="{CF4060A2-E54A-BA49-9820-6A1D19951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21" name="AutoShape 276">
                  <a:extLst>
                    <a:ext uri="{FF2B5EF4-FFF2-40B4-BE49-F238E27FC236}">
                      <a16:creationId xmlns:a16="http://schemas.microsoft.com/office/drawing/2014/main" xmlns="" id="{37FC0FC9-727A-EC4C-8EC7-98D9C2A865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7" y="2682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2" name="AutoShape 277">
                  <a:extLst>
                    <a:ext uri="{FF2B5EF4-FFF2-40B4-BE49-F238E27FC236}">
                      <a16:creationId xmlns:a16="http://schemas.microsoft.com/office/drawing/2014/main" xmlns="" id="{72D3770A-F36F-8B4A-8FF8-DACD723511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1"/>
                  <a:ext cx="1071" cy="8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3" name="Oval 278">
                  <a:extLst>
                    <a:ext uri="{FF2B5EF4-FFF2-40B4-BE49-F238E27FC236}">
                      <a16:creationId xmlns:a16="http://schemas.microsoft.com/office/drawing/2014/main" xmlns="" id="{E20F98A7-F69B-E74B-8FBF-9EA2B529A3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4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4" name="Oval 279">
                  <a:extLst>
                    <a:ext uri="{FF2B5EF4-FFF2-40B4-BE49-F238E27FC236}">
                      <a16:creationId xmlns:a16="http://schemas.microsoft.com/office/drawing/2014/main" xmlns="" id="{4E466273-2ADF-E349-88D5-2B6EEDFA38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4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5" name="Oval 280">
                  <a:extLst>
                    <a:ext uri="{FF2B5EF4-FFF2-40B4-BE49-F238E27FC236}">
                      <a16:creationId xmlns:a16="http://schemas.microsoft.com/office/drawing/2014/main" xmlns="" id="{A0203193-3C0F-B547-9376-A3747E681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4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6" name="Rectangle 281">
                  <a:extLst>
                    <a:ext uri="{FF2B5EF4-FFF2-40B4-BE49-F238E27FC236}">
                      <a16:creationId xmlns:a16="http://schemas.microsoft.com/office/drawing/2014/main" xmlns="" id="{622E5CFB-1FD5-FE4F-A8B3-4FDC9A6A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8" y="1836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14442" name="Group 249">
                <a:extLst>
                  <a:ext uri="{FF2B5EF4-FFF2-40B4-BE49-F238E27FC236}">
                    <a16:creationId xmlns:a16="http://schemas.microsoft.com/office/drawing/2014/main" xmlns="" id="{76302BE8-DE92-F84D-BCFA-F53FD5F6A9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472213" y="4384408"/>
                <a:ext cx="225953" cy="395900"/>
                <a:chOff x="4140" y="429"/>
                <a:chExt cx="1425" cy="2396"/>
              </a:xfrm>
            </p:grpSpPr>
            <p:sp>
              <p:nvSpPr>
                <p:cNvPr id="214443" name="Freeform 250">
                  <a:extLst>
                    <a:ext uri="{FF2B5EF4-FFF2-40B4-BE49-F238E27FC236}">
                      <a16:creationId xmlns:a16="http://schemas.microsoft.com/office/drawing/2014/main" xmlns="" id="{D05C3500-37E9-8445-8053-751EA81CC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37" name="Rectangle 251">
                  <a:extLst>
                    <a:ext uri="{FF2B5EF4-FFF2-40B4-BE49-F238E27FC236}">
                      <a16:creationId xmlns:a16="http://schemas.microsoft.com/office/drawing/2014/main" xmlns="" id="{F1AF5770-7B2A-4842-A16F-49B0B3EEAA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428"/>
                  <a:ext cx="1051" cy="2278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45" name="Freeform 252">
                  <a:extLst>
                    <a:ext uri="{FF2B5EF4-FFF2-40B4-BE49-F238E27FC236}">
                      <a16:creationId xmlns:a16="http://schemas.microsoft.com/office/drawing/2014/main" xmlns="" id="{FFEBF131-F741-FD40-99D6-A77188BEF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46" name="Freeform 253">
                  <a:extLst>
                    <a:ext uri="{FF2B5EF4-FFF2-40B4-BE49-F238E27FC236}">
                      <a16:creationId xmlns:a16="http://schemas.microsoft.com/office/drawing/2014/main" xmlns="" id="{2700696E-48C2-014D-BBFB-F556CF419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40" name="Rectangle 254">
                  <a:extLst>
                    <a:ext uri="{FF2B5EF4-FFF2-40B4-BE49-F238E27FC236}">
                      <a16:creationId xmlns:a16="http://schemas.microsoft.com/office/drawing/2014/main" xmlns="" id="{1CF44EC9-2774-004D-9366-64CE185764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87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48" name="Group 255">
                  <a:extLst>
                    <a:ext uri="{FF2B5EF4-FFF2-40B4-BE49-F238E27FC236}">
                      <a16:creationId xmlns:a16="http://schemas.microsoft.com/office/drawing/2014/main" xmlns="" id="{02FB440A-2D9A-A44D-8E86-4B3A8606E0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66" name="AutoShape 256">
                    <a:extLst>
                      <a:ext uri="{FF2B5EF4-FFF2-40B4-BE49-F238E27FC236}">
                        <a16:creationId xmlns:a16="http://schemas.microsoft.com/office/drawing/2014/main" xmlns="" id="{FEBCA26C-A96D-A949-B3AE-6BAA2A8345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7" name="AutoShape 257">
                    <a:extLst>
                      <a:ext uri="{FF2B5EF4-FFF2-40B4-BE49-F238E27FC236}">
                        <a16:creationId xmlns:a16="http://schemas.microsoft.com/office/drawing/2014/main" xmlns="" id="{1C20A722-7739-BA49-8AD3-F5AC8D9C2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2" name="Rectangle 258">
                  <a:extLst>
                    <a:ext uri="{FF2B5EF4-FFF2-40B4-BE49-F238E27FC236}">
                      <a16:creationId xmlns:a16="http://schemas.microsoft.com/office/drawing/2014/main" xmlns="" id="{F691BD7F-A36F-4148-99D4-B21E74B84A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1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50" name="Group 259">
                  <a:extLst>
                    <a:ext uri="{FF2B5EF4-FFF2-40B4-BE49-F238E27FC236}">
                      <a16:creationId xmlns:a16="http://schemas.microsoft.com/office/drawing/2014/main" xmlns="" id="{B54FA6C1-182C-3F40-8A70-A42ED10A39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64" name="AutoShape 260">
                    <a:extLst>
                      <a:ext uri="{FF2B5EF4-FFF2-40B4-BE49-F238E27FC236}">
                        <a16:creationId xmlns:a16="http://schemas.microsoft.com/office/drawing/2014/main" xmlns="" id="{046347E6-06C0-3F44-8231-155ACC094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1" y="2569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5" name="AutoShape 261">
                    <a:extLst>
                      <a:ext uri="{FF2B5EF4-FFF2-40B4-BE49-F238E27FC236}">
                        <a16:creationId xmlns:a16="http://schemas.microsoft.com/office/drawing/2014/main" xmlns="" id="{0F1E9FDF-4204-484B-AAB6-9486F6F75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94" y="2589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4" name="Rectangle 262">
                  <a:extLst>
                    <a:ext uri="{FF2B5EF4-FFF2-40B4-BE49-F238E27FC236}">
                      <a16:creationId xmlns:a16="http://schemas.microsoft.com/office/drawing/2014/main" xmlns="" id="{001938B9-FAA2-6A4D-96CF-0421A182B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60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45" name="Rectangle 263">
                  <a:extLst>
                    <a:ext uri="{FF2B5EF4-FFF2-40B4-BE49-F238E27FC236}">
                      <a16:creationId xmlns:a16="http://schemas.microsoft.com/office/drawing/2014/main" xmlns="" id="{9FA949CE-3603-CE44-94FA-7B36697AD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48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53" name="Group 264">
                  <a:extLst>
                    <a:ext uri="{FF2B5EF4-FFF2-40B4-BE49-F238E27FC236}">
                      <a16:creationId xmlns:a16="http://schemas.microsoft.com/office/drawing/2014/main" xmlns="" id="{B07280F9-990B-5345-8393-50DC7B9DAF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62" name="AutoShape 265">
                    <a:extLst>
                      <a:ext uri="{FF2B5EF4-FFF2-40B4-BE49-F238E27FC236}">
                        <a16:creationId xmlns:a16="http://schemas.microsoft.com/office/drawing/2014/main" xmlns="" id="{E189DFB0-206B-4045-9998-1808928BEA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09" y="2570"/>
                    <a:ext cx="686" cy="13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3" name="AutoShape 266">
                    <a:extLst>
                      <a:ext uri="{FF2B5EF4-FFF2-40B4-BE49-F238E27FC236}">
                        <a16:creationId xmlns:a16="http://schemas.microsoft.com/office/drawing/2014/main" xmlns="" id="{06A70B14-E14B-B84F-B481-2D76CC0AC3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1" y="2588"/>
                    <a:ext cx="649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454" name="Freeform 267">
                  <a:extLst>
                    <a:ext uri="{FF2B5EF4-FFF2-40B4-BE49-F238E27FC236}">
                      <a16:creationId xmlns:a16="http://schemas.microsoft.com/office/drawing/2014/main" xmlns="" id="{6ADFE9D1-7ACF-4543-9F11-D56CFAC414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455" name="Group 268">
                  <a:extLst>
                    <a:ext uri="{FF2B5EF4-FFF2-40B4-BE49-F238E27FC236}">
                      <a16:creationId xmlns:a16="http://schemas.microsoft.com/office/drawing/2014/main" xmlns="" id="{38C52F42-3A47-9346-9D5C-8E2AC88345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60" name="AutoShape 269">
                    <a:extLst>
                      <a:ext uri="{FF2B5EF4-FFF2-40B4-BE49-F238E27FC236}">
                        <a16:creationId xmlns:a16="http://schemas.microsoft.com/office/drawing/2014/main" xmlns="" id="{51B35F6C-C7ED-D94A-98D7-E3A65AB24B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43"/>
                    <a:ext cx="723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1" name="AutoShape 270">
                    <a:extLst>
                      <a:ext uri="{FF2B5EF4-FFF2-40B4-BE49-F238E27FC236}">
                        <a16:creationId xmlns:a16="http://schemas.microsoft.com/office/drawing/2014/main" xmlns="" id="{62090D08-8FAA-E54D-AD6A-92AB5A60F2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86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9" name="Rectangle 271">
                  <a:extLst>
                    <a:ext uri="{FF2B5EF4-FFF2-40B4-BE49-F238E27FC236}">
                      <a16:creationId xmlns:a16="http://schemas.microsoft.com/office/drawing/2014/main" xmlns="" id="{0B1CD020-CC14-4B43-B14F-0B040EFAA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1" y="428"/>
                  <a:ext cx="60" cy="228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57" name="Freeform 272">
                  <a:extLst>
                    <a:ext uri="{FF2B5EF4-FFF2-40B4-BE49-F238E27FC236}">
                      <a16:creationId xmlns:a16="http://schemas.microsoft.com/office/drawing/2014/main" xmlns="" id="{210F67FC-77D0-104D-8E65-513959A55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58" name="Freeform 273">
                  <a:extLst>
                    <a:ext uri="{FF2B5EF4-FFF2-40B4-BE49-F238E27FC236}">
                      <a16:creationId xmlns:a16="http://schemas.microsoft.com/office/drawing/2014/main" xmlns="" id="{B18E5213-6144-5849-BAD7-C526BA656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52" name="Oval 274">
                  <a:extLst>
                    <a:ext uri="{FF2B5EF4-FFF2-40B4-BE49-F238E27FC236}">
                      <a16:creationId xmlns:a16="http://schemas.microsoft.com/office/drawing/2014/main" xmlns="" id="{96F54578-92AC-674A-9F54-7511524978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2" y="2609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60" name="Freeform 275">
                  <a:extLst>
                    <a:ext uri="{FF2B5EF4-FFF2-40B4-BE49-F238E27FC236}">
                      <a16:creationId xmlns:a16="http://schemas.microsoft.com/office/drawing/2014/main" xmlns="" id="{6E945926-057C-9543-BE63-D75A4488E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54" name="AutoShape 276">
                  <a:extLst>
                    <a:ext uri="{FF2B5EF4-FFF2-40B4-BE49-F238E27FC236}">
                      <a16:creationId xmlns:a16="http://schemas.microsoft.com/office/drawing/2014/main" xmlns="" id="{53B8A41D-1E4A-8B41-96FD-332302291D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5" name="AutoShape 277">
                  <a:extLst>
                    <a:ext uri="{FF2B5EF4-FFF2-40B4-BE49-F238E27FC236}">
                      <a16:creationId xmlns:a16="http://schemas.microsoft.com/office/drawing/2014/main" xmlns="" id="{8314FB35-6874-FF41-907C-0CEED28483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2705"/>
                  <a:ext cx="1071" cy="7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6" name="Oval 278">
                  <a:extLst>
                    <a:ext uri="{FF2B5EF4-FFF2-40B4-BE49-F238E27FC236}">
                      <a16:creationId xmlns:a16="http://schemas.microsoft.com/office/drawing/2014/main" xmlns="" id="{11F0D0AC-C1F8-5048-92EA-442EA334A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79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7" name="Oval 279">
                  <a:extLst>
                    <a:ext uri="{FF2B5EF4-FFF2-40B4-BE49-F238E27FC236}">
                      <a16:creationId xmlns:a16="http://schemas.microsoft.com/office/drawing/2014/main" xmlns="" id="{00582064-967C-584D-9217-EFFA48369D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0" y="2379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8" name="Oval 280">
                  <a:extLst>
                    <a:ext uri="{FF2B5EF4-FFF2-40B4-BE49-F238E27FC236}">
                      <a16:creationId xmlns:a16="http://schemas.microsoft.com/office/drawing/2014/main" xmlns="" id="{38FC02B0-E1F8-0247-8E72-2A07612BE3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9" name="Rectangle 281">
                  <a:extLst>
                    <a:ext uri="{FF2B5EF4-FFF2-40B4-BE49-F238E27FC236}">
                      <a16:creationId xmlns:a16="http://schemas.microsoft.com/office/drawing/2014/main" xmlns="" id="{1EE28A89-63F5-DF4C-84C8-9A84FAD8FC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1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399" name="Group 1068">
              <a:extLst>
                <a:ext uri="{FF2B5EF4-FFF2-40B4-BE49-F238E27FC236}">
                  <a16:creationId xmlns:a16="http://schemas.microsoft.com/office/drawing/2014/main" xmlns="" id="{8E402CA8-533B-1D4A-9CAE-4C31AA1D6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941" y="5734675"/>
              <a:ext cx="347753" cy="680208"/>
              <a:chOff x="7923189" y="2486663"/>
              <a:chExt cx="360362" cy="884586"/>
            </a:xfrm>
          </p:grpSpPr>
          <p:pic>
            <p:nvPicPr>
              <p:cNvPr id="214405" name="Picture 3">
                <a:extLst>
                  <a:ext uri="{FF2B5EF4-FFF2-40B4-BE49-F238E27FC236}">
                    <a16:creationId xmlns:a16="http://schemas.microsoft.com/office/drawing/2014/main" xmlns="" id="{32733F9F-7586-5E4F-8834-78697C180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406" name="Group 950">
                <a:extLst>
                  <a:ext uri="{FF2B5EF4-FFF2-40B4-BE49-F238E27FC236}">
                    <a16:creationId xmlns:a16="http://schemas.microsoft.com/office/drawing/2014/main" xmlns="" id="{278CF83B-2727-E840-82D3-4E01DA472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407" name="Freeform 951">
                  <a:extLst>
                    <a:ext uri="{FF2B5EF4-FFF2-40B4-BE49-F238E27FC236}">
                      <a16:creationId xmlns:a16="http://schemas.microsoft.com/office/drawing/2014/main" xmlns="" id="{8DCEAEB6-8B9F-A743-8291-D894DCB0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08" name="Rectangle 952">
                  <a:extLst>
                    <a:ext uri="{FF2B5EF4-FFF2-40B4-BE49-F238E27FC236}">
                      <a16:creationId xmlns:a16="http://schemas.microsoft.com/office/drawing/2014/main" xmlns="" id="{0C24C977-81AA-D943-AC95-ECAABC4635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09" name="Freeform 953">
                  <a:extLst>
                    <a:ext uri="{FF2B5EF4-FFF2-40B4-BE49-F238E27FC236}">
                      <a16:creationId xmlns:a16="http://schemas.microsoft.com/office/drawing/2014/main" xmlns="" id="{1AA76C4E-1179-9143-911B-B58CD9E12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10" name="Freeform 954">
                  <a:extLst>
                    <a:ext uri="{FF2B5EF4-FFF2-40B4-BE49-F238E27FC236}">
                      <a16:creationId xmlns:a16="http://schemas.microsoft.com/office/drawing/2014/main" xmlns="" id="{1EBF6E83-6A8C-7741-B346-DB75DFBE8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11" name="Rectangle 955">
                  <a:extLst>
                    <a:ext uri="{FF2B5EF4-FFF2-40B4-BE49-F238E27FC236}">
                      <a16:creationId xmlns:a16="http://schemas.microsoft.com/office/drawing/2014/main" xmlns="" id="{3C735847-0E2E-DB49-8559-785F4FF7C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2" name="Group 956">
                  <a:extLst>
                    <a:ext uri="{FF2B5EF4-FFF2-40B4-BE49-F238E27FC236}">
                      <a16:creationId xmlns:a16="http://schemas.microsoft.com/office/drawing/2014/main" xmlns="" id="{95902300-E8B5-9B4C-B771-8D658CE506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437" name="AutoShape 957">
                    <a:extLst>
                      <a:ext uri="{FF2B5EF4-FFF2-40B4-BE49-F238E27FC236}">
                        <a16:creationId xmlns:a16="http://schemas.microsoft.com/office/drawing/2014/main" xmlns="" id="{D9BF973C-286D-6A4C-B74E-31C91AEB4C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8" name="AutoShape 958">
                    <a:extLst>
                      <a:ext uri="{FF2B5EF4-FFF2-40B4-BE49-F238E27FC236}">
                        <a16:creationId xmlns:a16="http://schemas.microsoft.com/office/drawing/2014/main" xmlns="" id="{8A8F2273-F2F0-8246-8122-C389B0DB02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3" name="Rectangle 959">
                  <a:extLst>
                    <a:ext uri="{FF2B5EF4-FFF2-40B4-BE49-F238E27FC236}">
                      <a16:creationId xmlns:a16="http://schemas.microsoft.com/office/drawing/2014/main" xmlns="" id="{A215A618-2228-1E40-8380-BCFC36343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4" name="Group 960">
                  <a:extLst>
                    <a:ext uri="{FF2B5EF4-FFF2-40B4-BE49-F238E27FC236}">
                      <a16:creationId xmlns:a16="http://schemas.microsoft.com/office/drawing/2014/main" xmlns="" id="{0CF5AE61-55C9-EE49-B017-931CF03BF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435" name="AutoShape 961">
                    <a:extLst>
                      <a:ext uri="{FF2B5EF4-FFF2-40B4-BE49-F238E27FC236}">
                        <a16:creationId xmlns:a16="http://schemas.microsoft.com/office/drawing/2014/main" xmlns="" id="{51E98649-DA5D-F84C-9475-9029C4F20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6" name="AutoShape 962">
                    <a:extLst>
                      <a:ext uri="{FF2B5EF4-FFF2-40B4-BE49-F238E27FC236}">
                        <a16:creationId xmlns:a16="http://schemas.microsoft.com/office/drawing/2014/main" xmlns="" id="{56E6C1E0-4B5B-C042-ADE7-0B89FAB8E0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5" name="Rectangle 963">
                  <a:extLst>
                    <a:ext uri="{FF2B5EF4-FFF2-40B4-BE49-F238E27FC236}">
                      <a16:creationId xmlns:a16="http://schemas.microsoft.com/office/drawing/2014/main" xmlns="" id="{97B4E582-7B38-FE4A-946C-21FE3ADE6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16" name="Rectangle 964">
                  <a:extLst>
                    <a:ext uri="{FF2B5EF4-FFF2-40B4-BE49-F238E27FC236}">
                      <a16:creationId xmlns:a16="http://schemas.microsoft.com/office/drawing/2014/main" xmlns="" id="{2EF7FE66-E052-6E4B-A967-C146A6E59C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7" name="Group 965">
                  <a:extLst>
                    <a:ext uri="{FF2B5EF4-FFF2-40B4-BE49-F238E27FC236}">
                      <a16:creationId xmlns:a16="http://schemas.microsoft.com/office/drawing/2014/main" xmlns="" id="{9AAE0792-8C21-B647-8993-E880A752C0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433" name="AutoShape 966">
                    <a:extLst>
                      <a:ext uri="{FF2B5EF4-FFF2-40B4-BE49-F238E27FC236}">
                        <a16:creationId xmlns:a16="http://schemas.microsoft.com/office/drawing/2014/main" xmlns="" id="{E27A401E-0185-E04D-9EE8-F250AB0DA8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4" name="AutoShape 967">
                    <a:extLst>
                      <a:ext uri="{FF2B5EF4-FFF2-40B4-BE49-F238E27FC236}">
                        <a16:creationId xmlns:a16="http://schemas.microsoft.com/office/drawing/2014/main" xmlns="" id="{688D841D-D13F-5246-A020-C0FBA68E25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8" name="Freeform 968">
                  <a:extLst>
                    <a:ext uri="{FF2B5EF4-FFF2-40B4-BE49-F238E27FC236}">
                      <a16:creationId xmlns:a16="http://schemas.microsoft.com/office/drawing/2014/main" xmlns="" id="{40C4AE9E-8D37-8549-92CC-40854D242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214419" name="Group 969">
                  <a:extLst>
                    <a:ext uri="{FF2B5EF4-FFF2-40B4-BE49-F238E27FC236}">
                      <a16:creationId xmlns:a16="http://schemas.microsoft.com/office/drawing/2014/main" xmlns="" id="{B0E06361-773E-594D-8BA8-A6BFEF56DA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431" name="AutoShape 970">
                    <a:extLst>
                      <a:ext uri="{FF2B5EF4-FFF2-40B4-BE49-F238E27FC236}">
                        <a16:creationId xmlns:a16="http://schemas.microsoft.com/office/drawing/2014/main" xmlns="" id="{A254F874-2C1A-A94F-B104-6B11A3B3FF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2" name="AutoShape 971">
                    <a:extLst>
                      <a:ext uri="{FF2B5EF4-FFF2-40B4-BE49-F238E27FC236}">
                        <a16:creationId xmlns:a16="http://schemas.microsoft.com/office/drawing/2014/main" xmlns="" id="{63C57A66-FE2A-9B49-AC7A-28FE9BBFE9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20" name="Rectangle 972">
                  <a:extLst>
                    <a:ext uri="{FF2B5EF4-FFF2-40B4-BE49-F238E27FC236}">
                      <a16:creationId xmlns:a16="http://schemas.microsoft.com/office/drawing/2014/main" xmlns="" id="{41FC7717-503B-234E-8D7D-9022259F56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1" name="Freeform 973">
                  <a:extLst>
                    <a:ext uri="{FF2B5EF4-FFF2-40B4-BE49-F238E27FC236}">
                      <a16:creationId xmlns:a16="http://schemas.microsoft.com/office/drawing/2014/main" xmlns="" id="{D2714405-2380-B44B-99CA-B0213CFA7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22" name="Freeform 974">
                  <a:extLst>
                    <a:ext uri="{FF2B5EF4-FFF2-40B4-BE49-F238E27FC236}">
                      <a16:creationId xmlns:a16="http://schemas.microsoft.com/office/drawing/2014/main" xmlns="" id="{9F8F4988-F695-454E-9D54-EBC8E0AFDB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23" name="Oval 975">
                  <a:extLst>
                    <a:ext uri="{FF2B5EF4-FFF2-40B4-BE49-F238E27FC236}">
                      <a16:creationId xmlns:a16="http://schemas.microsoft.com/office/drawing/2014/main" xmlns="" id="{A24C5B25-D627-3649-8F12-A567A24A9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4" name="Freeform 976">
                  <a:extLst>
                    <a:ext uri="{FF2B5EF4-FFF2-40B4-BE49-F238E27FC236}">
                      <a16:creationId xmlns:a16="http://schemas.microsoft.com/office/drawing/2014/main" xmlns="" id="{2F3F0CC0-1CC5-834C-90FF-5DEC703CF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685800">
                    <a:defRPr/>
                  </a:pPr>
                  <a:endParaRPr lang="en-US" sz="1350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4425" name="AutoShape 977">
                  <a:extLst>
                    <a:ext uri="{FF2B5EF4-FFF2-40B4-BE49-F238E27FC236}">
                      <a16:creationId xmlns:a16="http://schemas.microsoft.com/office/drawing/2014/main" xmlns="" id="{9E9EBBD6-ABA3-CE41-873E-E25C8CD3C5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6" name="AutoShape 978">
                  <a:extLst>
                    <a:ext uri="{FF2B5EF4-FFF2-40B4-BE49-F238E27FC236}">
                      <a16:creationId xmlns:a16="http://schemas.microsoft.com/office/drawing/2014/main" xmlns="" id="{DE66A82D-7F89-BA46-94BF-C440B325B8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7" name="Oval 979">
                  <a:extLst>
                    <a:ext uri="{FF2B5EF4-FFF2-40B4-BE49-F238E27FC236}">
                      <a16:creationId xmlns:a16="http://schemas.microsoft.com/office/drawing/2014/main" xmlns="" id="{8093C79D-2479-684D-9E42-329DA6A61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8" name="Oval 980">
                  <a:extLst>
                    <a:ext uri="{FF2B5EF4-FFF2-40B4-BE49-F238E27FC236}">
                      <a16:creationId xmlns:a16="http://schemas.microsoft.com/office/drawing/2014/main" xmlns="" id="{C0BC531C-6E59-9446-B664-FDD8EBABB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altLang="en-US" sz="1350" dirty="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429" name="Oval 981">
                  <a:extLst>
                    <a:ext uri="{FF2B5EF4-FFF2-40B4-BE49-F238E27FC236}">
                      <a16:creationId xmlns:a16="http://schemas.microsoft.com/office/drawing/2014/main" xmlns="" id="{E9ED9C0E-3190-1C40-93DB-19A88E9CD0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30" name="Rectangle 982">
                  <a:extLst>
                    <a:ext uri="{FF2B5EF4-FFF2-40B4-BE49-F238E27FC236}">
                      <a16:creationId xmlns:a16="http://schemas.microsoft.com/office/drawing/2014/main" xmlns="" id="{541C1A9C-C313-D944-991B-F15BF1E1A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400" name="Group 3">
              <a:extLst>
                <a:ext uri="{FF2B5EF4-FFF2-40B4-BE49-F238E27FC236}">
                  <a16:creationId xmlns:a16="http://schemas.microsoft.com/office/drawing/2014/main" xmlns="" id="{324EDE22-2FBE-CD4B-87F5-3AFE46AE84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215" y="4827099"/>
              <a:ext cx="875523" cy="506826"/>
              <a:chOff x="439215" y="4827099"/>
              <a:chExt cx="875523" cy="506826"/>
            </a:xfrm>
          </p:grpSpPr>
          <p:grpSp>
            <p:nvGrpSpPr>
              <p:cNvPr id="214401" name="Group 418">
                <a:extLst>
                  <a:ext uri="{FF2B5EF4-FFF2-40B4-BE49-F238E27FC236}">
                    <a16:creationId xmlns:a16="http://schemas.microsoft.com/office/drawing/2014/main" xmlns="" id="{5EBBB6C8-77B2-BA46-8116-9CC4F54F53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2889" y="1631"/>
                <a:chExt cx="980" cy="743"/>
              </a:xfrm>
            </p:grpSpPr>
            <p:sp>
              <p:nvSpPr>
                <p:cNvPr id="214403" name="Rectangle 419">
                  <a:extLst>
                    <a:ext uri="{FF2B5EF4-FFF2-40B4-BE49-F238E27FC236}">
                      <a16:creationId xmlns:a16="http://schemas.microsoft.com/office/drawing/2014/main" xmlns="" id="{2E581D98-6885-D344-B42F-A717F5B850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46" y="1841"/>
                  <a:ext cx="663" cy="533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defTabSz="685800">
                    <a:spcBef>
                      <a:spcPct val="0"/>
                    </a:spcBef>
                    <a:defRPr/>
                  </a:pPr>
                  <a:endParaRPr lang="en-US" altLang="en-US" sz="1800" dirty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5249" name="AutoShape 420">
                  <a:extLst>
                    <a:ext uri="{FF2B5EF4-FFF2-40B4-BE49-F238E27FC236}">
                      <a16:creationId xmlns:a16="http://schemas.microsoft.com/office/drawing/2014/main" xmlns="" id="{7543A277-20B6-4B4B-88B3-775CB6CE92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9" y="1631"/>
                  <a:ext cx="976" cy="254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 defTabSz="685800">
                    <a:spcBef>
                      <a:spcPct val="0"/>
                    </a:spcBef>
                    <a:defRPr/>
                  </a:pPr>
                  <a:endParaRPr lang="en-US" dirty="0">
                    <a:solidFill>
                      <a:srgbClr val="00CCFF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pic>
            <p:nvPicPr>
              <p:cNvPr id="214402" name="Picture 9">
                <a:extLst>
                  <a:ext uri="{FF2B5EF4-FFF2-40B4-BE49-F238E27FC236}">
                    <a16:creationId xmlns:a16="http://schemas.microsoft.com/office/drawing/2014/main" xmlns="" id="{84AFFF33-43DD-D448-9B8B-7C7762B494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3109" y="5014480"/>
                <a:ext cx="405029" cy="290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xmlns="" id="{663E03E5-A035-FA4B-96FB-1DB1173EACF5}"/>
              </a:ext>
            </a:extLst>
          </p:cNvPr>
          <p:cNvGrpSpPr>
            <a:grpSpLocks/>
          </p:cNvGrpSpPr>
          <p:nvPr/>
        </p:nvGrpSpPr>
        <p:grpSpPr bwMode="auto">
          <a:xfrm>
            <a:off x="1462089" y="1743076"/>
            <a:ext cx="6193631" cy="4070747"/>
            <a:chOff x="425291" y="1016574"/>
            <a:chExt cx="8258951" cy="5427438"/>
          </a:xfrm>
        </p:grpSpPr>
        <p:grpSp>
          <p:nvGrpSpPr>
            <p:cNvPr id="214030" name="Group 7">
              <a:extLst>
                <a:ext uri="{FF2B5EF4-FFF2-40B4-BE49-F238E27FC236}">
                  <a16:creationId xmlns:a16="http://schemas.microsoft.com/office/drawing/2014/main" xmlns="" id="{A4AF4A7E-AAF4-534C-ABAC-8465AF89D6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857" y="1488950"/>
              <a:ext cx="7326607" cy="4955062"/>
              <a:chOff x="861857" y="1488950"/>
              <a:chExt cx="7326607" cy="4955062"/>
            </a:xfrm>
          </p:grpSpPr>
          <p:cxnSp>
            <p:nvCxnSpPr>
              <p:cNvPr id="214383" name="Straight Connector 6">
                <a:extLst>
                  <a:ext uri="{FF2B5EF4-FFF2-40B4-BE49-F238E27FC236}">
                    <a16:creationId xmlns:a16="http://schemas.microsoft.com/office/drawing/2014/main" xmlns="" id="{9512D778-123C-7140-9209-CBA6A43BC19E}"/>
                  </a:ext>
                </a:extLst>
              </p:cNvPr>
              <p:cNvCxnSpPr>
                <a:cxnSpLocks noChangeShapeType="1"/>
                <a:stCxn id="214402" idx="2"/>
              </p:cNvCxnSpPr>
              <p:nvPr/>
            </p:nvCxnSpPr>
            <p:spPr bwMode="auto">
              <a:xfrm flipH="1" flipV="1">
                <a:off x="861857" y="2766634"/>
                <a:ext cx="24132" cy="23702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4" name="Straight Connector 786">
                <a:extLst>
                  <a:ext uri="{FF2B5EF4-FFF2-40B4-BE49-F238E27FC236}">
                    <a16:creationId xmlns:a16="http://schemas.microsoft.com/office/drawing/2014/main" xmlns="" id="{B2301258-B27E-2F44-9382-9A623C4D7000}"/>
                  </a:ext>
                </a:extLst>
              </p:cNvPr>
              <p:cNvCxnSpPr>
                <a:cxnSpLocks noChangeShapeType="1"/>
                <a:stCxn id="214712" idx="2"/>
              </p:cNvCxnSpPr>
              <p:nvPr/>
            </p:nvCxnSpPr>
            <p:spPr bwMode="auto">
              <a:xfrm flipV="1">
                <a:off x="1769891" y="1936350"/>
                <a:ext cx="381" cy="24137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5" name="Straight Connector 787">
                <a:extLst>
                  <a:ext uri="{FF2B5EF4-FFF2-40B4-BE49-F238E27FC236}">
                    <a16:creationId xmlns:a16="http://schemas.microsoft.com/office/drawing/2014/main" xmlns="" id="{7B952022-194E-AF45-BA8F-F3BA1517842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2209958" y="325285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6" name="Straight Connector 788">
                <a:extLst>
                  <a:ext uri="{FF2B5EF4-FFF2-40B4-BE49-F238E27FC236}">
                    <a16:creationId xmlns:a16="http://schemas.microsoft.com/office/drawing/2014/main" xmlns="" id="{DA4CF229-090E-D040-A819-79B58CD0D15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3314938" y="3904152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7" name="Straight Connector 789">
                <a:extLst>
                  <a:ext uri="{FF2B5EF4-FFF2-40B4-BE49-F238E27FC236}">
                    <a16:creationId xmlns:a16="http://schemas.microsoft.com/office/drawing/2014/main" xmlns="" id="{F1FD2E17-FCFD-7A49-80F1-F0132E422F6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4465279" y="1488950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8" name="Straight Connector 791">
                <a:extLst>
                  <a:ext uri="{FF2B5EF4-FFF2-40B4-BE49-F238E27FC236}">
                    <a16:creationId xmlns:a16="http://schemas.microsoft.com/office/drawing/2014/main" xmlns="" id="{F2AA9CB3-A15F-6A4F-BD49-8C86FD328DF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5162011" y="356135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9" name="Straight Connector 967">
                <a:extLst>
                  <a:ext uri="{FF2B5EF4-FFF2-40B4-BE49-F238E27FC236}">
                    <a16:creationId xmlns:a16="http://schemas.microsoft.com/office/drawing/2014/main" xmlns="" id="{1A84D6ED-7888-4649-8F9A-6F97B339F19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6130907" y="177844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0" name="Straight Connector 1067">
                <a:extLst>
                  <a:ext uri="{FF2B5EF4-FFF2-40B4-BE49-F238E27FC236}">
                    <a16:creationId xmlns:a16="http://schemas.microsoft.com/office/drawing/2014/main" xmlns="" id="{6E0210E8-9E52-B64F-AB77-2FE66D785B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188464" y="238403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1" name="Straight Connector 1103">
                <a:extLst>
                  <a:ext uri="{FF2B5EF4-FFF2-40B4-BE49-F238E27FC236}">
                    <a16:creationId xmlns:a16="http://schemas.microsoft.com/office/drawing/2014/main" xmlns="" id="{4BD7FE31-973D-2149-85C0-0E13ED55A48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7267323" y="388000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4031" name="Group 1104">
              <a:extLst>
                <a:ext uri="{FF2B5EF4-FFF2-40B4-BE49-F238E27FC236}">
                  <a16:creationId xmlns:a16="http://schemas.microsoft.com/office/drawing/2014/main" xmlns="" id="{765F4DA0-16C7-9A4A-BC15-42B419D78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91" y="1016574"/>
              <a:ext cx="8258951" cy="2901368"/>
              <a:chOff x="439215" y="3555216"/>
              <a:chExt cx="8258951" cy="2901368"/>
            </a:xfrm>
          </p:grpSpPr>
          <p:grpSp>
            <p:nvGrpSpPr>
              <p:cNvPr id="214032" name="Group 1105">
                <a:extLst>
                  <a:ext uri="{FF2B5EF4-FFF2-40B4-BE49-F238E27FC236}">
                    <a16:creationId xmlns:a16="http://schemas.microsoft.com/office/drawing/2014/main" xmlns="" id="{E694307B-217B-FB40-81BB-A309B6A9FA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8362" y="385514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49" name="Picture 3">
                  <a:extLst>
                    <a:ext uri="{FF2B5EF4-FFF2-40B4-BE49-F238E27FC236}">
                      <a16:creationId xmlns:a16="http://schemas.microsoft.com/office/drawing/2014/main" xmlns="" id="{A5775926-AFE6-1449-9A27-5441A654C9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50" name="Group 950">
                  <a:extLst>
                    <a:ext uri="{FF2B5EF4-FFF2-40B4-BE49-F238E27FC236}">
                      <a16:creationId xmlns:a16="http://schemas.microsoft.com/office/drawing/2014/main" xmlns="" id="{38CC53F0-B414-2E4E-8986-2F7DDC5D0D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51" name="Freeform 951">
                    <a:extLst>
                      <a:ext uri="{FF2B5EF4-FFF2-40B4-BE49-F238E27FC236}">
                        <a16:creationId xmlns:a16="http://schemas.microsoft.com/office/drawing/2014/main" xmlns="" id="{1D940CF4-9ED0-F04D-B582-4A54E780ED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52" name="Rectangle 952">
                    <a:extLst>
                      <a:ext uri="{FF2B5EF4-FFF2-40B4-BE49-F238E27FC236}">
                        <a16:creationId xmlns:a16="http://schemas.microsoft.com/office/drawing/2014/main" xmlns="" id="{5C864C79-25E8-8D48-A1F0-E6D2174CB7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53" name="Freeform 953">
                    <a:extLst>
                      <a:ext uri="{FF2B5EF4-FFF2-40B4-BE49-F238E27FC236}">
                        <a16:creationId xmlns:a16="http://schemas.microsoft.com/office/drawing/2014/main" xmlns="" id="{F9230EA0-40F1-F944-A1C8-C87B9C4B31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54" name="Freeform 954">
                    <a:extLst>
                      <a:ext uri="{FF2B5EF4-FFF2-40B4-BE49-F238E27FC236}">
                        <a16:creationId xmlns:a16="http://schemas.microsoft.com/office/drawing/2014/main" xmlns="" id="{F0AB7CF6-089B-1148-BBF7-D843D80D90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55" name="Rectangle 955">
                    <a:extLst>
                      <a:ext uri="{FF2B5EF4-FFF2-40B4-BE49-F238E27FC236}">
                        <a16:creationId xmlns:a16="http://schemas.microsoft.com/office/drawing/2014/main" xmlns="" id="{98CC2FCF-928D-5E48-AEAC-621C4884E8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56" name="Group 956">
                    <a:extLst>
                      <a:ext uri="{FF2B5EF4-FFF2-40B4-BE49-F238E27FC236}">
                        <a16:creationId xmlns:a16="http://schemas.microsoft.com/office/drawing/2014/main" xmlns="" id="{32064450-79DB-9B42-B425-E4053B0D45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81" name="AutoShape 957">
                      <a:extLst>
                        <a:ext uri="{FF2B5EF4-FFF2-40B4-BE49-F238E27FC236}">
                          <a16:creationId xmlns:a16="http://schemas.microsoft.com/office/drawing/2014/main" xmlns="" id="{81709B80-81CD-484F-90A0-829B27DBF2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82" name="AutoShape 958">
                      <a:extLst>
                        <a:ext uri="{FF2B5EF4-FFF2-40B4-BE49-F238E27FC236}">
                          <a16:creationId xmlns:a16="http://schemas.microsoft.com/office/drawing/2014/main" xmlns="" id="{59C6BA8F-1200-164F-A9AE-4A6580C660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57" name="Rectangle 959">
                    <a:extLst>
                      <a:ext uri="{FF2B5EF4-FFF2-40B4-BE49-F238E27FC236}">
                        <a16:creationId xmlns:a16="http://schemas.microsoft.com/office/drawing/2014/main" xmlns="" id="{DC21CC66-F586-0442-ABD4-46DA223A4C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58" name="Group 960">
                    <a:extLst>
                      <a:ext uri="{FF2B5EF4-FFF2-40B4-BE49-F238E27FC236}">
                        <a16:creationId xmlns:a16="http://schemas.microsoft.com/office/drawing/2014/main" xmlns="" id="{522CC6A9-9C0A-A348-B0AE-A15925D12C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79" name="AutoShape 961">
                      <a:extLst>
                        <a:ext uri="{FF2B5EF4-FFF2-40B4-BE49-F238E27FC236}">
                          <a16:creationId xmlns:a16="http://schemas.microsoft.com/office/drawing/2014/main" xmlns="" id="{FB03F716-8759-2347-BC2A-0F6B8586036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80" name="AutoShape 962">
                      <a:extLst>
                        <a:ext uri="{FF2B5EF4-FFF2-40B4-BE49-F238E27FC236}">
                          <a16:creationId xmlns:a16="http://schemas.microsoft.com/office/drawing/2014/main" xmlns="" id="{968FE5C9-C21A-434D-9892-A0B42A5302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59" name="Rectangle 963">
                    <a:extLst>
                      <a:ext uri="{FF2B5EF4-FFF2-40B4-BE49-F238E27FC236}">
                        <a16:creationId xmlns:a16="http://schemas.microsoft.com/office/drawing/2014/main" xmlns="" id="{B266DFC4-3207-8841-9669-94EE2546F3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0" name="Rectangle 964">
                    <a:extLst>
                      <a:ext uri="{FF2B5EF4-FFF2-40B4-BE49-F238E27FC236}">
                        <a16:creationId xmlns:a16="http://schemas.microsoft.com/office/drawing/2014/main" xmlns="" id="{B4358FEB-66AD-A549-8017-15821E824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61" name="Group 965">
                    <a:extLst>
                      <a:ext uri="{FF2B5EF4-FFF2-40B4-BE49-F238E27FC236}">
                        <a16:creationId xmlns:a16="http://schemas.microsoft.com/office/drawing/2014/main" xmlns="" id="{A501AB8D-E194-184D-B93F-CE0B3F9937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77" name="AutoShape 966">
                      <a:extLst>
                        <a:ext uri="{FF2B5EF4-FFF2-40B4-BE49-F238E27FC236}">
                          <a16:creationId xmlns:a16="http://schemas.microsoft.com/office/drawing/2014/main" xmlns="" id="{6F4F8E69-BE61-B843-B396-7042AFECE11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78" name="AutoShape 967">
                      <a:extLst>
                        <a:ext uri="{FF2B5EF4-FFF2-40B4-BE49-F238E27FC236}">
                          <a16:creationId xmlns:a16="http://schemas.microsoft.com/office/drawing/2014/main" xmlns="" id="{154AE41D-488D-8F44-88B1-F11C857D77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62" name="Freeform 968">
                    <a:extLst>
                      <a:ext uri="{FF2B5EF4-FFF2-40B4-BE49-F238E27FC236}">
                        <a16:creationId xmlns:a16="http://schemas.microsoft.com/office/drawing/2014/main" xmlns="" id="{1B1846C0-35D3-4E43-AED9-CEBA5DFA66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363" name="Group 969">
                    <a:extLst>
                      <a:ext uri="{FF2B5EF4-FFF2-40B4-BE49-F238E27FC236}">
                        <a16:creationId xmlns:a16="http://schemas.microsoft.com/office/drawing/2014/main" xmlns="" id="{BE50C039-2456-0A43-8A8F-7974C27908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75" name="AutoShape 970">
                      <a:extLst>
                        <a:ext uri="{FF2B5EF4-FFF2-40B4-BE49-F238E27FC236}">
                          <a16:creationId xmlns:a16="http://schemas.microsoft.com/office/drawing/2014/main" xmlns="" id="{D6415243-02B9-604D-8712-065D4F3F99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76" name="AutoShape 971">
                      <a:extLst>
                        <a:ext uri="{FF2B5EF4-FFF2-40B4-BE49-F238E27FC236}">
                          <a16:creationId xmlns:a16="http://schemas.microsoft.com/office/drawing/2014/main" xmlns="" id="{7940FDC4-5E59-1B4D-AC78-6F272DC2CA9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64" name="Rectangle 972">
                    <a:extLst>
                      <a:ext uri="{FF2B5EF4-FFF2-40B4-BE49-F238E27FC236}">
                        <a16:creationId xmlns:a16="http://schemas.microsoft.com/office/drawing/2014/main" xmlns="" id="{B61E69CD-4454-3643-BD20-839CE2804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5" name="Freeform 973">
                    <a:extLst>
                      <a:ext uri="{FF2B5EF4-FFF2-40B4-BE49-F238E27FC236}">
                        <a16:creationId xmlns:a16="http://schemas.microsoft.com/office/drawing/2014/main" xmlns="" id="{B09FCB36-68EA-6E43-AC71-461A29D544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66" name="Freeform 974">
                    <a:extLst>
                      <a:ext uri="{FF2B5EF4-FFF2-40B4-BE49-F238E27FC236}">
                        <a16:creationId xmlns:a16="http://schemas.microsoft.com/office/drawing/2014/main" xmlns="" id="{4DF52331-2EAD-5B4B-90D5-064E127358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67" name="Oval 975">
                    <a:extLst>
                      <a:ext uri="{FF2B5EF4-FFF2-40B4-BE49-F238E27FC236}">
                        <a16:creationId xmlns:a16="http://schemas.microsoft.com/office/drawing/2014/main" xmlns="" id="{BB63952B-4392-CE42-8365-B9FC248F77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8" name="Freeform 976">
                    <a:extLst>
                      <a:ext uri="{FF2B5EF4-FFF2-40B4-BE49-F238E27FC236}">
                        <a16:creationId xmlns:a16="http://schemas.microsoft.com/office/drawing/2014/main" xmlns="" id="{6CAE91DE-B423-4643-8A87-F427B89F19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69" name="AutoShape 977">
                    <a:extLst>
                      <a:ext uri="{FF2B5EF4-FFF2-40B4-BE49-F238E27FC236}">
                        <a16:creationId xmlns:a16="http://schemas.microsoft.com/office/drawing/2014/main" xmlns="" id="{0D7858BE-3E40-6341-BB59-D191C3AC6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0" name="AutoShape 978">
                    <a:extLst>
                      <a:ext uri="{FF2B5EF4-FFF2-40B4-BE49-F238E27FC236}">
                        <a16:creationId xmlns:a16="http://schemas.microsoft.com/office/drawing/2014/main" xmlns="" id="{A852E96A-2320-5744-BC11-26B7E72331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1" name="Oval 979">
                    <a:extLst>
                      <a:ext uri="{FF2B5EF4-FFF2-40B4-BE49-F238E27FC236}">
                        <a16:creationId xmlns:a16="http://schemas.microsoft.com/office/drawing/2014/main" xmlns="" id="{DC96CAF8-19F8-0048-BF8B-8C68ED47B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2" name="Oval 980">
                    <a:extLst>
                      <a:ext uri="{FF2B5EF4-FFF2-40B4-BE49-F238E27FC236}">
                        <a16:creationId xmlns:a16="http://schemas.microsoft.com/office/drawing/2014/main" xmlns="" id="{AB248E44-3DC8-444A-8C84-7C4F2AF161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altLang="en-US" sz="135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73" name="Oval 981">
                    <a:extLst>
                      <a:ext uri="{FF2B5EF4-FFF2-40B4-BE49-F238E27FC236}">
                        <a16:creationId xmlns:a16="http://schemas.microsoft.com/office/drawing/2014/main" xmlns="" id="{4DBBD334-0E75-8E4F-9DBD-742A7B67A1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4" name="Rectangle 982">
                    <a:extLst>
                      <a:ext uri="{FF2B5EF4-FFF2-40B4-BE49-F238E27FC236}">
                        <a16:creationId xmlns:a16="http://schemas.microsoft.com/office/drawing/2014/main" xmlns="" id="{6D589F8A-DA14-5F4D-AC80-DF0C9F36CD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3" name="Group 1106">
                <a:extLst>
                  <a:ext uri="{FF2B5EF4-FFF2-40B4-BE49-F238E27FC236}">
                    <a16:creationId xmlns:a16="http://schemas.microsoft.com/office/drawing/2014/main" xmlns="" id="{C6C4C3FE-A2CC-F64A-A43C-914F88CFCB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21830" y="577637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15" name="Picture 3">
                  <a:extLst>
                    <a:ext uri="{FF2B5EF4-FFF2-40B4-BE49-F238E27FC236}">
                      <a16:creationId xmlns:a16="http://schemas.microsoft.com/office/drawing/2014/main" xmlns="" id="{260B4362-0575-F74D-954B-5E4CD0D076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16" name="Group 950">
                  <a:extLst>
                    <a:ext uri="{FF2B5EF4-FFF2-40B4-BE49-F238E27FC236}">
                      <a16:creationId xmlns:a16="http://schemas.microsoft.com/office/drawing/2014/main" xmlns="" id="{4A701EFD-908E-364D-8A6D-551B038706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17" name="Freeform 951">
                    <a:extLst>
                      <a:ext uri="{FF2B5EF4-FFF2-40B4-BE49-F238E27FC236}">
                        <a16:creationId xmlns:a16="http://schemas.microsoft.com/office/drawing/2014/main" xmlns="" id="{E6062FE3-75DD-FA43-83DD-1C2B451511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18" name="Rectangle 952">
                    <a:extLst>
                      <a:ext uri="{FF2B5EF4-FFF2-40B4-BE49-F238E27FC236}">
                        <a16:creationId xmlns:a16="http://schemas.microsoft.com/office/drawing/2014/main" xmlns="" id="{FF82ADFA-572F-C74B-A1C4-568A9EB8F6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19" name="Freeform 953">
                    <a:extLst>
                      <a:ext uri="{FF2B5EF4-FFF2-40B4-BE49-F238E27FC236}">
                        <a16:creationId xmlns:a16="http://schemas.microsoft.com/office/drawing/2014/main" xmlns="" id="{49B35CCA-6F24-A84D-9C1D-1CF611C675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20" name="Freeform 954">
                    <a:extLst>
                      <a:ext uri="{FF2B5EF4-FFF2-40B4-BE49-F238E27FC236}">
                        <a16:creationId xmlns:a16="http://schemas.microsoft.com/office/drawing/2014/main" xmlns="" id="{350BEFC5-5530-DA47-85B7-6B72F1574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21" name="Rectangle 955">
                    <a:extLst>
                      <a:ext uri="{FF2B5EF4-FFF2-40B4-BE49-F238E27FC236}">
                        <a16:creationId xmlns:a16="http://schemas.microsoft.com/office/drawing/2014/main" xmlns="" id="{2B66742B-4655-114F-9D78-84F2EB77D5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2" name="Group 956">
                    <a:extLst>
                      <a:ext uri="{FF2B5EF4-FFF2-40B4-BE49-F238E27FC236}">
                        <a16:creationId xmlns:a16="http://schemas.microsoft.com/office/drawing/2014/main" xmlns="" id="{D095D206-B97B-754E-9B61-548F200590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47" name="AutoShape 957">
                      <a:extLst>
                        <a:ext uri="{FF2B5EF4-FFF2-40B4-BE49-F238E27FC236}">
                          <a16:creationId xmlns:a16="http://schemas.microsoft.com/office/drawing/2014/main" xmlns="" id="{794C0100-9908-FA4D-B12F-68EB92D1E1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8" name="AutoShape 958">
                      <a:extLst>
                        <a:ext uri="{FF2B5EF4-FFF2-40B4-BE49-F238E27FC236}">
                          <a16:creationId xmlns:a16="http://schemas.microsoft.com/office/drawing/2014/main" xmlns="" id="{4934E9C0-E5CC-BE4F-8C87-255B6859F86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3" name="Rectangle 959">
                    <a:extLst>
                      <a:ext uri="{FF2B5EF4-FFF2-40B4-BE49-F238E27FC236}">
                        <a16:creationId xmlns:a16="http://schemas.microsoft.com/office/drawing/2014/main" xmlns="" id="{24141002-9948-3047-847B-82F4D74779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4" name="Group 960">
                    <a:extLst>
                      <a:ext uri="{FF2B5EF4-FFF2-40B4-BE49-F238E27FC236}">
                        <a16:creationId xmlns:a16="http://schemas.microsoft.com/office/drawing/2014/main" xmlns="" id="{45C5223C-B1C1-714C-8C0B-28BA6D6043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45" name="AutoShape 961">
                      <a:extLst>
                        <a:ext uri="{FF2B5EF4-FFF2-40B4-BE49-F238E27FC236}">
                          <a16:creationId xmlns:a16="http://schemas.microsoft.com/office/drawing/2014/main" xmlns="" id="{18BA5F5B-4712-BA47-B5BF-3B42631D02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6" name="AutoShape 962">
                      <a:extLst>
                        <a:ext uri="{FF2B5EF4-FFF2-40B4-BE49-F238E27FC236}">
                          <a16:creationId xmlns:a16="http://schemas.microsoft.com/office/drawing/2014/main" xmlns="" id="{E3013E6F-78BE-AF4E-9314-F26F3E9ACC5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5" name="Rectangle 963">
                    <a:extLst>
                      <a:ext uri="{FF2B5EF4-FFF2-40B4-BE49-F238E27FC236}">
                        <a16:creationId xmlns:a16="http://schemas.microsoft.com/office/drawing/2014/main" xmlns="" id="{F88C31A1-A785-4448-8EC5-94B27B8EFF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26" name="Rectangle 964">
                    <a:extLst>
                      <a:ext uri="{FF2B5EF4-FFF2-40B4-BE49-F238E27FC236}">
                        <a16:creationId xmlns:a16="http://schemas.microsoft.com/office/drawing/2014/main" xmlns="" id="{41590F59-952A-7746-A258-659BCB0F0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7" name="Group 965">
                    <a:extLst>
                      <a:ext uri="{FF2B5EF4-FFF2-40B4-BE49-F238E27FC236}">
                        <a16:creationId xmlns:a16="http://schemas.microsoft.com/office/drawing/2014/main" xmlns="" id="{529AF34E-4521-2B40-AB73-3D5A5FBB4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43" name="AutoShape 966">
                      <a:extLst>
                        <a:ext uri="{FF2B5EF4-FFF2-40B4-BE49-F238E27FC236}">
                          <a16:creationId xmlns:a16="http://schemas.microsoft.com/office/drawing/2014/main" xmlns="" id="{22C6E18A-60A4-6D43-9F16-EA1672E69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4" name="AutoShape 967">
                      <a:extLst>
                        <a:ext uri="{FF2B5EF4-FFF2-40B4-BE49-F238E27FC236}">
                          <a16:creationId xmlns:a16="http://schemas.microsoft.com/office/drawing/2014/main" xmlns="" id="{9AB8339A-C61F-3049-8F4C-42B6C6B2E3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8" name="Freeform 968">
                    <a:extLst>
                      <a:ext uri="{FF2B5EF4-FFF2-40B4-BE49-F238E27FC236}">
                        <a16:creationId xmlns:a16="http://schemas.microsoft.com/office/drawing/2014/main" xmlns="" id="{3209BB09-C9CD-4F47-96FA-4B0B6A43FF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329" name="Group 969">
                    <a:extLst>
                      <a:ext uri="{FF2B5EF4-FFF2-40B4-BE49-F238E27FC236}">
                        <a16:creationId xmlns:a16="http://schemas.microsoft.com/office/drawing/2014/main" xmlns="" id="{14AA97B1-880D-F54A-98BB-64F7E784FB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41" name="AutoShape 970">
                      <a:extLst>
                        <a:ext uri="{FF2B5EF4-FFF2-40B4-BE49-F238E27FC236}">
                          <a16:creationId xmlns:a16="http://schemas.microsoft.com/office/drawing/2014/main" xmlns="" id="{810C0E7D-2C0F-7946-B5EC-3F5BE880F8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2" name="AutoShape 971">
                      <a:extLst>
                        <a:ext uri="{FF2B5EF4-FFF2-40B4-BE49-F238E27FC236}">
                          <a16:creationId xmlns:a16="http://schemas.microsoft.com/office/drawing/2014/main" xmlns="" id="{8110FF09-5F65-0D49-949E-0E03D49B69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30" name="Rectangle 972">
                    <a:extLst>
                      <a:ext uri="{FF2B5EF4-FFF2-40B4-BE49-F238E27FC236}">
                        <a16:creationId xmlns:a16="http://schemas.microsoft.com/office/drawing/2014/main" xmlns="" id="{39EA80F1-CF65-4746-AA93-FAA23F9CA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1" name="Freeform 973">
                    <a:extLst>
                      <a:ext uri="{FF2B5EF4-FFF2-40B4-BE49-F238E27FC236}">
                        <a16:creationId xmlns:a16="http://schemas.microsoft.com/office/drawing/2014/main" xmlns="" id="{6F140D38-80A8-6142-8321-2AF77C773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32" name="Freeform 974">
                    <a:extLst>
                      <a:ext uri="{FF2B5EF4-FFF2-40B4-BE49-F238E27FC236}">
                        <a16:creationId xmlns:a16="http://schemas.microsoft.com/office/drawing/2014/main" xmlns="" id="{B90ADC71-0ED5-0B4B-81EA-EE6B208CBD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33" name="Oval 975">
                    <a:extLst>
                      <a:ext uri="{FF2B5EF4-FFF2-40B4-BE49-F238E27FC236}">
                        <a16:creationId xmlns:a16="http://schemas.microsoft.com/office/drawing/2014/main" xmlns="" id="{8C70E236-91DA-4947-82CE-2F7A8813F7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4" name="Freeform 976">
                    <a:extLst>
                      <a:ext uri="{FF2B5EF4-FFF2-40B4-BE49-F238E27FC236}">
                        <a16:creationId xmlns:a16="http://schemas.microsoft.com/office/drawing/2014/main" xmlns="" id="{5373FF10-13C3-3D41-AA0C-1430B0347B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35" name="AutoShape 977">
                    <a:extLst>
                      <a:ext uri="{FF2B5EF4-FFF2-40B4-BE49-F238E27FC236}">
                        <a16:creationId xmlns:a16="http://schemas.microsoft.com/office/drawing/2014/main" xmlns="" id="{50EFEF24-2F6A-174B-8DB4-1DEA100A6B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6" name="AutoShape 978">
                    <a:extLst>
                      <a:ext uri="{FF2B5EF4-FFF2-40B4-BE49-F238E27FC236}">
                        <a16:creationId xmlns:a16="http://schemas.microsoft.com/office/drawing/2014/main" xmlns="" id="{943AAD1B-8287-8B48-8A05-3445EDA152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7" name="Oval 979">
                    <a:extLst>
                      <a:ext uri="{FF2B5EF4-FFF2-40B4-BE49-F238E27FC236}">
                        <a16:creationId xmlns:a16="http://schemas.microsoft.com/office/drawing/2014/main" xmlns="" id="{48CF1179-A3EC-E447-B856-F8B70CDCE5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8" name="Oval 980">
                    <a:extLst>
                      <a:ext uri="{FF2B5EF4-FFF2-40B4-BE49-F238E27FC236}">
                        <a16:creationId xmlns:a16="http://schemas.microsoft.com/office/drawing/2014/main" xmlns="" id="{CBC38746-9958-7741-A37C-513EE8697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altLang="en-US" sz="135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39" name="Oval 981">
                    <a:extLst>
                      <a:ext uri="{FF2B5EF4-FFF2-40B4-BE49-F238E27FC236}">
                        <a16:creationId xmlns:a16="http://schemas.microsoft.com/office/drawing/2014/main" xmlns="" id="{134AF8DB-AD09-5347-A5D0-35B528D6BD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40" name="Rectangle 982">
                    <a:extLst>
                      <a:ext uri="{FF2B5EF4-FFF2-40B4-BE49-F238E27FC236}">
                        <a16:creationId xmlns:a16="http://schemas.microsoft.com/office/drawing/2014/main" xmlns="" id="{0F2B3047-45DC-0649-A004-526EEF7042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4" name="Group 1108">
                <a:extLst>
                  <a:ext uri="{FF2B5EF4-FFF2-40B4-BE49-F238E27FC236}">
                    <a16:creationId xmlns:a16="http://schemas.microsoft.com/office/drawing/2014/main" xmlns="" id="{C9F6364A-00DB-0D4A-A004-57E8EAD7B8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7291" y="355521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81" name="Picture 3">
                  <a:extLst>
                    <a:ext uri="{FF2B5EF4-FFF2-40B4-BE49-F238E27FC236}">
                      <a16:creationId xmlns:a16="http://schemas.microsoft.com/office/drawing/2014/main" xmlns="" id="{A3A1807C-874F-704F-B03F-29975291B2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82" name="Group 950">
                  <a:extLst>
                    <a:ext uri="{FF2B5EF4-FFF2-40B4-BE49-F238E27FC236}">
                      <a16:creationId xmlns:a16="http://schemas.microsoft.com/office/drawing/2014/main" xmlns="" id="{F3528668-B597-9440-80E1-2A3F2EBAD6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83" name="Freeform 951">
                    <a:extLst>
                      <a:ext uri="{FF2B5EF4-FFF2-40B4-BE49-F238E27FC236}">
                        <a16:creationId xmlns:a16="http://schemas.microsoft.com/office/drawing/2014/main" xmlns="" id="{4F8C89E0-A80B-274B-B34C-74AB11788F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84" name="Rectangle 952">
                    <a:extLst>
                      <a:ext uri="{FF2B5EF4-FFF2-40B4-BE49-F238E27FC236}">
                        <a16:creationId xmlns:a16="http://schemas.microsoft.com/office/drawing/2014/main" xmlns="" id="{30A156CA-8A00-764A-8009-1728BB375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85" name="Freeform 953">
                    <a:extLst>
                      <a:ext uri="{FF2B5EF4-FFF2-40B4-BE49-F238E27FC236}">
                        <a16:creationId xmlns:a16="http://schemas.microsoft.com/office/drawing/2014/main" xmlns="" id="{3D9F74DA-52B3-F84E-A304-BB0AC72DBA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86" name="Freeform 954">
                    <a:extLst>
                      <a:ext uri="{FF2B5EF4-FFF2-40B4-BE49-F238E27FC236}">
                        <a16:creationId xmlns:a16="http://schemas.microsoft.com/office/drawing/2014/main" xmlns="" id="{DACC5686-4AAE-5E4D-86E2-D29729FE67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87" name="Rectangle 955">
                    <a:extLst>
                      <a:ext uri="{FF2B5EF4-FFF2-40B4-BE49-F238E27FC236}">
                        <a16:creationId xmlns:a16="http://schemas.microsoft.com/office/drawing/2014/main" xmlns="" id="{6ABA95F7-1195-B046-8531-1594709526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88" name="Group 956">
                    <a:extLst>
                      <a:ext uri="{FF2B5EF4-FFF2-40B4-BE49-F238E27FC236}">
                        <a16:creationId xmlns:a16="http://schemas.microsoft.com/office/drawing/2014/main" xmlns="" id="{EFCB0AF3-5CB1-CE47-A2B2-A324FB60CF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13" name="AutoShape 957">
                      <a:extLst>
                        <a:ext uri="{FF2B5EF4-FFF2-40B4-BE49-F238E27FC236}">
                          <a16:creationId xmlns:a16="http://schemas.microsoft.com/office/drawing/2014/main" xmlns="" id="{69C9C0B6-E55A-1147-8ED0-6C5ED23187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4" name="AutoShape 958">
                      <a:extLst>
                        <a:ext uri="{FF2B5EF4-FFF2-40B4-BE49-F238E27FC236}">
                          <a16:creationId xmlns:a16="http://schemas.microsoft.com/office/drawing/2014/main" xmlns="" id="{B9C7CE90-766D-D34B-BC12-9F8A2EFADF8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89" name="Rectangle 959">
                    <a:extLst>
                      <a:ext uri="{FF2B5EF4-FFF2-40B4-BE49-F238E27FC236}">
                        <a16:creationId xmlns:a16="http://schemas.microsoft.com/office/drawing/2014/main" xmlns="" id="{AD6F9820-F116-E449-8826-CDCC64ACAD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90" name="Group 960">
                    <a:extLst>
                      <a:ext uri="{FF2B5EF4-FFF2-40B4-BE49-F238E27FC236}">
                        <a16:creationId xmlns:a16="http://schemas.microsoft.com/office/drawing/2014/main" xmlns="" id="{9A4A5380-AFD4-534F-BD55-D4516EB4FF6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11" name="AutoShape 961">
                      <a:extLst>
                        <a:ext uri="{FF2B5EF4-FFF2-40B4-BE49-F238E27FC236}">
                          <a16:creationId xmlns:a16="http://schemas.microsoft.com/office/drawing/2014/main" xmlns="" id="{413FB5AF-FF28-2D43-A246-2D572D1407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2" name="AutoShape 962">
                      <a:extLst>
                        <a:ext uri="{FF2B5EF4-FFF2-40B4-BE49-F238E27FC236}">
                          <a16:creationId xmlns:a16="http://schemas.microsoft.com/office/drawing/2014/main" xmlns="" id="{5D02AF92-9E92-9D43-8B73-8DA98C78AE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1" name="Rectangle 963">
                    <a:extLst>
                      <a:ext uri="{FF2B5EF4-FFF2-40B4-BE49-F238E27FC236}">
                        <a16:creationId xmlns:a16="http://schemas.microsoft.com/office/drawing/2014/main" xmlns="" id="{CA29BD30-39BE-2640-9DD0-2BA2982181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92" name="Rectangle 964">
                    <a:extLst>
                      <a:ext uri="{FF2B5EF4-FFF2-40B4-BE49-F238E27FC236}">
                        <a16:creationId xmlns:a16="http://schemas.microsoft.com/office/drawing/2014/main" xmlns="" id="{ADE677C4-76C2-2F46-A31A-14A89CDF63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93" name="Group 965">
                    <a:extLst>
                      <a:ext uri="{FF2B5EF4-FFF2-40B4-BE49-F238E27FC236}">
                        <a16:creationId xmlns:a16="http://schemas.microsoft.com/office/drawing/2014/main" xmlns="" id="{B5FB862D-6A37-8442-87D7-9A4494C38F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09" name="AutoShape 966">
                      <a:extLst>
                        <a:ext uri="{FF2B5EF4-FFF2-40B4-BE49-F238E27FC236}">
                          <a16:creationId xmlns:a16="http://schemas.microsoft.com/office/drawing/2014/main" xmlns="" id="{E3E4AD67-2B88-5947-BC94-A1E8FAC64E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0" name="AutoShape 967">
                      <a:extLst>
                        <a:ext uri="{FF2B5EF4-FFF2-40B4-BE49-F238E27FC236}">
                          <a16:creationId xmlns:a16="http://schemas.microsoft.com/office/drawing/2014/main" xmlns="" id="{CCE8A02D-264B-5849-B019-CD12831917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4" name="Freeform 968">
                    <a:extLst>
                      <a:ext uri="{FF2B5EF4-FFF2-40B4-BE49-F238E27FC236}">
                        <a16:creationId xmlns:a16="http://schemas.microsoft.com/office/drawing/2014/main" xmlns="" id="{2CDE6799-D43D-FE44-BA3B-576A7A042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295" name="Group 969">
                    <a:extLst>
                      <a:ext uri="{FF2B5EF4-FFF2-40B4-BE49-F238E27FC236}">
                        <a16:creationId xmlns:a16="http://schemas.microsoft.com/office/drawing/2014/main" xmlns="" id="{AD225CAB-2CD6-CE43-B805-2745BBEA1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07" name="AutoShape 970">
                      <a:extLst>
                        <a:ext uri="{FF2B5EF4-FFF2-40B4-BE49-F238E27FC236}">
                          <a16:creationId xmlns:a16="http://schemas.microsoft.com/office/drawing/2014/main" xmlns="" id="{D3B68CF7-3D65-2844-8F1C-A0A1F4D3CB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08" name="AutoShape 971">
                      <a:extLst>
                        <a:ext uri="{FF2B5EF4-FFF2-40B4-BE49-F238E27FC236}">
                          <a16:creationId xmlns:a16="http://schemas.microsoft.com/office/drawing/2014/main" xmlns="" id="{71270FBB-F117-5541-80F9-D59579D8E5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6" name="Rectangle 972">
                    <a:extLst>
                      <a:ext uri="{FF2B5EF4-FFF2-40B4-BE49-F238E27FC236}">
                        <a16:creationId xmlns:a16="http://schemas.microsoft.com/office/drawing/2014/main" xmlns="" id="{F84536D9-5E62-524F-8348-FF69B6286E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97" name="Freeform 973">
                    <a:extLst>
                      <a:ext uri="{FF2B5EF4-FFF2-40B4-BE49-F238E27FC236}">
                        <a16:creationId xmlns:a16="http://schemas.microsoft.com/office/drawing/2014/main" xmlns="" id="{4337C0C8-AE7B-034F-9062-77AD15C80A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98" name="Freeform 974">
                    <a:extLst>
                      <a:ext uri="{FF2B5EF4-FFF2-40B4-BE49-F238E27FC236}">
                        <a16:creationId xmlns:a16="http://schemas.microsoft.com/office/drawing/2014/main" xmlns="" id="{EE05D2CE-39EC-5242-9BAE-F9B03F56AB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99" name="Oval 975">
                    <a:extLst>
                      <a:ext uri="{FF2B5EF4-FFF2-40B4-BE49-F238E27FC236}">
                        <a16:creationId xmlns:a16="http://schemas.microsoft.com/office/drawing/2014/main" xmlns="" id="{E377548E-77E8-844A-A40D-31E0E57350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0" name="Freeform 976">
                    <a:extLst>
                      <a:ext uri="{FF2B5EF4-FFF2-40B4-BE49-F238E27FC236}">
                        <a16:creationId xmlns:a16="http://schemas.microsoft.com/office/drawing/2014/main" xmlns="" id="{71625FD5-75AD-7B4E-A150-6BDAF574D4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301" name="AutoShape 977">
                    <a:extLst>
                      <a:ext uri="{FF2B5EF4-FFF2-40B4-BE49-F238E27FC236}">
                        <a16:creationId xmlns:a16="http://schemas.microsoft.com/office/drawing/2014/main" xmlns="" id="{10B4DE7F-36E8-294B-9FE8-B3CF7FD7C7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2" name="AutoShape 978">
                    <a:extLst>
                      <a:ext uri="{FF2B5EF4-FFF2-40B4-BE49-F238E27FC236}">
                        <a16:creationId xmlns:a16="http://schemas.microsoft.com/office/drawing/2014/main" xmlns="" id="{DFFED938-1D43-CE4A-9C14-0FFD74D412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3" name="Oval 979">
                    <a:extLst>
                      <a:ext uri="{FF2B5EF4-FFF2-40B4-BE49-F238E27FC236}">
                        <a16:creationId xmlns:a16="http://schemas.microsoft.com/office/drawing/2014/main" xmlns="" id="{B3AACB26-D561-E943-88B5-B31586D61A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4" name="Oval 980">
                    <a:extLst>
                      <a:ext uri="{FF2B5EF4-FFF2-40B4-BE49-F238E27FC236}">
                        <a16:creationId xmlns:a16="http://schemas.microsoft.com/office/drawing/2014/main" xmlns="" id="{CD643D1D-8A9A-4843-A1AB-9ACE79E17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altLang="en-US" sz="135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05" name="Oval 981">
                    <a:extLst>
                      <a:ext uri="{FF2B5EF4-FFF2-40B4-BE49-F238E27FC236}">
                        <a16:creationId xmlns:a16="http://schemas.microsoft.com/office/drawing/2014/main" xmlns="" id="{4C3E8424-6FC2-194A-8AEE-595A3DEC0F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6" name="Rectangle 982">
                    <a:extLst>
                      <a:ext uri="{FF2B5EF4-FFF2-40B4-BE49-F238E27FC236}">
                        <a16:creationId xmlns:a16="http://schemas.microsoft.com/office/drawing/2014/main" xmlns="" id="{154139AE-AE74-B04A-90C3-E6017A9484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5" name="Group 1109">
                <a:extLst>
                  <a:ext uri="{FF2B5EF4-FFF2-40B4-BE49-F238E27FC236}">
                    <a16:creationId xmlns:a16="http://schemas.microsoft.com/office/drawing/2014/main" xmlns="" id="{79500CAF-5FA7-4647-96EF-1CF1E6497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4012" y="5612511"/>
                <a:ext cx="347767" cy="680207"/>
                <a:chOff x="7923189" y="2486664"/>
                <a:chExt cx="360377" cy="884585"/>
              </a:xfrm>
            </p:grpSpPr>
            <p:pic>
              <p:nvPicPr>
                <p:cNvPr id="214247" name="Picture 3">
                  <a:extLst>
                    <a:ext uri="{FF2B5EF4-FFF2-40B4-BE49-F238E27FC236}">
                      <a16:creationId xmlns:a16="http://schemas.microsoft.com/office/drawing/2014/main" xmlns="" id="{97CFF1D3-1264-8245-9548-CCE6B76618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98" y="2486664"/>
                  <a:ext cx="239568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48" name="Group 950">
                  <a:extLst>
                    <a:ext uri="{FF2B5EF4-FFF2-40B4-BE49-F238E27FC236}">
                      <a16:creationId xmlns:a16="http://schemas.microsoft.com/office/drawing/2014/main" xmlns="" id="{72842E99-C142-F741-BC93-319E787290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49" name="Freeform 951">
                    <a:extLst>
                      <a:ext uri="{FF2B5EF4-FFF2-40B4-BE49-F238E27FC236}">
                        <a16:creationId xmlns:a16="http://schemas.microsoft.com/office/drawing/2014/main" xmlns="" id="{B6BBC861-7F3D-1748-8F5D-8744BBAA52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50" name="Rectangle 952">
                    <a:extLst>
                      <a:ext uri="{FF2B5EF4-FFF2-40B4-BE49-F238E27FC236}">
                        <a16:creationId xmlns:a16="http://schemas.microsoft.com/office/drawing/2014/main" xmlns="" id="{FE2BB6FC-1678-1C4A-8B91-6ACB8F3A76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51" name="Freeform 953">
                    <a:extLst>
                      <a:ext uri="{FF2B5EF4-FFF2-40B4-BE49-F238E27FC236}">
                        <a16:creationId xmlns:a16="http://schemas.microsoft.com/office/drawing/2014/main" xmlns="" id="{D4877522-C30A-6A4E-BDF2-9EBC91A953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52" name="Freeform 954">
                    <a:extLst>
                      <a:ext uri="{FF2B5EF4-FFF2-40B4-BE49-F238E27FC236}">
                        <a16:creationId xmlns:a16="http://schemas.microsoft.com/office/drawing/2014/main" xmlns="" id="{2D8D9AC1-ED2B-4140-809E-75563A228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53" name="Rectangle 955">
                    <a:extLst>
                      <a:ext uri="{FF2B5EF4-FFF2-40B4-BE49-F238E27FC236}">
                        <a16:creationId xmlns:a16="http://schemas.microsoft.com/office/drawing/2014/main" xmlns="" id="{FB6CD6F9-5B37-E446-A6C5-4530910CF3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4" name="Group 956">
                    <a:extLst>
                      <a:ext uri="{FF2B5EF4-FFF2-40B4-BE49-F238E27FC236}">
                        <a16:creationId xmlns:a16="http://schemas.microsoft.com/office/drawing/2014/main" xmlns="" id="{73C799E3-BCAA-AD4C-AABE-9AF87F5838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79" name="AutoShape 957">
                      <a:extLst>
                        <a:ext uri="{FF2B5EF4-FFF2-40B4-BE49-F238E27FC236}">
                          <a16:creationId xmlns:a16="http://schemas.microsoft.com/office/drawing/2014/main" xmlns="" id="{F10E0493-3CBE-C944-B5E2-5D308BC1837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80" name="AutoShape 958">
                      <a:extLst>
                        <a:ext uri="{FF2B5EF4-FFF2-40B4-BE49-F238E27FC236}">
                          <a16:creationId xmlns:a16="http://schemas.microsoft.com/office/drawing/2014/main" xmlns="" id="{FE1810D1-C12A-134B-B953-93C2046460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55" name="Rectangle 959">
                    <a:extLst>
                      <a:ext uri="{FF2B5EF4-FFF2-40B4-BE49-F238E27FC236}">
                        <a16:creationId xmlns:a16="http://schemas.microsoft.com/office/drawing/2014/main" xmlns="" id="{C40FF08A-AD54-104E-B3B3-BAEC79FEA7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6" name="Group 960">
                    <a:extLst>
                      <a:ext uri="{FF2B5EF4-FFF2-40B4-BE49-F238E27FC236}">
                        <a16:creationId xmlns:a16="http://schemas.microsoft.com/office/drawing/2014/main" xmlns="" id="{2BDCA173-503C-D54F-A46B-61365379BA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77" name="AutoShape 961">
                      <a:extLst>
                        <a:ext uri="{FF2B5EF4-FFF2-40B4-BE49-F238E27FC236}">
                          <a16:creationId xmlns:a16="http://schemas.microsoft.com/office/drawing/2014/main" xmlns="" id="{B0D24083-1748-6544-BE6B-7954F96C1E0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8" name="AutoShape 962">
                      <a:extLst>
                        <a:ext uri="{FF2B5EF4-FFF2-40B4-BE49-F238E27FC236}">
                          <a16:creationId xmlns:a16="http://schemas.microsoft.com/office/drawing/2014/main" xmlns="" id="{B0025021-1822-D04A-AFCE-1E7C4EB263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57" name="Rectangle 963">
                    <a:extLst>
                      <a:ext uri="{FF2B5EF4-FFF2-40B4-BE49-F238E27FC236}">
                        <a16:creationId xmlns:a16="http://schemas.microsoft.com/office/drawing/2014/main" xmlns="" id="{3B6FC2C1-B3FF-5A4E-B03E-F700F824B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58" name="Rectangle 964">
                    <a:extLst>
                      <a:ext uri="{FF2B5EF4-FFF2-40B4-BE49-F238E27FC236}">
                        <a16:creationId xmlns:a16="http://schemas.microsoft.com/office/drawing/2014/main" xmlns="" id="{10E96F8E-43D3-E845-A3CD-5D4A119FDF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9" name="Group 965">
                    <a:extLst>
                      <a:ext uri="{FF2B5EF4-FFF2-40B4-BE49-F238E27FC236}">
                        <a16:creationId xmlns:a16="http://schemas.microsoft.com/office/drawing/2014/main" xmlns="" id="{22B128C3-B26E-2244-8A6A-36A0148B55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75" name="AutoShape 966">
                      <a:extLst>
                        <a:ext uri="{FF2B5EF4-FFF2-40B4-BE49-F238E27FC236}">
                          <a16:creationId xmlns:a16="http://schemas.microsoft.com/office/drawing/2014/main" xmlns="" id="{0A28496D-9572-1F4A-87C7-282B91B064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6" name="AutoShape 967">
                      <a:extLst>
                        <a:ext uri="{FF2B5EF4-FFF2-40B4-BE49-F238E27FC236}">
                          <a16:creationId xmlns:a16="http://schemas.microsoft.com/office/drawing/2014/main" xmlns="" id="{51F6E259-52E5-2E4B-9144-E9922B9DA3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60" name="Freeform 968">
                    <a:extLst>
                      <a:ext uri="{FF2B5EF4-FFF2-40B4-BE49-F238E27FC236}">
                        <a16:creationId xmlns:a16="http://schemas.microsoft.com/office/drawing/2014/main" xmlns="" id="{A12E5778-902E-D940-981E-F04DF8F1E4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261" name="Group 969">
                    <a:extLst>
                      <a:ext uri="{FF2B5EF4-FFF2-40B4-BE49-F238E27FC236}">
                        <a16:creationId xmlns:a16="http://schemas.microsoft.com/office/drawing/2014/main" xmlns="" id="{7259CC91-0F9B-8E40-805D-8E8BD01AC6A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73" name="AutoShape 970">
                      <a:extLst>
                        <a:ext uri="{FF2B5EF4-FFF2-40B4-BE49-F238E27FC236}">
                          <a16:creationId xmlns:a16="http://schemas.microsoft.com/office/drawing/2014/main" xmlns="" id="{2650EFD0-82ED-0B4F-8595-9CE7EC88BB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4" name="AutoShape 971">
                      <a:extLst>
                        <a:ext uri="{FF2B5EF4-FFF2-40B4-BE49-F238E27FC236}">
                          <a16:creationId xmlns:a16="http://schemas.microsoft.com/office/drawing/2014/main" xmlns="" id="{94CD0936-D758-4946-8371-1632476543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62" name="Rectangle 972">
                    <a:extLst>
                      <a:ext uri="{FF2B5EF4-FFF2-40B4-BE49-F238E27FC236}">
                        <a16:creationId xmlns:a16="http://schemas.microsoft.com/office/drawing/2014/main" xmlns="" id="{D8CD3297-903E-7741-A6C1-D675C50F11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3" name="Freeform 973">
                    <a:extLst>
                      <a:ext uri="{FF2B5EF4-FFF2-40B4-BE49-F238E27FC236}">
                        <a16:creationId xmlns:a16="http://schemas.microsoft.com/office/drawing/2014/main" xmlns="" id="{DE88E5C8-6504-3D43-A3AF-BCAEB9EF61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64" name="Freeform 974">
                    <a:extLst>
                      <a:ext uri="{FF2B5EF4-FFF2-40B4-BE49-F238E27FC236}">
                        <a16:creationId xmlns:a16="http://schemas.microsoft.com/office/drawing/2014/main" xmlns="" id="{13651564-7FC1-114F-A269-35AF401187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65" name="Oval 975">
                    <a:extLst>
                      <a:ext uri="{FF2B5EF4-FFF2-40B4-BE49-F238E27FC236}">
                        <a16:creationId xmlns:a16="http://schemas.microsoft.com/office/drawing/2014/main" xmlns="" id="{7DA4DF9E-ECB3-7E46-833F-E5EBA92F63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6" name="Freeform 976">
                    <a:extLst>
                      <a:ext uri="{FF2B5EF4-FFF2-40B4-BE49-F238E27FC236}">
                        <a16:creationId xmlns:a16="http://schemas.microsoft.com/office/drawing/2014/main" xmlns="" id="{21EAEFF3-18DC-8240-82B0-822E1C61F2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67" name="AutoShape 977">
                    <a:extLst>
                      <a:ext uri="{FF2B5EF4-FFF2-40B4-BE49-F238E27FC236}">
                        <a16:creationId xmlns:a16="http://schemas.microsoft.com/office/drawing/2014/main" xmlns="" id="{83B2DF90-F16A-F041-96D7-F74087DDBD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8" name="AutoShape 978">
                    <a:extLst>
                      <a:ext uri="{FF2B5EF4-FFF2-40B4-BE49-F238E27FC236}">
                        <a16:creationId xmlns:a16="http://schemas.microsoft.com/office/drawing/2014/main" xmlns="" id="{93DB74E5-66C8-F84B-9C34-549CF6B80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9" name="Oval 979">
                    <a:extLst>
                      <a:ext uri="{FF2B5EF4-FFF2-40B4-BE49-F238E27FC236}">
                        <a16:creationId xmlns:a16="http://schemas.microsoft.com/office/drawing/2014/main" xmlns="" id="{306BC6AF-90F0-DE49-84C3-478A9F811A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70" name="Oval 980">
                    <a:extLst>
                      <a:ext uri="{FF2B5EF4-FFF2-40B4-BE49-F238E27FC236}">
                        <a16:creationId xmlns:a16="http://schemas.microsoft.com/office/drawing/2014/main" xmlns="" id="{DBA7E1CD-72BA-A74B-A79F-5F0C3C1D51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altLang="en-US" sz="135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71" name="Oval 981">
                    <a:extLst>
                      <a:ext uri="{FF2B5EF4-FFF2-40B4-BE49-F238E27FC236}">
                        <a16:creationId xmlns:a16="http://schemas.microsoft.com/office/drawing/2014/main" xmlns="" id="{A858F6A7-0B30-634A-AB04-2846C73E02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72" name="Rectangle 982">
                    <a:extLst>
                      <a:ext uri="{FF2B5EF4-FFF2-40B4-BE49-F238E27FC236}">
                        <a16:creationId xmlns:a16="http://schemas.microsoft.com/office/drawing/2014/main" xmlns="" id="{A884C742-05FC-D449-B87E-20D6EB1BF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6" name="Group 1110">
                <a:extLst>
                  <a:ext uri="{FF2B5EF4-FFF2-40B4-BE49-F238E27FC236}">
                    <a16:creationId xmlns:a16="http://schemas.microsoft.com/office/drawing/2014/main" xmlns="" id="{7748FFC1-6505-D84E-8A46-6E17651657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8038" y="3829780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13" name="Picture 3">
                  <a:extLst>
                    <a:ext uri="{FF2B5EF4-FFF2-40B4-BE49-F238E27FC236}">
                      <a16:creationId xmlns:a16="http://schemas.microsoft.com/office/drawing/2014/main" xmlns="" id="{ABC25986-660B-5847-9BBD-97EA30CB5C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14" name="Group 950">
                  <a:extLst>
                    <a:ext uri="{FF2B5EF4-FFF2-40B4-BE49-F238E27FC236}">
                      <a16:creationId xmlns:a16="http://schemas.microsoft.com/office/drawing/2014/main" xmlns="" id="{09ADFF19-D42B-274E-B947-2C947C83CD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15" name="Freeform 951">
                    <a:extLst>
                      <a:ext uri="{FF2B5EF4-FFF2-40B4-BE49-F238E27FC236}">
                        <a16:creationId xmlns:a16="http://schemas.microsoft.com/office/drawing/2014/main" xmlns="" id="{F6F1BBF9-CEB3-B044-A2A9-F8FA8C3CCE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16" name="Rectangle 952">
                    <a:extLst>
                      <a:ext uri="{FF2B5EF4-FFF2-40B4-BE49-F238E27FC236}">
                        <a16:creationId xmlns:a16="http://schemas.microsoft.com/office/drawing/2014/main" xmlns="" id="{09112957-C741-3442-BBDD-D1D4AFE55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17" name="Freeform 953">
                    <a:extLst>
                      <a:ext uri="{FF2B5EF4-FFF2-40B4-BE49-F238E27FC236}">
                        <a16:creationId xmlns:a16="http://schemas.microsoft.com/office/drawing/2014/main" xmlns="" id="{948A7F61-6A49-B84E-8FE3-C2913BC08D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18" name="Freeform 954">
                    <a:extLst>
                      <a:ext uri="{FF2B5EF4-FFF2-40B4-BE49-F238E27FC236}">
                        <a16:creationId xmlns:a16="http://schemas.microsoft.com/office/drawing/2014/main" xmlns="" id="{11F797E0-1F9F-0248-B693-00BED7B54B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19" name="Rectangle 955">
                    <a:extLst>
                      <a:ext uri="{FF2B5EF4-FFF2-40B4-BE49-F238E27FC236}">
                        <a16:creationId xmlns:a16="http://schemas.microsoft.com/office/drawing/2014/main" xmlns="" id="{BF7037DF-06D3-C448-981B-3FA7E3F2F4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0" name="Group 956">
                    <a:extLst>
                      <a:ext uri="{FF2B5EF4-FFF2-40B4-BE49-F238E27FC236}">
                        <a16:creationId xmlns:a16="http://schemas.microsoft.com/office/drawing/2014/main" xmlns="" id="{320F532F-1FD5-324C-965F-509FBF3D80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45" name="AutoShape 957">
                      <a:extLst>
                        <a:ext uri="{FF2B5EF4-FFF2-40B4-BE49-F238E27FC236}">
                          <a16:creationId xmlns:a16="http://schemas.microsoft.com/office/drawing/2014/main" xmlns="" id="{5B4E4266-75AA-C346-9D72-3EC64F7BCC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6" name="AutoShape 958">
                      <a:extLst>
                        <a:ext uri="{FF2B5EF4-FFF2-40B4-BE49-F238E27FC236}">
                          <a16:creationId xmlns:a16="http://schemas.microsoft.com/office/drawing/2014/main" xmlns="" id="{5C2A8678-470A-D14D-8326-54A99A27932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1" name="Rectangle 959">
                    <a:extLst>
                      <a:ext uri="{FF2B5EF4-FFF2-40B4-BE49-F238E27FC236}">
                        <a16:creationId xmlns:a16="http://schemas.microsoft.com/office/drawing/2014/main" xmlns="" id="{C7E6DF36-E2BA-EB40-ABAB-B9988840CF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2" name="Group 960">
                    <a:extLst>
                      <a:ext uri="{FF2B5EF4-FFF2-40B4-BE49-F238E27FC236}">
                        <a16:creationId xmlns:a16="http://schemas.microsoft.com/office/drawing/2014/main" xmlns="" id="{27E13843-ADCA-B941-8223-B780FF090B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43" name="AutoShape 961">
                      <a:extLst>
                        <a:ext uri="{FF2B5EF4-FFF2-40B4-BE49-F238E27FC236}">
                          <a16:creationId xmlns:a16="http://schemas.microsoft.com/office/drawing/2014/main" xmlns="" id="{3A88802A-218E-6A43-8006-F9DFD9473E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4" name="AutoShape 962">
                      <a:extLst>
                        <a:ext uri="{FF2B5EF4-FFF2-40B4-BE49-F238E27FC236}">
                          <a16:creationId xmlns:a16="http://schemas.microsoft.com/office/drawing/2014/main" xmlns="" id="{E3BC9762-8582-B543-A290-B7E012B3DE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3" name="Rectangle 963">
                    <a:extLst>
                      <a:ext uri="{FF2B5EF4-FFF2-40B4-BE49-F238E27FC236}">
                        <a16:creationId xmlns:a16="http://schemas.microsoft.com/office/drawing/2014/main" xmlns="" id="{18D446BB-3758-B64F-AFB6-C6D63C87D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24" name="Rectangle 964">
                    <a:extLst>
                      <a:ext uri="{FF2B5EF4-FFF2-40B4-BE49-F238E27FC236}">
                        <a16:creationId xmlns:a16="http://schemas.microsoft.com/office/drawing/2014/main" xmlns="" id="{0D90F07F-4335-1541-9F09-82C67F4CCB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5" name="Group 965">
                    <a:extLst>
                      <a:ext uri="{FF2B5EF4-FFF2-40B4-BE49-F238E27FC236}">
                        <a16:creationId xmlns:a16="http://schemas.microsoft.com/office/drawing/2014/main" xmlns="" id="{2407C1B8-E962-4A46-8C66-95D2FDC295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41" name="AutoShape 966">
                      <a:extLst>
                        <a:ext uri="{FF2B5EF4-FFF2-40B4-BE49-F238E27FC236}">
                          <a16:creationId xmlns:a16="http://schemas.microsoft.com/office/drawing/2014/main" xmlns="" id="{101187E0-8B6E-0D4C-A9B1-796C031E99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2" name="AutoShape 967">
                      <a:extLst>
                        <a:ext uri="{FF2B5EF4-FFF2-40B4-BE49-F238E27FC236}">
                          <a16:creationId xmlns:a16="http://schemas.microsoft.com/office/drawing/2014/main" xmlns="" id="{69EEDBBF-3734-0D45-818E-E7C9C46F56F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6" name="Freeform 968">
                    <a:extLst>
                      <a:ext uri="{FF2B5EF4-FFF2-40B4-BE49-F238E27FC236}">
                        <a16:creationId xmlns:a16="http://schemas.microsoft.com/office/drawing/2014/main" xmlns="" id="{A5530117-CC03-0D49-8D2C-6E0DFC1660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227" name="Group 969">
                    <a:extLst>
                      <a:ext uri="{FF2B5EF4-FFF2-40B4-BE49-F238E27FC236}">
                        <a16:creationId xmlns:a16="http://schemas.microsoft.com/office/drawing/2014/main" xmlns="" id="{532C73EC-136D-4241-8A77-C694C3FECEA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39" name="AutoShape 970">
                      <a:extLst>
                        <a:ext uri="{FF2B5EF4-FFF2-40B4-BE49-F238E27FC236}">
                          <a16:creationId xmlns:a16="http://schemas.microsoft.com/office/drawing/2014/main" xmlns="" id="{CBB41D50-1420-0049-AC87-B48CAE8A76C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0" name="AutoShape 971">
                      <a:extLst>
                        <a:ext uri="{FF2B5EF4-FFF2-40B4-BE49-F238E27FC236}">
                          <a16:creationId xmlns:a16="http://schemas.microsoft.com/office/drawing/2014/main" xmlns="" id="{5B8A5878-2927-0E43-AE85-BB07D0B0AE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8" name="Rectangle 972">
                    <a:extLst>
                      <a:ext uri="{FF2B5EF4-FFF2-40B4-BE49-F238E27FC236}">
                        <a16:creationId xmlns:a16="http://schemas.microsoft.com/office/drawing/2014/main" xmlns="" id="{8181E321-7960-AD44-B079-E65314895E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29" name="Freeform 973">
                    <a:extLst>
                      <a:ext uri="{FF2B5EF4-FFF2-40B4-BE49-F238E27FC236}">
                        <a16:creationId xmlns:a16="http://schemas.microsoft.com/office/drawing/2014/main" xmlns="" id="{FC8A041C-7EAD-D241-ACC2-EDD4AF353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30" name="Freeform 974">
                    <a:extLst>
                      <a:ext uri="{FF2B5EF4-FFF2-40B4-BE49-F238E27FC236}">
                        <a16:creationId xmlns:a16="http://schemas.microsoft.com/office/drawing/2014/main" xmlns="" id="{2ACB0CEA-4401-574E-BA0A-F79EED9E9D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31" name="Oval 975">
                    <a:extLst>
                      <a:ext uri="{FF2B5EF4-FFF2-40B4-BE49-F238E27FC236}">
                        <a16:creationId xmlns:a16="http://schemas.microsoft.com/office/drawing/2014/main" xmlns="" id="{E2BD881E-E4C4-7246-9F00-ED506F4A41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2" name="Freeform 976">
                    <a:extLst>
                      <a:ext uri="{FF2B5EF4-FFF2-40B4-BE49-F238E27FC236}">
                        <a16:creationId xmlns:a16="http://schemas.microsoft.com/office/drawing/2014/main" xmlns="" id="{BF653734-CBF6-C84D-84D3-9D1F48894C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233" name="AutoShape 977">
                    <a:extLst>
                      <a:ext uri="{FF2B5EF4-FFF2-40B4-BE49-F238E27FC236}">
                        <a16:creationId xmlns:a16="http://schemas.microsoft.com/office/drawing/2014/main" xmlns="" id="{83BF0E8E-08CF-AE46-8057-3595A68B41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4" name="AutoShape 978">
                    <a:extLst>
                      <a:ext uri="{FF2B5EF4-FFF2-40B4-BE49-F238E27FC236}">
                        <a16:creationId xmlns:a16="http://schemas.microsoft.com/office/drawing/2014/main" xmlns="" id="{2F6CACC1-3107-5E44-9CE0-423267340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5" name="Oval 979">
                    <a:extLst>
                      <a:ext uri="{FF2B5EF4-FFF2-40B4-BE49-F238E27FC236}">
                        <a16:creationId xmlns:a16="http://schemas.microsoft.com/office/drawing/2014/main" xmlns="" id="{DFFDE8C5-5C88-8249-98E5-7A9EA610E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6" name="Oval 980">
                    <a:extLst>
                      <a:ext uri="{FF2B5EF4-FFF2-40B4-BE49-F238E27FC236}">
                        <a16:creationId xmlns:a16="http://schemas.microsoft.com/office/drawing/2014/main" xmlns="" id="{AB2A1091-EBDE-2745-871F-8ED6CA4CB0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altLang="en-US" sz="135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37" name="Oval 981">
                    <a:extLst>
                      <a:ext uri="{FF2B5EF4-FFF2-40B4-BE49-F238E27FC236}">
                        <a16:creationId xmlns:a16="http://schemas.microsoft.com/office/drawing/2014/main" xmlns="" id="{D14EED52-EE51-384D-967B-FFDDF7702B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8" name="Rectangle 982">
                    <a:extLst>
                      <a:ext uri="{FF2B5EF4-FFF2-40B4-BE49-F238E27FC236}">
                        <a16:creationId xmlns:a16="http://schemas.microsoft.com/office/drawing/2014/main" xmlns="" id="{1A064D30-C18C-FD48-90BD-D0AC9F8C68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7" name="Group 1111">
                <a:extLst>
                  <a:ext uri="{FF2B5EF4-FFF2-40B4-BE49-F238E27FC236}">
                    <a16:creationId xmlns:a16="http://schemas.microsoft.com/office/drawing/2014/main" xmlns="" id="{63688B10-3CA2-0C4C-AC5F-5ED1010902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22838" y="563006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179" name="Picture 3">
                  <a:extLst>
                    <a:ext uri="{FF2B5EF4-FFF2-40B4-BE49-F238E27FC236}">
                      <a16:creationId xmlns:a16="http://schemas.microsoft.com/office/drawing/2014/main" xmlns="" id="{132988F5-D98C-964E-A693-F53D6AC3AF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180" name="Group 950">
                  <a:extLst>
                    <a:ext uri="{FF2B5EF4-FFF2-40B4-BE49-F238E27FC236}">
                      <a16:creationId xmlns:a16="http://schemas.microsoft.com/office/drawing/2014/main" xmlns="" id="{586CC089-82D3-9A44-A61E-3BF74CC99D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181" name="Freeform 951">
                    <a:extLst>
                      <a:ext uri="{FF2B5EF4-FFF2-40B4-BE49-F238E27FC236}">
                        <a16:creationId xmlns:a16="http://schemas.microsoft.com/office/drawing/2014/main" xmlns="" id="{735BC969-3DA1-8343-9917-D0C4A886E9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82" name="Rectangle 952">
                    <a:extLst>
                      <a:ext uri="{FF2B5EF4-FFF2-40B4-BE49-F238E27FC236}">
                        <a16:creationId xmlns:a16="http://schemas.microsoft.com/office/drawing/2014/main" xmlns="" id="{7DF346B4-1DC1-9E48-8B4C-8A9C5671F0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83" name="Freeform 953">
                    <a:extLst>
                      <a:ext uri="{FF2B5EF4-FFF2-40B4-BE49-F238E27FC236}">
                        <a16:creationId xmlns:a16="http://schemas.microsoft.com/office/drawing/2014/main" xmlns="" id="{42E93B7C-838D-DE47-A309-84BDEEDEB6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84" name="Freeform 954">
                    <a:extLst>
                      <a:ext uri="{FF2B5EF4-FFF2-40B4-BE49-F238E27FC236}">
                        <a16:creationId xmlns:a16="http://schemas.microsoft.com/office/drawing/2014/main" xmlns="" id="{C91B187A-F69A-934B-96EC-9CB2356695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85" name="Rectangle 955">
                    <a:extLst>
                      <a:ext uri="{FF2B5EF4-FFF2-40B4-BE49-F238E27FC236}">
                        <a16:creationId xmlns:a16="http://schemas.microsoft.com/office/drawing/2014/main" xmlns="" id="{7D54F33E-54A3-3747-A2F2-0DF233A6F5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86" name="Group 956">
                    <a:extLst>
                      <a:ext uri="{FF2B5EF4-FFF2-40B4-BE49-F238E27FC236}">
                        <a16:creationId xmlns:a16="http://schemas.microsoft.com/office/drawing/2014/main" xmlns="" id="{E25BCAF3-8B48-F44F-B38A-00BFDDE0E5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11" name="AutoShape 957">
                      <a:extLst>
                        <a:ext uri="{FF2B5EF4-FFF2-40B4-BE49-F238E27FC236}">
                          <a16:creationId xmlns:a16="http://schemas.microsoft.com/office/drawing/2014/main" xmlns="" id="{EAA3E11F-E9E6-7F47-B84A-569C5EFFB41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12" name="AutoShape 958">
                      <a:extLst>
                        <a:ext uri="{FF2B5EF4-FFF2-40B4-BE49-F238E27FC236}">
                          <a16:creationId xmlns:a16="http://schemas.microsoft.com/office/drawing/2014/main" xmlns="" id="{3424F322-3055-9748-A32E-3A4C8AD6B6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87" name="Rectangle 959">
                    <a:extLst>
                      <a:ext uri="{FF2B5EF4-FFF2-40B4-BE49-F238E27FC236}">
                        <a16:creationId xmlns:a16="http://schemas.microsoft.com/office/drawing/2014/main" xmlns="" id="{3BE15F0A-93E1-104C-8671-F23F447BD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88" name="Group 960">
                    <a:extLst>
                      <a:ext uri="{FF2B5EF4-FFF2-40B4-BE49-F238E27FC236}">
                        <a16:creationId xmlns:a16="http://schemas.microsoft.com/office/drawing/2014/main" xmlns="" id="{A783FCB0-DD9C-E043-A9BE-DE3BA81EE4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09" name="AutoShape 961">
                      <a:extLst>
                        <a:ext uri="{FF2B5EF4-FFF2-40B4-BE49-F238E27FC236}">
                          <a16:creationId xmlns:a16="http://schemas.microsoft.com/office/drawing/2014/main" xmlns="" id="{9BFDA089-AD73-5C4E-8637-F85428CB4BC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10" name="AutoShape 962">
                      <a:extLst>
                        <a:ext uri="{FF2B5EF4-FFF2-40B4-BE49-F238E27FC236}">
                          <a16:creationId xmlns:a16="http://schemas.microsoft.com/office/drawing/2014/main" xmlns="" id="{022F2AF4-C3ED-A34D-BF89-32D8E4B29C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89" name="Rectangle 963">
                    <a:extLst>
                      <a:ext uri="{FF2B5EF4-FFF2-40B4-BE49-F238E27FC236}">
                        <a16:creationId xmlns:a16="http://schemas.microsoft.com/office/drawing/2014/main" xmlns="" id="{53EB4C46-F9E2-2949-8E19-5915942260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0" name="Rectangle 964">
                    <a:extLst>
                      <a:ext uri="{FF2B5EF4-FFF2-40B4-BE49-F238E27FC236}">
                        <a16:creationId xmlns:a16="http://schemas.microsoft.com/office/drawing/2014/main" xmlns="" id="{40B67C1C-F7A7-C34D-A50E-7B7A64478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91" name="Group 965">
                    <a:extLst>
                      <a:ext uri="{FF2B5EF4-FFF2-40B4-BE49-F238E27FC236}">
                        <a16:creationId xmlns:a16="http://schemas.microsoft.com/office/drawing/2014/main" xmlns="" id="{D11D60DC-5FDB-EB4A-B6B0-53EB69C690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07" name="AutoShape 966">
                      <a:extLst>
                        <a:ext uri="{FF2B5EF4-FFF2-40B4-BE49-F238E27FC236}">
                          <a16:creationId xmlns:a16="http://schemas.microsoft.com/office/drawing/2014/main" xmlns="" id="{39F66139-0570-A64A-B903-3E36DEEDD8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08" name="AutoShape 967">
                      <a:extLst>
                        <a:ext uri="{FF2B5EF4-FFF2-40B4-BE49-F238E27FC236}">
                          <a16:creationId xmlns:a16="http://schemas.microsoft.com/office/drawing/2014/main" xmlns="" id="{12F74A89-FB2F-644A-8EB0-4EFD2315F3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92" name="Freeform 968">
                    <a:extLst>
                      <a:ext uri="{FF2B5EF4-FFF2-40B4-BE49-F238E27FC236}">
                        <a16:creationId xmlns:a16="http://schemas.microsoft.com/office/drawing/2014/main" xmlns="" id="{0FBA322F-0E08-4543-92E2-49872882FE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193" name="Group 969">
                    <a:extLst>
                      <a:ext uri="{FF2B5EF4-FFF2-40B4-BE49-F238E27FC236}">
                        <a16:creationId xmlns:a16="http://schemas.microsoft.com/office/drawing/2014/main" xmlns="" id="{22727495-0D9C-9D4B-B500-20A9C656C1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05" name="AutoShape 970">
                      <a:extLst>
                        <a:ext uri="{FF2B5EF4-FFF2-40B4-BE49-F238E27FC236}">
                          <a16:creationId xmlns:a16="http://schemas.microsoft.com/office/drawing/2014/main" xmlns="" id="{F6C374DA-8DDA-D241-8C36-76384B99E59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06" name="AutoShape 971">
                      <a:extLst>
                        <a:ext uri="{FF2B5EF4-FFF2-40B4-BE49-F238E27FC236}">
                          <a16:creationId xmlns:a16="http://schemas.microsoft.com/office/drawing/2014/main" xmlns="" id="{6606F760-8794-F14F-B69C-88C19D6630F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94" name="Rectangle 972">
                    <a:extLst>
                      <a:ext uri="{FF2B5EF4-FFF2-40B4-BE49-F238E27FC236}">
                        <a16:creationId xmlns:a16="http://schemas.microsoft.com/office/drawing/2014/main" xmlns="" id="{8B5209F5-0805-1E4B-BB7D-AF2A65A1B1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5" name="Freeform 973">
                    <a:extLst>
                      <a:ext uri="{FF2B5EF4-FFF2-40B4-BE49-F238E27FC236}">
                        <a16:creationId xmlns:a16="http://schemas.microsoft.com/office/drawing/2014/main" xmlns="" id="{6FE19D70-F2B7-E046-8A9D-89EB8A576F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96" name="Freeform 974">
                    <a:extLst>
                      <a:ext uri="{FF2B5EF4-FFF2-40B4-BE49-F238E27FC236}">
                        <a16:creationId xmlns:a16="http://schemas.microsoft.com/office/drawing/2014/main" xmlns="" id="{9F039815-24B8-0F47-B17E-E8DA8E1413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97" name="Oval 975">
                    <a:extLst>
                      <a:ext uri="{FF2B5EF4-FFF2-40B4-BE49-F238E27FC236}">
                        <a16:creationId xmlns:a16="http://schemas.microsoft.com/office/drawing/2014/main" xmlns="" id="{DBE12ABE-7884-C14B-B6EF-9986B9699F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8" name="Freeform 976">
                    <a:extLst>
                      <a:ext uri="{FF2B5EF4-FFF2-40B4-BE49-F238E27FC236}">
                        <a16:creationId xmlns:a16="http://schemas.microsoft.com/office/drawing/2014/main" xmlns="" id="{693D7F73-DD2C-E74A-B9EF-4B3BE2465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99" name="AutoShape 977">
                    <a:extLst>
                      <a:ext uri="{FF2B5EF4-FFF2-40B4-BE49-F238E27FC236}">
                        <a16:creationId xmlns:a16="http://schemas.microsoft.com/office/drawing/2014/main" xmlns="" id="{A59830E7-CF51-584A-B0B9-FDD9E66B5C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0" name="AutoShape 978">
                    <a:extLst>
                      <a:ext uri="{FF2B5EF4-FFF2-40B4-BE49-F238E27FC236}">
                        <a16:creationId xmlns:a16="http://schemas.microsoft.com/office/drawing/2014/main" xmlns="" id="{CF4E38DF-02D7-4941-9B02-C6CDB6400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1" name="Oval 979">
                    <a:extLst>
                      <a:ext uri="{FF2B5EF4-FFF2-40B4-BE49-F238E27FC236}">
                        <a16:creationId xmlns:a16="http://schemas.microsoft.com/office/drawing/2014/main" xmlns="" id="{59495E51-586A-C34D-89B7-AEA0D72D46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2" name="Oval 980">
                    <a:extLst>
                      <a:ext uri="{FF2B5EF4-FFF2-40B4-BE49-F238E27FC236}">
                        <a16:creationId xmlns:a16="http://schemas.microsoft.com/office/drawing/2014/main" xmlns="" id="{20C8E197-143F-5345-AEF8-54327DCA1F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altLang="en-US" sz="135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03" name="Oval 981">
                    <a:extLst>
                      <a:ext uri="{FF2B5EF4-FFF2-40B4-BE49-F238E27FC236}">
                        <a16:creationId xmlns:a16="http://schemas.microsoft.com/office/drawing/2014/main" xmlns="" id="{5E9B1C72-A47D-B74A-9E0A-78BB6D7F36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4" name="Rectangle 982">
                    <a:extLst>
                      <a:ext uri="{FF2B5EF4-FFF2-40B4-BE49-F238E27FC236}">
                        <a16:creationId xmlns:a16="http://schemas.microsoft.com/office/drawing/2014/main" xmlns="" id="{7B16A707-B72C-7E4C-81A5-597858293B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8" name="Group 1115">
                <a:extLst>
                  <a:ext uri="{FF2B5EF4-FFF2-40B4-BE49-F238E27FC236}">
                    <a16:creationId xmlns:a16="http://schemas.microsoft.com/office/drawing/2014/main" xmlns="" id="{501AC210-7162-A14B-B03B-E46C8F9FA7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07615" y="4368892"/>
                <a:ext cx="990551" cy="731635"/>
                <a:chOff x="7707615" y="4368892"/>
                <a:chExt cx="990551" cy="731635"/>
              </a:xfrm>
            </p:grpSpPr>
            <p:pic>
              <p:nvPicPr>
                <p:cNvPr id="214079" name="Picture 1159">
                  <a:extLst>
                    <a:ext uri="{FF2B5EF4-FFF2-40B4-BE49-F238E27FC236}">
                      <a16:creationId xmlns:a16="http://schemas.microsoft.com/office/drawing/2014/main" xmlns="" id="{3EEA3963-4E11-E242-A3D8-6FF58800B9F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71833" y="4640202"/>
                  <a:ext cx="822008" cy="4603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214080" name="Group 249">
                  <a:extLst>
                    <a:ext uri="{FF2B5EF4-FFF2-40B4-BE49-F238E27FC236}">
                      <a16:creationId xmlns:a16="http://schemas.microsoft.com/office/drawing/2014/main" xmlns="" id="{559CEC6E-1FFA-E24A-8417-DBCCEC6705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07615" y="4368892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47" name="Freeform 250">
                    <a:extLst>
                      <a:ext uri="{FF2B5EF4-FFF2-40B4-BE49-F238E27FC236}">
                        <a16:creationId xmlns:a16="http://schemas.microsoft.com/office/drawing/2014/main" xmlns="" id="{32FA948E-BFDC-B344-900D-B39BB398D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229" name="Rectangle 251">
                    <a:extLst>
                      <a:ext uri="{FF2B5EF4-FFF2-40B4-BE49-F238E27FC236}">
                        <a16:creationId xmlns:a16="http://schemas.microsoft.com/office/drawing/2014/main" xmlns="" id="{4FCCA3B9-9C41-D24C-ABFE-36C6E3EF2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433"/>
                    <a:ext cx="1051" cy="227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49" name="Freeform 252">
                    <a:extLst>
                      <a:ext uri="{FF2B5EF4-FFF2-40B4-BE49-F238E27FC236}">
                        <a16:creationId xmlns:a16="http://schemas.microsoft.com/office/drawing/2014/main" xmlns="" id="{0E66DCD0-CA20-9449-8805-8E4E75E914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50" name="Freeform 253">
                    <a:extLst>
                      <a:ext uri="{FF2B5EF4-FFF2-40B4-BE49-F238E27FC236}">
                        <a16:creationId xmlns:a16="http://schemas.microsoft.com/office/drawing/2014/main" xmlns="" id="{552E8F95-7D3D-484E-A134-00B9CE9C9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232" name="Rectangle 254">
                    <a:extLst>
                      <a:ext uri="{FF2B5EF4-FFF2-40B4-BE49-F238E27FC236}">
                        <a16:creationId xmlns:a16="http://schemas.microsoft.com/office/drawing/2014/main" xmlns="" id="{6C418519-1151-E347-A6E2-34F8090973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4" y="692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2" name="Group 255">
                    <a:extLst>
                      <a:ext uri="{FF2B5EF4-FFF2-40B4-BE49-F238E27FC236}">
                        <a16:creationId xmlns:a16="http://schemas.microsoft.com/office/drawing/2014/main" xmlns="" id="{B8D238DD-2FFA-2543-83C3-50D63420FD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58" name="AutoShape 256">
                      <a:extLst>
                        <a:ext uri="{FF2B5EF4-FFF2-40B4-BE49-F238E27FC236}">
                          <a16:creationId xmlns:a16="http://schemas.microsoft.com/office/drawing/2014/main" xmlns="" id="{0E9DD485-9924-C24F-BF12-406FB2731D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91"/>
                      <a:ext cx="725" cy="12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9" name="AutoShape 257">
                      <a:extLst>
                        <a:ext uri="{FF2B5EF4-FFF2-40B4-BE49-F238E27FC236}">
                          <a16:creationId xmlns:a16="http://schemas.microsoft.com/office/drawing/2014/main" xmlns="" id="{A6F81680-4F96-A241-AB5A-DD079EBF4A1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91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34" name="Rectangle 258">
                    <a:extLst>
                      <a:ext uri="{FF2B5EF4-FFF2-40B4-BE49-F238E27FC236}">
                        <a16:creationId xmlns:a16="http://schemas.microsoft.com/office/drawing/2014/main" xmlns="" id="{909C5B8C-1CD5-DC4E-9EDC-4D57F2F469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019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4" name="Group 259">
                    <a:extLst>
                      <a:ext uri="{FF2B5EF4-FFF2-40B4-BE49-F238E27FC236}">
                        <a16:creationId xmlns:a16="http://schemas.microsoft.com/office/drawing/2014/main" xmlns="" id="{FEAC3470-AE01-DB49-BFFF-0A595B7C64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56" name="AutoShape 260">
                      <a:extLst>
                        <a:ext uri="{FF2B5EF4-FFF2-40B4-BE49-F238E27FC236}">
                          <a16:creationId xmlns:a16="http://schemas.microsoft.com/office/drawing/2014/main" xmlns="" id="{BB1F31AD-F226-A343-9747-498C2BD918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1" y="2594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7" name="AutoShape 261">
                      <a:extLst>
                        <a:ext uri="{FF2B5EF4-FFF2-40B4-BE49-F238E27FC236}">
                          <a16:creationId xmlns:a16="http://schemas.microsoft.com/office/drawing/2014/main" xmlns="" id="{6B06EB69-6CFD-B043-99AC-DA0DC48E6E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4" y="2614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36" name="Rectangle 262">
                    <a:extLst>
                      <a:ext uri="{FF2B5EF4-FFF2-40B4-BE49-F238E27FC236}">
                        <a16:creationId xmlns:a16="http://schemas.microsoft.com/office/drawing/2014/main" xmlns="" id="{C309DAA6-4E33-CE47-BD8F-34A00B3F92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365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37" name="Rectangle 263">
                    <a:extLst>
                      <a:ext uri="{FF2B5EF4-FFF2-40B4-BE49-F238E27FC236}">
                        <a16:creationId xmlns:a16="http://schemas.microsoft.com/office/drawing/2014/main" xmlns="" id="{31FE18AD-88FB-7249-A1E2-F59F36B1E9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4" y="165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7" name="Group 264">
                    <a:extLst>
                      <a:ext uri="{FF2B5EF4-FFF2-40B4-BE49-F238E27FC236}">
                        <a16:creationId xmlns:a16="http://schemas.microsoft.com/office/drawing/2014/main" xmlns="" id="{C781639A-B9E3-1F41-A1F2-2D6BC71436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54" name="AutoShape 265">
                      <a:extLst>
                        <a:ext uri="{FF2B5EF4-FFF2-40B4-BE49-F238E27FC236}">
                          <a16:creationId xmlns:a16="http://schemas.microsoft.com/office/drawing/2014/main" xmlns="" id="{F3B27AEF-462F-714A-925E-CD57B30D2A3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4" y="2592"/>
                      <a:ext cx="71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5" name="AutoShape 266">
                      <a:extLst>
                        <a:ext uri="{FF2B5EF4-FFF2-40B4-BE49-F238E27FC236}">
                          <a16:creationId xmlns:a16="http://schemas.microsoft.com/office/drawing/2014/main" xmlns="" id="{3DCA27E7-F791-C542-9A1B-4C168AFF85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6" y="2610"/>
                      <a:ext cx="674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158" name="Freeform 267">
                    <a:extLst>
                      <a:ext uri="{FF2B5EF4-FFF2-40B4-BE49-F238E27FC236}">
                        <a16:creationId xmlns:a16="http://schemas.microsoft.com/office/drawing/2014/main" xmlns="" id="{AECDB4C9-5621-594D-AECC-69FC51E6FA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159" name="Group 268">
                    <a:extLst>
                      <a:ext uri="{FF2B5EF4-FFF2-40B4-BE49-F238E27FC236}">
                        <a16:creationId xmlns:a16="http://schemas.microsoft.com/office/drawing/2014/main" xmlns="" id="{530F28CF-4DEF-CE42-BCA2-AB61FC970C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52" name="AutoShape 269">
                      <a:extLst>
                        <a:ext uri="{FF2B5EF4-FFF2-40B4-BE49-F238E27FC236}">
                          <a16:creationId xmlns:a16="http://schemas.microsoft.com/office/drawing/2014/main" xmlns="" id="{E3D43DA1-A342-2141-803A-DA7E402157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68"/>
                      <a:ext cx="698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3" name="AutoShape 270">
                      <a:extLst>
                        <a:ext uri="{FF2B5EF4-FFF2-40B4-BE49-F238E27FC236}">
                          <a16:creationId xmlns:a16="http://schemas.microsoft.com/office/drawing/2014/main" xmlns="" id="{0B518669-996F-A040-AA1A-27FF078C05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87"/>
                      <a:ext cx="661" cy="11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41" name="Rectangle 271">
                    <a:extLst>
                      <a:ext uri="{FF2B5EF4-FFF2-40B4-BE49-F238E27FC236}">
                        <a16:creationId xmlns:a16="http://schemas.microsoft.com/office/drawing/2014/main" xmlns="" id="{96F43160-19A6-3545-87F1-FA06C6397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433"/>
                    <a:ext cx="60" cy="228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61" name="Freeform 272">
                    <a:extLst>
                      <a:ext uri="{FF2B5EF4-FFF2-40B4-BE49-F238E27FC236}">
                        <a16:creationId xmlns:a16="http://schemas.microsoft.com/office/drawing/2014/main" xmlns="" id="{7428AD33-7871-0D4F-8C8D-5C6B9723A2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62" name="Freeform 273">
                    <a:extLst>
                      <a:ext uri="{FF2B5EF4-FFF2-40B4-BE49-F238E27FC236}">
                        <a16:creationId xmlns:a16="http://schemas.microsoft.com/office/drawing/2014/main" xmlns="" id="{CBE613F3-A88D-8D43-AC9A-847B88C8EC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244" name="Oval 274">
                    <a:extLst>
                      <a:ext uri="{FF2B5EF4-FFF2-40B4-BE49-F238E27FC236}">
                        <a16:creationId xmlns:a16="http://schemas.microsoft.com/office/drawing/2014/main" xmlns="" id="{D866BE52-F00D-CE45-88F2-C6143416B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6" y="2614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64" name="Freeform 275">
                    <a:extLst>
                      <a:ext uri="{FF2B5EF4-FFF2-40B4-BE49-F238E27FC236}">
                        <a16:creationId xmlns:a16="http://schemas.microsoft.com/office/drawing/2014/main" xmlns="" id="{F99F046E-BDF2-CB4B-A95C-91E1BB5C68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246" name="AutoShape 276">
                    <a:extLst>
                      <a:ext uri="{FF2B5EF4-FFF2-40B4-BE49-F238E27FC236}">
                        <a16:creationId xmlns:a16="http://schemas.microsoft.com/office/drawing/2014/main" xmlns="" id="{CBEBD2C6-CFED-CB4F-BC79-868C395F7F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4" y="2681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7" name="AutoShape 277">
                    <a:extLst>
                      <a:ext uri="{FF2B5EF4-FFF2-40B4-BE49-F238E27FC236}">
                        <a16:creationId xmlns:a16="http://schemas.microsoft.com/office/drawing/2014/main" xmlns="" id="{A37F0F82-C20D-E844-B043-F3B6AB452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2710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8" name="Oval 278">
                    <a:extLst>
                      <a:ext uri="{FF2B5EF4-FFF2-40B4-BE49-F238E27FC236}">
                        <a16:creationId xmlns:a16="http://schemas.microsoft.com/office/drawing/2014/main" xmlns="" id="{866EC59D-6138-6449-9AC8-0E4557B2BF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4" y="2383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9" name="Oval 279">
                    <a:extLst>
                      <a:ext uri="{FF2B5EF4-FFF2-40B4-BE49-F238E27FC236}">
                        <a16:creationId xmlns:a16="http://schemas.microsoft.com/office/drawing/2014/main" xmlns="" id="{B51FB6EE-FDF7-6241-A083-5351AB12DE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5" y="2383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50" name="Oval 280">
                    <a:extLst>
                      <a:ext uri="{FF2B5EF4-FFF2-40B4-BE49-F238E27FC236}">
                        <a16:creationId xmlns:a16="http://schemas.microsoft.com/office/drawing/2014/main" xmlns="" id="{89A59A8D-6CEC-464D-9BD7-09E40E863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5" y="2383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51" name="Rectangle 281">
                    <a:extLst>
                      <a:ext uri="{FF2B5EF4-FFF2-40B4-BE49-F238E27FC236}">
                        <a16:creationId xmlns:a16="http://schemas.microsoft.com/office/drawing/2014/main" xmlns="" id="{F0E1C006-B779-004D-B275-AD7CC5F63B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5" y="1836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14081" name="Group 249">
                  <a:extLst>
                    <a:ext uri="{FF2B5EF4-FFF2-40B4-BE49-F238E27FC236}">
                      <a16:creationId xmlns:a16="http://schemas.microsoft.com/office/drawing/2014/main" xmlns="" id="{4BE2179E-774D-C843-8DB9-3E128788B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39866" y="4369199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15" name="Freeform 250">
                    <a:extLst>
                      <a:ext uri="{FF2B5EF4-FFF2-40B4-BE49-F238E27FC236}">
                        <a16:creationId xmlns:a16="http://schemas.microsoft.com/office/drawing/2014/main" xmlns="" id="{E86DD0C5-E60F-9A40-83F4-23079F91A7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197" name="Rectangle 251">
                    <a:extLst>
                      <a:ext uri="{FF2B5EF4-FFF2-40B4-BE49-F238E27FC236}">
                        <a16:creationId xmlns:a16="http://schemas.microsoft.com/office/drawing/2014/main" xmlns="" id="{031F551E-F66E-DC4F-BB0F-BDFD2A9862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431"/>
                    <a:ext cx="1051" cy="2306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17" name="Freeform 252">
                    <a:extLst>
                      <a:ext uri="{FF2B5EF4-FFF2-40B4-BE49-F238E27FC236}">
                        <a16:creationId xmlns:a16="http://schemas.microsoft.com/office/drawing/2014/main" xmlns="" id="{1F094852-FE6A-254E-AE59-F164949D4A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18" name="Freeform 253">
                    <a:extLst>
                      <a:ext uri="{FF2B5EF4-FFF2-40B4-BE49-F238E27FC236}">
                        <a16:creationId xmlns:a16="http://schemas.microsoft.com/office/drawing/2014/main" xmlns="" id="{3822EE13-4CE8-5A4B-98E2-B96B4A93D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200" name="Rectangle 254">
                    <a:extLst>
                      <a:ext uri="{FF2B5EF4-FFF2-40B4-BE49-F238E27FC236}">
                        <a16:creationId xmlns:a16="http://schemas.microsoft.com/office/drawing/2014/main" xmlns="" id="{6FBE4BF3-9A08-A740-B0C7-5B153A1D20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700"/>
                    <a:ext cx="60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0" name="Group 255">
                    <a:extLst>
                      <a:ext uri="{FF2B5EF4-FFF2-40B4-BE49-F238E27FC236}">
                        <a16:creationId xmlns:a16="http://schemas.microsoft.com/office/drawing/2014/main" xmlns="" id="{A6B07E4C-BDA4-6642-AD5B-6D4DA9F720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26" name="AutoShape 256">
                      <a:extLst>
                        <a:ext uri="{FF2B5EF4-FFF2-40B4-BE49-F238E27FC236}">
                          <a16:creationId xmlns:a16="http://schemas.microsoft.com/office/drawing/2014/main" xmlns="" id="{3B0846A9-93AE-0645-B4F6-DB72AF66C3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71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7" name="AutoShape 257">
                      <a:extLst>
                        <a:ext uri="{FF2B5EF4-FFF2-40B4-BE49-F238E27FC236}">
                          <a16:creationId xmlns:a16="http://schemas.microsoft.com/office/drawing/2014/main" xmlns="" id="{CFA1723B-8474-2146-8074-8959E0A1E69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90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2" name="Rectangle 258">
                    <a:extLst>
                      <a:ext uri="{FF2B5EF4-FFF2-40B4-BE49-F238E27FC236}">
                        <a16:creationId xmlns:a16="http://schemas.microsoft.com/office/drawing/2014/main" xmlns="" id="{4282B151-2830-FD44-B601-645CB35CE8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02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2" name="Group 259">
                    <a:extLst>
                      <a:ext uri="{FF2B5EF4-FFF2-40B4-BE49-F238E27FC236}">
                        <a16:creationId xmlns:a16="http://schemas.microsoft.com/office/drawing/2014/main" xmlns="" id="{DF984A29-56B5-3740-8843-115A75B2B3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24" name="AutoShape 260">
                      <a:extLst>
                        <a:ext uri="{FF2B5EF4-FFF2-40B4-BE49-F238E27FC236}">
                          <a16:creationId xmlns:a16="http://schemas.microsoft.com/office/drawing/2014/main" xmlns="" id="{1687555E-AB34-AE42-8C5B-D8AC6B95F4A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72"/>
                      <a:ext cx="725" cy="14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5" name="AutoShape 261">
                      <a:extLst>
                        <a:ext uri="{FF2B5EF4-FFF2-40B4-BE49-F238E27FC236}">
                          <a16:creationId xmlns:a16="http://schemas.microsoft.com/office/drawing/2014/main" xmlns="" id="{B24778EA-690F-FF4C-9E9B-C5A20C24F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7" y="2592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4" name="Rectangle 262">
                    <a:extLst>
                      <a:ext uri="{FF2B5EF4-FFF2-40B4-BE49-F238E27FC236}">
                        <a16:creationId xmlns:a16="http://schemas.microsoft.com/office/drawing/2014/main" xmlns="" id="{29162181-8D2E-B74D-8CCB-341B37800D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7" y="136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05" name="Rectangle 263">
                    <a:extLst>
                      <a:ext uri="{FF2B5EF4-FFF2-40B4-BE49-F238E27FC236}">
                        <a16:creationId xmlns:a16="http://schemas.microsoft.com/office/drawing/2014/main" xmlns="" id="{7DAC4204-B998-5846-9361-BEC74A4ED9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680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5" name="Group 264">
                    <a:extLst>
                      <a:ext uri="{FF2B5EF4-FFF2-40B4-BE49-F238E27FC236}">
                        <a16:creationId xmlns:a16="http://schemas.microsoft.com/office/drawing/2014/main" xmlns="" id="{8960A9DC-1384-A341-AA27-6244E92FAA3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22" name="AutoShape 265">
                      <a:extLst>
                        <a:ext uri="{FF2B5EF4-FFF2-40B4-BE49-F238E27FC236}">
                          <a16:creationId xmlns:a16="http://schemas.microsoft.com/office/drawing/2014/main" xmlns="" id="{1F4C2369-6F06-2547-B950-141A88740F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2590"/>
                      <a:ext cx="711" cy="14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3" name="AutoShape 266">
                      <a:extLst>
                        <a:ext uri="{FF2B5EF4-FFF2-40B4-BE49-F238E27FC236}">
                          <a16:creationId xmlns:a16="http://schemas.microsoft.com/office/drawing/2014/main" xmlns="" id="{7FF4A2E6-E067-B040-A699-B7CC4626EE9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608"/>
                      <a:ext cx="674" cy="10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126" name="Freeform 267">
                    <a:extLst>
                      <a:ext uri="{FF2B5EF4-FFF2-40B4-BE49-F238E27FC236}">
                        <a16:creationId xmlns:a16="http://schemas.microsoft.com/office/drawing/2014/main" xmlns="" id="{CD1E835B-6445-8346-AE6F-D742395355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127" name="Group 268">
                    <a:extLst>
                      <a:ext uri="{FF2B5EF4-FFF2-40B4-BE49-F238E27FC236}">
                        <a16:creationId xmlns:a16="http://schemas.microsoft.com/office/drawing/2014/main" xmlns="" id="{8CC7DE98-AE7C-5C48-AE5D-A9CDE7184F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20" name="AutoShape 269">
                      <a:extLst>
                        <a:ext uri="{FF2B5EF4-FFF2-40B4-BE49-F238E27FC236}">
                          <a16:creationId xmlns:a16="http://schemas.microsoft.com/office/drawing/2014/main" xmlns="" id="{2E01CD59-F244-1543-9F18-F6F83D4700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95"/>
                      <a:ext cx="76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1" name="AutoShape 270">
                      <a:extLst>
                        <a:ext uri="{FF2B5EF4-FFF2-40B4-BE49-F238E27FC236}">
                          <a16:creationId xmlns:a16="http://schemas.microsoft.com/office/drawing/2014/main" xmlns="" id="{95EBD9EB-B559-864E-B0CD-06C5E74717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614"/>
                      <a:ext cx="723" cy="8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9" name="Rectangle 271">
                    <a:extLst>
                      <a:ext uri="{FF2B5EF4-FFF2-40B4-BE49-F238E27FC236}">
                        <a16:creationId xmlns:a16="http://schemas.microsoft.com/office/drawing/2014/main" xmlns="" id="{CC8EC1D3-7D4E-0E4C-BA22-FEDB4E9DDD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8" y="431"/>
                    <a:ext cx="70" cy="231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29" name="Freeform 272">
                    <a:extLst>
                      <a:ext uri="{FF2B5EF4-FFF2-40B4-BE49-F238E27FC236}">
                        <a16:creationId xmlns:a16="http://schemas.microsoft.com/office/drawing/2014/main" xmlns="" id="{8CEEC237-A5BC-7B4F-A4D7-1176BC8B58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130" name="Freeform 273">
                    <a:extLst>
                      <a:ext uri="{FF2B5EF4-FFF2-40B4-BE49-F238E27FC236}">
                        <a16:creationId xmlns:a16="http://schemas.microsoft.com/office/drawing/2014/main" xmlns="" id="{063875F7-09BB-AD48-9393-5191E482E5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212" name="Oval 274">
                    <a:extLst>
                      <a:ext uri="{FF2B5EF4-FFF2-40B4-BE49-F238E27FC236}">
                        <a16:creationId xmlns:a16="http://schemas.microsoft.com/office/drawing/2014/main" xmlns="" id="{321C0266-B832-1143-81E5-0C3628930F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9" y="2641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32" name="Freeform 275">
                    <a:extLst>
                      <a:ext uri="{FF2B5EF4-FFF2-40B4-BE49-F238E27FC236}">
                        <a16:creationId xmlns:a16="http://schemas.microsoft.com/office/drawing/2014/main" xmlns="" id="{9701DB6E-C16C-B24B-BBA2-AD6CAE8042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214" name="AutoShape 276">
                    <a:extLst>
                      <a:ext uri="{FF2B5EF4-FFF2-40B4-BE49-F238E27FC236}">
                        <a16:creationId xmlns:a16="http://schemas.microsoft.com/office/drawing/2014/main" xmlns="" id="{8C5A52FC-DBA2-6541-9C29-F4812C362D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37" y="2708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5" name="AutoShape 277">
                    <a:extLst>
                      <a:ext uri="{FF2B5EF4-FFF2-40B4-BE49-F238E27FC236}">
                        <a16:creationId xmlns:a16="http://schemas.microsoft.com/office/drawing/2014/main" xmlns="" id="{80D3DADD-2D14-2F48-B6C6-F66AD9488E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2737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6" name="Oval 278">
                    <a:extLst>
                      <a:ext uri="{FF2B5EF4-FFF2-40B4-BE49-F238E27FC236}">
                        <a16:creationId xmlns:a16="http://schemas.microsoft.com/office/drawing/2014/main" xmlns="" id="{0BA070D8-EDAC-4D4C-9D4D-360E3482D1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7" y="2410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7" name="Oval 279">
                    <a:extLst>
                      <a:ext uri="{FF2B5EF4-FFF2-40B4-BE49-F238E27FC236}">
                        <a16:creationId xmlns:a16="http://schemas.microsoft.com/office/drawing/2014/main" xmlns="" id="{2990F973-EF67-BD4D-BFEE-2BCEC73D1A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2410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8" name="Oval 280">
                    <a:extLst>
                      <a:ext uri="{FF2B5EF4-FFF2-40B4-BE49-F238E27FC236}">
                        <a16:creationId xmlns:a16="http://schemas.microsoft.com/office/drawing/2014/main" xmlns="" id="{C8018FC5-B45A-7740-A81F-39EF53B42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410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9" name="Rectangle 281">
                    <a:extLst>
                      <a:ext uri="{FF2B5EF4-FFF2-40B4-BE49-F238E27FC236}">
                        <a16:creationId xmlns:a16="http://schemas.microsoft.com/office/drawing/2014/main" xmlns="" id="{BF1D7910-50D3-2C4D-BE30-D72C3FA015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8" y="1863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14082" name="Group 249">
                  <a:extLst>
                    <a:ext uri="{FF2B5EF4-FFF2-40B4-BE49-F238E27FC236}">
                      <a16:creationId xmlns:a16="http://schemas.microsoft.com/office/drawing/2014/main" xmlns="" id="{34735D60-3E59-1A44-933E-3CCF76E1A0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472213" y="4384408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083" name="Freeform 250">
                    <a:extLst>
                      <a:ext uri="{FF2B5EF4-FFF2-40B4-BE49-F238E27FC236}">
                        <a16:creationId xmlns:a16="http://schemas.microsoft.com/office/drawing/2014/main" xmlns="" id="{F85FB4E5-3C16-D84C-A8D4-6F702EC0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165" name="Rectangle 251">
                    <a:extLst>
                      <a:ext uri="{FF2B5EF4-FFF2-40B4-BE49-F238E27FC236}">
                        <a16:creationId xmlns:a16="http://schemas.microsoft.com/office/drawing/2014/main" xmlns="" id="{ABABED1D-0CCC-C94E-AB7B-95DBA43E99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454"/>
                    <a:ext cx="1051" cy="225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085" name="Freeform 252">
                    <a:extLst>
                      <a:ext uri="{FF2B5EF4-FFF2-40B4-BE49-F238E27FC236}">
                        <a16:creationId xmlns:a16="http://schemas.microsoft.com/office/drawing/2014/main" xmlns="" id="{74556BFA-B6FE-E04F-AECD-1D4E4F15C8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086" name="Freeform 253">
                    <a:extLst>
                      <a:ext uri="{FF2B5EF4-FFF2-40B4-BE49-F238E27FC236}">
                        <a16:creationId xmlns:a16="http://schemas.microsoft.com/office/drawing/2014/main" xmlns="" id="{D02E1178-E23E-8448-8275-318BF93970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168" name="Rectangle 254">
                    <a:extLst>
                      <a:ext uri="{FF2B5EF4-FFF2-40B4-BE49-F238E27FC236}">
                        <a16:creationId xmlns:a16="http://schemas.microsoft.com/office/drawing/2014/main" xmlns="" id="{6E44DEDC-A7BA-4543-B7A7-F46C7A7749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714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88" name="Group 255">
                    <a:extLst>
                      <a:ext uri="{FF2B5EF4-FFF2-40B4-BE49-F238E27FC236}">
                        <a16:creationId xmlns:a16="http://schemas.microsoft.com/office/drawing/2014/main" xmlns="" id="{BFC54D7A-EA55-D84C-936C-CD3C5D3F20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194" name="AutoShape 256">
                      <a:extLst>
                        <a:ext uri="{FF2B5EF4-FFF2-40B4-BE49-F238E27FC236}">
                          <a16:creationId xmlns:a16="http://schemas.microsoft.com/office/drawing/2014/main" xmlns="" id="{35694AE0-C883-514B-8132-0B53FE45F93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94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5" name="AutoShape 257">
                      <a:extLst>
                        <a:ext uri="{FF2B5EF4-FFF2-40B4-BE49-F238E27FC236}">
                          <a16:creationId xmlns:a16="http://schemas.microsoft.com/office/drawing/2014/main" xmlns="" id="{694501A7-ED28-364F-AD8C-608F3F34C5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612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0" name="Rectangle 258">
                    <a:extLst>
                      <a:ext uri="{FF2B5EF4-FFF2-40B4-BE49-F238E27FC236}">
                        <a16:creationId xmlns:a16="http://schemas.microsoft.com/office/drawing/2014/main" xmlns="" id="{B91FE8EC-E4EC-804E-8830-B03D02528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41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90" name="Group 259">
                    <a:extLst>
                      <a:ext uri="{FF2B5EF4-FFF2-40B4-BE49-F238E27FC236}">
                        <a16:creationId xmlns:a16="http://schemas.microsoft.com/office/drawing/2014/main" xmlns="" id="{EC4E0D0B-6146-3840-9DE0-E339E36819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192" name="AutoShape 260">
                      <a:extLst>
                        <a:ext uri="{FF2B5EF4-FFF2-40B4-BE49-F238E27FC236}">
                          <a16:creationId xmlns:a16="http://schemas.microsoft.com/office/drawing/2014/main" xmlns="" id="{75FBA164-E26E-3245-8C04-23BDD8C49B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81" y="2596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3" name="AutoShape 261">
                      <a:extLst>
                        <a:ext uri="{FF2B5EF4-FFF2-40B4-BE49-F238E27FC236}">
                          <a16:creationId xmlns:a16="http://schemas.microsoft.com/office/drawing/2014/main" xmlns="" id="{455F8959-589E-404E-8CE0-574D6E0AF9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4" y="2616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2" name="Rectangle 262">
                    <a:extLst>
                      <a:ext uri="{FF2B5EF4-FFF2-40B4-BE49-F238E27FC236}">
                        <a16:creationId xmlns:a16="http://schemas.microsoft.com/office/drawing/2014/main" xmlns="" id="{C698771E-7684-4845-BC5F-F3CB491A6C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6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73" name="Rectangle 263">
                    <a:extLst>
                      <a:ext uri="{FF2B5EF4-FFF2-40B4-BE49-F238E27FC236}">
                        <a16:creationId xmlns:a16="http://schemas.microsoft.com/office/drawing/2014/main" xmlns="" id="{2D66D904-CC13-EE49-A7CF-538219559E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93" name="Group 264">
                    <a:extLst>
                      <a:ext uri="{FF2B5EF4-FFF2-40B4-BE49-F238E27FC236}">
                        <a16:creationId xmlns:a16="http://schemas.microsoft.com/office/drawing/2014/main" xmlns="" id="{3AAA81F7-9D3A-E142-A908-8570268947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190" name="AutoShape 265">
                      <a:extLst>
                        <a:ext uri="{FF2B5EF4-FFF2-40B4-BE49-F238E27FC236}">
                          <a16:creationId xmlns:a16="http://schemas.microsoft.com/office/drawing/2014/main" xmlns="" id="{471C6748-6C90-CD41-B215-DCC3856272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9" y="2594"/>
                      <a:ext cx="686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1" name="AutoShape 266">
                      <a:extLst>
                        <a:ext uri="{FF2B5EF4-FFF2-40B4-BE49-F238E27FC236}">
                          <a16:creationId xmlns:a16="http://schemas.microsoft.com/office/drawing/2014/main" xmlns="" id="{CA18DBA7-CA44-AF4B-9612-BB134F7E0D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1" y="2612"/>
                      <a:ext cx="649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094" name="Freeform 267">
                    <a:extLst>
                      <a:ext uri="{FF2B5EF4-FFF2-40B4-BE49-F238E27FC236}">
                        <a16:creationId xmlns:a16="http://schemas.microsoft.com/office/drawing/2014/main" xmlns="" id="{3AF0EDAF-86D9-8140-8397-45FD6404D1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095" name="Group 268">
                    <a:extLst>
                      <a:ext uri="{FF2B5EF4-FFF2-40B4-BE49-F238E27FC236}">
                        <a16:creationId xmlns:a16="http://schemas.microsoft.com/office/drawing/2014/main" xmlns="" id="{05AB345F-D2A1-FF4A-8734-C89FECAB3B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188" name="AutoShape 269">
                      <a:extLst>
                        <a:ext uri="{FF2B5EF4-FFF2-40B4-BE49-F238E27FC236}">
                          <a16:creationId xmlns:a16="http://schemas.microsoft.com/office/drawing/2014/main" xmlns="" id="{8A01772C-366F-D643-A0B6-8DD641986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70"/>
                      <a:ext cx="723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89" name="AutoShape 270">
                      <a:extLst>
                        <a:ext uri="{FF2B5EF4-FFF2-40B4-BE49-F238E27FC236}">
                          <a16:creationId xmlns:a16="http://schemas.microsoft.com/office/drawing/2014/main" xmlns="" id="{D7199789-730D-D540-8329-FA349F87C6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589"/>
                      <a:ext cx="686" cy="13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7" name="Rectangle 271">
                    <a:extLst>
                      <a:ext uri="{FF2B5EF4-FFF2-40B4-BE49-F238E27FC236}">
                        <a16:creationId xmlns:a16="http://schemas.microsoft.com/office/drawing/2014/main" xmlns="" id="{8B047AC7-93FF-AC4A-BE1C-B5586545A9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1" y="454"/>
                    <a:ext cx="60" cy="226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097" name="Freeform 272">
                    <a:extLst>
                      <a:ext uri="{FF2B5EF4-FFF2-40B4-BE49-F238E27FC236}">
                        <a16:creationId xmlns:a16="http://schemas.microsoft.com/office/drawing/2014/main" xmlns="" id="{C5B9224A-C8B0-F444-AF3A-AA9C058DCA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098" name="Freeform 273">
                    <a:extLst>
                      <a:ext uri="{FF2B5EF4-FFF2-40B4-BE49-F238E27FC236}">
                        <a16:creationId xmlns:a16="http://schemas.microsoft.com/office/drawing/2014/main" xmlns="" id="{AD61F383-3BFD-164B-BE28-5A93E8BA4D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180" name="Oval 274">
                    <a:extLst>
                      <a:ext uri="{FF2B5EF4-FFF2-40B4-BE49-F238E27FC236}">
                        <a16:creationId xmlns:a16="http://schemas.microsoft.com/office/drawing/2014/main" xmlns="" id="{9851C0C1-89C0-6541-9FBB-1CA7E63F5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2" y="2616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00" name="Freeform 275">
                    <a:extLst>
                      <a:ext uri="{FF2B5EF4-FFF2-40B4-BE49-F238E27FC236}">
                        <a16:creationId xmlns:a16="http://schemas.microsoft.com/office/drawing/2014/main" xmlns="" id="{D9EB9732-6FAF-E943-B767-B356AD4DD8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1182" name="AutoShape 276">
                    <a:extLst>
                      <a:ext uri="{FF2B5EF4-FFF2-40B4-BE49-F238E27FC236}">
                        <a16:creationId xmlns:a16="http://schemas.microsoft.com/office/drawing/2014/main" xmlns="" id="{49E0A66E-5BDD-B942-B3AF-8712C45A30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83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3" name="AutoShape 277">
                    <a:extLst>
                      <a:ext uri="{FF2B5EF4-FFF2-40B4-BE49-F238E27FC236}">
                        <a16:creationId xmlns:a16="http://schemas.microsoft.com/office/drawing/2014/main" xmlns="" id="{F7873A47-6CB0-E443-9D17-3B6740476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2712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4" name="Oval 278">
                    <a:extLst>
                      <a:ext uri="{FF2B5EF4-FFF2-40B4-BE49-F238E27FC236}">
                        <a16:creationId xmlns:a16="http://schemas.microsoft.com/office/drawing/2014/main" xmlns="" id="{FEB17BBD-9AF6-D242-9493-E4BF6943B9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0" y="2386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5" name="Oval 279">
                    <a:extLst>
                      <a:ext uri="{FF2B5EF4-FFF2-40B4-BE49-F238E27FC236}">
                        <a16:creationId xmlns:a16="http://schemas.microsoft.com/office/drawing/2014/main" xmlns="" id="{4E2F0601-169F-EE48-9380-8B195120CA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0" y="2386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6" name="Oval 280">
                    <a:extLst>
                      <a:ext uri="{FF2B5EF4-FFF2-40B4-BE49-F238E27FC236}">
                        <a16:creationId xmlns:a16="http://schemas.microsoft.com/office/drawing/2014/main" xmlns="" id="{7E5E1D5A-D32B-3E43-8811-0BE840297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1" y="2386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7" name="Rectangle 281">
                    <a:extLst>
                      <a:ext uri="{FF2B5EF4-FFF2-40B4-BE49-F238E27FC236}">
                        <a16:creationId xmlns:a16="http://schemas.microsoft.com/office/drawing/2014/main" xmlns="" id="{F8BE9160-0AD9-6547-9FB8-9955DED579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1" y="1838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14039" name="Group 1116">
                <a:extLst>
                  <a:ext uri="{FF2B5EF4-FFF2-40B4-BE49-F238E27FC236}">
                    <a16:creationId xmlns:a16="http://schemas.microsoft.com/office/drawing/2014/main" xmlns="" id="{239F2D0A-BCE4-4645-9C26-BE39B9FFB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6941" y="573467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045" name="Picture 3">
                  <a:extLst>
                    <a:ext uri="{FF2B5EF4-FFF2-40B4-BE49-F238E27FC236}">
                      <a16:creationId xmlns:a16="http://schemas.microsoft.com/office/drawing/2014/main" xmlns="" id="{A7233E4E-D929-BE4D-808F-ED78499948D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046" name="Group 950">
                  <a:extLst>
                    <a:ext uri="{FF2B5EF4-FFF2-40B4-BE49-F238E27FC236}">
                      <a16:creationId xmlns:a16="http://schemas.microsoft.com/office/drawing/2014/main" xmlns="" id="{4C7C4138-C9C3-C94F-B624-6AF71CDD43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047" name="Freeform 951">
                    <a:extLst>
                      <a:ext uri="{FF2B5EF4-FFF2-40B4-BE49-F238E27FC236}">
                        <a16:creationId xmlns:a16="http://schemas.microsoft.com/office/drawing/2014/main" xmlns="" id="{B1031031-32FB-3A40-9A5E-9CF6D5E1A0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048" name="Rectangle 952">
                    <a:extLst>
                      <a:ext uri="{FF2B5EF4-FFF2-40B4-BE49-F238E27FC236}">
                        <a16:creationId xmlns:a16="http://schemas.microsoft.com/office/drawing/2014/main" xmlns="" id="{CEE03C58-61AF-D240-A7E9-F3A0F11EE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49" name="Freeform 953">
                    <a:extLst>
                      <a:ext uri="{FF2B5EF4-FFF2-40B4-BE49-F238E27FC236}">
                        <a16:creationId xmlns:a16="http://schemas.microsoft.com/office/drawing/2014/main" xmlns="" id="{5693ED73-4F01-9D46-A15C-29E0188F09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050" name="Freeform 954">
                    <a:extLst>
                      <a:ext uri="{FF2B5EF4-FFF2-40B4-BE49-F238E27FC236}">
                        <a16:creationId xmlns:a16="http://schemas.microsoft.com/office/drawing/2014/main" xmlns="" id="{9DAC6B31-4D55-0444-9A2F-855A65642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051" name="Rectangle 955">
                    <a:extLst>
                      <a:ext uri="{FF2B5EF4-FFF2-40B4-BE49-F238E27FC236}">
                        <a16:creationId xmlns:a16="http://schemas.microsoft.com/office/drawing/2014/main" xmlns="" id="{AA01D1C3-2AF9-BA42-BE91-2FB4FDBB74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2" name="Group 956">
                    <a:extLst>
                      <a:ext uri="{FF2B5EF4-FFF2-40B4-BE49-F238E27FC236}">
                        <a16:creationId xmlns:a16="http://schemas.microsoft.com/office/drawing/2014/main" xmlns="" id="{3029AC5D-6919-134D-9755-596CE74578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077" name="AutoShape 957">
                      <a:extLst>
                        <a:ext uri="{FF2B5EF4-FFF2-40B4-BE49-F238E27FC236}">
                          <a16:creationId xmlns:a16="http://schemas.microsoft.com/office/drawing/2014/main" xmlns="" id="{4AF76AD9-3452-C84D-9438-FA2817CC0C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8" name="AutoShape 958">
                      <a:extLst>
                        <a:ext uri="{FF2B5EF4-FFF2-40B4-BE49-F238E27FC236}">
                          <a16:creationId xmlns:a16="http://schemas.microsoft.com/office/drawing/2014/main" xmlns="" id="{8CE4B50B-20AA-354A-ABC0-5FA7E817D3E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3" name="Rectangle 959">
                    <a:extLst>
                      <a:ext uri="{FF2B5EF4-FFF2-40B4-BE49-F238E27FC236}">
                        <a16:creationId xmlns:a16="http://schemas.microsoft.com/office/drawing/2014/main" xmlns="" id="{5B5FB923-93D2-BA42-8F2A-4280461DAB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4" name="Group 960">
                    <a:extLst>
                      <a:ext uri="{FF2B5EF4-FFF2-40B4-BE49-F238E27FC236}">
                        <a16:creationId xmlns:a16="http://schemas.microsoft.com/office/drawing/2014/main" xmlns="" id="{5275538C-E413-264D-AA09-46F8565AFC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075" name="AutoShape 961">
                      <a:extLst>
                        <a:ext uri="{FF2B5EF4-FFF2-40B4-BE49-F238E27FC236}">
                          <a16:creationId xmlns:a16="http://schemas.microsoft.com/office/drawing/2014/main" xmlns="" id="{ABBADB57-4269-CA49-B6F6-C51C6F7117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6" name="AutoShape 962">
                      <a:extLst>
                        <a:ext uri="{FF2B5EF4-FFF2-40B4-BE49-F238E27FC236}">
                          <a16:creationId xmlns:a16="http://schemas.microsoft.com/office/drawing/2014/main" xmlns="" id="{B48419FF-A851-F14C-AA89-C300E83B3B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5" name="Rectangle 963">
                    <a:extLst>
                      <a:ext uri="{FF2B5EF4-FFF2-40B4-BE49-F238E27FC236}">
                        <a16:creationId xmlns:a16="http://schemas.microsoft.com/office/drawing/2014/main" xmlns="" id="{D25ED4DB-D349-0343-B6A6-7F14F741C4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56" name="Rectangle 964">
                    <a:extLst>
                      <a:ext uri="{FF2B5EF4-FFF2-40B4-BE49-F238E27FC236}">
                        <a16:creationId xmlns:a16="http://schemas.microsoft.com/office/drawing/2014/main" xmlns="" id="{A487E311-359A-A445-95E6-45466BF9D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7" name="Group 965">
                    <a:extLst>
                      <a:ext uri="{FF2B5EF4-FFF2-40B4-BE49-F238E27FC236}">
                        <a16:creationId xmlns:a16="http://schemas.microsoft.com/office/drawing/2014/main" xmlns="" id="{499D523F-BE95-3642-AF2E-055C3506C00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073" name="AutoShape 966">
                      <a:extLst>
                        <a:ext uri="{FF2B5EF4-FFF2-40B4-BE49-F238E27FC236}">
                          <a16:creationId xmlns:a16="http://schemas.microsoft.com/office/drawing/2014/main" xmlns="" id="{2C94FCB3-C382-C941-A04B-F92A26C0D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4" name="AutoShape 967">
                      <a:extLst>
                        <a:ext uri="{FF2B5EF4-FFF2-40B4-BE49-F238E27FC236}">
                          <a16:creationId xmlns:a16="http://schemas.microsoft.com/office/drawing/2014/main" xmlns="" id="{E51C8899-6E1F-914D-A677-1E747925158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8" name="Freeform 968">
                    <a:extLst>
                      <a:ext uri="{FF2B5EF4-FFF2-40B4-BE49-F238E27FC236}">
                        <a16:creationId xmlns:a16="http://schemas.microsoft.com/office/drawing/2014/main" xmlns="" id="{EAFCD1C9-98C5-5C41-9350-B6CC0443AF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14059" name="Group 969">
                    <a:extLst>
                      <a:ext uri="{FF2B5EF4-FFF2-40B4-BE49-F238E27FC236}">
                        <a16:creationId xmlns:a16="http://schemas.microsoft.com/office/drawing/2014/main" xmlns="" id="{6DFB70C3-1340-DA49-8EE1-42843C0317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071" name="AutoShape 970">
                      <a:extLst>
                        <a:ext uri="{FF2B5EF4-FFF2-40B4-BE49-F238E27FC236}">
                          <a16:creationId xmlns:a16="http://schemas.microsoft.com/office/drawing/2014/main" xmlns="" id="{CD07D5CF-AF1C-0942-8F71-631C7F94A4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2" name="AutoShape 971">
                      <a:extLst>
                        <a:ext uri="{FF2B5EF4-FFF2-40B4-BE49-F238E27FC236}">
                          <a16:creationId xmlns:a16="http://schemas.microsoft.com/office/drawing/2014/main" xmlns="" id="{231DCD94-5CA6-4E4E-ACEF-85E8E76D78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defTabSz="685800">
                        <a:spcBef>
                          <a:spcPct val="0"/>
                        </a:spcBef>
                        <a:defRPr/>
                      </a:pPr>
                      <a:endParaRPr lang="en-US" altLang="en-US" sz="1800" dirty="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60" name="Rectangle 972">
                    <a:extLst>
                      <a:ext uri="{FF2B5EF4-FFF2-40B4-BE49-F238E27FC236}">
                        <a16:creationId xmlns:a16="http://schemas.microsoft.com/office/drawing/2014/main" xmlns="" id="{1E7AC1BF-6310-0843-A6F7-B2BA60A6E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1" name="Freeform 973">
                    <a:extLst>
                      <a:ext uri="{FF2B5EF4-FFF2-40B4-BE49-F238E27FC236}">
                        <a16:creationId xmlns:a16="http://schemas.microsoft.com/office/drawing/2014/main" xmlns="" id="{0935325B-0307-9E4E-B734-ED5744070C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062" name="Freeform 974">
                    <a:extLst>
                      <a:ext uri="{FF2B5EF4-FFF2-40B4-BE49-F238E27FC236}">
                        <a16:creationId xmlns:a16="http://schemas.microsoft.com/office/drawing/2014/main" xmlns="" id="{385520D9-3829-7E4B-8EA8-0DC115B179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063" name="Oval 975">
                    <a:extLst>
                      <a:ext uri="{FF2B5EF4-FFF2-40B4-BE49-F238E27FC236}">
                        <a16:creationId xmlns:a16="http://schemas.microsoft.com/office/drawing/2014/main" xmlns="" id="{B8901D8E-E4E1-A648-B2B0-98A52F219B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4" name="Freeform 976">
                    <a:extLst>
                      <a:ext uri="{FF2B5EF4-FFF2-40B4-BE49-F238E27FC236}">
                        <a16:creationId xmlns:a16="http://schemas.microsoft.com/office/drawing/2014/main" xmlns="" id="{246FCFD3-79F4-1643-95D0-FFED191EB0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defTabSz="685800">
                      <a:defRPr/>
                    </a:pPr>
                    <a:endParaRPr lang="en-US" sz="1350" dirty="0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214065" name="AutoShape 977">
                    <a:extLst>
                      <a:ext uri="{FF2B5EF4-FFF2-40B4-BE49-F238E27FC236}">
                        <a16:creationId xmlns:a16="http://schemas.microsoft.com/office/drawing/2014/main" xmlns="" id="{049E768D-768E-FB49-9388-D19AACA69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6" name="AutoShape 978">
                    <a:extLst>
                      <a:ext uri="{FF2B5EF4-FFF2-40B4-BE49-F238E27FC236}">
                        <a16:creationId xmlns:a16="http://schemas.microsoft.com/office/drawing/2014/main" xmlns="" id="{FD640D90-3AEE-BF4D-9E6E-ABA0E32526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7" name="Oval 979">
                    <a:extLst>
                      <a:ext uri="{FF2B5EF4-FFF2-40B4-BE49-F238E27FC236}">
                        <a16:creationId xmlns:a16="http://schemas.microsoft.com/office/drawing/2014/main" xmlns="" id="{4B8570A1-01B0-0B4A-AE4B-BB2AA15DA4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8" name="Oval 980">
                    <a:extLst>
                      <a:ext uri="{FF2B5EF4-FFF2-40B4-BE49-F238E27FC236}">
                        <a16:creationId xmlns:a16="http://schemas.microsoft.com/office/drawing/2014/main" xmlns="" id="{B6B22C19-C9CA-4346-845D-EC1C91BD57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altLang="en-US" sz="135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069" name="Oval 981">
                    <a:extLst>
                      <a:ext uri="{FF2B5EF4-FFF2-40B4-BE49-F238E27FC236}">
                        <a16:creationId xmlns:a16="http://schemas.microsoft.com/office/drawing/2014/main" xmlns="" id="{0B51B8FC-4295-B841-9C40-E622E502DF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70" name="Rectangle 982">
                    <a:extLst>
                      <a:ext uri="{FF2B5EF4-FFF2-40B4-BE49-F238E27FC236}">
                        <a16:creationId xmlns:a16="http://schemas.microsoft.com/office/drawing/2014/main" xmlns="" id="{1E88A228-A2BB-1C43-A2F9-7B61233BB6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40" name="Group 1117">
                <a:extLst>
                  <a:ext uri="{FF2B5EF4-FFF2-40B4-BE49-F238E27FC236}">
                    <a16:creationId xmlns:a16="http://schemas.microsoft.com/office/drawing/2014/main" xmlns="" id="{6083C815-F5AC-C644-BFF2-1B0FF3CC86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439215" y="4827099"/>
                <a:chExt cx="875523" cy="506826"/>
              </a:xfrm>
            </p:grpSpPr>
            <p:grpSp>
              <p:nvGrpSpPr>
                <p:cNvPr id="214041" name="Group 418">
                  <a:extLst>
                    <a:ext uri="{FF2B5EF4-FFF2-40B4-BE49-F238E27FC236}">
                      <a16:creationId xmlns:a16="http://schemas.microsoft.com/office/drawing/2014/main" xmlns="" id="{3F1969C6-FCD5-0B47-87D9-3E8634996C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9215" y="4827099"/>
                  <a:ext cx="875523" cy="506826"/>
                  <a:chOff x="2889" y="1631"/>
                  <a:chExt cx="980" cy="743"/>
                </a:xfrm>
              </p:grpSpPr>
              <p:sp>
                <p:nvSpPr>
                  <p:cNvPr id="214043" name="Rectangle 419">
                    <a:extLst>
                      <a:ext uri="{FF2B5EF4-FFF2-40B4-BE49-F238E27FC236}">
                        <a16:creationId xmlns:a16="http://schemas.microsoft.com/office/drawing/2014/main" xmlns="" id="{FBC9B5A0-5134-CB4D-9A09-33D828FAAF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1841"/>
                    <a:ext cx="663" cy="533"/>
                  </a:xfrm>
                  <a:prstGeom prst="rect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defTabSz="685800">
                      <a:spcBef>
                        <a:spcPct val="0"/>
                      </a:spcBef>
                      <a:defRPr/>
                    </a:pPr>
                    <a:endParaRPr lang="en-US" altLang="en-US" sz="18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125" name="AutoShape 420">
                    <a:extLst>
                      <a:ext uri="{FF2B5EF4-FFF2-40B4-BE49-F238E27FC236}">
                        <a16:creationId xmlns:a16="http://schemas.microsoft.com/office/drawing/2014/main" xmlns="" id="{A912CE0B-005D-8C44-B188-ED72F4D61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9" y="1630"/>
                    <a:ext cx="976" cy="254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algn="ctr" defTabSz="685800">
                      <a:spcBef>
                        <a:spcPct val="0"/>
                      </a:spcBef>
                      <a:defRPr/>
                    </a:pPr>
                    <a:endParaRPr lang="en-US" dirty="0">
                      <a:solidFill>
                        <a:srgbClr val="00CCFF"/>
                      </a:solidFill>
                      <a:latin typeface="Arial" charset="0"/>
                      <a:ea typeface="ＭＳ Ｐゴシック" charset="0"/>
                      <a:cs typeface="ＭＳ Ｐゴシック" charset="0"/>
                    </a:endParaRPr>
                  </a:p>
                </p:txBody>
              </p:sp>
            </p:grpSp>
            <p:pic>
              <p:nvPicPr>
                <p:cNvPr id="214042" name="Picture 1119">
                  <a:extLst>
                    <a:ext uri="{FF2B5EF4-FFF2-40B4-BE49-F238E27FC236}">
                      <a16:creationId xmlns:a16="http://schemas.microsoft.com/office/drawing/2014/main" xmlns="" id="{32A9EC3D-33BD-7049-A936-86E74A5C4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3109" y="5014480"/>
                  <a:ext cx="405029" cy="2908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74D2A9AE-208A-4E4C-BCF7-493AFE598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4885" y="3938893"/>
            <a:ext cx="6778229" cy="187761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685800">
              <a:spcBef>
                <a:spcPct val="0"/>
              </a:spcBef>
              <a:defRPr/>
            </a:pPr>
            <a:endParaRPr lang="en-US" altLang="en-US" sz="1800" dirty="0">
              <a:solidFill>
                <a:srgbClr val="000000"/>
              </a:solidFill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xmlns="" id="{BE7A2D06-49A3-4B4C-969A-7D43248925F4}"/>
              </a:ext>
            </a:extLst>
          </p:cNvPr>
          <p:cNvGrpSpPr>
            <a:grpSpLocks/>
          </p:cNvGrpSpPr>
          <p:nvPr/>
        </p:nvGrpSpPr>
        <p:grpSpPr bwMode="auto">
          <a:xfrm>
            <a:off x="1444230" y="3986203"/>
            <a:ext cx="6055519" cy="415498"/>
            <a:chOff x="379080" y="5456397"/>
            <a:chExt cx="8074239" cy="555551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xmlns="" id="{D4551681-7F48-DD46-9D92-F7E884A68FDD}"/>
                </a:ext>
              </a:extLst>
            </p:cNvPr>
            <p:cNvSpPr/>
            <p:nvPr/>
          </p:nvSpPr>
          <p:spPr>
            <a:xfrm>
              <a:off x="379080" y="5489828"/>
              <a:ext cx="8074239" cy="421866"/>
            </a:xfrm>
            <a:prstGeom prst="rect">
              <a:avLst/>
            </a:prstGeom>
            <a:ln>
              <a:solidFill>
                <a:srgbClr val="C00000"/>
              </a:solidFill>
            </a:ln>
          </p:spPr>
          <p:txBody>
            <a:bodyPr anchor="ctr"/>
            <a:lstStyle/>
            <a:p>
              <a:pPr algn="ctr" defTabSz="685800">
                <a:spcBef>
                  <a:spcPct val="0"/>
                </a:spcBef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14029" name="TextBox 17">
              <a:extLst>
                <a:ext uri="{FF2B5EF4-FFF2-40B4-BE49-F238E27FC236}">
                  <a16:creationId xmlns:a16="http://schemas.microsoft.com/office/drawing/2014/main" xmlns="" id="{8F3B0DDD-75FE-DF4B-9738-358B7A86A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1801" y="5456397"/>
              <a:ext cx="6992185" cy="5555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defTabSz="685800">
                <a:spcBef>
                  <a:spcPct val="0"/>
                </a:spcBef>
                <a:defRPr/>
              </a:pPr>
              <a:r>
                <a:rPr lang="en-US" altLang="en-US" sz="2100" dirty="0">
                  <a:solidFill>
                    <a:srgbClr val="000000"/>
                  </a:solidFill>
                  <a:latin typeface="Calibri" panose="020F0502020204030204"/>
                </a:rPr>
                <a:t>Internet host-host communication as a service</a:t>
              </a:r>
            </a:p>
          </p:txBody>
        </p:sp>
      </p:grp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xmlns="" id="{AEB7511E-D73C-7A4F-88A9-D627FE6294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4363" y="4660030"/>
            <a:ext cx="7275464" cy="1008211"/>
          </a:xfrm>
        </p:spPr>
        <p:txBody>
          <a:bodyPr>
            <a:normAutofit fontScale="62500" lnSpcReduction="20000"/>
          </a:bodyPr>
          <a:lstStyle/>
          <a:p>
            <a:pPr marL="0" indent="0">
              <a:buClr>
                <a:srgbClr val="0000A8"/>
              </a:buClr>
              <a:buNone/>
            </a:pPr>
            <a:r>
              <a:rPr lang="en-US" altLang="en-US" i="1" dirty="0">
                <a:solidFill>
                  <a:srgbClr val="CD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OTT challenges: 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coping with a congested Internet from the “edge”</a:t>
            </a:r>
          </a:p>
          <a:p>
            <a:pPr marL="350044" lvl="1" indent="-175022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what content to place in which CDN node?</a:t>
            </a:r>
          </a:p>
          <a:p>
            <a:pPr marL="350044" lvl="1" indent="-175022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from which CDN node to retrieve content? At which rate?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xmlns="" id="{1EEAFC86-034D-F945-B43F-7739F70F4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7126" y="2388586"/>
            <a:ext cx="3465949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defTabSz="685800">
              <a:spcBef>
                <a:spcPct val="0"/>
              </a:spcBef>
              <a:defRPr/>
            </a:pPr>
            <a:r>
              <a:rPr lang="en-US" altLang="en-US" sz="3300" i="1" dirty="0">
                <a:solidFill>
                  <a:srgbClr val="000099"/>
                </a:solidFill>
                <a:latin typeface="Calibri" panose="020F0502020204030204"/>
              </a:rPr>
              <a:t>OTT: “over the top”</a:t>
            </a:r>
          </a:p>
        </p:txBody>
      </p:sp>
      <p:sp>
        <p:nvSpPr>
          <p:cNvPr id="1036" name="Title 1">
            <a:extLst>
              <a:ext uri="{FF2B5EF4-FFF2-40B4-BE49-F238E27FC236}">
                <a16:creationId xmlns:a16="http://schemas.microsoft.com/office/drawing/2014/main" xmlns="" id="{AAA3A287-D94D-A745-B380-C550D44772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1196116"/>
            <a:ext cx="7886700" cy="670967"/>
          </a:xfrm>
        </p:spPr>
        <p:txBody>
          <a:bodyPr>
            <a:normAutofit fontScale="90000"/>
          </a:bodyPr>
          <a:lstStyle/>
          <a:p>
            <a:r>
              <a:rPr lang="en-US" altLang="en-US" sz="33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33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1035" name="Slide Number Placeholder 2">
            <a:extLst>
              <a:ext uri="{FF2B5EF4-FFF2-40B4-BE49-F238E27FC236}">
                <a16:creationId xmlns:a16="http://schemas.microsoft.com/office/drawing/2014/main" xmlns="" id="{D64B4E52-D9B8-4A4C-8826-6513C716F2BB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14712" y="5689567"/>
            <a:ext cx="2057400" cy="273844"/>
          </a:xfrm>
          <a:prstGeom prst="rect">
            <a:avLst/>
          </a:prstGeom>
        </p:spPr>
        <p:txBody>
          <a:bodyPr/>
          <a:lstStyle/>
          <a:p>
            <a:pPr algn="r" defTabSz="685800">
              <a:defRPr/>
            </a:pPr>
            <a:r>
              <a:rPr lang="en-US" sz="825" dirty="0">
                <a:solidFill>
                  <a:prstClr val="white">
                    <a:lumMod val="50000"/>
                  </a:prstClr>
                </a:solidFill>
                <a:latin typeface="Calibri"/>
              </a:rPr>
              <a:t>Application Layer: 2-</a:t>
            </a:r>
            <a:fld id="{C4204591-24BD-A542-B9D5-F8D8A88D2FEE}" type="slidenum">
              <a:rPr lang="en-US" sz="825">
                <a:solidFill>
                  <a:prstClr val="white">
                    <a:lumMod val="50000"/>
                  </a:prstClr>
                </a:solidFill>
                <a:latin typeface="Calibri"/>
              </a:rPr>
              <a:pPr algn="r" defTabSz="685800">
                <a:defRPr/>
              </a:pPr>
              <a:t>98</a:t>
            </a:fld>
            <a:endParaRPr lang="en-US" sz="825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34225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build="p"/>
      <p:bldP spid="10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Title 3"/>
          <p:cNvSpPr>
            <a:spLocks noGrp="1"/>
          </p:cNvSpPr>
          <p:nvPr>
            <p:ph type="ctrTitle"/>
          </p:nvPr>
        </p:nvSpPr>
        <p:spPr>
          <a:xfrm>
            <a:off x="1214438" y="3000375"/>
            <a:ext cx="7289800" cy="1050925"/>
          </a:xfrm>
        </p:spPr>
        <p:txBody>
          <a:bodyPr/>
          <a:lstStyle/>
          <a:p>
            <a:pPr algn="ctr">
              <a:defRPr/>
            </a:pPr>
            <a:r>
              <a:rPr lang="en-US" sz="60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Blackadder ITC" pitchFamily="82" charset="0"/>
                <a:ea typeface="ＭＳ Ｐゴシック" pitchFamily="34" charset="-128"/>
              </a:rPr>
              <a:t>Thank    You</a:t>
            </a:r>
          </a:p>
        </p:txBody>
      </p:sp>
    </p:spTree>
    <p:extLst>
      <p:ext uri="{BB962C8B-B14F-4D97-AF65-F5344CB8AC3E}">
        <p14:creationId xmlns:p14="http://schemas.microsoft.com/office/powerpoint/2010/main" val="1633268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38338</TotalTime>
  <Words>7991</Words>
  <Application>Microsoft Office PowerPoint</Application>
  <PresentationFormat>On-screen Show (4:3)</PresentationFormat>
  <Paragraphs>1628</Paragraphs>
  <Slides>99</Slides>
  <Notes>89</Notes>
  <HiddenSlides>0</HiddenSlides>
  <MMClips>0</MMClips>
  <ScaleCrop>false</ScaleCrop>
  <HeadingPairs>
    <vt:vector size="8" baseType="variant">
      <vt:variant>
        <vt:lpstr>Fonts Used</vt:lpstr>
      </vt:variant>
      <vt:variant>
        <vt:i4>19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99</vt:i4>
      </vt:variant>
    </vt:vector>
  </HeadingPairs>
  <TitlesOfParts>
    <vt:vector size="120" baseType="lpstr">
      <vt:lpstr>ＭＳ Ｐゴシック</vt:lpstr>
      <vt:lpstr>ＭＳ Ｐゴシック</vt:lpstr>
      <vt:lpstr>Arial</vt:lpstr>
      <vt:lpstr>Arial Narrow</vt:lpstr>
      <vt:lpstr>Blackadder ITC</vt:lpstr>
      <vt:lpstr>Calibri</vt:lpstr>
      <vt:lpstr>CiscoSans</vt:lpstr>
      <vt:lpstr>Comic Sans MS</vt:lpstr>
      <vt:lpstr>Consolas</vt:lpstr>
      <vt:lpstr>Courier</vt:lpstr>
      <vt:lpstr>Courier New</vt:lpstr>
      <vt:lpstr>Gill Sans MT</vt:lpstr>
      <vt:lpstr>Symbol</vt:lpstr>
      <vt:lpstr>Tahoma</vt:lpstr>
      <vt:lpstr>Times New Roman</vt:lpstr>
      <vt:lpstr>Trebuchet MS</vt:lpstr>
      <vt:lpstr>urw-din</vt:lpstr>
      <vt:lpstr>Wingdings</vt:lpstr>
      <vt:lpstr>ZapfDingbats</vt:lpstr>
      <vt:lpstr>Office Theme</vt:lpstr>
      <vt:lpstr>Chart</vt:lpstr>
      <vt:lpstr>CSE 3711 -Computer Networks “Application Layer”-</vt:lpstr>
      <vt:lpstr>Outline</vt:lpstr>
      <vt:lpstr>Chapter 2: application layer</vt:lpstr>
      <vt:lpstr>2.1 Principals of Network Applications</vt:lpstr>
      <vt:lpstr>2.1 Principals of Network Applications</vt:lpstr>
      <vt:lpstr>Some Network Apps</vt:lpstr>
      <vt:lpstr>Creating a network app</vt:lpstr>
      <vt:lpstr>Application architectures</vt:lpstr>
      <vt:lpstr>Client-server architecture</vt:lpstr>
      <vt:lpstr>PowerPoint Presentation</vt:lpstr>
      <vt:lpstr>P2P architecture</vt:lpstr>
      <vt:lpstr>Processes communicating</vt:lpstr>
      <vt:lpstr>Sockets</vt:lpstr>
      <vt:lpstr>Addressing processes</vt:lpstr>
      <vt:lpstr>App-layer protocol defines</vt:lpstr>
      <vt:lpstr>What transport service does an app need?</vt:lpstr>
      <vt:lpstr>Transport service requirements: common apps</vt:lpstr>
      <vt:lpstr>Internet transport protocols services</vt:lpstr>
      <vt:lpstr>Internet apps:  application, transport protocols</vt:lpstr>
      <vt:lpstr>PowerPoint Presentation</vt:lpstr>
      <vt:lpstr>Securing TCP</vt:lpstr>
      <vt:lpstr>Chapter 2: outline</vt:lpstr>
      <vt:lpstr>Web and HTTP</vt:lpstr>
      <vt:lpstr>HTTP overview</vt:lpstr>
      <vt:lpstr>HTTP overview (continued)</vt:lpstr>
      <vt:lpstr>HTTP connections</vt:lpstr>
      <vt:lpstr>Non-persistent HTTP</vt:lpstr>
      <vt:lpstr>Non-persistent HTTP (cont.)</vt:lpstr>
      <vt:lpstr>Non-persistent HTTP: response time</vt:lpstr>
      <vt:lpstr>Persistent HTTP</vt:lpstr>
      <vt:lpstr>Examples</vt:lpstr>
      <vt:lpstr>Comparison</vt:lpstr>
      <vt:lpstr>HTTP/2</vt:lpstr>
      <vt:lpstr>HTTP/2</vt:lpstr>
      <vt:lpstr>HTTP/2: mitigating HOL blocking</vt:lpstr>
      <vt:lpstr>HTTP/2: mitigating HOL blocking</vt:lpstr>
      <vt:lpstr>HTTP/2 to HTTP/3</vt:lpstr>
      <vt:lpstr>PowerPoint Presentation</vt:lpstr>
      <vt:lpstr>HTTP request message</vt:lpstr>
      <vt:lpstr>HTTP response message </vt:lpstr>
      <vt:lpstr>User-server state: cookies</vt:lpstr>
      <vt:lpstr>Cookies: keeping “state” (cont.)</vt:lpstr>
      <vt:lpstr>Cookies (continued)</vt:lpstr>
      <vt:lpstr>Web caches (proxy server)</vt:lpstr>
      <vt:lpstr>More about Web caching</vt:lpstr>
      <vt:lpstr>PowerPoint Presentation</vt:lpstr>
      <vt:lpstr>Chapter 2: outline</vt:lpstr>
      <vt:lpstr>Electronic mail</vt:lpstr>
      <vt:lpstr>Electronic mail: mail servers</vt:lpstr>
      <vt:lpstr>Electronic Mail: SMTP [RFC 2821]</vt:lpstr>
      <vt:lpstr>SMTP RFC (5321)</vt:lpstr>
      <vt:lpstr>Scenario: Alice sends message to Bob</vt:lpstr>
      <vt:lpstr>Mail message format</vt:lpstr>
      <vt:lpstr>Mail access protocols</vt:lpstr>
      <vt:lpstr>Chapter 2: outline</vt:lpstr>
      <vt:lpstr>DNS: domain name system</vt:lpstr>
      <vt:lpstr>DNS Overview</vt:lpstr>
      <vt:lpstr>DNS: services, structure </vt:lpstr>
      <vt:lpstr>PowerPoint Presentation</vt:lpstr>
      <vt:lpstr>PowerPoint Presentation</vt:lpstr>
      <vt:lpstr>DNS: a distributed, hierarchical database</vt:lpstr>
      <vt:lpstr>DNS: root name servers</vt:lpstr>
      <vt:lpstr>TLD, authoritative servers</vt:lpstr>
      <vt:lpstr>Local DNS name server</vt:lpstr>
      <vt:lpstr>DNS name  resolution example</vt:lpstr>
      <vt:lpstr>PowerPoint Presentation</vt:lpstr>
      <vt:lpstr>DNS: caching, updating records</vt:lpstr>
      <vt:lpstr>DNS records</vt:lpstr>
      <vt:lpstr>PowerPoint Presentation</vt:lpstr>
      <vt:lpstr>DNS protocol, messages</vt:lpstr>
      <vt:lpstr>PowerPoint Presentation</vt:lpstr>
      <vt:lpstr>Inserting records into DNS</vt:lpstr>
      <vt:lpstr>DNS security</vt:lpstr>
      <vt:lpstr>Application Layer: Overview</vt:lpstr>
      <vt:lpstr>Peer-to-peer (P2P) architecture</vt:lpstr>
      <vt:lpstr>File distribution: client-server vs P2P</vt:lpstr>
      <vt:lpstr>File distribution time: client-server</vt:lpstr>
      <vt:lpstr>File distribution time: P2P</vt:lpstr>
      <vt:lpstr>Client-server vs. P2P: example</vt:lpstr>
      <vt:lpstr>P2P file distribution: BitTorrent </vt:lpstr>
      <vt:lpstr>P2P file distribution: BitTorrent </vt:lpstr>
      <vt:lpstr>BitTorrent: requesting, sending file chunks</vt:lpstr>
      <vt:lpstr>BitTorrent: tit-for-tat</vt:lpstr>
      <vt:lpstr>Application layer: overview</vt:lpstr>
      <vt:lpstr>Video Streaming and CDNs: context</vt:lpstr>
      <vt:lpstr>Multimedia: video</vt:lpstr>
      <vt:lpstr>Multimedia: video</vt:lpstr>
      <vt:lpstr>Streaming stored video</vt:lpstr>
      <vt:lpstr>Streaming stored video</vt:lpstr>
      <vt:lpstr>Streaming stored video: challenges</vt:lpstr>
      <vt:lpstr>Streaming stored video: playout buffering</vt:lpstr>
      <vt:lpstr>Streaming multimedia: DASH</vt:lpstr>
      <vt:lpstr>Streaming multimedia: DASH</vt:lpstr>
      <vt:lpstr>Content distribution networks (CDNs)</vt:lpstr>
      <vt:lpstr>Content distribution networks (CDNs)</vt:lpstr>
      <vt:lpstr>Akamai today:</vt:lpstr>
      <vt:lpstr>How does Netflix work?</vt:lpstr>
      <vt:lpstr>Content distribution networks (CDNs)</vt:lpstr>
      <vt:lpstr>Thank    You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Dr. A.K.M. Muzahidul Islam</dc:creator>
  <cp:lastModifiedBy>user</cp:lastModifiedBy>
  <cp:revision>871</cp:revision>
  <dcterms:created xsi:type="dcterms:W3CDTF">2018-10-07T06:29:49Z</dcterms:created>
  <dcterms:modified xsi:type="dcterms:W3CDTF">2024-12-05T11:58:02Z</dcterms:modified>
</cp:coreProperties>
</file>