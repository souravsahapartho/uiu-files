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9144000"/>
  <p:embeddedFontLst>
    <p:embeddedFont>
      <p:font typeface="Tahoma" panose="020B0604030504040204" pitchFamily="34" charset="0"/>
      <p:regular r:id="rId50"/>
      <p:bold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jZgJ4c40NQrNhWNdHNwFg12dB08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B28F26D-915E-4FE0-AED1-E4F17585A845}">
  <a:tblStyle styleId="{6B28F26D-915E-4FE0-AED1-E4F17585A84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37c2f125a0_0_0:notes"/>
          <p:cNvSpPr txBox="1">
            <a:spLocks noGrp="1"/>
          </p:cNvSpPr>
          <p:nvPr>
            <p:ph type="body" idx="1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237c2f125a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37c2f125a0_0_110:notes"/>
          <p:cNvSpPr txBox="1">
            <a:spLocks noGrp="1"/>
          </p:cNvSpPr>
          <p:nvPr>
            <p:ph type="body" idx="1"/>
          </p:nvPr>
        </p:nvSpPr>
        <p:spPr>
          <a:xfrm>
            <a:off x="913805" y="4343703"/>
            <a:ext cx="5030400" cy="411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237c2f125a0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6405"/>
            <a:ext cx="60009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Google Shape;987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3" name="Google Shape;1243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6" name="Google Shape;1486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8" name="Google Shape;164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9" name="Google Shape;1729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1" name="Google Shape;1811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2" name="Google Shape;1812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5" name="Google Shape;1885;p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6" name="Google Shape;1886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  <a:defRPr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7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7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7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1" name="Google Shape;21;p47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22" name="Google Shape;22;p47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" name="Google Shape;23;p47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  <a:defRPr sz="5400" b="1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48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31" name="Google Shape;31;p48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" name="Google Shape;32;p48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4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4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" name="Google Shape;39;p49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40" name="Google Shape;40;p49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1" name="Google Shape;41;p49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0"/>
          <p:cNvSpPr txBox="1">
            <a:spLocks noGrp="1"/>
          </p:cNvSpPr>
          <p:nvPr>
            <p:ph type="body" idx="1"/>
          </p:nvPr>
        </p:nvSpPr>
        <p:spPr>
          <a:xfrm>
            <a:off x="838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50"/>
          <p:cNvSpPr txBox="1">
            <a:spLocks noGrp="1"/>
          </p:cNvSpPr>
          <p:nvPr>
            <p:ph type="body" idx="2"/>
          </p:nvPr>
        </p:nvSpPr>
        <p:spPr>
          <a:xfrm>
            <a:off x="6172200" y="1347537"/>
            <a:ext cx="5181600" cy="4829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5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5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9" name="Google Shape;49;p50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50" name="Google Shape;50;p50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51" name="Google Shape;51;p50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5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5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5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  <a:defRPr/>
            </a:lvl1pPr>
            <a:lvl2pPr marL="914400" marR="0" lvl="1" indent="-32766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CC0000"/>
              </a:buClr>
              <a:buSzPts val="1560"/>
              <a:buFont typeface="Arial"/>
              <a:buChar char="●"/>
              <a:defRPr/>
            </a:lvl2pPr>
            <a:lvl3pPr marL="1371600" marR="0" lvl="2" indent="-3111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33CC"/>
              </a:buClr>
              <a:buSzPts val="1300"/>
              <a:buFont typeface="Arial"/>
              <a:buChar char="●"/>
              <a:defRPr/>
            </a:lvl3pPr>
            <a:lvl4pPr marL="1828800" marR="0" lvl="3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33CC"/>
              </a:buClr>
              <a:buSzPts val="1170"/>
              <a:buFont typeface="Arial"/>
              <a:buChar char="●"/>
              <a:defRPr/>
            </a:lvl4pPr>
            <a:lvl5pPr marL="2286000" marR="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Char char="–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5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E75B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5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51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38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  <a:defRPr sz="40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1" name="Google Shape;61;p51"/>
          <p:cNvGrpSpPr/>
          <p:nvPr/>
        </p:nvGrpSpPr>
        <p:grpSpPr>
          <a:xfrm>
            <a:off x="0" y="837288"/>
            <a:ext cx="12192000" cy="70982"/>
            <a:chOff x="838200" y="1349257"/>
            <a:chExt cx="9144000" cy="76200"/>
          </a:xfrm>
        </p:grpSpPr>
        <p:sp>
          <p:nvSpPr>
            <p:cNvPr id="62" name="Google Shape;62;p51"/>
            <p:cNvSpPr/>
            <p:nvPr/>
          </p:nvSpPr>
          <p:spPr>
            <a:xfrm>
              <a:off x="838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FF8200"/>
                </a:gs>
                <a:gs pos="10001">
                  <a:srgbClr val="FF0000"/>
                </a:gs>
                <a:gs pos="35001">
                  <a:srgbClr val="BA0066"/>
                </a:gs>
                <a:gs pos="70000">
                  <a:srgbClr val="66008F"/>
                </a:gs>
                <a:gs pos="100000">
                  <a:srgbClr val="00008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63" name="Google Shape;63;p51"/>
            <p:cNvSpPr/>
            <p:nvPr/>
          </p:nvSpPr>
          <p:spPr>
            <a:xfrm>
              <a:off x="5410200" y="1349257"/>
              <a:ext cx="4572000" cy="76200"/>
            </a:xfrm>
            <a:prstGeom prst="rect">
              <a:avLst/>
            </a:prstGeom>
            <a:gradFill>
              <a:gsLst>
                <a:gs pos="0">
                  <a:srgbClr val="00008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5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6" name="Google Shape;76;p5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5"/>
          <p:cNvSpPr txBox="1">
            <a:spLocks noGrp="1"/>
          </p:cNvSpPr>
          <p:nvPr>
            <p:ph type="title"/>
          </p:nvPr>
        </p:nvSpPr>
        <p:spPr>
          <a:xfrm>
            <a:off x="839788" y="987425"/>
            <a:ext cx="3932237" cy="1069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5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4" name="Google Shape;84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5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5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 type="obj">
  <p:cSld name="OBJEC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37c2f125a0_0_163"/>
          <p:cNvSpPr txBox="1">
            <a:spLocks noGrp="1"/>
          </p:cNvSpPr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237c2f125a0_0_163"/>
          <p:cNvSpPr txBox="1">
            <a:spLocks noGrp="1"/>
          </p:cNvSpPr>
          <p:nvPr>
            <p:ph type="body" idx="1"/>
          </p:nvPr>
        </p:nvSpPr>
        <p:spPr>
          <a:xfrm>
            <a:off x="958851" y="1314450"/>
            <a:ext cx="10363200" cy="50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Sequential Circuits</a:t>
            </a: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lang="en-US"/>
              <a:t>Part 2</a:t>
            </a:r>
            <a:endParaRPr/>
          </a:p>
        </p:txBody>
      </p:sp>
      <p:sp>
        <p:nvSpPr>
          <p:cNvPr id="108" name="Google Shape;108;p1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109" name="Google Shape;109;p1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0" name="Google Shape;110;p1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7c2f125a0_0_0"/>
          <p:cNvSpPr txBox="1">
            <a:spLocks noGrp="1"/>
          </p:cNvSpPr>
          <p:nvPr>
            <p:ph type="sldNum" idx="4294967295"/>
          </p:nvPr>
        </p:nvSpPr>
        <p:spPr>
          <a:xfrm>
            <a:off x="9241367" y="6515100"/>
            <a:ext cx="295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6 - Part 1    </a:t>
            </a:r>
            <a:fld id="{00000000-1234-1234-1234-123412341234}" type="slidenum">
              <a:rPr lang="en-US"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800" b="1" i="1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237c2f125a0_0_0"/>
          <p:cNvSpPr txBox="1">
            <a:spLocks noGrp="1"/>
          </p:cNvSpPr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Flip-Flops</a:t>
            </a:r>
            <a:endParaRPr/>
          </a:p>
        </p:txBody>
      </p:sp>
      <p:sp>
        <p:nvSpPr>
          <p:cNvPr id="117" name="Google Shape;117;g237c2f125a0_0_0"/>
          <p:cNvSpPr txBox="1">
            <a:spLocks noGrp="1"/>
          </p:cNvSpPr>
          <p:nvPr>
            <p:ph type="body" idx="1"/>
          </p:nvPr>
        </p:nvSpPr>
        <p:spPr>
          <a:xfrm>
            <a:off x="958851" y="1314450"/>
            <a:ext cx="10363200" cy="50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8925" lvl="0" indent="-288925" algn="l" rtl="0">
              <a:spcBef>
                <a:spcPts val="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The latch timing problem</a:t>
            </a:r>
            <a:endParaRPr/>
          </a:p>
          <a:p>
            <a:pPr marL="288925" lvl="0" indent="-288925" algn="l" rtl="0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Master-slave flip-flop</a:t>
            </a:r>
            <a:endParaRPr/>
          </a:p>
          <a:p>
            <a:pPr marL="288925" lvl="0" indent="-288925" algn="l" rtl="0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Edge-triggered flip-flop</a:t>
            </a:r>
            <a:endParaRPr/>
          </a:p>
          <a:p>
            <a:pPr marL="288925" lvl="0" indent="-288925" algn="l" rtl="0">
              <a:spcBef>
                <a:spcPts val="640"/>
              </a:spcBef>
              <a:spcAft>
                <a:spcPts val="0"/>
              </a:spcAft>
              <a:buSzPts val="3200"/>
              <a:buChar char="•"/>
            </a:pPr>
            <a:r>
              <a:rPr lang="en-US"/>
              <a:t>Flip-flop timing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JK FLIP FLOPS</a:t>
            </a:r>
            <a:endParaRPr/>
          </a:p>
        </p:txBody>
      </p:sp>
      <p:sp>
        <p:nvSpPr>
          <p:cNvPr id="123" name="Google Shape;123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  <p:sp>
        <p:nvSpPr>
          <p:cNvPr id="124" name="Google Shape;124;p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25" name="Google Shape;125;p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6" name="Google Shape;126;p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132" name="Google Shape;132;p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3" name="Google Shape;133;p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134" name="Google Shape;134;p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745644" y="1143419"/>
            <a:ext cx="278659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 SR NAND Gate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3" descr="NAND Gate - Logic Gates Tutorial"/>
          <p:cNvPicPr preferRelativeResize="0"/>
          <p:nvPr/>
        </p:nvPicPr>
        <p:blipFill rotWithShape="1">
          <a:blip r:embed="rId3">
            <a:alphaModFix/>
          </a:blip>
          <a:srcRect b="68894"/>
          <a:stretch/>
        </p:blipFill>
        <p:spPr>
          <a:xfrm>
            <a:off x="2028220" y="2294435"/>
            <a:ext cx="3431479" cy="127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 descr="NAND Gate - Logic Gates Tutorial"/>
          <p:cNvPicPr preferRelativeResize="0"/>
          <p:nvPr/>
        </p:nvPicPr>
        <p:blipFill rotWithShape="1">
          <a:blip r:embed="rId3">
            <a:alphaModFix/>
          </a:blip>
          <a:srcRect t="33864"/>
          <a:stretch/>
        </p:blipFill>
        <p:spPr>
          <a:xfrm>
            <a:off x="6370637" y="1776275"/>
            <a:ext cx="3971925" cy="314971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"/>
          <p:cNvSpPr/>
          <p:nvPr/>
        </p:nvSpPr>
        <p:spPr>
          <a:xfrm>
            <a:off x="7142480" y="2600960"/>
            <a:ext cx="579120" cy="973307"/>
          </a:xfrm>
          <a:prstGeom prst="ellipse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3325925" y="5232513"/>
            <a:ext cx="60894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‘0’ input to a NAND gate will always result in ‘1’ in the output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4" name="Google Shape;144;p4"/>
          <p:cNvGraphicFramePr/>
          <p:nvPr/>
        </p:nvGraphicFramePr>
        <p:xfrm>
          <a:off x="7253468" y="270842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7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Undefined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Memory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5" name="Google Shape;145;p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146" name="Google Shape;146;p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7" name="Google Shape;147;p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48" name="Google Shape;148;p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pic>
        <p:nvPicPr>
          <p:cNvPr id="149" name="Google Shape;149;p4" descr="File:SR Flip-flop Diagram.svg - Wikimedia Comm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5606" y="2180377"/>
            <a:ext cx="4320394" cy="270024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4"/>
          <p:cNvSpPr txBox="1"/>
          <p:nvPr/>
        </p:nvSpPr>
        <p:spPr>
          <a:xfrm>
            <a:off x="745644" y="1143419"/>
            <a:ext cx="300204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 S’R’ NAND Latch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5"/>
          <p:cNvGraphicFramePr/>
          <p:nvPr/>
        </p:nvGraphicFramePr>
        <p:xfrm>
          <a:off x="7589134" y="1605084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7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Undefined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Memory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6" name="Google Shape;156;p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157" name="Google Shape;157;p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8" name="Google Shape;158;p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160" name="Google Shape;160;p5"/>
          <p:cNvSpPr txBox="1"/>
          <p:nvPr/>
        </p:nvSpPr>
        <p:spPr>
          <a:xfrm>
            <a:off x="745644" y="1143419"/>
            <a:ext cx="24096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 SR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8148676" y="1235752"/>
            <a:ext cx="159518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 NAND Latch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2" name="Google Shape;162;p5"/>
          <p:cNvGraphicFramePr/>
          <p:nvPr/>
        </p:nvGraphicFramePr>
        <p:xfrm>
          <a:off x="7589134" y="409455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4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X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Memory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Memory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Undefined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3" name="Google Shape;163;p5"/>
          <p:cNvSpPr txBox="1"/>
          <p:nvPr/>
        </p:nvSpPr>
        <p:spPr>
          <a:xfrm>
            <a:off x="8317728" y="3669877"/>
            <a:ext cx="12570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 Flip Flop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" name="Google Shape;164;p5"/>
          <p:cNvGrpSpPr/>
          <p:nvPr/>
        </p:nvGrpSpPr>
        <p:grpSpPr>
          <a:xfrm>
            <a:off x="745644" y="1933044"/>
            <a:ext cx="6291805" cy="3707523"/>
            <a:chOff x="838200" y="2207140"/>
            <a:chExt cx="5182846" cy="3121855"/>
          </a:xfrm>
        </p:grpSpPr>
        <p:pic>
          <p:nvPicPr>
            <p:cNvPr id="165" name="Google Shape;165;p5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5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37c2f125a0_0_110"/>
          <p:cNvSpPr txBox="1">
            <a:spLocks noGrp="1"/>
          </p:cNvSpPr>
          <p:nvPr>
            <p:ph type="sldNum" idx="4294967295"/>
          </p:nvPr>
        </p:nvSpPr>
        <p:spPr>
          <a:xfrm>
            <a:off x="9241367" y="6515100"/>
            <a:ext cx="2950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6 - Part 2    </a:t>
            </a:r>
            <a:fld id="{00000000-1234-1234-1234-123412341234}" type="slidenum">
              <a:rPr lang="en-US" sz="800" b="1" i="1" baseline="-2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800" b="1" i="1" baseline="-2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g237c2f125a0_0_110"/>
          <p:cNvSpPr txBox="1">
            <a:spLocks noGrp="1"/>
          </p:cNvSpPr>
          <p:nvPr>
            <p:ph type="title"/>
          </p:nvPr>
        </p:nvSpPr>
        <p:spPr>
          <a:xfrm>
            <a:off x="954617" y="0"/>
            <a:ext cx="10363200" cy="102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J-K Flip-flop</a:t>
            </a:r>
            <a:endParaRPr/>
          </a:p>
        </p:txBody>
      </p:sp>
      <p:sp>
        <p:nvSpPr>
          <p:cNvPr id="173" name="Google Shape;173;g237c2f125a0_0_110"/>
          <p:cNvSpPr txBox="1">
            <a:spLocks noGrp="1"/>
          </p:cNvSpPr>
          <p:nvPr>
            <p:ph type="body" idx="1"/>
          </p:nvPr>
        </p:nvSpPr>
        <p:spPr>
          <a:xfrm>
            <a:off x="806451" y="1212850"/>
            <a:ext cx="10363200" cy="50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8925" lvl="0" indent="-288925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Behavior</a:t>
            </a:r>
            <a:endParaRPr/>
          </a:p>
          <a:p>
            <a:pPr marL="692150" lvl="1" indent="-234950" algn="l" rtl="0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/>
              <a:t>Same as S-R flip-flop with J analogous to S and K analogous to R</a:t>
            </a:r>
            <a:endParaRPr/>
          </a:p>
          <a:p>
            <a:pPr marL="692150" lvl="1" indent="-234950" algn="l" rtl="0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 u="sng"/>
              <a:t>Except</a:t>
            </a:r>
            <a:r>
              <a:rPr lang="en-US" sz="2400"/>
              <a:t> that J = K = 1 is allowed, and</a:t>
            </a:r>
            <a:endParaRPr/>
          </a:p>
          <a:p>
            <a:pPr marL="692150" lvl="1" indent="-234950" algn="l" rtl="0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/>
              <a:t>For J = K = 1, the flip-flop changes to the </a:t>
            </a:r>
            <a:r>
              <a:rPr lang="en-US" sz="2400" i="1"/>
              <a:t>opposite state</a:t>
            </a:r>
            <a:endParaRPr/>
          </a:p>
          <a:p>
            <a:pPr marL="692150" lvl="1" indent="-234950" algn="l" rtl="0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/>
              <a:t>As a master-slave, has same behavior as S-R flip-flop</a:t>
            </a:r>
            <a:endParaRPr/>
          </a:p>
          <a:p>
            <a:pPr marL="692150" lvl="1" indent="-234950" algn="l" rtl="0">
              <a:spcBef>
                <a:spcPts val="48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/>
              <a:t>If the master changes to the wrong state, that state will be passed to the slave</a:t>
            </a:r>
            <a:endParaRPr/>
          </a:p>
          <a:p>
            <a:pPr marL="1143000" lvl="2" indent="-2286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E.g., if master falsely set by J = 1, K = 1 cannot reset it during the current clock cycle</a:t>
            </a:r>
            <a:endParaRPr sz="2000" b="0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179" name="Google Shape;179;p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0" name="Google Shape;180;p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1" name="Google Shape;181;p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182" name="Google Shape;182;p6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3" name="Google Shape;183;p6"/>
          <p:cNvGrpSpPr/>
          <p:nvPr/>
        </p:nvGrpSpPr>
        <p:grpSpPr>
          <a:xfrm>
            <a:off x="7135983" y="2212480"/>
            <a:ext cx="4127126" cy="2181226"/>
            <a:chOff x="7504042" y="2428620"/>
            <a:chExt cx="4127126" cy="2181226"/>
          </a:xfrm>
        </p:grpSpPr>
        <p:pic>
          <p:nvPicPr>
            <p:cNvPr id="184" name="Google Shape;184;p6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6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6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6"/>
          <p:cNvGrpSpPr/>
          <p:nvPr/>
        </p:nvGrpSpPr>
        <p:grpSpPr>
          <a:xfrm>
            <a:off x="565904" y="1846873"/>
            <a:ext cx="6354699" cy="4101348"/>
            <a:chOff x="565904" y="1846873"/>
            <a:chExt cx="6354699" cy="4101348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189" name="Google Shape;189;p6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" name="Google Shape;190;p6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6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" name="Google Shape;193;p6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194" name="Google Shape;194;p6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5" name="Google Shape;195;p6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6" name="Google Shape;196;p6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197" name="Google Shape;197;p6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198" name="Google Shape;198;p6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199" name="Google Shape;199;p6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0" name="Google Shape;200;p6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1" name="Google Shape;201;p6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02" name="Google Shape;202;p6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pic>
        <p:nvPicPr>
          <p:cNvPr id="203" name="Google Shape;203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63495" y="3736340"/>
            <a:ext cx="255105" cy="2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209" name="Google Shape;209;p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10" name="Google Shape;210;p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11" name="Google Shape;211;p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7"/>
          <p:cNvGrpSpPr/>
          <p:nvPr/>
        </p:nvGrpSpPr>
        <p:grpSpPr>
          <a:xfrm>
            <a:off x="7057002" y="1303494"/>
            <a:ext cx="4127126" cy="2181226"/>
            <a:chOff x="7504042" y="2428620"/>
            <a:chExt cx="4127126" cy="2181226"/>
          </a:xfrm>
        </p:grpSpPr>
        <p:pic>
          <p:nvPicPr>
            <p:cNvPr id="214" name="Google Shape;214;p7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7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7" name="Google Shape;217;p7"/>
          <p:cNvSpPr/>
          <p:nvPr/>
        </p:nvSpPr>
        <p:spPr>
          <a:xfrm>
            <a:off x="7070423" y="1747739"/>
            <a:ext cx="4127215" cy="44945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7274560" y="3928965"/>
            <a:ext cx="24515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in a NAND results in 1.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 txBox="1"/>
          <p:nvPr/>
        </p:nvSpPr>
        <p:spPr>
          <a:xfrm>
            <a:off x="3178949" y="268933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3178949" y="474369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1" name="Google Shape;221;p7"/>
          <p:cNvGraphicFramePr/>
          <p:nvPr/>
        </p:nvGraphicFramePr>
        <p:xfrm>
          <a:off x="7274560" y="47181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7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Undefined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Memory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2" name="Google Shape;222;p7"/>
          <p:cNvSpPr txBox="1"/>
          <p:nvPr/>
        </p:nvSpPr>
        <p:spPr>
          <a:xfrm>
            <a:off x="7272603" y="4277759"/>
            <a:ext cx="28078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to consider Q or Q’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7"/>
          <p:cNvGrpSpPr/>
          <p:nvPr/>
        </p:nvGrpSpPr>
        <p:grpSpPr>
          <a:xfrm>
            <a:off x="565904" y="1846873"/>
            <a:ext cx="6354699" cy="4101348"/>
            <a:chOff x="565904" y="1846873"/>
            <a:chExt cx="6354699" cy="4101348"/>
          </a:xfrm>
        </p:grpSpPr>
        <p:grpSp>
          <p:nvGrpSpPr>
            <p:cNvPr id="224" name="Google Shape;224;p7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225" name="Google Shape;225;p7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" name="Google Shape;226;p7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" name="Google Shape;227;p7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8" name="Google Shape;228;p7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7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230" name="Google Shape;230;p7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1" name="Google Shape;231;p7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2" name="Google Shape;232;p7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3" name="Google Shape;233;p7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34" name="Google Shape;234;p7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235" name="Google Shape;235;p7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6" name="Google Shape;236;p7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7" name="Google Shape;237;p7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38" name="Google Shape;238;p7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239" name="Google Shape;239;p7"/>
          <p:cNvSpPr txBox="1"/>
          <p:nvPr/>
        </p:nvSpPr>
        <p:spPr>
          <a:xfrm>
            <a:off x="381959" y="39634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820284" y="2827296"/>
            <a:ext cx="255105" cy="2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246" name="Google Shape;246;p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47" name="Google Shape;247;p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48" name="Google Shape;248;p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8"/>
          <p:cNvGrpSpPr/>
          <p:nvPr/>
        </p:nvGrpSpPr>
        <p:grpSpPr>
          <a:xfrm>
            <a:off x="7057002" y="1303494"/>
            <a:ext cx="4127126" cy="2181226"/>
            <a:chOff x="7504042" y="2428620"/>
            <a:chExt cx="4127126" cy="2181226"/>
          </a:xfrm>
        </p:grpSpPr>
        <p:pic>
          <p:nvPicPr>
            <p:cNvPr id="251" name="Google Shape;251;p8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2" name="Google Shape;252;p8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8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8"/>
          <p:cNvGrpSpPr/>
          <p:nvPr/>
        </p:nvGrpSpPr>
        <p:grpSpPr>
          <a:xfrm>
            <a:off x="565904" y="1846873"/>
            <a:ext cx="6354699" cy="4101348"/>
            <a:chOff x="565904" y="1846873"/>
            <a:chExt cx="6354699" cy="4101348"/>
          </a:xfrm>
        </p:grpSpPr>
        <p:grpSp>
          <p:nvGrpSpPr>
            <p:cNvPr id="255" name="Google Shape;255;p8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256" name="Google Shape;256;p8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7" name="Google Shape;257;p8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8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8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261" name="Google Shape;261;p8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2" name="Google Shape;262;p8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3" name="Google Shape;263;p8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4" name="Google Shape;264;p8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265" name="Google Shape;265;p8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266" name="Google Shape;266;p8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7" name="Google Shape;267;p8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8" name="Google Shape;268;p8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269" name="Google Shape;269;p8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270" name="Google Shape;270;p8"/>
          <p:cNvSpPr/>
          <p:nvPr/>
        </p:nvSpPr>
        <p:spPr>
          <a:xfrm>
            <a:off x="7089163" y="2137710"/>
            <a:ext cx="4127215" cy="2563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 txBox="1"/>
          <p:nvPr/>
        </p:nvSpPr>
        <p:spPr>
          <a:xfrm>
            <a:off x="381959" y="396344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415418" y="273304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 txBox="1"/>
          <p:nvPr/>
        </p:nvSpPr>
        <p:spPr>
          <a:xfrm>
            <a:off x="399222" y="51274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7274560" y="3928965"/>
            <a:ext cx="245150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 in a NAND results in 1.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5" name="Google Shape;275;p8"/>
          <p:cNvGraphicFramePr/>
          <p:nvPr/>
        </p:nvGraphicFramePr>
        <p:xfrm>
          <a:off x="7274560" y="4718160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78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8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Qn’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Undefined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Memory</a:t>
                      </a:r>
                      <a:endParaRPr sz="1800" u="none" strike="noStrike" cap="none"/>
                    </a:p>
                  </a:txBody>
                  <a:tcPr marL="91450" marR="91450" marT="45725" marB="45725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6" name="Google Shape;276;p8"/>
          <p:cNvSpPr txBox="1"/>
          <p:nvPr/>
        </p:nvSpPr>
        <p:spPr>
          <a:xfrm>
            <a:off x="7272603" y="4277759"/>
            <a:ext cx="28078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need to consider Q or Q’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 txBox="1"/>
          <p:nvPr/>
        </p:nvSpPr>
        <p:spPr>
          <a:xfrm>
            <a:off x="2909870" y="252676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 txBox="1"/>
          <p:nvPr/>
        </p:nvSpPr>
        <p:spPr>
          <a:xfrm>
            <a:off x="2920592" y="449567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7295" y="2829138"/>
            <a:ext cx="255105" cy="2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285" name="Google Shape;285;p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286" name="Google Shape;286;p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87" name="Google Shape;287;p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288" name="Google Shape;288;p9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9" name="Google Shape;289;p9"/>
          <p:cNvGrpSpPr/>
          <p:nvPr/>
        </p:nvGrpSpPr>
        <p:grpSpPr>
          <a:xfrm>
            <a:off x="7057002" y="1303494"/>
            <a:ext cx="4127126" cy="2181226"/>
            <a:chOff x="7504042" y="2428620"/>
            <a:chExt cx="4127126" cy="2181226"/>
          </a:xfrm>
        </p:grpSpPr>
        <p:pic>
          <p:nvPicPr>
            <p:cNvPr id="290" name="Google Shape;290;p9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1" name="Google Shape;291;p9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3" name="Google Shape;293;p9"/>
          <p:cNvGrpSpPr/>
          <p:nvPr/>
        </p:nvGrpSpPr>
        <p:grpSpPr>
          <a:xfrm>
            <a:off x="10774" y="1846873"/>
            <a:ext cx="6354699" cy="4101348"/>
            <a:chOff x="565904" y="1846873"/>
            <a:chExt cx="6354699" cy="4101348"/>
          </a:xfrm>
        </p:grpSpPr>
        <p:grpSp>
          <p:nvGrpSpPr>
            <p:cNvPr id="294" name="Google Shape;294;p9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295" name="Google Shape;295;p9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6" name="Google Shape;296;p9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9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9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9" name="Google Shape;299;p9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300" name="Google Shape;300;p9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01" name="Google Shape;301;p9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02" name="Google Shape;302;p9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03" name="Google Shape;303;p9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304" name="Google Shape;304;p9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305" name="Google Shape;305;p9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06" name="Google Shape;306;p9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07" name="Google Shape;307;p9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08" name="Google Shape;308;p9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09" name="Google Shape;309;p9"/>
          <p:cNvSpPr/>
          <p:nvPr/>
        </p:nvSpPr>
        <p:spPr>
          <a:xfrm>
            <a:off x="7089163" y="2507855"/>
            <a:ext cx="4127215" cy="2563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 txBox="1"/>
          <p:nvPr/>
        </p:nvSpPr>
        <p:spPr>
          <a:xfrm>
            <a:off x="433147" y="37787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466606" y="254837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450410" y="49427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2531200" y="26237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7057002" y="3798540"/>
            <a:ext cx="390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1: Initially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Q=0 and Q’=1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5654533" y="28614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5591044" y="44119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2505583" y="470309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7089163" y="4481399"/>
            <a:ext cx="363567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J=0 and K=1 results 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Q=0 and Q’=1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 no change)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 txBox="1"/>
          <p:nvPr/>
        </p:nvSpPr>
        <p:spPr>
          <a:xfrm>
            <a:off x="901152" y="556664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7295" y="2829138"/>
            <a:ext cx="255105" cy="2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26" name="Google Shape;326;p1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27" name="Google Shape;327;p1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328" name="Google Shape;328;p1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329" name="Google Shape;329;p10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0" name="Google Shape;330;p10"/>
          <p:cNvGrpSpPr/>
          <p:nvPr/>
        </p:nvGrpSpPr>
        <p:grpSpPr>
          <a:xfrm>
            <a:off x="7057002" y="1303494"/>
            <a:ext cx="4127126" cy="2181226"/>
            <a:chOff x="7504042" y="2428620"/>
            <a:chExt cx="4127126" cy="2181226"/>
          </a:xfrm>
        </p:grpSpPr>
        <p:pic>
          <p:nvPicPr>
            <p:cNvPr id="331" name="Google Shape;331;p10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2" name="Google Shape;332;p10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0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4" name="Google Shape;334;p10"/>
          <p:cNvGrpSpPr/>
          <p:nvPr/>
        </p:nvGrpSpPr>
        <p:grpSpPr>
          <a:xfrm>
            <a:off x="10774" y="1846873"/>
            <a:ext cx="6354699" cy="4101348"/>
            <a:chOff x="565904" y="1846873"/>
            <a:chExt cx="6354699" cy="4101348"/>
          </a:xfrm>
        </p:grpSpPr>
        <p:grpSp>
          <p:nvGrpSpPr>
            <p:cNvPr id="335" name="Google Shape;335;p10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336" name="Google Shape;336;p10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7" name="Google Shape;337;p10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10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" name="Google Shape;339;p10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0" name="Google Shape;340;p10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341" name="Google Shape;341;p10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2" name="Google Shape;342;p10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3" name="Google Shape;343;p10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4" name="Google Shape;344;p10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345" name="Google Shape;345;p10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346" name="Google Shape;346;p10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7" name="Google Shape;347;p10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8" name="Google Shape;348;p10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49" name="Google Shape;349;p10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50" name="Google Shape;350;p10"/>
          <p:cNvSpPr/>
          <p:nvPr/>
        </p:nvSpPr>
        <p:spPr>
          <a:xfrm>
            <a:off x="7089163" y="2507855"/>
            <a:ext cx="4127215" cy="2563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 txBox="1"/>
          <p:nvPr/>
        </p:nvSpPr>
        <p:spPr>
          <a:xfrm>
            <a:off x="433147" y="377878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466606" y="254837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450410" y="49427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2531200" y="262375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7057002" y="3798540"/>
            <a:ext cx="390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2: Initially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Q=1 and Q’=0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5654533" y="286148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5591044" y="441198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2505583" y="470309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7089163" y="4481399"/>
            <a:ext cx="3635675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J=0 and K=1 results in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Q=0 and Q’=1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(i.e no change)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5882574" y="285855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5880660" y="439867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821839" y="566273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0"/>
          <p:cNvCxnSpPr/>
          <p:nvPr/>
        </p:nvCxnSpPr>
        <p:spPr>
          <a:xfrm>
            <a:off x="5734642" y="2985446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64" name="Google Shape;364;p10"/>
          <p:cNvCxnSpPr/>
          <p:nvPr/>
        </p:nvCxnSpPr>
        <p:spPr>
          <a:xfrm>
            <a:off x="5657891" y="4534402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65" name="Google Shape;365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7295" y="2829138"/>
            <a:ext cx="255105" cy="2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371" name="Google Shape;371;p1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372" name="Google Shape;372;p1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373" name="Google Shape;373;p1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374" name="Google Shape;374;p11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5" name="Google Shape;375;p11"/>
          <p:cNvGrpSpPr/>
          <p:nvPr/>
        </p:nvGrpSpPr>
        <p:grpSpPr>
          <a:xfrm>
            <a:off x="7057002" y="1303494"/>
            <a:ext cx="4127126" cy="2181226"/>
            <a:chOff x="7504042" y="2428620"/>
            <a:chExt cx="4127126" cy="2181226"/>
          </a:xfrm>
        </p:grpSpPr>
        <p:pic>
          <p:nvPicPr>
            <p:cNvPr id="376" name="Google Shape;376;p11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7" name="Google Shape;377;p11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9" name="Google Shape;379;p11"/>
          <p:cNvGrpSpPr/>
          <p:nvPr/>
        </p:nvGrpSpPr>
        <p:grpSpPr>
          <a:xfrm>
            <a:off x="565904" y="1846873"/>
            <a:ext cx="6354699" cy="4101348"/>
            <a:chOff x="565904" y="1846873"/>
            <a:chExt cx="6354699" cy="4101348"/>
          </a:xfrm>
        </p:grpSpPr>
        <p:grpSp>
          <p:nvGrpSpPr>
            <p:cNvPr id="380" name="Google Shape;380;p11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381" name="Google Shape;381;p11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2" name="Google Shape;382;p11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3" name="Google Shape;383;p11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11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5" name="Google Shape;385;p11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386" name="Google Shape;386;p11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7" name="Google Shape;387;p11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8" name="Google Shape;388;p11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89" name="Google Shape;389;p11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390" name="Google Shape;390;p11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391" name="Google Shape;391;p11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2" name="Google Shape;392;p11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3" name="Google Shape;393;p11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394" name="Google Shape;394;p11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395" name="Google Shape;395;p11"/>
          <p:cNvSpPr/>
          <p:nvPr/>
        </p:nvSpPr>
        <p:spPr>
          <a:xfrm>
            <a:off x="7089163" y="2756535"/>
            <a:ext cx="4127215" cy="331891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7295" y="2829138"/>
            <a:ext cx="255105" cy="2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02" name="Google Shape;402;p1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03" name="Google Shape;403;p1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404" name="Google Shape;404;p1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405" name="Google Shape;405;p12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6" name="Google Shape;406;p12"/>
          <p:cNvGrpSpPr/>
          <p:nvPr/>
        </p:nvGrpSpPr>
        <p:grpSpPr>
          <a:xfrm>
            <a:off x="7057002" y="1303494"/>
            <a:ext cx="4127126" cy="2181226"/>
            <a:chOff x="7504042" y="2428620"/>
            <a:chExt cx="4127126" cy="2181226"/>
          </a:xfrm>
        </p:grpSpPr>
        <p:pic>
          <p:nvPicPr>
            <p:cNvPr id="407" name="Google Shape;407;p12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12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2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0" name="Google Shape;410;p12"/>
          <p:cNvGrpSpPr/>
          <p:nvPr/>
        </p:nvGrpSpPr>
        <p:grpSpPr>
          <a:xfrm>
            <a:off x="565904" y="1846873"/>
            <a:ext cx="6354699" cy="4101348"/>
            <a:chOff x="565904" y="1846873"/>
            <a:chExt cx="6354699" cy="4101348"/>
          </a:xfrm>
        </p:grpSpPr>
        <p:grpSp>
          <p:nvGrpSpPr>
            <p:cNvPr id="411" name="Google Shape;411;p12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412" name="Google Shape;412;p12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13" name="Google Shape;413;p12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4" name="Google Shape;414;p12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5" name="Google Shape;415;p12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12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417" name="Google Shape;417;p12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8" name="Google Shape;418;p12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19" name="Google Shape;419;p12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0" name="Google Shape;420;p12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21" name="Google Shape;421;p12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422" name="Google Shape;422;p12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3" name="Google Shape;423;p12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4" name="Google Shape;424;p12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25" name="Google Shape;425;p12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426" name="Google Shape;426;p12"/>
          <p:cNvSpPr txBox="1"/>
          <p:nvPr/>
        </p:nvSpPr>
        <p:spPr>
          <a:xfrm>
            <a:off x="7080622" y="3826706"/>
            <a:ext cx="43226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1: There is Q=0 and Q=1 in the ckt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6276492" y="28341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6274578" y="43742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292127" y="505590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 txBox="1"/>
          <p:nvPr/>
        </p:nvSpPr>
        <p:spPr>
          <a:xfrm>
            <a:off x="292127" y="39186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292127" y="27813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1390560" y="554704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3214780" y="470309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1908114" y="2181578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3178949" y="264950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2"/>
          <p:cNvSpPr txBox="1"/>
          <p:nvPr/>
        </p:nvSpPr>
        <p:spPr>
          <a:xfrm>
            <a:off x="6589752" y="28341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6548084" y="436086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8" name="Google Shape;438;p12"/>
          <p:cNvCxnSpPr/>
          <p:nvPr/>
        </p:nvCxnSpPr>
        <p:spPr>
          <a:xfrm>
            <a:off x="6372210" y="2945454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p12"/>
          <p:cNvCxnSpPr/>
          <p:nvPr/>
        </p:nvCxnSpPr>
        <p:spPr>
          <a:xfrm>
            <a:off x="6295459" y="4494410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40" name="Google Shape;440;p12"/>
          <p:cNvSpPr txBox="1"/>
          <p:nvPr/>
        </p:nvSpPr>
        <p:spPr>
          <a:xfrm>
            <a:off x="7048671" y="4407604"/>
            <a:ext cx="43947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2: There is Q=1 and Q=0in the ckt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1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7295" y="2829138"/>
            <a:ext cx="255105" cy="231374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2"/>
          <p:cNvSpPr/>
          <p:nvPr/>
        </p:nvSpPr>
        <p:spPr>
          <a:xfrm>
            <a:off x="7080622" y="3018836"/>
            <a:ext cx="4127215" cy="408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48" name="Google Shape;448;p1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49" name="Google Shape;449;p1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450" name="Google Shape;450;p1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451" name="Google Shape;451;p13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2" name="Google Shape;452;p13"/>
          <p:cNvGrpSpPr/>
          <p:nvPr/>
        </p:nvGrpSpPr>
        <p:grpSpPr>
          <a:xfrm>
            <a:off x="7057002" y="1303494"/>
            <a:ext cx="4127126" cy="2181226"/>
            <a:chOff x="7504042" y="2428620"/>
            <a:chExt cx="4127126" cy="2181226"/>
          </a:xfrm>
        </p:grpSpPr>
        <p:pic>
          <p:nvPicPr>
            <p:cNvPr id="453" name="Google Shape;453;p13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4" name="Google Shape;454;p13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6" name="Google Shape;456;p13"/>
          <p:cNvGrpSpPr/>
          <p:nvPr/>
        </p:nvGrpSpPr>
        <p:grpSpPr>
          <a:xfrm>
            <a:off x="565904" y="1846873"/>
            <a:ext cx="6354699" cy="4101348"/>
            <a:chOff x="565904" y="1846873"/>
            <a:chExt cx="6354699" cy="4101348"/>
          </a:xfrm>
        </p:grpSpPr>
        <p:grpSp>
          <p:nvGrpSpPr>
            <p:cNvPr id="457" name="Google Shape;457;p13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458" name="Google Shape;458;p13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9" name="Google Shape;459;p13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13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13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2" name="Google Shape;462;p13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463" name="Google Shape;463;p13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4" name="Google Shape;464;p13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5" name="Google Shape;465;p13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6" name="Google Shape;466;p13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467" name="Google Shape;467;p13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468" name="Google Shape;468;p13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69" name="Google Shape;469;p13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0" name="Google Shape;470;p13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471" name="Google Shape;471;p13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472" name="Google Shape;472;p13"/>
          <p:cNvSpPr/>
          <p:nvPr/>
        </p:nvSpPr>
        <p:spPr>
          <a:xfrm>
            <a:off x="7080622" y="3170538"/>
            <a:ext cx="4127215" cy="2563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3"/>
          <p:cNvSpPr txBox="1"/>
          <p:nvPr/>
        </p:nvSpPr>
        <p:spPr>
          <a:xfrm>
            <a:off x="7080622" y="3826706"/>
            <a:ext cx="43226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1: There is Q=0 and Q=1 in the ckt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 txBox="1"/>
          <p:nvPr/>
        </p:nvSpPr>
        <p:spPr>
          <a:xfrm>
            <a:off x="6276492" y="28341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3"/>
          <p:cNvSpPr txBox="1"/>
          <p:nvPr/>
        </p:nvSpPr>
        <p:spPr>
          <a:xfrm>
            <a:off x="6274578" y="43742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3"/>
          <p:cNvSpPr txBox="1"/>
          <p:nvPr/>
        </p:nvSpPr>
        <p:spPr>
          <a:xfrm>
            <a:off x="292127" y="505590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292127" y="39186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3"/>
          <p:cNvSpPr txBox="1"/>
          <p:nvPr/>
        </p:nvSpPr>
        <p:spPr>
          <a:xfrm>
            <a:off x="292127" y="278132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3"/>
          <p:cNvSpPr txBox="1"/>
          <p:nvPr/>
        </p:nvSpPr>
        <p:spPr>
          <a:xfrm>
            <a:off x="6589752" y="283416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 txBox="1"/>
          <p:nvPr/>
        </p:nvSpPr>
        <p:spPr>
          <a:xfrm>
            <a:off x="6548084" y="436086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13"/>
          <p:cNvCxnSpPr/>
          <p:nvPr/>
        </p:nvCxnSpPr>
        <p:spPr>
          <a:xfrm>
            <a:off x="6372210" y="2945454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2" name="Google Shape;482;p13"/>
          <p:cNvCxnSpPr/>
          <p:nvPr/>
        </p:nvCxnSpPr>
        <p:spPr>
          <a:xfrm>
            <a:off x="6295459" y="4494410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83" name="Google Shape;483;p13"/>
          <p:cNvSpPr txBox="1"/>
          <p:nvPr/>
        </p:nvSpPr>
        <p:spPr>
          <a:xfrm>
            <a:off x="7048671" y="4407604"/>
            <a:ext cx="43947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2: There is Q=1 and Q=0in the ckt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 txBox="1"/>
          <p:nvPr/>
        </p:nvSpPr>
        <p:spPr>
          <a:xfrm>
            <a:off x="1402004" y="210529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 txBox="1"/>
          <p:nvPr/>
        </p:nvSpPr>
        <p:spPr>
          <a:xfrm>
            <a:off x="3086330" y="263837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 txBox="1"/>
          <p:nvPr/>
        </p:nvSpPr>
        <p:spPr>
          <a:xfrm>
            <a:off x="1335799" y="5578889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3"/>
          <p:cNvSpPr txBox="1"/>
          <p:nvPr/>
        </p:nvSpPr>
        <p:spPr>
          <a:xfrm>
            <a:off x="3128995" y="468657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 txBox="1"/>
          <p:nvPr/>
        </p:nvSpPr>
        <p:spPr>
          <a:xfrm>
            <a:off x="6832654" y="284088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9" name="Google Shape;489;p13"/>
          <p:cNvCxnSpPr/>
          <p:nvPr/>
        </p:nvCxnSpPr>
        <p:spPr>
          <a:xfrm>
            <a:off x="6669861" y="2956583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90" name="Google Shape;490;p13"/>
          <p:cNvSpPr txBox="1"/>
          <p:nvPr/>
        </p:nvSpPr>
        <p:spPr>
          <a:xfrm>
            <a:off x="6797680" y="4356262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1" name="Google Shape;491;p13"/>
          <p:cNvCxnSpPr/>
          <p:nvPr/>
        </p:nvCxnSpPr>
        <p:spPr>
          <a:xfrm>
            <a:off x="6633598" y="4501154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92" name="Google Shape;49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87295" y="2829138"/>
            <a:ext cx="255105" cy="2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498" name="Google Shape;498;p1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499" name="Google Shape;499;p1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500" name="Google Shape;500;p1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501" name="Google Shape;501;p14"/>
          <p:cNvSpPr txBox="1"/>
          <p:nvPr/>
        </p:nvSpPr>
        <p:spPr>
          <a:xfrm>
            <a:off x="745644" y="1143419"/>
            <a:ext cx="156004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JK Flip Flop</a:t>
            </a:r>
            <a:endParaRPr sz="24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02" name="Google Shape;502;p14"/>
          <p:cNvGrpSpPr/>
          <p:nvPr/>
        </p:nvGrpSpPr>
        <p:grpSpPr>
          <a:xfrm>
            <a:off x="7316283" y="1564248"/>
            <a:ext cx="4127126" cy="2181226"/>
            <a:chOff x="7504042" y="2428620"/>
            <a:chExt cx="4127126" cy="2181226"/>
          </a:xfrm>
        </p:grpSpPr>
        <p:pic>
          <p:nvPicPr>
            <p:cNvPr id="503" name="Google Shape;503;p14" descr="JK Flip Flop - Diagram, Full Form, Tables, Equation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04042" y="2428620"/>
              <a:ext cx="4127126" cy="21812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4" name="Google Shape;504;p14"/>
            <p:cNvSpPr/>
            <p:nvPr/>
          </p:nvSpPr>
          <p:spPr>
            <a:xfrm>
              <a:off x="10591943" y="3322320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4"/>
            <p:cNvSpPr/>
            <p:nvPr/>
          </p:nvSpPr>
          <p:spPr>
            <a:xfrm>
              <a:off x="10591942" y="2971999"/>
              <a:ext cx="902827" cy="196913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Memory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6" name="Google Shape;506;p14"/>
          <p:cNvGrpSpPr/>
          <p:nvPr/>
        </p:nvGrpSpPr>
        <p:grpSpPr>
          <a:xfrm>
            <a:off x="404050" y="1995727"/>
            <a:ext cx="6354699" cy="4101348"/>
            <a:chOff x="565904" y="1846873"/>
            <a:chExt cx="6354699" cy="4101348"/>
          </a:xfrm>
        </p:grpSpPr>
        <p:grpSp>
          <p:nvGrpSpPr>
            <p:cNvPr id="507" name="Google Shape;507;p14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508" name="Google Shape;508;p14" descr="File:NAND Gated SR Latch.png - Wikimedia Commons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9" name="Google Shape;509;p14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14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2" name="Google Shape;512;p14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513" name="Google Shape;513;p14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4" name="Google Shape;514;p14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5" name="Google Shape;515;p14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6" name="Google Shape;516;p14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17" name="Google Shape;517;p14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518" name="Google Shape;518;p14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19" name="Google Shape;519;p14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0" name="Google Shape;520;p14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21" name="Google Shape;521;p14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522" name="Google Shape;522;p14"/>
          <p:cNvSpPr/>
          <p:nvPr/>
        </p:nvSpPr>
        <p:spPr>
          <a:xfrm>
            <a:off x="10372243" y="3323580"/>
            <a:ext cx="902827" cy="449961"/>
          </a:xfrm>
          <a:prstGeom prst="ellipse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4"/>
          <p:cNvSpPr txBox="1"/>
          <p:nvPr/>
        </p:nvSpPr>
        <p:spPr>
          <a:xfrm>
            <a:off x="7149926" y="4153520"/>
            <a:ext cx="41715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 Toggle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inverts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value of Q and Q’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4"/>
          <p:cNvSpPr txBox="1"/>
          <p:nvPr/>
        </p:nvSpPr>
        <p:spPr>
          <a:xfrm>
            <a:off x="6867104" y="4687609"/>
            <a:ext cx="526195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problem: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Continuously changing if both J and K =1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Q= 0,1,0,1,0,1,…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Q’= 1,0,1,0,1,0,…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4"/>
          <p:cNvSpPr txBox="1"/>
          <p:nvPr/>
        </p:nvSpPr>
        <p:spPr>
          <a:xfrm>
            <a:off x="7754016" y="5760192"/>
            <a:ext cx="325165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circuit is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in a stable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 txBox="1"/>
          <p:nvPr/>
        </p:nvSpPr>
        <p:spPr>
          <a:xfrm>
            <a:off x="8221130" y="6131011"/>
            <a:ext cx="23174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known as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racing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7" name="Google Shape;527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53304" y="3092206"/>
            <a:ext cx="255105" cy="231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2" name="Google Shape;532;p15"/>
          <p:cNvGraphicFramePr/>
          <p:nvPr/>
        </p:nvGraphicFramePr>
        <p:xfrm>
          <a:off x="1184948" y="254686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Clk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r>
                        <a:rPr lang="en-US" sz="1800"/>
                        <a:t>’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3" name="Google Shape;533;p1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534" name="Google Shape;534;p1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35" name="Google Shape;535;p1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536" name="Google Shape;536;p1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1639850" y="2177533"/>
            <a:ext cx="12311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Truth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38" name="Google Shape;538;p15"/>
          <p:cNvGraphicFramePr/>
          <p:nvPr/>
        </p:nvGraphicFramePr>
        <p:xfrm>
          <a:off x="4840423" y="195630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5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39" name="Google Shape;539;p15"/>
          <p:cNvSpPr txBox="1"/>
          <p:nvPr/>
        </p:nvSpPr>
        <p:spPr>
          <a:xfrm>
            <a:off x="4384420" y="1309976"/>
            <a:ext cx="3768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Table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state changes based on input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40" name="Google Shape;540;p15"/>
          <p:cNvGraphicFramePr/>
          <p:nvPr/>
        </p:nvGraphicFramePr>
        <p:xfrm>
          <a:off x="8969047" y="26902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49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41" name="Google Shape;541;p15"/>
          <p:cNvSpPr txBox="1"/>
          <p:nvPr/>
        </p:nvSpPr>
        <p:spPr>
          <a:xfrm>
            <a:off x="7850334" y="2031465"/>
            <a:ext cx="42637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Excitation Table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inputs for a particular state change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5"/>
          <p:cNvSpPr/>
          <p:nvPr/>
        </p:nvSpPr>
        <p:spPr>
          <a:xfrm>
            <a:off x="6853381" y="2369442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5"/>
          <p:cNvSpPr/>
          <p:nvPr/>
        </p:nvSpPr>
        <p:spPr>
          <a:xfrm>
            <a:off x="6853380" y="2736453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5"/>
          <p:cNvSpPr/>
          <p:nvPr/>
        </p:nvSpPr>
        <p:spPr>
          <a:xfrm>
            <a:off x="6853379" y="3103464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5"/>
          <p:cNvSpPr/>
          <p:nvPr/>
        </p:nvSpPr>
        <p:spPr>
          <a:xfrm>
            <a:off x="6853378" y="3470475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6853377" y="3837486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5"/>
          <p:cNvSpPr/>
          <p:nvPr/>
        </p:nvSpPr>
        <p:spPr>
          <a:xfrm>
            <a:off x="6853376" y="4204497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5"/>
          <p:cNvSpPr/>
          <p:nvPr/>
        </p:nvSpPr>
        <p:spPr>
          <a:xfrm>
            <a:off x="6853375" y="4571508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5"/>
          <p:cNvSpPr/>
          <p:nvPr/>
        </p:nvSpPr>
        <p:spPr>
          <a:xfrm>
            <a:off x="6853374" y="4938519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5"/>
          <p:cNvSpPr/>
          <p:nvPr/>
        </p:nvSpPr>
        <p:spPr>
          <a:xfrm>
            <a:off x="10067332" y="3103463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5"/>
          <p:cNvSpPr/>
          <p:nvPr/>
        </p:nvSpPr>
        <p:spPr>
          <a:xfrm>
            <a:off x="10498957" y="3103462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5"/>
          <p:cNvSpPr/>
          <p:nvPr/>
        </p:nvSpPr>
        <p:spPr>
          <a:xfrm>
            <a:off x="10067332" y="3459711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5"/>
          <p:cNvSpPr/>
          <p:nvPr/>
        </p:nvSpPr>
        <p:spPr>
          <a:xfrm>
            <a:off x="10498956" y="3459710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5"/>
          <p:cNvSpPr/>
          <p:nvPr/>
        </p:nvSpPr>
        <p:spPr>
          <a:xfrm>
            <a:off x="10067332" y="3832525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5"/>
          <p:cNvSpPr/>
          <p:nvPr/>
        </p:nvSpPr>
        <p:spPr>
          <a:xfrm>
            <a:off x="10498955" y="3837486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5"/>
          <p:cNvSpPr/>
          <p:nvPr/>
        </p:nvSpPr>
        <p:spPr>
          <a:xfrm>
            <a:off x="10067331" y="4204497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5"/>
          <p:cNvSpPr/>
          <p:nvPr/>
        </p:nvSpPr>
        <p:spPr>
          <a:xfrm>
            <a:off x="10498954" y="4233738"/>
            <a:ext cx="360219" cy="28812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2" name="Google Shape;562;p16"/>
          <p:cNvGraphicFramePr/>
          <p:nvPr/>
        </p:nvGraphicFramePr>
        <p:xfrm>
          <a:off x="1184948" y="254686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16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6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6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Clk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r>
                        <a:rPr lang="en-US" sz="1800"/>
                        <a:t>’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63" name="Google Shape;563;p1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564" name="Google Shape;564;p1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65" name="Google Shape;565;p1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566" name="Google Shape;566;p1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567" name="Google Shape;567;p16"/>
          <p:cNvSpPr txBox="1"/>
          <p:nvPr/>
        </p:nvSpPr>
        <p:spPr>
          <a:xfrm>
            <a:off x="1639850" y="2177533"/>
            <a:ext cx="123117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Truth Table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68" name="Google Shape;568;p16"/>
          <p:cNvGraphicFramePr/>
          <p:nvPr/>
        </p:nvGraphicFramePr>
        <p:xfrm>
          <a:off x="4840423" y="195630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65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69" name="Google Shape;569;p16"/>
          <p:cNvSpPr txBox="1"/>
          <p:nvPr/>
        </p:nvSpPr>
        <p:spPr>
          <a:xfrm>
            <a:off x="4384420" y="1309976"/>
            <a:ext cx="376898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 Table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the state changes based on input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0" name="Google Shape;570;p16"/>
          <p:cNvGraphicFramePr/>
          <p:nvPr/>
        </p:nvGraphicFramePr>
        <p:xfrm>
          <a:off x="8969047" y="26902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{6B28F26D-915E-4FE0-AED1-E4F17585A845}</a:tableStyleId>
              </a:tblPr>
              <a:tblGrid>
                <a:gridCol w="49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0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Q</a:t>
                      </a:r>
                      <a:r>
                        <a:rPr lang="en-US" sz="1800" baseline="-25000"/>
                        <a:t>n+1</a:t>
                      </a:r>
                      <a:endParaRPr sz="1800" baseline="-250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X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1" name="Google Shape;571;p16"/>
          <p:cNvSpPr txBox="1"/>
          <p:nvPr/>
        </p:nvSpPr>
        <p:spPr>
          <a:xfrm>
            <a:off x="7850334" y="2031465"/>
            <a:ext cx="42637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Excitation Table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inputs for a particular state change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6"/>
          <p:cNvSpPr txBox="1"/>
          <p:nvPr/>
        </p:nvSpPr>
        <p:spPr>
          <a:xfrm>
            <a:off x="5070764" y="5911273"/>
            <a:ext cx="22215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 out the equation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7"/>
          <p:cNvSpPr txBox="1">
            <a:spLocks noGrp="1"/>
          </p:cNvSpPr>
          <p:nvPr>
            <p:ph type="body" idx="1"/>
          </p:nvPr>
        </p:nvSpPr>
        <p:spPr>
          <a:xfrm>
            <a:off x="838200" y="851232"/>
            <a:ext cx="10515600" cy="532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need to deal with the racing problem (race around condition)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We want to toggle only once.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The </a:t>
            </a:r>
            <a:r>
              <a:rPr lang="en-US" b="1">
                <a:solidFill>
                  <a:schemeClr val="accent2"/>
                </a:solidFill>
              </a:rPr>
              <a:t>feedback</a:t>
            </a:r>
            <a:r>
              <a:rPr lang="en-US" b="1"/>
              <a:t> </a:t>
            </a:r>
            <a:r>
              <a:rPr lang="en-US" b="1">
                <a:solidFill>
                  <a:schemeClr val="accent4"/>
                </a:solidFill>
              </a:rPr>
              <a:t>connection</a:t>
            </a:r>
            <a:r>
              <a:rPr lang="en-US" b="1"/>
              <a:t> </a:t>
            </a:r>
            <a:r>
              <a:rPr lang="en-US"/>
              <a:t>is responsible for the racing condition</a:t>
            </a:r>
            <a:endParaRPr/>
          </a:p>
        </p:txBody>
      </p:sp>
      <p:sp>
        <p:nvSpPr>
          <p:cNvPr id="578" name="Google Shape;578;p1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579" name="Google Shape;579;p1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580" name="Google Shape;580;p1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581" name="Google Shape;581;p1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582" name="Google Shape;582;p17"/>
          <p:cNvGrpSpPr/>
          <p:nvPr/>
        </p:nvGrpSpPr>
        <p:grpSpPr>
          <a:xfrm>
            <a:off x="386794" y="2391527"/>
            <a:ext cx="6354699" cy="4101348"/>
            <a:chOff x="565904" y="1846873"/>
            <a:chExt cx="6354699" cy="4101348"/>
          </a:xfrm>
        </p:grpSpPr>
        <p:grpSp>
          <p:nvGrpSpPr>
            <p:cNvPr id="583" name="Google Shape;583;p17"/>
            <p:cNvGrpSpPr/>
            <p:nvPr/>
          </p:nvGrpSpPr>
          <p:grpSpPr>
            <a:xfrm>
              <a:off x="565904" y="2043786"/>
              <a:ext cx="6354699" cy="3707523"/>
              <a:chOff x="786391" y="2207140"/>
              <a:chExt cx="5234655" cy="3121855"/>
            </a:xfrm>
          </p:grpSpPr>
          <p:pic>
            <p:nvPicPr>
              <p:cNvPr id="584" name="Google Shape;584;p17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85" name="Google Shape;585;p17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17"/>
              <p:cNvSpPr/>
              <p:nvPr/>
            </p:nvSpPr>
            <p:spPr>
              <a:xfrm>
                <a:off x="832797" y="271382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J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17"/>
              <p:cNvSpPr/>
              <p:nvPr/>
            </p:nvSpPr>
            <p:spPr>
              <a:xfrm>
                <a:off x="786391" y="4696722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8" name="Google Shape;588;p17"/>
            <p:cNvGrpSpPr/>
            <p:nvPr/>
          </p:nvGrpSpPr>
          <p:grpSpPr>
            <a:xfrm>
              <a:off x="1800225" y="1846873"/>
              <a:ext cx="4301871" cy="3040888"/>
              <a:chOff x="1800225" y="1846873"/>
              <a:chExt cx="4301871" cy="3040888"/>
            </a:xfrm>
          </p:grpSpPr>
          <p:cxnSp>
            <p:nvCxnSpPr>
              <p:cNvPr id="589" name="Google Shape;589;p17"/>
              <p:cNvCxnSpPr/>
              <p:nvPr/>
            </p:nvCxnSpPr>
            <p:spPr>
              <a:xfrm rot="10800000">
                <a:off x="6096000" y="1846873"/>
                <a:ext cx="6096" cy="304088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0" name="Google Shape;590;p17"/>
              <p:cNvCxnSpPr/>
              <p:nvPr/>
            </p:nvCxnSpPr>
            <p:spPr>
              <a:xfrm>
                <a:off x="1828800" y="1846873"/>
                <a:ext cx="4267200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1" name="Google Shape;591;p17"/>
              <p:cNvCxnSpPr/>
              <p:nvPr/>
            </p:nvCxnSpPr>
            <p:spPr>
              <a:xfrm rot="10800000">
                <a:off x="1828800" y="1846873"/>
                <a:ext cx="0" cy="886167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2" name="Google Shape;592;p17"/>
              <p:cNvCxnSpPr/>
              <p:nvPr/>
            </p:nvCxnSpPr>
            <p:spPr>
              <a:xfrm>
                <a:off x="1800225" y="2756535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2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  <p:grpSp>
          <p:nvGrpSpPr>
            <p:cNvPr id="593" name="Google Shape;593;p17"/>
            <p:cNvGrpSpPr/>
            <p:nvPr/>
          </p:nvGrpSpPr>
          <p:grpSpPr>
            <a:xfrm>
              <a:off x="1800224" y="3303093"/>
              <a:ext cx="4135756" cy="2645128"/>
              <a:chOff x="1800224" y="3303093"/>
              <a:chExt cx="4135756" cy="2645128"/>
            </a:xfrm>
          </p:grpSpPr>
          <p:cxnSp>
            <p:nvCxnSpPr>
              <p:cNvPr id="594" name="Google Shape;594;p17"/>
              <p:cNvCxnSpPr/>
              <p:nvPr/>
            </p:nvCxnSpPr>
            <p:spPr>
              <a:xfrm>
                <a:off x="1800224" y="5421106"/>
                <a:ext cx="329565" cy="190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5" name="Google Shape;595;p17"/>
              <p:cNvCxnSpPr/>
              <p:nvPr/>
            </p:nvCxnSpPr>
            <p:spPr>
              <a:xfrm>
                <a:off x="1828800" y="5421106"/>
                <a:ext cx="0" cy="527115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6" name="Google Shape;596;p17"/>
              <p:cNvCxnSpPr/>
              <p:nvPr/>
            </p:nvCxnSpPr>
            <p:spPr>
              <a:xfrm rot="10800000">
                <a:off x="1857376" y="5948221"/>
                <a:ext cx="4078604" cy="0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cxnSp>
            <p:nvCxnSpPr>
              <p:cNvPr id="597" name="Google Shape;597;p17"/>
              <p:cNvCxnSpPr/>
              <p:nvPr/>
            </p:nvCxnSpPr>
            <p:spPr>
              <a:xfrm rot="10800000">
                <a:off x="5935980" y="3303093"/>
                <a:ext cx="0" cy="2645128"/>
              </a:xfrm>
              <a:prstGeom prst="straightConnector1">
                <a:avLst/>
              </a:prstGeom>
              <a:noFill/>
              <a:ln w="57150" cap="flat" cmpd="sng">
                <a:solidFill>
                  <a:schemeClr val="accent4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</p:grpSp>
      </p:grpSp>
      <p:sp>
        <p:nvSpPr>
          <p:cNvPr id="598" name="Google Shape;598;p17"/>
          <p:cNvSpPr txBox="1"/>
          <p:nvPr/>
        </p:nvSpPr>
        <p:spPr>
          <a:xfrm>
            <a:off x="6043470" y="327769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7"/>
          <p:cNvSpPr txBox="1"/>
          <p:nvPr/>
        </p:nvSpPr>
        <p:spPr>
          <a:xfrm>
            <a:off x="6041556" y="4817816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7"/>
          <p:cNvSpPr txBox="1"/>
          <p:nvPr/>
        </p:nvSpPr>
        <p:spPr>
          <a:xfrm>
            <a:off x="1768387" y="560055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7"/>
          <p:cNvSpPr txBox="1"/>
          <p:nvPr/>
        </p:nvSpPr>
        <p:spPr>
          <a:xfrm>
            <a:off x="1768387" y="4463270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7"/>
          <p:cNvSpPr txBox="1"/>
          <p:nvPr/>
        </p:nvSpPr>
        <p:spPr>
          <a:xfrm>
            <a:off x="1768387" y="332598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7"/>
          <p:cNvSpPr txBox="1"/>
          <p:nvPr/>
        </p:nvSpPr>
        <p:spPr>
          <a:xfrm>
            <a:off x="6356730" y="327769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7"/>
          <p:cNvSpPr txBox="1"/>
          <p:nvPr/>
        </p:nvSpPr>
        <p:spPr>
          <a:xfrm>
            <a:off x="6315062" y="4804391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5" name="Google Shape;605;p17"/>
          <p:cNvCxnSpPr/>
          <p:nvPr/>
        </p:nvCxnSpPr>
        <p:spPr>
          <a:xfrm>
            <a:off x="6139188" y="3388979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06" name="Google Shape;606;p17"/>
          <p:cNvCxnSpPr/>
          <p:nvPr/>
        </p:nvCxnSpPr>
        <p:spPr>
          <a:xfrm>
            <a:off x="6062437" y="4937935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07" name="Google Shape;607;p17"/>
          <p:cNvSpPr txBox="1"/>
          <p:nvPr/>
        </p:nvSpPr>
        <p:spPr>
          <a:xfrm>
            <a:off x="2878264" y="2649944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7"/>
          <p:cNvSpPr txBox="1"/>
          <p:nvPr/>
        </p:nvSpPr>
        <p:spPr>
          <a:xfrm>
            <a:off x="4562590" y="318302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7"/>
          <p:cNvSpPr txBox="1"/>
          <p:nvPr/>
        </p:nvSpPr>
        <p:spPr>
          <a:xfrm>
            <a:off x="2812059" y="6123543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7"/>
          <p:cNvSpPr txBox="1"/>
          <p:nvPr/>
        </p:nvSpPr>
        <p:spPr>
          <a:xfrm>
            <a:off x="4605255" y="5231225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7"/>
          <p:cNvSpPr txBox="1"/>
          <p:nvPr/>
        </p:nvSpPr>
        <p:spPr>
          <a:xfrm>
            <a:off x="6599632" y="328440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800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2" name="Google Shape;612;p17"/>
          <p:cNvCxnSpPr/>
          <p:nvPr/>
        </p:nvCxnSpPr>
        <p:spPr>
          <a:xfrm>
            <a:off x="6436839" y="3400108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3" name="Google Shape;613;p17"/>
          <p:cNvSpPr txBox="1"/>
          <p:nvPr/>
        </p:nvSpPr>
        <p:spPr>
          <a:xfrm>
            <a:off x="6564658" y="4799787"/>
            <a:ext cx="30168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4" name="Google Shape;614;p17"/>
          <p:cNvCxnSpPr/>
          <p:nvPr/>
        </p:nvCxnSpPr>
        <p:spPr>
          <a:xfrm>
            <a:off x="6400576" y="4944679"/>
            <a:ext cx="141468" cy="124503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615" name="Google Shape;615;p17"/>
          <p:cNvGrpSpPr/>
          <p:nvPr/>
        </p:nvGrpSpPr>
        <p:grpSpPr>
          <a:xfrm>
            <a:off x="7399458" y="2370984"/>
            <a:ext cx="3514285" cy="3805979"/>
            <a:chOff x="7287129" y="2118068"/>
            <a:chExt cx="4004331" cy="4276351"/>
          </a:xfrm>
        </p:grpSpPr>
        <p:pic>
          <p:nvPicPr>
            <p:cNvPr id="616" name="Google Shape;616;p17" descr="JK Flip-Flop Explained | Race Around Condition in JK Flip-Flop | JK Flip- Flop Truth Table, Excitation table and Timing Diagram - ALL ABOUT  ELECTRONIC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287129" y="2118068"/>
              <a:ext cx="4004331" cy="4276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17"/>
            <p:cNvSpPr/>
            <p:nvPr/>
          </p:nvSpPr>
          <p:spPr>
            <a:xfrm>
              <a:off x="7379584" y="3962140"/>
              <a:ext cx="359479" cy="5011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The control signal can be high for a very short time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Master Slave</a:t>
            </a:r>
            <a:endParaRPr/>
          </a:p>
        </p:txBody>
      </p:sp>
      <p:sp>
        <p:nvSpPr>
          <p:cNvPr id="623" name="Google Shape;623;p1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624" name="Google Shape;624;p1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25" name="Google Shape;625;p1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626" name="Google Shape;626;p1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1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The control signal can be high for a very short time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Master Slave</a:t>
            </a:r>
            <a:endParaRPr/>
          </a:p>
        </p:txBody>
      </p:sp>
      <p:sp>
        <p:nvSpPr>
          <p:cNvPr id="632" name="Google Shape;632;p1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633" name="Google Shape;633;p1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34" name="Google Shape;634;p1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635" name="Google Shape;635;p1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The control signal can be high for a very short time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Master Slave</a:t>
            </a:r>
            <a:endParaRPr/>
          </a:p>
        </p:txBody>
      </p:sp>
      <p:sp>
        <p:nvSpPr>
          <p:cNvPr id="641" name="Google Shape;641;p2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642" name="Google Shape;642;p2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43" name="Google Shape;643;p2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644" name="Google Shape;644;p2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645" name="Google Shape;645;p20"/>
          <p:cNvGrpSpPr/>
          <p:nvPr/>
        </p:nvGrpSpPr>
        <p:grpSpPr>
          <a:xfrm>
            <a:off x="1127760" y="3581559"/>
            <a:ext cx="5379075" cy="2753360"/>
            <a:chOff x="7287129" y="2118068"/>
            <a:chExt cx="4004331" cy="4276351"/>
          </a:xfrm>
        </p:grpSpPr>
        <p:pic>
          <p:nvPicPr>
            <p:cNvPr id="646" name="Google Shape;646;p20" descr="JK Flip-Flop Explained | Race Around Condition in JK Flip-Flop | JK Flip- Flop Truth Table, Excitation table and Timing Diagram - ALL ABOUT  ELECTRONIC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87129" y="2118068"/>
              <a:ext cx="4004331" cy="4276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7" name="Google Shape;647;p20"/>
            <p:cNvSpPr/>
            <p:nvPr/>
          </p:nvSpPr>
          <p:spPr>
            <a:xfrm>
              <a:off x="7379584" y="3962140"/>
              <a:ext cx="359479" cy="50113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648" name="Google Shape;648;p20"/>
          <p:cNvCxnSpPr/>
          <p:nvPr/>
        </p:nvCxnSpPr>
        <p:spPr>
          <a:xfrm rot="10800000" flipH="1">
            <a:off x="8029312" y="4104417"/>
            <a:ext cx="1" cy="736439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49" name="Google Shape;649;p20"/>
          <p:cNvCxnSpPr/>
          <p:nvPr/>
        </p:nvCxnSpPr>
        <p:spPr>
          <a:xfrm rot="10800000" flipH="1">
            <a:off x="8006889" y="4102408"/>
            <a:ext cx="119779" cy="201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0" name="Google Shape;650;p20"/>
          <p:cNvCxnSpPr/>
          <p:nvPr/>
        </p:nvCxnSpPr>
        <p:spPr>
          <a:xfrm rot="10800000">
            <a:off x="8123293" y="4108796"/>
            <a:ext cx="1" cy="70281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1" name="Google Shape;651;p20"/>
          <p:cNvCxnSpPr/>
          <p:nvPr/>
        </p:nvCxnSpPr>
        <p:spPr>
          <a:xfrm>
            <a:off x="8104245" y="4816950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2" name="Google Shape;652;p20"/>
          <p:cNvCxnSpPr/>
          <p:nvPr/>
        </p:nvCxnSpPr>
        <p:spPr>
          <a:xfrm rot="10800000" flipH="1">
            <a:off x="8074754" y="5333440"/>
            <a:ext cx="1" cy="736439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3" name="Google Shape;653;p20"/>
          <p:cNvCxnSpPr/>
          <p:nvPr/>
        </p:nvCxnSpPr>
        <p:spPr>
          <a:xfrm rot="10800000" flipH="1">
            <a:off x="8052331" y="5331509"/>
            <a:ext cx="156367" cy="1932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4" name="Google Shape;654;p20"/>
          <p:cNvCxnSpPr/>
          <p:nvPr/>
        </p:nvCxnSpPr>
        <p:spPr>
          <a:xfrm rot="10800000" flipH="1">
            <a:off x="7348731" y="6047602"/>
            <a:ext cx="754380" cy="193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5" name="Google Shape;655;p20"/>
          <p:cNvCxnSpPr/>
          <p:nvPr/>
        </p:nvCxnSpPr>
        <p:spPr>
          <a:xfrm rot="10800000" flipH="1">
            <a:off x="8052330" y="5311163"/>
            <a:ext cx="2954835" cy="12847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56" name="Google Shape;656;p20"/>
          <p:cNvSpPr txBox="1"/>
          <p:nvPr/>
        </p:nvSpPr>
        <p:spPr>
          <a:xfrm>
            <a:off x="6571334" y="4543937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0"/>
          <p:cNvSpPr txBox="1"/>
          <p:nvPr/>
        </p:nvSpPr>
        <p:spPr>
          <a:xfrm>
            <a:off x="6506835" y="5760183"/>
            <a:ext cx="5757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8" name="Google Shape;658;p20"/>
          <p:cNvCxnSpPr/>
          <p:nvPr/>
        </p:nvCxnSpPr>
        <p:spPr>
          <a:xfrm>
            <a:off x="7846341" y="4816949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59" name="Google Shape;659;p20"/>
          <p:cNvCxnSpPr/>
          <p:nvPr/>
        </p:nvCxnSpPr>
        <p:spPr>
          <a:xfrm>
            <a:off x="8275740" y="4816949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0" name="Google Shape;660;p20"/>
          <p:cNvCxnSpPr/>
          <p:nvPr/>
        </p:nvCxnSpPr>
        <p:spPr>
          <a:xfrm>
            <a:off x="8447235" y="4816948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1" name="Google Shape;661;p20"/>
          <p:cNvCxnSpPr/>
          <p:nvPr/>
        </p:nvCxnSpPr>
        <p:spPr>
          <a:xfrm>
            <a:off x="8618730" y="4816947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2" name="Google Shape;662;p20"/>
          <p:cNvCxnSpPr/>
          <p:nvPr/>
        </p:nvCxnSpPr>
        <p:spPr>
          <a:xfrm>
            <a:off x="8790225" y="4816946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3" name="Google Shape;663;p20"/>
          <p:cNvCxnSpPr/>
          <p:nvPr/>
        </p:nvCxnSpPr>
        <p:spPr>
          <a:xfrm>
            <a:off x="8961720" y="4816945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4" name="Google Shape;664;p20"/>
          <p:cNvCxnSpPr/>
          <p:nvPr/>
        </p:nvCxnSpPr>
        <p:spPr>
          <a:xfrm>
            <a:off x="9133215" y="4816944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5" name="Google Shape;665;p20"/>
          <p:cNvCxnSpPr/>
          <p:nvPr/>
        </p:nvCxnSpPr>
        <p:spPr>
          <a:xfrm>
            <a:off x="9304710" y="4816943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6" name="Google Shape;666;p20"/>
          <p:cNvCxnSpPr/>
          <p:nvPr/>
        </p:nvCxnSpPr>
        <p:spPr>
          <a:xfrm>
            <a:off x="9476205" y="4816942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7" name="Google Shape;667;p20"/>
          <p:cNvCxnSpPr/>
          <p:nvPr/>
        </p:nvCxnSpPr>
        <p:spPr>
          <a:xfrm>
            <a:off x="9647700" y="4816941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8" name="Google Shape;668;p20"/>
          <p:cNvCxnSpPr/>
          <p:nvPr/>
        </p:nvCxnSpPr>
        <p:spPr>
          <a:xfrm>
            <a:off x="9819195" y="4816940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69" name="Google Shape;669;p20"/>
          <p:cNvCxnSpPr/>
          <p:nvPr/>
        </p:nvCxnSpPr>
        <p:spPr>
          <a:xfrm>
            <a:off x="9990690" y="4816939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0" name="Google Shape;670;p20"/>
          <p:cNvCxnSpPr/>
          <p:nvPr/>
        </p:nvCxnSpPr>
        <p:spPr>
          <a:xfrm>
            <a:off x="10162185" y="4816938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1" name="Google Shape;671;p20"/>
          <p:cNvCxnSpPr/>
          <p:nvPr/>
        </p:nvCxnSpPr>
        <p:spPr>
          <a:xfrm>
            <a:off x="10333680" y="4816937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2" name="Google Shape;672;p20"/>
          <p:cNvCxnSpPr/>
          <p:nvPr/>
        </p:nvCxnSpPr>
        <p:spPr>
          <a:xfrm>
            <a:off x="10505175" y="4816936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3" name="Google Shape;673;p20"/>
          <p:cNvCxnSpPr/>
          <p:nvPr/>
        </p:nvCxnSpPr>
        <p:spPr>
          <a:xfrm>
            <a:off x="10676670" y="4816935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4" name="Google Shape;674;p20"/>
          <p:cNvCxnSpPr/>
          <p:nvPr/>
        </p:nvCxnSpPr>
        <p:spPr>
          <a:xfrm>
            <a:off x="10848165" y="4816934"/>
            <a:ext cx="210914" cy="1630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5" name="Google Shape;675;p20"/>
          <p:cNvSpPr/>
          <p:nvPr/>
        </p:nvSpPr>
        <p:spPr>
          <a:xfrm>
            <a:off x="8266362" y="2406941"/>
            <a:ext cx="3227935" cy="16764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time given by control signal to start racing, the later outputs will be determined based on J and 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T/2 &lt; gate delay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Master Slave</a:t>
            </a:r>
            <a:endParaRPr/>
          </a:p>
        </p:txBody>
      </p:sp>
      <p:sp>
        <p:nvSpPr>
          <p:cNvPr id="681" name="Google Shape;681;p2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682" name="Google Shape;682;p2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683" name="Google Shape;683;p2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684" name="Google Shape;684;p2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cxnSp>
        <p:nvCxnSpPr>
          <p:cNvPr id="685" name="Google Shape;685;p21"/>
          <p:cNvCxnSpPr/>
          <p:nvPr/>
        </p:nvCxnSpPr>
        <p:spPr>
          <a:xfrm rot="10800000" flipH="1">
            <a:off x="5115463" y="3131270"/>
            <a:ext cx="226157" cy="752822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6" name="Google Shape;686;p21"/>
          <p:cNvCxnSpPr/>
          <p:nvPr/>
        </p:nvCxnSpPr>
        <p:spPr>
          <a:xfrm rot="10800000" flipH="1">
            <a:off x="5341620" y="3131270"/>
            <a:ext cx="2878744" cy="1932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7" name="Google Shape;687;p21"/>
          <p:cNvCxnSpPr/>
          <p:nvPr/>
        </p:nvCxnSpPr>
        <p:spPr>
          <a:xfrm rot="10800000" flipH="1">
            <a:off x="4389440" y="3861813"/>
            <a:ext cx="754380" cy="1931"/>
          </a:xfrm>
          <a:prstGeom prst="straightConnector1">
            <a:avLst/>
          </a:prstGeom>
          <a:noFill/>
          <a:ln w="571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88" name="Google Shape;688;p21"/>
          <p:cNvSpPr txBox="1"/>
          <p:nvPr/>
        </p:nvSpPr>
        <p:spPr>
          <a:xfrm>
            <a:off x="3657485" y="3587171"/>
            <a:ext cx="3080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9" name="Google Shape;689;p21"/>
          <p:cNvCxnSpPr/>
          <p:nvPr/>
        </p:nvCxnSpPr>
        <p:spPr>
          <a:xfrm rot="10800000" flipH="1">
            <a:off x="5115464" y="4279032"/>
            <a:ext cx="231304" cy="75210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0" name="Google Shape;690;p21"/>
          <p:cNvCxnSpPr/>
          <p:nvPr/>
        </p:nvCxnSpPr>
        <p:spPr>
          <a:xfrm rot="10800000" flipH="1">
            <a:off x="4389441" y="5008854"/>
            <a:ext cx="754380" cy="1931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91" name="Google Shape;691;p21"/>
          <p:cNvCxnSpPr/>
          <p:nvPr/>
        </p:nvCxnSpPr>
        <p:spPr>
          <a:xfrm rot="10800000" flipH="1">
            <a:off x="5346768" y="4279032"/>
            <a:ext cx="2954835" cy="12847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92" name="Google Shape;692;p21"/>
          <p:cNvSpPr txBox="1"/>
          <p:nvPr/>
        </p:nvSpPr>
        <p:spPr>
          <a:xfrm>
            <a:off x="3547545" y="4721435"/>
            <a:ext cx="5757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1800" baseline="-25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endParaRPr sz="1800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2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T/2 &lt; gate delay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Master Slave</a:t>
            </a:r>
            <a:endParaRPr b="1"/>
          </a:p>
        </p:txBody>
      </p:sp>
      <p:sp>
        <p:nvSpPr>
          <p:cNvPr id="698" name="Google Shape;698;p2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699" name="Google Shape;699;p2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00" name="Google Shape;700;p2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701" name="Google Shape;701;p2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707" name="Google Shape;707;p2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08" name="Google Shape;708;p2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709" name="Google Shape;709;p2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710" name="Google Shape;710;p23"/>
          <p:cNvSpPr/>
          <p:nvPr/>
        </p:nvSpPr>
        <p:spPr>
          <a:xfrm>
            <a:off x="2413000" y="2572971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3"/>
          <p:cNvSpPr/>
          <p:nvPr/>
        </p:nvSpPr>
        <p:spPr>
          <a:xfrm>
            <a:off x="3225800" y="2023947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3"/>
          <p:cNvSpPr/>
          <p:nvPr/>
        </p:nvSpPr>
        <p:spPr>
          <a:xfrm>
            <a:off x="4038600" y="2565276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3"/>
          <p:cNvSpPr/>
          <p:nvPr/>
        </p:nvSpPr>
        <p:spPr>
          <a:xfrm rot="5400000">
            <a:off x="2877397" y="2298460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3"/>
          <p:cNvSpPr/>
          <p:nvPr/>
        </p:nvSpPr>
        <p:spPr>
          <a:xfrm rot="5400000">
            <a:off x="3690197" y="2298459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3"/>
          <p:cNvSpPr/>
          <p:nvPr/>
        </p:nvSpPr>
        <p:spPr>
          <a:xfrm>
            <a:off x="4851400" y="2007709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3"/>
          <p:cNvSpPr/>
          <p:nvPr/>
        </p:nvSpPr>
        <p:spPr>
          <a:xfrm>
            <a:off x="5664200" y="2549038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3"/>
          <p:cNvSpPr/>
          <p:nvPr/>
        </p:nvSpPr>
        <p:spPr>
          <a:xfrm rot="5400000">
            <a:off x="4502997" y="2282222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3"/>
          <p:cNvSpPr/>
          <p:nvPr/>
        </p:nvSpPr>
        <p:spPr>
          <a:xfrm rot="5400000">
            <a:off x="5315797" y="2282221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3"/>
          <p:cNvSpPr/>
          <p:nvPr/>
        </p:nvSpPr>
        <p:spPr>
          <a:xfrm>
            <a:off x="6476999" y="1987001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23"/>
          <p:cNvSpPr/>
          <p:nvPr/>
        </p:nvSpPr>
        <p:spPr>
          <a:xfrm>
            <a:off x="7289799" y="2528330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3"/>
          <p:cNvSpPr/>
          <p:nvPr/>
        </p:nvSpPr>
        <p:spPr>
          <a:xfrm rot="5400000">
            <a:off x="6128596" y="2261514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3"/>
          <p:cNvSpPr/>
          <p:nvPr/>
        </p:nvSpPr>
        <p:spPr>
          <a:xfrm rot="5400000">
            <a:off x="6941396" y="2261513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3"/>
          <p:cNvSpPr txBox="1"/>
          <p:nvPr/>
        </p:nvSpPr>
        <p:spPr>
          <a:xfrm>
            <a:off x="349358" y="924773"/>
            <a:ext cx="41272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 that flip flops are attached to clocks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3"/>
          <p:cNvSpPr txBox="1"/>
          <p:nvPr/>
        </p:nvSpPr>
        <p:spPr>
          <a:xfrm>
            <a:off x="1618616" y="2388305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3"/>
          <p:cNvSpPr txBox="1"/>
          <p:nvPr/>
        </p:nvSpPr>
        <p:spPr>
          <a:xfrm>
            <a:off x="1702613" y="3163527"/>
            <a:ext cx="490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3"/>
          <p:cNvSpPr/>
          <p:nvPr/>
        </p:nvSpPr>
        <p:spPr>
          <a:xfrm>
            <a:off x="2413000" y="3294929"/>
            <a:ext cx="5740400" cy="65538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23"/>
          <p:cNvSpPr txBox="1"/>
          <p:nvPr/>
        </p:nvSpPr>
        <p:spPr>
          <a:xfrm>
            <a:off x="1702613" y="3949998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23"/>
          <p:cNvSpPr/>
          <p:nvPr/>
        </p:nvSpPr>
        <p:spPr>
          <a:xfrm>
            <a:off x="2413000" y="4081400"/>
            <a:ext cx="5740400" cy="6553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3"/>
          <p:cNvSpPr/>
          <p:nvPr/>
        </p:nvSpPr>
        <p:spPr>
          <a:xfrm>
            <a:off x="2413000" y="5098886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3"/>
          <p:cNvSpPr/>
          <p:nvPr/>
        </p:nvSpPr>
        <p:spPr>
          <a:xfrm>
            <a:off x="3225800" y="4549862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4001654" y="4549020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3"/>
          <p:cNvSpPr/>
          <p:nvPr/>
        </p:nvSpPr>
        <p:spPr>
          <a:xfrm rot="5400000">
            <a:off x="2877397" y="4824375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4832928" y="5074952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3"/>
          <p:cNvSpPr/>
          <p:nvPr/>
        </p:nvSpPr>
        <p:spPr>
          <a:xfrm>
            <a:off x="5664200" y="5074953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23"/>
          <p:cNvSpPr/>
          <p:nvPr/>
        </p:nvSpPr>
        <p:spPr>
          <a:xfrm rot="5400000">
            <a:off x="4484525" y="4833648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3"/>
          <p:cNvSpPr/>
          <p:nvPr/>
        </p:nvSpPr>
        <p:spPr>
          <a:xfrm>
            <a:off x="6546040" y="4520612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23"/>
          <p:cNvSpPr/>
          <p:nvPr/>
        </p:nvSpPr>
        <p:spPr>
          <a:xfrm>
            <a:off x="7348218" y="4519802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3"/>
          <p:cNvSpPr/>
          <p:nvPr/>
        </p:nvSpPr>
        <p:spPr>
          <a:xfrm rot="5400000">
            <a:off x="6197637" y="4795125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23"/>
          <p:cNvSpPr txBox="1"/>
          <p:nvPr/>
        </p:nvSpPr>
        <p:spPr>
          <a:xfrm>
            <a:off x="1703388" y="4943470"/>
            <a:ext cx="3401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2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745" name="Google Shape;745;p2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46" name="Google Shape;746;p2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sp>
        <p:nvSpPr>
          <p:cNvPr id="747" name="Google Shape;747;p2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748" name="Google Shape;748;p24"/>
          <p:cNvSpPr/>
          <p:nvPr/>
        </p:nvSpPr>
        <p:spPr>
          <a:xfrm>
            <a:off x="2413000" y="2572971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4"/>
          <p:cNvSpPr/>
          <p:nvPr/>
        </p:nvSpPr>
        <p:spPr>
          <a:xfrm>
            <a:off x="3225800" y="2023947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24"/>
          <p:cNvSpPr/>
          <p:nvPr/>
        </p:nvSpPr>
        <p:spPr>
          <a:xfrm>
            <a:off x="4038600" y="2565276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4"/>
          <p:cNvSpPr/>
          <p:nvPr/>
        </p:nvSpPr>
        <p:spPr>
          <a:xfrm rot="5400000">
            <a:off x="2877397" y="2298460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24"/>
          <p:cNvSpPr/>
          <p:nvPr/>
        </p:nvSpPr>
        <p:spPr>
          <a:xfrm rot="5400000">
            <a:off x="3690197" y="2298459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24"/>
          <p:cNvSpPr/>
          <p:nvPr/>
        </p:nvSpPr>
        <p:spPr>
          <a:xfrm>
            <a:off x="4851400" y="2007709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24"/>
          <p:cNvSpPr/>
          <p:nvPr/>
        </p:nvSpPr>
        <p:spPr>
          <a:xfrm>
            <a:off x="5664200" y="2549038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24"/>
          <p:cNvSpPr/>
          <p:nvPr/>
        </p:nvSpPr>
        <p:spPr>
          <a:xfrm rot="5400000">
            <a:off x="4502997" y="2282222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24"/>
          <p:cNvSpPr/>
          <p:nvPr/>
        </p:nvSpPr>
        <p:spPr>
          <a:xfrm rot="5400000">
            <a:off x="5315797" y="2282221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24"/>
          <p:cNvSpPr/>
          <p:nvPr/>
        </p:nvSpPr>
        <p:spPr>
          <a:xfrm>
            <a:off x="6476999" y="1987001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24"/>
          <p:cNvSpPr/>
          <p:nvPr/>
        </p:nvSpPr>
        <p:spPr>
          <a:xfrm>
            <a:off x="7289799" y="2528330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24"/>
          <p:cNvSpPr/>
          <p:nvPr/>
        </p:nvSpPr>
        <p:spPr>
          <a:xfrm rot="5400000">
            <a:off x="6128596" y="2261514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24"/>
          <p:cNvSpPr/>
          <p:nvPr/>
        </p:nvSpPr>
        <p:spPr>
          <a:xfrm rot="5400000">
            <a:off x="6941396" y="2261513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24"/>
          <p:cNvSpPr txBox="1"/>
          <p:nvPr/>
        </p:nvSpPr>
        <p:spPr>
          <a:xfrm>
            <a:off x="349358" y="924773"/>
            <a:ext cx="41272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 that flip flops are attached to clocks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24"/>
          <p:cNvSpPr txBox="1"/>
          <p:nvPr/>
        </p:nvSpPr>
        <p:spPr>
          <a:xfrm>
            <a:off x="1618616" y="2388305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24"/>
          <p:cNvSpPr txBox="1"/>
          <p:nvPr/>
        </p:nvSpPr>
        <p:spPr>
          <a:xfrm>
            <a:off x="1702613" y="3163527"/>
            <a:ext cx="490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24"/>
          <p:cNvSpPr/>
          <p:nvPr/>
        </p:nvSpPr>
        <p:spPr>
          <a:xfrm>
            <a:off x="2413000" y="3294929"/>
            <a:ext cx="5740400" cy="65538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24"/>
          <p:cNvSpPr txBox="1"/>
          <p:nvPr/>
        </p:nvSpPr>
        <p:spPr>
          <a:xfrm>
            <a:off x="1702613" y="3949998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24"/>
          <p:cNvSpPr/>
          <p:nvPr/>
        </p:nvSpPr>
        <p:spPr>
          <a:xfrm>
            <a:off x="2413000" y="4081400"/>
            <a:ext cx="5740400" cy="6553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24"/>
          <p:cNvSpPr/>
          <p:nvPr/>
        </p:nvSpPr>
        <p:spPr>
          <a:xfrm>
            <a:off x="2413000" y="5098886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24"/>
          <p:cNvSpPr/>
          <p:nvPr/>
        </p:nvSpPr>
        <p:spPr>
          <a:xfrm>
            <a:off x="3225800" y="4549862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24"/>
          <p:cNvSpPr/>
          <p:nvPr/>
        </p:nvSpPr>
        <p:spPr>
          <a:xfrm>
            <a:off x="4001654" y="4549020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24"/>
          <p:cNvSpPr/>
          <p:nvPr/>
        </p:nvSpPr>
        <p:spPr>
          <a:xfrm rot="5400000">
            <a:off x="2877397" y="4824375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24"/>
          <p:cNvSpPr/>
          <p:nvPr/>
        </p:nvSpPr>
        <p:spPr>
          <a:xfrm>
            <a:off x="4832928" y="5074952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24"/>
          <p:cNvSpPr/>
          <p:nvPr/>
        </p:nvSpPr>
        <p:spPr>
          <a:xfrm>
            <a:off x="5664200" y="5074953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24"/>
          <p:cNvSpPr/>
          <p:nvPr/>
        </p:nvSpPr>
        <p:spPr>
          <a:xfrm rot="5400000">
            <a:off x="4484525" y="4833648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24"/>
          <p:cNvSpPr/>
          <p:nvPr/>
        </p:nvSpPr>
        <p:spPr>
          <a:xfrm>
            <a:off x="6546040" y="4520612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24"/>
          <p:cNvSpPr/>
          <p:nvPr/>
        </p:nvSpPr>
        <p:spPr>
          <a:xfrm>
            <a:off x="7348218" y="4519802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24"/>
          <p:cNvSpPr/>
          <p:nvPr/>
        </p:nvSpPr>
        <p:spPr>
          <a:xfrm rot="5400000">
            <a:off x="6197637" y="4795125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24"/>
          <p:cNvSpPr txBox="1"/>
          <p:nvPr/>
        </p:nvSpPr>
        <p:spPr>
          <a:xfrm>
            <a:off x="1703388" y="4943470"/>
            <a:ext cx="3401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24"/>
          <p:cNvSpPr/>
          <p:nvPr/>
        </p:nvSpPr>
        <p:spPr>
          <a:xfrm>
            <a:off x="8372947" y="3071194"/>
            <a:ext cx="3494419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Expectation</a:t>
            </a:r>
            <a:endParaRPr sz="5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2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784" name="Google Shape;784;p2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785" name="Google Shape;785;p2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786" name="Google Shape;786;p2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sp>
        <p:nvSpPr>
          <p:cNvPr id="787" name="Google Shape;787;p25"/>
          <p:cNvSpPr/>
          <p:nvPr/>
        </p:nvSpPr>
        <p:spPr>
          <a:xfrm>
            <a:off x="2413000" y="2572971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5"/>
          <p:cNvSpPr/>
          <p:nvPr/>
        </p:nvSpPr>
        <p:spPr>
          <a:xfrm>
            <a:off x="3225800" y="2023947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25"/>
          <p:cNvSpPr/>
          <p:nvPr/>
        </p:nvSpPr>
        <p:spPr>
          <a:xfrm>
            <a:off x="4038600" y="2565276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25"/>
          <p:cNvSpPr/>
          <p:nvPr/>
        </p:nvSpPr>
        <p:spPr>
          <a:xfrm rot="5400000">
            <a:off x="2877397" y="2298460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5"/>
          <p:cNvSpPr/>
          <p:nvPr/>
        </p:nvSpPr>
        <p:spPr>
          <a:xfrm rot="5400000">
            <a:off x="3690197" y="2298459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25"/>
          <p:cNvSpPr/>
          <p:nvPr/>
        </p:nvSpPr>
        <p:spPr>
          <a:xfrm>
            <a:off x="4851400" y="2007709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25"/>
          <p:cNvSpPr/>
          <p:nvPr/>
        </p:nvSpPr>
        <p:spPr>
          <a:xfrm>
            <a:off x="5664200" y="2549038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5"/>
          <p:cNvSpPr/>
          <p:nvPr/>
        </p:nvSpPr>
        <p:spPr>
          <a:xfrm rot="5400000">
            <a:off x="4502997" y="2282222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5"/>
          <p:cNvSpPr/>
          <p:nvPr/>
        </p:nvSpPr>
        <p:spPr>
          <a:xfrm rot="5400000">
            <a:off x="5315797" y="2282221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25"/>
          <p:cNvSpPr/>
          <p:nvPr/>
        </p:nvSpPr>
        <p:spPr>
          <a:xfrm>
            <a:off x="6476999" y="1987001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25"/>
          <p:cNvSpPr/>
          <p:nvPr/>
        </p:nvSpPr>
        <p:spPr>
          <a:xfrm>
            <a:off x="7289799" y="2528330"/>
            <a:ext cx="812800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5"/>
          <p:cNvSpPr/>
          <p:nvPr/>
        </p:nvSpPr>
        <p:spPr>
          <a:xfrm rot="5400000">
            <a:off x="6128596" y="2261514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25"/>
          <p:cNvSpPr/>
          <p:nvPr/>
        </p:nvSpPr>
        <p:spPr>
          <a:xfrm rot="5400000">
            <a:off x="6941396" y="2261513"/>
            <a:ext cx="622914" cy="73891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25"/>
          <p:cNvSpPr txBox="1"/>
          <p:nvPr/>
        </p:nvSpPr>
        <p:spPr>
          <a:xfrm>
            <a:off x="349358" y="924773"/>
            <a:ext cx="412728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Recall that flip flops are attached to clocks</a:t>
            </a: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5"/>
          <p:cNvSpPr txBox="1"/>
          <p:nvPr/>
        </p:nvSpPr>
        <p:spPr>
          <a:xfrm>
            <a:off x="1618616" y="2388305"/>
            <a:ext cx="6848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5"/>
          <p:cNvSpPr txBox="1"/>
          <p:nvPr/>
        </p:nvSpPr>
        <p:spPr>
          <a:xfrm>
            <a:off x="1702613" y="3163527"/>
            <a:ext cx="4908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5"/>
          <p:cNvSpPr/>
          <p:nvPr/>
        </p:nvSpPr>
        <p:spPr>
          <a:xfrm>
            <a:off x="2413000" y="3294929"/>
            <a:ext cx="5740400" cy="65538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517E3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25"/>
          <p:cNvSpPr txBox="1"/>
          <p:nvPr/>
        </p:nvSpPr>
        <p:spPr>
          <a:xfrm>
            <a:off x="1702613" y="3949998"/>
            <a:ext cx="5373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25"/>
          <p:cNvSpPr/>
          <p:nvPr/>
        </p:nvSpPr>
        <p:spPr>
          <a:xfrm>
            <a:off x="2413000" y="4081400"/>
            <a:ext cx="5740400" cy="65538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AC5B2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5"/>
          <p:cNvSpPr/>
          <p:nvPr/>
        </p:nvSpPr>
        <p:spPr>
          <a:xfrm>
            <a:off x="2413000" y="5098886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5"/>
          <p:cNvSpPr/>
          <p:nvPr/>
        </p:nvSpPr>
        <p:spPr>
          <a:xfrm>
            <a:off x="3225800" y="4549020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5"/>
          <p:cNvSpPr/>
          <p:nvPr/>
        </p:nvSpPr>
        <p:spPr>
          <a:xfrm>
            <a:off x="3358336" y="5098044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25"/>
          <p:cNvSpPr/>
          <p:nvPr/>
        </p:nvSpPr>
        <p:spPr>
          <a:xfrm rot="5400000">
            <a:off x="2877397" y="4824375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25"/>
          <p:cNvSpPr/>
          <p:nvPr/>
        </p:nvSpPr>
        <p:spPr>
          <a:xfrm>
            <a:off x="3937809" y="5098043"/>
            <a:ext cx="948219" cy="6240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5"/>
          <p:cNvSpPr/>
          <p:nvPr/>
        </p:nvSpPr>
        <p:spPr>
          <a:xfrm>
            <a:off x="5664200" y="5074953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5"/>
          <p:cNvSpPr/>
          <p:nvPr/>
        </p:nvSpPr>
        <p:spPr>
          <a:xfrm rot="5400000">
            <a:off x="3051386" y="4823532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5"/>
          <p:cNvSpPr/>
          <p:nvPr/>
        </p:nvSpPr>
        <p:spPr>
          <a:xfrm rot="5400000">
            <a:off x="6197637" y="4795125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25"/>
          <p:cNvSpPr txBox="1"/>
          <p:nvPr/>
        </p:nvSpPr>
        <p:spPr>
          <a:xfrm>
            <a:off x="1703388" y="4943470"/>
            <a:ext cx="34015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25"/>
          <p:cNvSpPr/>
          <p:nvPr/>
        </p:nvSpPr>
        <p:spPr>
          <a:xfrm>
            <a:off x="9075320" y="3071194"/>
            <a:ext cx="208967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Reality</a:t>
            </a:r>
            <a:endParaRPr sz="5400" b="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5"/>
          <p:cNvSpPr/>
          <p:nvPr/>
        </p:nvSpPr>
        <p:spPr>
          <a:xfrm>
            <a:off x="3516745" y="4549021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5"/>
          <p:cNvSpPr/>
          <p:nvPr/>
        </p:nvSpPr>
        <p:spPr>
          <a:xfrm>
            <a:off x="3649281" y="5098045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5"/>
          <p:cNvSpPr/>
          <p:nvPr/>
        </p:nvSpPr>
        <p:spPr>
          <a:xfrm rot="5400000">
            <a:off x="3168342" y="4824376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5"/>
          <p:cNvSpPr/>
          <p:nvPr/>
        </p:nvSpPr>
        <p:spPr>
          <a:xfrm rot="5400000">
            <a:off x="3342331" y="4823533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25"/>
          <p:cNvSpPr/>
          <p:nvPr/>
        </p:nvSpPr>
        <p:spPr>
          <a:xfrm>
            <a:off x="3807690" y="4549022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5"/>
          <p:cNvSpPr/>
          <p:nvPr/>
        </p:nvSpPr>
        <p:spPr>
          <a:xfrm>
            <a:off x="3940226" y="5098046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5"/>
          <p:cNvSpPr/>
          <p:nvPr/>
        </p:nvSpPr>
        <p:spPr>
          <a:xfrm rot="5400000">
            <a:off x="3459287" y="4824377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5"/>
          <p:cNvSpPr/>
          <p:nvPr/>
        </p:nvSpPr>
        <p:spPr>
          <a:xfrm rot="5400000">
            <a:off x="3633276" y="4823534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5"/>
          <p:cNvSpPr/>
          <p:nvPr/>
        </p:nvSpPr>
        <p:spPr>
          <a:xfrm>
            <a:off x="4922753" y="4537537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/>
          <p:nvPr/>
        </p:nvSpPr>
        <p:spPr>
          <a:xfrm>
            <a:off x="5055289" y="5086561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5"/>
          <p:cNvSpPr/>
          <p:nvPr/>
        </p:nvSpPr>
        <p:spPr>
          <a:xfrm rot="5400000">
            <a:off x="4574350" y="4812892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5"/>
          <p:cNvSpPr/>
          <p:nvPr/>
        </p:nvSpPr>
        <p:spPr>
          <a:xfrm rot="5400000">
            <a:off x="4748339" y="4812049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5"/>
          <p:cNvSpPr/>
          <p:nvPr/>
        </p:nvSpPr>
        <p:spPr>
          <a:xfrm>
            <a:off x="5213698" y="4537538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5"/>
          <p:cNvSpPr/>
          <p:nvPr/>
        </p:nvSpPr>
        <p:spPr>
          <a:xfrm>
            <a:off x="5346234" y="5086562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25"/>
          <p:cNvSpPr/>
          <p:nvPr/>
        </p:nvSpPr>
        <p:spPr>
          <a:xfrm rot="5400000">
            <a:off x="4865295" y="4812893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5"/>
          <p:cNvSpPr/>
          <p:nvPr/>
        </p:nvSpPr>
        <p:spPr>
          <a:xfrm rot="5400000">
            <a:off x="5039284" y="4812050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25"/>
          <p:cNvSpPr/>
          <p:nvPr/>
        </p:nvSpPr>
        <p:spPr>
          <a:xfrm>
            <a:off x="5504643" y="4537539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5"/>
          <p:cNvSpPr/>
          <p:nvPr/>
        </p:nvSpPr>
        <p:spPr>
          <a:xfrm>
            <a:off x="5637179" y="5086563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5"/>
          <p:cNvSpPr/>
          <p:nvPr/>
        </p:nvSpPr>
        <p:spPr>
          <a:xfrm rot="5400000">
            <a:off x="5156240" y="4812894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5"/>
          <p:cNvSpPr/>
          <p:nvPr/>
        </p:nvSpPr>
        <p:spPr>
          <a:xfrm rot="5400000">
            <a:off x="5330229" y="4812051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25"/>
          <p:cNvSpPr/>
          <p:nvPr/>
        </p:nvSpPr>
        <p:spPr>
          <a:xfrm>
            <a:off x="6559081" y="4519769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5"/>
          <p:cNvSpPr/>
          <p:nvPr/>
        </p:nvSpPr>
        <p:spPr>
          <a:xfrm>
            <a:off x="6691617" y="5068793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5"/>
          <p:cNvSpPr/>
          <p:nvPr/>
        </p:nvSpPr>
        <p:spPr>
          <a:xfrm rot="5400000">
            <a:off x="6210678" y="4795124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5"/>
          <p:cNvSpPr/>
          <p:nvPr/>
        </p:nvSpPr>
        <p:spPr>
          <a:xfrm rot="5400000">
            <a:off x="6384667" y="4794281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5"/>
          <p:cNvSpPr/>
          <p:nvPr/>
        </p:nvSpPr>
        <p:spPr>
          <a:xfrm>
            <a:off x="6850026" y="4519770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5"/>
          <p:cNvSpPr/>
          <p:nvPr/>
        </p:nvSpPr>
        <p:spPr>
          <a:xfrm>
            <a:off x="6982562" y="5068794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5"/>
          <p:cNvSpPr/>
          <p:nvPr/>
        </p:nvSpPr>
        <p:spPr>
          <a:xfrm rot="5400000">
            <a:off x="6501623" y="4795125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5"/>
          <p:cNvSpPr/>
          <p:nvPr/>
        </p:nvSpPr>
        <p:spPr>
          <a:xfrm rot="5400000">
            <a:off x="6675612" y="4794282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25"/>
          <p:cNvSpPr/>
          <p:nvPr/>
        </p:nvSpPr>
        <p:spPr>
          <a:xfrm>
            <a:off x="7140971" y="4519771"/>
            <a:ext cx="16764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5"/>
          <p:cNvSpPr/>
          <p:nvPr/>
        </p:nvSpPr>
        <p:spPr>
          <a:xfrm>
            <a:off x="7273507" y="5068795"/>
            <a:ext cx="128386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5"/>
          <p:cNvSpPr/>
          <p:nvPr/>
        </p:nvSpPr>
        <p:spPr>
          <a:xfrm rot="5400000">
            <a:off x="6792568" y="4795126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5"/>
          <p:cNvSpPr/>
          <p:nvPr/>
        </p:nvSpPr>
        <p:spPr>
          <a:xfrm rot="5400000">
            <a:off x="6966557" y="4794283"/>
            <a:ext cx="622914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25"/>
          <p:cNvSpPr/>
          <p:nvPr/>
        </p:nvSpPr>
        <p:spPr>
          <a:xfrm>
            <a:off x="7340600" y="5049615"/>
            <a:ext cx="812800" cy="7389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2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T/2 &lt; gate delay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Master Slave</a:t>
            </a:r>
            <a:endParaRPr b="1"/>
          </a:p>
        </p:txBody>
      </p:sp>
      <p:sp>
        <p:nvSpPr>
          <p:cNvPr id="854" name="Google Shape;854;p2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855" name="Google Shape;855;p2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56" name="Google Shape;856;p2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857" name="Google Shape;857;p2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858" name="Google Shape;858;p26"/>
          <p:cNvGrpSpPr/>
          <p:nvPr/>
        </p:nvGrpSpPr>
        <p:grpSpPr>
          <a:xfrm>
            <a:off x="1741791" y="3912431"/>
            <a:ext cx="4039416" cy="2132869"/>
            <a:chOff x="838200" y="2207139"/>
            <a:chExt cx="5182846" cy="3121855"/>
          </a:xfrm>
        </p:grpSpPr>
        <p:pic>
          <p:nvPicPr>
            <p:cNvPr id="859" name="Google Shape;859;p26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39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0" name="Google Shape;860;p26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T/2 &lt; gate delay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Master Slave</a:t>
            </a:r>
            <a:endParaRPr b="1"/>
          </a:p>
        </p:txBody>
      </p:sp>
      <p:sp>
        <p:nvSpPr>
          <p:cNvPr id="866" name="Google Shape;866;p2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867" name="Google Shape;867;p2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68" name="Google Shape;868;p2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sp>
        <p:nvSpPr>
          <p:cNvPr id="869" name="Google Shape;869;p2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870" name="Google Shape;870;p27"/>
          <p:cNvGrpSpPr/>
          <p:nvPr/>
        </p:nvGrpSpPr>
        <p:grpSpPr>
          <a:xfrm>
            <a:off x="1741791" y="3912432"/>
            <a:ext cx="4039416" cy="2132869"/>
            <a:chOff x="838200" y="2207140"/>
            <a:chExt cx="5182846" cy="3121855"/>
          </a:xfrm>
        </p:grpSpPr>
        <p:pic>
          <p:nvPicPr>
            <p:cNvPr id="871" name="Google Shape;871;p27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2" name="Google Shape;872;p27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3" name="Google Shape;873;p27"/>
          <p:cNvGrpSpPr/>
          <p:nvPr/>
        </p:nvGrpSpPr>
        <p:grpSpPr>
          <a:xfrm>
            <a:off x="6346270" y="3912431"/>
            <a:ext cx="4039416" cy="2132869"/>
            <a:chOff x="838200" y="2207140"/>
            <a:chExt cx="5182846" cy="3121855"/>
          </a:xfrm>
        </p:grpSpPr>
        <p:pic>
          <p:nvPicPr>
            <p:cNvPr id="874" name="Google Shape;874;p27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5" name="Google Shape;875;p27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T/2 &lt; gate delay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Master Slave</a:t>
            </a:r>
            <a:endParaRPr b="1"/>
          </a:p>
        </p:txBody>
      </p:sp>
      <p:sp>
        <p:nvSpPr>
          <p:cNvPr id="881" name="Google Shape;881;p2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882" name="Google Shape;882;p2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883" name="Google Shape;883;p2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884" name="Google Shape;884;p2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885" name="Google Shape;885;p28"/>
          <p:cNvGrpSpPr/>
          <p:nvPr/>
        </p:nvGrpSpPr>
        <p:grpSpPr>
          <a:xfrm>
            <a:off x="1741791" y="3912432"/>
            <a:ext cx="4039416" cy="2132869"/>
            <a:chOff x="838200" y="2207140"/>
            <a:chExt cx="5182846" cy="3121855"/>
          </a:xfrm>
        </p:grpSpPr>
        <p:pic>
          <p:nvPicPr>
            <p:cNvPr id="886" name="Google Shape;886;p28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7" name="Google Shape;887;p28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8" name="Google Shape;888;p28"/>
          <p:cNvGrpSpPr/>
          <p:nvPr/>
        </p:nvGrpSpPr>
        <p:grpSpPr>
          <a:xfrm>
            <a:off x="6346270" y="3912431"/>
            <a:ext cx="4039416" cy="2132869"/>
            <a:chOff x="838200" y="2207140"/>
            <a:chExt cx="5182846" cy="3121855"/>
          </a:xfrm>
        </p:grpSpPr>
        <p:pic>
          <p:nvPicPr>
            <p:cNvPr id="889" name="Google Shape;889;p28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0" name="Google Shape;890;p28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91" name="Google Shape;891;p28"/>
          <p:cNvSpPr/>
          <p:nvPr/>
        </p:nvSpPr>
        <p:spPr>
          <a:xfrm>
            <a:off x="896341" y="5077291"/>
            <a:ext cx="1075038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8"/>
          <p:cNvSpPr/>
          <p:nvPr/>
        </p:nvSpPr>
        <p:spPr>
          <a:xfrm rot="5400000">
            <a:off x="895298" y="5708530"/>
            <a:ext cx="1250120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8"/>
          <p:cNvSpPr/>
          <p:nvPr/>
        </p:nvSpPr>
        <p:spPr>
          <a:xfrm>
            <a:off x="1520358" y="6333591"/>
            <a:ext cx="2099143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8"/>
          <p:cNvSpPr/>
          <p:nvPr/>
        </p:nvSpPr>
        <p:spPr>
          <a:xfrm rot="5400000">
            <a:off x="5583054" y="5719960"/>
            <a:ext cx="1272980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28"/>
          <p:cNvSpPr/>
          <p:nvPr/>
        </p:nvSpPr>
        <p:spPr>
          <a:xfrm rot="10800000" flipH="1">
            <a:off x="6196685" y="5081566"/>
            <a:ext cx="460655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6" name="Google Shape;896;p28" descr="Not Gate Clip Art at Clker.com - vector clip art online, royalty free &amp;  public domai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554" y="6216605"/>
            <a:ext cx="1264777" cy="27627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28"/>
          <p:cNvSpPr/>
          <p:nvPr/>
        </p:nvSpPr>
        <p:spPr>
          <a:xfrm>
            <a:off x="4884753" y="6332421"/>
            <a:ext cx="1311931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2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T/2 &lt; gate delay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Master Slave</a:t>
            </a:r>
            <a:endParaRPr b="1"/>
          </a:p>
        </p:txBody>
      </p:sp>
      <p:sp>
        <p:nvSpPr>
          <p:cNvPr id="903" name="Google Shape;903;p2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904" name="Google Shape;904;p2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05" name="Google Shape;905;p2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906" name="Google Shape;906;p2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907" name="Google Shape;907;p29"/>
          <p:cNvGrpSpPr/>
          <p:nvPr/>
        </p:nvGrpSpPr>
        <p:grpSpPr>
          <a:xfrm>
            <a:off x="1741791" y="3912432"/>
            <a:ext cx="4039416" cy="2132869"/>
            <a:chOff x="838200" y="2207140"/>
            <a:chExt cx="5182846" cy="3121855"/>
          </a:xfrm>
        </p:grpSpPr>
        <p:pic>
          <p:nvPicPr>
            <p:cNvPr id="908" name="Google Shape;908;p29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9" name="Google Shape;909;p29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0" name="Google Shape;910;p29"/>
          <p:cNvGrpSpPr/>
          <p:nvPr/>
        </p:nvGrpSpPr>
        <p:grpSpPr>
          <a:xfrm>
            <a:off x="6346270" y="3912431"/>
            <a:ext cx="4039416" cy="2132869"/>
            <a:chOff x="838200" y="2207140"/>
            <a:chExt cx="5182846" cy="3121855"/>
          </a:xfrm>
        </p:grpSpPr>
        <p:pic>
          <p:nvPicPr>
            <p:cNvPr id="911" name="Google Shape;911;p29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29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3" name="Google Shape;913;p29"/>
          <p:cNvSpPr/>
          <p:nvPr/>
        </p:nvSpPr>
        <p:spPr>
          <a:xfrm>
            <a:off x="896341" y="5077291"/>
            <a:ext cx="1075038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9"/>
          <p:cNvSpPr/>
          <p:nvPr/>
        </p:nvSpPr>
        <p:spPr>
          <a:xfrm rot="5400000">
            <a:off x="895298" y="5708530"/>
            <a:ext cx="1250120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9"/>
          <p:cNvSpPr/>
          <p:nvPr/>
        </p:nvSpPr>
        <p:spPr>
          <a:xfrm>
            <a:off x="1520358" y="6333591"/>
            <a:ext cx="2099143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9"/>
          <p:cNvSpPr/>
          <p:nvPr/>
        </p:nvSpPr>
        <p:spPr>
          <a:xfrm rot="5400000">
            <a:off x="5583054" y="5719960"/>
            <a:ext cx="1272980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29"/>
          <p:cNvSpPr/>
          <p:nvPr/>
        </p:nvSpPr>
        <p:spPr>
          <a:xfrm rot="10800000" flipH="1">
            <a:off x="6196685" y="5081566"/>
            <a:ext cx="460655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18" name="Google Shape;918;p29" descr="Not Gate Clip Art at Clker.com - vector clip art online, royalty free &amp;  public domai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554" y="6216605"/>
            <a:ext cx="1264777" cy="276270"/>
          </a:xfrm>
          <a:prstGeom prst="rect">
            <a:avLst/>
          </a:prstGeom>
          <a:noFill/>
          <a:ln>
            <a:noFill/>
          </a:ln>
        </p:spPr>
      </p:pic>
      <p:sp>
        <p:nvSpPr>
          <p:cNvPr id="919" name="Google Shape;919;p29"/>
          <p:cNvSpPr/>
          <p:nvPr/>
        </p:nvSpPr>
        <p:spPr>
          <a:xfrm>
            <a:off x="4884753" y="6332421"/>
            <a:ext cx="1311931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9"/>
          <p:cNvSpPr/>
          <p:nvPr/>
        </p:nvSpPr>
        <p:spPr>
          <a:xfrm>
            <a:off x="2059719" y="6061330"/>
            <a:ext cx="7711661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9"/>
          <p:cNvSpPr/>
          <p:nvPr/>
        </p:nvSpPr>
        <p:spPr>
          <a:xfrm rot="5400000">
            <a:off x="1965990" y="5971686"/>
            <a:ext cx="233174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9"/>
          <p:cNvSpPr/>
          <p:nvPr/>
        </p:nvSpPr>
        <p:spPr>
          <a:xfrm>
            <a:off x="2063568" y="5844327"/>
            <a:ext cx="630102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9"/>
          <p:cNvSpPr/>
          <p:nvPr/>
        </p:nvSpPr>
        <p:spPr>
          <a:xfrm rot="5400000">
            <a:off x="9007868" y="5343538"/>
            <a:ext cx="1481304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3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T/2 &lt; gate delay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Master Slave</a:t>
            </a:r>
            <a:endParaRPr b="1"/>
          </a:p>
        </p:txBody>
      </p:sp>
      <p:sp>
        <p:nvSpPr>
          <p:cNvPr id="929" name="Google Shape;929;p3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930" name="Google Shape;930;p3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31" name="Google Shape;931;p3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sp>
        <p:nvSpPr>
          <p:cNvPr id="932" name="Google Shape;932;p3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933" name="Google Shape;933;p30"/>
          <p:cNvGrpSpPr/>
          <p:nvPr/>
        </p:nvGrpSpPr>
        <p:grpSpPr>
          <a:xfrm>
            <a:off x="1741791" y="3912432"/>
            <a:ext cx="4039416" cy="2132869"/>
            <a:chOff x="838200" y="2207140"/>
            <a:chExt cx="5182846" cy="3121855"/>
          </a:xfrm>
        </p:grpSpPr>
        <p:pic>
          <p:nvPicPr>
            <p:cNvPr id="934" name="Google Shape;934;p30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5" name="Google Shape;935;p30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6" name="Google Shape;936;p30"/>
          <p:cNvGrpSpPr/>
          <p:nvPr/>
        </p:nvGrpSpPr>
        <p:grpSpPr>
          <a:xfrm>
            <a:off x="6346270" y="3912431"/>
            <a:ext cx="4039416" cy="2132869"/>
            <a:chOff x="838200" y="2207140"/>
            <a:chExt cx="5182846" cy="3121855"/>
          </a:xfrm>
        </p:grpSpPr>
        <p:pic>
          <p:nvPicPr>
            <p:cNvPr id="937" name="Google Shape;937;p30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8" name="Google Shape;938;p30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9" name="Google Shape;939;p30"/>
          <p:cNvSpPr/>
          <p:nvPr/>
        </p:nvSpPr>
        <p:spPr>
          <a:xfrm>
            <a:off x="896341" y="5077291"/>
            <a:ext cx="1075038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30"/>
          <p:cNvSpPr/>
          <p:nvPr/>
        </p:nvSpPr>
        <p:spPr>
          <a:xfrm rot="5400000">
            <a:off x="895298" y="5708530"/>
            <a:ext cx="1250120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1" name="Google Shape;941;p30"/>
          <p:cNvSpPr/>
          <p:nvPr/>
        </p:nvSpPr>
        <p:spPr>
          <a:xfrm>
            <a:off x="1520358" y="6333591"/>
            <a:ext cx="2099143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30"/>
          <p:cNvSpPr/>
          <p:nvPr/>
        </p:nvSpPr>
        <p:spPr>
          <a:xfrm rot="5400000">
            <a:off x="5583054" y="5719960"/>
            <a:ext cx="1272980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30"/>
          <p:cNvSpPr/>
          <p:nvPr/>
        </p:nvSpPr>
        <p:spPr>
          <a:xfrm rot="10800000" flipH="1">
            <a:off x="6196685" y="5081566"/>
            <a:ext cx="460655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4" name="Google Shape;944;p30" descr="Not Gate Clip Art at Clker.com - vector clip art online, royalty free &amp;  public domai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554" y="6216605"/>
            <a:ext cx="1264777" cy="27627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30"/>
          <p:cNvSpPr/>
          <p:nvPr/>
        </p:nvSpPr>
        <p:spPr>
          <a:xfrm>
            <a:off x="4884753" y="6332421"/>
            <a:ext cx="1311931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30"/>
          <p:cNvSpPr/>
          <p:nvPr/>
        </p:nvSpPr>
        <p:spPr>
          <a:xfrm>
            <a:off x="2059719" y="6061330"/>
            <a:ext cx="7711661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30"/>
          <p:cNvSpPr/>
          <p:nvPr/>
        </p:nvSpPr>
        <p:spPr>
          <a:xfrm rot="5400000">
            <a:off x="1965990" y="5971686"/>
            <a:ext cx="233174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30"/>
          <p:cNvSpPr/>
          <p:nvPr/>
        </p:nvSpPr>
        <p:spPr>
          <a:xfrm>
            <a:off x="2063568" y="5844327"/>
            <a:ext cx="630102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30"/>
          <p:cNvSpPr/>
          <p:nvPr/>
        </p:nvSpPr>
        <p:spPr>
          <a:xfrm rot="5400000">
            <a:off x="9007868" y="5343538"/>
            <a:ext cx="1481304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30"/>
          <p:cNvSpPr/>
          <p:nvPr/>
        </p:nvSpPr>
        <p:spPr>
          <a:xfrm rot="5400000">
            <a:off x="9154661" y="4773974"/>
            <a:ext cx="1481304" cy="4571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30"/>
          <p:cNvSpPr/>
          <p:nvPr/>
        </p:nvSpPr>
        <p:spPr>
          <a:xfrm>
            <a:off x="2206512" y="3991291"/>
            <a:ext cx="7711661" cy="4571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30"/>
          <p:cNvSpPr/>
          <p:nvPr/>
        </p:nvSpPr>
        <p:spPr>
          <a:xfrm rot="5400000">
            <a:off x="2099105" y="4130138"/>
            <a:ext cx="260532" cy="4571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0"/>
          <p:cNvSpPr/>
          <p:nvPr/>
        </p:nvSpPr>
        <p:spPr>
          <a:xfrm>
            <a:off x="2206511" y="4287346"/>
            <a:ext cx="487159" cy="4571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The Racing Problem </a:t>
            </a:r>
            <a:endParaRPr/>
          </a:p>
          <a:p>
            <a:pPr marL="342900" marR="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33CC"/>
              </a:buClr>
              <a:buSzPts val="2100"/>
              <a:buFont typeface="Arial"/>
              <a:buChar char="●"/>
            </a:pPr>
            <a:r>
              <a:rPr lang="en-US"/>
              <a:t>Three Possible Solutions: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T/2 &lt; gate delay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/>
              <a:t>Edge Trigger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●"/>
            </a:pPr>
            <a:r>
              <a:rPr lang="en-US" b="1"/>
              <a:t>Master Slave</a:t>
            </a:r>
            <a:endParaRPr b="1"/>
          </a:p>
        </p:txBody>
      </p:sp>
      <p:sp>
        <p:nvSpPr>
          <p:cNvPr id="959" name="Google Shape;959;p3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960" name="Google Shape;960;p3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61" name="Google Shape;961;p3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sp>
        <p:nvSpPr>
          <p:cNvPr id="962" name="Google Shape;962;p3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963" name="Google Shape;963;p31"/>
          <p:cNvGrpSpPr/>
          <p:nvPr/>
        </p:nvGrpSpPr>
        <p:grpSpPr>
          <a:xfrm>
            <a:off x="1741791" y="3912432"/>
            <a:ext cx="4039416" cy="2132869"/>
            <a:chOff x="838200" y="2207140"/>
            <a:chExt cx="5182846" cy="3121855"/>
          </a:xfrm>
        </p:grpSpPr>
        <p:pic>
          <p:nvPicPr>
            <p:cNvPr id="964" name="Google Shape;964;p31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5" name="Google Shape;965;p31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6" name="Google Shape;966;p31"/>
          <p:cNvGrpSpPr/>
          <p:nvPr/>
        </p:nvGrpSpPr>
        <p:grpSpPr>
          <a:xfrm>
            <a:off x="6346270" y="3912431"/>
            <a:ext cx="4039416" cy="2132869"/>
            <a:chOff x="838200" y="2207140"/>
            <a:chExt cx="5182846" cy="3121855"/>
          </a:xfrm>
        </p:grpSpPr>
        <p:pic>
          <p:nvPicPr>
            <p:cNvPr id="967" name="Google Shape;967;p31" descr="File:NAND Gated SR Latch.png - Wikimedia Comm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8200" y="2207140"/>
              <a:ext cx="5182846" cy="3121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8" name="Google Shape;968;p31"/>
            <p:cNvSpPr/>
            <p:nvPr/>
          </p:nvSpPr>
          <p:spPr>
            <a:xfrm>
              <a:off x="838200" y="3768067"/>
              <a:ext cx="296119" cy="4219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9" name="Google Shape;969;p31"/>
          <p:cNvSpPr/>
          <p:nvPr/>
        </p:nvSpPr>
        <p:spPr>
          <a:xfrm>
            <a:off x="896341" y="5077291"/>
            <a:ext cx="1075038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31"/>
          <p:cNvSpPr/>
          <p:nvPr/>
        </p:nvSpPr>
        <p:spPr>
          <a:xfrm rot="5400000">
            <a:off x="895298" y="5708530"/>
            <a:ext cx="1250120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31"/>
          <p:cNvSpPr/>
          <p:nvPr/>
        </p:nvSpPr>
        <p:spPr>
          <a:xfrm>
            <a:off x="1520358" y="6333591"/>
            <a:ext cx="2099143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31"/>
          <p:cNvSpPr/>
          <p:nvPr/>
        </p:nvSpPr>
        <p:spPr>
          <a:xfrm rot="5400000">
            <a:off x="5583054" y="5719960"/>
            <a:ext cx="1272980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31"/>
          <p:cNvSpPr/>
          <p:nvPr/>
        </p:nvSpPr>
        <p:spPr>
          <a:xfrm rot="10800000" flipH="1">
            <a:off x="6196685" y="5081566"/>
            <a:ext cx="460655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4" name="Google Shape;974;p31" descr="Not Gate Clip Art at Clker.com - vector clip art online, royalty free &amp;  public domai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28554" y="6216605"/>
            <a:ext cx="1264777" cy="27627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31"/>
          <p:cNvSpPr/>
          <p:nvPr/>
        </p:nvSpPr>
        <p:spPr>
          <a:xfrm>
            <a:off x="4884753" y="6332421"/>
            <a:ext cx="1311931" cy="45719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31"/>
          <p:cNvSpPr/>
          <p:nvPr/>
        </p:nvSpPr>
        <p:spPr>
          <a:xfrm>
            <a:off x="2059719" y="6061330"/>
            <a:ext cx="7711661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31"/>
          <p:cNvSpPr/>
          <p:nvPr/>
        </p:nvSpPr>
        <p:spPr>
          <a:xfrm rot="5400000">
            <a:off x="1965990" y="5971686"/>
            <a:ext cx="233174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31"/>
          <p:cNvSpPr/>
          <p:nvPr/>
        </p:nvSpPr>
        <p:spPr>
          <a:xfrm>
            <a:off x="2063568" y="5844327"/>
            <a:ext cx="630102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31"/>
          <p:cNvSpPr/>
          <p:nvPr/>
        </p:nvSpPr>
        <p:spPr>
          <a:xfrm rot="5400000">
            <a:off x="9007868" y="5343538"/>
            <a:ext cx="1481304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31"/>
          <p:cNvSpPr/>
          <p:nvPr/>
        </p:nvSpPr>
        <p:spPr>
          <a:xfrm rot="5400000">
            <a:off x="9154661" y="4773974"/>
            <a:ext cx="1481304" cy="4571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31"/>
          <p:cNvSpPr/>
          <p:nvPr/>
        </p:nvSpPr>
        <p:spPr>
          <a:xfrm>
            <a:off x="2206512" y="3991291"/>
            <a:ext cx="7711661" cy="4571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31"/>
          <p:cNvSpPr/>
          <p:nvPr/>
        </p:nvSpPr>
        <p:spPr>
          <a:xfrm rot="5400000">
            <a:off x="2099105" y="4130138"/>
            <a:ext cx="260532" cy="4571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31"/>
          <p:cNvSpPr/>
          <p:nvPr/>
        </p:nvSpPr>
        <p:spPr>
          <a:xfrm>
            <a:off x="2206511" y="4287346"/>
            <a:ext cx="487159" cy="4571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31"/>
          <p:cNvSpPr/>
          <p:nvPr/>
        </p:nvSpPr>
        <p:spPr>
          <a:xfrm rot="10228509" flipH="1">
            <a:off x="5477155" y="4484889"/>
            <a:ext cx="1153417" cy="4876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31"/>
          <p:cNvSpPr/>
          <p:nvPr/>
        </p:nvSpPr>
        <p:spPr>
          <a:xfrm rot="-10028537" flipH="1">
            <a:off x="5477154" y="5646051"/>
            <a:ext cx="1153417" cy="4876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991" name="Google Shape;991;p3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992" name="Google Shape;992;p3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993" name="Google Shape;993;p3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sp>
        <p:nvSpPr>
          <p:cNvPr id="994" name="Google Shape;994;p3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995" name="Google Shape;995;p32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996" name="Google Shape;996;p32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997" name="Google Shape;997;p32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8" name="Google Shape;998;p32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9" name="Google Shape;999;p32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000" name="Google Shape;1000;p32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1" name="Google Shape;1001;p32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2" name="Google Shape;1002;p32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32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32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32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32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07" name="Google Shape;1007;p32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8" name="Google Shape;1008;p32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32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32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2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2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2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32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32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2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32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32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3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024" name="Google Shape;1024;p3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025" name="Google Shape;1025;p3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26" name="Google Shape;1026;p3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sp>
        <p:nvSpPr>
          <p:cNvPr id="1027" name="Google Shape;1027;p3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028" name="Google Shape;1028;p33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029" name="Google Shape;1029;p33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030" name="Google Shape;1030;p33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1" name="Google Shape;1031;p33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32" name="Google Shape;1032;p33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033" name="Google Shape;1033;p33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34" name="Google Shape;1034;p33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35" name="Google Shape;1035;p33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3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3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33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3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0" name="Google Shape;1040;p33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1" name="Google Shape;1041;p33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33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3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3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3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3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3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3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3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3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3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2" name="Google Shape;1052;p33"/>
          <p:cNvSpPr/>
          <p:nvPr/>
        </p:nvSpPr>
        <p:spPr>
          <a:xfrm>
            <a:off x="3560175" y="2496527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 b="1" baseline="-2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2400" b="0" cap="none" baseline="-25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33"/>
          <p:cNvSpPr/>
          <p:nvPr/>
        </p:nvSpPr>
        <p:spPr>
          <a:xfrm>
            <a:off x="6932780" y="2474488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 b="1" baseline="-25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4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059" name="Google Shape;1059;p3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060" name="Google Shape;1060;p3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61" name="Google Shape;1061;p3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sp>
        <p:nvSpPr>
          <p:cNvPr id="1062" name="Google Shape;1062;p3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063" name="Google Shape;1063;p34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064" name="Google Shape;1064;p34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065" name="Google Shape;1065;p34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66" name="Google Shape;1066;p34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7" name="Google Shape;1067;p34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068" name="Google Shape;1068;p34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69" name="Google Shape;1069;p34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0" name="Google Shape;1070;p34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4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4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34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75" name="Google Shape;1075;p34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p34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34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34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4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4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4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4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34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7" name="Google Shape;1087;p34"/>
          <p:cNvSpPr/>
          <p:nvPr/>
        </p:nvSpPr>
        <p:spPr>
          <a:xfrm>
            <a:off x="3560175" y="2496527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 b="1" baseline="-2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2400" b="0" cap="none" baseline="-25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34"/>
          <p:cNvSpPr/>
          <p:nvPr/>
        </p:nvSpPr>
        <p:spPr>
          <a:xfrm>
            <a:off x="6932780" y="2474488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 b="1" baseline="-25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34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5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095" name="Google Shape;1095;p35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096" name="Google Shape;1096;p35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097" name="Google Shape;1097;p35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  <p:sp>
        <p:nvSpPr>
          <p:cNvPr id="1098" name="Google Shape;1098;p35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099" name="Google Shape;1099;p35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100" name="Google Shape;1100;p35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101" name="Google Shape;1101;p35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2" name="Google Shape;1102;p35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03" name="Google Shape;1103;p35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104" name="Google Shape;1104;p35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05" name="Google Shape;1105;p35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06" name="Google Shape;1106;p35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35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35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35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35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11" name="Google Shape;1111;p35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2" name="Google Shape;1112;p35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35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35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35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35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35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35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35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35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35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5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3" name="Google Shape;1123;p35"/>
          <p:cNvSpPr/>
          <p:nvPr/>
        </p:nvSpPr>
        <p:spPr>
          <a:xfrm>
            <a:off x="3560175" y="2496527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 b="1" baseline="-250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2400" b="0" cap="none" baseline="-250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35"/>
          <p:cNvSpPr/>
          <p:nvPr/>
        </p:nvSpPr>
        <p:spPr>
          <a:xfrm>
            <a:off x="6932780" y="2474488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400" b="1" baseline="-25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35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26" name="Google Shape;1126;p35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127" name="Google Shape;1127;p35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35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35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5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35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35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35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35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35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35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35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35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35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35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1" name="Google Shape;1141;p35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35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35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35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35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35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35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35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35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35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35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35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35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35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35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35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35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35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35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35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35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Google Shape;1166;p36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167" name="Google Shape;1167;p36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168" name="Google Shape;1168;p36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169" name="Google Shape;1169;p36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sp>
        <p:nvSpPr>
          <p:cNvPr id="1170" name="Google Shape;1170;p36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171" name="Google Shape;1171;p36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172" name="Google Shape;1172;p36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173" name="Google Shape;1173;p36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4" name="Google Shape;1174;p36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5" name="Google Shape;1175;p36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176" name="Google Shape;1176;p36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77" name="Google Shape;1177;p36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8" name="Google Shape;1178;p36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36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36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36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36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183" name="Google Shape;1183;p36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4" name="Google Shape;1184;p36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36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36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36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36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36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36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36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36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36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36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5" name="Google Shape;1195;p36"/>
          <p:cNvSpPr/>
          <p:nvPr/>
        </p:nvSpPr>
        <p:spPr>
          <a:xfrm>
            <a:off x="3572076" y="2607025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6" name="Google Shape;1196;p36"/>
          <p:cNvSpPr/>
          <p:nvPr/>
        </p:nvSpPr>
        <p:spPr>
          <a:xfrm>
            <a:off x="6932780" y="2474488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36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8" name="Google Shape;1198;p36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199" name="Google Shape;1199;p36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36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36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36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36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36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36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36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36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36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36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36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36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36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3" name="Google Shape;1213;p36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36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36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36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36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36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36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36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36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36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36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36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36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36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36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36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36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36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36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36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36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36"/>
          <p:cNvSpPr/>
          <p:nvPr/>
        </p:nvSpPr>
        <p:spPr>
          <a:xfrm>
            <a:off x="7656303" y="4285673"/>
            <a:ext cx="704702" cy="2318327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36"/>
          <p:cNvSpPr/>
          <p:nvPr/>
        </p:nvSpPr>
        <p:spPr>
          <a:xfrm>
            <a:off x="76242" y="341417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36"/>
          <p:cNvSpPr/>
          <p:nvPr/>
        </p:nvSpPr>
        <p:spPr>
          <a:xfrm>
            <a:off x="1218579" y="2409724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36"/>
          <p:cNvSpPr/>
          <p:nvPr/>
        </p:nvSpPr>
        <p:spPr>
          <a:xfrm>
            <a:off x="1305735" y="3960742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36"/>
          <p:cNvSpPr/>
          <p:nvPr/>
        </p:nvSpPr>
        <p:spPr>
          <a:xfrm>
            <a:off x="3800676" y="5147988"/>
            <a:ext cx="4577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36"/>
          <p:cNvSpPr/>
          <p:nvPr/>
        </p:nvSpPr>
        <p:spPr>
          <a:xfrm>
            <a:off x="3583397" y="361902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36"/>
          <p:cNvSpPr/>
          <p:nvPr/>
        </p:nvSpPr>
        <p:spPr>
          <a:xfrm>
            <a:off x="6908629" y="3671134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37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246" name="Google Shape;1246;p37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247" name="Google Shape;1247;p37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248" name="Google Shape;1248;p37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  <p:sp>
        <p:nvSpPr>
          <p:cNvPr id="1249" name="Google Shape;1249;p37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250" name="Google Shape;1250;p37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251" name="Google Shape;1251;p37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252" name="Google Shape;1252;p37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3" name="Google Shape;1253;p37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4" name="Google Shape;1254;p37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255" name="Google Shape;1255;p37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56" name="Google Shape;1256;p37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7" name="Google Shape;1257;p37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7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7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7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7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62" name="Google Shape;1262;p37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3" name="Google Shape;1263;p37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7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37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37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37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37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37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37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37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37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37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74" name="Google Shape;1274;p37"/>
          <p:cNvSpPr/>
          <p:nvPr/>
        </p:nvSpPr>
        <p:spPr>
          <a:xfrm>
            <a:off x="3572076" y="2607025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37"/>
          <p:cNvSpPr/>
          <p:nvPr/>
        </p:nvSpPr>
        <p:spPr>
          <a:xfrm>
            <a:off x="6932780" y="2474488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37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7" name="Google Shape;1277;p37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278" name="Google Shape;1278;p37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37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7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7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7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7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7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7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7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7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7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7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7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7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2" name="Google Shape;1292;p37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37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37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5" name="Google Shape;1295;p37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37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7" name="Google Shape;1297;p37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8" name="Google Shape;1298;p37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37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37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37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37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37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37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37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37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37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37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37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37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37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37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37"/>
          <p:cNvSpPr/>
          <p:nvPr/>
        </p:nvSpPr>
        <p:spPr>
          <a:xfrm>
            <a:off x="8291782" y="4323014"/>
            <a:ext cx="594941" cy="2318327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37"/>
          <p:cNvSpPr/>
          <p:nvPr/>
        </p:nvSpPr>
        <p:spPr>
          <a:xfrm>
            <a:off x="76242" y="341417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37"/>
          <p:cNvSpPr/>
          <p:nvPr/>
        </p:nvSpPr>
        <p:spPr>
          <a:xfrm>
            <a:off x="1218579" y="2409724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37"/>
          <p:cNvSpPr/>
          <p:nvPr/>
        </p:nvSpPr>
        <p:spPr>
          <a:xfrm>
            <a:off x="1305735" y="3960742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37"/>
          <p:cNvSpPr/>
          <p:nvPr/>
        </p:nvSpPr>
        <p:spPr>
          <a:xfrm>
            <a:off x="3800676" y="5147988"/>
            <a:ext cx="4577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37"/>
          <p:cNvSpPr/>
          <p:nvPr/>
        </p:nvSpPr>
        <p:spPr>
          <a:xfrm>
            <a:off x="3583398" y="3619021"/>
            <a:ext cx="4391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37"/>
          <p:cNvSpPr/>
          <p:nvPr/>
        </p:nvSpPr>
        <p:spPr>
          <a:xfrm>
            <a:off x="6908629" y="3671134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37"/>
          <p:cNvSpPr/>
          <p:nvPr/>
        </p:nvSpPr>
        <p:spPr>
          <a:xfrm>
            <a:off x="3915512" y="2581084"/>
            <a:ext cx="4391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37"/>
          <p:cNvSpPr/>
          <p:nvPr/>
        </p:nvSpPr>
        <p:spPr>
          <a:xfrm>
            <a:off x="3828588" y="3618689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37"/>
          <p:cNvSpPr/>
          <p:nvPr/>
        </p:nvSpPr>
        <p:spPr>
          <a:xfrm>
            <a:off x="2357347" y="2561531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3" name="Google Shape;1323;p37"/>
          <p:cNvSpPr/>
          <p:nvPr/>
        </p:nvSpPr>
        <p:spPr>
          <a:xfrm>
            <a:off x="2375566" y="3873840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3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38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329" name="Google Shape;1329;p38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330" name="Google Shape;1330;p38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331" name="Google Shape;1331;p38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1332" name="Google Shape;1332;p38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333" name="Google Shape;1333;p38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334" name="Google Shape;1334;p38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335" name="Google Shape;1335;p38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6" name="Google Shape;1336;p38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7" name="Google Shape;1337;p38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338" name="Google Shape;1338;p38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39" name="Google Shape;1339;p38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0" name="Google Shape;1340;p38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38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38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38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38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45" name="Google Shape;1345;p38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38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38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38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38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38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38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38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38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4" name="Google Shape;1354;p38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5" name="Google Shape;1355;p38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38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7" name="Google Shape;1357;p38"/>
          <p:cNvSpPr/>
          <p:nvPr/>
        </p:nvSpPr>
        <p:spPr>
          <a:xfrm>
            <a:off x="6932780" y="2474488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8" name="Google Shape;1358;p38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9" name="Google Shape;1359;p38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360" name="Google Shape;1360;p38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38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38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38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38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38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38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38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38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38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38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38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38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4" name="Google Shape;1374;p38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38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38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38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38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38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38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38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2" name="Google Shape;1382;p38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3" name="Google Shape;1383;p38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4" name="Google Shape;1384;p38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5" name="Google Shape;1385;p38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6" name="Google Shape;1386;p38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7" name="Google Shape;1387;p38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8" name="Google Shape;1388;p38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8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8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1" name="Google Shape;1391;p38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8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3" name="Google Shape;1393;p38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4" name="Google Shape;1394;p38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8"/>
          <p:cNvSpPr/>
          <p:nvPr/>
        </p:nvSpPr>
        <p:spPr>
          <a:xfrm>
            <a:off x="8291782" y="4323014"/>
            <a:ext cx="594941" cy="2318327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8"/>
          <p:cNvSpPr/>
          <p:nvPr/>
        </p:nvSpPr>
        <p:spPr>
          <a:xfrm>
            <a:off x="76242" y="341417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38"/>
          <p:cNvSpPr/>
          <p:nvPr/>
        </p:nvSpPr>
        <p:spPr>
          <a:xfrm>
            <a:off x="1218579" y="2409724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8"/>
          <p:cNvSpPr/>
          <p:nvPr/>
        </p:nvSpPr>
        <p:spPr>
          <a:xfrm>
            <a:off x="1305735" y="3960742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9" name="Google Shape;1399;p38"/>
          <p:cNvSpPr/>
          <p:nvPr/>
        </p:nvSpPr>
        <p:spPr>
          <a:xfrm>
            <a:off x="3800676" y="5147988"/>
            <a:ext cx="4577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8"/>
          <p:cNvSpPr/>
          <p:nvPr/>
        </p:nvSpPr>
        <p:spPr>
          <a:xfrm>
            <a:off x="6908629" y="3671134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1" name="Google Shape;1401;p38"/>
          <p:cNvSpPr/>
          <p:nvPr/>
        </p:nvSpPr>
        <p:spPr>
          <a:xfrm>
            <a:off x="3674480" y="2601482"/>
            <a:ext cx="4391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8"/>
          <p:cNvSpPr/>
          <p:nvPr/>
        </p:nvSpPr>
        <p:spPr>
          <a:xfrm>
            <a:off x="3598717" y="3641028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39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408" name="Google Shape;1408;p39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409" name="Google Shape;1409;p39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10" name="Google Shape;1410;p39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1411" name="Google Shape;1411;p39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412" name="Google Shape;1412;p39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413" name="Google Shape;1413;p39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414" name="Google Shape;1414;p39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5" name="Google Shape;1415;p39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6" name="Google Shape;1416;p39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417" name="Google Shape;1417;p39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8" name="Google Shape;1418;p39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19" name="Google Shape;1419;p39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39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39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39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39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24" name="Google Shape;1424;p39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5" name="Google Shape;1425;p39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39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39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39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39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39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39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39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39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39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39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6" name="Google Shape;1436;p39"/>
          <p:cNvSpPr/>
          <p:nvPr/>
        </p:nvSpPr>
        <p:spPr>
          <a:xfrm>
            <a:off x="7014198" y="2506533"/>
            <a:ext cx="3907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7" name="Google Shape;1437;p39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8" name="Google Shape;1438;p39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439" name="Google Shape;1439;p39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39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39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39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39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39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39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39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39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39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39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39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39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39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3" name="Google Shape;1453;p39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4" name="Google Shape;1454;p39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39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6" name="Google Shape;1456;p39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9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39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9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39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9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39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9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4" name="Google Shape;1464;p39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39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6" name="Google Shape;1466;p39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39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8" name="Google Shape;1468;p39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39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0" name="Google Shape;1470;p39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39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39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3" name="Google Shape;1473;p39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39"/>
          <p:cNvSpPr/>
          <p:nvPr/>
        </p:nvSpPr>
        <p:spPr>
          <a:xfrm>
            <a:off x="8873949" y="4285065"/>
            <a:ext cx="529855" cy="2318327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9"/>
          <p:cNvSpPr/>
          <p:nvPr/>
        </p:nvSpPr>
        <p:spPr>
          <a:xfrm>
            <a:off x="76242" y="341417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6" name="Google Shape;1476;p39"/>
          <p:cNvSpPr/>
          <p:nvPr/>
        </p:nvSpPr>
        <p:spPr>
          <a:xfrm>
            <a:off x="1218579" y="2409724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39"/>
          <p:cNvSpPr/>
          <p:nvPr/>
        </p:nvSpPr>
        <p:spPr>
          <a:xfrm>
            <a:off x="1305735" y="3960742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39"/>
          <p:cNvSpPr/>
          <p:nvPr/>
        </p:nvSpPr>
        <p:spPr>
          <a:xfrm>
            <a:off x="3800676" y="5147988"/>
            <a:ext cx="4577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9"/>
          <p:cNvSpPr/>
          <p:nvPr/>
        </p:nvSpPr>
        <p:spPr>
          <a:xfrm>
            <a:off x="6990774" y="3592097"/>
            <a:ext cx="4962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39"/>
          <p:cNvSpPr/>
          <p:nvPr/>
        </p:nvSpPr>
        <p:spPr>
          <a:xfrm>
            <a:off x="3674480" y="2601482"/>
            <a:ext cx="4391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39"/>
          <p:cNvSpPr/>
          <p:nvPr/>
        </p:nvSpPr>
        <p:spPr>
          <a:xfrm>
            <a:off x="3598717" y="3641028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39"/>
          <p:cNvSpPr/>
          <p:nvPr/>
        </p:nvSpPr>
        <p:spPr>
          <a:xfrm>
            <a:off x="7384450" y="2475098"/>
            <a:ext cx="49627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39"/>
          <p:cNvSpPr/>
          <p:nvPr/>
        </p:nvSpPr>
        <p:spPr>
          <a:xfrm>
            <a:off x="7462341" y="3581208"/>
            <a:ext cx="3907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4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4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40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489" name="Google Shape;1489;p40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490" name="Google Shape;1490;p40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491" name="Google Shape;1491;p40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1492" name="Google Shape;1492;p40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493" name="Google Shape;1493;p40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494" name="Google Shape;1494;p40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495" name="Google Shape;1495;p40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6" name="Google Shape;1496;p40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97" name="Google Shape;1497;p40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498" name="Google Shape;1498;p40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99" name="Google Shape;1499;p40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0" name="Google Shape;1500;p40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1" name="Google Shape;1501;p40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2" name="Google Shape;1502;p40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3" name="Google Shape;1503;p40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4" name="Google Shape;1504;p40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05" name="Google Shape;1505;p40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6" name="Google Shape;1506;p40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40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40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40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40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40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40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40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40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40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40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7" name="Google Shape;1517;p40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8" name="Google Shape;1518;p40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519" name="Google Shape;1519;p40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40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40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40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40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40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40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40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40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40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40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40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40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40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3" name="Google Shape;1533;p40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40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5" name="Google Shape;1535;p40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40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7" name="Google Shape;1537;p40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40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9" name="Google Shape;1539;p40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0" name="Google Shape;1540;p40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1" name="Google Shape;1541;p40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2" name="Google Shape;1542;p40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3" name="Google Shape;1543;p40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4" name="Google Shape;1544;p40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40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40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40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8" name="Google Shape;1548;p40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40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0" name="Google Shape;1550;p40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1" name="Google Shape;1551;p40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40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40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4" name="Google Shape;1554;p40"/>
          <p:cNvSpPr/>
          <p:nvPr/>
        </p:nvSpPr>
        <p:spPr>
          <a:xfrm>
            <a:off x="8873949" y="4285065"/>
            <a:ext cx="529855" cy="2318327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40"/>
          <p:cNvSpPr/>
          <p:nvPr/>
        </p:nvSpPr>
        <p:spPr>
          <a:xfrm>
            <a:off x="76242" y="341417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6" name="Google Shape;1556;p40"/>
          <p:cNvSpPr/>
          <p:nvPr/>
        </p:nvSpPr>
        <p:spPr>
          <a:xfrm>
            <a:off x="1218579" y="2409724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40"/>
          <p:cNvSpPr/>
          <p:nvPr/>
        </p:nvSpPr>
        <p:spPr>
          <a:xfrm>
            <a:off x="1305735" y="3960742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8" name="Google Shape;1558;p40"/>
          <p:cNvSpPr/>
          <p:nvPr/>
        </p:nvSpPr>
        <p:spPr>
          <a:xfrm>
            <a:off x="3800676" y="5147988"/>
            <a:ext cx="4577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40"/>
          <p:cNvSpPr/>
          <p:nvPr/>
        </p:nvSpPr>
        <p:spPr>
          <a:xfrm>
            <a:off x="3674480" y="2601482"/>
            <a:ext cx="4391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0" name="Google Shape;1560;p40"/>
          <p:cNvSpPr/>
          <p:nvPr/>
        </p:nvSpPr>
        <p:spPr>
          <a:xfrm>
            <a:off x="3598717" y="3641028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40"/>
          <p:cNvSpPr/>
          <p:nvPr/>
        </p:nvSpPr>
        <p:spPr>
          <a:xfrm>
            <a:off x="7018281" y="2603560"/>
            <a:ext cx="426301" cy="46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2" name="Google Shape;1562;p40"/>
          <p:cNvSpPr/>
          <p:nvPr/>
        </p:nvSpPr>
        <p:spPr>
          <a:xfrm>
            <a:off x="7054494" y="3660074"/>
            <a:ext cx="3907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41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568" name="Google Shape;1568;p41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569" name="Google Shape;1569;p41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570" name="Google Shape;1570;p41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1571" name="Google Shape;1571;p41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572" name="Google Shape;1572;p41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573" name="Google Shape;1573;p41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574" name="Google Shape;1574;p41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5" name="Google Shape;1575;p41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76" name="Google Shape;1576;p41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577" name="Google Shape;1577;p41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78" name="Google Shape;1578;p41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9" name="Google Shape;1579;p41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0" name="Google Shape;1580;p41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1" name="Google Shape;1581;p41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2" name="Google Shape;1582;p41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3" name="Google Shape;1583;p41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84" name="Google Shape;1584;p41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5" name="Google Shape;1585;p41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6" name="Google Shape;1586;p41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7" name="Google Shape;1587;p41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8" name="Google Shape;1588;p41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9" name="Google Shape;1589;p41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0" name="Google Shape;1590;p41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1" name="Google Shape;1591;p41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2" name="Google Shape;1592;p41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3" name="Google Shape;1593;p41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4" name="Google Shape;1594;p41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5" name="Google Shape;1595;p41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6" name="Google Shape;1596;p41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97" name="Google Shape;1597;p41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598" name="Google Shape;1598;p41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9" name="Google Shape;1599;p41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41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1" name="Google Shape;1601;p41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2" name="Google Shape;1602;p41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3" name="Google Shape;1603;p41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4" name="Google Shape;1604;p41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41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41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7" name="Google Shape;1607;p41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8" name="Google Shape;1608;p41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9" name="Google Shape;1609;p41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0" name="Google Shape;1610;p41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1" name="Google Shape;1611;p41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2" name="Google Shape;1612;p41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3" name="Google Shape;1613;p41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41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5" name="Google Shape;1615;p41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41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7" name="Google Shape;1617;p41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41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9" name="Google Shape;1619;p41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41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1" name="Google Shape;1621;p41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41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3" name="Google Shape;1623;p41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41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5" name="Google Shape;1625;p41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41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7" name="Google Shape;1627;p41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41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9" name="Google Shape;1629;p41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41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1" name="Google Shape;1631;p41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41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3" name="Google Shape;1633;p41"/>
          <p:cNvSpPr/>
          <p:nvPr/>
        </p:nvSpPr>
        <p:spPr>
          <a:xfrm>
            <a:off x="9353541" y="4285065"/>
            <a:ext cx="529855" cy="2318327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41"/>
          <p:cNvSpPr/>
          <p:nvPr/>
        </p:nvSpPr>
        <p:spPr>
          <a:xfrm>
            <a:off x="76242" y="341417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5" name="Google Shape;1635;p41"/>
          <p:cNvSpPr/>
          <p:nvPr/>
        </p:nvSpPr>
        <p:spPr>
          <a:xfrm>
            <a:off x="1218579" y="2409724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41"/>
          <p:cNvSpPr/>
          <p:nvPr/>
        </p:nvSpPr>
        <p:spPr>
          <a:xfrm>
            <a:off x="1305735" y="3960742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41"/>
          <p:cNvSpPr/>
          <p:nvPr/>
        </p:nvSpPr>
        <p:spPr>
          <a:xfrm>
            <a:off x="3800676" y="5147988"/>
            <a:ext cx="4577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41"/>
          <p:cNvSpPr/>
          <p:nvPr/>
        </p:nvSpPr>
        <p:spPr>
          <a:xfrm>
            <a:off x="3674480" y="2601482"/>
            <a:ext cx="43913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9" name="Google Shape;1639;p41"/>
          <p:cNvSpPr/>
          <p:nvPr/>
        </p:nvSpPr>
        <p:spPr>
          <a:xfrm>
            <a:off x="3598717" y="3641028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41"/>
          <p:cNvSpPr/>
          <p:nvPr/>
        </p:nvSpPr>
        <p:spPr>
          <a:xfrm>
            <a:off x="7018281" y="2603560"/>
            <a:ext cx="426301" cy="46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1" name="Google Shape;1641;p41"/>
          <p:cNvSpPr/>
          <p:nvPr/>
        </p:nvSpPr>
        <p:spPr>
          <a:xfrm>
            <a:off x="7054494" y="3660074"/>
            <a:ext cx="3907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41"/>
          <p:cNvSpPr/>
          <p:nvPr/>
        </p:nvSpPr>
        <p:spPr>
          <a:xfrm>
            <a:off x="2369192" y="2554583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3" name="Google Shape;1643;p41"/>
          <p:cNvSpPr/>
          <p:nvPr/>
        </p:nvSpPr>
        <p:spPr>
          <a:xfrm>
            <a:off x="2396125" y="3802671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41"/>
          <p:cNvSpPr/>
          <p:nvPr/>
        </p:nvSpPr>
        <p:spPr>
          <a:xfrm>
            <a:off x="3922870" y="3667447"/>
            <a:ext cx="5013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5" name="Google Shape;1645;p41"/>
          <p:cNvSpPr/>
          <p:nvPr/>
        </p:nvSpPr>
        <p:spPr>
          <a:xfrm>
            <a:off x="3898911" y="2601482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0" name="Google Shape;1650;p42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651" name="Google Shape;1651;p42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652" name="Google Shape;1652;p42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653" name="Google Shape;1653;p42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1654" name="Google Shape;1654;p42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655" name="Google Shape;1655;p42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656" name="Google Shape;1656;p42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657" name="Google Shape;1657;p42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58" name="Google Shape;1658;p42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59" name="Google Shape;1659;p42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660" name="Google Shape;1660;p42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61" name="Google Shape;1661;p42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62" name="Google Shape;1662;p42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3" name="Google Shape;1663;p42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4" name="Google Shape;1664;p42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5" name="Google Shape;1665;p42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6" name="Google Shape;1666;p42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67" name="Google Shape;1667;p42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8" name="Google Shape;1668;p42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9" name="Google Shape;1669;p42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0" name="Google Shape;1670;p42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1" name="Google Shape;1671;p42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2" name="Google Shape;1672;p42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3" name="Google Shape;1673;p42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4" name="Google Shape;1674;p42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5" name="Google Shape;1675;p42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6" name="Google Shape;1676;p42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7" name="Google Shape;1677;p42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8" name="Google Shape;1678;p42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9" name="Google Shape;1679;p42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0" name="Google Shape;1680;p42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681" name="Google Shape;1681;p42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2" name="Google Shape;1682;p42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3" name="Google Shape;1683;p42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4" name="Google Shape;1684;p42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5" name="Google Shape;1685;p42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6" name="Google Shape;1686;p42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7" name="Google Shape;1687;p42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8" name="Google Shape;1688;p42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9" name="Google Shape;1689;p42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0" name="Google Shape;1690;p42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1" name="Google Shape;1691;p42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2" name="Google Shape;1692;p42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3" name="Google Shape;1693;p42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4" name="Google Shape;1694;p42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5" name="Google Shape;1695;p42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6" name="Google Shape;1696;p42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42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8" name="Google Shape;1698;p42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9" name="Google Shape;1699;p42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0" name="Google Shape;1700;p42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1" name="Google Shape;1701;p42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2" name="Google Shape;1702;p42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3" name="Google Shape;1703;p42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4" name="Google Shape;1704;p42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42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42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7" name="Google Shape;1707;p42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42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9" name="Google Shape;1709;p42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42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42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42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3" name="Google Shape;1713;p42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42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5" name="Google Shape;1715;p42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42"/>
          <p:cNvSpPr/>
          <p:nvPr/>
        </p:nvSpPr>
        <p:spPr>
          <a:xfrm>
            <a:off x="9353541" y="4285065"/>
            <a:ext cx="529855" cy="2318327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7" name="Google Shape;1717;p42"/>
          <p:cNvSpPr/>
          <p:nvPr/>
        </p:nvSpPr>
        <p:spPr>
          <a:xfrm>
            <a:off x="76242" y="341417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42"/>
          <p:cNvSpPr/>
          <p:nvPr/>
        </p:nvSpPr>
        <p:spPr>
          <a:xfrm>
            <a:off x="1218579" y="2409724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9" name="Google Shape;1719;p42"/>
          <p:cNvSpPr/>
          <p:nvPr/>
        </p:nvSpPr>
        <p:spPr>
          <a:xfrm>
            <a:off x="1305735" y="3960742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42"/>
          <p:cNvSpPr/>
          <p:nvPr/>
        </p:nvSpPr>
        <p:spPr>
          <a:xfrm>
            <a:off x="3800676" y="5147988"/>
            <a:ext cx="4577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42"/>
          <p:cNvSpPr/>
          <p:nvPr/>
        </p:nvSpPr>
        <p:spPr>
          <a:xfrm>
            <a:off x="7018281" y="2603560"/>
            <a:ext cx="426301" cy="46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42"/>
          <p:cNvSpPr/>
          <p:nvPr/>
        </p:nvSpPr>
        <p:spPr>
          <a:xfrm>
            <a:off x="7054494" y="3660074"/>
            <a:ext cx="3907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3" name="Google Shape;1723;p42"/>
          <p:cNvSpPr/>
          <p:nvPr/>
        </p:nvSpPr>
        <p:spPr>
          <a:xfrm>
            <a:off x="2369192" y="2554583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42"/>
          <p:cNvSpPr/>
          <p:nvPr/>
        </p:nvSpPr>
        <p:spPr>
          <a:xfrm>
            <a:off x="2396125" y="3802671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5" name="Google Shape;1725;p42"/>
          <p:cNvSpPr/>
          <p:nvPr/>
        </p:nvSpPr>
        <p:spPr>
          <a:xfrm>
            <a:off x="3922870" y="3667447"/>
            <a:ext cx="5013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42"/>
          <p:cNvSpPr/>
          <p:nvPr/>
        </p:nvSpPr>
        <p:spPr>
          <a:xfrm>
            <a:off x="3898911" y="2601482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Google Shape;1731;p43"/>
          <p:cNvSpPr txBox="1">
            <a:spLocks noGrp="1"/>
          </p:cNvSpPr>
          <p:nvPr>
            <p:ph type="body" idx="1"/>
          </p:nvPr>
        </p:nvSpPr>
        <p:spPr>
          <a:xfrm>
            <a:off x="838200" y="1227909"/>
            <a:ext cx="10515600" cy="4949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-US">
                <a:solidFill>
                  <a:schemeClr val="accent2"/>
                </a:solidFill>
              </a:rPr>
              <a:t>Master Slave JK Flip Flop</a:t>
            </a:r>
            <a:endParaRPr/>
          </a:p>
        </p:txBody>
      </p:sp>
      <p:sp>
        <p:nvSpPr>
          <p:cNvPr id="1732" name="Google Shape;1732;p43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733" name="Google Shape;1733;p43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734" name="Google Shape;1734;p43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1735" name="Google Shape;1735;p43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736" name="Google Shape;1736;p43"/>
          <p:cNvGrpSpPr/>
          <p:nvPr/>
        </p:nvGrpSpPr>
        <p:grpSpPr>
          <a:xfrm>
            <a:off x="838201" y="2313473"/>
            <a:ext cx="6384636" cy="2949660"/>
            <a:chOff x="896341" y="3912431"/>
            <a:chExt cx="9489345" cy="2580444"/>
          </a:xfrm>
        </p:grpSpPr>
        <p:grpSp>
          <p:nvGrpSpPr>
            <p:cNvPr id="1737" name="Google Shape;1737;p43"/>
            <p:cNvGrpSpPr/>
            <p:nvPr/>
          </p:nvGrpSpPr>
          <p:grpSpPr>
            <a:xfrm>
              <a:off x="1741791" y="3912432"/>
              <a:ext cx="4039416" cy="2132869"/>
              <a:chOff x="838200" y="2207140"/>
              <a:chExt cx="5182846" cy="3121855"/>
            </a:xfrm>
          </p:grpSpPr>
          <p:pic>
            <p:nvPicPr>
              <p:cNvPr id="1738" name="Google Shape;1738;p43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9" name="Google Shape;1739;p43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0" name="Google Shape;1740;p43"/>
            <p:cNvGrpSpPr/>
            <p:nvPr/>
          </p:nvGrpSpPr>
          <p:grpSpPr>
            <a:xfrm>
              <a:off x="6346270" y="3912431"/>
              <a:ext cx="4039416" cy="2132869"/>
              <a:chOff x="838200" y="2207140"/>
              <a:chExt cx="5182846" cy="3121855"/>
            </a:xfrm>
          </p:grpSpPr>
          <p:pic>
            <p:nvPicPr>
              <p:cNvPr id="1741" name="Google Shape;1741;p43" descr="File:NAND Gated SR Latch.png - Wikimedia Commons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38200" y="2207140"/>
                <a:ext cx="5182846" cy="312185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42" name="Google Shape;1742;p43"/>
              <p:cNvSpPr/>
              <p:nvPr/>
            </p:nvSpPr>
            <p:spPr>
              <a:xfrm>
                <a:off x="838200" y="3768067"/>
                <a:ext cx="296119" cy="42196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43" name="Google Shape;1743;p43"/>
            <p:cNvSpPr/>
            <p:nvPr/>
          </p:nvSpPr>
          <p:spPr>
            <a:xfrm>
              <a:off x="896341" y="5077291"/>
              <a:ext cx="1075038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4" name="Google Shape;1744;p43"/>
            <p:cNvSpPr/>
            <p:nvPr/>
          </p:nvSpPr>
          <p:spPr>
            <a:xfrm rot="5400000">
              <a:off x="895298" y="5708530"/>
              <a:ext cx="125012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5" name="Google Shape;1745;p43"/>
            <p:cNvSpPr/>
            <p:nvPr/>
          </p:nvSpPr>
          <p:spPr>
            <a:xfrm>
              <a:off x="1520358" y="6333591"/>
              <a:ext cx="2099143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6" name="Google Shape;1746;p43"/>
            <p:cNvSpPr/>
            <p:nvPr/>
          </p:nvSpPr>
          <p:spPr>
            <a:xfrm rot="5400000">
              <a:off x="5583054" y="5719960"/>
              <a:ext cx="1272980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7" name="Google Shape;1747;p43"/>
            <p:cNvSpPr/>
            <p:nvPr/>
          </p:nvSpPr>
          <p:spPr>
            <a:xfrm rot="10800000" flipH="1">
              <a:off x="6196685" y="5081566"/>
              <a:ext cx="460655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48" name="Google Shape;1748;p43" descr="Not Gate Clip Art at Clker.com - vector clip art online, royalty free &amp;  public domain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3628554" y="6216605"/>
              <a:ext cx="1264777" cy="2762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49" name="Google Shape;1749;p43"/>
            <p:cNvSpPr/>
            <p:nvPr/>
          </p:nvSpPr>
          <p:spPr>
            <a:xfrm>
              <a:off x="4884753" y="6332421"/>
              <a:ext cx="1311931" cy="45719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chemeClr val="accent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0" name="Google Shape;1750;p43"/>
            <p:cNvSpPr/>
            <p:nvPr/>
          </p:nvSpPr>
          <p:spPr>
            <a:xfrm>
              <a:off x="2059719" y="6061330"/>
              <a:ext cx="7711661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1" name="Google Shape;1751;p43"/>
            <p:cNvSpPr/>
            <p:nvPr/>
          </p:nvSpPr>
          <p:spPr>
            <a:xfrm rot="5400000">
              <a:off x="1965990" y="5971686"/>
              <a:ext cx="23317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2" name="Google Shape;1752;p43"/>
            <p:cNvSpPr/>
            <p:nvPr/>
          </p:nvSpPr>
          <p:spPr>
            <a:xfrm>
              <a:off x="2063568" y="5844327"/>
              <a:ext cx="630102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3" name="Google Shape;1753;p43"/>
            <p:cNvSpPr/>
            <p:nvPr/>
          </p:nvSpPr>
          <p:spPr>
            <a:xfrm rot="5400000">
              <a:off x="9007868" y="5343538"/>
              <a:ext cx="1481304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4" name="Google Shape;1754;p43"/>
            <p:cNvSpPr/>
            <p:nvPr/>
          </p:nvSpPr>
          <p:spPr>
            <a:xfrm rot="5400000">
              <a:off x="9154661" y="4773974"/>
              <a:ext cx="1481304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5" name="Google Shape;1755;p43"/>
            <p:cNvSpPr/>
            <p:nvPr/>
          </p:nvSpPr>
          <p:spPr>
            <a:xfrm>
              <a:off x="2206512" y="3991291"/>
              <a:ext cx="7711661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6" name="Google Shape;1756;p43"/>
            <p:cNvSpPr/>
            <p:nvPr/>
          </p:nvSpPr>
          <p:spPr>
            <a:xfrm rot="5400000">
              <a:off x="2099105" y="4130138"/>
              <a:ext cx="260532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7" name="Google Shape;1757;p43"/>
            <p:cNvSpPr/>
            <p:nvPr/>
          </p:nvSpPr>
          <p:spPr>
            <a:xfrm>
              <a:off x="2206511" y="4287346"/>
              <a:ext cx="487159" cy="45719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8" name="Google Shape;1758;p43"/>
            <p:cNvSpPr/>
            <p:nvPr/>
          </p:nvSpPr>
          <p:spPr>
            <a:xfrm rot="9842314" flipH="1">
              <a:off x="5477155" y="4484889"/>
              <a:ext cx="1153418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9" name="Google Shape;1759;p43"/>
            <p:cNvSpPr/>
            <p:nvPr/>
          </p:nvSpPr>
          <p:spPr>
            <a:xfrm rot="-10028537" flipH="1">
              <a:off x="5477154" y="5646051"/>
              <a:ext cx="1153417" cy="4876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60" name="Google Shape;1760;p43"/>
          <p:cNvSpPr txBox="1"/>
          <p:nvPr/>
        </p:nvSpPr>
        <p:spPr>
          <a:xfrm>
            <a:off x="7748121" y="1389534"/>
            <a:ext cx="3466526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master is enabled,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slave is disabled and vice versa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1" name="Google Shape;1761;p43"/>
          <p:cNvGrpSpPr/>
          <p:nvPr/>
        </p:nvGrpSpPr>
        <p:grpSpPr>
          <a:xfrm>
            <a:off x="7093686" y="4597879"/>
            <a:ext cx="4399885" cy="461107"/>
            <a:chOff x="4380952" y="5112039"/>
            <a:chExt cx="6767429" cy="659862"/>
          </a:xfrm>
        </p:grpSpPr>
        <p:sp>
          <p:nvSpPr>
            <p:cNvPr id="1762" name="Google Shape;1762;p43"/>
            <p:cNvSpPr/>
            <p:nvPr/>
          </p:nvSpPr>
          <p:spPr>
            <a:xfrm>
              <a:off x="5458782" y="56980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3" name="Google Shape;1763;p43"/>
            <p:cNvSpPr/>
            <p:nvPr/>
          </p:nvSpPr>
          <p:spPr>
            <a:xfrm>
              <a:off x="6271582" y="5148985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4" name="Google Shape;1764;p43"/>
            <p:cNvSpPr/>
            <p:nvPr/>
          </p:nvSpPr>
          <p:spPr>
            <a:xfrm>
              <a:off x="7084382" y="5690314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5" name="Google Shape;1765;p43"/>
            <p:cNvSpPr/>
            <p:nvPr/>
          </p:nvSpPr>
          <p:spPr>
            <a:xfrm rot="5400000">
              <a:off x="5923179" y="5423498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6" name="Google Shape;1766;p43"/>
            <p:cNvSpPr/>
            <p:nvPr/>
          </p:nvSpPr>
          <p:spPr>
            <a:xfrm rot="5400000">
              <a:off x="6735979" y="5423497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7" name="Google Shape;1767;p43"/>
            <p:cNvSpPr/>
            <p:nvPr/>
          </p:nvSpPr>
          <p:spPr>
            <a:xfrm>
              <a:off x="7897182" y="51327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8" name="Google Shape;1768;p43"/>
            <p:cNvSpPr/>
            <p:nvPr/>
          </p:nvSpPr>
          <p:spPr>
            <a:xfrm>
              <a:off x="8709982" y="56740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9" name="Google Shape;1769;p43"/>
            <p:cNvSpPr/>
            <p:nvPr/>
          </p:nvSpPr>
          <p:spPr>
            <a:xfrm rot="5400000">
              <a:off x="7548779" y="54072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0" name="Google Shape;1770;p43"/>
            <p:cNvSpPr/>
            <p:nvPr/>
          </p:nvSpPr>
          <p:spPr>
            <a:xfrm rot="5400000">
              <a:off x="8361579" y="54072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43"/>
            <p:cNvSpPr/>
            <p:nvPr/>
          </p:nvSpPr>
          <p:spPr>
            <a:xfrm>
              <a:off x="9522781" y="511203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43"/>
            <p:cNvSpPr/>
            <p:nvPr/>
          </p:nvSpPr>
          <p:spPr>
            <a:xfrm>
              <a:off x="10335581" y="565336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3" name="Google Shape;1773;p43"/>
            <p:cNvSpPr/>
            <p:nvPr/>
          </p:nvSpPr>
          <p:spPr>
            <a:xfrm rot="5400000">
              <a:off x="9174378" y="538655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4" name="Google Shape;1774;p43"/>
            <p:cNvSpPr/>
            <p:nvPr/>
          </p:nvSpPr>
          <p:spPr>
            <a:xfrm rot="5400000">
              <a:off x="9987178" y="538655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5" name="Google Shape;1775;p43"/>
            <p:cNvSpPr txBox="1"/>
            <p:nvPr/>
          </p:nvSpPr>
          <p:spPr>
            <a:xfrm>
              <a:off x="4380952" y="5373278"/>
              <a:ext cx="684803" cy="3693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6" name="Google Shape;1776;p43"/>
          <p:cNvSpPr/>
          <p:nvPr/>
        </p:nvSpPr>
        <p:spPr>
          <a:xfrm>
            <a:off x="7832558" y="5763904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43"/>
          <p:cNvSpPr/>
          <p:nvPr/>
        </p:nvSpPr>
        <p:spPr>
          <a:xfrm>
            <a:off x="8361005" y="5380250"/>
            <a:ext cx="1008850" cy="45719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8" name="Google Shape;1778;p43"/>
          <p:cNvSpPr/>
          <p:nvPr/>
        </p:nvSpPr>
        <p:spPr>
          <a:xfrm rot="5400000">
            <a:off x="8119340" y="5573874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43"/>
          <p:cNvSpPr/>
          <p:nvPr/>
        </p:nvSpPr>
        <p:spPr>
          <a:xfrm>
            <a:off x="9417898" y="5749193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0" name="Google Shape;1780;p43"/>
          <p:cNvSpPr/>
          <p:nvPr/>
        </p:nvSpPr>
        <p:spPr>
          <a:xfrm>
            <a:off x="9946345" y="574718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43"/>
          <p:cNvSpPr/>
          <p:nvPr/>
        </p:nvSpPr>
        <p:spPr>
          <a:xfrm rot="5400000">
            <a:off x="9176233" y="556252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2" name="Google Shape;1782;p43"/>
          <p:cNvSpPr/>
          <p:nvPr/>
        </p:nvSpPr>
        <p:spPr>
          <a:xfrm>
            <a:off x="10474791" y="5354432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43"/>
          <p:cNvSpPr/>
          <p:nvPr/>
        </p:nvSpPr>
        <p:spPr>
          <a:xfrm>
            <a:off x="10965124" y="5359810"/>
            <a:ext cx="528447" cy="51635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4" name="Google Shape;1784;p43"/>
          <p:cNvSpPr/>
          <p:nvPr/>
        </p:nvSpPr>
        <p:spPr>
          <a:xfrm rot="5400000">
            <a:off x="10233127" y="5548057"/>
            <a:ext cx="435288" cy="48041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43"/>
          <p:cNvSpPr txBox="1"/>
          <p:nvPr/>
        </p:nvSpPr>
        <p:spPr>
          <a:xfrm>
            <a:off x="7131800" y="5536984"/>
            <a:ext cx="5245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6" name="Google Shape;1786;p43"/>
          <p:cNvSpPr/>
          <p:nvPr/>
        </p:nvSpPr>
        <p:spPr>
          <a:xfrm>
            <a:off x="8409048" y="6399046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7" name="Google Shape;1787;p43"/>
          <p:cNvSpPr/>
          <p:nvPr/>
        </p:nvSpPr>
        <p:spPr>
          <a:xfrm>
            <a:off x="8937495" y="6015392"/>
            <a:ext cx="1008850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43"/>
          <p:cNvSpPr/>
          <p:nvPr/>
        </p:nvSpPr>
        <p:spPr>
          <a:xfrm rot="5400000">
            <a:off x="8695830" y="6209016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43"/>
          <p:cNvSpPr/>
          <p:nvPr/>
        </p:nvSpPr>
        <p:spPr>
          <a:xfrm>
            <a:off x="9994388" y="6384335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43"/>
          <p:cNvSpPr/>
          <p:nvPr/>
        </p:nvSpPr>
        <p:spPr>
          <a:xfrm>
            <a:off x="10522835" y="6382322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43"/>
          <p:cNvSpPr/>
          <p:nvPr/>
        </p:nvSpPr>
        <p:spPr>
          <a:xfrm rot="5400000">
            <a:off x="9755412" y="6200359"/>
            <a:ext cx="429910" cy="48040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2" name="Google Shape;1792;p43"/>
          <p:cNvSpPr txBox="1"/>
          <p:nvPr/>
        </p:nvSpPr>
        <p:spPr>
          <a:xfrm>
            <a:off x="7128129" y="6170012"/>
            <a:ext cx="4299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43"/>
          <p:cNvSpPr/>
          <p:nvPr/>
        </p:nvSpPr>
        <p:spPr>
          <a:xfrm>
            <a:off x="7889176" y="6392530"/>
            <a:ext cx="528447" cy="51635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4" name="Google Shape;1794;p43"/>
          <p:cNvSpPr/>
          <p:nvPr/>
        </p:nvSpPr>
        <p:spPr>
          <a:xfrm>
            <a:off x="11051062" y="5988778"/>
            <a:ext cx="442509" cy="45719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43"/>
          <p:cNvSpPr/>
          <p:nvPr/>
        </p:nvSpPr>
        <p:spPr>
          <a:xfrm rot="5400000">
            <a:off x="10809397" y="6182402"/>
            <a:ext cx="435288" cy="48041"/>
          </a:xfrm>
          <a:prstGeom prst="rect">
            <a:avLst/>
          </a:prstGeom>
          <a:solidFill>
            <a:srgbClr val="FF000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6" name="Google Shape;1796;p43"/>
          <p:cNvSpPr txBox="1"/>
          <p:nvPr/>
        </p:nvSpPr>
        <p:spPr>
          <a:xfrm>
            <a:off x="8851337" y="3768436"/>
            <a:ext cx="1688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 J=1,K=1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7" name="Google Shape;1797;p43"/>
          <p:cNvSpPr/>
          <p:nvPr/>
        </p:nvSpPr>
        <p:spPr>
          <a:xfrm>
            <a:off x="9932144" y="4266805"/>
            <a:ext cx="529855" cy="2318327"/>
          </a:xfrm>
          <a:prstGeom prst="rect">
            <a:avLst/>
          </a:prstGeom>
          <a:noFill/>
          <a:ln w="571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8" name="Google Shape;1798;p43"/>
          <p:cNvSpPr/>
          <p:nvPr/>
        </p:nvSpPr>
        <p:spPr>
          <a:xfrm>
            <a:off x="76242" y="3414171"/>
            <a:ext cx="81534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9" name="Google Shape;1799;p43"/>
          <p:cNvSpPr/>
          <p:nvPr/>
        </p:nvSpPr>
        <p:spPr>
          <a:xfrm>
            <a:off x="1218579" y="2409724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0" name="Google Shape;1800;p43"/>
          <p:cNvSpPr/>
          <p:nvPr/>
        </p:nvSpPr>
        <p:spPr>
          <a:xfrm>
            <a:off x="1305735" y="3960742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1" name="Google Shape;1801;p43"/>
          <p:cNvSpPr/>
          <p:nvPr/>
        </p:nvSpPr>
        <p:spPr>
          <a:xfrm>
            <a:off x="3800676" y="5147988"/>
            <a:ext cx="4577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2" name="Google Shape;1802;p43"/>
          <p:cNvSpPr/>
          <p:nvPr/>
        </p:nvSpPr>
        <p:spPr>
          <a:xfrm>
            <a:off x="7018281" y="2603560"/>
            <a:ext cx="426301" cy="46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43"/>
          <p:cNvSpPr/>
          <p:nvPr/>
        </p:nvSpPr>
        <p:spPr>
          <a:xfrm>
            <a:off x="7054494" y="3660074"/>
            <a:ext cx="3907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43"/>
          <p:cNvSpPr/>
          <p:nvPr/>
        </p:nvSpPr>
        <p:spPr>
          <a:xfrm>
            <a:off x="2369192" y="2554583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5" name="Google Shape;1805;p43"/>
          <p:cNvSpPr/>
          <p:nvPr/>
        </p:nvSpPr>
        <p:spPr>
          <a:xfrm>
            <a:off x="2396125" y="3802671"/>
            <a:ext cx="40859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43"/>
          <p:cNvSpPr/>
          <p:nvPr/>
        </p:nvSpPr>
        <p:spPr>
          <a:xfrm>
            <a:off x="3922870" y="3667447"/>
            <a:ext cx="50131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7" name="Google Shape;1807;p43"/>
          <p:cNvSpPr/>
          <p:nvPr/>
        </p:nvSpPr>
        <p:spPr>
          <a:xfrm>
            <a:off x="3898911" y="2601482"/>
            <a:ext cx="5756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8" name="Google Shape;1808;p43"/>
          <p:cNvSpPr/>
          <p:nvPr/>
        </p:nvSpPr>
        <p:spPr>
          <a:xfrm>
            <a:off x="7441857" y="2630371"/>
            <a:ext cx="39070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43"/>
          <p:cNvSpPr/>
          <p:nvPr/>
        </p:nvSpPr>
        <p:spPr>
          <a:xfrm>
            <a:off x="7486858" y="3603141"/>
            <a:ext cx="426301" cy="462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 b="0" cap="none" baseline="-25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8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44"/>
          <p:cNvSpPr txBox="1">
            <a:spLocks noGrp="1"/>
          </p:cNvSpPr>
          <p:nvPr>
            <p:ph type="dt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Tuesday, March 21, 2023</a:t>
            </a:r>
            <a:endParaRPr/>
          </a:p>
        </p:txBody>
      </p:sp>
      <p:sp>
        <p:nvSpPr>
          <p:cNvPr id="1815" name="Google Shape;1815;p44"/>
          <p:cNvSpPr txBox="1">
            <a:spLocks noGrp="1"/>
          </p:cNvSpPr>
          <p:nvPr>
            <p:ph type="ft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16" name="Google Shape;1816;p44"/>
          <p:cNvSpPr txBox="1">
            <a:spLocks noGrp="1"/>
          </p:cNvSpPr>
          <p:nvPr>
            <p:ph type="sldNum" idx="12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1817" name="Google Shape;1817;p44"/>
          <p:cNvSpPr txBox="1">
            <a:spLocks noGrp="1"/>
          </p:cNvSpPr>
          <p:nvPr>
            <p:ph type="title"/>
          </p:nvPr>
        </p:nvSpPr>
        <p:spPr>
          <a:xfrm>
            <a:off x="838200" y="148046"/>
            <a:ext cx="10515600" cy="604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Times New Roman"/>
              <a:buNone/>
            </a:pPr>
            <a:r>
              <a:rPr lang="en-US"/>
              <a:t>JK Flip Flop</a:t>
            </a:r>
            <a:endParaRPr/>
          </a:p>
        </p:txBody>
      </p:sp>
      <p:grpSp>
        <p:nvGrpSpPr>
          <p:cNvPr id="1818" name="Google Shape;1818;p44"/>
          <p:cNvGrpSpPr/>
          <p:nvPr/>
        </p:nvGrpSpPr>
        <p:grpSpPr>
          <a:xfrm>
            <a:off x="838200" y="2149561"/>
            <a:ext cx="4426584" cy="3397799"/>
            <a:chOff x="1618616" y="1987001"/>
            <a:chExt cx="6542402" cy="3325801"/>
          </a:xfrm>
        </p:grpSpPr>
        <p:sp>
          <p:nvSpPr>
            <p:cNvPr id="1819" name="Google Shape;1819;p44"/>
            <p:cNvSpPr/>
            <p:nvPr/>
          </p:nvSpPr>
          <p:spPr>
            <a:xfrm>
              <a:off x="2413000" y="2572971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44"/>
            <p:cNvSpPr/>
            <p:nvPr/>
          </p:nvSpPr>
          <p:spPr>
            <a:xfrm>
              <a:off x="3225800" y="2023947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44"/>
            <p:cNvSpPr/>
            <p:nvPr/>
          </p:nvSpPr>
          <p:spPr>
            <a:xfrm>
              <a:off x="4038600" y="2565276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44"/>
            <p:cNvSpPr/>
            <p:nvPr/>
          </p:nvSpPr>
          <p:spPr>
            <a:xfrm rot="5400000">
              <a:off x="2877397" y="2298460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3" name="Google Shape;1823;p44"/>
            <p:cNvSpPr/>
            <p:nvPr/>
          </p:nvSpPr>
          <p:spPr>
            <a:xfrm rot="5400000">
              <a:off x="3690197" y="2298459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4" name="Google Shape;1824;p44"/>
            <p:cNvSpPr/>
            <p:nvPr/>
          </p:nvSpPr>
          <p:spPr>
            <a:xfrm>
              <a:off x="4851400" y="2007709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5" name="Google Shape;1825;p44"/>
            <p:cNvSpPr/>
            <p:nvPr/>
          </p:nvSpPr>
          <p:spPr>
            <a:xfrm>
              <a:off x="5664200" y="2549038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6" name="Google Shape;1826;p44"/>
            <p:cNvSpPr/>
            <p:nvPr/>
          </p:nvSpPr>
          <p:spPr>
            <a:xfrm rot="5400000">
              <a:off x="4502997" y="2282222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7" name="Google Shape;1827;p44"/>
            <p:cNvSpPr/>
            <p:nvPr/>
          </p:nvSpPr>
          <p:spPr>
            <a:xfrm rot="5400000">
              <a:off x="5315797" y="2282221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8" name="Google Shape;1828;p44"/>
            <p:cNvSpPr/>
            <p:nvPr/>
          </p:nvSpPr>
          <p:spPr>
            <a:xfrm>
              <a:off x="6476999" y="1987001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9" name="Google Shape;1829;p44"/>
            <p:cNvSpPr/>
            <p:nvPr/>
          </p:nvSpPr>
          <p:spPr>
            <a:xfrm>
              <a:off x="7289799" y="2528330"/>
              <a:ext cx="812800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0" name="Google Shape;1830;p44"/>
            <p:cNvSpPr/>
            <p:nvPr/>
          </p:nvSpPr>
          <p:spPr>
            <a:xfrm rot="5400000">
              <a:off x="6128596" y="2261514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1" name="Google Shape;1831;p44"/>
            <p:cNvSpPr/>
            <p:nvPr/>
          </p:nvSpPr>
          <p:spPr>
            <a:xfrm rot="5400000">
              <a:off x="6941396" y="2261513"/>
              <a:ext cx="622914" cy="73891"/>
            </a:xfrm>
            <a:prstGeom prst="rect">
              <a:avLst/>
            </a:prstGeom>
            <a:solidFill>
              <a:schemeClr val="accent1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2" name="Google Shape;1832;p44"/>
            <p:cNvSpPr txBox="1"/>
            <p:nvPr/>
          </p:nvSpPr>
          <p:spPr>
            <a:xfrm>
              <a:off x="1618616" y="2388305"/>
              <a:ext cx="6848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Clock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3" name="Google Shape;1833;p44"/>
            <p:cNvSpPr txBox="1"/>
            <p:nvPr/>
          </p:nvSpPr>
          <p:spPr>
            <a:xfrm>
              <a:off x="1702613" y="3163527"/>
              <a:ext cx="4908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J=1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4" name="Google Shape;1834;p44"/>
            <p:cNvSpPr/>
            <p:nvPr/>
          </p:nvSpPr>
          <p:spPr>
            <a:xfrm>
              <a:off x="2413000" y="3294929"/>
              <a:ext cx="5740400" cy="65538"/>
            </a:xfrm>
            <a:prstGeom prst="rect">
              <a:avLst/>
            </a:prstGeom>
            <a:solidFill>
              <a:schemeClr val="accent6"/>
            </a:solidFill>
            <a:ln w="12700" cap="flat" cmpd="sng">
              <a:solidFill>
                <a:srgbClr val="517E3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5" name="Google Shape;1835;p44"/>
            <p:cNvSpPr txBox="1"/>
            <p:nvPr/>
          </p:nvSpPr>
          <p:spPr>
            <a:xfrm>
              <a:off x="1702613" y="3949998"/>
              <a:ext cx="537327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K=1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6" name="Google Shape;1836;p44"/>
            <p:cNvSpPr/>
            <p:nvPr/>
          </p:nvSpPr>
          <p:spPr>
            <a:xfrm>
              <a:off x="2413000" y="4081400"/>
              <a:ext cx="5740400" cy="65538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AC5B2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7" name="Google Shape;1837;p44"/>
            <p:cNvSpPr/>
            <p:nvPr/>
          </p:nvSpPr>
          <p:spPr>
            <a:xfrm>
              <a:off x="2413000" y="5098886"/>
              <a:ext cx="812800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8" name="Google Shape;1838;p44"/>
            <p:cNvSpPr/>
            <p:nvPr/>
          </p:nvSpPr>
          <p:spPr>
            <a:xfrm>
              <a:off x="3225800" y="4549862"/>
              <a:ext cx="812800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9" name="Google Shape;1839;p44"/>
            <p:cNvSpPr/>
            <p:nvPr/>
          </p:nvSpPr>
          <p:spPr>
            <a:xfrm>
              <a:off x="4001654" y="4549020"/>
              <a:ext cx="812800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0" name="Google Shape;1840;p44"/>
            <p:cNvSpPr/>
            <p:nvPr/>
          </p:nvSpPr>
          <p:spPr>
            <a:xfrm rot="5400000">
              <a:off x="2877397" y="4824375"/>
              <a:ext cx="622914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1" name="Google Shape;1841;p44"/>
            <p:cNvSpPr/>
            <p:nvPr/>
          </p:nvSpPr>
          <p:spPr>
            <a:xfrm>
              <a:off x="4832928" y="5074952"/>
              <a:ext cx="812800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2" name="Google Shape;1842;p44"/>
            <p:cNvSpPr/>
            <p:nvPr/>
          </p:nvSpPr>
          <p:spPr>
            <a:xfrm>
              <a:off x="5664200" y="5074953"/>
              <a:ext cx="812800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3" name="Google Shape;1843;p44"/>
            <p:cNvSpPr/>
            <p:nvPr/>
          </p:nvSpPr>
          <p:spPr>
            <a:xfrm rot="5400000">
              <a:off x="4484525" y="4833648"/>
              <a:ext cx="622914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4" name="Google Shape;1844;p44"/>
            <p:cNvSpPr/>
            <p:nvPr/>
          </p:nvSpPr>
          <p:spPr>
            <a:xfrm>
              <a:off x="6546040" y="4520612"/>
              <a:ext cx="812800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44"/>
            <p:cNvSpPr/>
            <p:nvPr/>
          </p:nvSpPr>
          <p:spPr>
            <a:xfrm>
              <a:off x="7348218" y="4519802"/>
              <a:ext cx="812800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44"/>
            <p:cNvSpPr/>
            <p:nvPr/>
          </p:nvSpPr>
          <p:spPr>
            <a:xfrm rot="5400000">
              <a:off x="6197637" y="4795125"/>
              <a:ext cx="622914" cy="7389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44"/>
            <p:cNvSpPr txBox="1"/>
            <p:nvPr/>
          </p:nvSpPr>
          <p:spPr>
            <a:xfrm>
              <a:off x="1703388" y="4943470"/>
              <a:ext cx="3401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8" name="Google Shape;1848;p44"/>
          <p:cNvGrpSpPr/>
          <p:nvPr/>
        </p:nvGrpSpPr>
        <p:grpSpPr>
          <a:xfrm>
            <a:off x="6355234" y="2149561"/>
            <a:ext cx="4709006" cy="3397799"/>
            <a:chOff x="6355234" y="2702609"/>
            <a:chExt cx="4399885" cy="1941465"/>
          </a:xfrm>
        </p:grpSpPr>
        <p:grpSp>
          <p:nvGrpSpPr>
            <p:cNvPr id="1849" name="Google Shape;1849;p44"/>
            <p:cNvGrpSpPr/>
            <p:nvPr/>
          </p:nvGrpSpPr>
          <p:grpSpPr>
            <a:xfrm>
              <a:off x="6355234" y="2702609"/>
              <a:ext cx="4399885" cy="461107"/>
              <a:chOff x="4380952" y="5112039"/>
              <a:chExt cx="6767429" cy="659862"/>
            </a:xfrm>
          </p:grpSpPr>
          <p:sp>
            <p:nvSpPr>
              <p:cNvPr id="1850" name="Google Shape;1850;p44"/>
              <p:cNvSpPr/>
              <p:nvPr/>
            </p:nvSpPr>
            <p:spPr>
              <a:xfrm>
                <a:off x="5458782" y="5698009"/>
                <a:ext cx="812800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44"/>
              <p:cNvSpPr/>
              <p:nvPr/>
            </p:nvSpPr>
            <p:spPr>
              <a:xfrm>
                <a:off x="6271582" y="5148985"/>
                <a:ext cx="812800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2" name="Google Shape;1852;p44"/>
              <p:cNvSpPr/>
              <p:nvPr/>
            </p:nvSpPr>
            <p:spPr>
              <a:xfrm>
                <a:off x="7084382" y="5690314"/>
                <a:ext cx="812800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3" name="Google Shape;1853;p44"/>
              <p:cNvSpPr/>
              <p:nvPr/>
            </p:nvSpPr>
            <p:spPr>
              <a:xfrm rot="5400000">
                <a:off x="5923179" y="5423498"/>
                <a:ext cx="622914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4" name="Google Shape;1854;p44"/>
              <p:cNvSpPr/>
              <p:nvPr/>
            </p:nvSpPr>
            <p:spPr>
              <a:xfrm rot="5400000">
                <a:off x="6735979" y="5423497"/>
                <a:ext cx="622914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44"/>
              <p:cNvSpPr/>
              <p:nvPr/>
            </p:nvSpPr>
            <p:spPr>
              <a:xfrm>
                <a:off x="7897182" y="5132747"/>
                <a:ext cx="812800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6" name="Google Shape;1856;p44"/>
              <p:cNvSpPr/>
              <p:nvPr/>
            </p:nvSpPr>
            <p:spPr>
              <a:xfrm>
                <a:off x="8709982" y="5674076"/>
                <a:ext cx="812800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7" name="Google Shape;1857;p44"/>
              <p:cNvSpPr/>
              <p:nvPr/>
            </p:nvSpPr>
            <p:spPr>
              <a:xfrm rot="5400000">
                <a:off x="7548779" y="5407260"/>
                <a:ext cx="622914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8" name="Google Shape;1858;p44"/>
              <p:cNvSpPr/>
              <p:nvPr/>
            </p:nvSpPr>
            <p:spPr>
              <a:xfrm rot="5400000">
                <a:off x="8361579" y="5407259"/>
                <a:ext cx="622914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9" name="Google Shape;1859;p44"/>
              <p:cNvSpPr/>
              <p:nvPr/>
            </p:nvSpPr>
            <p:spPr>
              <a:xfrm>
                <a:off x="9522781" y="5112039"/>
                <a:ext cx="812800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44"/>
              <p:cNvSpPr/>
              <p:nvPr/>
            </p:nvSpPr>
            <p:spPr>
              <a:xfrm>
                <a:off x="10335581" y="5653368"/>
                <a:ext cx="812800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1" name="Google Shape;1861;p44"/>
              <p:cNvSpPr/>
              <p:nvPr/>
            </p:nvSpPr>
            <p:spPr>
              <a:xfrm rot="5400000">
                <a:off x="9174378" y="5386552"/>
                <a:ext cx="622914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2" name="Google Shape;1862;p44"/>
              <p:cNvSpPr/>
              <p:nvPr/>
            </p:nvSpPr>
            <p:spPr>
              <a:xfrm rot="5400000">
                <a:off x="9987178" y="5386551"/>
                <a:ext cx="622914" cy="73891"/>
              </a:xfrm>
              <a:prstGeom prst="rect">
                <a:avLst/>
              </a:prstGeom>
              <a:solidFill>
                <a:schemeClr val="accent1"/>
              </a:solidFill>
              <a:ln w="12700" cap="flat" cmpd="sng">
                <a:solidFill>
                  <a:srgbClr val="42719B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3" name="Google Shape;1863;p44"/>
              <p:cNvSpPr txBox="1"/>
              <p:nvPr/>
            </p:nvSpPr>
            <p:spPr>
              <a:xfrm>
                <a:off x="4380952" y="5373278"/>
                <a:ext cx="684803" cy="369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Clock</a:t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4" name="Google Shape;1864;p44"/>
            <p:cNvSpPr/>
            <p:nvPr/>
          </p:nvSpPr>
          <p:spPr>
            <a:xfrm>
              <a:off x="7094106" y="3868634"/>
              <a:ext cx="528447" cy="5163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5" name="Google Shape;1865;p44"/>
            <p:cNvSpPr/>
            <p:nvPr/>
          </p:nvSpPr>
          <p:spPr>
            <a:xfrm>
              <a:off x="7622553" y="3484980"/>
              <a:ext cx="1008850" cy="45719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44"/>
            <p:cNvSpPr/>
            <p:nvPr/>
          </p:nvSpPr>
          <p:spPr>
            <a:xfrm rot="5400000">
              <a:off x="7380888" y="3678604"/>
              <a:ext cx="435288" cy="4804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44"/>
            <p:cNvSpPr/>
            <p:nvPr/>
          </p:nvSpPr>
          <p:spPr>
            <a:xfrm>
              <a:off x="8679446" y="3853923"/>
              <a:ext cx="528447" cy="5163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44"/>
            <p:cNvSpPr/>
            <p:nvPr/>
          </p:nvSpPr>
          <p:spPr>
            <a:xfrm>
              <a:off x="9207893" y="3851910"/>
              <a:ext cx="528447" cy="5163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44"/>
            <p:cNvSpPr/>
            <p:nvPr/>
          </p:nvSpPr>
          <p:spPr>
            <a:xfrm rot="5400000">
              <a:off x="8437781" y="3667257"/>
              <a:ext cx="435288" cy="4804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44"/>
            <p:cNvSpPr/>
            <p:nvPr/>
          </p:nvSpPr>
          <p:spPr>
            <a:xfrm>
              <a:off x="9736339" y="3459162"/>
              <a:ext cx="528447" cy="5163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44"/>
            <p:cNvSpPr/>
            <p:nvPr/>
          </p:nvSpPr>
          <p:spPr>
            <a:xfrm>
              <a:off x="10226672" y="3464540"/>
              <a:ext cx="528447" cy="51635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44"/>
            <p:cNvSpPr/>
            <p:nvPr/>
          </p:nvSpPr>
          <p:spPr>
            <a:xfrm rot="5400000">
              <a:off x="9494675" y="3652787"/>
              <a:ext cx="435288" cy="48041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44"/>
            <p:cNvSpPr txBox="1"/>
            <p:nvPr/>
          </p:nvSpPr>
          <p:spPr>
            <a:xfrm>
              <a:off x="6393348" y="3641714"/>
              <a:ext cx="5245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Qm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44"/>
            <p:cNvSpPr/>
            <p:nvPr/>
          </p:nvSpPr>
          <p:spPr>
            <a:xfrm>
              <a:off x="7670596" y="4503776"/>
              <a:ext cx="528447" cy="5163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44"/>
            <p:cNvSpPr/>
            <p:nvPr/>
          </p:nvSpPr>
          <p:spPr>
            <a:xfrm>
              <a:off x="8199043" y="4120122"/>
              <a:ext cx="1008850" cy="45719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6" name="Google Shape;1876;p44"/>
            <p:cNvSpPr/>
            <p:nvPr/>
          </p:nvSpPr>
          <p:spPr>
            <a:xfrm rot="5400000">
              <a:off x="7957378" y="4313746"/>
              <a:ext cx="435288" cy="4804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7" name="Google Shape;1877;p44"/>
            <p:cNvSpPr/>
            <p:nvPr/>
          </p:nvSpPr>
          <p:spPr>
            <a:xfrm>
              <a:off x="9255936" y="4489065"/>
              <a:ext cx="528447" cy="5163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8" name="Google Shape;1878;p44"/>
            <p:cNvSpPr/>
            <p:nvPr/>
          </p:nvSpPr>
          <p:spPr>
            <a:xfrm>
              <a:off x="9784383" y="4487052"/>
              <a:ext cx="528447" cy="5163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9" name="Google Shape;1879;p44"/>
            <p:cNvSpPr/>
            <p:nvPr/>
          </p:nvSpPr>
          <p:spPr>
            <a:xfrm rot="5400000">
              <a:off x="9016960" y="4305089"/>
              <a:ext cx="429910" cy="48040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0" name="Google Shape;1880;p44"/>
            <p:cNvSpPr txBox="1"/>
            <p:nvPr/>
          </p:nvSpPr>
          <p:spPr>
            <a:xfrm>
              <a:off x="6389677" y="4274742"/>
              <a:ext cx="4299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Qs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44"/>
            <p:cNvSpPr/>
            <p:nvPr/>
          </p:nvSpPr>
          <p:spPr>
            <a:xfrm>
              <a:off x="7150724" y="4497260"/>
              <a:ext cx="528447" cy="51635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44"/>
            <p:cNvSpPr/>
            <p:nvPr/>
          </p:nvSpPr>
          <p:spPr>
            <a:xfrm>
              <a:off x="10312610" y="4093508"/>
              <a:ext cx="442509" cy="45719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44"/>
            <p:cNvSpPr/>
            <p:nvPr/>
          </p:nvSpPr>
          <p:spPr>
            <a:xfrm rot="5400000">
              <a:off x="10070945" y="4287132"/>
              <a:ext cx="435288" cy="48041"/>
            </a:xfrm>
            <a:prstGeom prst="rect">
              <a:avLst/>
            </a:prstGeom>
            <a:solidFill>
              <a:srgbClr val="FF0000"/>
            </a:solidFill>
            <a:ln w="12700" cap="flat" cmpd="sng">
              <a:solidFill>
                <a:srgbClr val="42719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8" name="Google Shape;1888;p4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400"/>
              <a:buFont typeface="Times New Roman"/>
              <a:buNone/>
            </a:pPr>
            <a:r>
              <a:rPr lang="en-US"/>
              <a:t>Thank You</a:t>
            </a:r>
            <a:endParaRPr/>
          </a:p>
        </p:txBody>
      </p:sp>
      <p:sp>
        <p:nvSpPr>
          <p:cNvPr id="1889" name="Google Shape;1889;p4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endParaRPr/>
          </a:p>
        </p:txBody>
      </p:sp>
      <p:sp>
        <p:nvSpPr>
          <p:cNvPr id="1890" name="Google Shape;1890;p45"/>
          <p:cNvSpPr txBox="1">
            <a:spLocks noGrp="1"/>
          </p:cNvSpPr>
          <p:nvPr>
            <p:ph type="dt" idx="10"/>
          </p:nvPr>
        </p:nvSpPr>
        <p:spPr>
          <a:xfrm>
            <a:off x="8556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Monday, March 20, 2023</a:t>
            </a:r>
            <a:endParaRPr/>
          </a:p>
        </p:txBody>
      </p:sp>
      <p:sp>
        <p:nvSpPr>
          <p:cNvPr id="1891" name="Google Shape;1891;p45"/>
          <p:cNvSpPr txBox="1">
            <a:spLocks noGrp="1"/>
          </p:cNvSpPr>
          <p:nvPr>
            <p:ph type="ftr" idx="11"/>
          </p:nvPr>
        </p:nvSpPr>
        <p:spPr>
          <a:xfrm>
            <a:off x="4056017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Lec Md Shadman Aadeeb, Dept of CSE, UIU</a:t>
            </a:r>
            <a:endParaRPr/>
          </a:p>
        </p:txBody>
      </p:sp>
      <p:sp>
        <p:nvSpPr>
          <p:cNvPr id="1892" name="Google Shape;1892;p45"/>
          <p:cNvSpPr txBox="1">
            <a:spLocks noGrp="1"/>
          </p:cNvSpPr>
          <p:nvPr>
            <p:ph type="sldNum" idx="12"/>
          </p:nvPr>
        </p:nvSpPr>
        <p:spPr>
          <a:xfrm>
            <a:off x="862801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2481</Words>
  <Application>Microsoft Office PowerPoint</Application>
  <PresentationFormat>Widescreen</PresentationFormat>
  <Paragraphs>903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2" baseType="lpstr">
      <vt:lpstr>Times New Roman</vt:lpstr>
      <vt:lpstr>Tahoma</vt:lpstr>
      <vt:lpstr>Arial</vt:lpstr>
      <vt:lpstr>Calibri</vt:lpstr>
      <vt:lpstr>Office Theme</vt:lpstr>
      <vt:lpstr>Sequential Circuits</vt:lpstr>
      <vt:lpstr>Flip-Flops</vt:lpstr>
      <vt:lpstr>JK FLIP FLOPS</vt:lpstr>
      <vt:lpstr>JK Flip Flop</vt:lpstr>
      <vt:lpstr>JK Flip Flop</vt:lpstr>
      <vt:lpstr>JK Flip Flop</vt:lpstr>
      <vt:lpstr>J-K Flip-flop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JK Flip Flop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social</cp:lastModifiedBy>
  <cp:revision>1</cp:revision>
  <dcterms:created xsi:type="dcterms:W3CDTF">2023-03-19T03:25:32Z</dcterms:created>
  <dcterms:modified xsi:type="dcterms:W3CDTF">2024-09-06T16:44:48Z</dcterms:modified>
</cp:coreProperties>
</file>