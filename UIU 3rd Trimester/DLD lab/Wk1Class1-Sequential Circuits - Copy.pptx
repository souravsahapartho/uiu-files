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8" r:id="rId32"/>
    <p:sldId id="285" r:id="rId33"/>
    <p:sldId id="286" r:id="rId34"/>
  </p:sldIdLst>
  <p:sldSz cx="12192000" cy="6858000"/>
  <p:notesSz cx="6858000" cy="9144000"/>
  <p:embeddedFontLst>
    <p:embeddedFont>
      <p:font typeface="Tahoma" panose="020B0604030504040204" pitchFamily="3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XK+EJTnQcdAt208A2PfuDH70z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6940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20ce47777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g220ce4777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" name="Google Shape;3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4" name="Google Shape;43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3548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5b31dfce90_0_3:notes"/>
          <p:cNvSpPr txBox="1">
            <a:spLocks noGrp="1"/>
          </p:cNvSpPr>
          <p:nvPr>
            <p:ph type="sldNum" idx="12"/>
          </p:nvPr>
        </p:nvSpPr>
        <p:spPr>
          <a:xfrm>
            <a:off x="3885903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075" tIns="48050" rIns="96075" bIns="48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73" name="Google Shape;473;g25b31dfce9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7372" y="686405"/>
            <a:ext cx="59988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4" name="Google Shape;474;g25b31dfce90_0_3:notes"/>
          <p:cNvSpPr txBox="1">
            <a:spLocks noGrp="1"/>
          </p:cNvSpPr>
          <p:nvPr>
            <p:ph type="body" idx="1"/>
          </p:nvPr>
        </p:nvSpPr>
        <p:spPr>
          <a:xfrm>
            <a:off x="915293" y="4342190"/>
            <a:ext cx="5027400" cy="411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9675" tIns="44850" rIns="89675" bIns="44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3" name="Google Shape;53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3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3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3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3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3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3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3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3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3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3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3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3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3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3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3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2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b31dfce90_0_109"/>
          <p:cNvSpPr txBox="1">
            <a:spLocks noGrp="1"/>
          </p:cNvSpPr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25b31dfce90_0_109"/>
          <p:cNvSpPr txBox="1">
            <a:spLocks noGrp="1"/>
          </p:cNvSpPr>
          <p:nvPr>
            <p:ph type="body" idx="1"/>
          </p:nvPr>
        </p:nvSpPr>
        <p:spPr>
          <a:xfrm>
            <a:off x="958851" y="1314450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gif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gif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Sequential Circuits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08" name="Google Shape;108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0" name="Google Shape;110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Recall Combinational Circuits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25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359122"/>
            <a:ext cx="4888346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4618" y="2359121"/>
            <a:ext cx="4714442" cy="226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Recall Combinational Circuits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36" name="Google Shape;136;p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pic>
        <p:nvPicPr>
          <p:cNvPr id="140" name="Google Shape;14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359122"/>
            <a:ext cx="4888346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4618" y="2359121"/>
            <a:ext cx="4714442" cy="2266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1357745" y="2359121"/>
            <a:ext cx="3943928" cy="2489970"/>
          </a:xfrm>
          <a:prstGeom prst="rect">
            <a:avLst/>
          </a:prstGeom>
          <a:solidFill>
            <a:srgbClr val="5B9BD5">
              <a:alpha val="5529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865108" y="2359121"/>
            <a:ext cx="3775003" cy="2489970"/>
          </a:xfrm>
          <a:prstGeom prst="rect">
            <a:avLst/>
          </a:prstGeom>
          <a:solidFill>
            <a:srgbClr val="5B9BD5">
              <a:alpha val="5529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Recall Combinational Circuits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1" name="Google Shape;151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359122"/>
            <a:ext cx="4888346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4618" y="2359121"/>
            <a:ext cx="4714442" cy="2266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1357745" y="2359121"/>
            <a:ext cx="3943928" cy="2489970"/>
          </a:xfrm>
          <a:prstGeom prst="rect">
            <a:avLst/>
          </a:prstGeom>
          <a:solidFill>
            <a:srgbClr val="5B9BD5">
              <a:alpha val="5529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865108" y="2359121"/>
            <a:ext cx="3775003" cy="2489970"/>
          </a:xfrm>
          <a:prstGeom prst="rect">
            <a:avLst/>
          </a:prstGeom>
          <a:solidFill>
            <a:srgbClr val="5B9BD5">
              <a:alpha val="5529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5" descr="74LS08 AND Gate IC Datasheet : Working &amp; Its Application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8562" y="4971997"/>
            <a:ext cx="2174875" cy="1362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What are Sequential Circuits 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Think about a simple Addition Circuit with LED Display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63" name="Google Shape;163;p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5" name="Google Shape;165;p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31956"/>
          <a:stretch/>
        </p:blipFill>
        <p:spPr>
          <a:xfrm>
            <a:off x="2635106" y="2617917"/>
            <a:ext cx="7347094" cy="210186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5946140" y="3352799"/>
            <a:ext cx="470130" cy="524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817356" y="3523487"/>
            <a:ext cx="747268" cy="524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 flipH="1">
            <a:off x="3501413" y="3096768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1" name="Google Shape;171;p6"/>
          <p:cNvCxnSpPr/>
          <p:nvPr/>
        </p:nvCxnSpPr>
        <p:spPr>
          <a:xfrm flipH="1">
            <a:off x="6181205" y="3096768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2" name="Google Shape;172;p6"/>
          <p:cNvCxnSpPr/>
          <p:nvPr/>
        </p:nvCxnSpPr>
        <p:spPr>
          <a:xfrm flipH="1">
            <a:off x="6148679" y="3792826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3" name="Google Shape;173;p6"/>
          <p:cNvCxnSpPr/>
          <p:nvPr/>
        </p:nvCxnSpPr>
        <p:spPr>
          <a:xfrm flipH="1">
            <a:off x="6148679" y="4528774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" name="Google Shape;174;p6"/>
          <p:cNvSpPr txBox="1"/>
          <p:nvPr/>
        </p:nvSpPr>
        <p:spPr>
          <a:xfrm>
            <a:off x="3318347" y="2819769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5946140" y="2838233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5946140" y="3521672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946140" y="4212862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What are Sequential Circuits 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Think about a simple Addition Circuit with LED Display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83" name="Google Shape;183;p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184" name="Google Shape;184;p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5" name="Google Shape;185;p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6" name="Google Shape;186;p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pic>
        <p:nvPicPr>
          <p:cNvPr id="187" name="Google Shape;187;p7"/>
          <p:cNvPicPr preferRelativeResize="0"/>
          <p:nvPr/>
        </p:nvPicPr>
        <p:blipFill rotWithShape="1">
          <a:blip r:embed="rId3">
            <a:alphaModFix/>
          </a:blip>
          <a:srcRect b="31956"/>
          <a:stretch/>
        </p:blipFill>
        <p:spPr>
          <a:xfrm>
            <a:off x="2635106" y="2617917"/>
            <a:ext cx="7347094" cy="21018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5946140" y="3352799"/>
            <a:ext cx="470130" cy="524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817356" y="3523487"/>
            <a:ext cx="747268" cy="524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781800" y="3163706"/>
            <a:ext cx="1556076" cy="1556076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 flipH="1">
            <a:off x="3501413" y="3096768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7"/>
          <p:cNvCxnSpPr/>
          <p:nvPr/>
        </p:nvCxnSpPr>
        <p:spPr>
          <a:xfrm flipH="1">
            <a:off x="6181205" y="3096768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3" name="Google Shape;193;p7"/>
          <p:cNvCxnSpPr/>
          <p:nvPr/>
        </p:nvCxnSpPr>
        <p:spPr>
          <a:xfrm flipH="1">
            <a:off x="6148679" y="3792826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4" name="Google Shape;194;p7"/>
          <p:cNvCxnSpPr/>
          <p:nvPr/>
        </p:nvCxnSpPr>
        <p:spPr>
          <a:xfrm flipH="1">
            <a:off x="6148679" y="4528774"/>
            <a:ext cx="159974" cy="19100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5" name="Google Shape;195;p7"/>
          <p:cNvSpPr txBox="1"/>
          <p:nvPr/>
        </p:nvSpPr>
        <p:spPr>
          <a:xfrm>
            <a:off x="3318347" y="2819769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5946140" y="2838233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5946140" y="3521672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5946140" y="4212862"/>
            <a:ext cx="526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We need to build an storage system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b="1"/>
              <a:t>…One bit at a time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04" name="Google Shape;204;p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205" name="Google Shape;205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6" name="Google Shape;206;p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7" name="Google Shape;207;p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pic>
        <p:nvPicPr>
          <p:cNvPr id="6" name="Picture 5" descr="A black background with arrows and dots&#10;&#10;Description automatically generated">
            <a:extLst>
              <a:ext uri="{FF2B5EF4-FFF2-40B4-BE49-F238E27FC236}">
                <a16:creationId xmlns:a16="http://schemas.microsoft.com/office/drawing/2014/main" id="{CC5ED108-92C3-8A4C-D101-72EB8D1E4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250" y="2781301"/>
            <a:ext cx="4113579" cy="1715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59D43-C47D-3F70-564C-42EAA9308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78" y="2502389"/>
            <a:ext cx="4482368" cy="1989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We need to build an storage system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b="1"/>
              <a:t>…One bit at a time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04" name="Google Shape;204;p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205" name="Google Shape;205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6" name="Google Shape;206;p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7" name="Google Shape;207;p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288280" y="2942706"/>
            <a:ext cx="1615440" cy="10058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8"/>
          <p:cNvCxnSpPr/>
          <p:nvPr/>
        </p:nvCxnSpPr>
        <p:spPr>
          <a:xfrm>
            <a:off x="4507345" y="3207882"/>
            <a:ext cx="7809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0" name="Google Shape;210;p8"/>
          <p:cNvSpPr txBox="1"/>
          <p:nvPr/>
        </p:nvSpPr>
        <p:spPr>
          <a:xfrm>
            <a:off x="4038600" y="3023216"/>
            <a:ext cx="59257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3840114" y="3426088"/>
            <a:ext cx="6776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8"/>
          <p:cNvCxnSpPr>
            <a:stCxn id="211" idx="3"/>
          </p:cNvCxnSpPr>
          <p:nvPr/>
        </p:nvCxnSpPr>
        <p:spPr>
          <a:xfrm>
            <a:off x="4517781" y="3610734"/>
            <a:ext cx="770362" cy="333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3" name="Google Shape;213;p8"/>
          <p:cNvSpPr/>
          <p:nvPr/>
        </p:nvSpPr>
        <p:spPr>
          <a:xfrm>
            <a:off x="3430557" y="3023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 flipH="1">
            <a:off x="3483897" y="3517770"/>
            <a:ext cx="195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683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We need to build an storage system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b="1"/>
              <a:t>…One bit at a time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20" name="Google Shape;220;p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221" name="Google Shape;221;p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2" name="Google Shape;222;p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3" name="Google Shape;223;p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288280" y="2942706"/>
            <a:ext cx="1615440" cy="10058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9"/>
          <p:cNvCxnSpPr/>
          <p:nvPr/>
        </p:nvCxnSpPr>
        <p:spPr>
          <a:xfrm>
            <a:off x="4507345" y="3207882"/>
            <a:ext cx="7809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6" name="Google Shape;226;p9"/>
          <p:cNvSpPr txBox="1"/>
          <p:nvPr/>
        </p:nvSpPr>
        <p:spPr>
          <a:xfrm>
            <a:off x="4038600" y="3023216"/>
            <a:ext cx="6316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3840114" y="3426088"/>
            <a:ext cx="83397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9"/>
          <p:cNvCxnSpPr>
            <a:stCxn id="227" idx="3"/>
          </p:cNvCxnSpPr>
          <p:nvPr/>
        </p:nvCxnSpPr>
        <p:spPr>
          <a:xfrm>
            <a:off x="4674089" y="3610734"/>
            <a:ext cx="614054" cy="333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9" name="Google Shape;229;p9"/>
          <p:cNvSpPr/>
          <p:nvPr/>
        </p:nvSpPr>
        <p:spPr>
          <a:xfrm>
            <a:off x="3430557" y="3023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 flipH="1">
            <a:off x="3483897" y="3517770"/>
            <a:ext cx="195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We need to build an storage system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b="1"/>
              <a:t>…One bit at a time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36" name="Google Shape;236;p1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237" name="Google Shape;237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38" name="Google Shape;238;p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5288280" y="2942706"/>
            <a:ext cx="1615440" cy="10058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0"/>
          <p:cNvCxnSpPr/>
          <p:nvPr/>
        </p:nvCxnSpPr>
        <p:spPr>
          <a:xfrm>
            <a:off x="4507345" y="3207882"/>
            <a:ext cx="7809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2" name="Google Shape;242;p10"/>
          <p:cNvSpPr txBox="1"/>
          <p:nvPr/>
        </p:nvSpPr>
        <p:spPr>
          <a:xfrm>
            <a:off x="4038600" y="3023216"/>
            <a:ext cx="59257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3840114" y="3426088"/>
            <a:ext cx="79489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0"/>
          <p:cNvCxnSpPr>
            <a:stCxn id="243" idx="3"/>
          </p:cNvCxnSpPr>
          <p:nvPr/>
        </p:nvCxnSpPr>
        <p:spPr>
          <a:xfrm>
            <a:off x="4635012" y="3610734"/>
            <a:ext cx="653131" cy="333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5" name="Google Shape;245;p10"/>
          <p:cNvSpPr/>
          <p:nvPr/>
        </p:nvSpPr>
        <p:spPr>
          <a:xfrm>
            <a:off x="3430557" y="3023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 flipH="1">
            <a:off x="3483897" y="3517770"/>
            <a:ext cx="195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20ce477770_0_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We need to build an storage system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b="1"/>
              <a:t>…One bit at a time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52" name="Google Shape;252;g220ce477770_0_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253" name="Google Shape;253;g220ce477770_0_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54" name="Google Shape;254;g220ce477770_0_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55" name="Google Shape;255;g220ce477770_0_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sp>
        <p:nvSpPr>
          <p:cNvPr id="256" name="Google Shape;256;g220ce477770_0_0"/>
          <p:cNvSpPr/>
          <p:nvPr/>
        </p:nvSpPr>
        <p:spPr>
          <a:xfrm>
            <a:off x="5288280" y="2942706"/>
            <a:ext cx="1615500" cy="10059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g220ce477770_0_0"/>
          <p:cNvCxnSpPr/>
          <p:nvPr/>
        </p:nvCxnSpPr>
        <p:spPr>
          <a:xfrm>
            <a:off x="4507345" y="3207882"/>
            <a:ext cx="78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8" name="Google Shape;258;g220ce477770_0_0"/>
          <p:cNvSpPr txBox="1"/>
          <p:nvPr/>
        </p:nvSpPr>
        <p:spPr>
          <a:xfrm>
            <a:off x="4038600" y="3023216"/>
            <a:ext cx="5437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220ce477770_0_0"/>
          <p:cNvSpPr txBox="1"/>
          <p:nvPr/>
        </p:nvSpPr>
        <p:spPr>
          <a:xfrm>
            <a:off x="3840114" y="3426088"/>
            <a:ext cx="75589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g220ce477770_0_0"/>
          <p:cNvCxnSpPr>
            <a:stCxn id="259" idx="3"/>
          </p:cNvCxnSpPr>
          <p:nvPr/>
        </p:nvCxnSpPr>
        <p:spPr>
          <a:xfrm>
            <a:off x="4596006" y="3610734"/>
            <a:ext cx="692208" cy="333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g220ce477770_0_0"/>
          <p:cNvSpPr/>
          <p:nvPr/>
        </p:nvSpPr>
        <p:spPr>
          <a:xfrm>
            <a:off x="3430557" y="3023216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220ce477770_0_0"/>
          <p:cNvSpPr/>
          <p:nvPr/>
        </p:nvSpPr>
        <p:spPr>
          <a:xfrm flipH="1">
            <a:off x="3483902" y="3517770"/>
            <a:ext cx="19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We need to build an storage system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b="1"/>
              <a:t>…One bit at a time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68" name="Google Shape;268;p1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269" name="Google Shape;269;p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1" name="Google Shape;271;p1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288280" y="2942706"/>
            <a:ext cx="1615440" cy="10058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1"/>
          <p:cNvCxnSpPr/>
          <p:nvPr/>
        </p:nvCxnSpPr>
        <p:spPr>
          <a:xfrm>
            <a:off x="4507345" y="3159036"/>
            <a:ext cx="7809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4" name="Google Shape;274;p11"/>
          <p:cNvSpPr txBox="1"/>
          <p:nvPr/>
        </p:nvSpPr>
        <p:spPr>
          <a:xfrm>
            <a:off x="4038600" y="3023216"/>
            <a:ext cx="5730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3840114" y="3426088"/>
            <a:ext cx="7753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1"/>
          <p:cNvCxnSpPr>
            <a:stCxn id="275" idx="3"/>
          </p:cNvCxnSpPr>
          <p:nvPr/>
        </p:nvCxnSpPr>
        <p:spPr>
          <a:xfrm>
            <a:off x="4615473" y="3610734"/>
            <a:ext cx="672670" cy="333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11"/>
          <p:cNvSpPr/>
          <p:nvPr/>
        </p:nvSpPr>
        <p:spPr>
          <a:xfrm>
            <a:off x="3430557" y="3023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 flipH="1">
            <a:off x="3483897" y="3517770"/>
            <a:ext cx="195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We need to build an storage system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b="1"/>
              <a:t>…One bit at a time</a:t>
            </a:r>
            <a:endParaRPr b="1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84" name="Google Shape;284;p1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285" name="Google Shape;285;p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6" name="Google Shape;286;p1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87" name="Google Shape;287;p1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Sequential Circuits vs Combinational Circuits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5288280" y="2942706"/>
            <a:ext cx="1615440" cy="10058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2"/>
          <p:cNvCxnSpPr/>
          <p:nvPr/>
        </p:nvCxnSpPr>
        <p:spPr>
          <a:xfrm>
            <a:off x="4507345" y="3207882"/>
            <a:ext cx="7809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0" name="Google Shape;290;p12"/>
          <p:cNvSpPr txBox="1"/>
          <p:nvPr/>
        </p:nvSpPr>
        <p:spPr>
          <a:xfrm>
            <a:off x="4038600" y="3023216"/>
            <a:ext cx="5828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3840114" y="3426088"/>
            <a:ext cx="6776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2"/>
          <p:cNvCxnSpPr>
            <a:stCxn id="291" idx="3"/>
          </p:cNvCxnSpPr>
          <p:nvPr/>
        </p:nvCxnSpPr>
        <p:spPr>
          <a:xfrm>
            <a:off x="4517781" y="3610734"/>
            <a:ext cx="770362" cy="333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12"/>
          <p:cNvSpPr/>
          <p:nvPr/>
        </p:nvSpPr>
        <p:spPr>
          <a:xfrm>
            <a:off x="3430557" y="3023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 flipH="1">
            <a:off x="3483897" y="3517770"/>
            <a:ext cx="195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2" descr="meme checkpoint 10/21 #10 | African Kid Crying With A Knife | Know Your Meme"/>
          <p:cNvPicPr preferRelativeResize="0"/>
          <p:nvPr/>
        </p:nvPicPr>
        <p:blipFill rotWithShape="1">
          <a:blip r:embed="rId3">
            <a:alphaModFix/>
          </a:blip>
          <a:srcRect l="3884" t="37327" r="51492" b="3538"/>
          <a:stretch/>
        </p:blipFill>
        <p:spPr>
          <a:xfrm>
            <a:off x="5443335" y="2562854"/>
            <a:ext cx="1305330" cy="176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LET US TRY TO BUILD A ONE BIT STORAGE SYSTEM</a:t>
            </a:r>
            <a:endParaRPr/>
          </a:p>
        </p:txBody>
      </p:sp>
      <p:sp>
        <p:nvSpPr>
          <p:cNvPr id="301" name="Google Shape;301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302" name="Google Shape;302;p1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303" name="Google Shape;303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4" name="Google Shape;304;p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1203516" cy="503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SR Latch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10" name="Google Shape;310;p1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13" name="Google Shape;313;p1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  <p:pic>
        <p:nvPicPr>
          <p:cNvPr id="3" name="Picture 2" descr="A diagram of a number&#10;&#10;Description automatically generated">
            <a:extLst>
              <a:ext uri="{FF2B5EF4-FFF2-40B4-BE49-F238E27FC236}">
                <a16:creationId xmlns:a16="http://schemas.microsoft.com/office/drawing/2014/main" id="{54D8D0AB-56C8-31C2-7BF3-4FB022610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3" y="2038350"/>
            <a:ext cx="3552826" cy="2453218"/>
          </a:xfrm>
          <a:prstGeom prst="rect">
            <a:avLst/>
          </a:prstGeom>
        </p:spPr>
      </p:pic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DC09E08F-129A-7D40-F1C8-7913B949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322" y="2658005"/>
            <a:ext cx="3480859" cy="23886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243918-1674-21BA-CEF6-DF4401178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217" y="1857904"/>
            <a:ext cx="3433234" cy="24331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SR Latch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19" name="Google Shape;319;p1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20" name="Google Shape;320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21" name="Google Shape;321;p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22" name="Google Shape;322;p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  <p:pic>
        <p:nvPicPr>
          <p:cNvPr id="323" name="Google Shape;32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6600" y="1995055"/>
            <a:ext cx="8178799" cy="40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S’R’ Latch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29" name="Google Shape;329;p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1" name="Google Shape;331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32" name="Google Shape;332;p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S’R’ Latch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38" name="Google Shape;338;p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  <p:pic>
        <p:nvPicPr>
          <p:cNvPr id="342" name="Google Shape;3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2042" y="1607994"/>
            <a:ext cx="8347915" cy="4568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Latch with a control signal</a:t>
            </a:r>
            <a:endParaRPr b="1">
              <a:solidFill>
                <a:schemeClr val="accent2"/>
              </a:solidFill>
            </a:endParaRPr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48" name="Google Shape;348;p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49" name="Google Shape;349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0" name="Google Shape;350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51" name="Google Shape;351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Latch with a control signal</a:t>
            </a:r>
            <a:endParaRPr b="1">
              <a:solidFill>
                <a:schemeClr val="accent2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solidFill>
                  <a:schemeClr val="accent2"/>
                </a:solidFill>
              </a:rPr>
              <a:t>       </a:t>
            </a:r>
          </a:p>
          <a:p>
            <a:pPr marL="342900" indent="-209550">
              <a:buNone/>
            </a:pPr>
            <a:endParaRPr lang="en-US"/>
          </a:p>
        </p:txBody>
      </p:sp>
      <p:sp>
        <p:nvSpPr>
          <p:cNvPr id="357" name="Google Shape;357;p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58" name="Google Shape;358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9" name="Google Shape;359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60" name="Google Shape;360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  <p:pic>
        <p:nvPicPr>
          <p:cNvPr id="361" name="Google Shape;36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40" y="2304280"/>
            <a:ext cx="6788213" cy="280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1F60A2-27D1-4D47-8FB0-359A3F3CE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558" y="1634067"/>
            <a:ext cx="3670300" cy="37486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D Latch (with control signal)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367" name="Google Shape;367;p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68" name="Google Shape;368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69" name="Google Shape;369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70" name="Google Shape;370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b="1">
                <a:solidFill>
                  <a:schemeClr val="accent2"/>
                </a:solidFill>
              </a:rPr>
              <a:t>D Latch (with control signal)</a:t>
            </a:r>
            <a:endParaRPr b="1">
              <a:solidFill>
                <a:schemeClr val="accent2"/>
              </a:solidFill>
            </a:endParaRPr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376" name="Google Shape;376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77" name="Google Shape;377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8" name="Google Shape;378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79" name="Google Shape;379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One Bit Storage System</a:t>
            </a:r>
            <a:endParaRPr/>
          </a:p>
        </p:txBody>
      </p:sp>
      <p:pic>
        <p:nvPicPr>
          <p:cNvPr id="380" name="Google Shape;38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935" y="2519506"/>
            <a:ext cx="6925609" cy="2337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3809" y="2772929"/>
            <a:ext cx="3095273" cy="183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WHAT IS A FLIP FLOP</a:t>
            </a:r>
            <a:endParaRPr/>
          </a:p>
        </p:txBody>
      </p:sp>
      <p:sp>
        <p:nvSpPr>
          <p:cNvPr id="387" name="Google Shape;387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388" name="Google Shape;388;p2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89" name="Google Shape;389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0" name="Google Shape;390;p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storage elements used in the simplest form of </a:t>
            </a:r>
            <a:r>
              <a:rPr lang="en-US" b="1"/>
              <a:t>clocked</a:t>
            </a:r>
            <a:r>
              <a:rPr lang="en-US"/>
              <a:t> sequential circuits are called flip-flops. 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flip-flop is a binary storage device capable of storing one bit of information and having </a:t>
            </a:r>
            <a:r>
              <a:rPr lang="en-US" b="1"/>
              <a:t>timing</a:t>
            </a:r>
            <a:r>
              <a:rPr lang="en-US"/>
              <a:t> characteristic</a:t>
            </a:r>
            <a:endParaRPr/>
          </a:p>
        </p:txBody>
      </p:sp>
      <p:sp>
        <p:nvSpPr>
          <p:cNvPr id="396" name="Google Shape;396;p2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8" name="Google Shape;398;p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99" name="Google Shape;399;p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Clock and Time?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405" name="Google Shape;405;p2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06" name="Google Shape;406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07" name="Google Shape;407;p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08" name="Google Shape;408;p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</a:t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1554017" y="2650835"/>
            <a:ext cx="1311565" cy="115454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2865582" y="3228108"/>
            <a:ext cx="1173018" cy="7389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1308" y="2627350"/>
            <a:ext cx="6264130" cy="1178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4"/>
          <p:cNvPicPr preferRelativeResize="0"/>
          <p:nvPr/>
        </p:nvPicPr>
        <p:blipFill rotWithShape="1">
          <a:blip r:embed="rId4">
            <a:alphaModFix/>
          </a:blip>
          <a:srcRect b="10167"/>
          <a:stretch/>
        </p:blipFill>
        <p:spPr>
          <a:xfrm>
            <a:off x="4986004" y="4121292"/>
            <a:ext cx="4996196" cy="153132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4"/>
          <p:cNvSpPr/>
          <p:nvPr/>
        </p:nvSpPr>
        <p:spPr>
          <a:xfrm>
            <a:off x="9301018" y="2739643"/>
            <a:ext cx="1016000" cy="11400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10317018" y="2889318"/>
            <a:ext cx="1016000" cy="3361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Clock and Time?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420" name="Google Shape;420;p2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21" name="Google Shape;421;p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22" name="Google Shape;422;p2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23" name="Google Shape;423;p2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</a:t>
            </a:r>
            <a:endParaRPr/>
          </a:p>
        </p:txBody>
      </p:sp>
      <p:pic>
        <p:nvPicPr>
          <p:cNvPr id="424" name="Google Shape;4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1308" y="2627350"/>
            <a:ext cx="6264130" cy="1178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5"/>
          <p:cNvPicPr preferRelativeResize="0"/>
          <p:nvPr/>
        </p:nvPicPr>
        <p:blipFill rotWithShape="1">
          <a:blip r:embed="rId4">
            <a:alphaModFix/>
          </a:blip>
          <a:srcRect b="10167"/>
          <a:stretch/>
        </p:blipFill>
        <p:spPr>
          <a:xfrm>
            <a:off x="4986004" y="4121292"/>
            <a:ext cx="4996196" cy="1531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5" descr="Push Button GIFs | Ten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0522" y="2627350"/>
            <a:ext cx="2574794" cy="205983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5"/>
          <p:cNvSpPr/>
          <p:nvPr/>
        </p:nvSpPr>
        <p:spPr>
          <a:xfrm>
            <a:off x="6253018" y="2290618"/>
            <a:ext cx="1016000" cy="3361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7269018" y="2440293"/>
            <a:ext cx="1016000" cy="3361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8285018" y="2589968"/>
            <a:ext cx="1267014" cy="3361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9301018" y="2739643"/>
            <a:ext cx="1016000" cy="11400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10317018" y="2889318"/>
            <a:ext cx="1016000" cy="3361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Clock and Time?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</a:t>
            </a:r>
            <a:endParaRPr/>
          </a:p>
        </p:txBody>
      </p:sp>
      <p:pic>
        <p:nvPicPr>
          <p:cNvPr id="441" name="Google Shape;44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1308" y="2627350"/>
            <a:ext cx="6264130" cy="1178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6"/>
          <p:cNvPicPr preferRelativeResize="0"/>
          <p:nvPr/>
        </p:nvPicPr>
        <p:blipFill rotWithShape="1">
          <a:blip r:embed="rId4">
            <a:alphaModFix/>
          </a:blip>
          <a:srcRect b="10167"/>
          <a:stretch/>
        </p:blipFill>
        <p:spPr>
          <a:xfrm>
            <a:off x="4986004" y="4121292"/>
            <a:ext cx="4996196" cy="1531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6" descr="Push Button GIFs | Ten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0522" y="2627350"/>
            <a:ext cx="2574794" cy="205983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6"/>
          <p:cNvSpPr/>
          <p:nvPr/>
        </p:nvSpPr>
        <p:spPr>
          <a:xfrm>
            <a:off x="9301018" y="2739643"/>
            <a:ext cx="1016000" cy="11400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10317018" y="2889318"/>
            <a:ext cx="1016000" cy="3361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Flip Flop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51" name="Google Shape;451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52" name="Google Shape;452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53" name="Google Shape;453;p2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54" name="Google Shape;454;p2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</a:t>
            </a:r>
            <a:endParaRPr/>
          </a:p>
        </p:txBody>
      </p:sp>
      <p:pic>
        <p:nvPicPr>
          <p:cNvPr id="455" name="Google Shape;45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4260" y="2258677"/>
            <a:ext cx="8418046" cy="288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7"/>
          <p:cNvPicPr preferRelativeResize="0"/>
          <p:nvPr/>
        </p:nvPicPr>
        <p:blipFill rotWithShape="1">
          <a:blip r:embed="rId4">
            <a:alphaModFix/>
          </a:blip>
          <a:srcRect l="5444" r="4563" b="29603"/>
          <a:stretch/>
        </p:blipFill>
        <p:spPr>
          <a:xfrm>
            <a:off x="186898" y="1942765"/>
            <a:ext cx="2931735" cy="43128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7"/>
          <p:cNvSpPr/>
          <p:nvPr/>
        </p:nvSpPr>
        <p:spPr>
          <a:xfrm>
            <a:off x="413374" y="3088910"/>
            <a:ext cx="1311565" cy="115454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1724939" y="3666183"/>
            <a:ext cx="1173018" cy="7389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Triggers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Level Trigger: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 level-triggered event means that when the voltage reaches a particular level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Edge Trigger: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An edge-triggered event means that the event is triggered when the voltage is spotted rising or falling, which might be at the time marked.</a:t>
            </a:r>
            <a:endParaRPr/>
          </a:p>
        </p:txBody>
      </p:sp>
      <p:sp>
        <p:nvSpPr>
          <p:cNvPr id="464" name="Google Shape;464;p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65" name="Google Shape;465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6" name="Google Shape;466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67" name="Google Shape;467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</a:t>
            </a:r>
            <a:endParaRPr/>
          </a:p>
        </p:txBody>
      </p:sp>
      <p:pic>
        <p:nvPicPr>
          <p:cNvPr id="468" name="Google Shape;46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6389" y="4339784"/>
            <a:ext cx="6561315" cy="225063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8"/>
          <p:cNvSpPr/>
          <p:nvPr/>
        </p:nvSpPr>
        <p:spPr>
          <a:xfrm>
            <a:off x="2892336" y="5033850"/>
            <a:ext cx="792066" cy="89989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3684402" y="5436302"/>
            <a:ext cx="989198" cy="5933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65" name="Google Shape;465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6" name="Google Shape;466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67" name="Google Shape;467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70722-6CA9-BEB7-CEA7-357B4927D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5661" y="1139986"/>
            <a:ext cx="10515600" cy="4949054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F6244EEC-48CE-6964-90CC-7D7698A7F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49" y="1870442"/>
            <a:ext cx="4197838" cy="3781425"/>
          </a:xfrm>
          <a:prstGeom prst="rect">
            <a:avLst/>
          </a:prstGeom>
        </p:spPr>
      </p:pic>
      <p:pic>
        <p:nvPicPr>
          <p:cNvPr id="6" name="Google Shape;468;p28" descr="A diagram of a circuit diagram&#10;&#10;Description automatically generated">
            <a:extLst>
              <a:ext uri="{FF2B5EF4-FFF2-40B4-BE49-F238E27FC236}">
                <a16:creationId xmlns:a16="http://schemas.microsoft.com/office/drawing/2014/main" id="{2AB6478D-8018-B680-ECB7-C69ED503C4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4137" r="149" b="-435"/>
          <a:stretch/>
        </p:blipFill>
        <p:spPr>
          <a:xfrm>
            <a:off x="2124851" y="2385938"/>
            <a:ext cx="3115097" cy="27488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9870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5b31dfce90_0_3"/>
          <p:cNvSpPr txBox="1">
            <a:spLocks noGrp="1"/>
          </p:cNvSpPr>
          <p:nvPr>
            <p:ph type="sldNum" idx="4294967295"/>
          </p:nvPr>
        </p:nvSpPr>
        <p:spPr>
          <a:xfrm>
            <a:off x="9241367" y="6515100"/>
            <a:ext cx="295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6 - Part 1    </a:t>
            </a:r>
            <a:fld id="{00000000-1234-1234-1234-123412341234}" type="slidenum">
              <a:rPr lang="en-US"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800" b="1" i="1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g25b31dfce90_0_3"/>
          <p:cNvSpPr txBox="1">
            <a:spLocks noGrp="1"/>
          </p:cNvSpPr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Clocked S - R Latch (continued)</a:t>
            </a:r>
            <a:endParaRPr/>
          </a:p>
        </p:txBody>
      </p:sp>
      <p:sp>
        <p:nvSpPr>
          <p:cNvPr id="478" name="Google Shape;478;g25b31dfce90_0_3"/>
          <p:cNvSpPr txBox="1">
            <a:spLocks noGrp="1"/>
          </p:cNvSpPr>
          <p:nvPr>
            <p:ph type="body" idx="1"/>
          </p:nvPr>
        </p:nvSpPr>
        <p:spPr>
          <a:xfrm>
            <a:off x="637117" y="1301750"/>
            <a:ext cx="11243700" cy="50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8925" lvl="0" indent="-288925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Clocked S-R Latch can be described by a table: </a:t>
            </a:r>
            <a:endParaRPr/>
          </a:p>
          <a:p>
            <a:pPr marL="288925" lvl="0" indent="-111125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/>
          </a:p>
          <a:p>
            <a:pPr marL="288925" lvl="0" indent="-60325" algn="l" rtl="0">
              <a:spcBef>
                <a:spcPts val="720"/>
              </a:spcBef>
              <a:spcAft>
                <a:spcPts val="0"/>
              </a:spcAft>
              <a:buSzPts val="3600"/>
              <a:buNone/>
            </a:pPr>
            <a:endParaRPr sz="3600"/>
          </a:p>
          <a:p>
            <a:pPr marL="288925" lvl="0" indent="-60325" algn="l" rtl="0">
              <a:spcBef>
                <a:spcPts val="720"/>
              </a:spcBef>
              <a:spcAft>
                <a:spcPts val="0"/>
              </a:spcAft>
              <a:buSzPts val="3600"/>
              <a:buNone/>
            </a:pPr>
            <a:endParaRPr sz="3600"/>
          </a:p>
          <a:p>
            <a:pPr marL="288925" lvl="0" indent="-288925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table describes</a:t>
            </a:r>
            <a:br>
              <a:rPr lang="en-US" sz="2800"/>
            </a:br>
            <a:r>
              <a:rPr lang="en-US" sz="2800"/>
              <a:t>what happens after the</a:t>
            </a:r>
            <a:br>
              <a:rPr lang="en-US" sz="2800"/>
            </a:br>
            <a:r>
              <a:rPr lang="en-US" sz="2800"/>
              <a:t>clock [at time (t+1)]</a:t>
            </a:r>
            <a:br>
              <a:rPr lang="en-US" sz="2800"/>
            </a:br>
            <a:r>
              <a:rPr lang="en-US" sz="2800"/>
              <a:t>based on:</a:t>
            </a:r>
            <a:endParaRPr/>
          </a:p>
          <a:p>
            <a:pPr marL="692150" lvl="1" indent="-234950" algn="l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/>
              <a:t> current inputs (S,R) and</a:t>
            </a:r>
            <a:endParaRPr/>
          </a:p>
          <a:p>
            <a:pPr marL="692150" lvl="1" indent="-234950" algn="l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/>
              <a:t> current state Q(t).</a:t>
            </a:r>
            <a:endParaRPr/>
          </a:p>
          <a:p>
            <a:pPr marL="288925" lvl="0" indent="-111125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/>
          </a:p>
        </p:txBody>
      </p:sp>
      <p:pic>
        <p:nvPicPr>
          <p:cNvPr id="479" name="Google Shape;479;g25b31dfce90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2284" y="1747838"/>
            <a:ext cx="4246561" cy="34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g25b31dfce90_0_3"/>
          <p:cNvGrpSpPr/>
          <p:nvPr/>
        </p:nvGrpSpPr>
        <p:grpSpPr>
          <a:xfrm>
            <a:off x="869951" y="1882775"/>
            <a:ext cx="4373033" cy="1793876"/>
            <a:chOff x="411" y="1186"/>
            <a:chExt cx="2066" cy="1130"/>
          </a:xfrm>
        </p:grpSpPr>
        <p:sp>
          <p:nvSpPr>
            <p:cNvPr id="481" name="Google Shape;481;g25b31dfce90_0_3"/>
            <p:cNvSpPr/>
            <p:nvPr/>
          </p:nvSpPr>
          <p:spPr>
            <a:xfrm>
              <a:off x="459" y="1186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sz="36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2" name="Google Shape;482;g25b31dfce90_0_3"/>
            <p:cNvSpPr/>
            <p:nvPr/>
          </p:nvSpPr>
          <p:spPr>
            <a:xfrm>
              <a:off x="432" y="2016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sz="36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3" name="Google Shape;483;g25b31dfce90_0_3"/>
            <p:cNvSpPr/>
            <p:nvPr/>
          </p:nvSpPr>
          <p:spPr>
            <a:xfrm>
              <a:off x="1816" y="1306"/>
              <a:ext cx="114" cy="214"/>
            </a:xfrm>
            <a:custGeom>
              <a:avLst/>
              <a:gdLst/>
              <a:ahLst/>
              <a:cxnLst/>
              <a:rect l="l" t="t" r="r" b="b"/>
              <a:pathLst>
                <a:path w="114" h="214" extrusionOk="0">
                  <a:moveTo>
                    <a:pt x="7" y="0"/>
                  </a:move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5" y="14"/>
                  </a:lnTo>
                  <a:lnTo>
                    <a:pt x="20" y="14"/>
                  </a:lnTo>
                  <a:lnTo>
                    <a:pt x="34" y="18"/>
                  </a:lnTo>
                  <a:lnTo>
                    <a:pt x="39" y="20"/>
                  </a:lnTo>
                  <a:lnTo>
                    <a:pt x="42" y="22"/>
                  </a:lnTo>
                  <a:lnTo>
                    <a:pt x="47" y="24"/>
                  </a:lnTo>
                  <a:lnTo>
                    <a:pt x="51" y="25"/>
                  </a:lnTo>
                  <a:lnTo>
                    <a:pt x="53" y="27"/>
                  </a:lnTo>
                  <a:lnTo>
                    <a:pt x="57" y="30"/>
                  </a:lnTo>
                  <a:lnTo>
                    <a:pt x="62" y="33"/>
                  </a:lnTo>
                  <a:lnTo>
                    <a:pt x="65" y="35"/>
                  </a:lnTo>
                  <a:lnTo>
                    <a:pt x="68" y="37"/>
                  </a:lnTo>
                  <a:lnTo>
                    <a:pt x="75" y="45"/>
                  </a:lnTo>
                  <a:lnTo>
                    <a:pt x="78" y="47"/>
                  </a:lnTo>
                  <a:lnTo>
                    <a:pt x="80" y="51"/>
                  </a:lnTo>
                  <a:lnTo>
                    <a:pt x="83" y="56"/>
                  </a:lnTo>
                  <a:lnTo>
                    <a:pt x="86" y="59"/>
                  </a:lnTo>
                  <a:lnTo>
                    <a:pt x="87" y="62"/>
                  </a:lnTo>
                  <a:lnTo>
                    <a:pt x="89" y="66"/>
                  </a:lnTo>
                  <a:lnTo>
                    <a:pt x="91" y="70"/>
                  </a:lnTo>
                  <a:lnTo>
                    <a:pt x="92" y="74"/>
                  </a:lnTo>
                  <a:lnTo>
                    <a:pt x="95" y="79"/>
                  </a:lnTo>
                  <a:lnTo>
                    <a:pt x="98" y="92"/>
                  </a:lnTo>
                  <a:lnTo>
                    <a:pt x="98" y="102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98" y="111"/>
                  </a:lnTo>
                  <a:lnTo>
                    <a:pt x="98" y="120"/>
                  </a:lnTo>
                  <a:lnTo>
                    <a:pt x="95" y="134"/>
                  </a:lnTo>
                  <a:lnTo>
                    <a:pt x="92" y="139"/>
                  </a:lnTo>
                  <a:lnTo>
                    <a:pt x="91" y="142"/>
                  </a:lnTo>
                  <a:lnTo>
                    <a:pt x="89" y="147"/>
                  </a:lnTo>
                  <a:lnTo>
                    <a:pt x="87" y="151"/>
                  </a:lnTo>
                  <a:lnTo>
                    <a:pt x="86" y="153"/>
                  </a:lnTo>
                  <a:lnTo>
                    <a:pt x="83" y="157"/>
                  </a:lnTo>
                  <a:lnTo>
                    <a:pt x="80" y="162"/>
                  </a:lnTo>
                  <a:lnTo>
                    <a:pt x="78" y="165"/>
                  </a:lnTo>
                  <a:lnTo>
                    <a:pt x="75" y="168"/>
                  </a:lnTo>
                  <a:lnTo>
                    <a:pt x="68" y="175"/>
                  </a:lnTo>
                  <a:lnTo>
                    <a:pt x="65" y="178"/>
                  </a:lnTo>
                  <a:lnTo>
                    <a:pt x="62" y="180"/>
                  </a:lnTo>
                  <a:lnTo>
                    <a:pt x="57" y="182"/>
                  </a:lnTo>
                  <a:lnTo>
                    <a:pt x="53" y="186"/>
                  </a:lnTo>
                  <a:lnTo>
                    <a:pt x="51" y="187"/>
                  </a:lnTo>
                  <a:lnTo>
                    <a:pt x="47" y="189"/>
                  </a:lnTo>
                  <a:lnTo>
                    <a:pt x="42" y="191"/>
                  </a:lnTo>
                  <a:lnTo>
                    <a:pt x="39" y="192"/>
                  </a:lnTo>
                  <a:lnTo>
                    <a:pt x="34" y="195"/>
                  </a:lnTo>
                  <a:lnTo>
                    <a:pt x="20" y="198"/>
                  </a:lnTo>
                  <a:lnTo>
                    <a:pt x="11" y="198"/>
                  </a:lnTo>
                  <a:lnTo>
                    <a:pt x="6" y="200"/>
                  </a:lnTo>
                  <a:lnTo>
                    <a:pt x="7" y="200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0" y="204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5" y="214"/>
                  </a:lnTo>
                  <a:lnTo>
                    <a:pt x="7" y="214"/>
                  </a:lnTo>
                  <a:lnTo>
                    <a:pt x="8" y="214"/>
                  </a:lnTo>
                  <a:lnTo>
                    <a:pt x="13" y="213"/>
                  </a:lnTo>
                  <a:lnTo>
                    <a:pt x="23" y="213"/>
                  </a:lnTo>
                  <a:lnTo>
                    <a:pt x="39" y="209"/>
                  </a:lnTo>
                  <a:lnTo>
                    <a:pt x="44" y="207"/>
                  </a:lnTo>
                  <a:lnTo>
                    <a:pt x="47" y="206"/>
                  </a:lnTo>
                  <a:lnTo>
                    <a:pt x="52" y="203"/>
                  </a:lnTo>
                  <a:lnTo>
                    <a:pt x="56" y="202"/>
                  </a:lnTo>
                  <a:lnTo>
                    <a:pt x="63" y="198"/>
                  </a:lnTo>
                  <a:lnTo>
                    <a:pt x="67" y="195"/>
                  </a:lnTo>
                  <a:lnTo>
                    <a:pt x="69" y="192"/>
                  </a:lnTo>
                  <a:lnTo>
                    <a:pt x="75" y="190"/>
                  </a:lnTo>
                  <a:lnTo>
                    <a:pt x="80" y="185"/>
                  </a:lnTo>
                  <a:lnTo>
                    <a:pt x="81" y="181"/>
                  </a:lnTo>
                  <a:lnTo>
                    <a:pt x="85" y="180"/>
                  </a:lnTo>
                  <a:lnTo>
                    <a:pt x="90" y="175"/>
                  </a:lnTo>
                  <a:lnTo>
                    <a:pt x="92" y="169"/>
                  </a:lnTo>
                  <a:lnTo>
                    <a:pt x="95" y="167"/>
                  </a:lnTo>
                  <a:lnTo>
                    <a:pt x="98" y="163"/>
                  </a:lnTo>
                  <a:lnTo>
                    <a:pt x="102" y="156"/>
                  </a:lnTo>
                  <a:lnTo>
                    <a:pt x="103" y="152"/>
                  </a:lnTo>
                  <a:lnTo>
                    <a:pt x="106" y="147"/>
                  </a:lnTo>
                  <a:lnTo>
                    <a:pt x="107" y="143"/>
                  </a:lnTo>
                  <a:lnTo>
                    <a:pt x="109" y="139"/>
                  </a:lnTo>
                  <a:lnTo>
                    <a:pt x="113" y="123"/>
                  </a:lnTo>
                  <a:lnTo>
                    <a:pt x="113" y="113"/>
                  </a:lnTo>
                  <a:lnTo>
                    <a:pt x="114" y="108"/>
                  </a:lnTo>
                  <a:lnTo>
                    <a:pt x="114" y="106"/>
                  </a:lnTo>
                  <a:lnTo>
                    <a:pt x="113" y="100"/>
                  </a:lnTo>
                  <a:lnTo>
                    <a:pt x="113" y="90"/>
                  </a:lnTo>
                  <a:lnTo>
                    <a:pt x="109" y="74"/>
                  </a:lnTo>
                  <a:lnTo>
                    <a:pt x="107" y="69"/>
                  </a:lnTo>
                  <a:lnTo>
                    <a:pt x="106" y="66"/>
                  </a:lnTo>
                  <a:lnTo>
                    <a:pt x="103" y="61"/>
                  </a:lnTo>
                  <a:lnTo>
                    <a:pt x="102" y="57"/>
                  </a:lnTo>
                  <a:lnTo>
                    <a:pt x="98" y="50"/>
                  </a:lnTo>
                  <a:lnTo>
                    <a:pt x="95" y="46"/>
                  </a:lnTo>
                  <a:lnTo>
                    <a:pt x="92" y="44"/>
                  </a:lnTo>
                  <a:lnTo>
                    <a:pt x="90" y="37"/>
                  </a:lnTo>
                  <a:lnTo>
                    <a:pt x="85" y="33"/>
                  </a:lnTo>
                  <a:lnTo>
                    <a:pt x="81" y="31"/>
                  </a:lnTo>
                  <a:lnTo>
                    <a:pt x="80" y="28"/>
                  </a:lnTo>
                  <a:lnTo>
                    <a:pt x="75" y="23"/>
                  </a:lnTo>
                  <a:lnTo>
                    <a:pt x="69" y="20"/>
                  </a:lnTo>
                  <a:lnTo>
                    <a:pt x="67" y="18"/>
                  </a:lnTo>
                  <a:lnTo>
                    <a:pt x="63" y="14"/>
                  </a:lnTo>
                  <a:lnTo>
                    <a:pt x="56" y="11"/>
                  </a:lnTo>
                  <a:lnTo>
                    <a:pt x="52" y="9"/>
                  </a:lnTo>
                  <a:lnTo>
                    <a:pt x="47" y="7"/>
                  </a:lnTo>
                  <a:lnTo>
                    <a:pt x="44" y="6"/>
                  </a:lnTo>
                  <a:lnTo>
                    <a:pt x="39" y="3"/>
                  </a:lnTo>
                  <a:lnTo>
                    <a:pt x="23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4" name="Google Shape;484;g25b31dfce90_0_3"/>
            <p:cNvSpPr/>
            <p:nvPr/>
          </p:nvSpPr>
          <p:spPr>
            <a:xfrm>
              <a:off x="1678" y="1306"/>
              <a:ext cx="164" cy="14"/>
            </a:xfrm>
            <a:custGeom>
              <a:avLst/>
              <a:gdLst/>
              <a:ahLst/>
              <a:cxnLst/>
              <a:rect l="l" t="t" r="r" b="b"/>
              <a:pathLst>
                <a:path w="164" h="14" extrusionOk="0">
                  <a:moveTo>
                    <a:pt x="157" y="14"/>
                  </a:moveTo>
                  <a:lnTo>
                    <a:pt x="160" y="14"/>
                  </a:lnTo>
                  <a:lnTo>
                    <a:pt x="162" y="12"/>
                  </a:lnTo>
                  <a:lnTo>
                    <a:pt x="164" y="9"/>
                  </a:lnTo>
                  <a:lnTo>
                    <a:pt x="164" y="5"/>
                  </a:lnTo>
                  <a:lnTo>
                    <a:pt x="162" y="2"/>
                  </a:lnTo>
                  <a:lnTo>
                    <a:pt x="160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5" y="14"/>
                  </a:lnTo>
                  <a:lnTo>
                    <a:pt x="7" y="14"/>
                  </a:lnTo>
                  <a:lnTo>
                    <a:pt x="15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5" name="Google Shape;485;g25b31dfce90_0_3"/>
            <p:cNvSpPr/>
            <p:nvPr/>
          </p:nvSpPr>
          <p:spPr>
            <a:xfrm>
              <a:off x="1678" y="1507"/>
              <a:ext cx="164" cy="14"/>
            </a:xfrm>
            <a:custGeom>
              <a:avLst/>
              <a:gdLst/>
              <a:ahLst/>
              <a:cxnLst/>
              <a:rect l="l" t="t" r="r" b="b"/>
              <a:pathLst>
                <a:path w="164" h="14" extrusionOk="0">
                  <a:moveTo>
                    <a:pt x="157" y="14"/>
                  </a:moveTo>
                  <a:lnTo>
                    <a:pt x="160" y="14"/>
                  </a:lnTo>
                  <a:lnTo>
                    <a:pt x="162" y="12"/>
                  </a:lnTo>
                  <a:lnTo>
                    <a:pt x="164" y="9"/>
                  </a:lnTo>
                  <a:lnTo>
                    <a:pt x="164" y="5"/>
                  </a:lnTo>
                  <a:lnTo>
                    <a:pt x="162" y="2"/>
                  </a:lnTo>
                  <a:lnTo>
                    <a:pt x="160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5" y="14"/>
                  </a:lnTo>
                  <a:lnTo>
                    <a:pt x="7" y="14"/>
                  </a:lnTo>
                  <a:lnTo>
                    <a:pt x="15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g25b31dfce90_0_3"/>
            <p:cNvSpPr/>
            <p:nvPr/>
          </p:nvSpPr>
          <p:spPr>
            <a:xfrm>
              <a:off x="1678" y="1306"/>
              <a:ext cx="15" cy="215"/>
            </a:xfrm>
            <a:custGeom>
              <a:avLst/>
              <a:gdLst/>
              <a:ahLst/>
              <a:cxnLst/>
              <a:rect l="l" t="t" r="r" b="b"/>
              <a:pathLst>
                <a:path w="15" h="215" extrusionOk="0">
                  <a:moveTo>
                    <a:pt x="15" y="7"/>
                  </a:moveTo>
                  <a:lnTo>
                    <a:pt x="15" y="5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210"/>
                  </a:lnTo>
                  <a:lnTo>
                    <a:pt x="2" y="213"/>
                  </a:lnTo>
                  <a:lnTo>
                    <a:pt x="5" y="215"/>
                  </a:lnTo>
                  <a:lnTo>
                    <a:pt x="10" y="215"/>
                  </a:lnTo>
                  <a:lnTo>
                    <a:pt x="12" y="213"/>
                  </a:lnTo>
                  <a:lnTo>
                    <a:pt x="15" y="210"/>
                  </a:lnTo>
                  <a:lnTo>
                    <a:pt x="15" y="208"/>
                  </a:lnTo>
                  <a:lnTo>
                    <a:pt x="15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7" name="Google Shape;487;g25b31dfce90_0_3"/>
            <p:cNvSpPr/>
            <p:nvPr/>
          </p:nvSpPr>
          <p:spPr>
            <a:xfrm>
              <a:off x="1913" y="1385"/>
              <a:ext cx="63" cy="64"/>
            </a:xfrm>
            <a:custGeom>
              <a:avLst/>
              <a:gdLst/>
              <a:ahLst/>
              <a:cxnLst/>
              <a:rect l="l" t="t" r="r" b="b"/>
              <a:pathLst>
                <a:path w="63" h="64" extrusionOk="0">
                  <a:moveTo>
                    <a:pt x="0" y="33"/>
                  </a:moveTo>
                  <a:lnTo>
                    <a:pt x="0" y="43"/>
                  </a:lnTo>
                  <a:lnTo>
                    <a:pt x="1" y="44"/>
                  </a:lnTo>
                  <a:lnTo>
                    <a:pt x="1" y="46"/>
                  </a:lnTo>
                  <a:lnTo>
                    <a:pt x="3" y="47"/>
                  </a:lnTo>
                  <a:lnTo>
                    <a:pt x="5" y="51"/>
                  </a:lnTo>
                  <a:lnTo>
                    <a:pt x="6" y="51"/>
                  </a:lnTo>
                  <a:lnTo>
                    <a:pt x="4" y="50"/>
                  </a:lnTo>
                  <a:lnTo>
                    <a:pt x="6" y="52"/>
                  </a:lnTo>
                  <a:lnTo>
                    <a:pt x="9" y="56"/>
                  </a:lnTo>
                  <a:lnTo>
                    <a:pt x="12" y="58"/>
                  </a:lnTo>
                  <a:lnTo>
                    <a:pt x="14" y="60"/>
                  </a:lnTo>
                  <a:lnTo>
                    <a:pt x="12" y="57"/>
                  </a:lnTo>
                  <a:lnTo>
                    <a:pt x="10" y="56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1" y="63"/>
                  </a:lnTo>
                  <a:lnTo>
                    <a:pt x="22" y="64"/>
                  </a:lnTo>
                  <a:lnTo>
                    <a:pt x="28" y="64"/>
                  </a:lnTo>
                  <a:lnTo>
                    <a:pt x="37" y="63"/>
                  </a:lnTo>
                  <a:lnTo>
                    <a:pt x="35" y="64"/>
                  </a:lnTo>
                  <a:lnTo>
                    <a:pt x="42" y="64"/>
                  </a:lnTo>
                  <a:lnTo>
                    <a:pt x="43" y="63"/>
                  </a:lnTo>
                  <a:lnTo>
                    <a:pt x="44" y="63"/>
                  </a:lnTo>
                  <a:lnTo>
                    <a:pt x="45" y="62"/>
                  </a:lnTo>
                  <a:lnTo>
                    <a:pt x="50" y="60"/>
                  </a:lnTo>
                  <a:lnTo>
                    <a:pt x="53" y="56"/>
                  </a:lnTo>
                  <a:lnTo>
                    <a:pt x="49" y="60"/>
                  </a:lnTo>
                  <a:lnTo>
                    <a:pt x="50" y="60"/>
                  </a:lnTo>
                  <a:lnTo>
                    <a:pt x="51" y="58"/>
                  </a:lnTo>
                  <a:lnTo>
                    <a:pt x="55" y="56"/>
                  </a:lnTo>
                  <a:lnTo>
                    <a:pt x="57" y="52"/>
                  </a:lnTo>
                  <a:lnTo>
                    <a:pt x="59" y="51"/>
                  </a:lnTo>
                  <a:lnTo>
                    <a:pt x="59" y="50"/>
                  </a:lnTo>
                  <a:lnTo>
                    <a:pt x="55" y="54"/>
                  </a:lnTo>
                  <a:lnTo>
                    <a:pt x="59" y="51"/>
                  </a:lnTo>
                  <a:lnTo>
                    <a:pt x="61" y="46"/>
                  </a:lnTo>
                  <a:lnTo>
                    <a:pt x="62" y="45"/>
                  </a:lnTo>
                  <a:lnTo>
                    <a:pt x="62" y="44"/>
                  </a:lnTo>
                  <a:lnTo>
                    <a:pt x="63" y="43"/>
                  </a:lnTo>
                  <a:lnTo>
                    <a:pt x="63" y="36"/>
                  </a:lnTo>
                  <a:lnTo>
                    <a:pt x="62" y="38"/>
                  </a:lnTo>
                  <a:lnTo>
                    <a:pt x="63" y="29"/>
                  </a:lnTo>
                  <a:lnTo>
                    <a:pt x="63" y="22"/>
                  </a:lnTo>
                  <a:lnTo>
                    <a:pt x="62" y="21"/>
                  </a:lnTo>
                  <a:lnTo>
                    <a:pt x="62" y="19"/>
                  </a:lnTo>
                  <a:lnTo>
                    <a:pt x="61" y="18"/>
                  </a:lnTo>
                  <a:lnTo>
                    <a:pt x="59" y="13"/>
                  </a:lnTo>
                  <a:lnTo>
                    <a:pt x="55" y="11"/>
                  </a:lnTo>
                  <a:lnTo>
                    <a:pt x="59" y="15"/>
                  </a:lnTo>
                  <a:lnTo>
                    <a:pt x="59" y="13"/>
                  </a:lnTo>
                  <a:lnTo>
                    <a:pt x="50" y="5"/>
                  </a:lnTo>
                  <a:lnTo>
                    <a:pt x="49" y="5"/>
                  </a:lnTo>
                  <a:lnTo>
                    <a:pt x="53" y="8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12" y="7"/>
                  </a:lnTo>
                  <a:lnTo>
                    <a:pt x="14" y="5"/>
                  </a:lnTo>
                  <a:lnTo>
                    <a:pt x="4" y="15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6" y="23"/>
                  </a:lnTo>
                  <a:lnTo>
                    <a:pt x="17" y="22"/>
                  </a:lnTo>
                  <a:lnTo>
                    <a:pt x="15" y="23"/>
                  </a:lnTo>
                  <a:lnTo>
                    <a:pt x="16" y="23"/>
                  </a:lnTo>
                  <a:lnTo>
                    <a:pt x="18" y="19"/>
                  </a:lnTo>
                  <a:lnTo>
                    <a:pt x="22" y="17"/>
                  </a:lnTo>
                  <a:lnTo>
                    <a:pt x="24" y="13"/>
                  </a:lnTo>
                  <a:lnTo>
                    <a:pt x="21" y="17"/>
                  </a:lnTo>
                  <a:lnTo>
                    <a:pt x="23" y="17"/>
                  </a:lnTo>
                  <a:lnTo>
                    <a:pt x="24" y="16"/>
                  </a:lnTo>
                  <a:lnTo>
                    <a:pt x="26" y="16"/>
                  </a:lnTo>
                  <a:lnTo>
                    <a:pt x="27" y="15"/>
                  </a:lnTo>
                  <a:lnTo>
                    <a:pt x="32" y="15"/>
                  </a:lnTo>
                  <a:lnTo>
                    <a:pt x="37" y="15"/>
                  </a:lnTo>
                  <a:lnTo>
                    <a:pt x="38" y="16"/>
                  </a:lnTo>
                  <a:lnTo>
                    <a:pt x="39" y="16"/>
                  </a:lnTo>
                  <a:lnTo>
                    <a:pt x="40" y="17"/>
                  </a:lnTo>
                  <a:lnTo>
                    <a:pt x="40" y="15"/>
                  </a:lnTo>
                  <a:lnTo>
                    <a:pt x="38" y="13"/>
                  </a:lnTo>
                  <a:lnTo>
                    <a:pt x="44" y="19"/>
                  </a:lnTo>
                  <a:lnTo>
                    <a:pt x="45" y="19"/>
                  </a:lnTo>
                  <a:lnTo>
                    <a:pt x="44" y="18"/>
                  </a:lnTo>
                  <a:lnTo>
                    <a:pt x="44" y="19"/>
                  </a:lnTo>
                  <a:lnTo>
                    <a:pt x="50" y="25"/>
                  </a:lnTo>
                  <a:lnTo>
                    <a:pt x="49" y="23"/>
                  </a:lnTo>
                  <a:lnTo>
                    <a:pt x="46" y="23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9" y="27"/>
                  </a:lnTo>
                  <a:lnTo>
                    <a:pt x="49" y="32"/>
                  </a:lnTo>
                  <a:lnTo>
                    <a:pt x="51" y="36"/>
                  </a:lnTo>
                  <a:lnTo>
                    <a:pt x="53" y="28"/>
                  </a:lnTo>
                  <a:lnTo>
                    <a:pt x="49" y="32"/>
                  </a:lnTo>
                  <a:lnTo>
                    <a:pt x="49" y="38"/>
                  </a:lnTo>
                  <a:lnTo>
                    <a:pt x="48" y="39"/>
                  </a:lnTo>
                  <a:lnTo>
                    <a:pt x="48" y="40"/>
                  </a:lnTo>
                  <a:lnTo>
                    <a:pt x="46" y="41"/>
                  </a:lnTo>
                  <a:lnTo>
                    <a:pt x="49" y="41"/>
                  </a:lnTo>
                  <a:lnTo>
                    <a:pt x="50" y="39"/>
                  </a:lnTo>
                  <a:lnTo>
                    <a:pt x="44" y="45"/>
                  </a:lnTo>
                  <a:lnTo>
                    <a:pt x="44" y="46"/>
                  </a:lnTo>
                  <a:lnTo>
                    <a:pt x="43" y="47"/>
                  </a:lnTo>
                  <a:lnTo>
                    <a:pt x="45" y="46"/>
                  </a:lnTo>
                  <a:lnTo>
                    <a:pt x="46" y="44"/>
                  </a:lnTo>
                  <a:lnTo>
                    <a:pt x="45" y="45"/>
                  </a:lnTo>
                  <a:lnTo>
                    <a:pt x="44" y="45"/>
                  </a:lnTo>
                  <a:lnTo>
                    <a:pt x="38" y="51"/>
                  </a:lnTo>
                  <a:lnTo>
                    <a:pt x="40" y="50"/>
                  </a:lnTo>
                  <a:lnTo>
                    <a:pt x="40" y="47"/>
                  </a:lnTo>
                  <a:lnTo>
                    <a:pt x="39" y="49"/>
                  </a:lnTo>
                  <a:lnTo>
                    <a:pt x="38" y="49"/>
                  </a:lnTo>
                  <a:lnTo>
                    <a:pt x="37" y="50"/>
                  </a:lnTo>
                  <a:lnTo>
                    <a:pt x="31" y="50"/>
                  </a:lnTo>
                  <a:lnTo>
                    <a:pt x="27" y="54"/>
                  </a:lnTo>
                  <a:lnTo>
                    <a:pt x="35" y="52"/>
                  </a:lnTo>
                  <a:lnTo>
                    <a:pt x="31" y="50"/>
                  </a:lnTo>
                  <a:lnTo>
                    <a:pt x="27" y="50"/>
                  </a:lnTo>
                  <a:lnTo>
                    <a:pt x="26" y="49"/>
                  </a:lnTo>
                  <a:lnTo>
                    <a:pt x="24" y="49"/>
                  </a:lnTo>
                  <a:lnTo>
                    <a:pt x="23" y="47"/>
                  </a:lnTo>
                  <a:lnTo>
                    <a:pt x="21" y="47"/>
                  </a:lnTo>
                  <a:lnTo>
                    <a:pt x="24" y="51"/>
                  </a:lnTo>
                  <a:lnTo>
                    <a:pt x="22" y="47"/>
                  </a:lnTo>
                  <a:lnTo>
                    <a:pt x="18" y="45"/>
                  </a:lnTo>
                  <a:lnTo>
                    <a:pt x="17" y="44"/>
                  </a:lnTo>
                  <a:lnTo>
                    <a:pt x="18" y="46"/>
                  </a:lnTo>
                  <a:lnTo>
                    <a:pt x="21" y="47"/>
                  </a:lnTo>
                  <a:lnTo>
                    <a:pt x="18" y="45"/>
                  </a:lnTo>
                  <a:lnTo>
                    <a:pt x="16" y="41"/>
                  </a:lnTo>
                  <a:lnTo>
                    <a:pt x="15" y="41"/>
                  </a:lnTo>
                  <a:lnTo>
                    <a:pt x="17" y="43"/>
                  </a:lnTo>
                  <a:lnTo>
                    <a:pt x="16" y="41"/>
                  </a:lnTo>
                  <a:lnTo>
                    <a:pt x="16" y="39"/>
                  </a:lnTo>
                  <a:lnTo>
                    <a:pt x="15" y="38"/>
                  </a:lnTo>
                  <a:lnTo>
                    <a:pt x="15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8" name="Google Shape;488;g25b31dfce90_0_3"/>
            <p:cNvSpPr/>
            <p:nvPr/>
          </p:nvSpPr>
          <p:spPr>
            <a:xfrm>
              <a:off x="1816" y="1866"/>
              <a:ext cx="114" cy="215"/>
            </a:xfrm>
            <a:custGeom>
              <a:avLst/>
              <a:gdLst/>
              <a:ahLst/>
              <a:cxnLst/>
              <a:rect l="l" t="t" r="r" b="b"/>
              <a:pathLst>
                <a:path w="114" h="215" extrusionOk="0">
                  <a:moveTo>
                    <a:pt x="7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5" y="15"/>
                  </a:lnTo>
                  <a:lnTo>
                    <a:pt x="20" y="15"/>
                  </a:lnTo>
                  <a:lnTo>
                    <a:pt x="34" y="18"/>
                  </a:lnTo>
                  <a:lnTo>
                    <a:pt x="39" y="21"/>
                  </a:lnTo>
                  <a:lnTo>
                    <a:pt x="42" y="22"/>
                  </a:lnTo>
                  <a:lnTo>
                    <a:pt x="47" y="25"/>
                  </a:lnTo>
                  <a:lnTo>
                    <a:pt x="51" y="26"/>
                  </a:lnTo>
                  <a:lnTo>
                    <a:pt x="53" y="27"/>
                  </a:lnTo>
                  <a:lnTo>
                    <a:pt x="57" y="31"/>
                  </a:lnTo>
                  <a:lnTo>
                    <a:pt x="62" y="33"/>
                  </a:lnTo>
                  <a:lnTo>
                    <a:pt x="65" y="35"/>
                  </a:lnTo>
                  <a:lnTo>
                    <a:pt x="68" y="38"/>
                  </a:lnTo>
                  <a:lnTo>
                    <a:pt x="75" y="45"/>
                  </a:lnTo>
                  <a:lnTo>
                    <a:pt x="78" y="48"/>
                  </a:lnTo>
                  <a:lnTo>
                    <a:pt x="80" y="51"/>
                  </a:lnTo>
                  <a:lnTo>
                    <a:pt x="83" y="56"/>
                  </a:lnTo>
                  <a:lnTo>
                    <a:pt x="86" y="60"/>
                  </a:lnTo>
                  <a:lnTo>
                    <a:pt x="87" y="62"/>
                  </a:lnTo>
                  <a:lnTo>
                    <a:pt x="89" y="66"/>
                  </a:lnTo>
                  <a:lnTo>
                    <a:pt x="91" y="71"/>
                  </a:lnTo>
                  <a:lnTo>
                    <a:pt x="92" y="74"/>
                  </a:lnTo>
                  <a:lnTo>
                    <a:pt x="95" y="79"/>
                  </a:lnTo>
                  <a:lnTo>
                    <a:pt x="98" y="93"/>
                  </a:lnTo>
                  <a:lnTo>
                    <a:pt x="98" y="103"/>
                  </a:lnTo>
                  <a:lnTo>
                    <a:pt x="100" y="109"/>
                  </a:lnTo>
                  <a:lnTo>
                    <a:pt x="100" y="106"/>
                  </a:lnTo>
                  <a:lnTo>
                    <a:pt x="98" y="111"/>
                  </a:lnTo>
                  <a:lnTo>
                    <a:pt x="98" y="121"/>
                  </a:lnTo>
                  <a:lnTo>
                    <a:pt x="95" y="134"/>
                  </a:lnTo>
                  <a:lnTo>
                    <a:pt x="92" y="139"/>
                  </a:lnTo>
                  <a:lnTo>
                    <a:pt x="91" y="143"/>
                  </a:lnTo>
                  <a:lnTo>
                    <a:pt x="89" y="148"/>
                  </a:lnTo>
                  <a:lnTo>
                    <a:pt x="87" y="151"/>
                  </a:lnTo>
                  <a:lnTo>
                    <a:pt x="86" y="154"/>
                  </a:lnTo>
                  <a:lnTo>
                    <a:pt x="83" y="157"/>
                  </a:lnTo>
                  <a:lnTo>
                    <a:pt x="80" y="162"/>
                  </a:lnTo>
                  <a:lnTo>
                    <a:pt x="78" y="166"/>
                  </a:lnTo>
                  <a:lnTo>
                    <a:pt x="75" y="168"/>
                  </a:lnTo>
                  <a:lnTo>
                    <a:pt x="68" y="176"/>
                  </a:lnTo>
                  <a:lnTo>
                    <a:pt x="65" y="178"/>
                  </a:lnTo>
                  <a:lnTo>
                    <a:pt x="62" y="180"/>
                  </a:lnTo>
                  <a:lnTo>
                    <a:pt x="57" y="183"/>
                  </a:lnTo>
                  <a:lnTo>
                    <a:pt x="53" y="187"/>
                  </a:lnTo>
                  <a:lnTo>
                    <a:pt x="51" y="188"/>
                  </a:lnTo>
                  <a:lnTo>
                    <a:pt x="47" y="189"/>
                  </a:lnTo>
                  <a:lnTo>
                    <a:pt x="42" y="191"/>
                  </a:lnTo>
                  <a:lnTo>
                    <a:pt x="39" y="193"/>
                  </a:lnTo>
                  <a:lnTo>
                    <a:pt x="34" y="195"/>
                  </a:lnTo>
                  <a:lnTo>
                    <a:pt x="20" y="199"/>
                  </a:lnTo>
                  <a:lnTo>
                    <a:pt x="11" y="199"/>
                  </a:lnTo>
                  <a:lnTo>
                    <a:pt x="6" y="200"/>
                  </a:lnTo>
                  <a:lnTo>
                    <a:pt x="7" y="200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10"/>
                  </a:lnTo>
                  <a:lnTo>
                    <a:pt x="2" y="212"/>
                  </a:lnTo>
                  <a:lnTo>
                    <a:pt x="5" y="215"/>
                  </a:lnTo>
                  <a:lnTo>
                    <a:pt x="7" y="215"/>
                  </a:lnTo>
                  <a:lnTo>
                    <a:pt x="8" y="215"/>
                  </a:lnTo>
                  <a:lnTo>
                    <a:pt x="13" y="213"/>
                  </a:lnTo>
                  <a:lnTo>
                    <a:pt x="23" y="213"/>
                  </a:lnTo>
                  <a:lnTo>
                    <a:pt x="39" y="210"/>
                  </a:lnTo>
                  <a:lnTo>
                    <a:pt x="44" y="207"/>
                  </a:lnTo>
                  <a:lnTo>
                    <a:pt x="47" y="206"/>
                  </a:lnTo>
                  <a:lnTo>
                    <a:pt x="52" y="204"/>
                  </a:lnTo>
                  <a:lnTo>
                    <a:pt x="56" y="202"/>
                  </a:lnTo>
                  <a:lnTo>
                    <a:pt x="63" y="199"/>
                  </a:lnTo>
                  <a:lnTo>
                    <a:pt x="67" y="195"/>
                  </a:lnTo>
                  <a:lnTo>
                    <a:pt x="69" y="193"/>
                  </a:lnTo>
                  <a:lnTo>
                    <a:pt x="75" y="190"/>
                  </a:lnTo>
                  <a:lnTo>
                    <a:pt x="80" y="185"/>
                  </a:lnTo>
                  <a:lnTo>
                    <a:pt x="81" y="182"/>
                  </a:lnTo>
                  <a:lnTo>
                    <a:pt x="85" y="180"/>
                  </a:lnTo>
                  <a:lnTo>
                    <a:pt x="90" y="176"/>
                  </a:lnTo>
                  <a:lnTo>
                    <a:pt x="92" y="170"/>
                  </a:lnTo>
                  <a:lnTo>
                    <a:pt x="95" y="167"/>
                  </a:lnTo>
                  <a:lnTo>
                    <a:pt x="98" y="163"/>
                  </a:lnTo>
                  <a:lnTo>
                    <a:pt x="102" y="156"/>
                  </a:lnTo>
                  <a:lnTo>
                    <a:pt x="103" y="152"/>
                  </a:lnTo>
                  <a:lnTo>
                    <a:pt x="106" y="148"/>
                  </a:lnTo>
                  <a:lnTo>
                    <a:pt x="107" y="144"/>
                  </a:lnTo>
                  <a:lnTo>
                    <a:pt x="109" y="139"/>
                  </a:lnTo>
                  <a:lnTo>
                    <a:pt x="113" y="123"/>
                  </a:lnTo>
                  <a:lnTo>
                    <a:pt x="113" y="113"/>
                  </a:lnTo>
                  <a:lnTo>
                    <a:pt x="114" y="109"/>
                  </a:lnTo>
                  <a:lnTo>
                    <a:pt x="114" y="106"/>
                  </a:lnTo>
                  <a:lnTo>
                    <a:pt x="113" y="100"/>
                  </a:lnTo>
                  <a:lnTo>
                    <a:pt x="113" y="90"/>
                  </a:lnTo>
                  <a:lnTo>
                    <a:pt x="109" y="74"/>
                  </a:lnTo>
                  <a:lnTo>
                    <a:pt x="107" y="70"/>
                  </a:lnTo>
                  <a:lnTo>
                    <a:pt x="106" y="66"/>
                  </a:lnTo>
                  <a:lnTo>
                    <a:pt x="103" y="61"/>
                  </a:lnTo>
                  <a:lnTo>
                    <a:pt x="102" y="57"/>
                  </a:lnTo>
                  <a:lnTo>
                    <a:pt x="98" y="50"/>
                  </a:lnTo>
                  <a:lnTo>
                    <a:pt x="95" y="46"/>
                  </a:lnTo>
                  <a:lnTo>
                    <a:pt x="92" y="44"/>
                  </a:lnTo>
                  <a:lnTo>
                    <a:pt x="90" y="38"/>
                  </a:lnTo>
                  <a:lnTo>
                    <a:pt x="85" y="33"/>
                  </a:lnTo>
                  <a:lnTo>
                    <a:pt x="81" y="32"/>
                  </a:lnTo>
                  <a:lnTo>
                    <a:pt x="80" y="28"/>
                  </a:lnTo>
                  <a:lnTo>
                    <a:pt x="75" y="23"/>
                  </a:lnTo>
                  <a:lnTo>
                    <a:pt x="69" y="21"/>
                  </a:lnTo>
                  <a:lnTo>
                    <a:pt x="67" y="18"/>
                  </a:lnTo>
                  <a:lnTo>
                    <a:pt x="63" y="15"/>
                  </a:lnTo>
                  <a:lnTo>
                    <a:pt x="56" y="11"/>
                  </a:lnTo>
                  <a:lnTo>
                    <a:pt x="52" y="10"/>
                  </a:lnTo>
                  <a:lnTo>
                    <a:pt x="47" y="7"/>
                  </a:lnTo>
                  <a:lnTo>
                    <a:pt x="44" y="6"/>
                  </a:lnTo>
                  <a:lnTo>
                    <a:pt x="39" y="4"/>
                  </a:lnTo>
                  <a:lnTo>
                    <a:pt x="23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9" name="Google Shape;489;g25b31dfce90_0_3"/>
            <p:cNvSpPr/>
            <p:nvPr/>
          </p:nvSpPr>
          <p:spPr>
            <a:xfrm>
              <a:off x="1678" y="1866"/>
              <a:ext cx="164" cy="15"/>
            </a:xfrm>
            <a:custGeom>
              <a:avLst/>
              <a:gdLst/>
              <a:ahLst/>
              <a:cxnLst/>
              <a:rect l="l" t="t" r="r" b="b"/>
              <a:pathLst>
                <a:path w="164" h="15" extrusionOk="0">
                  <a:moveTo>
                    <a:pt x="157" y="15"/>
                  </a:moveTo>
                  <a:lnTo>
                    <a:pt x="160" y="15"/>
                  </a:lnTo>
                  <a:lnTo>
                    <a:pt x="162" y="12"/>
                  </a:lnTo>
                  <a:lnTo>
                    <a:pt x="164" y="10"/>
                  </a:lnTo>
                  <a:lnTo>
                    <a:pt x="164" y="5"/>
                  </a:lnTo>
                  <a:lnTo>
                    <a:pt x="162" y="3"/>
                  </a:lnTo>
                  <a:lnTo>
                    <a:pt x="16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15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0" name="Google Shape;490;g25b31dfce90_0_3"/>
            <p:cNvSpPr/>
            <p:nvPr/>
          </p:nvSpPr>
          <p:spPr>
            <a:xfrm>
              <a:off x="1678" y="2066"/>
              <a:ext cx="164" cy="15"/>
            </a:xfrm>
            <a:custGeom>
              <a:avLst/>
              <a:gdLst/>
              <a:ahLst/>
              <a:cxnLst/>
              <a:rect l="l" t="t" r="r" b="b"/>
              <a:pathLst>
                <a:path w="164" h="15" extrusionOk="0">
                  <a:moveTo>
                    <a:pt x="157" y="15"/>
                  </a:moveTo>
                  <a:lnTo>
                    <a:pt x="160" y="15"/>
                  </a:lnTo>
                  <a:lnTo>
                    <a:pt x="162" y="12"/>
                  </a:lnTo>
                  <a:lnTo>
                    <a:pt x="164" y="10"/>
                  </a:lnTo>
                  <a:lnTo>
                    <a:pt x="164" y="5"/>
                  </a:lnTo>
                  <a:lnTo>
                    <a:pt x="162" y="2"/>
                  </a:lnTo>
                  <a:lnTo>
                    <a:pt x="160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15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g25b31dfce90_0_3"/>
            <p:cNvSpPr/>
            <p:nvPr/>
          </p:nvSpPr>
          <p:spPr>
            <a:xfrm>
              <a:off x="1678" y="1866"/>
              <a:ext cx="15" cy="215"/>
            </a:xfrm>
            <a:custGeom>
              <a:avLst/>
              <a:gdLst/>
              <a:ahLst/>
              <a:cxnLst/>
              <a:rect l="l" t="t" r="r" b="b"/>
              <a:pathLst>
                <a:path w="15" h="215" extrusionOk="0">
                  <a:moveTo>
                    <a:pt x="15" y="7"/>
                  </a:moveTo>
                  <a:lnTo>
                    <a:pt x="15" y="5"/>
                  </a:lnTo>
                  <a:lnTo>
                    <a:pt x="12" y="3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210"/>
                  </a:lnTo>
                  <a:lnTo>
                    <a:pt x="2" y="212"/>
                  </a:lnTo>
                  <a:lnTo>
                    <a:pt x="5" y="215"/>
                  </a:lnTo>
                  <a:lnTo>
                    <a:pt x="10" y="215"/>
                  </a:lnTo>
                  <a:lnTo>
                    <a:pt x="12" y="212"/>
                  </a:lnTo>
                  <a:lnTo>
                    <a:pt x="15" y="210"/>
                  </a:lnTo>
                  <a:lnTo>
                    <a:pt x="15" y="207"/>
                  </a:lnTo>
                  <a:lnTo>
                    <a:pt x="15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2" name="Google Shape;492;g25b31dfce90_0_3"/>
            <p:cNvSpPr/>
            <p:nvPr/>
          </p:nvSpPr>
          <p:spPr>
            <a:xfrm>
              <a:off x="1913" y="1945"/>
              <a:ext cx="63" cy="64"/>
            </a:xfrm>
            <a:custGeom>
              <a:avLst/>
              <a:gdLst/>
              <a:ahLst/>
              <a:cxnLst/>
              <a:rect l="l" t="t" r="r" b="b"/>
              <a:pathLst>
                <a:path w="63" h="64" extrusionOk="0">
                  <a:moveTo>
                    <a:pt x="0" y="32"/>
                  </a:moveTo>
                  <a:lnTo>
                    <a:pt x="0" y="42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3" y="47"/>
                  </a:lnTo>
                  <a:lnTo>
                    <a:pt x="5" y="50"/>
                  </a:lnTo>
                  <a:lnTo>
                    <a:pt x="6" y="50"/>
                  </a:lnTo>
                  <a:lnTo>
                    <a:pt x="4" y="49"/>
                  </a:lnTo>
                  <a:lnTo>
                    <a:pt x="6" y="52"/>
                  </a:lnTo>
                  <a:lnTo>
                    <a:pt x="9" y="55"/>
                  </a:lnTo>
                  <a:lnTo>
                    <a:pt x="12" y="58"/>
                  </a:lnTo>
                  <a:lnTo>
                    <a:pt x="14" y="59"/>
                  </a:lnTo>
                  <a:lnTo>
                    <a:pt x="12" y="56"/>
                  </a:lnTo>
                  <a:lnTo>
                    <a:pt x="10" y="55"/>
                  </a:lnTo>
                  <a:lnTo>
                    <a:pt x="16" y="61"/>
                  </a:lnTo>
                  <a:lnTo>
                    <a:pt x="18" y="61"/>
                  </a:lnTo>
                  <a:lnTo>
                    <a:pt x="20" y="62"/>
                  </a:lnTo>
                  <a:lnTo>
                    <a:pt x="21" y="62"/>
                  </a:lnTo>
                  <a:lnTo>
                    <a:pt x="22" y="64"/>
                  </a:lnTo>
                  <a:lnTo>
                    <a:pt x="28" y="64"/>
                  </a:lnTo>
                  <a:lnTo>
                    <a:pt x="37" y="62"/>
                  </a:lnTo>
                  <a:lnTo>
                    <a:pt x="35" y="64"/>
                  </a:lnTo>
                  <a:lnTo>
                    <a:pt x="42" y="64"/>
                  </a:lnTo>
                  <a:lnTo>
                    <a:pt x="43" y="62"/>
                  </a:lnTo>
                  <a:lnTo>
                    <a:pt x="44" y="62"/>
                  </a:lnTo>
                  <a:lnTo>
                    <a:pt x="45" y="61"/>
                  </a:lnTo>
                  <a:lnTo>
                    <a:pt x="50" y="59"/>
                  </a:lnTo>
                  <a:lnTo>
                    <a:pt x="53" y="55"/>
                  </a:lnTo>
                  <a:lnTo>
                    <a:pt x="49" y="59"/>
                  </a:lnTo>
                  <a:lnTo>
                    <a:pt x="50" y="59"/>
                  </a:lnTo>
                  <a:lnTo>
                    <a:pt x="51" y="58"/>
                  </a:lnTo>
                  <a:lnTo>
                    <a:pt x="55" y="55"/>
                  </a:lnTo>
                  <a:lnTo>
                    <a:pt x="57" y="52"/>
                  </a:lnTo>
                  <a:lnTo>
                    <a:pt x="59" y="50"/>
                  </a:lnTo>
                  <a:lnTo>
                    <a:pt x="59" y="49"/>
                  </a:lnTo>
                  <a:lnTo>
                    <a:pt x="55" y="53"/>
                  </a:lnTo>
                  <a:lnTo>
                    <a:pt x="59" y="50"/>
                  </a:lnTo>
                  <a:lnTo>
                    <a:pt x="61" y="45"/>
                  </a:lnTo>
                  <a:lnTo>
                    <a:pt x="62" y="44"/>
                  </a:lnTo>
                  <a:lnTo>
                    <a:pt x="62" y="43"/>
                  </a:lnTo>
                  <a:lnTo>
                    <a:pt x="63" y="42"/>
                  </a:lnTo>
                  <a:lnTo>
                    <a:pt x="63" y="36"/>
                  </a:lnTo>
                  <a:lnTo>
                    <a:pt x="62" y="37"/>
                  </a:lnTo>
                  <a:lnTo>
                    <a:pt x="63" y="28"/>
                  </a:lnTo>
                  <a:lnTo>
                    <a:pt x="63" y="22"/>
                  </a:lnTo>
                  <a:lnTo>
                    <a:pt x="62" y="21"/>
                  </a:lnTo>
                  <a:lnTo>
                    <a:pt x="62" y="20"/>
                  </a:lnTo>
                  <a:lnTo>
                    <a:pt x="61" y="19"/>
                  </a:lnTo>
                  <a:lnTo>
                    <a:pt x="61" y="16"/>
                  </a:lnTo>
                  <a:lnTo>
                    <a:pt x="55" y="10"/>
                  </a:lnTo>
                  <a:lnTo>
                    <a:pt x="56" y="13"/>
                  </a:lnTo>
                  <a:lnTo>
                    <a:pt x="59" y="14"/>
                  </a:lnTo>
                  <a:lnTo>
                    <a:pt x="57" y="13"/>
                  </a:lnTo>
                  <a:lnTo>
                    <a:pt x="55" y="9"/>
                  </a:lnTo>
                  <a:lnTo>
                    <a:pt x="51" y="6"/>
                  </a:lnTo>
                  <a:lnTo>
                    <a:pt x="49" y="4"/>
                  </a:lnTo>
                  <a:lnTo>
                    <a:pt x="50" y="6"/>
                  </a:lnTo>
                  <a:lnTo>
                    <a:pt x="50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22" y="0"/>
                  </a:lnTo>
                  <a:lnTo>
                    <a:pt x="21" y="2"/>
                  </a:lnTo>
                  <a:lnTo>
                    <a:pt x="18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2" y="6"/>
                  </a:lnTo>
                  <a:lnTo>
                    <a:pt x="9" y="9"/>
                  </a:lnTo>
                  <a:lnTo>
                    <a:pt x="6" y="13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32"/>
                  </a:lnTo>
                  <a:lnTo>
                    <a:pt x="15" y="32"/>
                  </a:lnTo>
                  <a:lnTo>
                    <a:pt x="15" y="27"/>
                  </a:lnTo>
                  <a:lnTo>
                    <a:pt x="16" y="26"/>
                  </a:lnTo>
                  <a:lnTo>
                    <a:pt x="16" y="24"/>
                  </a:lnTo>
                  <a:lnTo>
                    <a:pt x="17" y="22"/>
                  </a:lnTo>
                  <a:lnTo>
                    <a:pt x="17" y="21"/>
                  </a:lnTo>
                  <a:lnTo>
                    <a:pt x="21" y="17"/>
                  </a:lnTo>
                  <a:lnTo>
                    <a:pt x="18" y="19"/>
                  </a:lnTo>
                  <a:lnTo>
                    <a:pt x="17" y="21"/>
                  </a:lnTo>
                  <a:lnTo>
                    <a:pt x="21" y="17"/>
                  </a:lnTo>
                  <a:lnTo>
                    <a:pt x="22" y="17"/>
                  </a:lnTo>
                  <a:lnTo>
                    <a:pt x="23" y="16"/>
                  </a:lnTo>
                  <a:lnTo>
                    <a:pt x="26" y="16"/>
                  </a:lnTo>
                  <a:lnTo>
                    <a:pt x="27" y="15"/>
                  </a:lnTo>
                  <a:lnTo>
                    <a:pt x="32" y="15"/>
                  </a:lnTo>
                  <a:lnTo>
                    <a:pt x="37" y="15"/>
                  </a:lnTo>
                  <a:lnTo>
                    <a:pt x="38" y="16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0" y="15"/>
                  </a:lnTo>
                  <a:lnTo>
                    <a:pt x="40" y="16"/>
                  </a:lnTo>
                  <a:lnTo>
                    <a:pt x="44" y="19"/>
                  </a:lnTo>
                  <a:lnTo>
                    <a:pt x="46" y="21"/>
                  </a:lnTo>
                  <a:lnTo>
                    <a:pt x="45" y="19"/>
                  </a:lnTo>
                  <a:lnTo>
                    <a:pt x="43" y="17"/>
                  </a:lnTo>
                  <a:lnTo>
                    <a:pt x="44" y="19"/>
                  </a:lnTo>
                  <a:lnTo>
                    <a:pt x="46" y="22"/>
                  </a:lnTo>
                  <a:lnTo>
                    <a:pt x="50" y="25"/>
                  </a:lnTo>
                  <a:lnTo>
                    <a:pt x="46" y="21"/>
                  </a:lnTo>
                  <a:lnTo>
                    <a:pt x="46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9" y="27"/>
                  </a:lnTo>
                  <a:lnTo>
                    <a:pt x="49" y="31"/>
                  </a:lnTo>
                  <a:lnTo>
                    <a:pt x="51" y="36"/>
                  </a:lnTo>
                  <a:lnTo>
                    <a:pt x="53" y="27"/>
                  </a:lnTo>
                  <a:lnTo>
                    <a:pt x="49" y="31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8" y="39"/>
                  </a:lnTo>
                  <a:lnTo>
                    <a:pt x="46" y="41"/>
                  </a:lnTo>
                  <a:lnTo>
                    <a:pt x="49" y="41"/>
                  </a:lnTo>
                  <a:lnTo>
                    <a:pt x="50" y="38"/>
                  </a:lnTo>
                  <a:lnTo>
                    <a:pt x="44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5" y="45"/>
                  </a:lnTo>
                  <a:lnTo>
                    <a:pt x="46" y="43"/>
                  </a:lnTo>
                  <a:lnTo>
                    <a:pt x="45" y="44"/>
                  </a:lnTo>
                  <a:lnTo>
                    <a:pt x="44" y="44"/>
                  </a:lnTo>
                  <a:lnTo>
                    <a:pt x="38" y="50"/>
                  </a:lnTo>
                  <a:lnTo>
                    <a:pt x="40" y="49"/>
                  </a:lnTo>
                  <a:lnTo>
                    <a:pt x="40" y="47"/>
                  </a:lnTo>
                  <a:lnTo>
                    <a:pt x="39" y="48"/>
                  </a:lnTo>
                  <a:lnTo>
                    <a:pt x="38" y="48"/>
                  </a:lnTo>
                  <a:lnTo>
                    <a:pt x="37" y="49"/>
                  </a:lnTo>
                  <a:lnTo>
                    <a:pt x="31" y="49"/>
                  </a:lnTo>
                  <a:lnTo>
                    <a:pt x="27" y="53"/>
                  </a:lnTo>
                  <a:lnTo>
                    <a:pt x="35" y="52"/>
                  </a:lnTo>
                  <a:lnTo>
                    <a:pt x="31" y="49"/>
                  </a:lnTo>
                  <a:lnTo>
                    <a:pt x="27" y="49"/>
                  </a:lnTo>
                  <a:lnTo>
                    <a:pt x="26" y="48"/>
                  </a:lnTo>
                  <a:lnTo>
                    <a:pt x="24" y="48"/>
                  </a:lnTo>
                  <a:lnTo>
                    <a:pt x="23" y="47"/>
                  </a:lnTo>
                  <a:lnTo>
                    <a:pt x="21" y="47"/>
                  </a:lnTo>
                  <a:lnTo>
                    <a:pt x="24" y="50"/>
                  </a:lnTo>
                  <a:lnTo>
                    <a:pt x="22" y="47"/>
                  </a:lnTo>
                  <a:lnTo>
                    <a:pt x="18" y="44"/>
                  </a:lnTo>
                  <a:lnTo>
                    <a:pt x="17" y="43"/>
                  </a:lnTo>
                  <a:lnTo>
                    <a:pt x="18" y="45"/>
                  </a:lnTo>
                  <a:lnTo>
                    <a:pt x="21" y="47"/>
                  </a:lnTo>
                  <a:lnTo>
                    <a:pt x="18" y="44"/>
                  </a:lnTo>
                  <a:lnTo>
                    <a:pt x="16" y="41"/>
                  </a:lnTo>
                  <a:lnTo>
                    <a:pt x="15" y="41"/>
                  </a:lnTo>
                  <a:lnTo>
                    <a:pt x="17" y="42"/>
                  </a:lnTo>
                  <a:lnTo>
                    <a:pt x="16" y="41"/>
                  </a:lnTo>
                  <a:lnTo>
                    <a:pt x="16" y="38"/>
                  </a:lnTo>
                  <a:lnTo>
                    <a:pt x="15" y="37"/>
                  </a:lnTo>
                  <a:lnTo>
                    <a:pt x="15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g25b31dfce90_0_3"/>
            <p:cNvSpPr/>
            <p:nvPr/>
          </p:nvSpPr>
          <p:spPr>
            <a:xfrm>
              <a:off x="1968" y="1401"/>
              <a:ext cx="380" cy="14"/>
            </a:xfrm>
            <a:custGeom>
              <a:avLst/>
              <a:gdLst/>
              <a:ahLst/>
              <a:cxnLst/>
              <a:rect l="l" t="t" r="r" b="b"/>
              <a:pathLst>
                <a:path w="380" h="14" extrusionOk="0">
                  <a:moveTo>
                    <a:pt x="7" y="0"/>
                  </a:move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5" y="14"/>
                  </a:lnTo>
                  <a:lnTo>
                    <a:pt x="375" y="14"/>
                  </a:lnTo>
                  <a:lnTo>
                    <a:pt x="378" y="12"/>
                  </a:lnTo>
                  <a:lnTo>
                    <a:pt x="380" y="9"/>
                  </a:lnTo>
                  <a:lnTo>
                    <a:pt x="380" y="5"/>
                  </a:lnTo>
                  <a:lnTo>
                    <a:pt x="378" y="2"/>
                  </a:lnTo>
                  <a:lnTo>
                    <a:pt x="375" y="0"/>
                  </a:lnTo>
                  <a:lnTo>
                    <a:pt x="373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g25b31dfce90_0_3"/>
            <p:cNvSpPr/>
            <p:nvPr/>
          </p:nvSpPr>
          <p:spPr>
            <a:xfrm>
              <a:off x="1968" y="1972"/>
              <a:ext cx="425" cy="15"/>
            </a:xfrm>
            <a:custGeom>
              <a:avLst/>
              <a:gdLst/>
              <a:ahLst/>
              <a:cxnLst/>
              <a:rect l="l" t="t" r="r" b="b"/>
              <a:pathLst>
                <a:path w="425" h="15" extrusionOk="0">
                  <a:moveTo>
                    <a:pt x="7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5" y="15"/>
                  </a:lnTo>
                  <a:lnTo>
                    <a:pt x="420" y="15"/>
                  </a:lnTo>
                  <a:lnTo>
                    <a:pt x="423" y="12"/>
                  </a:lnTo>
                  <a:lnTo>
                    <a:pt x="425" y="10"/>
                  </a:lnTo>
                  <a:lnTo>
                    <a:pt x="425" y="5"/>
                  </a:lnTo>
                  <a:lnTo>
                    <a:pt x="423" y="3"/>
                  </a:lnTo>
                  <a:lnTo>
                    <a:pt x="420" y="0"/>
                  </a:lnTo>
                  <a:lnTo>
                    <a:pt x="418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5" name="Google Shape;495;g25b31dfce90_0_3"/>
            <p:cNvSpPr/>
            <p:nvPr/>
          </p:nvSpPr>
          <p:spPr>
            <a:xfrm>
              <a:off x="1373" y="1333"/>
              <a:ext cx="312" cy="14"/>
            </a:xfrm>
            <a:custGeom>
              <a:avLst/>
              <a:gdLst/>
              <a:ahLst/>
              <a:cxnLst/>
              <a:rect l="l" t="t" r="r" b="b"/>
              <a:pathLst>
                <a:path w="312" h="14" extrusionOk="0">
                  <a:moveTo>
                    <a:pt x="305" y="14"/>
                  </a:moveTo>
                  <a:lnTo>
                    <a:pt x="307" y="14"/>
                  </a:lnTo>
                  <a:lnTo>
                    <a:pt x="310" y="12"/>
                  </a:lnTo>
                  <a:lnTo>
                    <a:pt x="312" y="9"/>
                  </a:lnTo>
                  <a:lnTo>
                    <a:pt x="312" y="4"/>
                  </a:lnTo>
                  <a:lnTo>
                    <a:pt x="310" y="2"/>
                  </a:lnTo>
                  <a:lnTo>
                    <a:pt x="307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12"/>
                  </a:lnTo>
                  <a:lnTo>
                    <a:pt x="5" y="14"/>
                  </a:lnTo>
                  <a:lnTo>
                    <a:pt x="8" y="14"/>
                  </a:lnTo>
                  <a:lnTo>
                    <a:pt x="305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6" name="Google Shape;496;g25b31dfce90_0_3"/>
            <p:cNvSpPr/>
            <p:nvPr/>
          </p:nvSpPr>
          <p:spPr>
            <a:xfrm>
              <a:off x="1373" y="2040"/>
              <a:ext cx="312" cy="15"/>
            </a:xfrm>
            <a:custGeom>
              <a:avLst/>
              <a:gdLst/>
              <a:ahLst/>
              <a:cxnLst/>
              <a:rect l="l" t="t" r="r" b="b"/>
              <a:pathLst>
                <a:path w="312" h="15" extrusionOk="0">
                  <a:moveTo>
                    <a:pt x="305" y="15"/>
                  </a:moveTo>
                  <a:lnTo>
                    <a:pt x="307" y="15"/>
                  </a:lnTo>
                  <a:lnTo>
                    <a:pt x="310" y="13"/>
                  </a:lnTo>
                  <a:lnTo>
                    <a:pt x="312" y="10"/>
                  </a:lnTo>
                  <a:lnTo>
                    <a:pt x="312" y="5"/>
                  </a:lnTo>
                  <a:lnTo>
                    <a:pt x="310" y="3"/>
                  </a:lnTo>
                  <a:lnTo>
                    <a:pt x="307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3"/>
                  </a:lnTo>
                  <a:lnTo>
                    <a:pt x="5" y="15"/>
                  </a:lnTo>
                  <a:lnTo>
                    <a:pt x="8" y="15"/>
                  </a:lnTo>
                  <a:lnTo>
                    <a:pt x="305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g25b31dfce90_0_3"/>
            <p:cNvSpPr/>
            <p:nvPr/>
          </p:nvSpPr>
          <p:spPr>
            <a:xfrm>
              <a:off x="2036" y="1401"/>
              <a:ext cx="15" cy="175"/>
            </a:xfrm>
            <a:custGeom>
              <a:avLst/>
              <a:gdLst/>
              <a:ahLst/>
              <a:cxnLst/>
              <a:rect l="l" t="t" r="r" b="b"/>
              <a:pathLst>
                <a:path w="15" h="175" extrusionOk="0">
                  <a:moveTo>
                    <a:pt x="15" y="7"/>
                  </a:moveTo>
                  <a:lnTo>
                    <a:pt x="15" y="5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170"/>
                  </a:lnTo>
                  <a:lnTo>
                    <a:pt x="3" y="173"/>
                  </a:lnTo>
                  <a:lnTo>
                    <a:pt x="5" y="175"/>
                  </a:lnTo>
                  <a:lnTo>
                    <a:pt x="10" y="175"/>
                  </a:lnTo>
                  <a:lnTo>
                    <a:pt x="12" y="173"/>
                  </a:lnTo>
                  <a:lnTo>
                    <a:pt x="15" y="170"/>
                  </a:lnTo>
                  <a:lnTo>
                    <a:pt x="15" y="168"/>
                  </a:lnTo>
                  <a:lnTo>
                    <a:pt x="15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8" name="Google Shape;498;g25b31dfce90_0_3"/>
            <p:cNvSpPr/>
            <p:nvPr/>
          </p:nvSpPr>
          <p:spPr>
            <a:xfrm>
              <a:off x="2036" y="1789"/>
              <a:ext cx="15" cy="198"/>
            </a:xfrm>
            <a:custGeom>
              <a:avLst/>
              <a:gdLst/>
              <a:ahLst/>
              <a:cxnLst/>
              <a:rect l="l" t="t" r="r" b="b"/>
              <a:pathLst>
                <a:path w="15" h="198" extrusionOk="0">
                  <a:moveTo>
                    <a:pt x="0" y="190"/>
                  </a:moveTo>
                  <a:lnTo>
                    <a:pt x="0" y="193"/>
                  </a:lnTo>
                  <a:lnTo>
                    <a:pt x="3" y="195"/>
                  </a:lnTo>
                  <a:lnTo>
                    <a:pt x="5" y="198"/>
                  </a:lnTo>
                  <a:lnTo>
                    <a:pt x="10" y="198"/>
                  </a:lnTo>
                  <a:lnTo>
                    <a:pt x="12" y="195"/>
                  </a:lnTo>
                  <a:lnTo>
                    <a:pt x="15" y="193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1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9" name="Google Shape;499;g25b31dfce90_0_3"/>
            <p:cNvSpPr/>
            <p:nvPr/>
          </p:nvSpPr>
          <p:spPr>
            <a:xfrm>
              <a:off x="1556" y="1470"/>
              <a:ext cx="129" cy="15"/>
            </a:xfrm>
            <a:custGeom>
              <a:avLst/>
              <a:gdLst/>
              <a:ahLst/>
              <a:cxnLst/>
              <a:rect l="l" t="t" r="r" b="b"/>
              <a:pathLst>
                <a:path w="129" h="15" extrusionOk="0">
                  <a:moveTo>
                    <a:pt x="122" y="15"/>
                  </a:moveTo>
                  <a:lnTo>
                    <a:pt x="124" y="15"/>
                  </a:lnTo>
                  <a:lnTo>
                    <a:pt x="127" y="12"/>
                  </a:lnTo>
                  <a:lnTo>
                    <a:pt x="129" y="10"/>
                  </a:lnTo>
                  <a:lnTo>
                    <a:pt x="129" y="5"/>
                  </a:lnTo>
                  <a:lnTo>
                    <a:pt x="127" y="3"/>
                  </a:lnTo>
                  <a:lnTo>
                    <a:pt x="124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122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g25b31dfce90_0_3"/>
            <p:cNvSpPr/>
            <p:nvPr/>
          </p:nvSpPr>
          <p:spPr>
            <a:xfrm>
              <a:off x="1556" y="1470"/>
              <a:ext cx="15" cy="106"/>
            </a:xfrm>
            <a:custGeom>
              <a:avLst/>
              <a:gdLst/>
              <a:ahLst/>
              <a:cxnLst/>
              <a:rect l="l" t="t" r="r" b="b"/>
              <a:pathLst>
                <a:path w="15" h="106" extrusionOk="0">
                  <a:moveTo>
                    <a:pt x="15" y="8"/>
                  </a:moveTo>
                  <a:lnTo>
                    <a:pt x="15" y="5"/>
                  </a:lnTo>
                  <a:lnTo>
                    <a:pt x="12" y="3"/>
                  </a:lnTo>
                  <a:lnTo>
                    <a:pt x="1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01"/>
                  </a:lnTo>
                  <a:lnTo>
                    <a:pt x="3" y="104"/>
                  </a:lnTo>
                  <a:lnTo>
                    <a:pt x="5" y="106"/>
                  </a:lnTo>
                  <a:lnTo>
                    <a:pt x="10" y="106"/>
                  </a:lnTo>
                  <a:lnTo>
                    <a:pt x="12" y="104"/>
                  </a:lnTo>
                  <a:lnTo>
                    <a:pt x="15" y="101"/>
                  </a:lnTo>
                  <a:lnTo>
                    <a:pt x="15" y="99"/>
                  </a:lnTo>
                  <a:lnTo>
                    <a:pt x="15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g25b31dfce90_0_3"/>
            <p:cNvSpPr/>
            <p:nvPr/>
          </p:nvSpPr>
          <p:spPr>
            <a:xfrm>
              <a:off x="1556" y="1904"/>
              <a:ext cx="129" cy="15"/>
            </a:xfrm>
            <a:custGeom>
              <a:avLst/>
              <a:gdLst/>
              <a:ahLst/>
              <a:cxnLst/>
              <a:rect l="l" t="t" r="r" b="b"/>
              <a:pathLst>
                <a:path w="129" h="15" extrusionOk="0">
                  <a:moveTo>
                    <a:pt x="122" y="15"/>
                  </a:moveTo>
                  <a:lnTo>
                    <a:pt x="124" y="15"/>
                  </a:lnTo>
                  <a:lnTo>
                    <a:pt x="127" y="12"/>
                  </a:lnTo>
                  <a:lnTo>
                    <a:pt x="129" y="10"/>
                  </a:lnTo>
                  <a:lnTo>
                    <a:pt x="129" y="5"/>
                  </a:lnTo>
                  <a:lnTo>
                    <a:pt x="127" y="2"/>
                  </a:lnTo>
                  <a:lnTo>
                    <a:pt x="124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122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g25b31dfce90_0_3"/>
            <p:cNvSpPr/>
            <p:nvPr/>
          </p:nvSpPr>
          <p:spPr>
            <a:xfrm>
              <a:off x="1556" y="1813"/>
              <a:ext cx="15" cy="106"/>
            </a:xfrm>
            <a:custGeom>
              <a:avLst/>
              <a:gdLst/>
              <a:ahLst/>
              <a:cxnLst/>
              <a:rect l="l" t="t" r="r" b="b"/>
              <a:pathLst>
                <a:path w="15" h="106" extrusionOk="0">
                  <a:moveTo>
                    <a:pt x="0" y="98"/>
                  </a:moveTo>
                  <a:lnTo>
                    <a:pt x="0" y="101"/>
                  </a:lnTo>
                  <a:lnTo>
                    <a:pt x="3" y="103"/>
                  </a:lnTo>
                  <a:lnTo>
                    <a:pt x="5" y="106"/>
                  </a:lnTo>
                  <a:lnTo>
                    <a:pt x="10" y="106"/>
                  </a:lnTo>
                  <a:lnTo>
                    <a:pt x="12" y="103"/>
                  </a:lnTo>
                  <a:lnTo>
                    <a:pt x="15" y="101"/>
                  </a:lnTo>
                  <a:lnTo>
                    <a:pt x="15" y="4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g25b31dfce90_0_3"/>
            <p:cNvSpPr/>
            <p:nvPr/>
          </p:nvSpPr>
          <p:spPr>
            <a:xfrm>
              <a:off x="1556" y="1562"/>
              <a:ext cx="495" cy="265"/>
            </a:xfrm>
            <a:custGeom>
              <a:avLst/>
              <a:gdLst/>
              <a:ahLst/>
              <a:cxnLst/>
              <a:rect l="l" t="t" r="r" b="b"/>
              <a:pathLst>
                <a:path w="495" h="265" extrusionOk="0">
                  <a:moveTo>
                    <a:pt x="491" y="13"/>
                  </a:moveTo>
                  <a:lnTo>
                    <a:pt x="494" y="11"/>
                  </a:lnTo>
                  <a:lnTo>
                    <a:pt x="495" y="9"/>
                  </a:lnTo>
                  <a:lnTo>
                    <a:pt x="495" y="6"/>
                  </a:lnTo>
                  <a:lnTo>
                    <a:pt x="494" y="3"/>
                  </a:lnTo>
                  <a:lnTo>
                    <a:pt x="491" y="1"/>
                  </a:lnTo>
                  <a:lnTo>
                    <a:pt x="490" y="0"/>
                  </a:lnTo>
                  <a:lnTo>
                    <a:pt x="486" y="0"/>
                  </a:lnTo>
                  <a:lnTo>
                    <a:pt x="484" y="1"/>
                  </a:lnTo>
                  <a:lnTo>
                    <a:pt x="4" y="252"/>
                  </a:lnTo>
                  <a:lnTo>
                    <a:pt x="1" y="254"/>
                  </a:lnTo>
                  <a:lnTo>
                    <a:pt x="0" y="255"/>
                  </a:lnTo>
                  <a:lnTo>
                    <a:pt x="0" y="259"/>
                  </a:lnTo>
                  <a:lnTo>
                    <a:pt x="1" y="262"/>
                  </a:lnTo>
                  <a:lnTo>
                    <a:pt x="4" y="264"/>
                  </a:lnTo>
                  <a:lnTo>
                    <a:pt x="5" y="265"/>
                  </a:lnTo>
                  <a:lnTo>
                    <a:pt x="9" y="265"/>
                  </a:lnTo>
                  <a:lnTo>
                    <a:pt x="11" y="264"/>
                  </a:lnTo>
                  <a:lnTo>
                    <a:pt x="491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g25b31dfce90_0_3"/>
            <p:cNvSpPr/>
            <p:nvPr/>
          </p:nvSpPr>
          <p:spPr>
            <a:xfrm>
              <a:off x="1556" y="1562"/>
              <a:ext cx="495" cy="242"/>
            </a:xfrm>
            <a:custGeom>
              <a:avLst/>
              <a:gdLst/>
              <a:ahLst/>
              <a:cxnLst/>
              <a:rect l="l" t="t" r="r" b="b"/>
              <a:pathLst>
                <a:path w="495" h="242" extrusionOk="0">
                  <a:moveTo>
                    <a:pt x="11" y="1"/>
                  </a:moveTo>
                  <a:lnTo>
                    <a:pt x="9" y="0"/>
                  </a:lnTo>
                  <a:lnTo>
                    <a:pt x="5" y="0"/>
                  </a:lnTo>
                  <a:lnTo>
                    <a:pt x="4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1"/>
                  </a:lnTo>
                  <a:lnTo>
                    <a:pt x="3" y="13"/>
                  </a:lnTo>
                  <a:lnTo>
                    <a:pt x="4" y="13"/>
                  </a:lnTo>
                  <a:lnTo>
                    <a:pt x="484" y="241"/>
                  </a:lnTo>
                  <a:lnTo>
                    <a:pt x="486" y="242"/>
                  </a:lnTo>
                  <a:lnTo>
                    <a:pt x="490" y="242"/>
                  </a:lnTo>
                  <a:lnTo>
                    <a:pt x="491" y="241"/>
                  </a:lnTo>
                  <a:lnTo>
                    <a:pt x="494" y="240"/>
                  </a:lnTo>
                  <a:lnTo>
                    <a:pt x="494" y="238"/>
                  </a:lnTo>
                  <a:lnTo>
                    <a:pt x="495" y="236"/>
                  </a:lnTo>
                  <a:lnTo>
                    <a:pt x="495" y="232"/>
                  </a:lnTo>
                  <a:lnTo>
                    <a:pt x="494" y="231"/>
                  </a:lnTo>
                  <a:lnTo>
                    <a:pt x="492" y="229"/>
                  </a:lnTo>
                  <a:lnTo>
                    <a:pt x="491" y="229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5" name="Google Shape;505;g25b31dfce90_0_3"/>
            <p:cNvSpPr/>
            <p:nvPr/>
          </p:nvSpPr>
          <p:spPr>
            <a:xfrm>
              <a:off x="2020" y="1386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g25b31dfce90_0_3"/>
            <p:cNvSpPr/>
            <p:nvPr/>
          </p:nvSpPr>
          <p:spPr>
            <a:xfrm>
              <a:off x="2013" y="1379"/>
              <a:ext cx="60" cy="58"/>
            </a:xfrm>
            <a:custGeom>
              <a:avLst/>
              <a:gdLst/>
              <a:ahLst/>
              <a:cxnLst/>
              <a:rect l="l" t="t" r="r" b="b"/>
              <a:pathLst>
                <a:path w="60" h="58" extrusionOk="0">
                  <a:moveTo>
                    <a:pt x="0" y="29"/>
                  </a:moveTo>
                  <a:lnTo>
                    <a:pt x="0" y="38"/>
                  </a:lnTo>
                  <a:lnTo>
                    <a:pt x="1" y="39"/>
                  </a:lnTo>
                  <a:lnTo>
                    <a:pt x="4" y="44"/>
                  </a:lnTo>
                  <a:lnTo>
                    <a:pt x="5" y="44"/>
                  </a:lnTo>
                  <a:lnTo>
                    <a:pt x="2" y="42"/>
                  </a:lnTo>
                  <a:lnTo>
                    <a:pt x="4" y="44"/>
                  </a:lnTo>
                  <a:lnTo>
                    <a:pt x="6" y="47"/>
                  </a:lnTo>
                  <a:lnTo>
                    <a:pt x="10" y="50"/>
                  </a:lnTo>
                  <a:lnTo>
                    <a:pt x="6" y="46"/>
                  </a:lnTo>
                  <a:lnTo>
                    <a:pt x="9" y="50"/>
                  </a:lnTo>
                  <a:lnTo>
                    <a:pt x="12" y="52"/>
                  </a:lnTo>
                  <a:lnTo>
                    <a:pt x="9" y="49"/>
                  </a:lnTo>
                  <a:lnTo>
                    <a:pt x="11" y="52"/>
                  </a:lnTo>
                  <a:lnTo>
                    <a:pt x="15" y="55"/>
                  </a:lnTo>
                  <a:lnTo>
                    <a:pt x="16" y="56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20" y="57"/>
                  </a:lnTo>
                  <a:lnTo>
                    <a:pt x="21" y="58"/>
                  </a:lnTo>
                  <a:lnTo>
                    <a:pt x="27" y="58"/>
                  </a:lnTo>
                  <a:lnTo>
                    <a:pt x="26" y="57"/>
                  </a:lnTo>
                  <a:lnTo>
                    <a:pt x="38" y="52"/>
                  </a:lnTo>
                  <a:lnTo>
                    <a:pt x="35" y="56"/>
                  </a:lnTo>
                  <a:lnTo>
                    <a:pt x="39" y="58"/>
                  </a:lnTo>
                  <a:lnTo>
                    <a:pt x="40" y="57"/>
                  </a:lnTo>
                  <a:lnTo>
                    <a:pt x="45" y="55"/>
                  </a:lnTo>
                  <a:lnTo>
                    <a:pt x="45" y="53"/>
                  </a:lnTo>
                  <a:lnTo>
                    <a:pt x="44" y="56"/>
                  </a:lnTo>
                  <a:lnTo>
                    <a:pt x="45" y="55"/>
                  </a:lnTo>
                  <a:lnTo>
                    <a:pt x="49" y="52"/>
                  </a:lnTo>
                  <a:lnTo>
                    <a:pt x="51" y="49"/>
                  </a:lnTo>
                  <a:lnTo>
                    <a:pt x="48" y="52"/>
                  </a:lnTo>
                  <a:lnTo>
                    <a:pt x="51" y="50"/>
                  </a:lnTo>
                  <a:lnTo>
                    <a:pt x="54" y="46"/>
                  </a:lnTo>
                  <a:lnTo>
                    <a:pt x="50" y="50"/>
                  </a:lnTo>
                  <a:lnTo>
                    <a:pt x="54" y="47"/>
                  </a:lnTo>
                  <a:lnTo>
                    <a:pt x="56" y="44"/>
                  </a:lnTo>
                  <a:lnTo>
                    <a:pt x="57" y="42"/>
                  </a:lnTo>
                  <a:lnTo>
                    <a:pt x="55" y="44"/>
                  </a:lnTo>
                  <a:lnTo>
                    <a:pt x="56" y="44"/>
                  </a:lnTo>
                  <a:lnTo>
                    <a:pt x="59" y="39"/>
                  </a:lnTo>
                  <a:lnTo>
                    <a:pt x="60" y="38"/>
                  </a:lnTo>
                  <a:lnTo>
                    <a:pt x="57" y="34"/>
                  </a:lnTo>
                  <a:lnTo>
                    <a:pt x="54" y="36"/>
                  </a:lnTo>
                  <a:lnTo>
                    <a:pt x="59" y="24"/>
                  </a:lnTo>
                  <a:lnTo>
                    <a:pt x="60" y="25"/>
                  </a:lnTo>
                  <a:lnTo>
                    <a:pt x="60" y="19"/>
                  </a:lnTo>
                  <a:lnTo>
                    <a:pt x="59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7" y="14"/>
                  </a:lnTo>
                  <a:lnTo>
                    <a:pt x="48" y="5"/>
                  </a:lnTo>
                  <a:lnTo>
                    <a:pt x="49" y="7"/>
                  </a:lnTo>
                  <a:lnTo>
                    <a:pt x="49" y="6"/>
                  </a:lnTo>
                  <a:lnTo>
                    <a:pt x="45" y="3"/>
                  </a:lnTo>
                  <a:lnTo>
                    <a:pt x="44" y="2"/>
                  </a:lnTo>
                  <a:lnTo>
                    <a:pt x="45" y="5"/>
                  </a:lnTo>
                  <a:lnTo>
                    <a:pt x="45" y="3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6" y="2"/>
                  </a:lnTo>
                  <a:lnTo>
                    <a:pt x="15" y="3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2" y="5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5" y="29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21" y="17"/>
                  </a:lnTo>
                  <a:lnTo>
                    <a:pt x="21" y="16"/>
                  </a:lnTo>
                  <a:lnTo>
                    <a:pt x="20" y="18"/>
                  </a:lnTo>
                  <a:lnTo>
                    <a:pt x="21" y="17"/>
                  </a:lnTo>
                  <a:lnTo>
                    <a:pt x="24" y="14"/>
                  </a:lnTo>
                  <a:lnTo>
                    <a:pt x="24" y="13"/>
                  </a:lnTo>
                  <a:lnTo>
                    <a:pt x="24" y="16"/>
                  </a:lnTo>
                  <a:lnTo>
                    <a:pt x="26" y="14"/>
                  </a:lnTo>
                  <a:lnTo>
                    <a:pt x="30" y="14"/>
                  </a:lnTo>
                  <a:lnTo>
                    <a:pt x="34" y="14"/>
                  </a:lnTo>
                  <a:lnTo>
                    <a:pt x="35" y="16"/>
                  </a:lnTo>
                  <a:lnTo>
                    <a:pt x="35" y="13"/>
                  </a:lnTo>
                  <a:lnTo>
                    <a:pt x="35" y="14"/>
                  </a:lnTo>
                  <a:lnTo>
                    <a:pt x="39" y="17"/>
                  </a:lnTo>
                  <a:lnTo>
                    <a:pt x="40" y="18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3" y="19"/>
                  </a:lnTo>
                  <a:lnTo>
                    <a:pt x="43" y="21"/>
                  </a:lnTo>
                  <a:lnTo>
                    <a:pt x="44" y="22"/>
                  </a:lnTo>
                  <a:lnTo>
                    <a:pt x="44" y="23"/>
                  </a:lnTo>
                  <a:lnTo>
                    <a:pt x="45" y="24"/>
                  </a:lnTo>
                  <a:lnTo>
                    <a:pt x="45" y="30"/>
                  </a:lnTo>
                  <a:lnTo>
                    <a:pt x="49" y="34"/>
                  </a:lnTo>
                  <a:lnTo>
                    <a:pt x="54" y="22"/>
                  </a:lnTo>
                  <a:lnTo>
                    <a:pt x="48" y="24"/>
                  </a:lnTo>
                  <a:lnTo>
                    <a:pt x="45" y="33"/>
                  </a:lnTo>
                  <a:lnTo>
                    <a:pt x="44" y="34"/>
                  </a:lnTo>
                  <a:lnTo>
                    <a:pt x="46" y="34"/>
                  </a:lnTo>
                  <a:lnTo>
                    <a:pt x="45" y="34"/>
                  </a:lnTo>
                  <a:lnTo>
                    <a:pt x="43" y="38"/>
                  </a:lnTo>
                  <a:lnTo>
                    <a:pt x="41" y="39"/>
                  </a:lnTo>
                  <a:lnTo>
                    <a:pt x="44" y="38"/>
                  </a:lnTo>
                  <a:lnTo>
                    <a:pt x="45" y="35"/>
                  </a:lnTo>
                  <a:lnTo>
                    <a:pt x="39" y="41"/>
                  </a:lnTo>
                  <a:lnTo>
                    <a:pt x="41" y="40"/>
                  </a:lnTo>
                  <a:lnTo>
                    <a:pt x="43" y="38"/>
                  </a:lnTo>
                  <a:lnTo>
                    <a:pt x="37" y="44"/>
                  </a:lnTo>
                  <a:lnTo>
                    <a:pt x="39" y="42"/>
                  </a:lnTo>
                  <a:lnTo>
                    <a:pt x="40" y="40"/>
                  </a:lnTo>
                  <a:lnTo>
                    <a:pt x="39" y="41"/>
                  </a:lnTo>
                  <a:lnTo>
                    <a:pt x="35" y="44"/>
                  </a:lnTo>
                  <a:lnTo>
                    <a:pt x="35" y="45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26" y="46"/>
                  </a:lnTo>
                  <a:lnTo>
                    <a:pt x="23" y="52"/>
                  </a:lnTo>
                  <a:lnTo>
                    <a:pt x="35" y="47"/>
                  </a:lnTo>
                  <a:lnTo>
                    <a:pt x="32" y="44"/>
                  </a:lnTo>
                  <a:lnTo>
                    <a:pt x="26" y="44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4"/>
                  </a:lnTo>
                  <a:lnTo>
                    <a:pt x="21" y="41"/>
                  </a:lnTo>
                  <a:lnTo>
                    <a:pt x="20" y="40"/>
                  </a:lnTo>
                  <a:lnTo>
                    <a:pt x="21" y="42"/>
                  </a:lnTo>
                  <a:lnTo>
                    <a:pt x="23" y="44"/>
                  </a:lnTo>
                  <a:lnTo>
                    <a:pt x="17" y="38"/>
                  </a:lnTo>
                  <a:lnTo>
                    <a:pt x="18" y="40"/>
                  </a:lnTo>
                  <a:lnTo>
                    <a:pt x="21" y="41"/>
                  </a:lnTo>
                  <a:lnTo>
                    <a:pt x="15" y="35"/>
                  </a:lnTo>
                  <a:lnTo>
                    <a:pt x="16" y="38"/>
                  </a:lnTo>
                  <a:lnTo>
                    <a:pt x="18" y="39"/>
                  </a:lnTo>
                  <a:lnTo>
                    <a:pt x="17" y="38"/>
                  </a:lnTo>
                  <a:lnTo>
                    <a:pt x="15" y="34"/>
                  </a:lnTo>
                  <a:lnTo>
                    <a:pt x="13" y="34"/>
                  </a:lnTo>
                  <a:lnTo>
                    <a:pt x="16" y="34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g25b31dfce90_0_3"/>
            <p:cNvSpPr/>
            <p:nvPr/>
          </p:nvSpPr>
          <p:spPr>
            <a:xfrm>
              <a:off x="2020" y="1956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g25b31dfce90_0_3"/>
            <p:cNvSpPr/>
            <p:nvPr/>
          </p:nvSpPr>
          <p:spPr>
            <a:xfrm>
              <a:off x="2013" y="1949"/>
              <a:ext cx="60" cy="60"/>
            </a:xfrm>
            <a:custGeom>
              <a:avLst/>
              <a:gdLst/>
              <a:ahLst/>
              <a:cxnLst/>
              <a:rect l="l" t="t" r="r" b="b"/>
              <a:pathLst>
                <a:path w="60" h="60" extrusionOk="0">
                  <a:moveTo>
                    <a:pt x="0" y="30"/>
                  </a:moveTo>
                  <a:lnTo>
                    <a:pt x="0" y="39"/>
                  </a:lnTo>
                  <a:lnTo>
                    <a:pt x="1" y="40"/>
                  </a:lnTo>
                  <a:lnTo>
                    <a:pt x="4" y="45"/>
                  </a:lnTo>
                  <a:lnTo>
                    <a:pt x="5" y="45"/>
                  </a:lnTo>
                  <a:lnTo>
                    <a:pt x="2" y="44"/>
                  </a:lnTo>
                  <a:lnTo>
                    <a:pt x="4" y="45"/>
                  </a:lnTo>
                  <a:lnTo>
                    <a:pt x="6" y="49"/>
                  </a:lnTo>
                  <a:lnTo>
                    <a:pt x="10" y="51"/>
                  </a:lnTo>
                  <a:lnTo>
                    <a:pt x="6" y="48"/>
                  </a:lnTo>
                  <a:lnTo>
                    <a:pt x="9" y="51"/>
                  </a:lnTo>
                  <a:lnTo>
                    <a:pt x="12" y="54"/>
                  </a:lnTo>
                  <a:lnTo>
                    <a:pt x="9" y="50"/>
                  </a:lnTo>
                  <a:lnTo>
                    <a:pt x="11" y="54"/>
                  </a:lnTo>
                  <a:lnTo>
                    <a:pt x="15" y="56"/>
                  </a:lnTo>
                  <a:lnTo>
                    <a:pt x="16" y="57"/>
                  </a:lnTo>
                  <a:lnTo>
                    <a:pt x="15" y="55"/>
                  </a:lnTo>
                  <a:lnTo>
                    <a:pt x="15" y="56"/>
                  </a:lnTo>
                  <a:lnTo>
                    <a:pt x="20" y="58"/>
                  </a:lnTo>
                  <a:lnTo>
                    <a:pt x="21" y="60"/>
                  </a:lnTo>
                  <a:lnTo>
                    <a:pt x="27" y="60"/>
                  </a:lnTo>
                  <a:lnTo>
                    <a:pt x="26" y="58"/>
                  </a:lnTo>
                  <a:lnTo>
                    <a:pt x="38" y="54"/>
                  </a:lnTo>
                  <a:lnTo>
                    <a:pt x="35" y="57"/>
                  </a:lnTo>
                  <a:lnTo>
                    <a:pt x="39" y="60"/>
                  </a:lnTo>
                  <a:lnTo>
                    <a:pt x="40" y="58"/>
                  </a:lnTo>
                  <a:lnTo>
                    <a:pt x="45" y="56"/>
                  </a:lnTo>
                  <a:lnTo>
                    <a:pt x="45" y="55"/>
                  </a:lnTo>
                  <a:lnTo>
                    <a:pt x="44" y="57"/>
                  </a:lnTo>
                  <a:lnTo>
                    <a:pt x="45" y="56"/>
                  </a:lnTo>
                  <a:lnTo>
                    <a:pt x="49" y="54"/>
                  </a:lnTo>
                  <a:lnTo>
                    <a:pt x="51" y="50"/>
                  </a:lnTo>
                  <a:lnTo>
                    <a:pt x="48" y="54"/>
                  </a:lnTo>
                  <a:lnTo>
                    <a:pt x="51" y="51"/>
                  </a:lnTo>
                  <a:lnTo>
                    <a:pt x="54" y="48"/>
                  </a:lnTo>
                  <a:lnTo>
                    <a:pt x="50" y="51"/>
                  </a:lnTo>
                  <a:lnTo>
                    <a:pt x="54" y="49"/>
                  </a:lnTo>
                  <a:lnTo>
                    <a:pt x="56" y="45"/>
                  </a:lnTo>
                  <a:lnTo>
                    <a:pt x="57" y="44"/>
                  </a:lnTo>
                  <a:lnTo>
                    <a:pt x="55" y="45"/>
                  </a:lnTo>
                  <a:lnTo>
                    <a:pt x="56" y="45"/>
                  </a:lnTo>
                  <a:lnTo>
                    <a:pt x="59" y="40"/>
                  </a:lnTo>
                  <a:lnTo>
                    <a:pt x="60" y="39"/>
                  </a:lnTo>
                  <a:lnTo>
                    <a:pt x="57" y="35"/>
                  </a:lnTo>
                  <a:lnTo>
                    <a:pt x="54" y="38"/>
                  </a:lnTo>
                  <a:lnTo>
                    <a:pt x="59" y="26"/>
                  </a:lnTo>
                  <a:lnTo>
                    <a:pt x="60" y="27"/>
                  </a:lnTo>
                  <a:lnTo>
                    <a:pt x="60" y="21"/>
                  </a:lnTo>
                  <a:lnTo>
                    <a:pt x="59" y="20"/>
                  </a:lnTo>
                  <a:lnTo>
                    <a:pt x="56" y="15"/>
                  </a:lnTo>
                  <a:lnTo>
                    <a:pt x="55" y="15"/>
                  </a:lnTo>
                  <a:lnTo>
                    <a:pt x="57" y="16"/>
                  </a:lnTo>
                  <a:lnTo>
                    <a:pt x="56" y="15"/>
                  </a:lnTo>
                  <a:lnTo>
                    <a:pt x="54" y="11"/>
                  </a:lnTo>
                  <a:lnTo>
                    <a:pt x="50" y="9"/>
                  </a:lnTo>
                  <a:lnTo>
                    <a:pt x="54" y="12"/>
                  </a:lnTo>
                  <a:lnTo>
                    <a:pt x="51" y="9"/>
                  </a:lnTo>
                  <a:lnTo>
                    <a:pt x="48" y="6"/>
                  </a:lnTo>
                  <a:lnTo>
                    <a:pt x="51" y="10"/>
                  </a:lnTo>
                  <a:lnTo>
                    <a:pt x="49" y="6"/>
                  </a:lnTo>
                  <a:lnTo>
                    <a:pt x="45" y="4"/>
                  </a:lnTo>
                  <a:lnTo>
                    <a:pt x="44" y="2"/>
                  </a:lnTo>
                  <a:lnTo>
                    <a:pt x="45" y="5"/>
                  </a:lnTo>
                  <a:lnTo>
                    <a:pt x="45" y="4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5" y="4"/>
                  </a:lnTo>
                  <a:lnTo>
                    <a:pt x="15" y="5"/>
                  </a:lnTo>
                  <a:lnTo>
                    <a:pt x="16" y="2"/>
                  </a:lnTo>
                  <a:lnTo>
                    <a:pt x="15" y="4"/>
                  </a:lnTo>
                  <a:lnTo>
                    <a:pt x="11" y="6"/>
                  </a:lnTo>
                  <a:lnTo>
                    <a:pt x="9" y="10"/>
                  </a:lnTo>
                  <a:lnTo>
                    <a:pt x="12" y="6"/>
                  </a:lnTo>
                  <a:lnTo>
                    <a:pt x="9" y="9"/>
                  </a:lnTo>
                  <a:lnTo>
                    <a:pt x="6" y="12"/>
                  </a:lnTo>
                  <a:lnTo>
                    <a:pt x="10" y="9"/>
                  </a:lnTo>
                  <a:lnTo>
                    <a:pt x="6" y="11"/>
                  </a:lnTo>
                  <a:lnTo>
                    <a:pt x="4" y="15"/>
                  </a:lnTo>
                  <a:lnTo>
                    <a:pt x="2" y="16"/>
                  </a:lnTo>
                  <a:lnTo>
                    <a:pt x="5" y="15"/>
                  </a:lnTo>
                  <a:lnTo>
                    <a:pt x="4" y="15"/>
                  </a:lnTo>
                  <a:lnTo>
                    <a:pt x="1" y="20"/>
                  </a:lnTo>
                  <a:lnTo>
                    <a:pt x="0" y="21"/>
                  </a:lnTo>
                  <a:lnTo>
                    <a:pt x="0" y="30"/>
                  </a:lnTo>
                  <a:lnTo>
                    <a:pt x="15" y="30"/>
                  </a:lnTo>
                  <a:lnTo>
                    <a:pt x="15" y="26"/>
                  </a:lnTo>
                  <a:lnTo>
                    <a:pt x="16" y="24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7" y="21"/>
                  </a:lnTo>
                  <a:lnTo>
                    <a:pt x="18" y="20"/>
                  </a:lnTo>
                  <a:lnTo>
                    <a:pt x="16" y="21"/>
                  </a:lnTo>
                  <a:lnTo>
                    <a:pt x="15" y="23"/>
                  </a:lnTo>
                  <a:lnTo>
                    <a:pt x="21" y="17"/>
                  </a:lnTo>
                  <a:lnTo>
                    <a:pt x="18" y="18"/>
                  </a:lnTo>
                  <a:lnTo>
                    <a:pt x="17" y="21"/>
                  </a:lnTo>
                  <a:lnTo>
                    <a:pt x="23" y="15"/>
                  </a:lnTo>
                  <a:lnTo>
                    <a:pt x="21" y="16"/>
                  </a:lnTo>
                  <a:lnTo>
                    <a:pt x="20" y="18"/>
                  </a:lnTo>
                  <a:lnTo>
                    <a:pt x="21" y="17"/>
                  </a:lnTo>
                  <a:lnTo>
                    <a:pt x="24" y="15"/>
                  </a:lnTo>
                  <a:lnTo>
                    <a:pt x="24" y="13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30" y="15"/>
                  </a:lnTo>
                  <a:lnTo>
                    <a:pt x="34" y="15"/>
                  </a:lnTo>
                  <a:lnTo>
                    <a:pt x="35" y="16"/>
                  </a:lnTo>
                  <a:lnTo>
                    <a:pt x="35" y="13"/>
                  </a:lnTo>
                  <a:lnTo>
                    <a:pt x="35" y="15"/>
                  </a:lnTo>
                  <a:lnTo>
                    <a:pt x="39" y="17"/>
                  </a:lnTo>
                  <a:lnTo>
                    <a:pt x="40" y="18"/>
                  </a:lnTo>
                  <a:lnTo>
                    <a:pt x="39" y="16"/>
                  </a:lnTo>
                  <a:lnTo>
                    <a:pt x="37" y="15"/>
                  </a:lnTo>
                  <a:lnTo>
                    <a:pt x="43" y="21"/>
                  </a:lnTo>
                  <a:lnTo>
                    <a:pt x="41" y="18"/>
                  </a:lnTo>
                  <a:lnTo>
                    <a:pt x="39" y="17"/>
                  </a:lnTo>
                  <a:lnTo>
                    <a:pt x="45" y="23"/>
                  </a:lnTo>
                  <a:lnTo>
                    <a:pt x="44" y="21"/>
                  </a:lnTo>
                  <a:lnTo>
                    <a:pt x="41" y="20"/>
                  </a:lnTo>
                  <a:lnTo>
                    <a:pt x="43" y="21"/>
                  </a:lnTo>
                  <a:lnTo>
                    <a:pt x="45" y="24"/>
                  </a:lnTo>
                  <a:lnTo>
                    <a:pt x="46" y="24"/>
                  </a:lnTo>
                  <a:lnTo>
                    <a:pt x="44" y="24"/>
                  </a:lnTo>
                  <a:lnTo>
                    <a:pt x="45" y="26"/>
                  </a:lnTo>
                  <a:lnTo>
                    <a:pt x="45" y="32"/>
                  </a:lnTo>
                  <a:lnTo>
                    <a:pt x="49" y="35"/>
                  </a:lnTo>
                  <a:lnTo>
                    <a:pt x="54" y="23"/>
                  </a:lnTo>
                  <a:lnTo>
                    <a:pt x="48" y="26"/>
                  </a:lnTo>
                  <a:lnTo>
                    <a:pt x="45" y="34"/>
                  </a:lnTo>
                  <a:lnTo>
                    <a:pt x="44" y="35"/>
                  </a:lnTo>
                  <a:lnTo>
                    <a:pt x="46" y="35"/>
                  </a:lnTo>
                  <a:lnTo>
                    <a:pt x="45" y="35"/>
                  </a:lnTo>
                  <a:lnTo>
                    <a:pt x="43" y="39"/>
                  </a:lnTo>
                  <a:lnTo>
                    <a:pt x="41" y="40"/>
                  </a:lnTo>
                  <a:lnTo>
                    <a:pt x="44" y="39"/>
                  </a:lnTo>
                  <a:lnTo>
                    <a:pt x="45" y="37"/>
                  </a:lnTo>
                  <a:lnTo>
                    <a:pt x="39" y="43"/>
                  </a:lnTo>
                  <a:lnTo>
                    <a:pt x="41" y="41"/>
                  </a:lnTo>
                  <a:lnTo>
                    <a:pt x="43" y="39"/>
                  </a:lnTo>
                  <a:lnTo>
                    <a:pt x="37" y="45"/>
                  </a:lnTo>
                  <a:lnTo>
                    <a:pt x="39" y="44"/>
                  </a:lnTo>
                  <a:lnTo>
                    <a:pt x="40" y="41"/>
                  </a:lnTo>
                  <a:lnTo>
                    <a:pt x="39" y="43"/>
                  </a:lnTo>
                  <a:lnTo>
                    <a:pt x="35" y="45"/>
                  </a:lnTo>
                  <a:lnTo>
                    <a:pt x="35" y="46"/>
                  </a:lnTo>
                  <a:lnTo>
                    <a:pt x="35" y="44"/>
                  </a:lnTo>
                  <a:lnTo>
                    <a:pt x="34" y="45"/>
                  </a:lnTo>
                  <a:lnTo>
                    <a:pt x="26" y="48"/>
                  </a:lnTo>
                  <a:lnTo>
                    <a:pt x="23" y="54"/>
                  </a:lnTo>
                  <a:lnTo>
                    <a:pt x="35" y="49"/>
                  </a:lnTo>
                  <a:lnTo>
                    <a:pt x="32" y="45"/>
                  </a:lnTo>
                  <a:lnTo>
                    <a:pt x="26" y="45"/>
                  </a:lnTo>
                  <a:lnTo>
                    <a:pt x="24" y="44"/>
                  </a:lnTo>
                  <a:lnTo>
                    <a:pt x="24" y="46"/>
                  </a:lnTo>
                  <a:lnTo>
                    <a:pt x="24" y="45"/>
                  </a:lnTo>
                  <a:lnTo>
                    <a:pt x="21" y="43"/>
                  </a:lnTo>
                  <a:lnTo>
                    <a:pt x="20" y="41"/>
                  </a:lnTo>
                  <a:lnTo>
                    <a:pt x="21" y="44"/>
                  </a:lnTo>
                  <a:lnTo>
                    <a:pt x="23" y="45"/>
                  </a:lnTo>
                  <a:lnTo>
                    <a:pt x="17" y="39"/>
                  </a:lnTo>
                  <a:lnTo>
                    <a:pt x="18" y="41"/>
                  </a:lnTo>
                  <a:lnTo>
                    <a:pt x="21" y="43"/>
                  </a:lnTo>
                  <a:lnTo>
                    <a:pt x="15" y="37"/>
                  </a:lnTo>
                  <a:lnTo>
                    <a:pt x="16" y="39"/>
                  </a:lnTo>
                  <a:lnTo>
                    <a:pt x="18" y="40"/>
                  </a:lnTo>
                  <a:lnTo>
                    <a:pt x="17" y="39"/>
                  </a:lnTo>
                  <a:lnTo>
                    <a:pt x="15" y="35"/>
                  </a:lnTo>
                  <a:lnTo>
                    <a:pt x="13" y="35"/>
                  </a:lnTo>
                  <a:lnTo>
                    <a:pt x="16" y="35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9" name="Google Shape;509;g25b31dfce90_0_3"/>
            <p:cNvSpPr/>
            <p:nvPr/>
          </p:nvSpPr>
          <p:spPr>
            <a:xfrm>
              <a:off x="2432" y="1315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sz="36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0" name="Google Shape;510;g25b31dfce90_0_3"/>
            <p:cNvSpPr/>
            <p:nvPr/>
          </p:nvSpPr>
          <p:spPr>
            <a:xfrm>
              <a:off x="2477" y="1887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sz="36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1" name="Google Shape;511;g25b31dfce90_0_3"/>
            <p:cNvSpPr/>
            <p:nvPr/>
          </p:nvSpPr>
          <p:spPr>
            <a:xfrm>
              <a:off x="1221" y="1227"/>
              <a:ext cx="115" cy="214"/>
            </a:xfrm>
            <a:custGeom>
              <a:avLst/>
              <a:gdLst/>
              <a:ahLst/>
              <a:cxnLst/>
              <a:rect l="l" t="t" r="r" b="b"/>
              <a:pathLst>
                <a:path w="115" h="214" extrusionOk="0">
                  <a:moveTo>
                    <a:pt x="7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12"/>
                  </a:lnTo>
                  <a:lnTo>
                    <a:pt x="5" y="14"/>
                  </a:lnTo>
                  <a:lnTo>
                    <a:pt x="21" y="14"/>
                  </a:lnTo>
                  <a:lnTo>
                    <a:pt x="34" y="18"/>
                  </a:lnTo>
                  <a:lnTo>
                    <a:pt x="39" y="20"/>
                  </a:lnTo>
                  <a:lnTo>
                    <a:pt x="43" y="21"/>
                  </a:lnTo>
                  <a:lnTo>
                    <a:pt x="48" y="24"/>
                  </a:lnTo>
                  <a:lnTo>
                    <a:pt x="51" y="25"/>
                  </a:lnTo>
                  <a:lnTo>
                    <a:pt x="54" y="26"/>
                  </a:lnTo>
                  <a:lnTo>
                    <a:pt x="57" y="30"/>
                  </a:lnTo>
                  <a:lnTo>
                    <a:pt x="62" y="32"/>
                  </a:lnTo>
                  <a:lnTo>
                    <a:pt x="66" y="35"/>
                  </a:lnTo>
                  <a:lnTo>
                    <a:pt x="68" y="37"/>
                  </a:lnTo>
                  <a:lnTo>
                    <a:pt x="76" y="45"/>
                  </a:lnTo>
                  <a:lnTo>
                    <a:pt x="78" y="47"/>
                  </a:lnTo>
                  <a:lnTo>
                    <a:pt x="81" y="51"/>
                  </a:lnTo>
                  <a:lnTo>
                    <a:pt x="83" y="56"/>
                  </a:lnTo>
                  <a:lnTo>
                    <a:pt x="87" y="59"/>
                  </a:lnTo>
                  <a:lnTo>
                    <a:pt x="88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3" y="74"/>
                  </a:lnTo>
                  <a:lnTo>
                    <a:pt x="95" y="79"/>
                  </a:lnTo>
                  <a:lnTo>
                    <a:pt x="99" y="92"/>
                  </a:lnTo>
                  <a:lnTo>
                    <a:pt x="99" y="102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99" y="110"/>
                  </a:lnTo>
                  <a:lnTo>
                    <a:pt x="99" y="120"/>
                  </a:lnTo>
                  <a:lnTo>
                    <a:pt x="95" y="134"/>
                  </a:lnTo>
                  <a:lnTo>
                    <a:pt x="93" y="138"/>
                  </a:lnTo>
                  <a:lnTo>
                    <a:pt x="92" y="142"/>
                  </a:lnTo>
                  <a:lnTo>
                    <a:pt x="89" y="147"/>
                  </a:lnTo>
                  <a:lnTo>
                    <a:pt x="88" y="151"/>
                  </a:lnTo>
                  <a:lnTo>
                    <a:pt x="87" y="153"/>
                  </a:lnTo>
                  <a:lnTo>
                    <a:pt x="83" y="157"/>
                  </a:lnTo>
                  <a:lnTo>
                    <a:pt x="81" y="162"/>
                  </a:lnTo>
                  <a:lnTo>
                    <a:pt x="78" y="165"/>
                  </a:lnTo>
                  <a:lnTo>
                    <a:pt x="76" y="168"/>
                  </a:lnTo>
                  <a:lnTo>
                    <a:pt x="68" y="175"/>
                  </a:lnTo>
                  <a:lnTo>
                    <a:pt x="66" y="177"/>
                  </a:lnTo>
                  <a:lnTo>
                    <a:pt x="62" y="180"/>
                  </a:lnTo>
                  <a:lnTo>
                    <a:pt x="57" y="182"/>
                  </a:lnTo>
                  <a:lnTo>
                    <a:pt x="54" y="186"/>
                  </a:lnTo>
                  <a:lnTo>
                    <a:pt x="51" y="187"/>
                  </a:lnTo>
                  <a:lnTo>
                    <a:pt x="48" y="188"/>
                  </a:lnTo>
                  <a:lnTo>
                    <a:pt x="43" y="191"/>
                  </a:lnTo>
                  <a:lnTo>
                    <a:pt x="39" y="192"/>
                  </a:lnTo>
                  <a:lnTo>
                    <a:pt x="34" y="194"/>
                  </a:lnTo>
                  <a:lnTo>
                    <a:pt x="21" y="198"/>
                  </a:lnTo>
                  <a:lnTo>
                    <a:pt x="11" y="198"/>
                  </a:lnTo>
                  <a:lnTo>
                    <a:pt x="6" y="199"/>
                  </a:lnTo>
                  <a:lnTo>
                    <a:pt x="7" y="199"/>
                  </a:lnTo>
                  <a:lnTo>
                    <a:pt x="5" y="199"/>
                  </a:lnTo>
                  <a:lnTo>
                    <a:pt x="3" y="202"/>
                  </a:lnTo>
                  <a:lnTo>
                    <a:pt x="0" y="204"/>
                  </a:lnTo>
                  <a:lnTo>
                    <a:pt x="0" y="209"/>
                  </a:lnTo>
                  <a:lnTo>
                    <a:pt x="3" y="212"/>
                  </a:lnTo>
                  <a:lnTo>
                    <a:pt x="5" y="214"/>
                  </a:lnTo>
                  <a:lnTo>
                    <a:pt x="7" y="214"/>
                  </a:lnTo>
                  <a:lnTo>
                    <a:pt x="9" y="214"/>
                  </a:lnTo>
                  <a:lnTo>
                    <a:pt x="14" y="213"/>
                  </a:lnTo>
                  <a:lnTo>
                    <a:pt x="23" y="213"/>
                  </a:lnTo>
                  <a:lnTo>
                    <a:pt x="39" y="209"/>
                  </a:lnTo>
                  <a:lnTo>
                    <a:pt x="44" y="207"/>
                  </a:lnTo>
                  <a:lnTo>
                    <a:pt x="48" y="205"/>
                  </a:lnTo>
                  <a:lnTo>
                    <a:pt x="53" y="203"/>
                  </a:lnTo>
                  <a:lnTo>
                    <a:pt x="56" y="202"/>
                  </a:lnTo>
                  <a:lnTo>
                    <a:pt x="64" y="198"/>
                  </a:lnTo>
                  <a:lnTo>
                    <a:pt x="67" y="194"/>
                  </a:lnTo>
                  <a:lnTo>
                    <a:pt x="70" y="192"/>
                  </a:lnTo>
                  <a:lnTo>
                    <a:pt x="76" y="190"/>
                  </a:lnTo>
                  <a:lnTo>
                    <a:pt x="81" y="185"/>
                  </a:lnTo>
                  <a:lnTo>
                    <a:pt x="82" y="181"/>
                  </a:lnTo>
                  <a:lnTo>
                    <a:pt x="85" y="180"/>
                  </a:lnTo>
                  <a:lnTo>
                    <a:pt x="90" y="175"/>
                  </a:lnTo>
                  <a:lnTo>
                    <a:pt x="93" y="169"/>
                  </a:lnTo>
                  <a:lnTo>
                    <a:pt x="95" y="166"/>
                  </a:lnTo>
                  <a:lnTo>
                    <a:pt x="99" y="163"/>
                  </a:lnTo>
                  <a:lnTo>
                    <a:pt x="102" y="155"/>
                  </a:lnTo>
                  <a:lnTo>
                    <a:pt x="104" y="152"/>
                  </a:lnTo>
                  <a:lnTo>
                    <a:pt x="106" y="147"/>
                  </a:lnTo>
                  <a:lnTo>
                    <a:pt x="107" y="143"/>
                  </a:lnTo>
                  <a:lnTo>
                    <a:pt x="110" y="138"/>
                  </a:lnTo>
                  <a:lnTo>
                    <a:pt x="113" y="123"/>
                  </a:lnTo>
                  <a:lnTo>
                    <a:pt x="113" y="113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3" y="99"/>
                  </a:lnTo>
                  <a:lnTo>
                    <a:pt x="113" y="90"/>
                  </a:lnTo>
                  <a:lnTo>
                    <a:pt x="110" y="74"/>
                  </a:lnTo>
                  <a:lnTo>
                    <a:pt x="107" y="69"/>
                  </a:lnTo>
                  <a:lnTo>
                    <a:pt x="106" y="65"/>
                  </a:lnTo>
                  <a:lnTo>
                    <a:pt x="104" y="60"/>
                  </a:lnTo>
                  <a:lnTo>
                    <a:pt x="102" y="57"/>
                  </a:lnTo>
                  <a:lnTo>
                    <a:pt x="99" y="49"/>
                  </a:lnTo>
                  <a:lnTo>
                    <a:pt x="95" y="46"/>
                  </a:lnTo>
                  <a:lnTo>
                    <a:pt x="93" y="43"/>
                  </a:lnTo>
                  <a:lnTo>
                    <a:pt x="90" y="37"/>
                  </a:lnTo>
                  <a:lnTo>
                    <a:pt x="85" y="32"/>
                  </a:lnTo>
                  <a:lnTo>
                    <a:pt x="82" y="31"/>
                  </a:lnTo>
                  <a:lnTo>
                    <a:pt x="81" y="28"/>
                  </a:lnTo>
                  <a:lnTo>
                    <a:pt x="76" y="23"/>
                  </a:lnTo>
                  <a:lnTo>
                    <a:pt x="70" y="20"/>
                  </a:lnTo>
                  <a:lnTo>
                    <a:pt x="67" y="18"/>
                  </a:lnTo>
                  <a:lnTo>
                    <a:pt x="64" y="14"/>
                  </a:lnTo>
                  <a:lnTo>
                    <a:pt x="56" y="10"/>
                  </a:lnTo>
                  <a:lnTo>
                    <a:pt x="53" y="9"/>
                  </a:lnTo>
                  <a:lnTo>
                    <a:pt x="48" y="7"/>
                  </a:lnTo>
                  <a:lnTo>
                    <a:pt x="44" y="6"/>
                  </a:lnTo>
                  <a:lnTo>
                    <a:pt x="39" y="3"/>
                  </a:lnTo>
                  <a:lnTo>
                    <a:pt x="23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2" name="Google Shape;512;g25b31dfce90_0_3"/>
            <p:cNvSpPr/>
            <p:nvPr/>
          </p:nvSpPr>
          <p:spPr>
            <a:xfrm>
              <a:off x="1085" y="1227"/>
              <a:ext cx="164" cy="14"/>
            </a:xfrm>
            <a:custGeom>
              <a:avLst/>
              <a:gdLst/>
              <a:ahLst/>
              <a:cxnLst/>
              <a:rect l="l" t="t" r="r" b="b"/>
              <a:pathLst>
                <a:path w="164" h="14" extrusionOk="0">
                  <a:moveTo>
                    <a:pt x="157" y="14"/>
                  </a:moveTo>
                  <a:lnTo>
                    <a:pt x="159" y="14"/>
                  </a:lnTo>
                  <a:lnTo>
                    <a:pt x="162" y="12"/>
                  </a:lnTo>
                  <a:lnTo>
                    <a:pt x="164" y="9"/>
                  </a:lnTo>
                  <a:lnTo>
                    <a:pt x="164" y="4"/>
                  </a:lnTo>
                  <a:lnTo>
                    <a:pt x="162" y="2"/>
                  </a:lnTo>
                  <a:lnTo>
                    <a:pt x="15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2" y="12"/>
                  </a:lnTo>
                  <a:lnTo>
                    <a:pt x="5" y="14"/>
                  </a:lnTo>
                  <a:lnTo>
                    <a:pt x="7" y="14"/>
                  </a:lnTo>
                  <a:lnTo>
                    <a:pt x="15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3" name="Google Shape;513;g25b31dfce90_0_3"/>
            <p:cNvSpPr/>
            <p:nvPr/>
          </p:nvSpPr>
          <p:spPr>
            <a:xfrm>
              <a:off x="1085" y="1426"/>
              <a:ext cx="164" cy="15"/>
            </a:xfrm>
            <a:custGeom>
              <a:avLst/>
              <a:gdLst/>
              <a:ahLst/>
              <a:cxnLst/>
              <a:rect l="l" t="t" r="r" b="b"/>
              <a:pathLst>
                <a:path w="164" h="15" extrusionOk="0">
                  <a:moveTo>
                    <a:pt x="157" y="15"/>
                  </a:moveTo>
                  <a:lnTo>
                    <a:pt x="159" y="15"/>
                  </a:lnTo>
                  <a:lnTo>
                    <a:pt x="162" y="13"/>
                  </a:lnTo>
                  <a:lnTo>
                    <a:pt x="164" y="10"/>
                  </a:lnTo>
                  <a:lnTo>
                    <a:pt x="164" y="5"/>
                  </a:lnTo>
                  <a:lnTo>
                    <a:pt x="162" y="3"/>
                  </a:lnTo>
                  <a:lnTo>
                    <a:pt x="159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3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15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4" name="Google Shape;514;g25b31dfce90_0_3"/>
            <p:cNvSpPr/>
            <p:nvPr/>
          </p:nvSpPr>
          <p:spPr>
            <a:xfrm>
              <a:off x="1085" y="1227"/>
              <a:ext cx="14" cy="214"/>
            </a:xfrm>
            <a:custGeom>
              <a:avLst/>
              <a:gdLst/>
              <a:ahLst/>
              <a:cxnLst/>
              <a:rect l="l" t="t" r="r" b="b"/>
              <a:pathLst>
                <a:path w="14" h="214" extrusionOk="0">
                  <a:moveTo>
                    <a:pt x="14" y="7"/>
                  </a:moveTo>
                  <a:lnTo>
                    <a:pt x="14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209"/>
                  </a:lnTo>
                  <a:lnTo>
                    <a:pt x="2" y="212"/>
                  </a:lnTo>
                  <a:lnTo>
                    <a:pt x="5" y="214"/>
                  </a:lnTo>
                  <a:lnTo>
                    <a:pt x="9" y="214"/>
                  </a:lnTo>
                  <a:lnTo>
                    <a:pt x="12" y="212"/>
                  </a:lnTo>
                  <a:lnTo>
                    <a:pt x="14" y="209"/>
                  </a:lnTo>
                  <a:lnTo>
                    <a:pt x="14" y="207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5" name="Google Shape;515;g25b31dfce90_0_3"/>
            <p:cNvSpPr/>
            <p:nvPr/>
          </p:nvSpPr>
          <p:spPr>
            <a:xfrm>
              <a:off x="1319" y="1306"/>
              <a:ext cx="64" cy="63"/>
            </a:xfrm>
            <a:custGeom>
              <a:avLst/>
              <a:gdLst/>
              <a:ahLst/>
              <a:cxnLst/>
              <a:rect l="l" t="t" r="r" b="b"/>
              <a:pathLst>
                <a:path w="64" h="63" extrusionOk="0">
                  <a:moveTo>
                    <a:pt x="0" y="31"/>
                  </a:moveTo>
                  <a:lnTo>
                    <a:pt x="0" y="41"/>
                  </a:lnTo>
                  <a:lnTo>
                    <a:pt x="1" y="42"/>
                  </a:lnTo>
                  <a:lnTo>
                    <a:pt x="1" y="44"/>
                  </a:lnTo>
                  <a:lnTo>
                    <a:pt x="2" y="45"/>
                  </a:lnTo>
                  <a:lnTo>
                    <a:pt x="4" y="50"/>
                  </a:lnTo>
                  <a:lnTo>
                    <a:pt x="8" y="52"/>
                  </a:lnTo>
                  <a:lnTo>
                    <a:pt x="4" y="48"/>
                  </a:lnTo>
                  <a:lnTo>
                    <a:pt x="4" y="50"/>
                  </a:lnTo>
                  <a:lnTo>
                    <a:pt x="13" y="58"/>
                  </a:lnTo>
                  <a:lnTo>
                    <a:pt x="14" y="58"/>
                  </a:lnTo>
                  <a:lnTo>
                    <a:pt x="11" y="55"/>
                  </a:lnTo>
                  <a:lnTo>
                    <a:pt x="13" y="58"/>
                  </a:lnTo>
                  <a:lnTo>
                    <a:pt x="18" y="61"/>
                  </a:lnTo>
                  <a:lnTo>
                    <a:pt x="19" y="62"/>
                  </a:lnTo>
                  <a:lnTo>
                    <a:pt x="20" y="62"/>
                  </a:lnTo>
                  <a:lnTo>
                    <a:pt x="22" y="63"/>
                  </a:lnTo>
                  <a:lnTo>
                    <a:pt x="29" y="63"/>
                  </a:lnTo>
                  <a:lnTo>
                    <a:pt x="37" y="62"/>
                  </a:lnTo>
                  <a:lnTo>
                    <a:pt x="36" y="63"/>
                  </a:lnTo>
                  <a:lnTo>
                    <a:pt x="42" y="63"/>
                  </a:lnTo>
                  <a:lnTo>
                    <a:pt x="43" y="62"/>
                  </a:lnTo>
                  <a:lnTo>
                    <a:pt x="45" y="62"/>
                  </a:lnTo>
                  <a:lnTo>
                    <a:pt x="46" y="61"/>
                  </a:lnTo>
                  <a:lnTo>
                    <a:pt x="51" y="58"/>
                  </a:lnTo>
                  <a:lnTo>
                    <a:pt x="53" y="55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2" y="57"/>
                  </a:lnTo>
                  <a:lnTo>
                    <a:pt x="56" y="55"/>
                  </a:lnTo>
                  <a:lnTo>
                    <a:pt x="58" y="51"/>
                  </a:lnTo>
                  <a:lnTo>
                    <a:pt x="59" y="50"/>
                  </a:lnTo>
                  <a:lnTo>
                    <a:pt x="59" y="48"/>
                  </a:lnTo>
                  <a:lnTo>
                    <a:pt x="56" y="52"/>
                  </a:lnTo>
                  <a:lnTo>
                    <a:pt x="59" y="50"/>
                  </a:lnTo>
                  <a:lnTo>
                    <a:pt x="62" y="45"/>
                  </a:lnTo>
                  <a:lnTo>
                    <a:pt x="63" y="44"/>
                  </a:lnTo>
                  <a:lnTo>
                    <a:pt x="63" y="42"/>
                  </a:lnTo>
                  <a:lnTo>
                    <a:pt x="64" y="41"/>
                  </a:lnTo>
                  <a:lnTo>
                    <a:pt x="64" y="35"/>
                  </a:lnTo>
                  <a:lnTo>
                    <a:pt x="63" y="36"/>
                  </a:lnTo>
                  <a:lnTo>
                    <a:pt x="64" y="28"/>
                  </a:lnTo>
                  <a:lnTo>
                    <a:pt x="64" y="22"/>
                  </a:lnTo>
                  <a:lnTo>
                    <a:pt x="63" y="20"/>
                  </a:lnTo>
                  <a:lnTo>
                    <a:pt x="63" y="19"/>
                  </a:lnTo>
                  <a:lnTo>
                    <a:pt x="62" y="18"/>
                  </a:lnTo>
                  <a:lnTo>
                    <a:pt x="62" y="16"/>
                  </a:lnTo>
                  <a:lnTo>
                    <a:pt x="56" y="9"/>
                  </a:lnTo>
                  <a:lnTo>
                    <a:pt x="57" y="12"/>
                  </a:lnTo>
                  <a:lnTo>
                    <a:pt x="59" y="13"/>
                  </a:lnTo>
                  <a:lnTo>
                    <a:pt x="58" y="12"/>
                  </a:lnTo>
                  <a:lnTo>
                    <a:pt x="56" y="8"/>
                  </a:lnTo>
                  <a:lnTo>
                    <a:pt x="52" y="6"/>
                  </a:lnTo>
                  <a:lnTo>
                    <a:pt x="50" y="3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4" y="3"/>
                  </a:lnTo>
                  <a:lnTo>
                    <a:pt x="4" y="13"/>
                  </a:lnTo>
                  <a:lnTo>
                    <a:pt x="7" y="12"/>
                  </a:lnTo>
                  <a:lnTo>
                    <a:pt x="8" y="9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0" y="22"/>
                  </a:lnTo>
                  <a:lnTo>
                    <a:pt x="0" y="31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5"/>
                  </a:lnTo>
                  <a:lnTo>
                    <a:pt x="15" y="24"/>
                  </a:lnTo>
                  <a:lnTo>
                    <a:pt x="17" y="23"/>
                  </a:lnTo>
                  <a:lnTo>
                    <a:pt x="17" y="20"/>
                  </a:lnTo>
                  <a:lnTo>
                    <a:pt x="13" y="24"/>
                  </a:lnTo>
                  <a:lnTo>
                    <a:pt x="17" y="22"/>
                  </a:lnTo>
                  <a:lnTo>
                    <a:pt x="19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2" y="17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6" y="14"/>
                  </a:lnTo>
                  <a:lnTo>
                    <a:pt x="33" y="14"/>
                  </a:lnTo>
                  <a:lnTo>
                    <a:pt x="37" y="14"/>
                  </a:lnTo>
                  <a:lnTo>
                    <a:pt x="39" y="16"/>
                  </a:lnTo>
                  <a:lnTo>
                    <a:pt x="41" y="16"/>
                  </a:lnTo>
                  <a:lnTo>
                    <a:pt x="42" y="17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5" y="18"/>
                  </a:lnTo>
                  <a:lnTo>
                    <a:pt x="47" y="20"/>
                  </a:lnTo>
                  <a:lnTo>
                    <a:pt x="46" y="18"/>
                  </a:lnTo>
                  <a:lnTo>
                    <a:pt x="43" y="17"/>
                  </a:lnTo>
                  <a:lnTo>
                    <a:pt x="45" y="18"/>
                  </a:lnTo>
                  <a:lnTo>
                    <a:pt x="47" y="22"/>
                  </a:lnTo>
                  <a:lnTo>
                    <a:pt x="51" y="24"/>
                  </a:lnTo>
                  <a:lnTo>
                    <a:pt x="47" y="20"/>
                  </a:lnTo>
                  <a:lnTo>
                    <a:pt x="47" y="23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50" y="27"/>
                  </a:lnTo>
                  <a:lnTo>
                    <a:pt x="50" y="30"/>
                  </a:lnTo>
                  <a:lnTo>
                    <a:pt x="52" y="35"/>
                  </a:lnTo>
                  <a:lnTo>
                    <a:pt x="53" y="27"/>
                  </a:lnTo>
                  <a:lnTo>
                    <a:pt x="50" y="30"/>
                  </a:lnTo>
                  <a:lnTo>
                    <a:pt x="50" y="36"/>
                  </a:lnTo>
                  <a:lnTo>
                    <a:pt x="48" y="37"/>
                  </a:lnTo>
                  <a:lnTo>
                    <a:pt x="48" y="39"/>
                  </a:lnTo>
                  <a:lnTo>
                    <a:pt x="47" y="40"/>
                  </a:lnTo>
                  <a:lnTo>
                    <a:pt x="50" y="40"/>
                  </a:lnTo>
                  <a:lnTo>
                    <a:pt x="51" y="37"/>
                  </a:lnTo>
                  <a:lnTo>
                    <a:pt x="45" y="44"/>
                  </a:lnTo>
                  <a:lnTo>
                    <a:pt x="45" y="45"/>
                  </a:lnTo>
                  <a:lnTo>
                    <a:pt x="43" y="46"/>
                  </a:lnTo>
                  <a:lnTo>
                    <a:pt x="46" y="45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5" y="44"/>
                  </a:lnTo>
                  <a:lnTo>
                    <a:pt x="39" y="50"/>
                  </a:lnTo>
                  <a:lnTo>
                    <a:pt x="41" y="48"/>
                  </a:lnTo>
                  <a:lnTo>
                    <a:pt x="41" y="46"/>
                  </a:lnTo>
                  <a:lnTo>
                    <a:pt x="40" y="47"/>
                  </a:lnTo>
                  <a:lnTo>
                    <a:pt x="39" y="47"/>
                  </a:lnTo>
                  <a:lnTo>
                    <a:pt x="37" y="48"/>
                  </a:lnTo>
                  <a:lnTo>
                    <a:pt x="31" y="48"/>
                  </a:lnTo>
                  <a:lnTo>
                    <a:pt x="28" y="52"/>
                  </a:lnTo>
                  <a:lnTo>
                    <a:pt x="36" y="51"/>
                  </a:lnTo>
                  <a:lnTo>
                    <a:pt x="31" y="48"/>
                  </a:lnTo>
                  <a:lnTo>
                    <a:pt x="26" y="48"/>
                  </a:lnTo>
                  <a:lnTo>
                    <a:pt x="25" y="47"/>
                  </a:lnTo>
                  <a:lnTo>
                    <a:pt x="24" y="47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5" y="50"/>
                  </a:lnTo>
                  <a:lnTo>
                    <a:pt x="19" y="44"/>
                  </a:lnTo>
                  <a:lnTo>
                    <a:pt x="18" y="44"/>
                  </a:lnTo>
                  <a:lnTo>
                    <a:pt x="19" y="45"/>
                  </a:lnTo>
                  <a:lnTo>
                    <a:pt x="19" y="44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7" y="40"/>
                  </a:lnTo>
                  <a:lnTo>
                    <a:pt x="15" y="39"/>
                  </a:lnTo>
                  <a:lnTo>
                    <a:pt x="15" y="37"/>
                  </a:lnTo>
                  <a:lnTo>
                    <a:pt x="14" y="36"/>
                  </a:lnTo>
                  <a:lnTo>
                    <a:pt x="14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6" name="Google Shape;516;g25b31dfce90_0_3"/>
            <p:cNvSpPr/>
            <p:nvPr/>
          </p:nvSpPr>
          <p:spPr>
            <a:xfrm>
              <a:off x="1221" y="1934"/>
              <a:ext cx="115" cy="215"/>
            </a:xfrm>
            <a:custGeom>
              <a:avLst/>
              <a:gdLst/>
              <a:ahLst/>
              <a:cxnLst/>
              <a:rect l="l" t="t" r="r" b="b"/>
              <a:pathLst>
                <a:path w="115" h="215" extrusionOk="0">
                  <a:moveTo>
                    <a:pt x="7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3"/>
                  </a:lnTo>
                  <a:lnTo>
                    <a:pt x="5" y="15"/>
                  </a:lnTo>
                  <a:lnTo>
                    <a:pt x="21" y="15"/>
                  </a:lnTo>
                  <a:lnTo>
                    <a:pt x="34" y="19"/>
                  </a:lnTo>
                  <a:lnTo>
                    <a:pt x="39" y="21"/>
                  </a:lnTo>
                  <a:lnTo>
                    <a:pt x="43" y="22"/>
                  </a:lnTo>
                  <a:lnTo>
                    <a:pt x="48" y="25"/>
                  </a:lnTo>
                  <a:lnTo>
                    <a:pt x="51" y="26"/>
                  </a:lnTo>
                  <a:lnTo>
                    <a:pt x="54" y="27"/>
                  </a:lnTo>
                  <a:lnTo>
                    <a:pt x="57" y="31"/>
                  </a:lnTo>
                  <a:lnTo>
                    <a:pt x="62" y="33"/>
                  </a:lnTo>
                  <a:lnTo>
                    <a:pt x="66" y="36"/>
                  </a:lnTo>
                  <a:lnTo>
                    <a:pt x="68" y="38"/>
                  </a:lnTo>
                  <a:lnTo>
                    <a:pt x="76" y="45"/>
                  </a:lnTo>
                  <a:lnTo>
                    <a:pt x="78" y="48"/>
                  </a:lnTo>
                  <a:lnTo>
                    <a:pt x="81" y="52"/>
                  </a:lnTo>
                  <a:lnTo>
                    <a:pt x="83" y="56"/>
                  </a:lnTo>
                  <a:lnTo>
                    <a:pt x="87" y="60"/>
                  </a:lnTo>
                  <a:lnTo>
                    <a:pt x="88" y="63"/>
                  </a:lnTo>
                  <a:lnTo>
                    <a:pt x="89" y="66"/>
                  </a:lnTo>
                  <a:lnTo>
                    <a:pt x="92" y="71"/>
                  </a:lnTo>
                  <a:lnTo>
                    <a:pt x="93" y="75"/>
                  </a:lnTo>
                  <a:lnTo>
                    <a:pt x="95" y="80"/>
                  </a:lnTo>
                  <a:lnTo>
                    <a:pt x="99" y="93"/>
                  </a:lnTo>
                  <a:lnTo>
                    <a:pt x="99" y="103"/>
                  </a:lnTo>
                  <a:lnTo>
                    <a:pt x="100" y="109"/>
                  </a:lnTo>
                  <a:lnTo>
                    <a:pt x="100" y="106"/>
                  </a:lnTo>
                  <a:lnTo>
                    <a:pt x="99" y="111"/>
                  </a:lnTo>
                  <a:lnTo>
                    <a:pt x="99" y="121"/>
                  </a:lnTo>
                  <a:lnTo>
                    <a:pt x="95" y="134"/>
                  </a:lnTo>
                  <a:lnTo>
                    <a:pt x="93" y="139"/>
                  </a:lnTo>
                  <a:lnTo>
                    <a:pt x="92" y="143"/>
                  </a:lnTo>
                  <a:lnTo>
                    <a:pt x="89" y="148"/>
                  </a:lnTo>
                  <a:lnTo>
                    <a:pt x="88" y="151"/>
                  </a:lnTo>
                  <a:lnTo>
                    <a:pt x="87" y="154"/>
                  </a:lnTo>
                  <a:lnTo>
                    <a:pt x="83" y="158"/>
                  </a:lnTo>
                  <a:lnTo>
                    <a:pt x="81" y="162"/>
                  </a:lnTo>
                  <a:lnTo>
                    <a:pt x="78" y="166"/>
                  </a:lnTo>
                  <a:lnTo>
                    <a:pt x="76" y="169"/>
                  </a:lnTo>
                  <a:lnTo>
                    <a:pt x="68" y="176"/>
                  </a:lnTo>
                  <a:lnTo>
                    <a:pt x="66" y="178"/>
                  </a:lnTo>
                  <a:lnTo>
                    <a:pt x="62" y="181"/>
                  </a:lnTo>
                  <a:lnTo>
                    <a:pt x="57" y="183"/>
                  </a:lnTo>
                  <a:lnTo>
                    <a:pt x="54" y="187"/>
                  </a:lnTo>
                  <a:lnTo>
                    <a:pt x="51" y="188"/>
                  </a:lnTo>
                  <a:lnTo>
                    <a:pt x="48" y="189"/>
                  </a:lnTo>
                  <a:lnTo>
                    <a:pt x="43" y="192"/>
                  </a:lnTo>
                  <a:lnTo>
                    <a:pt x="39" y="193"/>
                  </a:lnTo>
                  <a:lnTo>
                    <a:pt x="34" y="195"/>
                  </a:lnTo>
                  <a:lnTo>
                    <a:pt x="21" y="199"/>
                  </a:lnTo>
                  <a:lnTo>
                    <a:pt x="11" y="199"/>
                  </a:lnTo>
                  <a:lnTo>
                    <a:pt x="6" y="200"/>
                  </a:lnTo>
                  <a:lnTo>
                    <a:pt x="7" y="200"/>
                  </a:lnTo>
                  <a:lnTo>
                    <a:pt x="5" y="200"/>
                  </a:lnTo>
                  <a:lnTo>
                    <a:pt x="3" y="203"/>
                  </a:lnTo>
                  <a:lnTo>
                    <a:pt x="0" y="205"/>
                  </a:lnTo>
                  <a:lnTo>
                    <a:pt x="0" y="210"/>
                  </a:lnTo>
                  <a:lnTo>
                    <a:pt x="3" y="212"/>
                  </a:lnTo>
                  <a:lnTo>
                    <a:pt x="5" y="215"/>
                  </a:lnTo>
                  <a:lnTo>
                    <a:pt x="7" y="215"/>
                  </a:lnTo>
                  <a:lnTo>
                    <a:pt x="9" y="215"/>
                  </a:lnTo>
                  <a:lnTo>
                    <a:pt x="14" y="214"/>
                  </a:lnTo>
                  <a:lnTo>
                    <a:pt x="23" y="214"/>
                  </a:lnTo>
                  <a:lnTo>
                    <a:pt x="39" y="210"/>
                  </a:lnTo>
                  <a:lnTo>
                    <a:pt x="44" y="208"/>
                  </a:lnTo>
                  <a:lnTo>
                    <a:pt x="48" y="206"/>
                  </a:lnTo>
                  <a:lnTo>
                    <a:pt x="53" y="204"/>
                  </a:lnTo>
                  <a:lnTo>
                    <a:pt x="56" y="203"/>
                  </a:lnTo>
                  <a:lnTo>
                    <a:pt x="64" y="199"/>
                  </a:lnTo>
                  <a:lnTo>
                    <a:pt x="67" y="195"/>
                  </a:lnTo>
                  <a:lnTo>
                    <a:pt x="70" y="193"/>
                  </a:lnTo>
                  <a:lnTo>
                    <a:pt x="76" y="190"/>
                  </a:lnTo>
                  <a:lnTo>
                    <a:pt x="81" y="186"/>
                  </a:lnTo>
                  <a:lnTo>
                    <a:pt x="82" y="182"/>
                  </a:lnTo>
                  <a:lnTo>
                    <a:pt x="85" y="181"/>
                  </a:lnTo>
                  <a:lnTo>
                    <a:pt x="90" y="176"/>
                  </a:lnTo>
                  <a:lnTo>
                    <a:pt x="93" y="170"/>
                  </a:lnTo>
                  <a:lnTo>
                    <a:pt x="95" y="167"/>
                  </a:lnTo>
                  <a:lnTo>
                    <a:pt x="99" y="164"/>
                  </a:lnTo>
                  <a:lnTo>
                    <a:pt x="102" y="156"/>
                  </a:lnTo>
                  <a:lnTo>
                    <a:pt x="104" y="153"/>
                  </a:lnTo>
                  <a:lnTo>
                    <a:pt x="106" y="148"/>
                  </a:lnTo>
                  <a:lnTo>
                    <a:pt x="107" y="144"/>
                  </a:lnTo>
                  <a:lnTo>
                    <a:pt x="110" y="139"/>
                  </a:lnTo>
                  <a:lnTo>
                    <a:pt x="113" y="123"/>
                  </a:lnTo>
                  <a:lnTo>
                    <a:pt x="113" y="114"/>
                  </a:lnTo>
                  <a:lnTo>
                    <a:pt x="115" y="109"/>
                  </a:lnTo>
                  <a:lnTo>
                    <a:pt x="115" y="106"/>
                  </a:lnTo>
                  <a:lnTo>
                    <a:pt x="113" y="100"/>
                  </a:lnTo>
                  <a:lnTo>
                    <a:pt x="113" y="91"/>
                  </a:lnTo>
                  <a:lnTo>
                    <a:pt x="110" y="75"/>
                  </a:lnTo>
                  <a:lnTo>
                    <a:pt x="107" y="70"/>
                  </a:lnTo>
                  <a:lnTo>
                    <a:pt x="106" y="66"/>
                  </a:lnTo>
                  <a:lnTo>
                    <a:pt x="104" y="61"/>
                  </a:lnTo>
                  <a:lnTo>
                    <a:pt x="102" y="58"/>
                  </a:lnTo>
                  <a:lnTo>
                    <a:pt x="99" y="50"/>
                  </a:lnTo>
                  <a:lnTo>
                    <a:pt x="95" y="47"/>
                  </a:lnTo>
                  <a:lnTo>
                    <a:pt x="93" y="44"/>
                  </a:lnTo>
                  <a:lnTo>
                    <a:pt x="90" y="38"/>
                  </a:lnTo>
                  <a:lnTo>
                    <a:pt x="85" y="33"/>
                  </a:lnTo>
                  <a:lnTo>
                    <a:pt x="82" y="32"/>
                  </a:lnTo>
                  <a:lnTo>
                    <a:pt x="81" y="28"/>
                  </a:lnTo>
                  <a:lnTo>
                    <a:pt x="76" y="24"/>
                  </a:lnTo>
                  <a:lnTo>
                    <a:pt x="70" y="21"/>
                  </a:lnTo>
                  <a:lnTo>
                    <a:pt x="67" y="19"/>
                  </a:lnTo>
                  <a:lnTo>
                    <a:pt x="64" y="15"/>
                  </a:lnTo>
                  <a:lnTo>
                    <a:pt x="56" y="11"/>
                  </a:lnTo>
                  <a:lnTo>
                    <a:pt x="53" y="10"/>
                  </a:lnTo>
                  <a:lnTo>
                    <a:pt x="48" y="8"/>
                  </a:lnTo>
                  <a:lnTo>
                    <a:pt x="44" y="6"/>
                  </a:lnTo>
                  <a:lnTo>
                    <a:pt x="39" y="4"/>
                  </a:lnTo>
                  <a:lnTo>
                    <a:pt x="23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7" name="Google Shape;517;g25b31dfce90_0_3"/>
            <p:cNvSpPr/>
            <p:nvPr/>
          </p:nvSpPr>
          <p:spPr>
            <a:xfrm>
              <a:off x="1085" y="1934"/>
              <a:ext cx="164" cy="15"/>
            </a:xfrm>
            <a:custGeom>
              <a:avLst/>
              <a:gdLst/>
              <a:ahLst/>
              <a:cxnLst/>
              <a:rect l="l" t="t" r="r" b="b"/>
              <a:pathLst>
                <a:path w="164" h="15" extrusionOk="0">
                  <a:moveTo>
                    <a:pt x="157" y="15"/>
                  </a:moveTo>
                  <a:lnTo>
                    <a:pt x="159" y="15"/>
                  </a:lnTo>
                  <a:lnTo>
                    <a:pt x="162" y="13"/>
                  </a:lnTo>
                  <a:lnTo>
                    <a:pt x="164" y="10"/>
                  </a:lnTo>
                  <a:lnTo>
                    <a:pt x="164" y="5"/>
                  </a:lnTo>
                  <a:lnTo>
                    <a:pt x="162" y="3"/>
                  </a:lnTo>
                  <a:lnTo>
                    <a:pt x="159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3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15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8" name="Google Shape;518;g25b31dfce90_0_3"/>
            <p:cNvSpPr/>
            <p:nvPr/>
          </p:nvSpPr>
          <p:spPr>
            <a:xfrm>
              <a:off x="1085" y="2134"/>
              <a:ext cx="164" cy="15"/>
            </a:xfrm>
            <a:custGeom>
              <a:avLst/>
              <a:gdLst/>
              <a:ahLst/>
              <a:cxnLst/>
              <a:rect l="l" t="t" r="r" b="b"/>
              <a:pathLst>
                <a:path w="164" h="15" extrusionOk="0">
                  <a:moveTo>
                    <a:pt x="157" y="15"/>
                  </a:moveTo>
                  <a:lnTo>
                    <a:pt x="159" y="15"/>
                  </a:lnTo>
                  <a:lnTo>
                    <a:pt x="162" y="12"/>
                  </a:lnTo>
                  <a:lnTo>
                    <a:pt x="164" y="10"/>
                  </a:lnTo>
                  <a:lnTo>
                    <a:pt x="164" y="5"/>
                  </a:lnTo>
                  <a:lnTo>
                    <a:pt x="162" y="3"/>
                  </a:lnTo>
                  <a:lnTo>
                    <a:pt x="159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15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" name="Google Shape;519;g25b31dfce90_0_3"/>
            <p:cNvSpPr/>
            <p:nvPr/>
          </p:nvSpPr>
          <p:spPr>
            <a:xfrm>
              <a:off x="1085" y="1934"/>
              <a:ext cx="14" cy="215"/>
            </a:xfrm>
            <a:custGeom>
              <a:avLst/>
              <a:gdLst/>
              <a:ahLst/>
              <a:cxnLst/>
              <a:rect l="l" t="t" r="r" b="b"/>
              <a:pathLst>
                <a:path w="14" h="215" extrusionOk="0">
                  <a:moveTo>
                    <a:pt x="14" y="8"/>
                  </a:moveTo>
                  <a:lnTo>
                    <a:pt x="14" y="5"/>
                  </a:lnTo>
                  <a:lnTo>
                    <a:pt x="12" y="3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210"/>
                  </a:lnTo>
                  <a:lnTo>
                    <a:pt x="2" y="212"/>
                  </a:lnTo>
                  <a:lnTo>
                    <a:pt x="5" y="215"/>
                  </a:lnTo>
                  <a:lnTo>
                    <a:pt x="9" y="215"/>
                  </a:lnTo>
                  <a:lnTo>
                    <a:pt x="12" y="212"/>
                  </a:lnTo>
                  <a:lnTo>
                    <a:pt x="14" y="210"/>
                  </a:lnTo>
                  <a:lnTo>
                    <a:pt x="14" y="208"/>
                  </a:lnTo>
                  <a:lnTo>
                    <a:pt x="14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g25b31dfce90_0_3"/>
            <p:cNvSpPr/>
            <p:nvPr/>
          </p:nvSpPr>
          <p:spPr>
            <a:xfrm>
              <a:off x="1319" y="2014"/>
              <a:ext cx="64" cy="63"/>
            </a:xfrm>
            <a:custGeom>
              <a:avLst/>
              <a:gdLst/>
              <a:ahLst/>
              <a:cxnLst/>
              <a:rect l="l" t="t" r="r" b="b"/>
              <a:pathLst>
                <a:path w="64" h="63" extrusionOk="0">
                  <a:moveTo>
                    <a:pt x="0" y="31"/>
                  </a:moveTo>
                  <a:lnTo>
                    <a:pt x="0" y="41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2" y="45"/>
                  </a:lnTo>
                  <a:lnTo>
                    <a:pt x="4" y="50"/>
                  </a:lnTo>
                  <a:lnTo>
                    <a:pt x="8" y="52"/>
                  </a:lnTo>
                  <a:lnTo>
                    <a:pt x="4" y="48"/>
                  </a:lnTo>
                  <a:lnTo>
                    <a:pt x="4" y="50"/>
                  </a:lnTo>
                  <a:lnTo>
                    <a:pt x="13" y="58"/>
                  </a:lnTo>
                  <a:lnTo>
                    <a:pt x="14" y="58"/>
                  </a:lnTo>
                  <a:lnTo>
                    <a:pt x="11" y="54"/>
                  </a:lnTo>
                  <a:lnTo>
                    <a:pt x="13" y="58"/>
                  </a:lnTo>
                  <a:lnTo>
                    <a:pt x="18" y="60"/>
                  </a:lnTo>
                  <a:lnTo>
                    <a:pt x="19" y="62"/>
                  </a:lnTo>
                  <a:lnTo>
                    <a:pt x="20" y="62"/>
                  </a:lnTo>
                  <a:lnTo>
                    <a:pt x="22" y="63"/>
                  </a:lnTo>
                  <a:lnTo>
                    <a:pt x="29" y="63"/>
                  </a:lnTo>
                  <a:lnTo>
                    <a:pt x="37" y="62"/>
                  </a:lnTo>
                  <a:lnTo>
                    <a:pt x="36" y="63"/>
                  </a:lnTo>
                  <a:lnTo>
                    <a:pt x="42" y="63"/>
                  </a:lnTo>
                  <a:lnTo>
                    <a:pt x="43" y="62"/>
                  </a:lnTo>
                  <a:lnTo>
                    <a:pt x="45" y="62"/>
                  </a:lnTo>
                  <a:lnTo>
                    <a:pt x="46" y="60"/>
                  </a:lnTo>
                  <a:lnTo>
                    <a:pt x="51" y="58"/>
                  </a:lnTo>
                  <a:lnTo>
                    <a:pt x="53" y="54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2" y="57"/>
                  </a:lnTo>
                  <a:lnTo>
                    <a:pt x="56" y="54"/>
                  </a:lnTo>
                  <a:lnTo>
                    <a:pt x="58" y="51"/>
                  </a:lnTo>
                  <a:lnTo>
                    <a:pt x="59" y="50"/>
                  </a:lnTo>
                  <a:lnTo>
                    <a:pt x="59" y="48"/>
                  </a:lnTo>
                  <a:lnTo>
                    <a:pt x="56" y="52"/>
                  </a:lnTo>
                  <a:lnTo>
                    <a:pt x="59" y="50"/>
                  </a:lnTo>
                  <a:lnTo>
                    <a:pt x="62" y="45"/>
                  </a:lnTo>
                  <a:lnTo>
                    <a:pt x="63" y="43"/>
                  </a:lnTo>
                  <a:lnTo>
                    <a:pt x="63" y="42"/>
                  </a:lnTo>
                  <a:lnTo>
                    <a:pt x="64" y="41"/>
                  </a:lnTo>
                  <a:lnTo>
                    <a:pt x="64" y="35"/>
                  </a:lnTo>
                  <a:lnTo>
                    <a:pt x="63" y="36"/>
                  </a:lnTo>
                  <a:lnTo>
                    <a:pt x="64" y="28"/>
                  </a:lnTo>
                  <a:lnTo>
                    <a:pt x="64" y="22"/>
                  </a:lnTo>
                  <a:lnTo>
                    <a:pt x="63" y="20"/>
                  </a:lnTo>
                  <a:lnTo>
                    <a:pt x="63" y="19"/>
                  </a:lnTo>
                  <a:lnTo>
                    <a:pt x="62" y="18"/>
                  </a:lnTo>
                  <a:lnTo>
                    <a:pt x="62" y="15"/>
                  </a:lnTo>
                  <a:lnTo>
                    <a:pt x="56" y="9"/>
                  </a:lnTo>
                  <a:lnTo>
                    <a:pt x="57" y="12"/>
                  </a:lnTo>
                  <a:lnTo>
                    <a:pt x="59" y="13"/>
                  </a:lnTo>
                  <a:lnTo>
                    <a:pt x="58" y="12"/>
                  </a:lnTo>
                  <a:lnTo>
                    <a:pt x="56" y="8"/>
                  </a:lnTo>
                  <a:lnTo>
                    <a:pt x="52" y="6"/>
                  </a:lnTo>
                  <a:lnTo>
                    <a:pt x="50" y="3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4" y="3"/>
                  </a:lnTo>
                  <a:lnTo>
                    <a:pt x="4" y="13"/>
                  </a:lnTo>
                  <a:lnTo>
                    <a:pt x="7" y="12"/>
                  </a:lnTo>
                  <a:lnTo>
                    <a:pt x="8" y="9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0" y="22"/>
                  </a:lnTo>
                  <a:lnTo>
                    <a:pt x="0" y="31"/>
                  </a:lnTo>
                  <a:lnTo>
                    <a:pt x="14" y="31"/>
                  </a:lnTo>
                  <a:lnTo>
                    <a:pt x="14" y="26"/>
                  </a:lnTo>
                  <a:lnTo>
                    <a:pt x="15" y="25"/>
                  </a:lnTo>
                  <a:lnTo>
                    <a:pt x="15" y="24"/>
                  </a:lnTo>
                  <a:lnTo>
                    <a:pt x="17" y="23"/>
                  </a:lnTo>
                  <a:lnTo>
                    <a:pt x="17" y="20"/>
                  </a:lnTo>
                  <a:lnTo>
                    <a:pt x="13" y="24"/>
                  </a:lnTo>
                  <a:lnTo>
                    <a:pt x="17" y="22"/>
                  </a:lnTo>
                  <a:lnTo>
                    <a:pt x="19" y="18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5" y="15"/>
                  </a:lnTo>
                  <a:lnTo>
                    <a:pt x="26" y="14"/>
                  </a:lnTo>
                  <a:lnTo>
                    <a:pt x="33" y="14"/>
                  </a:lnTo>
                  <a:lnTo>
                    <a:pt x="37" y="14"/>
                  </a:lnTo>
                  <a:lnTo>
                    <a:pt x="39" y="15"/>
                  </a:lnTo>
                  <a:lnTo>
                    <a:pt x="41" y="15"/>
                  </a:lnTo>
                  <a:lnTo>
                    <a:pt x="42" y="17"/>
                  </a:lnTo>
                  <a:lnTo>
                    <a:pt x="41" y="14"/>
                  </a:lnTo>
                  <a:lnTo>
                    <a:pt x="41" y="15"/>
                  </a:lnTo>
                  <a:lnTo>
                    <a:pt x="45" y="18"/>
                  </a:lnTo>
                  <a:lnTo>
                    <a:pt x="47" y="20"/>
                  </a:lnTo>
                  <a:lnTo>
                    <a:pt x="46" y="18"/>
                  </a:lnTo>
                  <a:lnTo>
                    <a:pt x="43" y="17"/>
                  </a:lnTo>
                  <a:lnTo>
                    <a:pt x="45" y="18"/>
                  </a:lnTo>
                  <a:lnTo>
                    <a:pt x="47" y="22"/>
                  </a:lnTo>
                  <a:lnTo>
                    <a:pt x="51" y="24"/>
                  </a:lnTo>
                  <a:lnTo>
                    <a:pt x="47" y="20"/>
                  </a:lnTo>
                  <a:lnTo>
                    <a:pt x="47" y="23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50" y="26"/>
                  </a:lnTo>
                  <a:lnTo>
                    <a:pt x="50" y="30"/>
                  </a:lnTo>
                  <a:lnTo>
                    <a:pt x="52" y="35"/>
                  </a:lnTo>
                  <a:lnTo>
                    <a:pt x="53" y="26"/>
                  </a:lnTo>
                  <a:lnTo>
                    <a:pt x="50" y="30"/>
                  </a:lnTo>
                  <a:lnTo>
                    <a:pt x="50" y="36"/>
                  </a:lnTo>
                  <a:lnTo>
                    <a:pt x="48" y="37"/>
                  </a:lnTo>
                  <a:lnTo>
                    <a:pt x="48" y="39"/>
                  </a:lnTo>
                  <a:lnTo>
                    <a:pt x="47" y="40"/>
                  </a:lnTo>
                  <a:lnTo>
                    <a:pt x="50" y="40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6"/>
                  </a:lnTo>
                  <a:lnTo>
                    <a:pt x="46" y="45"/>
                  </a:lnTo>
                  <a:lnTo>
                    <a:pt x="47" y="42"/>
                  </a:lnTo>
                  <a:lnTo>
                    <a:pt x="46" y="43"/>
                  </a:lnTo>
                  <a:lnTo>
                    <a:pt x="45" y="43"/>
                  </a:lnTo>
                  <a:lnTo>
                    <a:pt x="39" y="50"/>
                  </a:lnTo>
                  <a:lnTo>
                    <a:pt x="41" y="48"/>
                  </a:lnTo>
                  <a:lnTo>
                    <a:pt x="41" y="46"/>
                  </a:lnTo>
                  <a:lnTo>
                    <a:pt x="40" y="47"/>
                  </a:lnTo>
                  <a:lnTo>
                    <a:pt x="39" y="47"/>
                  </a:lnTo>
                  <a:lnTo>
                    <a:pt x="37" y="48"/>
                  </a:lnTo>
                  <a:lnTo>
                    <a:pt x="31" y="48"/>
                  </a:lnTo>
                  <a:lnTo>
                    <a:pt x="28" y="52"/>
                  </a:lnTo>
                  <a:lnTo>
                    <a:pt x="36" y="51"/>
                  </a:lnTo>
                  <a:lnTo>
                    <a:pt x="31" y="48"/>
                  </a:lnTo>
                  <a:lnTo>
                    <a:pt x="26" y="48"/>
                  </a:lnTo>
                  <a:lnTo>
                    <a:pt x="25" y="47"/>
                  </a:lnTo>
                  <a:lnTo>
                    <a:pt x="24" y="47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5" y="50"/>
                  </a:lnTo>
                  <a:lnTo>
                    <a:pt x="19" y="43"/>
                  </a:lnTo>
                  <a:lnTo>
                    <a:pt x="18" y="43"/>
                  </a:lnTo>
                  <a:lnTo>
                    <a:pt x="19" y="45"/>
                  </a:lnTo>
                  <a:lnTo>
                    <a:pt x="19" y="43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7" y="40"/>
                  </a:lnTo>
                  <a:lnTo>
                    <a:pt x="15" y="39"/>
                  </a:lnTo>
                  <a:lnTo>
                    <a:pt x="15" y="37"/>
                  </a:lnTo>
                  <a:lnTo>
                    <a:pt x="14" y="36"/>
                  </a:lnTo>
                  <a:lnTo>
                    <a:pt x="14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g25b31dfce90_0_3"/>
            <p:cNvSpPr/>
            <p:nvPr/>
          </p:nvSpPr>
          <p:spPr>
            <a:xfrm>
              <a:off x="597" y="1675"/>
              <a:ext cx="266" cy="15"/>
            </a:xfrm>
            <a:custGeom>
              <a:avLst/>
              <a:gdLst/>
              <a:ahLst/>
              <a:cxnLst/>
              <a:rect l="l" t="t" r="r" b="b"/>
              <a:pathLst>
                <a:path w="266" h="15" extrusionOk="0">
                  <a:moveTo>
                    <a:pt x="8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5" y="15"/>
                  </a:lnTo>
                  <a:lnTo>
                    <a:pt x="261" y="15"/>
                  </a:lnTo>
                  <a:lnTo>
                    <a:pt x="264" y="12"/>
                  </a:lnTo>
                  <a:lnTo>
                    <a:pt x="266" y="10"/>
                  </a:lnTo>
                  <a:lnTo>
                    <a:pt x="266" y="5"/>
                  </a:lnTo>
                  <a:lnTo>
                    <a:pt x="264" y="2"/>
                  </a:lnTo>
                  <a:lnTo>
                    <a:pt x="261" y="0"/>
                  </a:lnTo>
                  <a:lnTo>
                    <a:pt x="259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g25b31dfce90_0_3"/>
            <p:cNvSpPr/>
            <p:nvPr/>
          </p:nvSpPr>
          <p:spPr>
            <a:xfrm>
              <a:off x="848" y="1401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244" h="14" extrusionOk="0">
                  <a:moveTo>
                    <a:pt x="237" y="14"/>
                  </a:moveTo>
                  <a:lnTo>
                    <a:pt x="239" y="14"/>
                  </a:lnTo>
                  <a:lnTo>
                    <a:pt x="242" y="12"/>
                  </a:lnTo>
                  <a:lnTo>
                    <a:pt x="244" y="9"/>
                  </a:lnTo>
                  <a:lnTo>
                    <a:pt x="244" y="5"/>
                  </a:lnTo>
                  <a:lnTo>
                    <a:pt x="242" y="2"/>
                  </a:lnTo>
                  <a:lnTo>
                    <a:pt x="23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9"/>
                  </a:lnTo>
                  <a:lnTo>
                    <a:pt x="3" y="12"/>
                  </a:lnTo>
                  <a:lnTo>
                    <a:pt x="5" y="14"/>
                  </a:lnTo>
                  <a:lnTo>
                    <a:pt x="8" y="14"/>
                  </a:lnTo>
                  <a:lnTo>
                    <a:pt x="23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g25b31dfce90_0_3"/>
            <p:cNvSpPr/>
            <p:nvPr/>
          </p:nvSpPr>
          <p:spPr>
            <a:xfrm>
              <a:off x="848" y="1401"/>
              <a:ext cx="15" cy="586"/>
            </a:xfrm>
            <a:custGeom>
              <a:avLst/>
              <a:gdLst/>
              <a:ahLst/>
              <a:cxnLst/>
              <a:rect l="l" t="t" r="r" b="b"/>
              <a:pathLst>
                <a:path w="15" h="586" extrusionOk="0">
                  <a:moveTo>
                    <a:pt x="15" y="7"/>
                  </a:moveTo>
                  <a:lnTo>
                    <a:pt x="15" y="5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81"/>
                  </a:lnTo>
                  <a:lnTo>
                    <a:pt x="3" y="583"/>
                  </a:lnTo>
                  <a:lnTo>
                    <a:pt x="5" y="586"/>
                  </a:lnTo>
                  <a:lnTo>
                    <a:pt x="10" y="586"/>
                  </a:lnTo>
                  <a:lnTo>
                    <a:pt x="13" y="583"/>
                  </a:lnTo>
                  <a:lnTo>
                    <a:pt x="15" y="581"/>
                  </a:lnTo>
                  <a:lnTo>
                    <a:pt x="15" y="578"/>
                  </a:lnTo>
                  <a:lnTo>
                    <a:pt x="15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4" name="Google Shape;524;g25b31dfce90_0_3"/>
            <p:cNvSpPr/>
            <p:nvPr/>
          </p:nvSpPr>
          <p:spPr>
            <a:xfrm>
              <a:off x="848" y="1972"/>
              <a:ext cx="244" cy="15"/>
            </a:xfrm>
            <a:custGeom>
              <a:avLst/>
              <a:gdLst/>
              <a:ahLst/>
              <a:cxnLst/>
              <a:rect l="l" t="t" r="r" b="b"/>
              <a:pathLst>
                <a:path w="244" h="15" extrusionOk="0">
                  <a:moveTo>
                    <a:pt x="8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2"/>
                  </a:lnTo>
                  <a:lnTo>
                    <a:pt x="5" y="15"/>
                  </a:lnTo>
                  <a:lnTo>
                    <a:pt x="239" y="15"/>
                  </a:lnTo>
                  <a:lnTo>
                    <a:pt x="242" y="12"/>
                  </a:lnTo>
                  <a:lnTo>
                    <a:pt x="244" y="10"/>
                  </a:lnTo>
                  <a:lnTo>
                    <a:pt x="244" y="5"/>
                  </a:lnTo>
                  <a:lnTo>
                    <a:pt x="242" y="3"/>
                  </a:lnTo>
                  <a:lnTo>
                    <a:pt x="239" y="0"/>
                  </a:lnTo>
                  <a:lnTo>
                    <a:pt x="237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" name="Google Shape;525;g25b31dfce90_0_3"/>
            <p:cNvSpPr/>
            <p:nvPr/>
          </p:nvSpPr>
          <p:spPr>
            <a:xfrm>
              <a:off x="831" y="1663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g25b31dfce90_0_3"/>
            <p:cNvSpPr/>
            <p:nvPr/>
          </p:nvSpPr>
          <p:spPr>
            <a:xfrm>
              <a:off x="824" y="1655"/>
              <a:ext cx="60" cy="60"/>
            </a:xfrm>
            <a:custGeom>
              <a:avLst/>
              <a:gdLst/>
              <a:ahLst/>
              <a:cxnLst/>
              <a:rect l="l" t="t" r="r" b="b"/>
              <a:pathLst>
                <a:path w="60" h="60" extrusionOk="0">
                  <a:moveTo>
                    <a:pt x="0" y="31"/>
                  </a:moveTo>
                  <a:lnTo>
                    <a:pt x="0" y="39"/>
                  </a:lnTo>
                  <a:lnTo>
                    <a:pt x="1" y="41"/>
                  </a:lnTo>
                  <a:lnTo>
                    <a:pt x="4" y="45"/>
                  </a:lnTo>
                  <a:lnTo>
                    <a:pt x="5" y="45"/>
                  </a:lnTo>
                  <a:lnTo>
                    <a:pt x="2" y="44"/>
                  </a:lnTo>
                  <a:lnTo>
                    <a:pt x="4" y="45"/>
                  </a:lnTo>
                  <a:lnTo>
                    <a:pt x="6" y="49"/>
                  </a:lnTo>
                  <a:lnTo>
                    <a:pt x="10" y="52"/>
                  </a:lnTo>
                  <a:lnTo>
                    <a:pt x="6" y="48"/>
                  </a:lnTo>
                  <a:lnTo>
                    <a:pt x="9" y="52"/>
                  </a:lnTo>
                  <a:lnTo>
                    <a:pt x="12" y="54"/>
                  </a:lnTo>
                  <a:lnTo>
                    <a:pt x="9" y="50"/>
                  </a:lnTo>
                  <a:lnTo>
                    <a:pt x="11" y="54"/>
                  </a:lnTo>
                  <a:lnTo>
                    <a:pt x="15" y="56"/>
                  </a:lnTo>
                  <a:lnTo>
                    <a:pt x="16" y="58"/>
                  </a:lnTo>
                  <a:lnTo>
                    <a:pt x="15" y="55"/>
                  </a:lnTo>
                  <a:lnTo>
                    <a:pt x="15" y="56"/>
                  </a:lnTo>
                  <a:lnTo>
                    <a:pt x="19" y="59"/>
                  </a:lnTo>
                  <a:lnTo>
                    <a:pt x="21" y="60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38" y="54"/>
                  </a:lnTo>
                  <a:lnTo>
                    <a:pt x="35" y="58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5" y="56"/>
                  </a:lnTo>
                  <a:lnTo>
                    <a:pt x="45" y="55"/>
                  </a:lnTo>
                  <a:lnTo>
                    <a:pt x="44" y="58"/>
                  </a:lnTo>
                  <a:lnTo>
                    <a:pt x="45" y="56"/>
                  </a:lnTo>
                  <a:lnTo>
                    <a:pt x="49" y="54"/>
                  </a:lnTo>
                  <a:lnTo>
                    <a:pt x="51" y="50"/>
                  </a:lnTo>
                  <a:lnTo>
                    <a:pt x="48" y="54"/>
                  </a:lnTo>
                  <a:lnTo>
                    <a:pt x="51" y="52"/>
                  </a:lnTo>
                  <a:lnTo>
                    <a:pt x="54" y="48"/>
                  </a:lnTo>
                  <a:lnTo>
                    <a:pt x="50" y="52"/>
                  </a:lnTo>
                  <a:lnTo>
                    <a:pt x="54" y="49"/>
                  </a:lnTo>
                  <a:lnTo>
                    <a:pt x="56" y="45"/>
                  </a:lnTo>
                  <a:lnTo>
                    <a:pt x="57" y="44"/>
                  </a:lnTo>
                  <a:lnTo>
                    <a:pt x="55" y="45"/>
                  </a:lnTo>
                  <a:lnTo>
                    <a:pt x="56" y="45"/>
                  </a:lnTo>
                  <a:lnTo>
                    <a:pt x="58" y="41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4" y="38"/>
                  </a:lnTo>
                  <a:lnTo>
                    <a:pt x="58" y="26"/>
                  </a:lnTo>
                  <a:lnTo>
                    <a:pt x="60" y="27"/>
                  </a:lnTo>
                  <a:lnTo>
                    <a:pt x="60" y="21"/>
                  </a:lnTo>
                  <a:lnTo>
                    <a:pt x="58" y="20"/>
                  </a:lnTo>
                  <a:lnTo>
                    <a:pt x="56" y="15"/>
                  </a:lnTo>
                  <a:lnTo>
                    <a:pt x="55" y="15"/>
                  </a:lnTo>
                  <a:lnTo>
                    <a:pt x="57" y="16"/>
                  </a:lnTo>
                  <a:lnTo>
                    <a:pt x="56" y="15"/>
                  </a:lnTo>
                  <a:lnTo>
                    <a:pt x="54" y="11"/>
                  </a:lnTo>
                  <a:lnTo>
                    <a:pt x="50" y="9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8" y="6"/>
                  </a:lnTo>
                  <a:lnTo>
                    <a:pt x="51" y="10"/>
                  </a:lnTo>
                  <a:lnTo>
                    <a:pt x="49" y="6"/>
                  </a:lnTo>
                  <a:lnTo>
                    <a:pt x="45" y="4"/>
                  </a:lnTo>
                  <a:lnTo>
                    <a:pt x="44" y="3"/>
                  </a:lnTo>
                  <a:lnTo>
                    <a:pt x="45" y="5"/>
                  </a:lnTo>
                  <a:lnTo>
                    <a:pt x="45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21" y="0"/>
                  </a:lnTo>
                  <a:lnTo>
                    <a:pt x="19" y="2"/>
                  </a:lnTo>
                  <a:lnTo>
                    <a:pt x="15" y="4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1" y="6"/>
                  </a:lnTo>
                  <a:lnTo>
                    <a:pt x="9" y="10"/>
                  </a:lnTo>
                  <a:lnTo>
                    <a:pt x="12" y="6"/>
                  </a:lnTo>
                  <a:lnTo>
                    <a:pt x="9" y="9"/>
                  </a:lnTo>
                  <a:lnTo>
                    <a:pt x="6" y="13"/>
                  </a:lnTo>
                  <a:lnTo>
                    <a:pt x="10" y="9"/>
                  </a:lnTo>
                  <a:lnTo>
                    <a:pt x="6" y="11"/>
                  </a:lnTo>
                  <a:lnTo>
                    <a:pt x="4" y="15"/>
                  </a:lnTo>
                  <a:lnTo>
                    <a:pt x="2" y="16"/>
                  </a:lnTo>
                  <a:lnTo>
                    <a:pt x="5" y="15"/>
                  </a:lnTo>
                  <a:lnTo>
                    <a:pt x="4" y="15"/>
                  </a:lnTo>
                  <a:lnTo>
                    <a:pt x="1" y="20"/>
                  </a:lnTo>
                  <a:lnTo>
                    <a:pt x="0" y="21"/>
                  </a:lnTo>
                  <a:lnTo>
                    <a:pt x="0" y="31"/>
                  </a:lnTo>
                  <a:lnTo>
                    <a:pt x="15" y="31"/>
                  </a:lnTo>
                  <a:lnTo>
                    <a:pt x="15" y="26"/>
                  </a:lnTo>
                  <a:lnTo>
                    <a:pt x="16" y="25"/>
                  </a:lnTo>
                  <a:lnTo>
                    <a:pt x="13" y="25"/>
                  </a:lnTo>
                  <a:lnTo>
                    <a:pt x="15" y="25"/>
                  </a:lnTo>
                  <a:lnTo>
                    <a:pt x="17" y="21"/>
                  </a:lnTo>
                  <a:lnTo>
                    <a:pt x="18" y="20"/>
                  </a:lnTo>
                  <a:lnTo>
                    <a:pt x="16" y="21"/>
                  </a:lnTo>
                  <a:lnTo>
                    <a:pt x="15" y="24"/>
                  </a:lnTo>
                  <a:lnTo>
                    <a:pt x="21" y="17"/>
                  </a:lnTo>
                  <a:lnTo>
                    <a:pt x="18" y="19"/>
                  </a:lnTo>
                  <a:lnTo>
                    <a:pt x="17" y="21"/>
                  </a:lnTo>
                  <a:lnTo>
                    <a:pt x="23" y="15"/>
                  </a:lnTo>
                  <a:lnTo>
                    <a:pt x="21" y="16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4" y="15"/>
                  </a:lnTo>
                  <a:lnTo>
                    <a:pt x="24" y="14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30" y="15"/>
                  </a:lnTo>
                  <a:lnTo>
                    <a:pt x="34" y="15"/>
                  </a:lnTo>
                  <a:lnTo>
                    <a:pt x="35" y="16"/>
                  </a:lnTo>
                  <a:lnTo>
                    <a:pt x="35" y="14"/>
                  </a:lnTo>
                  <a:lnTo>
                    <a:pt x="35" y="15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39" y="16"/>
                  </a:lnTo>
                  <a:lnTo>
                    <a:pt x="37" y="15"/>
                  </a:lnTo>
                  <a:lnTo>
                    <a:pt x="43" y="21"/>
                  </a:lnTo>
                  <a:lnTo>
                    <a:pt x="41" y="19"/>
                  </a:lnTo>
                  <a:lnTo>
                    <a:pt x="39" y="17"/>
                  </a:lnTo>
                  <a:lnTo>
                    <a:pt x="45" y="24"/>
                  </a:lnTo>
                  <a:lnTo>
                    <a:pt x="44" y="21"/>
                  </a:lnTo>
                  <a:lnTo>
                    <a:pt x="41" y="20"/>
                  </a:lnTo>
                  <a:lnTo>
                    <a:pt x="43" y="21"/>
                  </a:lnTo>
                  <a:lnTo>
                    <a:pt x="45" y="25"/>
                  </a:lnTo>
                  <a:lnTo>
                    <a:pt x="46" y="25"/>
                  </a:lnTo>
                  <a:lnTo>
                    <a:pt x="44" y="25"/>
                  </a:lnTo>
                  <a:lnTo>
                    <a:pt x="45" y="26"/>
                  </a:lnTo>
                  <a:lnTo>
                    <a:pt x="45" y="32"/>
                  </a:lnTo>
                  <a:lnTo>
                    <a:pt x="49" y="36"/>
                  </a:lnTo>
                  <a:lnTo>
                    <a:pt x="54" y="24"/>
                  </a:lnTo>
                  <a:lnTo>
                    <a:pt x="48" y="26"/>
                  </a:lnTo>
                  <a:lnTo>
                    <a:pt x="45" y="35"/>
                  </a:lnTo>
                  <a:lnTo>
                    <a:pt x="44" y="36"/>
                  </a:lnTo>
                  <a:lnTo>
                    <a:pt x="46" y="36"/>
                  </a:lnTo>
                  <a:lnTo>
                    <a:pt x="45" y="36"/>
                  </a:lnTo>
                  <a:lnTo>
                    <a:pt x="43" y="39"/>
                  </a:lnTo>
                  <a:lnTo>
                    <a:pt x="41" y="41"/>
                  </a:lnTo>
                  <a:lnTo>
                    <a:pt x="44" y="39"/>
                  </a:lnTo>
                  <a:lnTo>
                    <a:pt x="45" y="37"/>
                  </a:lnTo>
                  <a:lnTo>
                    <a:pt x="39" y="43"/>
                  </a:lnTo>
                  <a:lnTo>
                    <a:pt x="41" y="42"/>
                  </a:lnTo>
                  <a:lnTo>
                    <a:pt x="43" y="39"/>
                  </a:lnTo>
                  <a:lnTo>
                    <a:pt x="37" y="45"/>
                  </a:lnTo>
                  <a:lnTo>
                    <a:pt x="39" y="44"/>
                  </a:lnTo>
                  <a:lnTo>
                    <a:pt x="40" y="42"/>
                  </a:lnTo>
                  <a:lnTo>
                    <a:pt x="39" y="43"/>
                  </a:lnTo>
                  <a:lnTo>
                    <a:pt x="35" y="45"/>
                  </a:lnTo>
                  <a:lnTo>
                    <a:pt x="35" y="47"/>
                  </a:lnTo>
                  <a:lnTo>
                    <a:pt x="35" y="44"/>
                  </a:lnTo>
                  <a:lnTo>
                    <a:pt x="34" y="45"/>
                  </a:lnTo>
                  <a:lnTo>
                    <a:pt x="26" y="48"/>
                  </a:lnTo>
                  <a:lnTo>
                    <a:pt x="23" y="54"/>
                  </a:lnTo>
                  <a:lnTo>
                    <a:pt x="35" y="49"/>
                  </a:lnTo>
                  <a:lnTo>
                    <a:pt x="32" y="45"/>
                  </a:lnTo>
                  <a:lnTo>
                    <a:pt x="26" y="45"/>
                  </a:lnTo>
                  <a:lnTo>
                    <a:pt x="24" y="44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1" y="43"/>
                  </a:lnTo>
                  <a:lnTo>
                    <a:pt x="19" y="42"/>
                  </a:lnTo>
                  <a:lnTo>
                    <a:pt x="21" y="44"/>
                  </a:lnTo>
                  <a:lnTo>
                    <a:pt x="23" y="45"/>
                  </a:lnTo>
                  <a:lnTo>
                    <a:pt x="17" y="39"/>
                  </a:lnTo>
                  <a:lnTo>
                    <a:pt x="18" y="42"/>
                  </a:lnTo>
                  <a:lnTo>
                    <a:pt x="21" y="43"/>
                  </a:lnTo>
                  <a:lnTo>
                    <a:pt x="15" y="37"/>
                  </a:lnTo>
                  <a:lnTo>
                    <a:pt x="16" y="39"/>
                  </a:lnTo>
                  <a:lnTo>
                    <a:pt x="18" y="41"/>
                  </a:lnTo>
                  <a:lnTo>
                    <a:pt x="17" y="39"/>
                  </a:lnTo>
                  <a:lnTo>
                    <a:pt x="15" y="36"/>
                  </a:lnTo>
                  <a:lnTo>
                    <a:pt x="13" y="36"/>
                  </a:lnTo>
                  <a:lnTo>
                    <a:pt x="16" y="36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g25b31dfce90_0_3"/>
            <p:cNvSpPr/>
            <p:nvPr/>
          </p:nvSpPr>
          <p:spPr>
            <a:xfrm>
              <a:off x="411" y="1564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36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8" name="Google Shape;528;g25b31dfce90_0_3"/>
            <p:cNvSpPr/>
            <p:nvPr/>
          </p:nvSpPr>
          <p:spPr>
            <a:xfrm>
              <a:off x="573" y="2095"/>
              <a:ext cx="525" cy="15"/>
            </a:xfrm>
            <a:custGeom>
              <a:avLst/>
              <a:gdLst/>
              <a:ahLst/>
              <a:cxnLst/>
              <a:rect l="l" t="t" r="r" b="b"/>
              <a:pathLst>
                <a:path w="525" h="15" extrusionOk="0">
                  <a:moveTo>
                    <a:pt x="518" y="15"/>
                  </a:moveTo>
                  <a:lnTo>
                    <a:pt x="520" y="15"/>
                  </a:lnTo>
                  <a:lnTo>
                    <a:pt x="523" y="12"/>
                  </a:lnTo>
                  <a:lnTo>
                    <a:pt x="525" y="10"/>
                  </a:lnTo>
                  <a:lnTo>
                    <a:pt x="525" y="5"/>
                  </a:lnTo>
                  <a:lnTo>
                    <a:pt x="523" y="3"/>
                  </a:lnTo>
                  <a:lnTo>
                    <a:pt x="52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518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g25b31dfce90_0_3"/>
            <p:cNvSpPr/>
            <p:nvPr/>
          </p:nvSpPr>
          <p:spPr>
            <a:xfrm>
              <a:off x="599" y="1258"/>
              <a:ext cx="494" cy="15"/>
            </a:xfrm>
            <a:custGeom>
              <a:avLst/>
              <a:gdLst/>
              <a:ahLst/>
              <a:cxnLst/>
              <a:rect l="l" t="t" r="r" b="b"/>
              <a:pathLst>
                <a:path w="494" h="15" extrusionOk="0">
                  <a:moveTo>
                    <a:pt x="487" y="15"/>
                  </a:moveTo>
                  <a:lnTo>
                    <a:pt x="489" y="15"/>
                  </a:lnTo>
                  <a:lnTo>
                    <a:pt x="492" y="12"/>
                  </a:lnTo>
                  <a:lnTo>
                    <a:pt x="494" y="10"/>
                  </a:lnTo>
                  <a:lnTo>
                    <a:pt x="494" y="5"/>
                  </a:lnTo>
                  <a:lnTo>
                    <a:pt x="492" y="3"/>
                  </a:lnTo>
                  <a:lnTo>
                    <a:pt x="489" y="0"/>
                  </a:lnTo>
                  <a:lnTo>
                    <a:pt x="4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4" y="15"/>
                  </a:lnTo>
                  <a:lnTo>
                    <a:pt x="7" y="15"/>
                  </a:lnTo>
                  <a:lnTo>
                    <a:pt x="48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30" name="Google Shape;530;g25b31dfce90_0_3"/>
            <p:cNvCxnSpPr/>
            <p:nvPr/>
          </p:nvCxnSpPr>
          <p:spPr>
            <a:xfrm>
              <a:off x="2472" y="1896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36" name="Google Shape;536;p3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537" name="Google Shape;537;p32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Sunday, March 19, 2023</a:t>
            </a:r>
            <a:endParaRPr/>
          </a:p>
        </p:txBody>
      </p:sp>
      <p:sp>
        <p:nvSpPr>
          <p:cNvPr id="538" name="Google Shape;538;p32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39" name="Google Shape;539;p32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1059</Words>
  <Application>Microsoft Office PowerPoint</Application>
  <PresentationFormat>Widescreen</PresentationFormat>
  <Paragraphs>232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Times New Roman</vt:lpstr>
      <vt:lpstr>Tahoma</vt:lpstr>
      <vt:lpstr>Arial</vt:lpstr>
      <vt:lpstr>Calibri</vt:lpstr>
      <vt:lpstr>Office Theme</vt:lpstr>
      <vt:lpstr>Sequential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Sequential Circuits vs Combinational Circuits</vt:lpstr>
      <vt:lpstr>LET US TRY TO BUILD A ONE BIT STORAGE SYSTEM</vt:lpstr>
      <vt:lpstr>A One Bit Storage System</vt:lpstr>
      <vt:lpstr>A One Bit Storage System</vt:lpstr>
      <vt:lpstr>A One Bit Storage System</vt:lpstr>
      <vt:lpstr>A One Bit Storage System</vt:lpstr>
      <vt:lpstr>A One Bit Storage System</vt:lpstr>
      <vt:lpstr>A One Bit Storage System</vt:lpstr>
      <vt:lpstr>A One Bit Storage System</vt:lpstr>
      <vt:lpstr>A One Bit Storage System</vt:lpstr>
      <vt:lpstr>WHAT IS A FLIP FLOP</vt:lpstr>
      <vt:lpstr>Flip Flop</vt:lpstr>
      <vt:lpstr>Flip Flop</vt:lpstr>
      <vt:lpstr>Flip Flop</vt:lpstr>
      <vt:lpstr>Flip Flop</vt:lpstr>
      <vt:lpstr>Flip Flop</vt:lpstr>
      <vt:lpstr>Flip Flop</vt:lpstr>
      <vt:lpstr>Flip Flop</vt:lpstr>
      <vt:lpstr>Clocked S - R Latch (continued)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Circuits</dc:title>
  <dc:creator>lenovo</dc:creator>
  <cp:lastModifiedBy>social</cp:lastModifiedBy>
  <cp:revision>2</cp:revision>
  <dcterms:created xsi:type="dcterms:W3CDTF">2023-03-19T03:25:32Z</dcterms:created>
  <dcterms:modified xsi:type="dcterms:W3CDTF">2024-09-02T16:12:04Z</dcterms:modified>
</cp:coreProperties>
</file>