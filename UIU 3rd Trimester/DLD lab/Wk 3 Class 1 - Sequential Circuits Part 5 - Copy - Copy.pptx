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Tahoma" panose="020B0604030504040204" pitchFamily="34"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0lNSzbAYxLbsvPZfoshoyyLJZ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732EFA-0825-498C-8C52-A404604A5D0E}">
  <a:tblStyle styleId="{98732EFA-0825-498C-8C52-A404604A5D0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85F3249-B0E8-4262-97FA-B36170502DD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8abd34dbfa_0_0: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213" name="Google Shape;213;g28abd34dbfa_0_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8abd34dbfa_0_59: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219" name="Google Shape;219;g28abd34dbfa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8abd34dbfa_0_115: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225" name="Google Shape;225;g28abd34dbf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8abd34dbfa_0_171: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267" name="Google Shape;267;g28abd34dbfa_0_171: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8abd34dbfa_0_227: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297" name="Google Shape;297;g28abd34dbfa_0_227: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8abd34dbfa_0_283: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303" name="Google Shape;303;g28abd34dbfa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8abd34dbfa_0_347: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317" name="Google Shape;317;g28abd34dbfa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8abd34dbfa_0_390: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361" name="Google Shape;361;g28abd34dbfa_0_390: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8abd34dbfa_0_446: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418" name="Google Shape;418;g28abd34dbfa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8abd34dbfa_0_476: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449" name="Google Shape;449;g28abd34dbfa_0_476: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8abd34dbfa_0_505: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479" name="Google Shape;479;g28abd34dbfa_0_505: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8abd34dbfa_1_715: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534" name="Google Shape;534;g28abd34dbfa_1_715: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8abd34dbfa_0_607:notes"/>
          <p:cNvSpPr txBox="1">
            <a:spLocks noGrp="1"/>
          </p:cNvSpPr>
          <p:nvPr>
            <p:ph type="body" idx="1"/>
          </p:nvPr>
        </p:nvSpPr>
        <p:spPr>
          <a:xfrm>
            <a:off x="913805" y="4343703"/>
            <a:ext cx="5030400" cy="4113900"/>
          </a:xfrm>
          <a:prstGeom prst="rect">
            <a:avLst/>
          </a:prstGeom>
          <a:noFill/>
          <a:ln>
            <a:noFill/>
          </a:ln>
        </p:spPr>
        <p:txBody>
          <a:bodyPr spcFirstLastPara="1" wrap="square" lIns="96075" tIns="48050" rIns="96075" bIns="48050" anchor="t" anchorCtr="0">
            <a:noAutofit/>
          </a:bodyPr>
          <a:lstStyle/>
          <a:p>
            <a:pPr marL="0" lvl="0" indent="0" algn="l" rtl="0">
              <a:lnSpc>
                <a:spcPct val="100000"/>
              </a:lnSpc>
              <a:spcBef>
                <a:spcPts val="300"/>
              </a:spcBef>
              <a:spcAft>
                <a:spcPts val="0"/>
              </a:spcAft>
              <a:buSzPts val="1300"/>
              <a:buNone/>
            </a:pPr>
            <a:endParaRPr/>
          </a:p>
        </p:txBody>
      </p:sp>
      <p:sp>
        <p:nvSpPr>
          <p:cNvPr id="540" name="Google Shape;540;g28abd34dbfa_0_607:notes"/>
          <p:cNvSpPr>
            <a:spLocks noGrp="1" noRot="1" noChangeAspect="1"/>
          </p:cNvSpPr>
          <p:nvPr>
            <p:ph type="sldImg" idx="2"/>
          </p:nvPr>
        </p:nvSpPr>
        <p:spPr>
          <a:xfrm>
            <a:off x="428625" y="686405"/>
            <a:ext cx="6000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8abd34dbfa_1_1:notes"/>
          <p:cNvSpPr txBox="1">
            <a:spLocks noGrp="1"/>
          </p:cNvSpPr>
          <p:nvPr>
            <p:ph type="sldNum" idx="12"/>
          </p:nvPr>
        </p:nvSpPr>
        <p:spPr>
          <a:xfrm>
            <a:off x="3885903" y="8687405"/>
            <a:ext cx="2972100" cy="456600"/>
          </a:xfrm>
          <a:prstGeom prst="rect">
            <a:avLst/>
          </a:prstGeom>
          <a:noFill/>
          <a:ln>
            <a:noFill/>
          </a:ln>
        </p:spPr>
        <p:txBody>
          <a:bodyPr spcFirstLastPara="1" wrap="square" lIns="96075" tIns="48050" rIns="96075" bIns="48050" anchor="b" anchorCtr="0">
            <a:noAutofit/>
          </a:bodyPr>
          <a:lstStyle/>
          <a:p>
            <a:pPr marL="0" lvl="0" indent="0" algn="r" rtl="0">
              <a:lnSpc>
                <a:spcPct val="100000"/>
              </a:lnSpc>
              <a:spcBef>
                <a:spcPts val="0"/>
              </a:spcBef>
              <a:spcAft>
                <a:spcPts val="0"/>
              </a:spcAft>
              <a:buSzPts val="1300"/>
              <a:buNone/>
            </a:pPr>
            <a:fld id="{00000000-1234-1234-1234-123412341234}" type="slidenum">
              <a:rPr lang="en-US"/>
              <a:t>27</a:t>
            </a:fld>
            <a:endParaRPr/>
          </a:p>
        </p:txBody>
      </p:sp>
      <p:sp>
        <p:nvSpPr>
          <p:cNvPr id="608" name="Google Shape;608;g28abd34dbfa_1_1:notes"/>
          <p:cNvSpPr>
            <a:spLocks noGrp="1" noRot="1" noChangeAspect="1"/>
          </p:cNvSpPr>
          <p:nvPr>
            <p:ph type="sldImg" idx="2"/>
          </p:nvPr>
        </p:nvSpPr>
        <p:spPr>
          <a:xfrm>
            <a:off x="382588" y="685800"/>
            <a:ext cx="6091237" cy="3427413"/>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09" name="Google Shape;609;g28abd34dbfa_1_1:notes"/>
          <p:cNvSpPr txBox="1">
            <a:spLocks noGrp="1"/>
          </p:cNvSpPr>
          <p:nvPr>
            <p:ph type="body" idx="1"/>
          </p:nvPr>
        </p:nvSpPr>
        <p:spPr>
          <a:xfrm>
            <a:off x="913805" y="4342190"/>
            <a:ext cx="5030400" cy="41154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89675" tIns="44850" rIns="89675" bIns="44850" anchor="t" anchorCtr="0">
            <a:noAutofit/>
          </a:bodyPr>
          <a:lstStyle/>
          <a:p>
            <a:pPr marL="0" lvl="0" indent="0" algn="l" rtl="0">
              <a:lnSpc>
                <a:spcPct val="100000"/>
              </a:lnSpc>
              <a:spcBef>
                <a:spcPts val="0"/>
              </a:spcBef>
              <a:spcAft>
                <a:spcPts val="0"/>
              </a:spcAft>
              <a:buSzPts val="13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8abd34dbfa_1_424:notes"/>
          <p:cNvSpPr txBox="1">
            <a:spLocks noGrp="1"/>
          </p:cNvSpPr>
          <p:nvPr>
            <p:ph type="sldNum" idx="12"/>
          </p:nvPr>
        </p:nvSpPr>
        <p:spPr>
          <a:xfrm>
            <a:off x="3885903" y="8687405"/>
            <a:ext cx="2972100" cy="456600"/>
          </a:xfrm>
          <a:prstGeom prst="rect">
            <a:avLst/>
          </a:prstGeom>
          <a:noFill/>
          <a:ln>
            <a:noFill/>
          </a:ln>
        </p:spPr>
        <p:txBody>
          <a:bodyPr spcFirstLastPara="1" wrap="square" lIns="96075" tIns="48050" rIns="96075" bIns="48050" anchor="b" anchorCtr="0">
            <a:noAutofit/>
          </a:bodyPr>
          <a:lstStyle/>
          <a:p>
            <a:pPr marL="0" lvl="0" indent="0" algn="r" rtl="0">
              <a:lnSpc>
                <a:spcPct val="100000"/>
              </a:lnSpc>
              <a:spcBef>
                <a:spcPts val="0"/>
              </a:spcBef>
              <a:spcAft>
                <a:spcPts val="0"/>
              </a:spcAft>
              <a:buSzPts val="1300"/>
              <a:buNone/>
            </a:pPr>
            <a:fld id="{00000000-1234-1234-1234-123412341234}" type="slidenum">
              <a:rPr lang="en-US"/>
              <a:t>28</a:t>
            </a:fld>
            <a:endParaRPr/>
          </a:p>
        </p:txBody>
      </p:sp>
      <p:sp>
        <p:nvSpPr>
          <p:cNvPr id="677" name="Google Shape;677;g28abd34dbfa_1_424:notes"/>
          <p:cNvSpPr>
            <a:spLocks noGrp="1" noRot="1" noChangeAspect="1"/>
          </p:cNvSpPr>
          <p:nvPr>
            <p:ph type="sldImg" idx="2"/>
          </p:nvPr>
        </p:nvSpPr>
        <p:spPr>
          <a:xfrm>
            <a:off x="382588" y="685800"/>
            <a:ext cx="6091237" cy="3427413"/>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78" name="Google Shape;678;g28abd34dbfa_1_424:notes"/>
          <p:cNvSpPr txBox="1">
            <a:spLocks noGrp="1"/>
          </p:cNvSpPr>
          <p:nvPr>
            <p:ph type="body" idx="1"/>
          </p:nvPr>
        </p:nvSpPr>
        <p:spPr>
          <a:xfrm>
            <a:off x="913805" y="4342190"/>
            <a:ext cx="5030400" cy="41154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89675" tIns="44850" rIns="89675" bIns="44850" anchor="t" anchorCtr="0">
            <a:noAutofit/>
          </a:bodyPr>
          <a:lstStyle/>
          <a:p>
            <a:pPr marL="0" lvl="0" indent="0" algn="l" rtl="0">
              <a:lnSpc>
                <a:spcPct val="100000"/>
              </a:lnSpc>
              <a:spcBef>
                <a:spcPts val="0"/>
              </a:spcBef>
              <a:spcAft>
                <a:spcPts val="0"/>
              </a:spcAft>
              <a:buSzPts val="13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7" name="Google Shape;6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8abd34dbfa_1_2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8abd34dbfa_1_2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8abd34dbfa_1_2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8abd34dbfa_1_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28abd34dbfa_1_2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g28abd34dbfa_1_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8abd34dbfa_1_3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8abd34dbfa_1_3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8abd34dbfa_1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28abd34dbfa_1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8abd34dbfa_1_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8abd34dbfa_1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8abd34dbfa_1_3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8abd34dbfa_1_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8abd34dbfa_1_3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8abd34dbfa_1_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8abd34dbfa_1_1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9" name="Google Shape;799;g28abd34dbfa_1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8abd34dbfa_1_1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g28abd34dbfa_1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8abd34dbfa_1_1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g28abd34dbfa_1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2"/>
              </a:buClr>
              <a:buSzPts val="5400"/>
              <a:buFont typeface="Times New Roman"/>
              <a:buNone/>
              <a:defRPr sz="54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20"/>
              </a:spcBef>
              <a:spcAft>
                <a:spcPts val="0"/>
              </a:spcAft>
              <a:buClr>
                <a:schemeClr val="accent1"/>
              </a:buClr>
              <a:buSzPts val="1950"/>
              <a:buFont typeface="Arial"/>
              <a:buNone/>
              <a:defRPr sz="2600">
                <a:solidFill>
                  <a:schemeClr val="dk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8"/>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21" name="Google Shape;21;p18"/>
          <p:cNvGrpSpPr/>
          <p:nvPr/>
        </p:nvGrpSpPr>
        <p:grpSpPr>
          <a:xfrm>
            <a:off x="0" y="837288"/>
            <a:ext cx="12192000" cy="70982"/>
            <a:chOff x="838200" y="1349257"/>
            <a:chExt cx="9144000" cy="76200"/>
          </a:xfrm>
        </p:grpSpPr>
        <p:sp>
          <p:nvSpPr>
            <p:cNvPr id="22" name="Google Shape;22;p18"/>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23" name="Google Shape;23;p18"/>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2"/>
              </a:buClr>
              <a:buSzPts val="5400"/>
              <a:buFont typeface="Times New Roman"/>
              <a:buNone/>
              <a:defRPr sz="5400" b="1" cap="none">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19"/>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30" name="Google Shape;30;p19"/>
          <p:cNvGrpSpPr/>
          <p:nvPr/>
        </p:nvGrpSpPr>
        <p:grpSpPr>
          <a:xfrm>
            <a:off x="0" y="837288"/>
            <a:ext cx="12192000" cy="70982"/>
            <a:chOff x="838200" y="1349257"/>
            <a:chExt cx="9144000" cy="76200"/>
          </a:xfrm>
        </p:grpSpPr>
        <p:sp>
          <p:nvSpPr>
            <p:cNvPr id="31" name="Google Shape;31;p19"/>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32" name="Google Shape;32;p19"/>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20"/>
          <p:cNvSpPr txBox="1">
            <a:spLocks noGrp="1"/>
          </p:cNvSpPr>
          <p:nvPr>
            <p:ph type="body" idx="1"/>
          </p:nvPr>
        </p:nvSpPr>
        <p:spPr>
          <a:xfrm>
            <a:off x="838200" y="1347537"/>
            <a:ext cx="5181600" cy="4829426"/>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0"/>
          <p:cNvSpPr txBox="1">
            <a:spLocks noGrp="1"/>
          </p:cNvSpPr>
          <p:nvPr>
            <p:ph type="body" idx="2"/>
          </p:nvPr>
        </p:nvSpPr>
        <p:spPr>
          <a:xfrm>
            <a:off x="6172200" y="1347537"/>
            <a:ext cx="5181600" cy="4829426"/>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20"/>
          <p:cNvSpPr txBox="1">
            <a:spLocks noGrp="1"/>
          </p:cNvSpPr>
          <p:nvPr>
            <p:ph type="title"/>
          </p:nvPr>
        </p:nvSpPr>
        <p:spPr>
          <a:xfrm>
            <a:off x="838200" y="365126"/>
            <a:ext cx="10515600" cy="38765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40" name="Google Shape;40;p20"/>
          <p:cNvGrpSpPr/>
          <p:nvPr/>
        </p:nvGrpSpPr>
        <p:grpSpPr>
          <a:xfrm>
            <a:off x="0" y="837288"/>
            <a:ext cx="12192000" cy="70982"/>
            <a:chOff x="838200" y="1349257"/>
            <a:chExt cx="9144000" cy="76200"/>
          </a:xfrm>
        </p:grpSpPr>
        <p:sp>
          <p:nvSpPr>
            <p:cNvPr id="41" name="Google Shape;41;p20"/>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42" name="Google Shape;42;p20"/>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3"/>
        <p:cNvGrpSpPr/>
        <p:nvPr/>
      </p:nvGrpSpPr>
      <p:grpSpPr>
        <a:xfrm>
          <a:off x="0" y="0"/>
          <a:ext cx="0" cy="0"/>
          <a:chOff x="0" y="0"/>
          <a:chExt cx="0" cy="0"/>
        </a:xfrm>
      </p:grpSpPr>
      <p:sp>
        <p:nvSpPr>
          <p:cNvPr id="44" name="Google Shape;44;p21"/>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21"/>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49" name="Google Shape;49;p21"/>
          <p:cNvGrpSpPr/>
          <p:nvPr/>
        </p:nvGrpSpPr>
        <p:grpSpPr>
          <a:xfrm>
            <a:off x="0" y="837288"/>
            <a:ext cx="12192000" cy="70982"/>
            <a:chOff x="838200" y="1349257"/>
            <a:chExt cx="9144000" cy="76200"/>
          </a:xfrm>
        </p:grpSpPr>
        <p:sp>
          <p:nvSpPr>
            <p:cNvPr id="50" name="Google Shape;50;p21"/>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51" name="Google Shape;51;p21"/>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2"/>
        <p:cNvGrpSpPr/>
        <p:nvPr/>
      </p:nvGrpSpPr>
      <p:grpSpPr>
        <a:xfrm>
          <a:off x="0" y="0"/>
          <a:ext cx="0" cy="0"/>
          <a:chOff x="0" y="0"/>
          <a:chExt cx="0" cy="0"/>
        </a:xfrm>
      </p:grpSpPr>
      <p:sp>
        <p:nvSpPr>
          <p:cNvPr id="53" name="Google Shape;53;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2"/>
          <p:cNvSpPr txBox="1">
            <a:spLocks noGrp="1"/>
          </p:cNvSpPr>
          <p:nvPr>
            <p:ph type="title"/>
          </p:nvPr>
        </p:nvSpPr>
        <p:spPr>
          <a:xfrm>
            <a:off x="838200" y="365126"/>
            <a:ext cx="10515600" cy="38765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61" name="Google Shape;61;p22"/>
          <p:cNvGrpSpPr/>
          <p:nvPr/>
        </p:nvGrpSpPr>
        <p:grpSpPr>
          <a:xfrm>
            <a:off x="0" y="837288"/>
            <a:ext cx="12192000" cy="70982"/>
            <a:chOff x="838200" y="1349257"/>
            <a:chExt cx="9144000" cy="76200"/>
          </a:xfrm>
        </p:grpSpPr>
        <p:sp>
          <p:nvSpPr>
            <p:cNvPr id="62" name="Google Shape;62;p22"/>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63" name="Google Shape;63;p22"/>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3"/>
        <p:cNvGrpSpPr/>
        <p:nvPr/>
      </p:nvGrpSpPr>
      <p:grpSpPr>
        <a:xfrm>
          <a:off x="0" y="0"/>
          <a:ext cx="0" cy="0"/>
          <a:chOff x="0" y="0"/>
          <a:chExt cx="0" cy="0"/>
        </a:xfrm>
      </p:grpSpPr>
      <p:sp>
        <p:nvSpPr>
          <p:cNvPr id="74" name="Google Shape;74;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6" name="Google Shape;76;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6"/>
          <p:cNvSpPr txBox="1">
            <a:spLocks noGrp="1"/>
          </p:cNvSpPr>
          <p:nvPr>
            <p:ph type="title"/>
          </p:nvPr>
        </p:nvSpPr>
        <p:spPr>
          <a:xfrm>
            <a:off x="839788" y="987425"/>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6"/>
          <p:cNvSpPr>
            <a:spLocks noGrp="1"/>
          </p:cNvSpPr>
          <p:nvPr>
            <p:ph type="pic" idx="2"/>
          </p:nvPr>
        </p:nvSpPr>
        <p:spPr>
          <a:xfrm>
            <a:off x="5183188" y="987425"/>
            <a:ext cx="6172200" cy="4873625"/>
          </a:xfrm>
          <a:prstGeom prst="rect">
            <a:avLst/>
          </a:prstGeom>
          <a:noFill/>
          <a:ln>
            <a:noFill/>
          </a:ln>
        </p:spPr>
      </p:sp>
      <p:sp>
        <p:nvSpPr>
          <p:cNvPr id="83" name="Google Shape;83;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99"/>
        <p:cNvGrpSpPr/>
        <p:nvPr/>
      </p:nvGrpSpPr>
      <p:grpSpPr>
        <a:xfrm>
          <a:off x="0" y="0"/>
          <a:ext cx="0" cy="0"/>
          <a:chOff x="0" y="0"/>
          <a:chExt cx="0" cy="0"/>
        </a:xfrm>
      </p:grpSpPr>
      <p:sp>
        <p:nvSpPr>
          <p:cNvPr id="100" name="Google Shape;100;g28abd34dbfa_0_56"/>
          <p:cNvSpPr txBox="1">
            <a:spLocks noGrp="1"/>
          </p:cNvSpPr>
          <p:nvPr>
            <p:ph type="title"/>
          </p:nvPr>
        </p:nvSpPr>
        <p:spPr>
          <a:xfrm>
            <a:off x="954617" y="0"/>
            <a:ext cx="10363200" cy="1020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g28abd34dbfa_0_56"/>
          <p:cNvSpPr txBox="1">
            <a:spLocks noGrp="1"/>
          </p:cNvSpPr>
          <p:nvPr>
            <p:ph type="body" idx="1"/>
          </p:nvPr>
        </p:nvSpPr>
        <p:spPr>
          <a:xfrm>
            <a:off x="958851" y="1314450"/>
            <a:ext cx="10363200" cy="50277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2"/>
              </a:buClr>
              <a:buSzPts val="5400"/>
              <a:buFont typeface="Times New Roman"/>
              <a:buNone/>
            </a:pPr>
            <a:r>
              <a:rPr lang="en-US"/>
              <a:t>Sequential Circuits</a:t>
            </a:r>
            <a:endParaRPr/>
          </a:p>
        </p:txBody>
      </p:sp>
      <p:sp>
        <p:nvSpPr>
          <p:cNvPr id="107" name="Google Shape;107;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1950"/>
              <a:buFont typeface="Arial"/>
              <a:buNone/>
            </a:pPr>
            <a:r>
              <a:rPr lang="en-US"/>
              <a:t>Part 4</a:t>
            </a:r>
            <a:endParaRPr/>
          </a:p>
          <a:p>
            <a:pPr marL="0" lvl="0" indent="0" algn="ctr" rtl="0">
              <a:lnSpc>
                <a:spcPct val="90000"/>
              </a:lnSpc>
              <a:spcBef>
                <a:spcPts val="520"/>
              </a:spcBef>
              <a:spcAft>
                <a:spcPts val="0"/>
              </a:spcAft>
              <a:buClr>
                <a:schemeClr val="accent1"/>
              </a:buClr>
              <a:buSzPts val="1950"/>
              <a:buFont typeface="Arial"/>
              <a:buNone/>
            </a:pPr>
            <a:endParaRPr/>
          </a:p>
        </p:txBody>
      </p:sp>
      <p:sp>
        <p:nvSpPr>
          <p:cNvPr id="108" name="Google Shape;108;p1"/>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09" name="Google Shape;109;p1"/>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10" name="Google Shape;110;p1"/>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2"/>
              </a:buClr>
              <a:buSzPts val="5400"/>
              <a:buFont typeface="Times New Roman"/>
              <a:buNone/>
            </a:pPr>
            <a:r>
              <a:rPr lang="en-US"/>
              <a:t>TOPICS COVERED SO FAR</a:t>
            </a:r>
            <a:endParaRPr/>
          </a:p>
        </p:txBody>
      </p:sp>
      <p:sp>
        <p:nvSpPr>
          <p:cNvPr id="116" name="Google Shape;116;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a:p>
        </p:txBody>
      </p:sp>
      <p:sp>
        <p:nvSpPr>
          <p:cNvPr id="117" name="Google Shape;117;p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18" name="Google Shape;118;p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19" name="Google Shape;119;p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a:spLocks noGrp="1"/>
          </p:cNvSpPr>
          <p:nvPr>
            <p:ph type="body" idx="1"/>
          </p:nvPr>
        </p:nvSpPr>
        <p:spPr>
          <a:xfrm>
            <a:off x="838200" y="1347537"/>
            <a:ext cx="5181600" cy="4829426"/>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SzPct val="75000"/>
              <a:buNone/>
            </a:pPr>
            <a:r>
              <a:rPr lang="en-US">
                <a:solidFill>
                  <a:schemeClr val="accent2"/>
                </a:solidFill>
              </a:rPr>
              <a:t>Sequential Circuit Elements</a:t>
            </a:r>
            <a:endParaRPr/>
          </a:p>
          <a:p>
            <a:pPr marL="342900" marR="0" lvl="0" indent="-342900" algn="l" rtl="0">
              <a:lnSpc>
                <a:spcPct val="100000"/>
              </a:lnSpc>
              <a:spcBef>
                <a:spcPts val="518"/>
              </a:spcBef>
              <a:spcAft>
                <a:spcPts val="0"/>
              </a:spcAft>
              <a:buClr>
                <a:srgbClr val="0033CC"/>
              </a:buClr>
              <a:buSzPct val="75000"/>
              <a:buFont typeface="Arial"/>
              <a:buChar char="●"/>
            </a:pPr>
            <a:r>
              <a:rPr lang="en-US"/>
              <a:t>SR Latch</a:t>
            </a:r>
            <a:endParaRPr/>
          </a:p>
          <a:p>
            <a:pPr marL="742950" lvl="1" indent="-285750" algn="l" rtl="0">
              <a:lnSpc>
                <a:spcPct val="100000"/>
              </a:lnSpc>
              <a:spcBef>
                <a:spcPts val="444"/>
              </a:spcBef>
              <a:spcAft>
                <a:spcPts val="0"/>
              </a:spcAft>
              <a:buSzPct val="65000"/>
              <a:buChar char="●"/>
            </a:pPr>
            <a:r>
              <a:rPr lang="en-US"/>
              <a:t>Truth Table</a:t>
            </a:r>
            <a:endParaRPr/>
          </a:p>
          <a:p>
            <a:pPr marL="342900" marR="0" lvl="0" indent="-342900" algn="l" rtl="0">
              <a:lnSpc>
                <a:spcPct val="100000"/>
              </a:lnSpc>
              <a:spcBef>
                <a:spcPts val="518"/>
              </a:spcBef>
              <a:spcAft>
                <a:spcPts val="0"/>
              </a:spcAft>
              <a:buClr>
                <a:srgbClr val="0033CC"/>
              </a:buClr>
              <a:buSzPct val="75000"/>
              <a:buFont typeface="Arial"/>
              <a:buChar char="●"/>
            </a:pPr>
            <a:r>
              <a:rPr lang="en-US"/>
              <a:t>Trigger</a:t>
            </a:r>
            <a:endParaRPr/>
          </a:p>
          <a:p>
            <a:pPr marL="742950" lvl="1" indent="-285750" algn="l" rtl="0">
              <a:lnSpc>
                <a:spcPct val="100000"/>
              </a:lnSpc>
              <a:spcBef>
                <a:spcPts val="444"/>
              </a:spcBef>
              <a:spcAft>
                <a:spcPts val="0"/>
              </a:spcAft>
              <a:buSzPct val="65000"/>
              <a:buChar char="●"/>
            </a:pPr>
            <a:r>
              <a:rPr lang="en-US"/>
              <a:t>Level Trigger and Edge Trigger</a:t>
            </a:r>
            <a:endParaRPr/>
          </a:p>
          <a:p>
            <a:pPr marL="342900" marR="0" lvl="0" indent="-342900" algn="l" rtl="0">
              <a:lnSpc>
                <a:spcPct val="100000"/>
              </a:lnSpc>
              <a:spcBef>
                <a:spcPts val="518"/>
              </a:spcBef>
              <a:spcAft>
                <a:spcPts val="0"/>
              </a:spcAft>
              <a:buClr>
                <a:srgbClr val="0033CC"/>
              </a:buClr>
              <a:buSzPct val="75000"/>
              <a:buFont typeface="Arial"/>
              <a:buChar char="●"/>
            </a:pPr>
            <a:r>
              <a:rPr lang="en-US"/>
              <a:t>SR , D and T Flip Flop</a:t>
            </a:r>
            <a:endParaRPr/>
          </a:p>
          <a:p>
            <a:pPr marL="742950" lvl="1" indent="-285750" algn="l" rtl="0">
              <a:lnSpc>
                <a:spcPct val="100000"/>
              </a:lnSpc>
              <a:spcBef>
                <a:spcPts val="444"/>
              </a:spcBef>
              <a:spcAft>
                <a:spcPts val="0"/>
              </a:spcAft>
              <a:buSzPct val="65000"/>
              <a:buChar char="●"/>
            </a:pPr>
            <a:r>
              <a:rPr lang="en-US"/>
              <a:t>Truth Table, Characteristics Table and Excitation Table</a:t>
            </a:r>
            <a:endParaRPr/>
          </a:p>
          <a:p>
            <a:pPr marL="342900" marR="0" lvl="0" indent="-342900" algn="l" rtl="0">
              <a:lnSpc>
                <a:spcPct val="100000"/>
              </a:lnSpc>
              <a:spcBef>
                <a:spcPts val="518"/>
              </a:spcBef>
              <a:spcAft>
                <a:spcPts val="0"/>
              </a:spcAft>
              <a:buClr>
                <a:srgbClr val="0033CC"/>
              </a:buClr>
              <a:buSzPct val="75000"/>
              <a:buFont typeface="Arial"/>
              <a:buChar char="●"/>
            </a:pPr>
            <a:r>
              <a:rPr lang="en-US"/>
              <a:t>JK Flip Flop</a:t>
            </a:r>
            <a:endParaRPr/>
          </a:p>
          <a:p>
            <a:pPr marL="742950" lvl="1" indent="-285750" algn="l" rtl="0">
              <a:lnSpc>
                <a:spcPct val="100000"/>
              </a:lnSpc>
              <a:spcBef>
                <a:spcPts val="444"/>
              </a:spcBef>
              <a:spcAft>
                <a:spcPts val="0"/>
              </a:spcAft>
              <a:buSzPct val="65000"/>
              <a:buChar char="●"/>
            </a:pPr>
            <a:r>
              <a:rPr lang="en-US"/>
              <a:t>Truth Table, Characteristics Table and Excitation Table</a:t>
            </a:r>
            <a:endParaRPr/>
          </a:p>
          <a:p>
            <a:pPr marL="742950" lvl="1" indent="-285750" algn="l" rtl="0">
              <a:lnSpc>
                <a:spcPct val="100000"/>
              </a:lnSpc>
              <a:spcBef>
                <a:spcPts val="444"/>
              </a:spcBef>
              <a:spcAft>
                <a:spcPts val="0"/>
              </a:spcAft>
              <a:buSzPct val="65000"/>
              <a:buChar char="●"/>
            </a:pPr>
            <a:r>
              <a:rPr lang="en-US"/>
              <a:t>Racing Problem</a:t>
            </a:r>
            <a:endParaRPr/>
          </a:p>
          <a:p>
            <a:pPr marL="742950" lvl="1" indent="-285750" algn="l" rtl="0">
              <a:lnSpc>
                <a:spcPct val="100000"/>
              </a:lnSpc>
              <a:spcBef>
                <a:spcPts val="444"/>
              </a:spcBef>
              <a:spcAft>
                <a:spcPts val="0"/>
              </a:spcAft>
              <a:buSzPct val="65000"/>
              <a:buChar char="●"/>
            </a:pPr>
            <a:r>
              <a:rPr lang="en-US"/>
              <a:t>Master Slave JK Flip Flop</a:t>
            </a: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p:txBody>
      </p:sp>
      <p:sp>
        <p:nvSpPr>
          <p:cNvPr id="125" name="Google Shape;125;p3"/>
          <p:cNvSpPr txBox="1">
            <a:spLocks noGrp="1"/>
          </p:cNvSpPr>
          <p:nvPr>
            <p:ph type="body" idx="2"/>
          </p:nvPr>
        </p:nvSpPr>
        <p:spPr>
          <a:xfrm>
            <a:off x="6172200" y="1347537"/>
            <a:ext cx="5181600" cy="4829426"/>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SzPts val="1950"/>
              <a:buNone/>
            </a:pPr>
            <a:r>
              <a:rPr lang="en-US" sz="2600">
                <a:solidFill>
                  <a:schemeClr val="accent2"/>
                </a:solidFill>
              </a:rPr>
              <a:t>Sequential Circuit Design</a:t>
            </a:r>
            <a:endParaRPr/>
          </a:p>
          <a:p>
            <a:pPr marL="342900" lvl="0" indent="-342900" algn="l" rtl="0">
              <a:lnSpc>
                <a:spcPct val="80000"/>
              </a:lnSpc>
              <a:spcBef>
                <a:spcPts val="520"/>
              </a:spcBef>
              <a:spcAft>
                <a:spcPts val="0"/>
              </a:spcAft>
              <a:buSzPts val="1950"/>
              <a:buChar char="●"/>
            </a:pPr>
            <a:r>
              <a:rPr lang="en-US" sz="2600"/>
              <a:t>Circuit Behavior -&gt; Circuit</a:t>
            </a:r>
            <a:endParaRPr/>
          </a:p>
          <a:p>
            <a:pPr marL="742950" lvl="1" indent="-285750" algn="l" rtl="0">
              <a:lnSpc>
                <a:spcPct val="80000"/>
              </a:lnSpc>
              <a:spcBef>
                <a:spcPts val="520"/>
              </a:spcBef>
              <a:spcAft>
                <a:spcPts val="0"/>
              </a:spcAft>
              <a:buSzPts val="1690"/>
              <a:buChar char="●"/>
            </a:pPr>
            <a:r>
              <a:rPr lang="en-US" sz="2600"/>
              <a:t>State table to circuit</a:t>
            </a:r>
            <a:endParaRPr/>
          </a:p>
          <a:p>
            <a:pPr marL="742950" lvl="1" indent="-285750" algn="l" rtl="0">
              <a:lnSpc>
                <a:spcPct val="80000"/>
              </a:lnSpc>
              <a:spcBef>
                <a:spcPts val="520"/>
              </a:spcBef>
              <a:spcAft>
                <a:spcPts val="0"/>
              </a:spcAft>
              <a:buSzPts val="1690"/>
              <a:buChar char="●"/>
            </a:pPr>
            <a:r>
              <a:rPr lang="en-US" sz="2600"/>
              <a:t>State Diagram to state table to circuit</a:t>
            </a:r>
            <a:endParaRPr sz="2600"/>
          </a:p>
        </p:txBody>
      </p:sp>
      <p:sp>
        <p:nvSpPr>
          <p:cNvPr id="126" name="Google Shape;126;p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27" name="Google Shape;127;p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28" name="Google Shape;128;p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29" name="Google Shape;129;p3"/>
          <p:cNvSpPr txBox="1">
            <a:spLocks noGrp="1"/>
          </p:cNvSpPr>
          <p:nvPr>
            <p:ph type="title"/>
          </p:nvPr>
        </p:nvSpPr>
        <p:spPr>
          <a:xfrm>
            <a:off x="838200" y="365126"/>
            <a:ext cx="10515600" cy="38765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Topics Covered So Far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txBox="1">
            <a:spLocks noGrp="1"/>
          </p:cNvSpPr>
          <p:nvPr>
            <p:ph type="title"/>
          </p:nvPr>
        </p:nvSpPr>
        <p:spPr>
          <a:xfrm>
            <a:off x="693174" y="1709738"/>
            <a:ext cx="10958052"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2"/>
              </a:buClr>
              <a:buSzPts val="5400"/>
              <a:buFont typeface="Times New Roman"/>
              <a:buNone/>
            </a:pPr>
            <a:r>
              <a:rPr lang="en-US"/>
              <a:t>A FEW MORE TERMINOLOGIES</a:t>
            </a:r>
            <a:endParaRPr/>
          </a:p>
        </p:txBody>
      </p:sp>
      <p:sp>
        <p:nvSpPr>
          <p:cNvPr id="135" name="Google Shape;13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a:p>
        </p:txBody>
      </p:sp>
      <p:sp>
        <p:nvSpPr>
          <p:cNvPr id="136" name="Google Shape;136;p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37" name="Google Shape;137;p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38" name="Google Shape;138;p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Mealy Machine and Moore Machine</a:t>
            </a:r>
            <a:endParaRPr/>
          </a:p>
          <a:p>
            <a:pPr marL="742950" lvl="1" indent="-285750" algn="l" rtl="0">
              <a:lnSpc>
                <a:spcPct val="100000"/>
              </a:lnSpc>
              <a:spcBef>
                <a:spcPts val="480"/>
              </a:spcBef>
              <a:spcAft>
                <a:spcPts val="0"/>
              </a:spcAft>
              <a:buSzPts val="1560"/>
              <a:buChar char="●"/>
            </a:pPr>
            <a:r>
              <a:rPr lang="en-US"/>
              <a:t>Output function (Mealy)</a:t>
            </a:r>
            <a:br>
              <a:rPr lang="en-US"/>
            </a:br>
            <a:r>
              <a:rPr lang="en-US" i="1"/>
              <a:t>Outputs = g(Inputs, State)</a:t>
            </a:r>
            <a:endParaRPr/>
          </a:p>
          <a:p>
            <a:pPr marL="742950" lvl="1" indent="-285750" algn="l" rtl="0">
              <a:lnSpc>
                <a:spcPct val="100000"/>
              </a:lnSpc>
              <a:spcBef>
                <a:spcPts val="480"/>
              </a:spcBef>
              <a:spcAft>
                <a:spcPts val="0"/>
              </a:spcAft>
              <a:buSzPts val="1560"/>
              <a:buChar char="●"/>
            </a:pPr>
            <a:r>
              <a:rPr lang="en-US"/>
              <a:t>Output function (Moore)</a:t>
            </a:r>
            <a:br>
              <a:rPr lang="en-US"/>
            </a:br>
            <a:r>
              <a:rPr lang="en-US" i="1"/>
              <a:t>Outputs = h(State)</a:t>
            </a:r>
            <a:endParaRPr/>
          </a:p>
          <a:p>
            <a:pPr marL="742950" lvl="1" indent="-186690" algn="l" rtl="0">
              <a:lnSpc>
                <a:spcPct val="100000"/>
              </a:lnSpc>
              <a:spcBef>
                <a:spcPts val="480"/>
              </a:spcBef>
              <a:spcAft>
                <a:spcPts val="0"/>
              </a:spcAft>
              <a:buSzPts val="1560"/>
              <a:buNone/>
            </a:pPr>
            <a:endParaRPr/>
          </a:p>
        </p:txBody>
      </p:sp>
      <p:sp>
        <p:nvSpPr>
          <p:cNvPr id="144" name="Google Shape;144;p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45" name="Google Shape;145;p5"/>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46" name="Google Shape;146;p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47" name="Google Shape;147;p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 Few More Terminologies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Mealy Machine and Moore Machine</a:t>
            </a:r>
            <a:endParaRPr/>
          </a:p>
          <a:p>
            <a:pPr marL="742950" lvl="1" indent="-285750" algn="l" rtl="0">
              <a:lnSpc>
                <a:spcPct val="100000"/>
              </a:lnSpc>
              <a:spcBef>
                <a:spcPts val="480"/>
              </a:spcBef>
              <a:spcAft>
                <a:spcPts val="0"/>
              </a:spcAft>
              <a:buSzPts val="1560"/>
              <a:buChar char="●"/>
            </a:pPr>
            <a:r>
              <a:rPr lang="en-US"/>
              <a:t>Output function (Mealy)</a:t>
            </a:r>
            <a:br>
              <a:rPr lang="en-US"/>
            </a:br>
            <a:r>
              <a:rPr lang="en-US" i="1"/>
              <a:t>Outputs = g(Inputs, State)</a:t>
            </a:r>
            <a:endParaRPr/>
          </a:p>
          <a:p>
            <a:pPr marL="742950" lvl="1" indent="-285750" algn="l" rtl="0">
              <a:lnSpc>
                <a:spcPct val="100000"/>
              </a:lnSpc>
              <a:spcBef>
                <a:spcPts val="480"/>
              </a:spcBef>
              <a:spcAft>
                <a:spcPts val="0"/>
              </a:spcAft>
              <a:buSzPts val="1560"/>
              <a:buChar char="●"/>
            </a:pPr>
            <a:r>
              <a:rPr lang="en-US"/>
              <a:t>Output function (Moore)</a:t>
            </a:r>
            <a:br>
              <a:rPr lang="en-US"/>
            </a:br>
            <a:r>
              <a:rPr lang="en-US" i="1"/>
              <a:t>Outputs = h(State)</a:t>
            </a:r>
            <a:endParaRPr/>
          </a:p>
          <a:p>
            <a:pPr marL="742950" lvl="1" indent="-186690" algn="l" rtl="0">
              <a:lnSpc>
                <a:spcPct val="100000"/>
              </a:lnSpc>
              <a:spcBef>
                <a:spcPts val="480"/>
              </a:spcBef>
              <a:spcAft>
                <a:spcPts val="0"/>
              </a:spcAft>
              <a:buSzPts val="1560"/>
              <a:buNone/>
            </a:pPr>
            <a:endParaRPr/>
          </a:p>
        </p:txBody>
      </p:sp>
      <p:sp>
        <p:nvSpPr>
          <p:cNvPr id="153" name="Google Shape;153;p6"/>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54" name="Google Shape;154;p6"/>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55" name="Google Shape;155;p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56" name="Google Shape;156;p6"/>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 Few More Terminologies</a:t>
            </a:r>
            <a:endParaRPr/>
          </a:p>
        </p:txBody>
      </p:sp>
      <p:sp>
        <p:nvSpPr>
          <p:cNvPr id="157" name="Google Shape;157;p6"/>
          <p:cNvSpPr/>
          <p:nvPr/>
        </p:nvSpPr>
        <p:spPr>
          <a:xfrm>
            <a:off x="5146320" y="3687097"/>
            <a:ext cx="1782097" cy="1976284"/>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Sequential Circuit</a:t>
            </a:r>
            <a:endParaRPr sz="2800" b="0" i="0" u="none" strike="noStrike" cap="none">
              <a:solidFill>
                <a:schemeClr val="lt1"/>
              </a:solidFill>
              <a:latin typeface="Calibri"/>
              <a:ea typeface="Calibri"/>
              <a:cs typeface="Calibri"/>
              <a:sym typeface="Calibri"/>
            </a:endParaRPr>
          </a:p>
        </p:txBody>
      </p:sp>
      <p:sp>
        <p:nvSpPr>
          <p:cNvPr id="158" name="Google Shape;158;p6"/>
          <p:cNvSpPr/>
          <p:nvPr/>
        </p:nvSpPr>
        <p:spPr>
          <a:xfrm>
            <a:off x="6928417" y="4788741"/>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p6"/>
          <p:cNvSpPr/>
          <p:nvPr/>
        </p:nvSpPr>
        <p:spPr>
          <a:xfrm>
            <a:off x="4290914" y="4615362"/>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0" name="Google Shape;160;p6"/>
          <p:cNvSpPr/>
          <p:nvPr/>
        </p:nvSpPr>
        <p:spPr>
          <a:xfrm>
            <a:off x="6928417" y="4313608"/>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1" name="Google Shape;161;p6"/>
          <p:cNvSpPr txBox="1"/>
          <p:nvPr/>
        </p:nvSpPr>
        <p:spPr>
          <a:xfrm>
            <a:off x="7783823" y="4069998"/>
            <a:ext cx="5389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An</a:t>
            </a:r>
            <a:endParaRPr sz="1800" b="1" i="0" u="none" strike="noStrike" cap="none" baseline="-25000">
              <a:solidFill>
                <a:schemeClr val="dk1"/>
              </a:solidFill>
              <a:latin typeface="Calibri"/>
              <a:ea typeface="Calibri"/>
              <a:cs typeface="Calibri"/>
              <a:sym typeface="Calibri"/>
            </a:endParaRPr>
          </a:p>
        </p:txBody>
      </p:sp>
      <p:sp>
        <p:nvSpPr>
          <p:cNvPr id="162" name="Google Shape;162;p6"/>
          <p:cNvSpPr txBox="1"/>
          <p:nvPr/>
        </p:nvSpPr>
        <p:spPr>
          <a:xfrm>
            <a:off x="7859512" y="4626934"/>
            <a:ext cx="20617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g = x +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Bn</a:t>
            </a:r>
            <a:endParaRPr sz="1800" b="1" i="0" u="none" strike="noStrike" cap="none">
              <a:solidFill>
                <a:schemeClr val="dk1"/>
              </a:solidFill>
              <a:latin typeface="Calibri"/>
              <a:ea typeface="Calibri"/>
              <a:cs typeface="Calibri"/>
              <a:sym typeface="Calibri"/>
            </a:endParaRPr>
          </a:p>
        </p:txBody>
      </p:sp>
      <p:sp>
        <p:nvSpPr>
          <p:cNvPr id="163" name="Google Shape;163;p6"/>
          <p:cNvSpPr txBox="1"/>
          <p:nvPr/>
        </p:nvSpPr>
        <p:spPr>
          <a:xfrm>
            <a:off x="4038600" y="4419409"/>
            <a:ext cx="2904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x</a:t>
            </a:r>
            <a:endParaRPr sz="1800" b="1" i="0" u="none" strike="noStrike" cap="none">
              <a:solidFill>
                <a:schemeClr val="dk1"/>
              </a:solidFill>
              <a:latin typeface="Calibri"/>
              <a:ea typeface="Calibri"/>
              <a:cs typeface="Calibri"/>
              <a:sym typeface="Calibri"/>
            </a:endParaRPr>
          </a:p>
        </p:txBody>
      </p:sp>
      <p:sp>
        <p:nvSpPr>
          <p:cNvPr id="164" name="Google Shape;164;p6"/>
          <p:cNvSpPr/>
          <p:nvPr/>
        </p:nvSpPr>
        <p:spPr>
          <a:xfrm>
            <a:off x="6928417" y="3964197"/>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6"/>
          <p:cNvSpPr txBox="1"/>
          <p:nvPr/>
        </p:nvSpPr>
        <p:spPr>
          <a:xfrm>
            <a:off x="7783823" y="3720587"/>
            <a:ext cx="53091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Bn</a:t>
            </a:r>
            <a:endParaRPr sz="1800" b="1" i="0" u="none" strike="noStrike" cap="none" baseline="-25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Mealy Machine and Moore Machine</a:t>
            </a:r>
            <a:endParaRPr/>
          </a:p>
          <a:p>
            <a:pPr marL="742950" lvl="1" indent="-285750" algn="l" rtl="0">
              <a:lnSpc>
                <a:spcPct val="100000"/>
              </a:lnSpc>
              <a:spcBef>
                <a:spcPts val="480"/>
              </a:spcBef>
              <a:spcAft>
                <a:spcPts val="0"/>
              </a:spcAft>
              <a:buSzPts val="1560"/>
              <a:buChar char="●"/>
            </a:pPr>
            <a:r>
              <a:rPr lang="en-US">
                <a:solidFill>
                  <a:schemeClr val="accent2"/>
                </a:solidFill>
              </a:rPr>
              <a:t>Output function (Mealy)</a:t>
            </a:r>
            <a:br>
              <a:rPr lang="en-US">
                <a:solidFill>
                  <a:schemeClr val="accent2"/>
                </a:solidFill>
              </a:rPr>
            </a:br>
            <a:r>
              <a:rPr lang="en-US" i="1">
                <a:solidFill>
                  <a:schemeClr val="accent2"/>
                </a:solidFill>
              </a:rPr>
              <a:t>Outputs = g(Inputs, State)</a:t>
            </a:r>
            <a:endParaRPr/>
          </a:p>
          <a:p>
            <a:pPr marL="742950" lvl="1" indent="-285750" algn="l" rtl="0">
              <a:lnSpc>
                <a:spcPct val="100000"/>
              </a:lnSpc>
              <a:spcBef>
                <a:spcPts val="480"/>
              </a:spcBef>
              <a:spcAft>
                <a:spcPts val="0"/>
              </a:spcAft>
              <a:buSzPts val="1560"/>
              <a:buChar char="●"/>
            </a:pPr>
            <a:r>
              <a:rPr lang="en-US"/>
              <a:t>Output function (Moore)</a:t>
            </a:r>
            <a:br>
              <a:rPr lang="en-US"/>
            </a:br>
            <a:r>
              <a:rPr lang="en-US" i="1"/>
              <a:t>Outputs = h(State)</a:t>
            </a:r>
            <a:endParaRPr/>
          </a:p>
          <a:p>
            <a:pPr marL="742950" lvl="1" indent="-186690" algn="l" rtl="0">
              <a:lnSpc>
                <a:spcPct val="100000"/>
              </a:lnSpc>
              <a:spcBef>
                <a:spcPts val="480"/>
              </a:spcBef>
              <a:spcAft>
                <a:spcPts val="0"/>
              </a:spcAft>
              <a:buSzPts val="1560"/>
              <a:buNone/>
            </a:pPr>
            <a:endParaRPr/>
          </a:p>
        </p:txBody>
      </p:sp>
      <p:sp>
        <p:nvSpPr>
          <p:cNvPr id="171" name="Google Shape;171;p7"/>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72" name="Google Shape;172;p7"/>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73" name="Google Shape;173;p7"/>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74" name="Google Shape;174;p7"/>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 Few More Terminologies</a:t>
            </a:r>
            <a:endParaRPr/>
          </a:p>
        </p:txBody>
      </p:sp>
      <p:sp>
        <p:nvSpPr>
          <p:cNvPr id="175" name="Google Shape;175;p7"/>
          <p:cNvSpPr/>
          <p:nvPr/>
        </p:nvSpPr>
        <p:spPr>
          <a:xfrm>
            <a:off x="5146320" y="3687097"/>
            <a:ext cx="1782097" cy="1976284"/>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Sequential Circuit</a:t>
            </a:r>
            <a:endParaRPr sz="2800" b="0" i="0" u="none" strike="noStrike" cap="none">
              <a:solidFill>
                <a:schemeClr val="lt1"/>
              </a:solidFill>
              <a:latin typeface="Calibri"/>
              <a:ea typeface="Calibri"/>
              <a:cs typeface="Calibri"/>
              <a:sym typeface="Calibri"/>
            </a:endParaRPr>
          </a:p>
        </p:txBody>
      </p:sp>
      <p:sp>
        <p:nvSpPr>
          <p:cNvPr id="176" name="Google Shape;176;p7"/>
          <p:cNvSpPr/>
          <p:nvPr/>
        </p:nvSpPr>
        <p:spPr>
          <a:xfrm>
            <a:off x="6928417" y="4788741"/>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7" name="Google Shape;177;p7"/>
          <p:cNvSpPr/>
          <p:nvPr/>
        </p:nvSpPr>
        <p:spPr>
          <a:xfrm>
            <a:off x="4290914" y="4615362"/>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 name="Google Shape;178;p7"/>
          <p:cNvSpPr/>
          <p:nvPr/>
        </p:nvSpPr>
        <p:spPr>
          <a:xfrm>
            <a:off x="6928417" y="4313608"/>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9" name="Google Shape;179;p7"/>
          <p:cNvSpPr txBox="1"/>
          <p:nvPr/>
        </p:nvSpPr>
        <p:spPr>
          <a:xfrm>
            <a:off x="7783823" y="4069998"/>
            <a:ext cx="5389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An</a:t>
            </a:r>
            <a:endParaRPr sz="1800" b="1" i="0" u="none" strike="noStrike" cap="none" baseline="-25000">
              <a:solidFill>
                <a:schemeClr val="dk1"/>
              </a:solidFill>
              <a:latin typeface="Calibri"/>
              <a:ea typeface="Calibri"/>
              <a:cs typeface="Calibri"/>
              <a:sym typeface="Calibri"/>
            </a:endParaRPr>
          </a:p>
        </p:txBody>
      </p:sp>
      <p:sp>
        <p:nvSpPr>
          <p:cNvPr id="180" name="Google Shape;180;p7"/>
          <p:cNvSpPr txBox="1"/>
          <p:nvPr/>
        </p:nvSpPr>
        <p:spPr>
          <a:xfrm>
            <a:off x="7859512" y="4626934"/>
            <a:ext cx="20617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g = x +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Bn</a:t>
            </a:r>
            <a:endParaRPr sz="1800" b="1" i="0" u="none" strike="noStrike" cap="none">
              <a:solidFill>
                <a:schemeClr val="dk1"/>
              </a:solidFill>
              <a:latin typeface="Calibri"/>
              <a:ea typeface="Calibri"/>
              <a:cs typeface="Calibri"/>
              <a:sym typeface="Calibri"/>
            </a:endParaRPr>
          </a:p>
        </p:txBody>
      </p:sp>
      <p:sp>
        <p:nvSpPr>
          <p:cNvPr id="181" name="Google Shape;181;p7"/>
          <p:cNvSpPr txBox="1"/>
          <p:nvPr/>
        </p:nvSpPr>
        <p:spPr>
          <a:xfrm>
            <a:off x="4038600" y="4419409"/>
            <a:ext cx="2904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x</a:t>
            </a:r>
            <a:endParaRPr sz="1800" b="1" i="0" u="none" strike="noStrike" cap="none">
              <a:solidFill>
                <a:schemeClr val="dk1"/>
              </a:solidFill>
              <a:latin typeface="Calibri"/>
              <a:ea typeface="Calibri"/>
              <a:cs typeface="Calibri"/>
              <a:sym typeface="Calibri"/>
            </a:endParaRPr>
          </a:p>
        </p:txBody>
      </p:sp>
      <p:sp>
        <p:nvSpPr>
          <p:cNvPr id="182" name="Google Shape;182;p7"/>
          <p:cNvSpPr/>
          <p:nvPr/>
        </p:nvSpPr>
        <p:spPr>
          <a:xfrm>
            <a:off x="6928417" y="3964197"/>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3" name="Google Shape;183;p7"/>
          <p:cNvSpPr txBox="1"/>
          <p:nvPr/>
        </p:nvSpPr>
        <p:spPr>
          <a:xfrm>
            <a:off x="7783823" y="3720587"/>
            <a:ext cx="53091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Bn</a:t>
            </a:r>
            <a:endParaRPr sz="1800" b="1" i="0" u="none" strike="noStrike" cap="none" baseline="-25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Mealy Machine and Moore Machine</a:t>
            </a:r>
            <a:endParaRPr/>
          </a:p>
          <a:p>
            <a:pPr marL="742950" lvl="1" indent="-285750" algn="l" rtl="0">
              <a:lnSpc>
                <a:spcPct val="100000"/>
              </a:lnSpc>
              <a:spcBef>
                <a:spcPts val="480"/>
              </a:spcBef>
              <a:spcAft>
                <a:spcPts val="0"/>
              </a:spcAft>
              <a:buSzPts val="1560"/>
              <a:buChar char="●"/>
            </a:pPr>
            <a:r>
              <a:rPr lang="en-US"/>
              <a:t>Output function (Mealy)</a:t>
            </a:r>
            <a:br>
              <a:rPr lang="en-US"/>
            </a:br>
            <a:r>
              <a:rPr lang="en-US" i="1"/>
              <a:t>Outputs = g(Inputs, State)</a:t>
            </a:r>
            <a:endParaRPr/>
          </a:p>
          <a:p>
            <a:pPr marL="742950" lvl="1" indent="-285750" algn="l" rtl="0">
              <a:lnSpc>
                <a:spcPct val="100000"/>
              </a:lnSpc>
              <a:spcBef>
                <a:spcPts val="480"/>
              </a:spcBef>
              <a:spcAft>
                <a:spcPts val="0"/>
              </a:spcAft>
              <a:buSzPts val="1560"/>
              <a:buChar char="●"/>
            </a:pPr>
            <a:r>
              <a:rPr lang="en-US">
                <a:solidFill>
                  <a:schemeClr val="accent2"/>
                </a:solidFill>
              </a:rPr>
              <a:t>Output function (Moore)</a:t>
            </a:r>
            <a:br>
              <a:rPr lang="en-US">
                <a:solidFill>
                  <a:schemeClr val="accent2"/>
                </a:solidFill>
              </a:rPr>
            </a:br>
            <a:r>
              <a:rPr lang="en-US" i="1">
                <a:solidFill>
                  <a:schemeClr val="accent2"/>
                </a:solidFill>
              </a:rPr>
              <a:t>Outputs = h(State)</a:t>
            </a:r>
            <a:endParaRPr/>
          </a:p>
          <a:p>
            <a:pPr marL="742950" lvl="1" indent="-186690" algn="l" rtl="0">
              <a:lnSpc>
                <a:spcPct val="100000"/>
              </a:lnSpc>
              <a:spcBef>
                <a:spcPts val="480"/>
              </a:spcBef>
              <a:spcAft>
                <a:spcPts val="0"/>
              </a:spcAft>
              <a:buSzPts val="1560"/>
              <a:buNone/>
            </a:pPr>
            <a:endParaRPr/>
          </a:p>
        </p:txBody>
      </p:sp>
      <p:sp>
        <p:nvSpPr>
          <p:cNvPr id="189" name="Google Shape;189;p8"/>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190" name="Google Shape;190;p8"/>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191" name="Google Shape;191;p8"/>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92" name="Google Shape;192;p8"/>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 Few More Terminologies</a:t>
            </a:r>
            <a:endParaRPr/>
          </a:p>
        </p:txBody>
      </p:sp>
      <p:sp>
        <p:nvSpPr>
          <p:cNvPr id="193" name="Google Shape;193;p8"/>
          <p:cNvSpPr/>
          <p:nvPr/>
        </p:nvSpPr>
        <p:spPr>
          <a:xfrm>
            <a:off x="5146320" y="3687097"/>
            <a:ext cx="1782097" cy="1976284"/>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Sequential Circuit</a:t>
            </a:r>
            <a:endParaRPr sz="2800" b="0" i="0" u="none" strike="noStrike" cap="none">
              <a:solidFill>
                <a:schemeClr val="lt1"/>
              </a:solidFill>
              <a:latin typeface="Calibri"/>
              <a:ea typeface="Calibri"/>
              <a:cs typeface="Calibri"/>
              <a:sym typeface="Calibri"/>
            </a:endParaRPr>
          </a:p>
        </p:txBody>
      </p:sp>
      <p:sp>
        <p:nvSpPr>
          <p:cNvPr id="194" name="Google Shape;194;p8"/>
          <p:cNvSpPr/>
          <p:nvPr/>
        </p:nvSpPr>
        <p:spPr>
          <a:xfrm>
            <a:off x="6928417" y="4788741"/>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 name="Google Shape;195;p8"/>
          <p:cNvSpPr/>
          <p:nvPr/>
        </p:nvSpPr>
        <p:spPr>
          <a:xfrm>
            <a:off x="4290914" y="4615362"/>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 name="Google Shape;196;p8"/>
          <p:cNvSpPr/>
          <p:nvPr/>
        </p:nvSpPr>
        <p:spPr>
          <a:xfrm>
            <a:off x="6928417" y="4313608"/>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7" name="Google Shape;197;p8"/>
          <p:cNvSpPr txBox="1"/>
          <p:nvPr/>
        </p:nvSpPr>
        <p:spPr>
          <a:xfrm>
            <a:off x="7783823" y="4069998"/>
            <a:ext cx="5389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An</a:t>
            </a:r>
            <a:endParaRPr sz="1800" b="1" i="0" u="none" strike="noStrike" cap="none" baseline="-25000">
              <a:solidFill>
                <a:schemeClr val="dk1"/>
              </a:solidFill>
              <a:latin typeface="Calibri"/>
              <a:ea typeface="Calibri"/>
              <a:cs typeface="Calibri"/>
              <a:sym typeface="Calibri"/>
            </a:endParaRPr>
          </a:p>
        </p:txBody>
      </p:sp>
      <p:sp>
        <p:nvSpPr>
          <p:cNvPr id="198" name="Google Shape;198;p8"/>
          <p:cNvSpPr txBox="1"/>
          <p:nvPr/>
        </p:nvSpPr>
        <p:spPr>
          <a:xfrm>
            <a:off x="7859512" y="4626934"/>
            <a:ext cx="17347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h =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An</a:t>
            </a:r>
            <a:r>
              <a:rPr lang="en-US" sz="1800" b="1" i="0" u="none" strike="noStrike" cap="none">
                <a:solidFill>
                  <a:schemeClr val="dk1"/>
                </a:solidFill>
                <a:latin typeface="Calibri"/>
                <a:ea typeface="Calibri"/>
                <a:cs typeface="Calibri"/>
                <a:sym typeface="Calibri"/>
              </a:rPr>
              <a:t> Q</a:t>
            </a:r>
            <a:r>
              <a:rPr lang="en-US" sz="1800" b="1" i="0" u="none" strike="noStrike" cap="none" baseline="-25000">
                <a:solidFill>
                  <a:schemeClr val="dk1"/>
                </a:solidFill>
                <a:latin typeface="Calibri"/>
                <a:ea typeface="Calibri"/>
                <a:cs typeface="Calibri"/>
                <a:sym typeface="Calibri"/>
              </a:rPr>
              <a:t>Bn</a:t>
            </a:r>
            <a:endParaRPr sz="1800" b="1" i="0" u="none" strike="noStrike" cap="none">
              <a:solidFill>
                <a:schemeClr val="dk1"/>
              </a:solidFill>
              <a:latin typeface="Calibri"/>
              <a:ea typeface="Calibri"/>
              <a:cs typeface="Calibri"/>
              <a:sym typeface="Calibri"/>
            </a:endParaRPr>
          </a:p>
        </p:txBody>
      </p:sp>
      <p:sp>
        <p:nvSpPr>
          <p:cNvPr id="199" name="Google Shape;199;p8"/>
          <p:cNvSpPr txBox="1"/>
          <p:nvPr/>
        </p:nvSpPr>
        <p:spPr>
          <a:xfrm>
            <a:off x="4038600" y="4419409"/>
            <a:ext cx="2904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x</a:t>
            </a:r>
            <a:endParaRPr sz="1800" b="1" i="0" u="none" strike="noStrike" cap="none">
              <a:solidFill>
                <a:schemeClr val="dk1"/>
              </a:solidFill>
              <a:latin typeface="Calibri"/>
              <a:ea typeface="Calibri"/>
              <a:cs typeface="Calibri"/>
              <a:sym typeface="Calibri"/>
            </a:endParaRPr>
          </a:p>
        </p:txBody>
      </p:sp>
      <p:sp>
        <p:nvSpPr>
          <p:cNvPr id="200" name="Google Shape;200;p8"/>
          <p:cNvSpPr/>
          <p:nvPr/>
        </p:nvSpPr>
        <p:spPr>
          <a:xfrm>
            <a:off x="6928417" y="3964197"/>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p8"/>
          <p:cNvSpPr txBox="1"/>
          <p:nvPr/>
        </p:nvSpPr>
        <p:spPr>
          <a:xfrm>
            <a:off x="7783823" y="3720587"/>
            <a:ext cx="53091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a:t>
            </a:r>
            <a:r>
              <a:rPr lang="en-US" sz="2000" b="1" i="0" u="none" strike="noStrike" cap="none" baseline="-25000">
                <a:solidFill>
                  <a:schemeClr val="dk1"/>
                </a:solidFill>
                <a:latin typeface="Calibri"/>
                <a:ea typeface="Calibri"/>
                <a:cs typeface="Calibri"/>
                <a:sym typeface="Calibri"/>
              </a:rPr>
              <a:t>Bn</a:t>
            </a:r>
            <a:endParaRPr sz="1800" b="1" i="0" u="none" strike="noStrike" cap="none" baseline="-25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9"/>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100"/>
              <a:buNone/>
            </a:pPr>
            <a:r>
              <a:rPr lang="en-US" b="1"/>
              <a:t>Synchronous Circuit and Asynchronous Circuit</a:t>
            </a:r>
            <a:endParaRPr/>
          </a:p>
          <a:p>
            <a:pPr marL="342900" lvl="0" indent="-342900" algn="l" rtl="0">
              <a:lnSpc>
                <a:spcPct val="90000"/>
              </a:lnSpc>
              <a:spcBef>
                <a:spcPts val="480"/>
              </a:spcBef>
              <a:spcAft>
                <a:spcPts val="0"/>
              </a:spcAft>
              <a:buSzPts val="1800"/>
              <a:buChar char="●"/>
            </a:pPr>
            <a:r>
              <a:rPr lang="en-US" sz="2400"/>
              <a:t>Depends on the </a:t>
            </a:r>
            <a:r>
              <a:rPr lang="en-US" sz="2400" u="sng"/>
              <a:t>time</a:t>
            </a:r>
            <a:r>
              <a:rPr lang="en-US" sz="2400"/>
              <a:t>s at which:</a:t>
            </a:r>
            <a:endParaRPr/>
          </a:p>
          <a:p>
            <a:pPr marL="742950" lvl="1" indent="-285750" algn="l" rtl="0">
              <a:lnSpc>
                <a:spcPct val="90000"/>
              </a:lnSpc>
              <a:spcBef>
                <a:spcPts val="400"/>
              </a:spcBef>
              <a:spcAft>
                <a:spcPts val="0"/>
              </a:spcAft>
              <a:buSzPts val="1300"/>
              <a:buChar char="●"/>
            </a:pPr>
            <a:r>
              <a:rPr lang="en-US" sz="2000"/>
              <a:t>storage elements observe their inputs, and </a:t>
            </a:r>
            <a:endParaRPr/>
          </a:p>
          <a:p>
            <a:pPr marL="742950" lvl="1" indent="-285750" algn="l" rtl="0">
              <a:lnSpc>
                <a:spcPct val="90000"/>
              </a:lnSpc>
              <a:spcBef>
                <a:spcPts val="400"/>
              </a:spcBef>
              <a:spcAft>
                <a:spcPts val="0"/>
              </a:spcAft>
              <a:buSzPts val="1300"/>
              <a:buChar char="●"/>
            </a:pPr>
            <a:r>
              <a:rPr lang="en-US" sz="2000"/>
              <a:t>storage elements change their state </a:t>
            </a:r>
            <a:endParaRPr/>
          </a:p>
          <a:p>
            <a:pPr marL="342900" lvl="0" indent="-342900" algn="l" rtl="0">
              <a:lnSpc>
                <a:spcPct val="90000"/>
              </a:lnSpc>
              <a:spcBef>
                <a:spcPts val="480"/>
              </a:spcBef>
              <a:spcAft>
                <a:spcPts val="0"/>
              </a:spcAft>
              <a:buSzPts val="1800"/>
              <a:buChar char="●"/>
            </a:pPr>
            <a:r>
              <a:rPr lang="en-US" sz="2400" u="sng"/>
              <a:t>Synchronous</a:t>
            </a:r>
            <a:endParaRPr sz="2400"/>
          </a:p>
          <a:p>
            <a:pPr marL="742950" lvl="1" indent="-285750" algn="l" rtl="0">
              <a:lnSpc>
                <a:spcPct val="90000"/>
              </a:lnSpc>
              <a:spcBef>
                <a:spcPts val="400"/>
              </a:spcBef>
              <a:spcAft>
                <a:spcPts val="0"/>
              </a:spcAft>
              <a:buSzPts val="1300"/>
              <a:buChar char="●"/>
            </a:pPr>
            <a:r>
              <a:rPr lang="en-US" sz="2000"/>
              <a:t>Behavior defined  from knowledge of its signals at </a:t>
            </a:r>
            <a:r>
              <a:rPr lang="en-US" sz="2000" u="sng"/>
              <a:t>discrete</a:t>
            </a:r>
            <a:r>
              <a:rPr lang="en-US" sz="2000"/>
              <a:t> instances of time</a:t>
            </a:r>
            <a:endParaRPr/>
          </a:p>
          <a:p>
            <a:pPr marL="742950" lvl="1" indent="-285750" algn="l" rtl="0">
              <a:lnSpc>
                <a:spcPct val="90000"/>
              </a:lnSpc>
              <a:spcBef>
                <a:spcPts val="400"/>
              </a:spcBef>
              <a:spcAft>
                <a:spcPts val="0"/>
              </a:spcAft>
              <a:buSzPts val="1300"/>
              <a:buChar char="●"/>
            </a:pPr>
            <a:r>
              <a:rPr lang="en-US" sz="2000"/>
              <a:t>Storage elements observe inputs and can change state only in relation to a timing signal (</a:t>
            </a:r>
            <a:r>
              <a:rPr lang="en-US" sz="2000" u="sng"/>
              <a:t>clock pulses</a:t>
            </a:r>
            <a:r>
              <a:rPr lang="en-US" sz="2000"/>
              <a:t> from a </a:t>
            </a:r>
            <a:r>
              <a:rPr lang="en-US" sz="2000" b="1" u="sng"/>
              <a:t>clock</a:t>
            </a:r>
            <a:r>
              <a:rPr lang="en-US" sz="2000"/>
              <a:t>)</a:t>
            </a:r>
            <a:endParaRPr/>
          </a:p>
          <a:p>
            <a:pPr marL="342900" lvl="0" indent="-342900" algn="l" rtl="0">
              <a:lnSpc>
                <a:spcPct val="90000"/>
              </a:lnSpc>
              <a:spcBef>
                <a:spcPts val="480"/>
              </a:spcBef>
              <a:spcAft>
                <a:spcPts val="0"/>
              </a:spcAft>
              <a:buSzPts val="1800"/>
              <a:buChar char="●"/>
            </a:pPr>
            <a:r>
              <a:rPr lang="en-US" sz="2400" u="sng"/>
              <a:t>Asynchronous</a:t>
            </a:r>
            <a:endParaRPr sz="2400"/>
          </a:p>
          <a:p>
            <a:pPr marL="742950" lvl="1" indent="-285750" algn="l" rtl="0">
              <a:lnSpc>
                <a:spcPct val="90000"/>
              </a:lnSpc>
              <a:spcBef>
                <a:spcPts val="400"/>
              </a:spcBef>
              <a:spcAft>
                <a:spcPts val="0"/>
              </a:spcAft>
              <a:buSzPts val="1300"/>
              <a:buChar char="●"/>
            </a:pPr>
            <a:r>
              <a:rPr lang="en-US" sz="2000"/>
              <a:t>Behavior defined from knowledge of inputs an any instant of time and the order in continuous time in which inputs change</a:t>
            </a:r>
            <a:endParaRPr/>
          </a:p>
          <a:p>
            <a:pPr marL="742950" lvl="1" indent="-285750" algn="l" rtl="0">
              <a:lnSpc>
                <a:spcPct val="90000"/>
              </a:lnSpc>
              <a:spcBef>
                <a:spcPts val="400"/>
              </a:spcBef>
              <a:spcAft>
                <a:spcPts val="0"/>
              </a:spcAft>
              <a:buSzPts val="1300"/>
              <a:buChar char="●"/>
            </a:pPr>
            <a:r>
              <a:rPr lang="en-US" sz="2000"/>
              <a:t>If clock just regarded as another </a:t>
            </a:r>
            <a:r>
              <a:rPr lang="en-US" sz="2000" b="1"/>
              <a:t>input</a:t>
            </a:r>
            <a:r>
              <a:rPr lang="en-US" sz="2000"/>
              <a:t>, all circuits are asynchronous!</a:t>
            </a:r>
            <a:endParaRPr/>
          </a:p>
          <a:p>
            <a:pPr marL="742950" lvl="1" indent="-285750" algn="l" rtl="0">
              <a:lnSpc>
                <a:spcPct val="90000"/>
              </a:lnSpc>
              <a:spcBef>
                <a:spcPts val="400"/>
              </a:spcBef>
              <a:spcAft>
                <a:spcPts val="0"/>
              </a:spcAft>
              <a:buSzPts val="1300"/>
              <a:buChar char="●"/>
            </a:pPr>
            <a:r>
              <a:rPr lang="en-US" sz="2000"/>
              <a:t>Nevertheless, the synchronous abstraction makes complex designs tractable!</a:t>
            </a:r>
            <a:endParaRPr/>
          </a:p>
          <a:p>
            <a:pPr marL="742950" lvl="1" indent="-186690" algn="l" rtl="0">
              <a:lnSpc>
                <a:spcPct val="100000"/>
              </a:lnSpc>
              <a:spcBef>
                <a:spcPts val="480"/>
              </a:spcBef>
              <a:spcAft>
                <a:spcPts val="0"/>
              </a:spcAft>
              <a:buSzPts val="1560"/>
              <a:buNone/>
            </a:pPr>
            <a:endParaRPr/>
          </a:p>
        </p:txBody>
      </p:sp>
      <p:sp>
        <p:nvSpPr>
          <p:cNvPr id="207" name="Google Shape;207;p9"/>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208" name="Google Shape;208;p9"/>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209" name="Google Shape;209;p9"/>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10" name="Google Shape;210;p9"/>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 Few More Terminologies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28abd34dbfa_0_0"/>
          <p:cNvSpPr txBox="1">
            <a:spLocks noGrp="1"/>
          </p:cNvSpPr>
          <p:nvPr>
            <p:ph type="title"/>
          </p:nvPr>
        </p:nvSpPr>
        <p:spPr>
          <a:xfrm>
            <a:off x="886884" y="0"/>
            <a:ext cx="112371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dk1"/>
                </a:solidFill>
              </a:rPr>
              <a:t>Formulation: Finding a State Diagram</a:t>
            </a:r>
            <a:endParaRPr sz="4000">
              <a:solidFill>
                <a:schemeClr val="dk1"/>
              </a:solidFill>
            </a:endParaRPr>
          </a:p>
        </p:txBody>
      </p:sp>
      <p:sp>
        <p:nvSpPr>
          <p:cNvPr id="216" name="Google Shape;216;g28abd34dbfa_0_0"/>
          <p:cNvSpPr txBox="1">
            <a:spLocks noGrp="1"/>
          </p:cNvSpPr>
          <p:nvPr>
            <p:ph type="body" idx="1"/>
          </p:nvPr>
        </p:nvSpPr>
        <p:spPr>
          <a:xfrm>
            <a:off x="958851" y="1314450"/>
            <a:ext cx="10363200" cy="50277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US" sz="2400"/>
              <a:t>A </a:t>
            </a:r>
            <a:r>
              <a:rPr lang="en-US" sz="2400" u="sng"/>
              <a:t>state</a:t>
            </a:r>
            <a:r>
              <a:rPr lang="en-US" sz="2400"/>
              <a:t> is an abstraction of the history of the past applied inputs to the circuit (including  power-up reset or system reset). </a:t>
            </a:r>
            <a:endParaRPr/>
          </a:p>
          <a:p>
            <a:pPr marL="742950" lvl="1" indent="-285750" algn="l" rtl="0">
              <a:lnSpc>
                <a:spcPct val="100000"/>
              </a:lnSpc>
              <a:spcBef>
                <a:spcPts val="1000"/>
              </a:spcBef>
              <a:spcAft>
                <a:spcPts val="0"/>
              </a:spcAft>
              <a:buSzPts val="2000"/>
              <a:buFont typeface="Times New Roman"/>
              <a:buChar char="•"/>
            </a:pPr>
            <a:r>
              <a:rPr lang="en-US" sz="2000"/>
              <a:t>The interpretation of “past inputs” is tied to the synchronous operation of the circuit. E. g., an input value (other than an asynchronous reset) is measured only during the setup-hold time interval for an edge-triggered flip-flop.</a:t>
            </a:r>
            <a:endParaRPr sz="2000" u="sng"/>
          </a:p>
          <a:p>
            <a:pPr marL="342900" lvl="0" indent="-342900" algn="l" rtl="0">
              <a:lnSpc>
                <a:spcPct val="100000"/>
              </a:lnSpc>
              <a:spcBef>
                <a:spcPts val="1080"/>
              </a:spcBef>
              <a:spcAft>
                <a:spcPts val="0"/>
              </a:spcAft>
              <a:buSzPts val="2400"/>
              <a:buChar char="▪"/>
            </a:pPr>
            <a:r>
              <a:rPr lang="en-US" sz="2400"/>
              <a:t>Examples:</a:t>
            </a:r>
            <a:endParaRPr sz="2400" u="sng"/>
          </a:p>
          <a:p>
            <a:pPr marL="742950" lvl="1" indent="-285750" algn="l" rtl="0">
              <a:lnSpc>
                <a:spcPct val="100000"/>
              </a:lnSpc>
              <a:spcBef>
                <a:spcPts val="1000"/>
              </a:spcBef>
              <a:spcAft>
                <a:spcPts val="0"/>
              </a:spcAft>
              <a:buSzPts val="2000"/>
              <a:buFont typeface="Times New Roman"/>
              <a:buChar char="•"/>
            </a:pPr>
            <a:r>
              <a:rPr lang="en-US" sz="2000"/>
              <a:t>State A represents the fact that a 1 input has occurred among the past inputs.</a:t>
            </a:r>
            <a:endParaRPr sz="2000" u="sng"/>
          </a:p>
          <a:p>
            <a:pPr marL="742950" lvl="1" indent="-285750" algn="l" rtl="0">
              <a:lnSpc>
                <a:spcPct val="100000"/>
              </a:lnSpc>
              <a:spcBef>
                <a:spcPts val="1000"/>
              </a:spcBef>
              <a:spcAft>
                <a:spcPts val="0"/>
              </a:spcAft>
              <a:buSzPts val="2000"/>
              <a:buFont typeface="Times New Roman"/>
              <a:buChar char="•"/>
            </a:pPr>
            <a:r>
              <a:rPr lang="en-US" sz="2000"/>
              <a:t>State B represents the fact that a 0  followed by a 1 have occurred as the most recent past two inputs. </a:t>
            </a:r>
            <a:endParaRPr sz="2000" u="sng"/>
          </a:p>
          <a:p>
            <a:pPr marL="342900" lvl="0" indent="-215900" algn="l" rtl="0">
              <a:lnSpc>
                <a:spcPct val="100000"/>
              </a:lnSpc>
              <a:spcBef>
                <a:spcPts val="1000"/>
              </a:spcBef>
              <a:spcAft>
                <a:spcPts val="0"/>
              </a:spcAft>
              <a:buSzPts val="2000"/>
              <a:buNone/>
            </a:pP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8abd34dbfa_0_59"/>
          <p:cNvSpPr txBox="1">
            <a:spLocks noGrp="1"/>
          </p:cNvSpPr>
          <p:nvPr>
            <p:ph type="title"/>
          </p:nvPr>
        </p:nvSpPr>
        <p:spPr>
          <a:xfrm>
            <a:off x="599017" y="0"/>
            <a:ext cx="115083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dk1"/>
                </a:solidFill>
              </a:rPr>
              <a:t>Formulation: Finding a State Diagram</a:t>
            </a:r>
            <a:endParaRPr/>
          </a:p>
        </p:txBody>
      </p:sp>
      <p:sp>
        <p:nvSpPr>
          <p:cNvPr id="222" name="Google Shape;222;g28abd34dbfa_0_59"/>
          <p:cNvSpPr txBox="1">
            <a:spLocks noGrp="1"/>
          </p:cNvSpPr>
          <p:nvPr>
            <p:ph type="body" idx="1"/>
          </p:nvPr>
        </p:nvSpPr>
        <p:spPr>
          <a:xfrm>
            <a:off x="1278468" y="1314450"/>
            <a:ext cx="9874214" cy="50277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400"/>
              <a:buChar char="▪"/>
            </a:pPr>
            <a:r>
              <a:rPr lang="en-US" sz="2400" dirty="0"/>
              <a:t>In specifying a circuit, we use </a:t>
            </a:r>
            <a:r>
              <a:rPr lang="en-US" sz="2400" u="sng" dirty="0"/>
              <a:t>states</a:t>
            </a:r>
            <a:r>
              <a:rPr lang="en-US" sz="2400" dirty="0"/>
              <a:t> to remember </a:t>
            </a:r>
            <a:r>
              <a:rPr lang="en-US" sz="2400" u="sng" dirty="0"/>
              <a:t>meaningful properties</a:t>
            </a:r>
            <a:r>
              <a:rPr lang="en-US" sz="2400" dirty="0"/>
              <a:t> of </a:t>
            </a:r>
            <a:r>
              <a:rPr lang="en-US" sz="2400" u="sng" dirty="0"/>
              <a:t>past input sequences</a:t>
            </a:r>
            <a:r>
              <a:rPr lang="en-US" sz="2400" dirty="0"/>
              <a:t> that are essential to predicting </a:t>
            </a:r>
            <a:r>
              <a:rPr lang="en-US" sz="2400" u="sng" dirty="0"/>
              <a:t>future output values</a:t>
            </a:r>
            <a:r>
              <a:rPr lang="en-US" sz="2400" dirty="0"/>
              <a:t>.   </a:t>
            </a:r>
            <a:endParaRPr dirty="0"/>
          </a:p>
          <a:p>
            <a:pPr marL="342900" lvl="0" indent="-342900" algn="l" rtl="0">
              <a:lnSpc>
                <a:spcPct val="90000"/>
              </a:lnSpc>
              <a:spcBef>
                <a:spcPts val="1080"/>
              </a:spcBef>
              <a:spcAft>
                <a:spcPts val="0"/>
              </a:spcAft>
              <a:buSzPts val="2400"/>
              <a:buChar char="▪"/>
            </a:pPr>
            <a:r>
              <a:rPr lang="en-US" sz="2400" dirty="0"/>
              <a:t>A </a:t>
            </a:r>
            <a:r>
              <a:rPr lang="en-US" sz="2400" u="sng" dirty="0"/>
              <a:t>sequence recognizer</a:t>
            </a:r>
            <a:r>
              <a:rPr lang="en-US" sz="2400" dirty="0"/>
              <a:t> is a sequential circuit that produces a distinct output value whenever a prescribed pattern of input symbols occur in sequence, </a:t>
            </a:r>
            <a:r>
              <a:rPr lang="en-US" sz="2400" dirty="0" err="1"/>
              <a:t>i.e</a:t>
            </a:r>
            <a:r>
              <a:rPr lang="en-US" sz="2400" dirty="0"/>
              <a:t>, </a:t>
            </a:r>
            <a:r>
              <a:rPr lang="en-US" sz="2400" u="sng" dirty="0"/>
              <a:t>recognizes</a:t>
            </a:r>
            <a:r>
              <a:rPr lang="en-US" sz="2400" dirty="0"/>
              <a:t> an input sequence </a:t>
            </a:r>
            <a:r>
              <a:rPr lang="en-US" sz="2400" dirty="0" err="1"/>
              <a:t>occurence</a:t>
            </a:r>
            <a:r>
              <a:rPr lang="en-US" sz="2400" dirty="0"/>
              <a:t>.</a:t>
            </a:r>
            <a:endParaRPr dirty="0"/>
          </a:p>
          <a:p>
            <a:pPr marL="342900" lvl="0" indent="-342900" algn="l" rtl="0">
              <a:lnSpc>
                <a:spcPct val="90000"/>
              </a:lnSpc>
              <a:spcBef>
                <a:spcPts val="1080"/>
              </a:spcBef>
              <a:spcAft>
                <a:spcPts val="0"/>
              </a:spcAft>
              <a:buSzPts val="2400"/>
              <a:buChar char="▪"/>
            </a:pPr>
            <a:r>
              <a:rPr lang="en-US" sz="2400" dirty="0"/>
              <a:t>We will develop a procedure </a:t>
            </a:r>
            <a:r>
              <a:rPr lang="en-US" sz="2400" u="sng" dirty="0"/>
              <a:t>specific to sequence recognizers</a:t>
            </a:r>
            <a:r>
              <a:rPr lang="en-US" sz="2400" dirty="0"/>
              <a:t> to convert a problem statement into a </a:t>
            </a:r>
            <a:r>
              <a:rPr lang="en-US" sz="2400" u="sng" dirty="0"/>
              <a:t>state diagram</a:t>
            </a:r>
            <a:r>
              <a:rPr lang="en-US" sz="2400" dirty="0"/>
              <a:t>.</a:t>
            </a:r>
            <a:endParaRPr dirty="0"/>
          </a:p>
          <a:p>
            <a:pPr marL="342900" lvl="0" indent="-342900" algn="l" rtl="0">
              <a:lnSpc>
                <a:spcPct val="90000"/>
              </a:lnSpc>
              <a:spcBef>
                <a:spcPts val="1080"/>
              </a:spcBef>
              <a:spcAft>
                <a:spcPts val="0"/>
              </a:spcAft>
              <a:buSzPts val="2400"/>
              <a:buChar char="▪"/>
            </a:pPr>
            <a:r>
              <a:rPr lang="en-US" sz="2400" dirty="0"/>
              <a:t>Next, the </a:t>
            </a:r>
            <a:r>
              <a:rPr lang="en-US" sz="2400" u="sng" dirty="0"/>
              <a:t>state diagram</a:t>
            </a:r>
            <a:r>
              <a:rPr lang="en-US" sz="2400" dirty="0"/>
              <a:t>, will be converted to a </a:t>
            </a:r>
            <a:r>
              <a:rPr lang="en-US" sz="2400" u="sng" dirty="0"/>
              <a:t>state table </a:t>
            </a:r>
            <a:r>
              <a:rPr lang="en-US" sz="2400" dirty="0"/>
              <a:t>from which the circuit will be designed.</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28abd34dbfa_0_115"/>
          <p:cNvSpPr txBox="1">
            <a:spLocks noGrp="1"/>
          </p:cNvSpPr>
          <p:nvPr>
            <p:ph type="title"/>
          </p:nvPr>
        </p:nvSpPr>
        <p:spPr>
          <a:xfrm>
            <a:off x="914400" y="225425"/>
            <a:ext cx="10851900" cy="838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dk1"/>
                </a:solidFill>
              </a:rPr>
              <a:t>Sequence Recognizer Procedure</a:t>
            </a:r>
            <a:endParaRPr/>
          </a:p>
        </p:txBody>
      </p:sp>
      <p:sp>
        <p:nvSpPr>
          <p:cNvPr id="228" name="Google Shape;228;g28abd34dbfa_0_115"/>
          <p:cNvSpPr txBox="1">
            <a:spLocks noGrp="1"/>
          </p:cNvSpPr>
          <p:nvPr>
            <p:ph type="body" idx="1"/>
          </p:nvPr>
        </p:nvSpPr>
        <p:spPr>
          <a:xfrm>
            <a:off x="1278468" y="1314450"/>
            <a:ext cx="9619381" cy="50277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000"/>
              <a:buChar char="▪"/>
            </a:pPr>
            <a:r>
              <a:rPr lang="en-US" sz="2000" dirty="0"/>
              <a:t>To develop a sequence recognizer state diagram:</a:t>
            </a:r>
            <a:endParaRPr dirty="0"/>
          </a:p>
          <a:p>
            <a:pPr marL="742950" lvl="1" indent="-285750" algn="l" rtl="0">
              <a:lnSpc>
                <a:spcPct val="90000"/>
              </a:lnSpc>
              <a:spcBef>
                <a:spcPts val="1000"/>
              </a:spcBef>
              <a:spcAft>
                <a:spcPts val="0"/>
              </a:spcAft>
              <a:buSzPts val="2000"/>
              <a:buFont typeface="Times New Roman"/>
              <a:buChar char="•"/>
            </a:pPr>
            <a:r>
              <a:rPr lang="en-US" sz="2000" dirty="0"/>
              <a:t>Begin in an initial state in which NONE of the initial portion of the sequence has occurred (typically “reset” state).</a:t>
            </a:r>
            <a:endParaRPr dirty="0"/>
          </a:p>
          <a:p>
            <a:pPr marL="742950" lvl="1" indent="-285750" algn="l" rtl="0">
              <a:lnSpc>
                <a:spcPct val="90000"/>
              </a:lnSpc>
              <a:spcBef>
                <a:spcPts val="400"/>
              </a:spcBef>
              <a:spcAft>
                <a:spcPts val="0"/>
              </a:spcAft>
              <a:buSzPts val="2000"/>
              <a:buFont typeface="Times New Roman"/>
              <a:buChar char="•"/>
            </a:pPr>
            <a:r>
              <a:rPr lang="en-US" sz="2000" dirty="0"/>
              <a:t>Add a state that recognizes that the first symbol has occurred.</a:t>
            </a:r>
            <a:endParaRPr dirty="0"/>
          </a:p>
          <a:p>
            <a:pPr marL="742950" lvl="1" indent="-285750" algn="l" rtl="0">
              <a:lnSpc>
                <a:spcPct val="90000"/>
              </a:lnSpc>
              <a:spcBef>
                <a:spcPts val="400"/>
              </a:spcBef>
              <a:spcAft>
                <a:spcPts val="0"/>
              </a:spcAft>
              <a:buSzPts val="2000"/>
              <a:buFont typeface="Times New Roman"/>
              <a:buChar char="•"/>
            </a:pPr>
            <a:r>
              <a:rPr lang="en-US" sz="2000" dirty="0"/>
              <a:t>Add states that recognize each successive symbol occurring.</a:t>
            </a:r>
            <a:endParaRPr dirty="0"/>
          </a:p>
          <a:p>
            <a:pPr marL="742950" lvl="1" indent="-285750" algn="l" rtl="0">
              <a:lnSpc>
                <a:spcPct val="90000"/>
              </a:lnSpc>
              <a:spcBef>
                <a:spcPts val="400"/>
              </a:spcBef>
              <a:spcAft>
                <a:spcPts val="0"/>
              </a:spcAft>
              <a:buSzPts val="2000"/>
              <a:buFont typeface="Times New Roman"/>
              <a:buChar char="•"/>
            </a:pPr>
            <a:r>
              <a:rPr lang="en-US" sz="2000" dirty="0"/>
              <a:t>The final state represents the input sequence (possibly  less the final input value) </a:t>
            </a:r>
            <a:r>
              <a:rPr lang="en-US" sz="2000" dirty="0" err="1"/>
              <a:t>occurence</a:t>
            </a:r>
            <a:r>
              <a:rPr lang="en-US" sz="2000" dirty="0"/>
              <a:t>.</a:t>
            </a:r>
            <a:endParaRPr dirty="0"/>
          </a:p>
          <a:p>
            <a:pPr marL="742950" lvl="1" indent="-285750" algn="l" rtl="0">
              <a:lnSpc>
                <a:spcPct val="90000"/>
              </a:lnSpc>
              <a:spcBef>
                <a:spcPts val="400"/>
              </a:spcBef>
              <a:spcAft>
                <a:spcPts val="0"/>
              </a:spcAft>
              <a:buSzPts val="2000"/>
              <a:buFont typeface="Times New Roman"/>
              <a:buChar char="•"/>
            </a:pPr>
            <a:r>
              <a:rPr lang="en-US" sz="2000" dirty="0"/>
              <a:t>Add state transition arcs which specify what happens when a symbol </a:t>
            </a:r>
            <a:r>
              <a:rPr lang="en-US" sz="2000" i="1" dirty="0"/>
              <a:t>not</a:t>
            </a:r>
            <a:r>
              <a:rPr lang="en-US" sz="2000" dirty="0"/>
              <a:t> in the proper sequence has occurred.</a:t>
            </a:r>
            <a:endParaRPr dirty="0"/>
          </a:p>
          <a:p>
            <a:pPr marL="742950" lvl="1" indent="-285750" algn="l" rtl="0">
              <a:lnSpc>
                <a:spcPct val="90000"/>
              </a:lnSpc>
              <a:spcBef>
                <a:spcPts val="400"/>
              </a:spcBef>
              <a:spcAft>
                <a:spcPts val="0"/>
              </a:spcAft>
              <a:buSzPts val="2000"/>
              <a:buFont typeface="Times New Roman"/>
              <a:buChar char="•"/>
            </a:pPr>
            <a:r>
              <a:rPr lang="en-US" sz="2000" dirty="0"/>
              <a:t>Add other arcs on non-sequence inputs which transition to states that represent the input subsequence that has occurred.</a:t>
            </a:r>
            <a:endParaRPr dirty="0"/>
          </a:p>
          <a:p>
            <a:pPr marL="342900" lvl="0" indent="-342900" algn="l" rtl="0">
              <a:lnSpc>
                <a:spcPct val="90000"/>
              </a:lnSpc>
              <a:spcBef>
                <a:spcPts val="400"/>
              </a:spcBef>
              <a:spcAft>
                <a:spcPts val="0"/>
              </a:spcAft>
              <a:buSzPts val="2000"/>
              <a:buChar char="▪"/>
            </a:pPr>
            <a:r>
              <a:rPr lang="en-US" sz="2000" dirty="0"/>
              <a:t>The last step is required because the circuit must recognize the input sequence </a:t>
            </a:r>
            <a:r>
              <a:rPr lang="en-US" sz="2000" i="1" dirty="0"/>
              <a:t>regardless of where it occurs</a:t>
            </a:r>
            <a:r>
              <a:rPr lang="en-US" sz="2000" dirty="0"/>
              <a:t> </a:t>
            </a:r>
            <a:r>
              <a:rPr lang="en-US" sz="2000" i="1" dirty="0"/>
              <a:t>within the overall sequence applied since “reset.”</a:t>
            </a:r>
            <a:r>
              <a:rPr lang="en-US" sz="2000" dirty="0"/>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2"/>
              </a:buClr>
              <a:buSzPts val="5400"/>
              <a:buFont typeface="Times New Roman"/>
              <a:buNone/>
            </a:pPr>
            <a:r>
              <a:rPr lang="en-US"/>
              <a:t>A PRACTICAL EXAMPLE OF SEQUENTIAL CIRCUIT</a:t>
            </a:r>
            <a:endParaRPr/>
          </a:p>
        </p:txBody>
      </p:sp>
      <p:sp>
        <p:nvSpPr>
          <p:cNvPr id="234" name="Google Shape;234;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a:t>Sequence Recognizer</a:t>
            </a:r>
            <a:endParaRPr/>
          </a:p>
        </p:txBody>
      </p:sp>
      <p:sp>
        <p:nvSpPr>
          <p:cNvPr id="235" name="Google Shape;235;p1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236" name="Google Shape;236;p1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237" name="Google Shape;237;p1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1"/>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100"/>
              <a:buNone/>
            </a:pPr>
            <a:r>
              <a:rPr lang="en-US" b="1"/>
              <a:t>Example:  Recognize the sequence 1010</a:t>
            </a:r>
            <a:endParaRPr b="1"/>
          </a:p>
          <a:p>
            <a:pPr marL="342900" marR="0" lvl="0" indent="-209550" algn="l" rtl="0">
              <a:lnSpc>
                <a:spcPct val="100000"/>
              </a:lnSpc>
              <a:spcBef>
                <a:spcPts val="560"/>
              </a:spcBef>
              <a:spcAft>
                <a:spcPts val="0"/>
              </a:spcAft>
              <a:buClr>
                <a:srgbClr val="0033CC"/>
              </a:buClr>
              <a:buSzPts val="2100"/>
              <a:buFont typeface="Arial"/>
              <a:buNone/>
            </a:pPr>
            <a:endParaRPr/>
          </a:p>
        </p:txBody>
      </p:sp>
      <p:sp>
        <p:nvSpPr>
          <p:cNvPr id="243" name="Google Shape;243;p1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244" name="Google Shape;244;p1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245" name="Google Shape;245;p1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46" name="Google Shape;246;p11"/>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247" name="Google Shape;247;p11"/>
          <p:cNvSpPr/>
          <p:nvPr/>
        </p:nvSpPr>
        <p:spPr>
          <a:xfrm>
            <a:off x="8212730" y="2544688"/>
            <a:ext cx="1946787" cy="1991032"/>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Sequence Recognizer Circuit</a:t>
            </a:r>
            <a:endParaRPr sz="1800" b="0" i="0" u="none" strike="noStrike" cap="none">
              <a:solidFill>
                <a:schemeClr val="lt1"/>
              </a:solidFill>
              <a:latin typeface="Calibri"/>
              <a:ea typeface="Calibri"/>
              <a:cs typeface="Calibri"/>
              <a:sym typeface="Calibri"/>
            </a:endParaRPr>
          </a:p>
        </p:txBody>
      </p:sp>
      <p:sp>
        <p:nvSpPr>
          <p:cNvPr id="248" name="Google Shape;248;p11"/>
          <p:cNvSpPr/>
          <p:nvPr/>
        </p:nvSpPr>
        <p:spPr>
          <a:xfrm>
            <a:off x="10159517" y="3540204"/>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9" name="Google Shape;249;p11"/>
          <p:cNvSpPr/>
          <p:nvPr/>
        </p:nvSpPr>
        <p:spPr>
          <a:xfrm>
            <a:off x="7357324" y="3487702"/>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p11"/>
          <p:cNvSpPr txBox="1"/>
          <p:nvPr/>
        </p:nvSpPr>
        <p:spPr>
          <a:xfrm>
            <a:off x="7039608" y="3256869"/>
            <a:ext cx="3177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x</a:t>
            </a:r>
            <a:endParaRPr sz="2400" b="0" i="0" u="none" strike="noStrike" cap="none">
              <a:solidFill>
                <a:schemeClr val="dk1"/>
              </a:solidFill>
              <a:latin typeface="Calibri"/>
              <a:ea typeface="Calibri"/>
              <a:cs typeface="Calibri"/>
              <a:sym typeface="Calibri"/>
            </a:endParaRPr>
          </a:p>
        </p:txBody>
      </p:sp>
      <p:sp>
        <p:nvSpPr>
          <p:cNvPr id="251" name="Google Shape;251;p11"/>
          <p:cNvSpPr txBox="1"/>
          <p:nvPr/>
        </p:nvSpPr>
        <p:spPr>
          <a:xfrm>
            <a:off x="11029672" y="3309371"/>
            <a:ext cx="32412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y</a:t>
            </a:r>
            <a:endParaRPr sz="2400" b="0" i="0" u="none" strike="noStrike" cap="none">
              <a:solidFill>
                <a:schemeClr val="dk1"/>
              </a:solidFill>
              <a:latin typeface="Calibri"/>
              <a:ea typeface="Calibri"/>
              <a:cs typeface="Calibri"/>
              <a:sym typeface="Calibri"/>
            </a:endParaRPr>
          </a:p>
        </p:txBody>
      </p:sp>
      <p:sp>
        <p:nvSpPr>
          <p:cNvPr id="252" name="Google Shape;252;p11"/>
          <p:cNvSpPr txBox="1"/>
          <p:nvPr/>
        </p:nvSpPr>
        <p:spPr>
          <a:xfrm>
            <a:off x="1428500" y="3170871"/>
            <a:ext cx="437331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a:ea typeface="Calibri"/>
                <a:cs typeface="Calibri"/>
                <a:sym typeface="Calibri"/>
              </a:rPr>
              <a:t>X= 0 0 1 1 0 1 0 1 0 0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a:ea typeface="Calibri"/>
                <a:cs typeface="Calibri"/>
                <a:sym typeface="Calibri"/>
              </a:rPr>
              <a:t>Y= 0 0 0 0 0 0 1 0 1 0 0</a:t>
            </a:r>
            <a:endParaRPr sz="3600" b="0" i="0" u="none" strike="noStrike" cap="none">
              <a:solidFill>
                <a:schemeClr val="dk1"/>
              </a:solidFill>
              <a:latin typeface="Calibri"/>
              <a:ea typeface="Calibri"/>
              <a:cs typeface="Calibri"/>
              <a:sym typeface="Calibri"/>
            </a:endParaRPr>
          </a:p>
        </p:txBody>
      </p:sp>
      <p:sp>
        <p:nvSpPr>
          <p:cNvPr id="253" name="Google Shape;253;p11"/>
          <p:cNvSpPr/>
          <p:nvPr/>
        </p:nvSpPr>
        <p:spPr>
          <a:xfrm>
            <a:off x="2047904" y="3290830"/>
            <a:ext cx="3644973"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4" name="Google Shape;254;p11"/>
          <p:cNvSpPr/>
          <p:nvPr/>
        </p:nvSpPr>
        <p:spPr>
          <a:xfrm>
            <a:off x="2047905" y="382059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5" name="Google Shape;255;p11"/>
          <p:cNvSpPr/>
          <p:nvPr/>
        </p:nvSpPr>
        <p:spPr>
          <a:xfrm>
            <a:off x="2389281" y="3838493"/>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6" name="Google Shape;256;p11"/>
          <p:cNvSpPr/>
          <p:nvPr/>
        </p:nvSpPr>
        <p:spPr>
          <a:xfrm>
            <a:off x="2730657" y="3856392"/>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11"/>
          <p:cNvSpPr/>
          <p:nvPr/>
        </p:nvSpPr>
        <p:spPr>
          <a:xfrm>
            <a:off x="3031447" y="382059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8" name="Google Shape;258;p11"/>
          <p:cNvSpPr/>
          <p:nvPr/>
        </p:nvSpPr>
        <p:spPr>
          <a:xfrm>
            <a:off x="3350062" y="382059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11"/>
          <p:cNvSpPr/>
          <p:nvPr/>
        </p:nvSpPr>
        <p:spPr>
          <a:xfrm>
            <a:off x="3714199" y="382059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11"/>
          <p:cNvSpPr/>
          <p:nvPr/>
        </p:nvSpPr>
        <p:spPr>
          <a:xfrm>
            <a:off x="4038600" y="382059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11"/>
          <p:cNvSpPr/>
          <p:nvPr/>
        </p:nvSpPr>
        <p:spPr>
          <a:xfrm>
            <a:off x="4369458" y="383276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11"/>
          <p:cNvSpPr/>
          <p:nvPr/>
        </p:nvSpPr>
        <p:spPr>
          <a:xfrm>
            <a:off x="4700316" y="384493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11"/>
          <p:cNvSpPr/>
          <p:nvPr/>
        </p:nvSpPr>
        <p:spPr>
          <a:xfrm>
            <a:off x="5031174" y="385710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11"/>
          <p:cNvSpPr/>
          <p:nvPr/>
        </p:nvSpPr>
        <p:spPr>
          <a:xfrm>
            <a:off x="5362032" y="3869274"/>
            <a:ext cx="280768" cy="4277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53"/>
                                        </p:tgtEl>
                                      </p:cBhvr>
                                    </p:animEffect>
                                    <p:set>
                                      <p:cBhvr>
                                        <p:cTn id="7" dur="1" fill="hold">
                                          <p:stCondLst>
                                            <p:cond delay="500"/>
                                          </p:stCondLst>
                                        </p:cTn>
                                        <p:tgtEl>
                                          <p:spTgt spid="25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54"/>
                                        </p:tgtEl>
                                      </p:cBhvr>
                                    </p:animEffect>
                                    <p:set>
                                      <p:cBhvr>
                                        <p:cTn id="12" dur="1" fill="hold">
                                          <p:stCondLst>
                                            <p:cond delay="500"/>
                                          </p:stCondLst>
                                        </p:cTn>
                                        <p:tgtEl>
                                          <p:spTgt spid="25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255"/>
                                        </p:tgtEl>
                                      </p:cBhvr>
                                    </p:animEffect>
                                    <p:set>
                                      <p:cBhvr>
                                        <p:cTn id="17" dur="1" fill="hold">
                                          <p:stCondLst>
                                            <p:cond delay="500"/>
                                          </p:stCondLst>
                                        </p:cTn>
                                        <p:tgtEl>
                                          <p:spTgt spid="25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256"/>
                                        </p:tgtEl>
                                      </p:cBhvr>
                                    </p:animEffect>
                                    <p:set>
                                      <p:cBhvr>
                                        <p:cTn id="22" dur="1" fill="hold">
                                          <p:stCondLst>
                                            <p:cond delay="2000"/>
                                          </p:stCondLst>
                                        </p:cTn>
                                        <p:tgtEl>
                                          <p:spTgt spid="25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2000"/>
                                        <p:tgtEl>
                                          <p:spTgt spid="257"/>
                                        </p:tgtEl>
                                      </p:cBhvr>
                                    </p:animEffect>
                                    <p:set>
                                      <p:cBhvr>
                                        <p:cTn id="27" dur="1" fill="hold">
                                          <p:stCondLst>
                                            <p:cond delay="2000"/>
                                          </p:stCondLst>
                                        </p:cTn>
                                        <p:tgtEl>
                                          <p:spTgt spid="25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2000"/>
                                        <p:tgtEl>
                                          <p:spTgt spid="258"/>
                                        </p:tgtEl>
                                      </p:cBhvr>
                                    </p:animEffect>
                                    <p:set>
                                      <p:cBhvr>
                                        <p:cTn id="32" dur="1" fill="hold">
                                          <p:stCondLst>
                                            <p:cond delay="2000"/>
                                          </p:stCondLst>
                                        </p:cTn>
                                        <p:tgtEl>
                                          <p:spTgt spid="25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259"/>
                                        </p:tgtEl>
                                      </p:cBhvr>
                                    </p:animEffect>
                                    <p:set>
                                      <p:cBhvr>
                                        <p:cTn id="37" dur="1" fill="hold">
                                          <p:stCondLst>
                                            <p:cond delay="2000"/>
                                          </p:stCondLst>
                                        </p:cTn>
                                        <p:tgtEl>
                                          <p:spTgt spid="25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2000"/>
                                        <p:tgtEl>
                                          <p:spTgt spid="260"/>
                                        </p:tgtEl>
                                      </p:cBhvr>
                                    </p:animEffect>
                                    <p:set>
                                      <p:cBhvr>
                                        <p:cTn id="42" dur="1" fill="hold">
                                          <p:stCondLst>
                                            <p:cond delay="2000"/>
                                          </p:stCondLst>
                                        </p:cTn>
                                        <p:tgtEl>
                                          <p:spTgt spid="26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2000"/>
                                        <p:tgtEl>
                                          <p:spTgt spid="261"/>
                                        </p:tgtEl>
                                      </p:cBhvr>
                                    </p:animEffect>
                                    <p:set>
                                      <p:cBhvr>
                                        <p:cTn id="47" dur="1" fill="hold">
                                          <p:stCondLst>
                                            <p:cond delay="2000"/>
                                          </p:stCondLst>
                                        </p:cTn>
                                        <p:tgtEl>
                                          <p:spTgt spid="26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262"/>
                                        </p:tgtEl>
                                      </p:cBhvr>
                                    </p:animEffect>
                                    <p:set>
                                      <p:cBhvr>
                                        <p:cTn id="52" dur="1" fill="hold">
                                          <p:stCondLst>
                                            <p:cond delay="2000"/>
                                          </p:stCondLst>
                                        </p:cTn>
                                        <p:tgtEl>
                                          <p:spTgt spid="26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2000"/>
                                        <p:tgtEl>
                                          <p:spTgt spid="263"/>
                                        </p:tgtEl>
                                      </p:cBhvr>
                                    </p:animEffect>
                                    <p:set>
                                      <p:cBhvr>
                                        <p:cTn id="57" dur="1" fill="hold">
                                          <p:stCondLst>
                                            <p:cond delay="2000"/>
                                          </p:stCondLst>
                                        </p:cTn>
                                        <p:tgtEl>
                                          <p:spTgt spid="263"/>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2000"/>
                                        <p:tgtEl>
                                          <p:spTgt spid="264"/>
                                        </p:tgtEl>
                                      </p:cBhvr>
                                    </p:animEffect>
                                    <p:set>
                                      <p:cBhvr>
                                        <p:cTn id="62" dur="1" fill="hold">
                                          <p:stCondLst>
                                            <p:cond delay="2000"/>
                                          </p:stCondLst>
                                        </p:cTn>
                                        <p:tgtEl>
                                          <p:spTgt spid="2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28abd34dbfa_0_171"/>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dk1"/>
                </a:solidFill>
              </a:rPr>
              <a:t>Sequence Recognizer Example</a:t>
            </a:r>
            <a:endParaRPr/>
          </a:p>
        </p:txBody>
      </p:sp>
      <p:sp>
        <p:nvSpPr>
          <p:cNvPr id="270" name="Google Shape;270;g28abd34dbfa_0_171"/>
          <p:cNvSpPr txBox="1">
            <a:spLocks noGrp="1"/>
          </p:cNvSpPr>
          <p:nvPr>
            <p:ph type="body" idx="1"/>
          </p:nvPr>
        </p:nvSpPr>
        <p:spPr>
          <a:xfrm>
            <a:off x="914400" y="1352550"/>
            <a:ext cx="103632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400"/>
              <a:buChar char="▪"/>
            </a:pPr>
            <a:r>
              <a:rPr lang="en-US" sz="2400"/>
              <a:t>Example:  Recognize the sequence 1101</a:t>
            </a:r>
            <a:endParaRPr/>
          </a:p>
          <a:p>
            <a:pPr marL="742950" lvl="1" indent="-285750" algn="l" rtl="0">
              <a:lnSpc>
                <a:spcPct val="90000"/>
              </a:lnSpc>
              <a:spcBef>
                <a:spcPts val="1600"/>
              </a:spcBef>
              <a:spcAft>
                <a:spcPts val="0"/>
              </a:spcAft>
              <a:buSzPts val="2000"/>
              <a:buFont typeface="Times New Roman"/>
              <a:buChar char="•"/>
            </a:pPr>
            <a:r>
              <a:rPr lang="en-US" sz="2000"/>
              <a:t>Note that the sequence 1111101 contains 1101 and "11" is a proper sub-sequence of the sequence.   </a:t>
            </a:r>
            <a:endParaRPr/>
          </a:p>
          <a:p>
            <a:pPr marL="342900" lvl="0" indent="-342900" algn="l" rtl="0">
              <a:lnSpc>
                <a:spcPct val="90000"/>
              </a:lnSpc>
              <a:spcBef>
                <a:spcPts val="1080"/>
              </a:spcBef>
              <a:spcAft>
                <a:spcPts val="0"/>
              </a:spcAft>
              <a:buSzPts val="2400"/>
              <a:buChar char="▪"/>
            </a:pPr>
            <a:r>
              <a:rPr lang="en-US" sz="2400"/>
              <a:t>Thus, the sequential machine must remember that the first two one's have occurred as it receives another symbol. </a:t>
            </a:r>
            <a:endParaRPr/>
          </a:p>
          <a:p>
            <a:pPr marL="342900" lvl="0" indent="-342900" algn="l" rtl="0">
              <a:lnSpc>
                <a:spcPct val="90000"/>
              </a:lnSpc>
              <a:spcBef>
                <a:spcPts val="1080"/>
              </a:spcBef>
              <a:spcAft>
                <a:spcPts val="0"/>
              </a:spcAft>
              <a:buSzPts val="2400"/>
              <a:buChar char="▪"/>
            </a:pPr>
            <a:r>
              <a:rPr lang="en-US" sz="2400"/>
              <a:t>Also, the sequence 1101101 contains 1101 as both an initial subsequence and a final subsequence with some overlap, i. e., </a:t>
            </a:r>
            <a:r>
              <a:rPr lang="en-US" sz="2400" u="sng">
                <a:solidFill>
                  <a:srgbClr val="FF0000"/>
                </a:solidFill>
              </a:rPr>
              <a:t>1101</a:t>
            </a:r>
            <a:r>
              <a:rPr lang="en-US" sz="2400"/>
              <a:t>101 or 110</a:t>
            </a:r>
            <a:r>
              <a:rPr lang="en-US" sz="2400" u="sng">
                <a:solidFill>
                  <a:srgbClr val="0000FF"/>
                </a:solidFill>
              </a:rPr>
              <a:t>1101</a:t>
            </a:r>
            <a:r>
              <a:rPr lang="en-US" sz="2400"/>
              <a:t>. </a:t>
            </a:r>
            <a:endParaRPr/>
          </a:p>
          <a:p>
            <a:pPr marL="342900" lvl="0" indent="-342900" algn="l" rtl="0">
              <a:lnSpc>
                <a:spcPct val="90000"/>
              </a:lnSpc>
              <a:spcBef>
                <a:spcPts val="1080"/>
              </a:spcBef>
              <a:spcAft>
                <a:spcPts val="0"/>
              </a:spcAft>
              <a:buSzPts val="2400"/>
              <a:buChar char="▪"/>
            </a:pPr>
            <a:r>
              <a:rPr lang="en-US" sz="2400"/>
              <a:t>And, the 1 in the middle, 110</a:t>
            </a:r>
            <a:r>
              <a:rPr lang="en-US" sz="2400" u="sng"/>
              <a:t>1</a:t>
            </a:r>
            <a:r>
              <a:rPr lang="en-US" sz="2400"/>
              <a:t>101, is in both subsequences.</a:t>
            </a:r>
            <a:endParaRPr/>
          </a:p>
          <a:p>
            <a:pPr marL="342900" lvl="0" indent="-342900" algn="l" rtl="0">
              <a:lnSpc>
                <a:spcPct val="90000"/>
              </a:lnSpc>
              <a:spcBef>
                <a:spcPts val="1080"/>
              </a:spcBef>
              <a:spcAft>
                <a:spcPts val="0"/>
              </a:spcAft>
              <a:buSzPts val="2400"/>
              <a:buChar char="▪"/>
            </a:pPr>
            <a:r>
              <a:rPr lang="en-US" sz="2400"/>
              <a:t>The sequence 1101 must be recognized each time it occurs in the input sequence.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2"/>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100"/>
              <a:buNone/>
            </a:pPr>
            <a:r>
              <a:rPr lang="en-US" b="1"/>
              <a:t>Example:  Recognize the sequence 1101</a:t>
            </a:r>
            <a:endParaRPr b="1"/>
          </a:p>
          <a:p>
            <a:pPr marL="342900" marR="0" lvl="0" indent="-209550" algn="l" rtl="0">
              <a:lnSpc>
                <a:spcPct val="100000"/>
              </a:lnSpc>
              <a:spcBef>
                <a:spcPts val="560"/>
              </a:spcBef>
              <a:spcAft>
                <a:spcPts val="0"/>
              </a:spcAft>
              <a:buClr>
                <a:srgbClr val="0033CC"/>
              </a:buClr>
              <a:buSzPts val="2100"/>
              <a:buFont typeface="Arial"/>
              <a:buNone/>
            </a:pPr>
            <a:endParaRPr/>
          </a:p>
        </p:txBody>
      </p:sp>
      <p:sp>
        <p:nvSpPr>
          <p:cNvPr id="276" name="Google Shape;276;p1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277" name="Google Shape;277;p1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278" name="Google Shape;278;p1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79" name="Google Shape;279;p12"/>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280" name="Google Shape;280;p12"/>
          <p:cNvSpPr/>
          <p:nvPr/>
        </p:nvSpPr>
        <p:spPr>
          <a:xfrm>
            <a:off x="8212730" y="2544688"/>
            <a:ext cx="1946787" cy="1991032"/>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Sequence Recognizer Circuit</a:t>
            </a:r>
            <a:endParaRPr sz="1800" b="0" i="0" u="none" strike="noStrike" cap="none">
              <a:solidFill>
                <a:schemeClr val="lt1"/>
              </a:solidFill>
              <a:latin typeface="Calibri"/>
              <a:ea typeface="Calibri"/>
              <a:cs typeface="Calibri"/>
              <a:sym typeface="Calibri"/>
            </a:endParaRPr>
          </a:p>
        </p:txBody>
      </p:sp>
      <p:sp>
        <p:nvSpPr>
          <p:cNvPr id="281" name="Google Shape;281;p12"/>
          <p:cNvSpPr/>
          <p:nvPr/>
        </p:nvSpPr>
        <p:spPr>
          <a:xfrm>
            <a:off x="10159517" y="3540204"/>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p12"/>
          <p:cNvSpPr/>
          <p:nvPr/>
        </p:nvSpPr>
        <p:spPr>
          <a:xfrm>
            <a:off x="7357324" y="3487702"/>
            <a:ext cx="855406" cy="4571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p12"/>
          <p:cNvSpPr txBox="1"/>
          <p:nvPr/>
        </p:nvSpPr>
        <p:spPr>
          <a:xfrm>
            <a:off x="7039608" y="3256869"/>
            <a:ext cx="3177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x</a:t>
            </a:r>
            <a:endParaRPr sz="2400" b="0" i="0" u="none" strike="noStrike" cap="none">
              <a:solidFill>
                <a:schemeClr val="dk1"/>
              </a:solidFill>
              <a:latin typeface="Calibri"/>
              <a:ea typeface="Calibri"/>
              <a:cs typeface="Calibri"/>
              <a:sym typeface="Calibri"/>
            </a:endParaRPr>
          </a:p>
        </p:txBody>
      </p:sp>
      <p:sp>
        <p:nvSpPr>
          <p:cNvPr id="284" name="Google Shape;284;p12"/>
          <p:cNvSpPr txBox="1"/>
          <p:nvPr/>
        </p:nvSpPr>
        <p:spPr>
          <a:xfrm>
            <a:off x="11029672" y="3309371"/>
            <a:ext cx="32412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y</a:t>
            </a:r>
            <a:endParaRPr sz="2400" b="0" i="0" u="none" strike="noStrike" cap="none">
              <a:solidFill>
                <a:schemeClr val="dk1"/>
              </a:solidFill>
              <a:latin typeface="Calibri"/>
              <a:ea typeface="Calibri"/>
              <a:cs typeface="Calibri"/>
              <a:sym typeface="Calibri"/>
            </a:endParaRPr>
          </a:p>
        </p:txBody>
      </p:sp>
      <p:sp>
        <p:nvSpPr>
          <p:cNvPr id="285" name="Google Shape;285;p12"/>
          <p:cNvSpPr txBox="1"/>
          <p:nvPr/>
        </p:nvSpPr>
        <p:spPr>
          <a:xfrm>
            <a:off x="1428500" y="3170871"/>
            <a:ext cx="43734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a:ea typeface="Calibri"/>
                <a:cs typeface="Calibri"/>
                <a:sym typeface="Calibri"/>
              </a:rPr>
              <a:t>X= 0 0 1 1 0 1 1 0 1 0 0</a:t>
            </a:r>
            <a:endParaRPr sz="2400" b="1">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a:ea typeface="Calibri"/>
                <a:cs typeface="Calibri"/>
                <a:sym typeface="Calibri"/>
              </a:rPr>
              <a:t>Y= 0 0 0 0 0 </a:t>
            </a:r>
            <a:r>
              <a:rPr lang="en-US" sz="3600">
                <a:solidFill>
                  <a:schemeClr val="dk1"/>
                </a:solidFill>
                <a:latin typeface="Calibri"/>
                <a:ea typeface="Calibri"/>
                <a:cs typeface="Calibri"/>
                <a:sym typeface="Calibri"/>
              </a:rPr>
              <a:t>1 0</a:t>
            </a:r>
            <a:r>
              <a:rPr lang="en-US" sz="3600" b="0" i="0" u="none" strike="noStrike" cap="none">
                <a:solidFill>
                  <a:schemeClr val="dk1"/>
                </a:solidFill>
                <a:latin typeface="Calibri"/>
                <a:ea typeface="Calibri"/>
                <a:cs typeface="Calibri"/>
                <a:sym typeface="Calibri"/>
              </a:rPr>
              <a:t> 0 1 0 0</a:t>
            </a:r>
            <a:endParaRPr sz="36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3"/>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We need to develop a sequential circuit.</a:t>
            </a:r>
            <a:endParaRPr/>
          </a:p>
          <a:p>
            <a:pPr marL="342900" marR="0" lvl="0" indent="-342900" algn="l" rtl="0">
              <a:lnSpc>
                <a:spcPct val="100000"/>
              </a:lnSpc>
              <a:spcBef>
                <a:spcPts val="560"/>
              </a:spcBef>
              <a:spcAft>
                <a:spcPts val="0"/>
              </a:spcAft>
              <a:buClr>
                <a:srgbClr val="0033CC"/>
              </a:buClr>
              <a:buSzPts val="2100"/>
              <a:buFont typeface="Arial"/>
              <a:buChar char="●"/>
            </a:pPr>
            <a:r>
              <a:rPr lang="en-US"/>
              <a:t>We can develop a sequential circuit if we have the </a:t>
            </a:r>
            <a:r>
              <a:rPr lang="en-US" b="1"/>
              <a:t>state table</a:t>
            </a:r>
            <a:r>
              <a:rPr lang="en-US"/>
              <a:t> or the </a:t>
            </a:r>
            <a:r>
              <a:rPr lang="en-US" b="1"/>
              <a:t>state diagram</a:t>
            </a:r>
            <a:endParaRPr/>
          </a:p>
          <a:p>
            <a:pPr marL="342900" marR="0" lvl="0" indent="-342900" algn="l" rtl="0">
              <a:lnSpc>
                <a:spcPct val="100000"/>
              </a:lnSpc>
              <a:spcBef>
                <a:spcPts val="560"/>
              </a:spcBef>
              <a:spcAft>
                <a:spcPts val="0"/>
              </a:spcAft>
              <a:buClr>
                <a:srgbClr val="0033CC"/>
              </a:buClr>
              <a:buSzPts val="2100"/>
              <a:buFont typeface="Arial"/>
              <a:buChar char="●"/>
            </a:pPr>
            <a:r>
              <a:rPr lang="en-US"/>
              <a:t>We then have to </a:t>
            </a:r>
            <a:endParaRPr/>
          </a:p>
          <a:p>
            <a:pPr marL="742950" lvl="1" indent="-285750" algn="l" rtl="0">
              <a:lnSpc>
                <a:spcPct val="100000"/>
              </a:lnSpc>
              <a:spcBef>
                <a:spcPts val="480"/>
              </a:spcBef>
              <a:spcAft>
                <a:spcPts val="0"/>
              </a:spcAft>
              <a:buSzPts val="1560"/>
              <a:buChar char="●"/>
            </a:pPr>
            <a:r>
              <a:rPr lang="en-US"/>
              <a:t>select a </a:t>
            </a:r>
            <a:r>
              <a:rPr lang="en-US" b="1"/>
              <a:t>flip flop</a:t>
            </a:r>
            <a:endParaRPr/>
          </a:p>
          <a:p>
            <a:pPr marL="742950" lvl="1" indent="-285750" algn="l" rtl="0">
              <a:lnSpc>
                <a:spcPct val="100000"/>
              </a:lnSpc>
              <a:spcBef>
                <a:spcPts val="480"/>
              </a:spcBef>
              <a:spcAft>
                <a:spcPts val="0"/>
              </a:spcAft>
              <a:buSzPts val="1560"/>
              <a:buChar char="●"/>
            </a:pPr>
            <a:r>
              <a:rPr lang="en-US"/>
              <a:t>find out the </a:t>
            </a:r>
            <a:r>
              <a:rPr lang="en-US" b="1"/>
              <a:t>equations</a:t>
            </a:r>
            <a:r>
              <a:rPr lang="en-US"/>
              <a:t> for the </a:t>
            </a:r>
            <a:r>
              <a:rPr lang="en-US" b="1"/>
              <a:t>flip flop inputs </a:t>
            </a:r>
            <a:r>
              <a:rPr lang="en-US"/>
              <a:t>and</a:t>
            </a:r>
            <a:r>
              <a:rPr lang="en-US" b="1"/>
              <a:t> output</a:t>
            </a:r>
            <a:endParaRPr/>
          </a:p>
          <a:p>
            <a:pPr marL="742950" lvl="1" indent="-285750" algn="l" rtl="0">
              <a:lnSpc>
                <a:spcPct val="100000"/>
              </a:lnSpc>
              <a:spcBef>
                <a:spcPts val="480"/>
              </a:spcBef>
              <a:spcAft>
                <a:spcPts val="0"/>
              </a:spcAft>
              <a:buSzPts val="1560"/>
              <a:buChar char="●"/>
            </a:pPr>
            <a:r>
              <a:rPr lang="en-US"/>
              <a:t>Design </a:t>
            </a:r>
            <a:r>
              <a:rPr lang="en-US" b="1"/>
              <a:t>the circuit</a:t>
            </a:r>
            <a:endParaRPr/>
          </a:p>
          <a:p>
            <a:pPr marL="342900" marR="0" lvl="0" indent="-342900" algn="l" rtl="0">
              <a:lnSpc>
                <a:spcPct val="100000"/>
              </a:lnSpc>
              <a:spcBef>
                <a:spcPts val="560"/>
              </a:spcBef>
              <a:spcAft>
                <a:spcPts val="0"/>
              </a:spcAft>
              <a:buClr>
                <a:srgbClr val="0033CC"/>
              </a:buClr>
              <a:buSzPts val="2100"/>
              <a:buFont typeface="Arial"/>
              <a:buChar char="●"/>
            </a:pPr>
            <a:r>
              <a:rPr lang="en-US"/>
              <a:t>Let us follow the above steps for the sequence </a:t>
            </a:r>
            <a:r>
              <a:rPr lang="en-US" b="1"/>
              <a:t>1101</a:t>
            </a:r>
            <a:endParaRPr b="1"/>
          </a:p>
        </p:txBody>
      </p:sp>
      <p:sp>
        <p:nvSpPr>
          <p:cNvPr id="291" name="Google Shape;291;p1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292" name="Google Shape;292;p1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293" name="Google Shape;293;p1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94" name="Google Shape;294;p13"/>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28abd34dbfa_0_227"/>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solidFill>
                  <a:schemeClr val="dk1"/>
                </a:solidFill>
              </a:rPr>
              <a:t>Sequence Recognizer Example</a:t>
            </a:r>
            <a:endParaRPr/>
          </a:p>
        </p:txBody>
      </p:sp>
      <p:sp>
        <p:nvSpPr>
          <p:cNvPr id="300" name="Google Shape;300;g28abd34dbfa_0_227"/>
          <p:cNvSpPr txBox="1">
            <a:spLocks noGrp="1"/>
          </p:cNvSpPr>
          <p:nvPr>
            <p:ph type="body" idx="1"/>
          </p:nvPr>
        </p:nvSpPr>
        <p:spPr>
          <a:xfrm>
            <a:off x="914400" y="1352550"/>
            <a:ext cx="103632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400"/>
              <a:buChar char="▪"/>
            </a:pPr>
            <a:r>
              <a:rPr lang="en-US" sz="2400"/>
              <a:t>Example:  Recognize the sequence 1101</a:t>
            </a:r>
            <a:endParaRPr/>
          </a:p>
          <a:p>
            <a:pPr marL="742950" lvl="1" indent="-285750" algn="l" rtl="0">
              <a:lnSpc>
                <a:spcPct val="90000"/>
              </a:lnSpc>
              <a:spcBef>
                <a:spcPts val="1600"/>
              </a:spcBef>
              <a:spcAft>
                <a:spcPts val="0"/>
              </a:spcAft>
              <a:buSzPts val="2000"/>
              <a:buFont typeface="Times New Roman"/>
              <a:buChar char="•"/>
            </a:pPr>
            <a:r>
              <a:rPr lang="en-US" sz="2000"/>
              <a:t>Note that the sequence 1111101 contains 1101 and "11" is a proper sub-sequence of the sequence.   </a:t>
            </a:r>
            <a:endParaRPr/>
          </a:p>
          <a:p>
            <a:pPr marL="342900" lvl="0" indent="-342900" algn="l" rtl="0">
              <a:lnSpc>
                <a:spcPct val="90000"/>
              </a:lnSpc>
              <a:spcBef>
                <a:spcPts val="1080"/>
              </a:spcBef>
              <a:spcAft>
                <a:spcPts val="0"/>
              </a:spcAft>
              <a:buSzPts val="2400"/>
              <a:buChar char="▪"/>
            </a:pPr>
            <a:r>
              <a:rPr lang="en-US" sz="2400"/>
              <a:t>Thus, the sequential machine must remember that the first two one's have occurred as it receives another symbol. </a:t>
            </a:r>
            <a:endParaRPr/>
          </a:p>
          <a:p>
            <a:pPr marL="342900" lvl="0" indent="-342900" algn="l" rtl="0">
              <a:lnSpc>
                <a:spcPct val="90000"/>
              </a:lnSpc>
              <a:spcBef>
                <a:spcPts val="1080"/>
              </a:spcBef>
              <a:spcAft>
                <a:spcPts val="0"/>
              </a:spcAft>
              <a:buSzPts val="2400"/>
              <a:buChar char="▪"/>
            </a:pPr>
            <a:r>
              <a:rPr lang="en-US" sz="2400"/>
              <a:t>Also, the sequence 1101101 contains 1101 as both an initial subsequence and a final subsequence with some overlap, i. e., </a:t>
            </a:r>
            <a:r>
              <a:rPr lang="en-US" sz="2400" u="sng">
                <a:solidFill>
                  <a:srgbClr val="FF0000"/>
                </a:solidFill>
              </a:rPr>
              <a:t>1101</a:t>
            </a:r>
            <a:r>
              <a:rPr lang="en-US" sz="2400"/>
              <a:t>101 or 110</a:t>
            </a:r>
            <a:r>
              <a:rPr lang="en-US" sz="2400" u="sng">
                <a:solidFill>
                  <a:srgbClr val="0000FF"/>
                </a:solidFill>
              </a:rPr>
              <a:t>1101</a:t>
            </a:r>
            <a:r>
              <a:rPr lang="en-US" sz="2400"/>
              <a:t>. </a:t>
            </a:r>
            <a:endParaRPr/>
          </a:p>
          <a:p>
            <a:pPr marL="342900" lvl="0" indent="-342900" algn="l" rtl="0">
              <a:lnSpc>
                <a:spcPct val="90000"/>
              </a:lnSpc>
              <a:spcBef>
                <a:spcPts val="1080"/>
              </a:spcBef>
              <a:spcAft>
                <a:spcPts val="0"/>
              </a:spcAft>
              <a:buSzPts val="2400"/>
              <a:buChar char="▪"/>
            </a:pPr>
            <a:r>
              <a:rPr lang="en-US" sz="2400"/>
              <a:t>And, the 1 in the middle, 110</a:t>
            </a:r>
            <a:r>
              <a:rPr lang="en-US" sz="2400" u="sng"/>
              <a:t>1</a:t>
            </a:r>
            <a:r>
              <a:rPr lang="en-US" sz="2400"/>
              <a:t>101, is in both subsequences.</a:t>
            </a:r>
            <a:endParaRPr/>
          </a:p>
          <a:p>
            <a:pPr marL="342900" lvl="0" indent="-342900" algn="l" rtl="0">
              <a:lnSpc>
                <a:spcPct val="90000"/>
              </a:lnSpc>
              <a:spcBef>
                <a:spcPts val="1080"/>
              </a:spcBef>
              <a:spcAft>
                <a:spcPts val="0"/>
              </a:spcAft>
              <a:buSzPts val="2400"/>
              <a:buChar char="▪"/>
            </a:pPr>
            <a:r>
              <a:rPr lang="en-US" sz="2400"/>
              <a:t>The sequence 1101 must be recognized each time it occurs in the input sequence.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28abd34dbfa_0_283"/>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a:t>
            </a:r>
            <a:endParaRPr/>
          </a:p>
        </p:txBody>
      </p:sp>
      <p:sp>
        <p:nvSpPr>
          <p:cNvPr id="306" name="Google Shape;306;g28abd34dbfa_0_283"/>
          <p:cNvSpPr txBox="1">
            <a:spLocks noGrp="1"/>
          </p:cNvSpPr>
          <p:nvPr>
            <p:ph type="body" idx="1"/>
          </p:nvPr>
        </p:nvSpPr>
        <p:spPr>
          <a:xfrm>
            <a:off x="914400" y="1306513"/>
            <a:ext cx="103632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600"/>
              <a:buChar char="▪"/>
            </a:pPr>
            <a:r>
              <a:rPr lang="en-US" sz="2600" dirty="0"/>
              <a:t>Define states for the sequence to be recognized:</a:t>
            </a:r>
            <a:endParaRPr dirty="0"/>
          </a:p>
          <a:p>
            <a:pPr marL="742950" lvl="1" indent="-285750" algn="l" rtl="0">
              <a:lnSpc>
                <a:spcPct val="90000"/>
              </a:lnSpc>
              <a:spcBef>
                <a:spcPts val="1000"/>
              </a:spcBef>
              <a:spcAft>
                <a:spcPts val="0"/>
              </a:spcAft>
              <a:buSzPts val="2000"/>
              <a:buFont typeface="Times New Roman"/>
              <a:buChar char="•"/>
            </a:pPr>
            <a:r>
              <a:rPr lang="en-US" sz="2000" dirty="0"/>
              <a:t>assuming it starts with first symbol, </a:t>
            </a:r>
            <a:endParaRPr dirty="0"/>
          </a:p>
          <a:p>
            <a:pPr marL="742950" lvl="1" indent="-285750" algn="l" rtl="0">
              <a:lnSpc>
                <a:spcPct val="90000"/>
              </a:lnSpc>
              <a:spcBef>
                <a:spcPts val="1000"/>
              </a:spcBef>
              <a:spcAft>
                <a:spcPts val="0"/>
              </a:spcAft>
              <a:buSzPts val="2000"/>
              <a:buFont typeface="Times New Roman"/>
              <a:buChar char="•"/>
            </a:pPr>
            <a:r>
              <a:rPr lang="en-US" sz="2000" dirty="0"/>
              <a:t>continues through each symbol in the sequence to be recognized, and </a:t>
            </a:r>
            <a:endParaRPr dirty="0"/>
          </a:p>
          <a:p>
            <a:pPr marL="742950" lvl="1" indent="-285750" algn="l" rtl="0">
              <a:lnSpc>
                <a:spcPct val="90000"/>
              </a:lnSpc>
              <a:spcBef>
                <a:spcPts val="1000"/>
              </a:spcBef>
              <a:spcAft>
                <a:spcPts val="0"/>
              </a:spcAft>
              <a:buSzPts val="2000"/>
              <a:buFont typeface="Times New Roman"/>
              <a:buChar char="•"/>
            </a:pPr>
            <a:r>
              <a:rPr lang="en-US" sz="2000" dirty="0"/>
              <a:t>uses output 1 to mean the full sequence has occurred,</a:t>
            </a:r>
            <a:endParaRPr dirty="0"/>
          </a:p>
          <a:p>
            <a:pPr marL="742950" lvl="1" indent="-285750" algn="l" rtl="0">
              <a:lnSpc>
                <a:spcPct val="90000"/>
              </a:lnSpc>
              <a:spcBef>
                <a:spcPts val="1000"/>
              </a:spcBef>
              <a:spcAft>
                <a:spcPts val="0"/>
              </a:spcAft>
              <a:buSzPts val="2000"/>
              <a:buFont typeface="Times New Roman"/>
              <a:buChar char="•"/>
            </a:pPr>
            <a:r>
              <a:rPr lang="en-US" sz="2000" dirty="0"/>
              <a:t>with output 0 otherwise.</a:t>
            </a:r>
            <a:endParaRPr dirty="0"/>
          </a:p>
          <a:p>
            <a:pPr marL="342900" lvl="0" indent="-342900" algn="l" rtl="0">
              <a:lnSpc>
                <a:spcPct val="90000"/>
              </a:lnSpc>
              <a:spcBef>
                <a:spcPts val="1120"/>
              </a:spcBef>
              <a:spcAft>
                <a:spcPts val="0"/>
              </a:spcAft>
              <a:buSzPts val="2600"/>
              <a:buChar char="▪"/>
            </a:pPr>
            <a:r>
              <a:rPr lang="en-US" sz="2600" dirty="0"/>
              <a:t>Starting in the initial state (Arbitrarily named "A"):</a:t>
            </a:r>
            <a:endParaRPr dirty="0"/>
          </a:p>
          <a:p>
            <a:pPr marL="742950" lvl="1" indent="-285750" algn="l" rtl="0">
              <a:lnSpc>
                <a:spcPct val="90000"/>
              </a:lnSpc>
              <a:spcBef>
                <a:spcPts val="1000"/>
              </a:spcBef>
              <a:spcAft>
                <a:spcPts val="0"/>
              </a:spcAft>
              <a:buSzPts val="2000"/>
              <a:buFont typeface="Times New Roman"/>
              <a:buChar char="•"/>
            </a:pPr>
            <a:r>
              <a:rPr lang="en-US" sz="2000" dirty="0"/>
              <a:t>Add a state that                                                               recognizes the first "1."</a:t>
            </a:r>
            <a:endParaRPr dirty="0"/>
          </a:p>
          <a:p>
            <a:pPr marL="742950" lvl="1" indent="-285750" algn="l" rtl="0">
              <a:lnSpc>
                <a:spcPct val="90000"/>
              </a:lnSpc>
              <a:spcBef>
                <a:spcPts val="400"/>
              </a:spcBef>
              <a:spcAft>
                <a:spcPts val="0"/>
              </a:spcAft>
              <a:buSzPts val="2000"/>
              <a:buFont typeface="Times New Roman"/>
              <a:buChar char="•"/>
            </a:pPr>
            <a:r>
              <a:rPr lang="en-US" sz="2000" dirty="0"/>
              <a:t>State "A" is the initial state, and state "B" is the state which represents the fact that the "first" one in the input subsequence has occurred.   The output symbol "0" means that the full recognized sequence has not yet occurred.</a:t>
            </a:r>
            <a:endParaRPr dirty="0"/>
          </a:p>
          <a:p>
            <a:pPr marL="342900" lvl="0" indent="-190500" algn="l" rtl="0">
              <a:lnSpc>
                <a:spcPct val="90000"/>
              </a:lnSpc>
              <a:spcBef>
                <a:spcPts val="1080"/>
              </a:spcBef>
              <a:spcAft>
                <a:spcPts val="0"/>
              </a:spcAft>
              <a:buSzPts val="2400"/>
              <a:buNone/>
            </a:pPr>
            <a:endParaRPr sz="2400" dirty="0"/>
          </a:p>
        </p:txBody>
      </p:sp>
      <p:grpSp>
        <p:nvGrpSpPr>
          <p:cNvPr id="307" name="Google Shape;307;g28abd34dbfa_0_283"/>
          <p:cNvGrpSpPr/>
          <p:nvPr/>
        </p:nvGrpSpPr>
        <p:grpSpPr>
          <a:xfrm>
            <a:off x="7452783" y="5099050"/>
            <a:ext cx="963084" cy="722313"/>
            <a:chOff x="3516" y="2798"/>
            <a:chExt cx="455" cy="455"/>
          </a:xfrm>
        </p:grpSpPr>
        <p:sp>
          <p:nvSpPr>
            <p:cNvPr id="308" name="Google Shape;308;g28abd34dbfa_0_283"/>
            <p:cNvSpPr/>
            <p:nvPr/>
          </p:nvSpPr>
          <p:spPr>
            <a:xfrm>
              <a:off x="3516" y="2798"/>
              <a:ext cx="455" cy="455"/>
            </a:xfrm>
            <a:custGeom>
              <a:avLst/>
              <a:gdLst/>
              <a:ahLst/>
              <a:cxnLst/>
              <a:rect l="l" t="t" r="r" b="b"/>
              <a:pathLst>
                <a:path w="455" h="455" extrusionOk="0">
                  <a:moveTo>
                    <a:pt x="0" y="226"/>
                  </a:moveTo>
                  <a:lnTo>
                    <a:pt x="0" y="248"/>
                  </a:lnTo>
                  <a:lnTo>
                    <a:pt x="2" y="261"/>
                  </a:lnTo>
                  <a:lnTo>
                    <a:pt x="4" y="271"/>
                  </a:lnTo>
                  <a:lnTo>
                    <a:pt x="6" y="284"/>
                  </a:lnTo>
                  <a:lnTo>
                    <a:pt x="10" y="294"/>
                  </a:lnTo>
                  <a:lnTo>
                    <a:pt x="12" y="303"/>
                  </a:lnTo>
                  <a:lnTo>
                    <a:pt x="17" y="315"/>
                  </a:lnTo>
                  <a:lnTo>
                    <a:pt x="23" y="324"/>
                  </a:lnTo>
                  <a:lnTo>
                    <a:pt x="27" y="334"/>
                  </a:lnTo>
                  <a:lnTo>
                    <a:pt x="38" y="353"/>
                  </a:lnTo>
                  <a:lnTo>
                    <a:pt x="50" y="370"/>
                  </a:lnTo>
                  <a:lnTo>
                    <a:pt x="58" y="378"/>
                  </a:lnTo>
                  <a:lnTo>
                    <a:pt x="63" y="386"/>
                  </a:lnTo>
                  <a:lnTo>
                    <a:pt x="81" y="403"/>
                  </a:lnTo>
                  <a:lnTo>
                    <a:pt x="100" y="414"/>
                  </a:lnTo>
                  <a:lnTo>
                    <a:pt x="108" y="420"/>
                  </a:lnTo>
                  <a:lnTo>
                    <a:pt x="117" y="426"/>
                  </a:lnTo>
                  <a:lnTo>
                    <a:pt x="127" y="430"/>
                  </a:lnTo>
                  <a:lnTo>
                    <a:pt x="136" y="436"/>
                  </a:lnTo>
                  <a:lnTo>
                    <a:pt x="148" y="441"/>
                  </a:lnTo>
                  <a:lnTo>
                    <a:pt x="158" y="443"/>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3"/>
                  </a:lnTo>
                  <a:lnTo>
                    <a:pt x="303" y="441"/>
                  </a:lnTo>
                  <a:lnTo>
                    <a:pt x="315" y="436"/>
                  </a:lnTo>
                  <a:lnTo>
                    <a:pt x="325" y="430"/>
                  </a:lnTo>
                  <a:lnTo>
                    <a:pt x="334" y="426"/>
                  </a:lnTo>
                  <a:lnTo>
                    <a:pt x="353" y="414"/>
                  </a:lnTo>
                  <a:lnTo>
                    <a:pt x="371" y="403"/>
                  </a:lnTo>
                  <a:lnTo>
                    <a:pt x="403" y="370"/>
                  </a:lnTo>
                  <a:lnTo>
                    <a:pt x="415" y="353"/>
                  </a:lnTo>
                  <a:lnTo>
                    <a:pt x="426" y="334"/>
                  </a:lnTo>
                  <a:lnTo>
                    <a:pt x="430" y="324"/>
                  </a:lnTo>
                  <a:lnTo>
                    <a:pt x="436" y="315"/>
                  </a:lnTo>
                  <a:lnTo>
                    <a:pt x="442" y="303"/>
                  </a:lnTo>
                  <a:lnTo>
                    <a:pt x="444" y="294"/>
                  </a:lnTo>
                  <a:lnTo>
                    <a:pt x="448" y="284"/>
                  </a:lnTo>
                  <a:lnTo>
                    <a:pt x="449" y="271"/>
                  </a:lnTo>
                  <a:lnTo>
                    <a:pt x="451" y="261"/>
                  </a:lnTo>
                  <a:lnTo>
                    <a:pt x="453" y="249"/>
                  </a:lnTo>
                  <a:lnTo>
                    <a:pt x="453" y="238"/>
                  </a:lnTo>
                  <a:lnTo>
                    <a:pt x="455" y="228"/>
                  </a:lnTo>
                  <a:lnTo>
                    <a:pt x="455" y="224"/>
                  </a:lnTo>
                  <a:lnTo>
                    <a:pt x="453" y="215"/>
                  </a:lnTo>
                  <a:lnTo>
                    <a:pt x="453" y="203"/>
                  </a:lnTo>
                  <a:lnTo>
                    <a:pt x="451" y="190"/>
                  </a:lnTo>
                  <a:lnTo>
                    <a:pt x="449" y="180"/>
                  </a:lnTo>
                  <a:lnTo>
                    <a:pt x="448" y="167"/>
                  </a:lnTo>
                  <a:lnTo>
                    <a:pt x="444" y="157"/>
                  </a:lnTo>
                  <a:lnTo>
                    <a:pt x="442" y="148"/>
                  </a:lnTo>
                  <a:lnTo>
                    <a:pt x="436" y="136"/>
                  </a:lnTo>
                  <a:lnTo>
                    <a:pt x="430" y="127"/>
                  </a:lnTo>
                  <a:lnTo>
                    <a:pt x="426" y="117"/>
                  </a:lnTo>
                  <a:lnTo>
                    <a:pt x="421" y="107"/>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7"/>
                  </a:lnTo>
                  <a:lnTo>
                    <a:pt x="127" y="23"/>
                  </a:lnTo>
                  <a:lnTo>
                    <a:pt x="117" y="27"/>
                  </a:lnTo>
                  <a:lnTo>
                    <a:pt x="108" y="33"/>
                  </a:lnTo>
                  <a:lnTo>
                    <a:pt x="100" y="38"/>
                  </a:lnTo>
                  <a:lnTo>
                    <a:pt x="81" y="50"/>
                  </a:lnTo>
                  <a:lnTo>
                    <a:pt x="65" y="65"/>
                  </a:lnTo>
                  <a:lnTo>
                    <a:pt x="50" y="81"/>
                  </a:lnTo>
                  <a:lnTo>
                    <a:pt x="38" y="100"/>
                  </a:lnTo>
                  <a:lnTo>
                    <a:pt x="33" y="107"/>
                  </a:lnTo>
                  <a:lnTo>
                    <a:pt x="27" y="117"/>
                  </a:lnTo>
                  <a:lnTo>
                    <a:pt x="23" y="127"/>
                  </a:lnTo>
                  <a:lnTo>
                    <a:pt x="17" y="136"/>
                  </a:lnTo>
                  <a:lnTo>
                    <a:pt x="12" y="148"/>
                  </a:lnTo>
                  <a:lnTo>
                    <a:pt x="10" y="157"/>
                  </a:lnTo>
                  <a:lnTo>
                    <a:pt x="6" y="167"/>
                  </a:lnTo>
                  <a:lnTo>
                    <a:pt x="4" y="180"/>
                  </a:lnTo>
                  <a:lnTo>
                    <a:pt x="2" y="190"/>
                  </a:lnTo>
                  <a:lnTo>
                    <a:pt x="0" y="201"/>
                  </a:lnTo>
                  <a:lnTo>
                    <a:pt x="0" y="226"/>
                  </a:lnTo>
                  <a:lnTo>
                    <a:pt x="23" y="226"/>
                  </a:lnTo>
                  <a:lnTo>
                    <a:pt x="23" y="205"/>
                  </a:lnTo>
                  <a:lnTo>
                    <a:pt x="25" y="194"/>
                  </a:lnTo>
                  <a:lnTo>
                    <a:pt x="27" y="184"/>
                  </a:lnTo>
                  <a:lnTo>
                    <a:pt x="29" y="175"/>
                  </a:lnTo>
                  <a:lnTo>
                    <a:pt x="33" y="165"/>
                  </a:lnTo>
                  <a:lnTo>
                    <a:pt x="35" y="155"/>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5"/>
                  </a:lnTo>
                  <a:lnTo>
                    <a:pt x="421" y="165"/>
                  </a:lnTo>
                  <a:lnTo>
                    <a:pt x="425" y="175"/>
                  </a:lnTo>
                  <a:lnTo>
                    <a:pt x="426" y="184"/>
                  </a:lnTo>
                  <a:lnTo>
                    <a:pt x="428" y="194"/>
                  </a:lnTo>
                  <a:lnTo>
                    <a:pt x="430" y="203"/>
                  </a:lnTo>
                  <a:lnTo>
                    <a:pt x="430" y="215"/>
                  </a:lnTo>
                  <a:lnTo>
                    <a:pt x="432" y="228"/>
                  </a:lnTo>
                  <a:lnTo>
                    <a:pt x="432" y="224"/>
                  </a:lnTo>
                  <a:lnTo>
                    <a:pt x="430" y="234"/>
                  </a:lnTo>
                  <a:lnTo>
                    <a:pt x="430" y="246"/>
                  </a:lnTo>
                  <a:lnTo>
                    <a:pt x="428" y="257"/>
                  </a:lnTo>
                  <a:lnTo>
                    <a:pt x="426" y="267"/>
                  </a:lnTo>
                  <a:lnTo>
                    <a:pt x="425" y="276"/>
                  </a:lnTo>
                  <a:lnTo>
                    <a:pt x="421" y="286"/>
                  </a:lnTo>
                  <a:lnTo>
                    <a:pt x="419" y="295"/>
                  </a:lnTo>
                  <a:lnTo>
                    <a:pt x="417" y="303"/>
                  </a:lnTo>
                  <a:lnTo>
                    <a:pt x="411" y="313"/>
                  </a:lnTo>
                  <a:lnTo>
                    <a:pt x="407" y="322"/>
                  </a:lnTo>
                  <a:lnTo>
                    <a:pt x="396" y="342"/>
                  </a:lnTo>
                  <a:lnTo>
                    <a:pt x="384" y="355"/>
                  </a:lnTo>
                  <a:lnTo>
                    <a:pt x="355" y="384"/>
                  </a:lnTo>
                  <a:lnTo>
                    <a:pt x="342" y="395"/>
                  </a:lnTo>
                  <a:lnTo>
                    <a:pt x="323" y="407"/>
                  </a:lnTo>
                  <a:lnTo>
                    <a:pt x="313" y="411"/>
                  </a:lnTo>
                  <a:lnTo>
                    <a:pt x="303" y="416"/>
                  </a:lnTo>
                  <a:lnTo>
                    <a:pt x="296" y="418"/>
                  </a:lnTo>
                  <a:lnTo>
                    <a:pt x="286" y="420"/>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0"/>
                  </a:lnTo>
                  <a:lnTo>
                    <a:pt x="156" y="418"/>
                  </a:lnTo>
                  <a:lnTo>
                    <a:pt x="148" y="416"/>
                  </a:lnTo>
                  <a:lnTo>
                    <a:pt x="138" y="411"/>
                  </a:lnTo>
                  <a:lnTo>
                    <a:pt x="129" y="407"/>
                  </a:lnTo>
                  <a:lnTo>
                    <a:pt x="119" y="401"/>
                  </a:lnTo>
                  <a:lnTo>
                    <a:pt x="111" y="395"/>
                  </a:lnTo>
                  <a:lnTo>
                    <a:pt x="102" y="389"/>
                  </a:lnTo>
                  <a:lnTo>
                    <a:pt x="96" y="384"/>
                  </a:lnTo>
                  <a:lnTo>
                    <a:pt x="83" y="370"/>
                  </a:lnTo>
                  <a:lnTo>
                    <a:pt x="77" y="363"/>
                  </a:lnTo>
                  <a:lnTo>
                    <a:pt x="69" y="355"/>
                  </a:lnTo>
                  <a:lnTo>
                    <a:pt x="58" y="342"/>
                  </a:lnTo>
                  <a:lnTo>
                    <a:pt x="46" y="322"/>
                  </a:lnTo>
                  <a:lnTo>
                    <a:pt x="42" y="313"/>
                  </a:lnTo>
                  <a:lnTo>
                    <a:pt x="36" y="303"/>
                  </a:lnTo>
                  <a:lnTo>
                    <a:pt x="35" y="295"/>
                  </a:lnTo>
                  <a:lnTo>
                    <a:pt x="33" y="286"/>
                  </a:lnTo>
                  <a:lnTo>
                    <a:pt x="29" y="276"/>
                  </a:lnTo>
                  <a:lnTo>
                    <a:pt x="27" y="267"/>
                  </a:lnTo>
                  <a:lnTo>
                    <a:pt x="25" y="257"/>
                  </a:lnTo>
                  <a:lnTo>
                    <a:pt x="23" y="248"/>
                  </a:lnTo>
                  <a:lnTo>
                    <a:pt x="23" y="226"/>
                  </a:lnTo>
                  <a:lnTo>
                    <a:pt x="0" y="2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09" name="Google Shape;309;g28abd34dbfa_0_283"/>
            <p:cNvSpPr/>
            <p:nvPr/>
          </p:nvSpPr>
          <p:spPr>
            <a:xfrm>
              <a:off x="3664" y="286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A</a:t>
              </a:r>
              <a:endParaRPr sz="3600" b="1" i="0" u="none" strike="noStrike" cap="none">
                <a:solidFill>
                  <a:srgbClr val="00FF00"/>
                </a:solidFill>
                <a:latin typeface="Times New Roman"/>
                <a:ea typeface="Times New Roman"/>
                <a:cs typeface="Times New Roman"/>
                <a:sym typeface="Times New Roman"/>
              </a:endParaRPr>
            </a:p>
          </p:txBody>
        </p:sp>
      </p:grpSp>
      <p:grpSp>
        <p:nvGrpSpPr>
          <p:cNvPr id="310" name="Google Shape;310;g28abd34dbfa_0_283"/>
          <p:cNvGrpSpPr/>
          <p:nvPr/>
        </p:nvGrpSpPr>
        <p:grpSpPr>
          <a:xfrm>
            <a:off x="8415867" y="4962499"/>
            <a:ext cx="2015067" cy="808037"/>
            <a:chOff x="3976" y="2765"/>
            <a:chExt cx="952" cy="509"/>
          </a:xfrm>
        </p:grpSpPr>
        <p:sp>
          <p:nvSpPr>
            <p:cNvPr id="311" name="Google Shape;311;g28abd34dbfa_0_283"/>
            <p:cNvSpPr/>
            <p:nvPr/>
          </p:nvSpPr>
          <p:spPr>
            <a:xfrm>
              <a:off x="4473" y="2819"/>
              <a:ext cx="455" cy="455"/>
            </a:xfrm>
            <a:custGeom>
              <a:avLst/>
              <a:gdLst/>
              <a:ahLst/>
              <a:cxnLst/>
              <a:rect l="l" t="t" r="r" b="b"/>
              <a:pathLst>
                <a:path w="455" h="455" extrusionOk="0">
                  <a:moveTo>
                    <a:pt x="0" y="227"/>
                  </a:moveTo>
                  <a:lnTo>
                    <a:pt x="0" y="248"/>
                  </a:lnTo>
                  <a:lnTo>
                    <a:pt x="2" y="261"/>
                  </a:lnTo>
                  <a:lnTo>
                    <a:pt x="4" y="271"/>
                  </a:lnTo>
                  <a:lnTo>
                    <a:pt x="6" y="284"/>
                  </a:lnTo>
                  <a:lnTo>
                    <a:pt x="10" y="294"/>
                  </a:lnTo>
                  <a:lnTo>
                    <a:pt x="11" y="304"/>
                  </a:lnTo>
                  <a:lnTo>
                    <a:pt x="17" y="315"/>
                  </a:lnTo>
                  <a:lnTo>
                    <a:pt x="23" y="325"/>
                  </a:lnTo>
                  <a:lnTo>
                    <a:pt x="27" y="334"/>
                  </a:lnTo>
                  <a:lnTo>
                    <a:pt x="38" y="353"/>
                  </a:lnTo>
                  <a:lnTo>
                    <a:pt x="50" y="371"/>
                  </a:lnTo>
                  <a:lnTo>
                    <a:pt x="58" y="378"/>
                  </a:lnTo>
                  <a:lnTo>
                    <a:pt x="63" y="386"/>
                  </a:lnTo>
                  <a:lnTo>
                    <a:pt x="81" y="403"/>
                  </a:lnTo>
                  <a:lnTo>
                    <a:pt x="100" y="415"/>
                  </a:lnTo>
                  <a:lnTo>
                    <a:pt x="107" y="421"/>
                  </a:lnTo>
                  <a:lnTo>
                    <a:pt x="117" y="426"/>
                  </a:lnTo>
                  <a:lnTo>
                    <a:pt x="127" y="430"/>
                  </a:lnTo>
                  <a:lnTo>
                    <a:pt x="136" y="436"/>
                  </a:lnTo>
                  <a:lnTo>
                    <a:pt x="148" y="442"/>
                  </a:lnTo>
                  <a:lnTo>
                    <a:pt x="157" y="444"/>
                  </a:lnTo>
                  <a:lnTo>
                    <a:pt x="167" y="447"/>
                  </a:lnTo>
                  <a:lnTo>
                    <a:pt x="180" y="449"/>
                  </a:lnTo>
                  <a:lnTo>
                    <a:pt x="190" y="451"/>
                  </a:lnTo>
                  <a:lnTo>
                    <a:pt x="202" y="453"/>
                  </a:lnTo>
                  <a:lnTo>
                    <a:pt x="213" y="453"/>
                  </a:lnTo>
                  <a:lnTo>
                    <a:pt x="225" y="455"/>
                  </a:lnTo>
                  <a:lnTo>
                    <a:pt x="228" y="455"/>
                  </a:lnTo>
                  <a:lnTo>
                    <a:pt x="238" y="453"/>
                  </a:lnTo>
                  <a:lnTo>
                    <a:pt x="248" y="453"/>
                  </a:lnTo>
                  <a:lnTo>
                    <a:pt x="261" y="451"/>
                  </a:lnTo>
                  <a:lnTo>
                    <a:pt x="271" y="449"/>
                  </a:lnTo>
                  <a:lnTo>
                    <a:pt x="284" y="447"/>
                  </a:lnTo>
                  <a:lnTo>
                    <a:pt x="294" y="444"/>
                  </a:lnTo>
                  <a:lnTo>
                    <a:pt x="303" y="442"/>
                  </a:lnTo>
                  <a:lnTo>
                    <a:pt x="315" y="436"/>
                  </a:lnTo>
                  <a:lnTo>
                    <a:pt x="325" y="430"/>
                  </a:lnTo>
                  <a:lnTo>
                    <a:pt x="334" y="426"/>
                  </a:lnTo>
                  <a:lnTo>
                    <a:pt x="353" y="415"/>
                  </a:lnTo>
                  <a:lnTo>
                    <a:pt x="371" y="403"/>
                  </a:lnTo>
                  <a:lnTo>
                    <a:pt x="403" y="371"/>
                  </a:lnTo>
                  <a:lnTo>
                    <a:pt x="415" y="353"/>
                  </a:lnTo>
                  <a:lnTo>
                    <a:pt x="426" y="334"/>
                  </a:lnTo>
                  <a:lnTo>
                    <a:pt x="430" y="325"/>
                  </a:lnTo>
                  <a:lnTo>
                    <a:pt x="436" y="315"/>
                  </a:lnTo>
                  <a:lnTo>
                    <a:pt x="442" y="304"/>
                  </a:lnTo>
                  <a:lnTo>
                    <a:pt x="444"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4" y="158"/>
                  </a:lnTo>
                  <a:lnTo>
                    <a:pt x="442" y="148"/>
                  </a:lnTo>
                  <a:lnTo>
                    <a:pt x="436" y="137"/>
                  </a:lnTo>
                  <a:lnTo>
                    <a:pt x="430" y="127"/>
                  </a:lnTo>
                  <a:lnTo>
                    <a:pt x="426" y="117"/>
                  </a:lnTo>
                  <a:lnTo>
                    <a:pt x="421" y="108"/>
                  </a:lnTo>
                  <a:lnTo>
                    <a:pt x="415" y="100"/>
                  </a:lnTo>
                  <a:lnTo>
                    <a:pt x="403" y="81"/>
                  </a:lnTo>
                  <a:lnTo>
                    <a:pt x="386" y="64"/>
                  </a:lnTo>
                  <a:lnTo>
                    <a:pt x="378" y="58"/>
                  </a:lnTo>
                  <a:lnTo>
                    <a:pt x="371" y="50"/>
                  </a:lnTo>
                  <a:lnTo>
                    <a:pt x="353" y="39"/>
                  </a:lnTo>
                  <a:lnTo>
                    <a:pt x="334" y="27"/>
                  </a:lnTo>
                  <a:lnTo>
                    <a:pt x="325" y="23"/>
                  </a:lnTo>
                  <a:lnTo>
                    <a:pt x="315" y="18"/>
                  </a:lnTo>
                  <a:lnTo>
                    <a:pt x="303" y="12"/>
                  </a:lnTo>
                  <a:lnTo>
                    <a:pt x="294" y="10"/>
                  </a:lnTo>
                  <a:lnTo>
                    <a:pt x="284" y="6"/>
                  </a:lnTo>
                  <a:lnTo>
                    <a:pt x="271" y="4"/>
                  </a:lnTo>
                  <a:lnTo>
                    <a:pt x="261" y="2"/>
                  </a:lnTo>
                  <a:lnTo>
                    <a:pt x="250" y="0"/>
                  </a:lnTo>
                  <a:lnTo>
                    <a:pt x="204" y="0"/>
                  </a:lnTo>
                  <a:lnTo>
                    <a:pt x="190" y="2"/>
                  </a:lnTo>
                  <a:lnTo>
                    <a:pt x="180" y="4"/>
                  </a:lnTo>
                  <a:lnTo>
                    <a:pt x="167" y="6"/>
                  </a:lnTo>
                  <a:lnTo>
                    <a:pt x="157" y="10"/>
                  </a:lnTo>
                  <a:lnTo>
                    <a:pt x="148" y="12"/>
                  </a:lnTo>
                  <a:lnTo>
                    <a:pt x="136" y="18"/>
                  </a:lnTo>
                  <a:lnTo>
                    <a:pt x="127" y="23"/>
                  </a:lnTo>
                  <a:lnTo>
                    <a:pt x="117" y="27"/>
                  </a:lnTo>
                  <a:lnTo>
                    <a:pt x="107" y="33"/>
                  </a:lnTo>
                  <a:lnTo>
                    <a:pt x="100" y="39"/>
                  </a:lnTo>
                  <a:lnTo>
                    <a:pt x="81" y="50"/>
                  </a:lnTo>
                  <a:lnTo>
                    <a:pt x="65" y="66"/>
                  </a:lnTo>
                  <a:lnTo>
                    <a:pt x="50" y="81"/>
                  </a:lnTo>
                  <a:lnTo>
                    <a:pt x="38" y="100"/>
                  </a:lnTo>
                  <a:lnTo>
                    <a:pt x="33" y="108"/>
                  </a:lnTo>
                  <a:lnTo>
                    <a:pt x="27" y="117"/>
                  </a:lnTo>
                  <a:lnTo>
                    <a:pt x="23" y="127"/>
                  </a:lnTo>
                  <a:lnTo>
                    <a:pt x="17" y="137"/>
                  </a:lnTo>
                  <a:lnTo>
                    <a:pt x="11" y="148"/>
                  </a:lnTo>
                  <a:lnTo>
                    <a:pt x="10" y="158"/>
                  </a:lnTo>
                  <a:lnTo>
                    <a:pt x="6" y="167"/>
                  </a:lnTo>
                  <a:lnTo>
                    <a:pt x="4" y="181"/>
                  </a:lnTo>
                  <a:lnTo>
                    <a:pt x="2" y="190"/>
                  </a:lnTo>
                  <a:lnTo>
                    <a:pt x="0" y="202"/>
                  </a:lnTo>
                  <a:lnTo>
                    <a:pt x="0" y="227"/>
                  </a:lnTo>
                  <a:lnTo>
                    <a:pt x="23" y="227"/>
                  </a:lnTo>
                  <a:lnTo>
                    <a:pt x="23" y="206"/>
                  </a:lnTo>
                  <a:lnTo>
                    <a:pt x="25" y="194"/>
                  </a:lnTo>
                  <a:lnTo>
                    <a:pt x="27" y="185"/>
                  </a:lnTo>
                  <a:lnTo>
                    <a:pt x="29" y="175"/>
                  </a:lnTo>
                  <a:lnTo>
                    <a:pt x="33" y="165"/>
                  </a:lnTo>
                  <a:lnTo>
                    <a:pt x="34" y="156"/>
                  </a:lnTo>
                  <a:lnTo>
                    <a:pt x="36" y="148"/>
                  </a:lnTo>
                  <a:lnTo>
                    <a:pt x="42" y="139"/>
                  </a:lnTo>
                  <a:lnTo>
                    <a:pt x="46" y="129"/>
                  </a:lnTo>
                  <a:lnTo>
                    <a:pt x="52" y="119"/>
                  </a:lnTo>
                  <a:lnTo>
                    <a:pt x="58" y="112"/>
                  </a:lnTo>
                  <a:lnTo>
                    <a:pt x="63" y="102"/>
                  </a:lnTo>
                  <a:lnTo>
                    <a:pt x="69" y="96"/>
                  </a:lnTo>
                  <a:lnTo>
                    <a:pt x="77" y="89"/>
                  </a:lnTo>
                  <a:lnTo>
                    <a:pt x="81" y="81"/>
                  </a:lnTo>
                  <a:lnTo>
                    <a:pt x="88" y="77"/>
                  </a:lnTo>
                  <a:lnTo>
                    <a:pt x="96" y="70"/>
                  </a:lnTo>
                  <a:lnTo>
                    <a:pt x="102" y="64"/>
                  </a:lnTo>
                  <a:lnTo>
                    <a:pt x="111" y="58"/>
                  </a:lnTo>
                  <a:lnTo>
                    <a:pt x="119" y="52"/>
                  </a:lnTo>
                  <a:lnTo>
                    <a:pt x="129" y="46"/>
                  </a:lnTo>
                  <a:lnTo>
                    <a:pt x="138" y="43"/>
                  </a:lnTo>
                  <a:lnTo>
                    <a:pt x="148" y="37"/>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7"/>
                  </a:lnTo>
                  <a:lnTo>
                    <a:pt x="313" y="43"/>
                  </a:lnTo>
                  <a:lnTo>
                    <a:pt x="323" y="46"/>
                  </a:lnTo>
                  <a:lnTo>
                    <a:pt x="342" y="58"/>
                  </a:lnTo>
                  <a:lnTo>
                    <a:pt x="355" y="70"/>
                  </a:lnTo>
                  <a:lnTo>
                    <a:pt x="363" y="77"/>
                  </a:lnTo>
                  <a:lnTo>
                    <a:pt x="371" y="83"/>
                  </a:lnTo>
                  <a:lnTo>
                    <a:pt x="384" y="96"/>
                  </a:lnTo>
                  <a:lnTo>
                    <a:pt x="390" y="102"/>
                  </a:lnTo>
                  <a:lnTo>
                    <a:pt x="396" y="112"/>
                  </a:lnTo>
                  <a:lnTo>
                    <a:pt x="401" y="119"/>
                  </a:lnTo>
                  <a:lnTo>
                    <a:pt x="407" y="129"/>
                  </a:lnTo>
                  <a:lnTo>
                    <a:pt x="411" y="139"/>
                  </a:lnTo>
                  <a:lnTo>
                    <a:pt x="417" y="148"/>
                  </a:lnTo>
                  <a:lnTo>
                    <a:pt x="419" y="156"/>
                  </a:lnTo>
                  <a:lnTo>
                    <a:pt x="421"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1" y="286"/>
                  </a:lnTo>
                  <a:lnTo>
                    <a:pt x="419" y="296"/>
                  </a:lnTo>
                  <a:lnTo>
                    <a:pt x="417" y="304"/>
                  </a:lnTo>
                  <a:lnTo>
                    <a:pt x="411" y="313"/>
                  </a:lnTo>
                  <a:lnTo>
                    <a:pt x="407" y="323"/>
                  </a:lnTo>
                  <a:lnTo>
                    <a:pt x="396" y="342"/>
                  </a:lnTo>
                  <a:lnTo>
                    <a:pt x="384" y="355"/>
                  </a:lnTo>
                  <a:lnTo>
                    <a:pt x="355" y="384"/>
                  </a:lnTo>
                  <a:lnTo>
                    <a:pt x="342" y="396"/>
                  </a:lnTo>
                  <a:lnTo>
                    <a:pt x="323" y="407"/>
                  </a:lnTo>
                  <a:lnTo>
                    <a:pt x="313" y="411"/>
                  </a:lnTo>
                  <a:lnTo>
                    <a:pt x="303" y="417"/>
                  </a:lnTo>
                  <a:lnTo>
                    <a:pt x="296" y="419"/>
                  </a:lnTo>
                  <a:lnTo>
                    <a:pt x="286" y="421"/>
                  </a:lnTo>
                  <a:lnTo>
                    <a:pt x="277" y="424"/>
                  </a:lnTo>
                  <a:lnTo>
                    <a:pt x="267" y="426"/>
                  </a:lnTo>
                  <a:lnTo>
                    <a:pt x="257" y="428"/>
                  </a:lnTo>
                  <a:lnTo>
                    <a:pt x="248" y="430"/>
                  </a:lnTo>
                  <a:lnTo>
                    <a:pt x="234" y="430"/>
                  </a:lnTo>
                  <a:lnTo>
                    <a:pt x="225" y="432"/>
                  </a:lnTo>
                  <a:lnTo>
                    <a:pt x="228" y="432"/>
                  </a:lnTo>
                  <a:lnTo>
                    <a:pt x="217" y="430"/>
                  </a:lnTo>
                  <a:lnTo>
                    <a:pt x="205" y="430"/>
                  </a:lnTo>
                  <a:lnTo>
                    <a:pt x="194" y="428"/>
                  </a:lnTo>
                  <a:lnTo>
                    <a:pt x="184" y="426"/>
                  </a:lnTo>
                  <a:lnTo>
                    <a:pt x="175" y="424"/>
                  </a:lnTo>
                  <a:lnTo>
                    <a:pt x="165" y="421"/>
                  </a:lnTo>
                  <a:lnTo>
                    <a:pt x="156" y="419"/>
                  </a:lnTo>
                  <a:lnTo>
                    <a:pt x="148" y="417"/>
                  </a:lnTo>
                  <a:lnTo>
                    <a:pt x="138" y="411"/>
                  </a:lnTo>
                  <a:lnTo>
                    <a:pt x="129" y="407"/>
                  </a:lnTo>
                  <a:lnTo>
                    <a:pt x="119" y="401"/>
                  </a:lnTo>
                  <a:lnTo>
                    <a:pt x="111" y="396"/>
                  </a:lnTo>
                  <a:lnTo>
                    <a:pt x="102" y="390"/>
                  </a:lnTo>
                  <a:lnTo>
                    <a:pt x="96" y="384"/>
                  </a:lnTo>
                  <a:lnTo>
                    <a:pt x="83" y="371"/>
                  </a:lnTo>
                  <a:lnTo>
                    <a:pt x="77" y="363"/>
                  </a:lnTo>
                  <a:lnTo>
                    <a:pt x="69" y="355"/>
                  </a:lnTo>
                  <a:lnTo>
                    <a:pt x="58" y="342"/>
                  </a:lnTo>
                  <a:lnTo>
                    <a:pt x="46" y="323"/>
                  </a:lnTo>
                  <a:lnTo>
                    <a:pt x="42" y="313"/>
                  </a:lnTo>
                  <a:lnTo>
                    <a:pt x="36" y="304"/>
                  </a:lnTo>
                  <a:lnTo>
                    <a:pt x="34" y="296"/>
                  </a:lnTo>
                  <a:lnTo>
                    <a:pt x="33" y="286"/>
                  </a:lnTo>
                  <a:lnTo>
                    <a:pt x="29" y="277"/>
                  </a:lnTo>
                  <a:lnTo>
                    <a:pt x="27" y="267"/>
                  </a:lnTo>
                  <a:lnTo>
                    <a:pt x="25" y="258"/>
                  </a:lnTo>
                  <a:lnTo>
                    <a:pt x="23" y="248"/>
                  </a:lnTo>
                  <a:lnTo>
                    <a:pt x="23" y="227"/>
                  </a:lnTo>
                  <a:lnTo>
                    <a:pt x="0" y="22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12" name="Google Shape;312;g28abd34dbfa_0_283"/>
            <p:cNvSpPr/>
            <p:nvPr/>
          </p:nvSpPr>
          <p:spPr>
            <a:xfrm>
              <a:off x="4621" y="291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accent2"/>
                  </a:solidFill>
                  <a:latin typeface="Arial"/>
                  <a:ea typeface="Arial"/>
                  <a:cs typeface="Arial"/>
                  <a:sym typeface="Arial"/>
                </a:rPr>
                <a:t>B</a:t>
              </a:r>
              <a:endParaRPr sz="3600" b="1" i="0" u="none" strike="noStrike" cap="none">
                <a:solidFill>
                  <a:schemeClr val="accent2"/>
                </a:solidFill>
                <a:latin typeface="Times New Roman"/>
                <a:ea typeface="Times New Roman"/>
                <a:cs typeface="Times New Roman"/>
                <a:sym typeface="Times New Roman"/>
              </a:endParaRPr>
            </a:p>
          </p:txBody>
        </p:sp>
        <p:sp>
          <p:nvSpPr>
            <p:cNvPr id="313" name="Google Shape;313;g28abd34dbfa_0_283"/>
            <p:cNvSpPr/>
            <p:nvPr/>
          </p:nvSpPr>
          <p:spPr>
            <a:xfrm>
              <a:off x="4081" y="2765"/>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accent2"/>
                  </a:solidFill>
                  <a:latin typeface="Arial"/>
                  <a:ea typeface="Arial"/>
                  <a:cs typeface="Arial"/>
                  <a:sym typeface="Arial"/>
                </a:rPr>
                <a:t>1/0</a:t>
              </a:r>
              <a:endParaRPr sz="3200" b="1" i="0" u="none" strike="noStrike" cap="none">
                <a:solidFill>
                  <a:schemeClr val="accent2"/>
                </a:solidFill>
                <a:latin typeface="Times New Roman"/>
                <a:ea typeface="Times New Roman"/>
                <a:cs typeface="Times New Roman"/>
                <a:sym typeface="Times New Roman"/>
              </a:endParaRPr>
            </a:p>
          </p:txBody>
        </p:sp>
        <p:cxnSp>
          <p:nvCxnSpPr>
            <p:cNvPr id="314" name="Google Shape;314;g28abd34dbfa_0_283"/>
            <p:cNvCxnSpPr/>
            <p:nvPr/>
          </p:nvCxnSpPr>
          <p:spPr>
            <a:xfrm>
              <a:off x="3976" y="3024"/>
              <a:ext cx="600" cy="0"/>
            </a:xfrm>
            <a:prstGeom prst="straightConnector1">
              <a:avLst/>
            </a:prstGeom>
            <a:noFill/>
            <a:ln w="38100" cap="flat" cmpd="sng">
              <a:solidFill>
                <a:srgbClr val="6666FF"/>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310"/>
                                        </p:tgtEl>
                                        <p:attrNameLst>
                                          <p:attrName>style.visibility</p:attrName>
                                        </p:attrNameLst>
                                      </p:cBhvr>
                                      <p:to>
                                        <p:strVal val="visible"/>
                                      </p:to>
                                    </p:set>
                                    <p:anim calcmode="lin" valueType="num">
                                      <p:cBhvr additive="base">
                                        <p:cTn id="11" dur="500"/>
                                        <p:tgtEl>
                                          <p:spTgt spid="31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28abd34dbfa_0_347"/>
          <p:cNvSpPr txBox="1">
            <a:spLocks noGrp="1"/>
          </p:cNvSpPr>
          <p:nvPr>
            <p:ph type="body" idx="1"/>
          </p:nvPr>
        </p:nvSpPr>
        <p:spPr>
          <a:xfrm>
            <a:off x="857250" y="1200150"/>
            <a:ext cx="10835077" cy="5027700"/>
          </a:xfrm>
          <a:prstGeom prst="rect">
            <a:avLst/>
          </a:prstGeom>
          <a:noFill/>
          <a:ln>
            <a:noFill/>
          </a:ln>
        </p:spPr>
        <p:txBody>
          <a:bodyPr spcFirstLastPara="1" wrap="square" lIns="91425" tIns="45700" rIns="91425" bIns="45700" anchor="t" anchorCtr="0">
            <a:noAutofit/>
          </a:bodyPr>
          <a:lstStyle/>
          <a:p>
            <a:pPr marL="288925" lvl="0" indent="-288925" algn="l" rtl="0">
              <a:lnSpc>
                <a:spcPct val="100000"/>
              </a:lnSpc>
              <a:spcBef>
                <a:spcPts val="0"/>
              </a:spcBef>
              <a:spcAft>
                <a:spcPts val="0"/>
              </a:spcAft>
              <a:buSzPts val="2400"/>
              <a:buChar char="▪"/>
            </a:pPr>
            <a:r>
              <a:rPr lang="en-US" sz="2400" dirty="0"/>
              <a:t>After one more 1, we have:</a:t>
            </a:r>
            <a:endParaRPr sz="2800" dirty="0"/>
          </a:p>
          <a:p>
            <a:pPr marL="692150" lvl="1" indent="-234950" algn="l" rtl="0">
              <a:lnSpc>
                <a:spcPct val="100000"/>
              </a:lnSpc>
              <a:spcBef>
                <a:spcPts val="960"/>
              </a:spcBef>
              <a:spcAft>
                <a:spcPts val="0"/>
              </a:spcAft>
              <a:buSzPts val="1800"/>
              <a:buFont typeface="Times New Roman"/>
              <a:buChar char="•"/>
            </a:pPr>
            <a:r>
              <a:rPr lang="en-US" sz="1800" dirty="0"/>
              <a:t>C is the state obtained                                                                            when the input sequence                                                                          has two "1"s.</a:t>
            </a:r>
            <a:endParaRPr dirty="0"/>
          </a:p>
          <a:p>
            <a:pPr marL="288925" lvl="0" indent="-288925" algn="l" rtl="0">
              <a:lnSpc>
                <a:spcPct val="100000"/>
              </a:lnSpc>
              <a:spcBef>
                <a:spcPts val="400"/>
              </a:spcBef>
              <a:spcAft>
                <a:spcPts val="0"/>
              </a:spcAft>
              <a:buSzPts val="2000"/>
              <a:buChar char="▪"/>
            </a:pPr>
            <a:r>
              <a:rPr lang="en-US" sz="2000" dirty="0"/>
              <a:t>Finally, after 110 and a 1, we have:</a:t>
            </a:r>
            <a:endParaRPr dirty="0"/>
          </a:p>
          <a:p>
            <a:pPr marL="288925" lvl="0" indent="-136525" algn="l" rtl="0">
              <a:lnSpc>
                <a:spcPct val="100000"/>
              </a:lnSpc>
              <a:spcBef>
                <a:spcPts val="1080"/>
              </a:spcBef>
              <a:spcAft>
                <a:spcPts val="0"/>
              </a:spcAft>
              <a:buSzPts val="2400"/>
              <a:buNone/>
            </a:pPr>
            <a:endParaRPr sz="2400" dirty="0"/>
          </a:p>
          <a:p>
            <a:pPr marL="692150" lvl="1" indent="-133350" algn="l" rtl="0">
              <a:lnSpc>
                <a:spcPct val="100000"/>
              </a:lnSpc>
              <a:spcBef>
                <a:spcPts val="920"/>
              </a:spcBef>
              <a:spcAft>
                <a:spcPts val="0"/>
              </a:spcAft>
              <a:buSzPts val="1600"/>
              <a:buFont typeface="Times New Roman"/>
              <a:buNone/>
            </a:pPr>
            <a:endParaRPr lang="en-US" sz="1600" dirty="0"/>
          </a:p>
          <a:p>
            <a:pPr marL="692150" lvl="1" indent="-133350" algn="l" rtl="0">
              <a:lnSpc>
                <a:spcPct val="100000"/>
              </a:lnSpc>
              <a:spcBef>
                <a:spcPts val="920"/>
              </a:spcBef>
              <a:spcAft>
                <a:spcPts val="0"/>
              </a:spcAft>
              <a:buSzPts val="1600"/>
              <a:buFont typeface="Times New Roman"/>
              <a:buNone/>
            </a:pPr>
            <a:endParaRPr sz="1600" dirty="0"/>
          </a:p>
          <a:p>
            <a:pPr marL="692150" lvl="1" indent="-234950" algn="l" rtl="0">
              <a:lnSpc>
                <a:spcPct val="100000"/>
              </a:lnSpc>
              <a:spcBef>
                <a:spcPts val="960"/>
              </a:spcBef>
              <a:spcAft>
                <a:spcPts val="0"/>
              </a:spcAft>
              <a:buSzPts val="1800"/>
              <a:buFont typeface="Times New Roman"/>
              <a:buChar char="•"/>
            </a:pPr>
            <a:r>
              <a:rPr lang="en-US" sz="1800" dirty="0"/>
              <a:t>Transition arcs are used to denote the output function (Mealy Model)</a:t>
            </a:r>
            <a:endParaRPr dirty="0"/>
          </a:p>
          <a:p>
            <a:pPr marL="692150" lvl="1" indent="-234950" algn="l" rtl="0">
              <a:lnSpc>
                <a:spcPct val="100000"/>
              </a:lnSpc>
              <a:spcBef>
                <a:spcPts val="1000"/>
              </a:spcBef>
              <a:spcAft>
                <a:spcPts val="0"/>
              </a:spcAft>
              <a:buSzPts val="1800"/>
              <a:buFont typeface="Times New Roman"/>
              <a:buChar char="•"/>
            </a:pPr>
            <a:r>
              <a:rPr lang="en-US" sz="1800" dirty="0"/>
              <a:t>Output</a:t>
            </a:r>
            <a:r>
              <a:rPr lang="en-US" sz="2000" dirty="0"/>
              <a:t> </a:t>
            </a:r>
            <a:r>
              <a:rPr lang="en-US" sz="1800" dirty="0"/>
              <a:t>1</a:t>
            </a:r>
            <a:r>
              <a:rPr lang="en-US" sz="2000" dirty="0"/>
              <a:t> </a:t>
            </a:r>
            <a:r>
              <a:rPr lang="en-US" sz="1800" dirty="0"/>
              <a:t>on the arc from D means the sequence has been recognized</a:t>
            </a:r>
            <a:endParaRPr dirty="0"/>
          </a:p>
          <a:p>
            <a:pPr marL="692150" lvl="1" indent="-234950" algn="l" rtl="0">
              <a:lnSpc>
                <a:spcPct val="100000"/>
              </a:lnSpc>
              <a:spcBef>
                <a:spcPts val="1000"/>
              </a:spcBef>
              <a:spcAft>
                <a:spcPts val="0"/>
              </a:spcAft>
              <a:buSzPts val="1800"/>
              <a:buFont typeface="Times New Roman"/>
              <a:buChar char="•"/>
            </a:pPr>
            <a:r>
              <a:rPr lang="en-US" sz="1800" dirty="0"/>
              <a:t>To what state should the arc from state D</a:t>
            </a:r>
            <a:r>
              <a:rPr lang="en-US" sz="2000" dirty="0"/>
              <a:t> </a:t>
            </a:r>
            <a:r>
              <a:rPr lang="en-US" sz="1800" dirty="0"/>
              <a:t>go? Remember:  110</a:t>
            </a:r>
            <a:r>
              <a:rPr lang="en-US" sz="1800" u="sng" dirty="0"/>
              <a:t>1101</a:t>
            </a:r>
            <a:r>
              <a:rPr lang="en-US" sz="1600" dirty="0"/>
              <a:t> ?</a:t>
            </a:r>
            <a:endParaRPr dirty="0"/>
          </a:p>
          <a:p>
            <a:pPr marL="692150" lvl="1" indent="-234950" algn="l" rtl="0">
              <a:lnSpc>
                <a:spcPct val="100000"/>
              </a:lnSpc>
              <a:spcBef>
                <a:spcPts val="960"/>
              </a:spcBef>
              <a:spcAft>
                <a:spcPts val="0"/>
              </a:spcAft>
              <a:buSzPts val="1800"/>
              <a:buFont typeface="Times New Roman"/>
              <a:buChar char="•"/>
            </a:pPr>
            <a:r>
              <a:rPr lang="en-US" sz="1800" dirty="0"/>
              <a:t>Note that D is the last state but the output 1 occurs for the input applied in D. This is the case when a </a:t>
            </a:r>
            <a:r>
              <a:rPr lang="en-US" sz="1800" i="1" dirty="0"/>
              <a:t>Mealy model</a:t>
            </a:r>
            <a:r>
              <a:rPr lang="en-US" sz="1800" dirty="0"/>
              <a:t> is assumed.</a:t>
            </a:r>
            <a:endParaRPr dirty="0"/>
          </a:p>
          <a:p>
            <a:pPr marL="288925" lvl="0" indent="-136525" algn="l" rtl="0">
              <a:lnSpc>
                <a:spcPct val="100000"/>
              </a:lnSpc>
              <a:spcBef>
                <a:spcPts val="1080"/>
              </a:spcBef>
              <a:spcAft>
                <a:spcPts val="0"/>
              </a:spcAft>
              <a:buSzPts val="2400"/>
              <a:buNone/>
            </a:pPr>
            <a:endParaRPr sz="2400" dirty="0"/>
          </a:p>
        </p:txBody>
      </p:sp>
      <p:sp>
        <p:nvSpPr>
          <p:cNvPr id="320" name="Google Shape;320;g28abd34dbfa_0_347"/>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 </a:t>
            </a:r>
            <a:r>
              <a:rPr lang="en-US" b="0"/>
              <a:t>(continued)</a:t>
            </a:r>
            <a:endParaRPr/>
          </a:p>
        </p:txBody>
      </p:sp>
      <p:grpSp>
        <p:nvGrpSpPr>
          <p:cNvPr id="321" name="Google Shape;321;g28abd34dbfa_0_347"/>
          <p:cNvGrpSpPr/>
          <p:nvPr/>
        </p:nvGrpSpPr>
        <p:grpSpPr>
          <a:xfrm>
            <a:off x="6314017" y="1944688"/>
            <a:ext cx="2971800" cy="744537"/>
            <a:chOff x="2983" y="1225"/>
            <a:chExt cx="1404" cy="469"/>
          </a:xfrm>
        </p:grpSpPr>
        <p:sp>
          <p:nvSpPr>
            <p:cNvPr id="322" name="Google Shape;322;g28abd34dbfa_0_347"/>
            <p:cNvSpPr/>
            <p:nvPr/>
          </p:nvSpPr>
          <p:spPr>
            <a:xfrm>
              <a:off x="2983" y="1226"/>
              <a:ext cx="455" cy="455"/>
            </a:xfrm>
            <a:custGeom>
              <a:avLst/>
              <a:gdLst/>
              <a:ahLst/>
              <a:cxnLst/>
              <a:rect l="l" t="t" r="r" b="b"/>
              <a:pathLst>
                <a:path w="455" h="455" extrusionOk="0">
                  <a:moveTo>
                    <a:pt x="0" y="226"/>
                  </a:moveTo>
                  <a:lnTo>
                    <a:pt x="0" y="248"/>
                  </a:lnTo>
                  <a:lnTo>
                    <a:pt x="2" y="261"/>
                  </a:lnTo>
                  <a:lnTo>
                    <a:pt x="4" y="271"/>
                  </a:lnTo>
                  <a:lnTo>
                    <a:pt x="6" y="284"/>
                  </a:lnTo>
                  <a:lnTo>
                    <a:pt x="10" y="294"/>
                  </a:lnTo>
                  <a:lnTo>
                    <a:pt x="12" y="303"/>
                  </a:lnTo>
                  <a:lnTo>
                    <a:pt x="17" y="315"/>
                  </a:lnTo>
                  <a:lnTo>
                    <a:pt x="23" y="324"/>
                  </a:lnTo>
                  <a:lnTo>
                    <a:pt x="27" y="334"/>
                  </a:lnTo>
                  <a:lnTo>
                    <a:pt x="38" y="353"/>
                  </a:lnTo>
                  <a:lnTo>
                    <a:pt x="50" y="370"/>
                  </a:lnTo>
                  <a:lnTo>
                    <a:pt x="58" y="378"/>
                  </a:lnTo>
                  <a:lnTo>
                    <a:pt x="63" y="386"/>
                  </a:lnTo>
                  <a:lnTo>
                    <a:pt x="81" y="403"/>
                  </a:lnTo>
                  <a:lnTo>
                    <a:pt x="100" y="414"/>
                  </a:lnTo>
                  <a:lnTo>
                    <a:pt x="108" y="420"/>
                  </a:lnTo>
                  <a:lnTo>
                    <a:pt x="117" y="426"/>
                  </a:lnTo>
                  <a:lnTo>
                    <a:pt x="127" y="430"/>
                  </a:lnTo>
                  <a:lnTo>
                    <a:pt x="136" y="436"/>
                  </a:lnTo>
                  <a:lnTo>
                    <a:pt x="148" y="441"/>
                  </a:lnTo>
                  <a:lnTo>
                    <a:pt x="157" y="443"/>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3"/>
                  </a:lnTo>
                  <a:lnTo>
                    <a:pt x="303" y="441"/>
                  </a:lnTo>
                  <a:lnTo>
                    <a:pt x="315" y="436"/>
                  </a:lnTo>
                  <a:lnTo>
                    <a:pt x="325" y="430"/>
                  </a:lnTo>
                  <a:lnTo>
                    <a:pt x="334" y="426"/>
                  </a:lnTo>
                  <a:lnTo>
                    <a:pt x="353" y="414"/>
                  </a:lnTo>
                  <a:lnTo>
                    <a:pt x="371" y="403"/>
                  </a:lnTo>
                  <a:lnTo>
                    <a:pt x="403" y="370"/>
                  </a:lnTo>
                  <a:lnTo>
                    <a:pt x="415" y="353"/>
                  </a:lnTo>
                  <a:lnTo>
                    <a:pt x="426" y="334"/>
                  </a:lnTo>
                  <a:lnTo>
                    <a:pt x="430" y="324"/>
                  </a:lnTo>
                  <a:lnTo>
                    <a:pt x="436" y="315"/>
                  </a:lnTo>
                  <a:lnTo>
                    <a:pt x="442" y="303"/>
                  </a:lnTo>
                  <a:lnTo>
                    <a:pt x="444" y="294"/>
                  </a:lnTo>
                  <a:lnTo>
                    <a:pt x="447" y="284"/>
                  </a:lnTo>
                  <a:lnTo>
                    <a:pt x="449" y="271"/>
                  </a:lnTo>
                  <a:lnTo>
                    <a:pt x="451" y="261"/>
                  </a:lnTo>
                  <a:lnTo>
                    <a:pt x="453" y="249"/>
                  </a:lnTo>
                  <a:lnTo>
                    <a:pt x="453" y="238"/>
                  </a:lnTo>
                  <a:lnTo>
                    <a:pt x="455" y="228"/>
                  </a:lnTo>
                  <a:lnTo>
                    <a:pt x="455" y="224"/>
                  </a:lnTo>
                  <a:lnTo>
                    <a:pt x="453" y="215"/>
                  </a:lnTo>
                  <a:lnTo>
                    <a:pt x="453" y="203"/>
                  </a:lnTo>
                  <a:lnTo>
                    <a:pt x="451" y="190"/>
                  </a:lnTo>
                  <a:lnTo>
                    <a:pt x="449" y="180"/>
                  </a:lnTo>
                  <a:lnTo>
                    <a:pt x="447" y="167"/>
                  </a:lnTo>
                  <a:lnTo>
                    <a:pt x="444" y="157"/>
                  </a:lnTo>
                  <a:lnTo>
                    <a:pt x="442" y="148"/>
                  </a:lnTo>
                  <a:lnTo>
                    <a:pt x="436" y="136"/>
                  </a:lnTo>
                  <a:lnTo>
                    <a:pt x="430" y="127"/>
                  </a:lnTo>
                  <a:lnTo>
                    <a:pt x="426" y="117"/>
                  </a:lnTo>
                  <a:lnTo>
                    <a:pt x="421" y="107"/>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7" y="10"/>
                  </a:lnTo>
                  <a:lnTo>
                    <a:pt x="148" y="12"/>
                  </a:lnTo>
                  <a:lnTo>
                    <a:pt x="136" y="17"/>
                  </a:lnTo>
                  <a:lnTo>
                    <a:pt x="127" y="23"/>
                  </a:lnTo>
                  <a:lnTo>
                    <a:pt x="117" y="27"/>
                  </a:lnTo>
                  <a:lnTo>
                    <a:pt x="108" y="33"/>
                  </a:lnTo>
                  <a:lnTo>
                    <a:pt x="100" y="38"/>
                  </a:lnTo>
                  <a:lnTo>
                    <a:pt x="81" y="50"/>
                  </a:lnTo>
                  <a:lnTo>
                    <a:pt x="65" y="65"/>
                  </a:lnTo>
                  <a:lnTo>
                    <a:pt x="50" y="81"/>
                  </a:lnTo>
                  <a:lnTo>
                    <a:pt x="38" y="100"/>
                  </a:lnTo>
                  <a:lnTo>
                    <a:pt x="33" y="107"/>
                  </a:lnTo>
                  <a:lnTo>
                    <a:pt x="27" y="117"/>
                  </a:lnTo>
                  <a:lnTo>
                    <a:pt x="23" y="127"/>
                  </a:lnTo>
                  <a:lnTo>
                    <a:pt x="17" y="136"/>
                  </a:lnTo>
                  <a:lnTo>
                    <a:pt x="12" y="148"/>
                  </a:lnTo>
                  <a:lnTo>
                    <a:pt x="10" y="157"/>
                  </a:lnTo>
                  <a:lnTo>
                    <a:pt x="6" y="167"/>
                  </a:lnTo>
                  <a:lnTo>
                    <a:pt x="4" y="180"/>
                  </a:lnTo>
                  <a:lnTo>
                    <a:pt x="2" y="190"/>
                  </a:lnTo>
                  <a:lnTo>
                    <a:pt x="0" y="201"/>
                  </a:lnTo>
                  <a:lnTo>
                    <a:pt x="0" y="226"/>
                  </a:lnTo>
                  <a:lnTo>
                    <a:pt x="23" y="226"/>
                  </a:lnTo>
                  <a:lnTo>
                    <a:pt x="23" y="205"/>
                  </a:lnTo>
                  <a:lnTo>
                    <a:pt x="25" y="194"/>
                  </a:lnTo>
                  <a:lnTo>
                    <a:pt x="27" y="184"/>
                  </a:lnTo>
                  <a:lnTo>
                    <a:pt x="29" y="175"/>
                  </a:lnTo>
                  <a:lnTo>
                    <a:pt x="33" y="165"/>
                  </a:lnTo>
                  <a:lnTo>
                    <a:pt x="35" y="155"/>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5"/>
                  </a:lnTo>
                  <a:lnTo>
                    <a:pt x="421" y="165"/>
                  </a:lnTo>
                  <a:lnTo>
                    <a:pt x="424" y="175"/>
                  </a:lnTo>
                  <a:lnTo>
                    <a:pt x="426" y="184"/>
                  </a:lnTo>
                  <a:lnTo>
                    <a:pt x="428" y="194"/>
                  </a:lnTo>
                  <a:lnTo>
                    <a:pt x="430" y="203"/>
                  </a:lnTo>
                  <a:lnTo>
                    <a:pt x="430" y="215"/>
                  </a:lnTo>
                  <a:lnTo>
                    <a:pt x="432" y="228"/>
                  </a:lnTo>
                  <a:lnTo>
                    <a:pt x="432" y="224"/>
                  </a:lnTo>
                  <a:lnTo>
                    <a:pt x="430" y="234"/>
                  </a:lnTo>
                  <a:lnTo>
                    <a:pt x="430" y="246"/>
                  </a:lnTo>
                  <a:lnTo>
                    <a:pt x="428" y="257"/>
                  </a:lnTo>
                  <a:lnTo>
                    <a:pt x="426" y="267"/>
                  </a:lnTo>
                  <a:lnTo>
                    <a:pt x="424" y="276"/>
                  </a:lnTo>
                  <a:lnTo>
                    <a:pt x="421" y="286"/>
                  </a:lnTo>
                  <a:lnTo>
                    <a:pt x="419" y="295"/>
                  </a:lnTo>
                  <a:lnTo>
                    <a:pt x="417" y="303"/>
                  </a:lnTo>
                  <a:lnTo>
                    <a:pt x="411" y="313"/>
                  </a:lnTo>
                  <a:lnTo>
                    <a:pt x="407" y="322"/>
                  </a:lnTo>
                  <a:lnTo>
                    <a:pt x="396" y="342"/>
                  </a:lnTo>
                  <a:lnTo>
                    <a:pt x="384" y="355"/>
                  </a:lnTo>
                  <a:lnTo>
                    <a:pt x="355" y="384"/>
                  </a:lnTo>
                  <a:lnTo>
                    <a:pt x="342" y="395"/>
                  </a:lnTo>
                  <a:lnTo>
                    <a:pt x="323" y="407"/>
                  </a:lnTo>
                  <a:lnTo>
                    <a:pt x="313" y="411"/>
                  </a:lnTo>
                  <a:lnTo>
                    <a:pt x="303" y="416"/>
                  </a:lnTo>
                  <a:lnTo>
                    <a:pt x="296" y="418"/>
                  </a:lnTo>
                  <a:lnTo>
                    <a:pt x="286" y="420"/>
                  </a:lnTo>
                  <a:lnTo>
                    <a:pt x="277" y="424"/>
                  </a:lnTo>
                  <a:lnTo>
                    <a:pt x="267" y="426"/>
                  </a:lnTo>
                  <a:lnTo>
                    <a:pt x="257" y="428"/>
                  </a:lnTo>
                  <a:lnTo>
                    <a:pt x="248" y="430"/>
                  </a:lnTo>
                  <a:lnTo>
                    <a:pt x="234" y="430"/>
                  </a:lnTo>
                  <a:lnTo>
                    <a:pt x="225" y="432"/>
                  </a:lnTo>
                  <a:lnTo>
                    <a:pt x="229" y="432"/>
                  </a:lnTo>
                  <a:lnTo>
                    <a:pt x="217" y="430"/>
                  </a:lnTo>
                  <a:lnTo>
                    <a:pt x="205" y="430"/>
                  </a:lnTo>
                  <a:lnTo>
                    <a:pt x="194" y="428"/>
                  </a:lnTo>
                  <a:lnTo>
                    <a:pt x="184" y="426"/>
                  </a:lnTo>
                  <a:lnTo>
                    <a:pt x="175" y="424"/>
                  </a:lnTo>
                  <a:lnTo>
                    <a:pt x="165" y="420"/>
                  </a:lnTo>
                  <a:lnTo>
                    <a:pt x="156" y="418"/>
                  </a:lnTo>
                  <a:lnTo>
                    <a:pt x="148" y="416"/>
                  </a:lnTo>
                  <a:lnTo>
                    <a:pt x="138" y="411"/>
                  </a:lnTo>
                  <a:lnTo>
                    <a:pt x="129" y="407"/>
                  </a:lnTo>
                  <a:lnTo>
                    <a:pt x="119" y="401"/>
                  </a:lnTo>
                  <a:lnTo>
                    <a:pt x="111" y="395"/>
                  </a:lnTo>
                  <a:lnTo>
                    <a:pt x="102" y="389"/>
                  </a:lnTo>
                  <a:lnTo>
                    <a:pt x="96" y="384"/>
                  </a:lnTo>
                  <a:lnTo>
                    <a:pt x="83" y="370"/>
                  </a:lnTo>
                  <a:lnTo>
                    <a:pt x="77" y="363"/>
                  </a:lnTo>
                  <a:lnTo>
                    <a:pt x="69" y="355"/>
                  </a:lnTo>
                  <a:lnTo>
                    <a:pt x="58" y="342"/>
                  </a:lnTo>
                  <a:lnTo>
                    <a:pt x="46" y="322"/>
                  </a:lnTo>
                  <a:lnTo>
                    <a:pt x="42" y="313"/>
                  </a:lnTo>
                  <a:lnTo>
                    <a:pt x="36" y="303"/>
                  </a:lnTo>
                  <a:lnTo>
                    <a:pt x="35" y="295"/>
                  </a:lnTo>
                  <a:lnTo>
                    <a:pt x="33" y="286"/>
                  </a:lnTo>
                  <a:lnTo>
                    <a:pt x="29" y="276"/>
                  </a:lnTo>
                  <a:lnTo>
                    <a:pt x="27" y="267"/>
                  </a:lnTo>
                  <a:lnTo>
                    <a:pt x="25" y="257"/>
                  </a:lnTo>
                  <a:lnTo>
                    <a:pt x="23" y="248"/>
                  </a:lnTo>
                  <a:lnTo>
                    <a:pt x="23" y="226"/>
                  </a:lnTo>
                  <a:lnTo>
                    <a:pt x="0" y="2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23" name="Google Shape;323;g28abd34dbfa_0_347"/>
            <p:cNvSpPr/>
            <p:nvPr/>
          </p:nvSpPr>
          <p:spPr>
            <a:xfrm>
              <a:off x="3932" y="1239"/>
              <a:ext cx="455" cy="455"/>
            </a:xfrm>
            <a:custGeom>
              <a:avLst/>
              <a:gdLst/>
              <a:ahLst/>
              <a:cxnLst/>
              <a:rect l="l" t="t" r="r" b="b"/>
              <a:pathLst>
                <a:path w="455" h="455" extrusionOk="0">
                  <a:moveTo>
                    <a:pt x="0" y="227"/>
                  </a:moveTo>
                  <a:lnTo>
                    <a:pt x="0" y="248"/>
                  </a:lnTo>
                  <a:lnTo>
                    <a:pt x="2" y="261"/>
                  </a:lnTo>
                  <a:lnTo>
                    <a:pt x="4" y="271"/>
                  </a:lnTo>
                  <a:lnTo>
                    <a:pt x="5"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6" y="430"/>
                  </a:lnTo>
                  <a:lnTo>
                    <a:pt x="136" y="436"/>
                  </a:lnTo>
                  <a:lnTo>
                    <a:pt x="148" y="442"/>
                  </a:lnTo>
                  <a:lnTo>
                    <a:pt x="157" y="444"/>
                  </a:lnTo>
                  <a:lnTo>
                    <a:pt x="167" y="447"/>
                  </a:lnTo>
                  <a:lnTo>
                    <a:pt x="180" y="449"/>
                  </a:lnTo>
                  <a:lnTo>
                    <a:pt x="190" y="451"/>
                  </a:lnTo>
                  <a:lnTo>
                    <a:pt x="201" y="453"/>
                  </a:lnTo>
                  <a:lnTo>
                    <a:pt x="213" y="453"/>
                  </a:lnTo>
                  <a:lnTo>
                    <a:pt x="224" y="455"/>
                  </a:lnTo>
                  <a:lnTo>
                    <a:pt x="228" y="455"/>
                  </a:lnTo>
                  <a:lnTo>
                    <a:pt x="238" y="453"/>
                  </a:lnTo>
                  <a:lnTo>
                    <a:pt x="247" y="453"/>
                  </a:lnTo>
                  <a:lnTo>
                    <a:pt x="261" y="451"/>
                  </a:lnTo>
                  <a:lnTo>
                    <a:pt x="271"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1"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1"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1" y="4"/>
                  </a:lnTo>
                  <a:lnTo>
                    <a:pt x="261" y="2"/>
                  </a:lnTo>
                  <a:lnTo>
                    <a:pt x="249" y="0"/>
                  </a:lnTo>
                  <a:lnTo>
                    <a:pt x="203" y="0"/>
                  </a:lnTo>
                  <a:lnTo>
                    <a:pt x="190" y="2"/>
                  </a:lnTo>
                  <a:lnTo>
                    <a:pt x="180" y="4"/>
                  </a:lnTo>
                  <a:lnTo>
                    <a:pt x="167" y="6"/>
                  </a:lnTo>
                  <a:lnTo>
                    <a:pt x="157" y="10"/>
                  </a:lnTo>
                  <a:lnTo>
                    <a:pt x="148" y="12"/>
                  </a:lnTo>
                  <a:lnTo>
                    <a:pt x="136" y="18"/>
                  </a:lnTo>
                  <a:lnTo>
                    <a:pt x="126"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5" y="167"/>
                  </a:lnTo>
                  <a:lnTo>
                    <a:pt x="4" y="181"/>
                  </a:lnTo>
                  <a:lnTo>
                    <a:pt x="2" y="190"/>
                  </a:lnTo>
                  <a:lnTo>
                    <a:pt x="0" y="202"/>
                  </a:lnTo>
                  <a:lnTo>
                    <a:pt x="0" y="227"/>
                  </a:lnTo>
                  <a:lnTo>
                    <a:pt x="23" y="227"/>
                  </a:lnTo>
                  <a:lnTo>
                    <a:pt x="23" y="206"/>
                  </a:lnTo>
                  <a:lnTo>
                    <a:pt x="25" y="194"/>
                  </a:lnTo>
                  <a:lnTo>
                    <a:pt x="27" y="185"/>
                  </a:lnTo>
                  <a:lnTo>
                    <a:pt x="29" y="175"/>
                  </a:lnTo>
                  <a:lnTo>
                    <a:pt x="32" y="165"/>
                  </a:lnTo>
                  <a:lnTo>
                    <a:pt x="34" y="156"/>
                  </a:lnTo>
                  <a:lnTo>
                    <a:pt x="36" y="148"/>
                  </a:lnTo>
                  <a:lnTo>
                    <a:pt x="42" y="139"/>
                  </a:lnTo>
                  <a:lnTo>
                    <a:pt x="46" y="129"/>
                  </a:lnTo>
                  <a:lnTo>
                    <a:pt x="52" y="119"/>
                  </a:lnTo>
                  <a:lnTo>
                    <a:pt x="57" y="112"/>
                  </a:lnTo>
                  <a:lnTo>
                    <a:pt x="63" y="102"/>
                  </a:lnTo>
                  <a:lnTo>
                    <a:pt x="69" y="96"/>
                  </a:lnTo>
                  <a:lnTo>
                    <a:pt x="77" y="89"/>
                  </a:lnTo>
                  <a:lnTo>
                    <a:pt x="80" y="81"/>
                  </a:lnTo>
                  <a:lnTo>
                    <a:pt x="88" y="77"/>
                  </a:lnTo>
                  <a:lnTo>
                    <a:pt x="96" y="70"/>
                  </a:lnTo>
                  <a:lnTo>
                    <a:pt x="102" y="64"/>
                  </a:lnTo>
                  <a:lnTo>
                    <a:pt x="111" y="58"/>
                  </a:lnTo>
                  <a:lnTo>
                    <a:pt x="119" y="52"/>
                  </a:lnTo>
                  <a:lnTo>
                    <a:pt x="128" y="46"/>
                  </a:lnTo>
                  <a:lnTo>
                    <a:pt x="138" y="43"/>
                  </a:lnTo>
                  <a:lnTo>
                    <a:pt x="148" y="37"/>
                  </a:lnTo>
                  <a:lnTo>
                    <a:pt x="155" y="35"/>
                  </a:lnTo>
                  <a:lnTo>
                    <a:pt x="165" y="33"/>
                  </a:lnTo>
                  <a:lnTo>
                    <a:pt x="175" y="29"/>
                  </a:lnTo>
                  <a:lnTo>
                    <a:pt x="184" y="27"/>
                  </a:lnTo>
                  <a:lnTo>
                    <a:pt x="194" y="25"/>
                  </a:lnTo>
                  <a:lnTo>
                    <a:pt x="203" y="23"/>
                  </a:lnTo>
                  <a:lnTo>
                    <a:pt x="226" y="23"/>
                  </a:lnTo>
                  <a:lnTo>
                    <a:pt x="246" y="23"/>
                  </a:lnTo>
                  <a:lnTo>
                    <a:pt x="257" y="25"/>
                  </a:lnTo>
                  <a:lnTo>
                    <a:pt x="267" y="27"/>
                  </a:lnTo>
                  <a:lnTo>
                    <a:pt x="276" y="29"/>
                  </a:lnTo>
                  <a:lnTo>
                    <a:pt x="286" y="33"/>
                  </a:lnTo>
                  <a:lnTo>
                    <a:pt x="295" y="35"/>
                  </a:lnTo>
                  <a:lnTo>
                    <a:pt x="303" y="37"/>
                  </a:lnTo>
                  <a:lnTo>
                    <a:pt x="313" y="43"/>
                  </a:lnTo>
                  <a:lnTo>
                    <a:pt x="322" y="46"/>
                  </a:lnTo>
                  <a:lnTo>
                    <a:pt x="342" y="58"/>
                  </a:lnTo>
                  <a:lnTo>
                    <a:pt x="355" y="70"/>
                  </a:lnTo>
                  <a:lnTo>
                    <a:pt x="363" y="77"/>
                  </a:lnTo>
                  <a:lnTo>
                    <a:pt x="370" y="83"/>
                  </a:lnTo>
                  <a:lnTo>
                    <a:pt x="384" y="96"/>
                  </a:lnTo>
                  <a:lnTo>
                    <a:pt x="390" y="102"/>
                  </a:lnTo>
                  <a:lnTo>
                    <a:pt x="395" y="112"/>
                  </a:lnTo>
                  <a:lnTo>
                    <a:pt x="401" y="119"/>
                  </a:lnTo>
                  <a:lnTo>
                    <a:pt x="407" y="129"/>
                  </a:lnTo>
                  <a:lnTo>
                    <a:pt x="411" y="139"/>
                  </a:lnTo>
                  <a:lnTo>
                    <a:pt x="416"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6" y="304"/>
                  </a:lnTo>
                  <a:lnTo>
                    <a:pt x="411" y="313"/>
                  </a:lnTo>
                  <a:lnTo>
                    <a:pt x="407" y="323"/>
                  </a:lnTo>
                  <a:lnTo>
                    <a:pt x="395" y="342"/>
                  </a:lnTo>
                  <a:lnTo>
                    <a:pt x="384" y="355"/>
                  </a:lnTo>
                  <a:lnTo>
                    <a:pt x="355" y="384"/>
                  </a:lnTo>
                  <a:lnTo>
                    <a:pt x="342" y="396"/>
                  </a:lnTo>
                  <a:lnTo>
                    <a:pt x="322" y="407"/>
                  </a:lnTo>
                  <a:lnTo>
                    <a:pt x="313" y="411"/>
                  </a:lnTo>
                  <a:lnTo>
                    <a:pt x="303" y="417"/>
                  </a:lnTo>
                  <a:lnTo>
                    <a:pt x="295" y="419"/>
                  </a:lnTo>
                  <a:lnTo>
                    <a:pt x="286" y="421"/>
                  </a:lnTo>
                  <a:lnTo>
                    <a:pt x="276" y="424"/>
                  </a:lnTo>
                  <a:lnTo>
                    <a:pt x="267" y="426"/>
                  </a:lnTo>
                  <a:lnTo>
                    <a:pt x="257" y="428"/>
                  </a:lnTo>
                  <a:lnTo>
                    <a:pt x="247" y="430"/>
                  </a:lnTo>
                  <a:lnTo>
                    <a:pt x="234" y="430"/>
                  </a:lnTo>
                  <a:lnTo>
                    <a:pt x="224" y="432"/>
                  </a:lnTo>
                  <a:lnTo>
                    <a:pt x="228" y="432"/>
                  </a:lnTo>
                  <a:lnTo>
                    <a:pt x="217" y="430"/>
                  </a:lnTo>
                  <a:lnTo>
                    <a:pt x="205" y="430"/>
                  </a:lnTo>
                  <a:lnTo>
                    <a:pt x="194" y="428"/>
                  </a:lnTo>
                  <a:lnTo>
                    <a:pt x="184" y="426"/>
                  </a:lnTo>
                  <a:lnTo>
                    <a:pt x="175" y="424"/>
                  </a:lnTo>
                  <a:lnTo>
                    <a:pt x="165" y="421"/>
                  </a:lnTo>
                  <a:lnTo>
                    <a:pt x="155" y="419"/>
                  </a:lnTo>
                  <a:lnTo>
                    <a:pt x="148" y="417"/>
                  </a:lnTo>
                  <a:lnTo>
                    <a:pt x="138" y="411"/>
                  </a:lnTo>
                  <a:lnTo>
                    <a:pt x="128" y="407"/>
                  </a:lnTo>
                  <a:lnTo>
                    <a:pt x="119" y="401"/>
                  </a:lnTo>
                  <a:lnTo>
                    <a:pt x="111" y="396"/>
                  </a:lnTo>
                  <a:lnTo>
                    <a:pt x="102" y="390"/>
                  </a:lnTo>
                  <a:lnTo>
                    <a:pt x="96" y="384"/>
                  </a:lnTo>
                  <a:lnTo>
                    <a:pt x="82" y="371"/>
                  </a:lnTo>
                  <a:lnTo>
                    <a:pt x="77" y="363"/>
                  </a:lnTo>
                  <a:lnTo>
                    <a:pt x="69" y="355"/>
                  </a:lnTo>
                  <a:lnTo>
                    <a:pt x="57" y="342"/>
                  </a:lnTo>
                  <a:lnTo>
                    <a:pt x="46" y="323"/>
                  </a:lnTo>
                  <a:lnTo>
                    <a:pt x="42" y="313"/>
                  </a:lnTo>
                  <a:lnTo>
                    <a:pt x="36" y="304"/>
                  </a:lnTo>
                  <a:lnTo>
                    <a:pt x="34" y="296"/>
                  </a:lnTo>
                  <a:lnTo>
                    <a:pt x="32" y="286"/>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24" name="Google Shape;324;g28abd34dbfa_0_347"/>
            <p:cNvSpPr/>
            <p:nvPr/>
          </p:nvSpPr>
          <p:spPr>
            <a:xfrm>
              <a:off x="3417" y="1454"/>
              <a:ext cx="532" cy="43"/>
            </a:xfrm>
            <a:custGeom>
              <a:avLst/>
              <a:gdLst/>
              <a:ahLst/>
              <a:cxnLst/>
              <a:rect l="l" t="t" r="r" b="b"/>
              <a:pathLst>
                <a:path w="532" h="43" extrusionOk="0">
                  <a:moveTo>
                    <a:pt x="19" y="0"/>
                  </a:moveTo>
                  <a:lnTo>
                    <a:pt x="13" y="0"/>
                  </a:lnTo>
                  <a:lnTo>
                    <a:pt x="10" y="2"/>
                  </a:lnTo>
                  <a:lnTo>
                    <a:pt x="2" y="10"/>
                  </a:lnTo>
                  <a:lnTo>
                    <a:pt x="0" y="14"/>
                  </a:lnTo>
                  <a:lnTo>
                    <a:pt x="0" y="25"/>
                  </a:lnTo>
                  <a:lnTo>
                    <a:pt x="2" y="29"/>
                  </a:lnTo>
                  <a:lnTo>
                    <a:pt x="10" y="37"/>
                  </a:lnTo>
                  <a:lnTo>
                    <a:pt x="13" y="39"/>
                  </a:lnTo>
                  <a:lnTo>
                    <a:pt x="19" y="39"/>
                  </a:lnTo>
                  <a:lnTo>
                    <a:pt x="513" y="43"/>
                  </a:lnTo>
                  <a:lnTo>
                    <a:pt x="519" y="43"/>
                  </a:lnTo>
                  <a:lnTo>
                    <a:pt x="522" y="41"/>
                  </a:lnTo>
                  <a:lnTo>
                    <a:pt x="530" y="33"/>
                  </a:lnTo>
                  <a:lnTo>
                    <a:pt x="532" y="29"/>
                  </a:lnTo>
                  <a:lnTo>
                    <a:pt x="532" y="18"/>
                  </a:lnTo>
                  <a:lnTo>
                    <a:pt x="530" y="14"/>
                  </a:lnTo>
                  <a:lnTo>
                    <a:pt x="522" y="6"/>
                  </a:lnTo>
                  <a:lnTo>
                    <a:pt x="519" y="4"/>
                  </a:lnTo>
                  <a:lnTo>
                    <a:pt x="513" y="4"/>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25" name="Google Shape;325;g28abd34dbfa_0_347"/>
            <p:cNvSpPr/>
            <p:nvPr/>
          </p:nvSpPr>
          <p:spPr>
            <a:xfrm>
              <a:off x="3139" y="130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A</a:t>
              </a:r>
              <a:endParaRPr sz="3600" b="1" i="0" u="none" strike="noStrike" cap="none">
                <a:solidFill>
                  <a:srgbClr val="00FF00"/>
                </a:solidFill>
                <a:latin typeface="Times New Roman"/>
                <a:ea typeface="Times New Roman"/>
                <a:cs typeface="Times New Roman"/>
                <a:sym typeface="Times New Roman"/>
              </a:endParaRPr>
            </a:p>
          </p:txBody>
        </p:sp>
        <p:sp>
          <p:nvSpPr>
            <p:cNvPr id="326" name="Google Shape;326;g28abd34dbfa_0_347"/>
            <p:cNvSpPr/>
            <p:nvPr/>
          </p:nvSpPr>
          <p:spPr>
            <a:xfrm>
              <a:off x="4080" y="1324"/>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B</a:t>
              </a:r>
              <a:endParaRPr sz="3600" b="1" i="0" u="none" strike="noStrike" cap="none">
                <a:solidFill>
                  <a:srgbClr val="00FF00"/>
                </a:solidFill>
                <a:latin typeface="Times New Roman"/>
                <a:ea typeface="Times New Roman"/>
                <a:cs typeface="Times New Roman"/>
                <a:sym typeface="Times New Roman"/>
              </a:endParaRPr>
            </a:p>
          </p:txBody>
        </p:sp>
        <p:sp>
          <p:nvSpPr>
            <p:cNvPr id="327" name="Google Shape;327;g28abd34dbfa_0_347"/>
            <p:cNvSpPr/>
            <p:nvPr/>
          </p:nvSpPr>
          <p:spPr>
            <a:xfrm>
              <a:off x="3500" y="1225"/>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1/0</a:t>
              </a:r>
              <a:endParaRPr sz="3200" b="1" i="0" u="none" strike="noStrike" cap="none">
                <a:solidFill>
                  <a:srgbClr val="00FF00"/>
                </a:solidFill>
                <a:latin typeface="Times New Roman"/>
                <a:ea typeface="Times New Roman"/>
                <a:cs typeface="Times New Roman"/>
                <a:sym typeface="Times New Roman"/>
              </a:endParaRPr>
            </a:p>
          </p:txBody>
        </p:sp>
        <p:sp>
          <p:nvSpPr>
            <p:cNvPr id="328" name="Google Shape;328;g28abd34dbfa_0_347"/>
            <p:cNvSpPr/>
            <p:nvPr/>
          </p:nvSpPr>
          <p:spPr>
            <a:xfrm>
              <a:off x="3770" y="1408"/>
              <a:ext cx="187" cy="79"/>
            </a:xfrm>
            <a:custGeom>
              <a:avLst/>
              <a:gdLst/>
              <a:ahLst/>
              <a:cxnLst/>
              <a:rect l="l" t="t" r="r" b="b"/>
              <a:pathLst>
                <a:path w="187" h="79" extrusionOk="0">
                  <a:moveTo>
                    <a:pt x="162" y="79"/>
                  </a:moveTo>
                  <a:lnTo>
                    <a:pt x="173" y="79"/>
                  </a:lnTo>
                  <a:lnTo>
                    <a:pt x="177" y="77"/>
                  </a:lnTo>
                  <a:lnTo>
                    <a:pt x="185" y="69"/>
                  </a:lnTo>
                  <a:lnTo>
                    <a:pt x="187" y="66"/>
                  </a:lnTo>
                  <a:lnTo>
                    <a:pt x="187" y="54"/>
                  </a:lnTo>
                  <a:lnTo>
                    <a:pt x="185" y="50"/>
                  </a:lnTo>
                  <a:lnTo>
                    <a:pt x="177" y="42"/>
                  </a:lnTo>
                  <a:lnTo>
                    <a:pt x="173" y="41"/>
                  </a:lnTo>
                  <a:lnTo>
                    <a:pt x="25" y="0"/>
                  </a:lnTo>
                  <a:lnTo>
                    <a:pt x="14" y="0"/>
                  </a:lnTo>
                  <a:lnTo>
                    <a:pt x="10" y="2"/>
                  </a:lnTo>
                  <a:lnTo>
                    <a:pt x="2" y="10"/>
                  </a:lnTo>
                  <a:lnTo>
                    <a:pt x="0" y="14"/>
                  </a:lnTo>
                  <a:lnTo>
                    <a:pt x="0" y="25"/>
                  </a:lnTo>
                  <a:lnTo>
                    <a:pt x="2" y="29"/>
                  </a:lnTo>
                  <a:lnTo>
                    <a:pt x="10" y="37"/>
                  </a:lnTo>
                  <a:lnTo>
                    <a:pt x="14" y="39"/>
                  </a:lnTo>
                  <a:lnTo>
                    <a:pt x="162"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29" name="Google Shape;329;g28abd34dbfa_0_347"/>
            <p:cNvSpPr/>
            <p:nvPr/>
          </p:nvSpPr>
          <p:spPr>
            <a:xfrm>
              <a:off x="3770" y="1458"/>
              <a:ext cx="194" cy="79"/>
            </a:xfrm>
            <a:custGeom>
              <a:avLst/>
              <a:gdLst/>
              <a:ahLst/>
              <a:cxnLst/>
              <a:rect l="l" t="t" r="r" b="b"/>
              <a:pathLst>
                <a:path w="194" h="79" extrusionOk="0">
                  <a:moveTo>
                    <a:pt x="181" y="39"/>
                  </a:moveTo>
                  <a:lnTo>
                    <a:pt x="185" y="37"/>
                  </a:lnTo>
                  <a:lnTo>
                    <a:pt x="192" y="29"/>
                  </a:lnTo>
                  <a:lnTo>
                    <a:pt x="194" y="25"/>
                  </a:lnTo>
                  <a:lnTo>
                    <a:pt x="194" y="14"/>
                  </a:lnTo>
                  <a:lnTo>
                    <a:pt x="192" y="10"/>
                  </a:lnTo>
                  <a:lnTo>
                    <a:pt x="185" y="2"/>
                  </a:lnTo>
                  <a:lnTo>
                    <a:pt x="181" y="0"/>
                  </a:lnTo>
                  <a:lnTo>
                    <a:pt x="169" y="0"/>
                  </a:lnTo>
                  <a:lnTo>
                    <a:pt x="14" y="40"/>
                  </a:lnTo>
                  <a:lnTo>
                    <a:pt x="10" y="42"/>
                  </a:lnTo>
                  <a:lnTo>
                    <a:pt x="2" y="50"/>
                  </a:lnTo>
                  <a:lnTo>
                    <a:pt x="0" y="54"/>
                  </a:lnTo>
                  <a:lnTo>
                    <a:pt x="0" y="65"/>
                  </a:lnTo>
                  <a:lnTo>
                    <a:pt x="2" y="69"/>
                  </a:lnTo>
                  <a:lnTo>
                    <a:pt x="10" y="77"/>
                  </a:lnTo>
                  <a:lnTo>
                    <a:pt x="14" y="79"/>
                  </a:lnTo>
                  <a:lnTo>
                    <a:pt x="25" y="79"/>
                  </a:lnTo>
                  <a:lnTo>
                    <a:pt x="181"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330" name="Google Shape;330;g28abd34dbfa_0_347"/>
          <p:cNvGrpSpPr/>
          <p:nvPr/>
        </p:nvGrpSpPr>
        <p:grpSpPr>
          <a:xfrm>
            <a:off x="3191933" y="3054350"/>
            <a:ext cx="6110817" cy="836613"/>
            <a:chOff x="1508" y="2028"/>
            <a:chExt cx="2887" cy="527"/>
          </a:xfrm>
        </p:grpSpPr>
        <p:sp>
          <p:nvSpPr>
            <p:cNvPr id="331" name="Google Shape;331;g28abd34dbfa_0_347"/>
            <p:cNvSpPr/>
            <p:nvPr/>
          </p:nvSpPr>
          <p:spPr>
            <a:xfrm>
              <a:off x="1508" y="2064"/>
              <a:ext cx="455" cy="455"/>
            </a:xfrm>
            <a:custGeom>
              <a:avLst/>
              <a:gdLst/>
              <a:ahLst/>
              <a:cxnLst/>
              <a:rect l="l" t="t" r="r" b="b"/>
              <a:pathLst>
                <a:path w="455" h="455" extrusionOk="0">
                  <a:moveTo>
                    <a:pt x="0" y="226"/>
                  </a:moveTo>
                  <a:lnTo>
                    <a:pt x="0" y="248"/>
                  </a:lnTo>
                  <a:lnTo>
                    <a:pt x="2" y="261"/>
                  </a:lnTo>
                  <a:lnTo>
                    <a:pt x="4" y="271"/>
                  </a:lnTo>
                  <a:lnTo>
                    <a:pt x="6" y="284"/>
                  </a:lnTo>
                  <a:lnTo>
                    <a:pt x="10" y="294"/>
                  </a:lnTo>
                  <a:lnTo>
                    <a:pt x="12" y="303"/>
                  </a:lnTo>
                  <a:lnTo>
                    <a:pt x="17" y="315"/>
                  </a:lnTo>
                  <a:lnTo>
                    <a:pt x="23" y="324"/>
                  </a:lnTo>
                  <a:lnTo>
                    <a:pt x="27" y="334"/>
                  </a:lnTo>
                  <a:lnTo>
                    <a:pt x="38" y="353"/>
                  </a:lnTo>
                  <a:lnTo>
                    <a:pt x="50" y="370"/>
                  </a:lnTo>
                  <a:lnTo>
                    <a:pt x="58" y="378"/>
                  </a:lnTo>
                  <a:lnTo>
                    <a:pt x="63" y="386"/>
                  </a:lnTo>
                  <a:lnTo>
                    <a:pt x="81" y="403"/>
                  </a:lnTo>
                  <a:lnTo>
                    <a:pt x="100" y="414"/>
                  </a:lnTo>
                  <a:lnTo>
                    <a:pt x="108" y="420"/>
                  </a:lnTo>
                  <a:lnTo>
                    <a:pt x="117" y="426"/>
                  </a:lnTo>
                  <a:lnTo>
                    <a:pt x="127" y="430"/>
                  </a:lnTo>
                  <a:lnTo>
                    <a:pt x="136" y="436"/>
                  </a:lnTo>
                  <a:lnTo>
                    <a:pt x="148" y="441"/>
                  </a:lnTo>
                  <a:lnTo>
                    <a:pt x="157" y="443"/>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3"/>
                  </a:lnTo>
                  <a:lnTo>
                    <a:pt x="303" y="441"/>
                  </a:lnTo>
                  <a:lnTo>
                    <a:pt x="315" y="436"/>
                  </a:lnTo>
                  <a:lnTo>
                    <a:pt x="325" y="430"/>
                  </a:lnTo>
                  <a:lnTo>
                    <a:pt x="334" y="426"/>
                  </a:lnTo>
                  <a:lnTo>
                    <a:pt x="353" y="414"/>
                  </a:lnTo>
                  <a:lnTo>
                    <a:pt x="371" y="403"/>
                  </a:lnTo>
                  <a:lnTo>
                    <a:pt x="403" y="370"/>
                  </a:lnTo>
                  <a:lnTo>
                    <a:pt x="415" y="353"/>
                  </a:lnTo>
                  <a:lnTo>
                    <a:pt x="426" y="334"/>
                  </a:lnTo>
                  <a:lnTo>
                    <a:pt x="430" y="324"/>
                  </a:lnTo>
                  <a:lnTo>
                    <a:pt x="436" y="315"/>
                  </a:lnTo>
                  <a:lnTo>
                    <a:pt x="442" y="303"/>
                  </a:lnTo>
                  <a:lnTo>
                    <a:pt x="444" y="294"/>
                  </a:lnTo>
                  <a:lnTo>
                    <a:pt x="448" y="284"/>
                  </a:lnTo>
                  <a:lnTo>
                    <a:pt x="449" y="271"/>
                  </a:lnTo>
                  <a:lnTo>
                    <a:pt x="451" y="261"/>
                  </a:lnTo>
                  <a:lnTo>
                    <a:pt x="453" y="249"/>
                  </a:lnTo>
                  <a:lnTo>
                    <a:pt x="453" y="238"/>
                  </a:lnTo>
                  <a:lnTo>
                    <a:pt x="455" y="228"/>
                  </a:lnTo>
                  <a:lnTo>
                    <a:pt x="455" y="224"/>
                  </a:lnTo>
                  <a:lnTo>
                    <a:pt x="453" y="215"/>
                  </a:lnTo>
                  <a:lnTo>
                    <a:pt x="453" y="203"/>
                  </a:lnTo>
                  <a:lnTo>
                    <a:pt x="451" y="190"/>
                  </a:lnTo>
                  <a:lnTo>
                    <a:pt x="449" y="180"/>
                  </a:lnTo>
                  <a:lnTo>
                    <a:pt x="448" y="167"/>
                  </a:lnTo>
                  <a:lnTo>
                    <a:pt x="444" y="157"/>
                  </a:lnTo>
                  <a:lnTo>
                    <a:pt x="442" y="148"/>
                  </a:lnTo>
                  <a:lnTo>
                    <a:pt x="436" y="136"/>
                  </a:lnTo>
                  <a:lnTo>
                    <a:pt x="430" y="127"/>
                  </a:lnTo>
                  <a:lnTo>
                    <a:pt x="426" y="117"/>
                  </a:lnTo>
                  <a:lnTo>
                    <a:pt x="421" y="107"/>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7" y="10"/>
                  </a:lnTo>
                  <a:lnTo>
                    <a:pt x="148" y="12"/>
                  </a:lnTo>
                  <a:lnTo>
                    <a:pt x="136" y="17"/>
                  </a:lnTo>
                  <a:lnTo>
                    <a:pt x="127" y="23"/>
                  </a:lnTo>
                  <a:lnTo>
                    <a:pt x="117" y="27"/>
                  </a:lnTo>
                  <a:lnTo>
                    <a:pt x="108" y="33"/>
                  </a:lnTo>
                  <a:lnTo>
                    <a:pt x="100" y="38"/>
                  </a:lnTo>
                  <a:lnTo>
                    <a:pt x="81" y="50"/>
                  </a:lnTo>
                  <a:lnTo>
                    <a:pt x="65" y="65"/>
                  </a:lnTo>
                  <a:lnTo>
                    <a:pt x="50" y="81"/>
                  </a:lnTo>
                  <a:lnTo>
                    <a:pt x="38" y="100"/>
                  </a:lnTo>
                  <a:lnTo>
                    <a:pt x="33" y="107"/>
                  </a:lnTo>
                  <a:lnTo>
                    <a:pt x="27" y="117"/>
                  </a:lnTo>
                  <a:lnTo>
                    <a:pt x="23" y="127"/>
                  </a:lnTo>
                  <a:lnTo>
                    <a:pt x="17" y="136"/>
                  </a:lnTo>
                  <a:lnTo>
                    <a:pt x="12" y="148"/>
                  </a:lnTo>
                  <a:lnTo>
                    <a:pt x="10" y="157"/>
                  </a:lnTo>
                  <a:lnTo>
                    <a:pt x="6" y="167"/>
                  </a:lnTo>
                  <a:lnTo>
                    <a:pt x="4" y="180"/>
                  </a:lnTo>
                  <a:lnTo>
                    <a:pt x="2" y="190"/>
                  </a:lnTo>
                  <a:lnTo>
                    <a:pt x="0" y="201"/>
                  </a:lnTo>
                  <a:lnTo>
                    <a:pt x="0" y="226"/>
                  </a:lnTo>
                  <a:lnTo>
                    <a:pt x="23" y="226"/>
                  </a:lnTo>
                  <a:lnTo>
                    <a:pt x="23" y="205"/>
                  </a:lnTo>
                  <a:lnTo>
                    <a:pt x="25" y="194"/>
                  </a:lnTo>
                  <a:lnTo>
                    <a:pt x="27" y="184"/>
                  </a:lnTo>
                  <a:lnTo>
                    <a:pt x="29" y="175"/>
                  </a:lnTo>
                  <a:lnTo>
                    <a:pt x="33" y="165"/>
                  </a:lnTo>
                  <a:lnTo>
                    <a:pt x="35" y="155"/>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5"/>
                  </a:lnTo>
                  <a:lnTo>
                    <a:pt x="421" y="165"/>
                  </a:lnTo>
                  <a:lnTo>
                    <a:pt x="424" y="175"/>
                  </a:lnTo>
                  <a:lnTo>
                    <a:pt x="426" y="184"/>
                  </a:lnTo>
                  <a:lnTo>
                    <a:pt x="428" y="194"/>
                  </a:lnTo>
                  <a:lnTo>
                    <a:pt x="430" y="203"/>
                  </a:lnTo>
                  <a:lnTo>
                    <a:pt x="430" y="215"/>
                  </a:lnTo>
                  <a:lnTo>
                    <a:pt x="432" y="228"/>
                  </a:lnTo>
                  <a:lnTo>
                    <a:pt x="432" y="224"/>
                  </a:lnTo>
                  <a:lnTo>
                    <a:pt x="430" y="234"/>
                  </a:lnTo>
                  <a:lnTo>
                    <a:pt x="430" y="246"/>
                  </a:lnTo>
                  <a:lnTo>
                    <a:pt x="428" y="257"/>
                  </a:lnTo>
                  <a:lnTo>
                    <a:pt x="426" y="267"/>
                  </a:lnTo>
                  <a:lnTo>
                    <a:pt x="424" y="276"/>
                  </a:lnTo>
                  <a:lnTo>
                    <a:pt x="421" y="286"/>
                  </a:lnTo>
                  <a:lnTo>
                    <a:pt x="419" y="295"/>
                  </a:lnTo>
                  <a:lnTo>
                    <a:pt x="417" y="303"/>
                  </a:lnTo>
                  <a:lnTo>
                    <a:pt x="411" y="313"/>
                  </a:lnTo>
                  <a:lnTo>
                    <a:pt x="407" y="322"/>
                  </a:lnTo>
                  <a:lnTo>
                    <a:pt x="396" y="342"/>
                  </a:lnTo>
                  <a:lnTo>
                    <a:pt x="384" y="355"/>
                  </a:lnTo>
                  <a:lnTo>
                    <a:pt x="355" y="384"/>
                  </a:lnTo>
                  <a:lnTo>
                    <a:pt x="342" y="395"/>
                  </a:lnTo>
                  <a:lnTo>
                    <a:pt x="323" y="407"/>
                  </a:lnTo>
                  <a:lnTo>
                    <a:pt x="313" y="411"/>
                  </a:lnTo>
                  <a:lnTo>
                    <a:pt x="303" y="416"/>
                  </a:lnTo>
                  <a:lnTo>
                    <a:pt x="296" y="418"/>
                  </a:lnTo>
                  <a:lnTo>
                    <a:pt x="286" y="420"/>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0"/>
                  </a:lnTo>
                  <a:lnTo>
                    <a:pt x="156" y="418"/>
                  </a:lnTo>
                  <a:lnTo>
                    <a:pt x="148" y="416"/>
                  </a:lnTo>
                  <a:lnTo>
                    <a:pt x="138" y="411"/>
                  </a:lnTo>
                  <a:lnTo>
                    <a:pt x="129" y="407"/>
                  </a:lnTo>
                  <a:lnTo>
                    <a:pt x="119" y="401"/>
                  </a:lnTo>
                  <a:lnTo>
                    <a:pt x="111" y="395"/>
                  </a:lnTo>
                  <a:lnTo>
                    <a:pt x="102" y="389"/>
                  </a:lnTo>
                  <a:lnTo>
                    <a:pt x="96" y="384"/>
                  </a:lnTo>
                  <a:lnTo>
                    <a:pt x="83" y="370"/>
                  </a:lnTo>
                  <a:lnTo>
                    <a:pt x="77" y="363"/>
                  </a:lnTo>
                  <a:lnTo>
                    <a:pt x="69" y="355"/>
                  </a:lnTo>
                  <a:lnTo>
                    <a:pt x="58" y="342"/>
                  </a:lnTo>
                  <a:lnTo>
                    <a:pt x="46" y="322"/>
                  </a:lnTo>
                  <a:lnTo>
                    <a:pt x="42" y="313"/>
                  </a:lnTo>
                  <a:lnTo>
                    <a:pt x="36" y="303"/>
                  </a:lnTo>
                  <a:lnTo>
                    <a:pt x="35" y="295"/>
                  </a:lnTo>
                  <a:lnTo>
                    <a:pt x="33" y="286"/>
                  </a:lnTo>
                  <a:lnTo>
                    <a:pt x="29" y="276"/>
                  </a:lnTo>
                  <a:lnTo>
                    <a:pt x="27" y="267"/>
                  </a:lnTo>
                  <a:lnTo>
                    <a:pt x="25" y="257"/>
                  </a:lnTo>
                  <a:lnTo>
                    <a:pt x="23" y="248"/>
                  </a:lnTo>
                  <a:lnTo>
                    <a:pt x="23" y="226"/>
                  </a:lnTo>
                  <a:lnTo>
                    <a:pt x="0" y="2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32" name="Google Shape;332;g28abd34dbfa_0_347"/>
            <p:cNvSpPr/>
            <p:nvPr/>
          </p:nvSpPr>
          <p:spPr>
            <a:xfrm>
              <a:off x="2457" y="2077"/>
              <a:ext cx="455" cy="455"/>
            </a:xfrm>
            <a:custGeom>
              <a:avLst/>
              <a:gdLst/>
              <a:ahLst/>
              <a:cxnLst/>
              <a:rect l="l" t="t" r="r" b="b"/>
              <a:pathLst>
                <a:path w="455" h="455" extrusionOk="0">
                  <a:moveTo>
                    <a:pt x="0" y="227"/>
                  </a:moveTo>
                  <a:lnTo>
                    <a:pt x="0" y="248"/>
                  </a:lnTo>
                  <a:lnTo>
                    <a:pt x="2" y="261"/>
                  </a:lnTo>
                  <a:lnTo>
                    <a:pt x="4" y="271"/>
                  </a:lnTo>
                  <a:lnTo>
                    <a:pt x="6"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7" y="430"/>
                  </a:lnTo>
                  <a:lnTo>
                    <a:pt x="136" y="436"/>
                  </a:lnTo>
                  <a:lnTo>
                    <a:pt x="148" y="442"/>
                  </a:lnTo>
                  <a:lnTo>
                    <a:pt x="157" y="444"/>
                  </a:lnTo>
                  <a:lnTo>
                    <a:pt x="167" y="447"/>
                  </a:lnTo>
                  <a:lnTo>
                    <a:pt x="180" y="449"/>
                  </a:lnTo>
                  <a:lnTo>
                    <a:pt x="190" y="451"/>
                  </a:lnTo>
                  <a:lnTo>
                    <a:pt x="201" y="453"/>
                  </a:lnTo>
                  <a:lnTo>
                    <a:pt x="213" y="453"/>
                  </a:lnTo>
                  <a:lnTo>
                    <a:pt x="225" y="455"/>
                  </a:lnTo>
                  <a:lnTo>
                    <a:pt x="228" y="455"/>
                  </a:lnTo>
                  <a:lnTo>
                    <a:pt x="238" y="453"/>
                  </a:lnTo>
                  <a:lnTo>
                    <a:pt x="248" y="453"/>
                  </a:lnTo>
                  <a:lnTo>
                    <a:pt x="261" y="451"/>
                  </a:lnTo>
                  <a:lnTo>
                    <a:pt x="271"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2"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2"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1" y="4"/>
                  </a:lnTo>
                  <a:lnTo>
                    <a:pt x="261" y="2"/>
                  </a:lnTo>
                  <a:lnTo>
                    <a:pt x="249" y="0"/>
                  </a:lnTo>
                  <a:lnTo>
                    <a:pt x="203" y="0"/>
                  </a:lnTo>
                  <a:lnTo>
                    <a:pt x="190" y="2"/>
                  </a:lnTo>
                  <a:lnTo>
                    <a:pt x="180" y="4"/>
                  </a:lnTo>
                  <a:lnTo>
                    <a:pt x="167" y="6"/>
                  </a:lnTo>
                  <a:lnTo>
                    <a:pt x="157" y="10"/>
                  </a:lnTo>
                  <a:lnTo>
                    <a:pt x="148" y="12"/>
                  </a:lnTo>
                  <a:lnTo>
                    <a:pt x="136" y="18"/>
                  </a:lnTo>
                  <a:lnTo>
                    <a:pt x="127"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6" y="167"/>
                  </a:lnTo>
                  <a:lnTo>
                    <a:pt x="4" y="181"/>
                  </a:lnTo>
                  <a:lnTo>
                    <a:pt x="2" y="190"/>
                  </a:lnTo>
                  <a:lnTo>
                    <a:pt x="0" y="202"/>
                  </a:lnTo>
                  <a:lnTo>
                    <a:pt x="0" y="227"/>
                  </a:lnTo>
                  <a:lnTo>
                    <a:pt x="23" y="227"/>
                  </a:lnTo>
                  <a:lnTo>
                    <a:pt x="23" y="206"/>
                  </a:lnTo>
                  <a:lnTo>
                    <a:pt x="25" y="194"/>
                  </a:lnTo>
                  <a:lnTo>
                    <a:pt x="27" y="185"/>
                  </a:lnTo>
                  <a:lnTo>
                    <a:pt x="29" y="175"/>
                  </a:lnTo>
                  <a:lnTo>
                    <a:pt x="32" y="165"/>
                  </a:lnTo>
                  <a:lnTo>
                    <a:pt x="34" y="156"/>
                  </a:lnTo>
                  <a:lnTo>
                    <a:pt x="36" y="148"/>
                  </a:lnTo>
                  <a:lnTo>
                    <a:pt x="42" y="139"/>
                  </a:lnTo>
                  <a:lnTo>
                    <a:pt x="46" y="129"/>
                  </a:lnTo>
                  <a:lnTo>
                    <a:pt x="52" y="119"/>
                  </a:lnTo>
                  <a:lnTo>
                    <a:pt x="57" y="112"/>
                  </a:lnTo>
                  <a:lnTo>
                    <a:pt x="63" y="102"/>
                  </a:lnTo>
                  <a:lnTo>
                    <a:pt x="69" y="96"/>
                  </a:lnTo>
                  <a:lnTo>
                    <a:pt x="77" y="89"/>
                  </a:lnTo>
                  <a:lnTo>
                    <a:pt x="80" y="81"/>
                  </a:lnTo>
                  <a:lnTo>
                    <a:pt x="88" y="77"/>
                  </a:lnTo>
                  <a:lnTo>
                    <a:pt x="96" y="70"/>
                  </a:lnTo>
                  <a:lnTo>
                    <a:pt x="102" y="64"/>
                  </a:lnTo>
                  <a:lnTo>
                    <a:pt x="111" y="58"/>
                  </a:lnTo>
                  <a:lnTo>
                    <a:pt x="119" y="52"/>
                  </a:lnTo>
                  <a:lnTo>
                    <a:pt x="128" y="46"/>
                  </a:lnTo>
                  <a:lnTo>
                    <a:pt x="138" y="43"/>
                  </a:lnTo>
                  <a:lnTo>
                    <a:pt x="148" y="37"/>
                  </a:lnTo>
                  <a:lnTo>
                    <a:pt x="155" y="35"/>
                  </a:lnTo>
                  <a:lnTo>
                    <a:pt x="165" y="33"/>
                  </a:lnTo>
                  <a:lnTo>
                    <a:pt x="175" y="29"/>
                  </a:lnTo>
                  <a:lnTo>
                    <a:pt x="184" y="27"/>
                  </a:lnTo>
                  <a:lnTo>
                    <a:pt x="194" y="25"/>
                  </a:lnTo>
                  <a:lnTo>
                    <a:pt x="203" y="23"/>
                  </a:lnTo>
                  <a:lnTo>
                    <a:pt x="226" y="23"/>
                  </a:lnTo>
                  <a:lnTo>
                    <a:pt x="246" y="23"/>
                  </a:lnTo>
                  <a:lnTo>
                    <a:pt x="257" y="25"/>
                  </a:lnTo>
                  <a:lnTo>
                    <a:pt x="267" y="27"/>
                  </a:lnTo>
                  <a:lnTo>
                    <a:pt x="276" y="29"/>
                  </a:lnTo>
                  <a:lnTo>
                    <a:pt x="286" y="33"/>
                  </a:lnTo>
                  <a:lnTo>
                    <a:pt x="296" y="35"/>
                  </a:lnTo>
                  <a:lnTo>
                    <a:pt x="303" y="37"/>
                  </a:lnTo>
                  <a:lnTo>
                    <a:pt x="313" y="43"/>
                  </a:lnTo>
                  <a:lnTo>
                    <a:pt x="322" y="46"/>
                  </a:lnTo>
                  <a:lnTo>
                    <a:pt x="342" y="58"/>
                  </a:lnTo>
                  <a:lnTo>
                    <a:pt x="355" y="70"/>
                  </a:lnTo>
                  <a:lnTo>
                    <a:pt x="363" y="77"/>
                  </a:lnTo>
                  <a:lnTo>
                    <a:pt x="370" y="83"/>
                  </a:lnTo>
                  <a:lnTo>
                    <a:pt x="384" y="96"/>
                  </a:lnTo>
                  <a:lnTo>
                    <a:pt x="390" y="102"/>
                  </a:lnTo>
                  <a:lnTo>
                    <a:pt x="395" y="112"/>
                  </a:lnTo>
                  <a:lnTo>
                    <a:pt x="401" y="119"/>
                  </a:lnTo>
                  <a:lnTo>
                    <a:pt x="407" y="129"/>
                  </a:lnTo>
                  <a:lnTo>
                    <a:pt x="411" y="139"/>
                  </a:lnTo>
                  <a:lnTo>
                    <a:pt x="417"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7" y="304"/>
                  </a:lnTo>
                  <a:lnTo>
                    <a:pt x="411" y="313"/>
                  </a:lnTo>
                  <a:lnTo>
                    <a:pt x="407" y="323"/>
                  </a:lnTo>
                  <a:lnTo>
                    <a:pt x="395" y="342"/>
                  </a:lnTo>
                  <a:lnTo>
                    <a:pt x="384" y="355"/>
                  </a:lnTo>
                  <a:lnTo>
                    <a:pt x="355" y="384"/>
                  </a:lnTo>
                  <a:lnTo>
                    <a:pt x="342" y="396"/>
                  </a:lnTo>
                  <a:lnTo>
                    <a:pt x="322" y="407"/>
                  </a:lnTo>
                  <a:lnTo>
                    <a:pt x="313" y="411"/>
                  </a:lnTo>
                  <a:lnTo>
                    <a:pt x="303" y="417"/>
                  </a:lnTo>
                  <a:lnTo>
                    <a:pt x="296" y="419"/>
                  </a:lnTo>
                  <a:lnTo>
                    <a:pt x="286" y="421"/>
                  </a:lnTo>
                  <a:lnTo>
                    <a:pt x="276" y="424"/>
                  </a:lnTo>
                  <a:lnTo>
                    <a:pt x="267" y="426"/>
                  </a:lnTo>
                  <a:lnTo>
                    <a:pt x="257" y="428"/>
                  </a:lnTo>
                  <a:lnTo>
                    <a:pt x="248" y="430"/>
                  </a:lnTo>
                  <a:lnTo>
                    <a:pt x="234" y="430"/>
                  </a:lnTo>
                  <a:lnTo>
                    <a:pt x="225" y="432"/>
                  </a:lnTo>
                  <a:lnTo>
                    <a:pt x="228" y="432"/>
                  </a:lnTo>
                  <a:lnTo>
                    <a:pt x="217" y="430"/>
                  </a:lnTo>
                  <a:lnTo>
                    <a:pt x="205" y="430"/>
                  </a:lnTo>
                  <a:lnTo>
                    <a:pt x="194" y="428"/>
                  </a:lnTo>
                  <a:lnTo>
                    <a:pt x="184" y="426"/>
                  </a:lnTo>
                  <a:lnTo>
                    <a:pt x="175" y="424"/>
                  </a:lnTo>
                  <a:lnTo>
                    <a:pt x="165" y="421"/>
                  </a:lnTo>
                  <a:lnTo>
                    <a:pt x="155" y="419"/>
                  </a:lnTo>
                  <a:lnTo>
                    <a:pt x="148" y="417"/>
                  </a:lnTo>
                  <a:lnTo>
                    <a:pt x="138" y="411"/>
                  </a:lnTo>
                  <a:lnTo>
                    <a:pt x="128" y="407"/>
                  </a:lnTo>
                  <a:lnTo>
                    <a:pt x="119" y="401"/>
                  </a:lnTo>
                  <a:lnTo>
                    <a:pt x="111" y="396"/>
                  </a:lnTo>
                  <a:lnTo>
                    <a:pt x="102" y="390"/>
                  </a:lnTo>
                  <a:lnTo>
                    <a:pt x="96" y="384"/>
                  </a:lnTo>
                  <a:lnTo>
                    <a:pt x="82" y="371"/>
                  </a:lnTo>
                  <a:lnTo>
                    <a:pt x="77" y="363"/>
                  </a:lnTo>
                  <a:lnTo>
                    <a:pt x="69" y="355"/>
                  </a:lnTo>
                  <a:lnTo>
                    <a:pt x="57" y="342"/>
                  </a:lnTo>
                  <a:lnTo>
                    <a:pt x="46" y="323"/>
                  </a:lnTo>
                  <a:lnTo>
                    <a:pt x="42" y="313"/>
                  </a:lnTo>
                  <a:lnTo>
                    <a:pt x="36" y="304"/>
                  </a:lnTo>
                  <a:lnTo>
                    <a:pt x="34" y="296"/>
                  </a:lnTo>
                  <a:lnTo>
                    <a:pt x="32" y="286"/>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33" name="Google Shape;333;g28abd34dbfa_0_347"/>
            <p:cNvSpPr/>
            <p:nvPr/>
          </p:nvSpPr>
          <p:spPr>
            <a:xfrm>
              <a:off x="1942" y="2292"/>
              <a:ext cx="532" cy="43"/>
            </a:xfrm>
            <a:custGeom>
              <a:avLst/>
              <a:gdLst/>
              <a:ahLst/>
              <a:cxnLst/>
              <a:rect l="l" t="t" r="r" b="b"/>
              <a:pathLst>
                <a:path w="532" h="43" extrusionOk="0">
                  <a:moveTo>
                    <a:pt x="19" y="0"/>
                  </a:moveTo>
                  <a:lnTo>
                    <a:pt x="14" y="0"/>
                  </a:lnTo>
                  <a:lnTo>
                    <a:pt x="10" y="2"/>
                  </a:lnTo>
                  <a:lnTo>
                    <a:pt x="2" y="10"/>
                  </a:lnTo>
                  <a:lnTo>
                    <a:pt x="0" y="14"/>
                  </a:lnTo>
                  <a:lnTo>
                    <a:pt x="0" y="25"/>
                  </a:lnTo>
                  <a:lnTo>
                    <a:pt x="2" y="29"/>
                  </a:lnTo>
                  <a:lnTo>
                    <a:pt x="10" y="37"/>
                  </a:lnTo>
                  <a:lnTo>
                    <a:pt x="14" y="39"/>
                  </a:lnTo>
                  <a:lnTo>
                    <a:pt x="19" y="39"/>
                  </a:lnTo>
                  <a:lnTo>
                    <a:pt x="513" y="43"/>
                  </a:lnTo>
                  <a:lnTo>
                    <a:pt x="519" y="43"/>
                  </a:lnTo>
                  <a:lnTo>
                    <a:pt x="522" y="41"/>
                  </a:lnTo>
                  <a:lnTo>
                    <a:pt x="530" y="33"/>
                  </a:lnTo>
                  <a:lnTo>
                    <a:pt x="532" y="29"/>
                  </a:lnTo>
                  <a:lnTo>
                    <a:pt x="532" y="18"/>
                  </a:lnTo>
                  <a:lnTo>
                    <a:pt x="530" y="14"/>
                  </a:lnTo>
                  <a:lnTo>
                    <a:pt x="522" y="6"/>
                  </a:lnTo>
                  <a:lnTo>
                    <a:pt x="519" y="4"/>
                  </a:lnTo>
                  <a:lnTo>
                    <a:pt x="513" y="4"/>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34" name="Google Shape;334;g28abd34dbfa_0_347"/>
            <p:cNvSpPr/>
            <p:nvPr/>
          </p:nvSpPr>
          <p:spPr>
            <a:xfrm>
              <a:off x="1656" y="2146"/>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A</a:t>
              </a:r>
              <a:endParaRPr sz="3600" b="1" i="0" u="none" strike="noStrike" cap="none">
                <a:solidFill>
                  <a:srgbClr val="00FF00"/>
                </a:solidFill>
                <a:latin typeface="Times New Roman"/>
                <a:ea typeface="Times New Roman"/>
                <a:cs typeface="Times New Roman"/>
                <a:sym typeface="Times New Roman"/>
              </a:endParaRPr>
            </a:p>
          </p:txBody>
        </p:sp>
        <p:sp>
          <p:nvSpPr>
            <p:cNvPr id="335" name="Google Shape;335;g28abd34dbfa_0_347"/>
            <p:cNvSpPr/>
            <p:nvPr/>
          </p:nvSpPr>
          <p:spPr>
            <a:xfrm>
              <a:off x="2605" y="216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B</a:t>
              </a:r>
              <a:endParaRPr sz="3600" b="1" i="0" u="none" strike="noStrike" cap="none">
                <a:solidFill>
                  <a:srgbClr val="00FF00"/>
                </a:solidFill>
                <a:latin typeface="Times New Roman"/>
                <a:ea typeface="Times New Roman"/>
                <a:cs typeface="Times New Roman"/>
                <a:sym typeface="Times New Roman"/>
              </a:endParaRPr>
            </a:p>
          </p:txBody>
        </p:sp>
        <p:sp>
          <p:nvSpPr>
            <p:cNvPr id="336" name="Google Shape;336;g28abd34dbfa_0_347"/>
            <p:cNvSpPr/>
            <p:nvPr/>
          </p:nvSpPr>
          <p:spPr>
            <a:xfrm>
              <a:off x="2025" y="203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1/0</a:t>
              </a:r>
              <a:endParaRPr sz="3600" b="1" i="0" u="none" strike="noStrike" cap="none">
                <a:solidFill>
                  <a:srgbClr val="00FF00"/>
                </a:solidFill>
                <a:latin typeface="Times New Roman"/>
                <a:ea typeface="Times New Roman"/>
                <a:cs typeface="Times New Roman"/>
                <a:sym typeface="Times New Roman"/>
              </a:endParaRPr>
            </a:p>
          </p:txBody>
        </p:sp>
        <p:sp>
          <p:nvSpPr>
            <p:cNvPr id="337" name="Google Shape;337;g28abd34dbfa_0_347"/>
            <p:cNvSpPr/>
            <p:nvPr/>
          </p:nvSpPr>
          <p:spPr>
            <a:xfrm>
              <a:off x="3417" y="2100"/>
              <a:ext cx="455" cy="455"/>
            </a:xfrm>
            <a:custGeom>
              <a:avLst/>
              <a:gdLst/>
              <a:ahLst/>
              <a:cxnLst/>
              <a:rect l="l" t="t" r="r" b="b"/>
              <a:pathLst>
                <a:path w="455" h="455" extrusionOk="0">
                  <a:moveTo>
                    <a:pt x="0" y="227"/>
                  </a:moveTo>
                  <a:lnTo>
                    <a:pt x="0" y="248"/>
                  </a:lnTo>
                  <a:lnTo>
                    <a:pt x="2" y="261"/>
                  </a:lnTo>
                  <a:lnTo>
                    <a:pt x="4" y="271"/>
                  </a:lnTo>
                  <a:lnTo>
                    <a:pt x="6" y="284"/>
                  </a:lnTo>
                  <a:lnTo>
                    <a:pt x="10" y="294"/>
                  </a:lnTo>
                  <a:lnTo>
                    <a:pt x="12" y="304"/>
                  </a:lnTo>
                  <a:lnTo>
                    <a:pt x="17" y="315"/>
                  </a:lnTo>
                  <a:lnTo>
                    <a:pt x="23" y="325"/>
                  </a:lnTo>
                  <a:lnTo>
                    <a:pt x="27" y="334"/>
                  </a:lnTo>
                  <a:lnTo>
                    <a:pt x="39" y="353"/>
                  </a:lnTo>
                  <a:lnTo>
                    <a:pt x="50" y="371"/>
                  </a:lnTo>
                  <a:lnTo>
                    <a:pt x="58" y="378"/>
                  </a:lnTo>
                  <a:lnTo>
                    <a:pt x="63" y="386"/>
                  </a:lnTo>
                  <a:lnTo>
                    <a:pt x="81" y="403"/>
                  </a:lnTo>
                  <a:lnTo>
                    <a:pt x="100" y="415"/>
                  </a:lnTo>
                  <a:lnTo>
                    <a:pt x="108" y="421"/>
                  </a:lnTo>
                  <a:lnTo>
                    <a:pt x="117" y="426"/>
                  </a:lnTo>
                  <a:lnTo>
                    <a:pt x="127" y="430"/>
                  </a:lnTo>
                  <a:lnTo>
                    <a:pt x="136" y="436"/>
                  </a:lnTo>
                  <a:lnTo>
                    <a:pt x="148" y="442"/>
                  </a:lnTo>
                  <a:lnTo>
                    <a:pt x="158" y="444"/>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4"/>
                  </a:lnTo>
                  <a:lnTo>
                    <a:pt x="304" y="442"/>
                  </a:lnTo>
                  <a:lnTo>
                    <a:pt x="315" y="436"/>
                  </a:lnTo>
                  <a:lnTo>
                    <a:pt x="325" y="430"/>
                  </a:lnTo>
                  <a:lnTo>
                    <a:pt x="334" y="426"/>
                  </a:lnTo>
                  <a:lnTo>
                    <a:pt x="354" y="415"/>
                  </a:lnTo>
                  <a:lnTo>
                    <a:pt x="371" y="403"/>
                  </a:lnTo>
                  <a:lnTo>
                    <a:pt x="403" y="371"/>
                  </a:lnTo>
                  <a:lnTo>
                    <a:pt x="415" y="353"/>
                  </a:lnTo>
                  <a:lnTo>
                    <a:pt x="426" y="334"/>
                  </a:lnTo>
                  <a:lnTo>
                    <a:pt x="430" y="325"/>
                  </a:lnTo>
                  <a:lnTo>
                    <a:pt x="436" y="315"/>
                  </a:lnTo>
                  <a:lnTo>
                    <a:pt x="442" y="304"/>
                  </a:lnTo>
                  <a:lnTo>
                    <a:pt x="444" y="294"/>
                  </a:lnTo>
                  <a:lnTo>
                    <a:pt x="448" y="284"/>
                  </a:lnTo>
                  <a:lnTo>
                    <a:pt x="450" y="271"/>
                  </a:lnTo>
                  <a:lnTo>
                    <a:pt x="451" y="261"/>
                  </a:lnTo>
                  <a:lnTo>
                    <a:pt x="453" y="250"/>
                  </a:lnTo>
                  <a:lnTo>
                    <a:pt x="453" y="238"/>
                  </a:lnTo>
                  <a:lnTo>
                    <a:pt x="455" y="229"/>
                  </a:lnTo>
                  <a:lnTo>
                    <a:pt x="455" y="225"/>
                  </a:lnTo>
                  <a:lnTo>
                    <a:pt x="453" y="215"/>
                  </a:lnTo>
                  <a:lnTo>
                    <a:pt x="453" y="204"/>
                  </a:lnTo>
                  <a:lnTo>
                    <a:pt x="451" y="190"/>
                  </a:lnTo>
                  <a:lnTo>
                    <a:pt x="450" y="181"/>
                  </a:lnTo>
                  <a:lnTo>
                    <a:pt x="448" y="167"/>
                  </a:lnTo>
                  <a:lnTo>
                    <a:pt x="444" y="158"/>
                  </a:lnTo>
                  <a:lnTo>
                    <a:pt x="442" y="148"/>
                  </a:lnTo>
                  <a:lnTo>
                    <a:pt x="436" y="137"/>
                  </a:lnTo>
                  <a:lnTo>
                    <a:pt x="430" y="127"/>
                  </a:lnTo>
                  <a:lnTo>
                    <a:pt x="426" y="117"/>
                  </a:lnTo>
                  <a:lnTo>
                    <a:pt x="421" y="108"/>
                  </a:lnTo>
                  <a:lnTo>
                    <a:pt x="415" y="100"/>
                  </a:lnTo>
                  <a:lnTo>
                    <a:pt x="403" y="81"/>
                  </a:lnTo>
                  <a:lnTo>
                    <a:pt x="386" y="64"/>
                  </a:lnTo>
                  <a:lnTo>
                    <a:pt x="378" y="58"/>
                  </a:lnTo>
                  <a:lnTo>
                    <a:pt x="371" y="50"/>
                  </a:lnTo>
                  <a:lnTo>
                    <a:pt x="354" y="39"/>
                  </a:lnTo>
                  <a:lnTo>
                    <a:pt x="334" y="27"/>
                  </a:lnTo>
                  <a:lnTo>
                    <a:pt x="325" y="23"/>
                  </a:lnTo>
                  <a:lnTo>
                    <a:pt x="315" y="18"/>
                  </a:lnTo>
                  <a:lnTo>
                    <a:pt x="304"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8"/>
                  </a:lnTo>
                  <a:lnTo>
                    <a:pt x="127" y="23"/>
                  </a:lnTo>
                  <a:lnTo>
                    <a:pt x="117" y="27"/>
                  </a:lnTo>
                  <a:lnTo>
                    <a:pt x="108" y="33"/>
                  </a:lnTo>
                  <a:lnTo>
                    <a:pt x="100" y="39"/>
                  </a:lnTo>
                  <a:lnTo>
                    <a:pt x="81" y="50"/>
                  </a:lnTo>
                  <a:lnTo>
                    <a:pt x="65" y="66"/>
                  </a:lnTo>
                  <a:lnTo>
                    <a:pt x="50" y="81"/>
                  </a:lnTo>
                  <a:lnTo>
                    <a:pt x="39" y="100"/>
                  </a:lnTo>
                  <a:lnTo>
                    <a:pt x="33" y="108"/>
                  </a:lnTo>
                  <a:lnTo>
                    <a:pt x="27" y="117"/>
                  </a:lnTo>
                  <a:lnTo>
                    <a:pt x="23" y="127"/>
                  </a:lnTo>
                  <a:lnTo>
                    <a:pt x="17" y="137"/>
                  </a:lnTo>
                  <a:lnTo>
                    <a:pt x="12" y="148"/>
                  </a:lnTo>
                  <a:lnTo>
                    <a:pt x="10" y="158"/>
                  </a:lnTo>
                  <a:lnTo>
                    <a:pt x="6" y="167"/>
                  </a:lnTo>
                  <a:lnTo>
                    <a:pt x="4" y="181"/>
                  </a:lnTo>
                  <a:lnTo>
                    <a:pt x="2" y="190"/>
                  </a:lnTo>
                  <a:lnTo>
                    <a:pt x="0" y="202"/>
                  </a:lnTo>
                  <a:lnTo>
                    <a:pt x="0" y="227"/>
                  </a:lnTo>
                  <a:lnTo>
                    <a:pt x="23" y="227"/>
                  </a:lnTo>
                  <a:lnTo>
                    <a:pt x="23" y="206"/>
                  </a:lnTo>
                  <a:lnTo>
                    <a:pt x="25" y="194"/>
                  </a:lnTo>
                  <a:lnTo>
                    <a:pt x="27" y="185"/>
                  </a:lnTo>
                  <a:lnTo>
                    <a:pt x="29" y="175"/>
                  </a:lnTo>
                  <a:lnTo>
                    <a:pt x="33" y="165"/>
                  </a:lnTo>
                  <a:lnTo>
                    <a:pt x="35" y="156"/>
                  </a:lnTo>
                  <a:lnTo>
                    <a:pt x="37" y="148"/>
                  </a:lnTo>
                  <a:lnTo>
                    <a:pt x="42" y="139"/>
                  </a:lnTo>
                  <a:lnTo>
                    <a:pt x="46" y="129"/>
                  </a:lnTo>
                  <a:lnTo>
                    <a:pt x="52" y="119"/>
                  </a:lnTo>
                  <a:lnTo>
                    <a:pt x="58" y="112"/>
                  </a:lnTo>
                  <a:lnTo>
                    <a:pt x="63" y="102"/>
                  </a:lnTo>
                  <a:lnTo>
                    <a:pt x="69" y="96"/>
                  </a:lnTo>
                  <a:lnTo>
                    <a:pt x="77" y="89"/>
                  </a:lnTo>
                  <a:lnTo>
                    <a:pt x="81" y="81"/>
                  </a:lnTo>
                  <a:lnTo>
                    <a:pt x="88" y="77"/>
                  </a:lnTo>
                  <a:lnTo>
                    <a:pt x="96" y="70"/>
                  </a:lnTo>
                  <a:lnTo>
                    <a:pt x="102" y="64"/>
                  </a:lnTo>
                  <a:lnTo>
                    <a:pt x="112" y="58"/>
                  </a:lnTo>
                  <a:lnTo>
                    <a:pt x="119" y="52"/>
                  </a:lnTo>
                  <a:lnTo>
                    <a:pt x="129" y="47"/>
                  </a:lnTo>
                  <a:lnTo>
                    <a:pt x="138" y="43"/>
                  </a:lnTo>
                  <a:lnTo>
                    <a:pt x="148" y="37"/>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4" y="37"/>
                  </a:lnTo>
                  <a:lnTo>
                    <a:pt x="313" y="43"/>
                  </a:lnTo>
                  <a:lnTo>
                    <a:pt x="323" y="47"/>
                  </a:lnTo>
                  <a:lnTo>
                    <a:pt x="342" y="58"/>
                  </a:lnTo>
                  <a:lnTo>
                    <a:pt x="355" y="70"/>
                  </a:lnTo>
                  <a:lnTo>
                    <a:pt x="363" y="77"/>
                  </a:lnTo>
                  <a:lnTo>
                    <a:pt x="371" y="83"/>
                  </a:lnTo>
                  <a:lnTo>
                    <a:pt x="384" y="96"/>
                  </a:lnTo>
                  <a:lnTo>
                    <a:pt x="390" y="102"/>
                  </a:lnTo>
                  <a:lnTo>
                    <a:pt x="396" y="112"/>
                  </a:lnTo>
                  <a:lnTo>
                    <a:pt x="402" y="119"/>
                  </a:lnTo>
                  <a:lnTo>
                    <a:pt x="407" y="129"/>
                  </a:lnTo>
                  <a:lnTo>
                    <a:pt x="411" y="139"/>
                  </a:lnTo>
                  <a:lnTo>
                    <a:pt x="417" y="148"/>
                  </a:lnTo>
                  <a:lnTo>
                    <a:pt x="419" y="156"/>
                  </a:lnTo>
                  <a:lnTo>
                    <a:pt x="421" y="165"/>
                  </a:lnTo>
                  <a:lnTo>
                    <a:pt x="425"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5" y="277"/>
                  </a:lnTo>
                  <a:lnTo>
                    <a:pt x="421" y="286"/>
                  </a:lnTo>
                  <a:lnTo>
                    <a:pt x="419" y="296"/>
                  </a:lnTo>
                  <a:lnTo>
                    <a:pt x="417" y="304"/>
                  </a:lnTo>
                  <a:lnTo>
                    <a:pt x="411" y="313"/>
                  </a:lnTo>
                  <a:lnTo>
                    <a:pt x="407" y="323"/>
                  </a:lnTo>
                  <a:lnTo>
                    <a:pt x="396" y="342"/>
                  </a:lnTo>
                  <a:lnTo>
                    <a:pt x="384" y="355"/>
                  </a:lnTo>
                  <a:lnTo>
                    <a:pt x="355" y="384"/>
                  </a:lnTo>
                  <a:lnTo>
                    <a:pt x="342" y="396"/>
                  </a:lnTo>
                  <a:lnTo>
                    <a:pt x="323" y="407"/>
                  </a:lnTo>
                  <a:lnTo>
                    <a:pt x="313" y="411"/>
                  </a:lnTo>
                  <a:lnTo>
                    <a:pt x="304" y="417"/>
                  </a:lnTo>
                  <a:lnTo>
                    <a:pt x="296" y="419"/>
                  </a:lnTo>
                  <a:lnTo>
                    <a:pt x="286" y="421"/>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1"/>
                  </a:lnTo>
                  <a:lnTo>
                    <a:pt x="156" y="419"/>
                  </a:lnTo>
                  <a:lnTo>
                    <a:pt x="148" y="417"/>
                  </a:lnTo>
                  <a:lnTo>
                    <a:pt x="138" y="411"/>
                  </a:lnTo>
                  <a:lnTo>
                    <a:pt x="129" y="407"/>
                  </a:lnTo>
                  <a:lnTo>
                    <a:pt x="119" y="401"/>
                  </a:lnTo>
                  <a:lnTo>
                    <a:pt x="112" y="396"/>
                  </a:lnTo>
                  <a:lnTo>
                    <a:pt x="102" y="390"/>
                  </a:lnTo>
                  <a:lnTo>
                    <a:pt x="96" y="384"/>
                  </a:lnTo>
                  <a:lnTo>
                    <a:pt x="83" y="371"/>
                  </a:lnTo>
                  <a:lnTo>
                    <a:pt x="77" y="363"/>
                  </a:lnTo>
                  <a:lnTo>
                    <a:pt x="69" y="355"/>
                  </a:lnTo>
                  <a:lnTo>
                    <a:pt x="58" y="342"/>
                  </a:lnTo>
                  <a:lnTo>
                    <a:pt x="46" y="323"/>
                  </a:lnTo>
                  <a:lnTo>
                    <a:pt x="42" y="313"/>
                  </a:lnTo>
                  <a:lnTo>
                    <a:pt x="37" y="304"/>
                  </a:lnTo>
                  <a:lnTo>
                    <a:pt x="35" y="296"/>
                  </a:lnTo>
                  <a:lnTo>
                    <a:pt x="33" y="286"/>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38" name="Google Shape;338;g28abd34dbfa_0_347"/>
            <p:cNvSpPr/>
            <p:nvPr/>
          </p:nvSpPr>
          <p:spPr>
            <a:xfrm>
              <a:off x="2875" y="2287"/>
              <a:ext cx="542" cy="42"/>
            </a:xfrm>
            <a:custGeom>
              <a:avLst/>
              <a:gdLst/>
              <a:ahLst/>
              <a:cxnLst/>
              <a:rect l="l" t="t" r="r" b="b"/>
              <a:pathLst>
                <a:path w="542" h="42" extrusionOk="0">
                  <a:moveTo>
                    <a:pt x="20" y="3"/>
                  </a:moveTo>
                  <a:lnTo>
                    <a:pt x="14" y="3"/>
                  </a:lnTo>
                  <a:lnTo>
                    <a:pt x="10" y="5"/>
                  </a:lnTo>
                  <a:lnTo>
                    <a:pt x="2" y="13"/>
                  </a:lnTo>
                  <a:lnTo>
                    <a:pt x="0" y="17"/>
                  </a:lnTo>
                  <a:lnTo>
                    <a:pt x="0" y="28"/>
                  </a:lnTo>
                  <a:lnTo>
                    <a:pt x="2" y="32"/>
                  </a:lnTo>
                  <a:lnTo>
                    <a:pt x="10" y="40"/>
                  </a:lnTo>
                  <a:lnTo>
                    <a:pt x="14" y="42"/>
                  </a:lnTo>
                  <a:lnTo>
                    <a:pt x="20" y="42"/>
                  </a:lnTo>
                  <a:lnTo>
                    <a:pt x="523" y="38"/>
                  </a:lnTo>
                  <a:lnTo>
                    <a:pt x="529" y="38"/>
                  </a:lnTo>
                  <a:lnTo>
                    <a:pt x="533" y="36"/>
                  </a:lnTo>
                  <a:lnTo>
                    <a:pt x="540" y="28"/>
                  </a:lnTo>
                  <a:lnTo>
                    <a:pt x="542" y="25"/>
                  </a:lnTo>
                  <a:lnTo>
                    <a:pt x="542" y="13"/>
                  </a:lnTo>
                  <a:lnTo>
                    <a:pt x="540" y="9"/>
                  </a:lnTo>
                  <a:lnTo>
                    <a:pt x="533" y="1"/>
                  </a:lnTo>
                  <a:lnTo>
                    <a:pt x="529" y="0"/>
                  </a:lnTo>
                  <a:lnTo>
                    <a:pt x="523" y="0"/>
                  </a:lnTo>
                  <a:lnTo>
                    <a:pt x="20" y="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39" name="Google Shape;339;g28abd34dbfa_0_347"/>
            <p:cNvSpPr/>
            <p:nvPr/>
          </p:nvSpPr>
          <p:spPr>
            <a:xfrm>
              <a:off x="3561" y="218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C</a:t>
              </a:r>
              <a:endParaRPr sz="3600" b="1" i="0" u="none" strike="noStrike" cap="none">
                <a:solidFill>
                  <a:srgbClr val="00FF00"/>
                </a:solidFill>
                <a:latin typeface="Times New Roman"/>
                <a:ea typeface="Times New Roman"/>
                <a:cs typeface="Times New Roman"/>
                <a:sym typeface="Times New Roman"/>
              </a:endParaRPr>
            </a:p>
          </p:txBody>
        </p:sp>
        <p:sp>
          <p:nvSpPr>
            <p:cNvPr id="340" name="Google Shape;340;g28abd34dbfa_0_347"/>
            <p:cNvSpPr/>
            <p:nvPr/>
          </p:nvSpPr>
          <p:spPr>
            <a:xfrm>
              <a:off x="2948" y="202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1/0</a:t>
              </a:r>
              <a:endParaRPr sz="3600" b="1" i="0" u="none" strike="noStrike" cap="none">
                <a:solidFill>
                  <a:srgbClr val="00FF00"/>
                </a:solidFill>
                <a:latin typeface="Times New Roman"/>
                <a:ea typeface="Times New Roman"/>
                <a:cs typeface="Times New Roman"/>
                <a:sym typeface="Times New Roman"/>
              </a:endParaRPr>
            </a:p>
          </p:txBody>
        </p:sp>
        <p:sp>
          <p:nvSpPr>
            <p:cNvPr id="341" name="Google Shape;341;g28abd34dbfa_0_347"/>
            <p:cNvSpPr/>
            <p:nvPr/>
          </p:nvSpPr>
          <p:spPr>
            <a:xfrm>
              <a:off x="3847" y="2304"/>
              <a:ext cx="548" cy="40"/>
            </a:xfrm>
            <a:custGeom>
              <a:avLst/>
              <a:gdLst/>
              <a:ahLst/>
              <a:cxnLst/>
              <a:rect l="l" t="t" r="r" b="b"/>
              <a:pathLst>
                <a:path w="548" h="40" extrusionOk="0">
                  <a:moveTo>
                    <a:pt x="20" y="2"/>
                  </a:moveTo>
                  <a:lnTo>
                    <a:pt x="14" y="2"/>
                  </a:lnTo>
                  <a:lnTo>
                    <a:pt x="10" y="4"/>
                  </a:lnTo>
                  <a:lnTo>
                    <a:pt x="2" y="11"/>
                  </a:lnTo>
                  <a:lnTo>
                    <a:pt x="0" y="15"/>
                  </a:lnTo>
                  <a:lnTo>
                    <a:pt x="0" y="27"/>
                  </a:lnTo>
                  <a:lnTo>
                    <a:pt x="2" y="31"/>
                  </a:lnTo>
                  <a:lnTo>
                    <a:pt x="10" y="38"/>
                  </a:lnTo>
                  <a:lnTo>
                    <a:pt x="14" y="40"/>
                  </a:lnTo>
                  <a:lnTo>
                    <a:pt x="20" y="40"/>
                  </a:lnTo>
                  <a:lnTo>
                    <a:pt x="529" y="38"/>
                  </a:lnTo>
                  <a:lnTo>
                    <a:pt x="534" y="38"/>
                  </a:lnTo>
                  <a:lnTo>
                    <a:pt x="538" y="36"/>
                  </a:lnTo>
                  <a:lnTo>
                    <a:pt x="546" y="29"/>
                  </a:lnTo>
                  <a:lnTo>
                    <a:pt x="548" y="25"/>
                  </a:lnTo>
                  <a:lnTo>
                    <a:pt x="548" y="13"/>
                  </a:lnTo>
                  <a:lnTo>
                    <a:pt x="546" y="9"/>
                  </a:lnTo>
                  <a:lnTo>
                    <a:pt x="538" y="2"/>
                  </a:lnTo>
                  <a:lnTo>
                    <a:pt x="534" y="0"/>
                  </a:lnTo>
                  <a:lnTo>
                    <a:pt x="529" y="0"/>
                  </a:lnTo>
                  <a:lnTo>
                    <a:pt x="20"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2" name="Google Shape;342;g28abd34dbfa_0_347"/>
            <p:cNvSpPr/>
            <p:nvPr/>
          </p:nvSpPr>
          <p:spPr>
            <a:xfrm>
              <a:off x="3940" y="202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0/0</a:t>
              </a:r>
              <a:endParaRPr sz="3600" b="1" i="0" u="none" strike="noStrike" cap="none">
                <a:solidFill>
                  <a:srgbClr val="00FF00"/>
                </a:solidFill>
                <a:latin typeface="Times New Roman"/>
                <a:ea typeface="Times New Roman"/>
                <a:cs typeface="Times New Roman"/>
                <a:sym typeface="Times New Roman"/>
              </a:endParaRPr>
            </a:p>
          </p:txBody>
        </p:sp>
        <p:sp>
          <p:nvSpPr>
            <p:cNvPr id="343" name="Google Shape;343;g28abd34dbfa_0_347"/>
            <p:cNvSpPr/>
            <p:nvPr/>
          </p:nvSpPr>
          <p:spPr>
            <a:xfrm>
              <a:off x="2295" y="2246"/>
              <a:ext cx="187" cy="79"/>
            </a:xfrm>
            <a:custGeom>
              <a:avLst/>
              <a:gdLst/>
              <a:ahLst/>
              <a:cxnLst/>
              <a:rect l="l" t="t" r="r" b="b"/>
              <a:pathLst>
                <a:path w="187" h="79" extrusionOk="0">
                  <a:moveTo>
                    <a:pt x="162" y="79"/>
                  </a:moveTo>
                  <a:lnTo>
                    <a:pt x="173" y="79"/>
                  </a:lnTo>
                  <a:lnTo>
                    <a:pt x="177" y="77"/>
                  </a:lnTo>
                  <a:lnTo>
                    <a:pt x="185" y="69"/>
                  </a:lnTo>
                  <a:lnTo>
                    <a:pt x="187" y="66"/>
                  </a:lnTo>
                  <a:lnTo>
                    <a:pt x="187" y="54"/>
                  </a:lnTo>
                  <a:lnTo>
                    <a:pt x="185" y="50"/>
                  </a:lnTo>
                  <a:lnTo>
                    <a:pt x="177" y="42"/>
                  </a:lnTo>
                  <a:lnTo>
                    <a:pt x="173" y="41"/>
                  </a:lnTo>
                  <a:lnTo>
                    <a:pt x="25" y="0"/>
                  </a:lnTo>
                  <a:lnTo>
                    <a:pt x="14" y="0"/>
                  </a:lnTo>
                  <a:lnTo>
                    <a:pt x="10" y="2"/>
                  </a:lnTo>
                  <a:lnTo>
                    <a:pt x="2" y="10"/>
                  </a:lnTo>
                  <a:lnTo>
                    <a:pt x="0" y="14"/>
                  </a:lnTo>
                  <a:lnTo>
                    <a:pt x="0" y="25"/>
                  </a:lnTo>
                  <a:lnTo>
                    <a:pt x="2" y="29"/>
                  </a:lnTo>
                  <a:lnTo>
                    <a:pt x="10" y="37"/>
                  </a:lnTo>
                  <a:lnTo>
                    <a:pt x="14" y="39"/>
                  </a:lnTo>
                  <a:lnTo>
                    <a:pt x="162"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4" name="Google Shape;344;g28abd34dbfa_0_347"/>
            <p:cNvSpPr/>
            <p:nvPr/>
          </p:nvSpPr>
          <p:spPr>
            <a:xfrm>
              <a:off x="2295" y="2296"/>
              <a:ext cx="194" cy="79"/>
            </a:xfrm>
            <a:custGeom>
              <a:avLst/>
              <a:gdLst/>
              <a:ahLst/>
              <a:cxnLst/>
              <a:rect l="l" t="t" r="r" b="b"/>
              <a:pathLst>
                <a:path w="194" h="79" extrusionOk="0">
                  <a:moveTo>
                    <a:pt x="181" y="39"/>
                  </a:moveTo>
                  <a:lnTo>
                    <a:pt x="185" y="37"/>
                  </a:lnTo>
                  <a:lnTo>
                    <a:pt x="193" y="29"/>
                  </a:lnTo>
                  <a:lnTo>
                    <a:pt x="194" y="25"/>
                  </a:lnTo>
                  <a:lnTo>
                    <a:pt x="194" y="14"/>
                  </a:lnTo>
                  <a:lnTo>
                    <a:pt x="193" y="10"/>
                  </a:lnTo>
                  <a:lnTo>
                    <a:pt x="185" y="2"/>
                  </a:lnTo>
                  <a:lnTo>
                    <a:pt x="181" y="0"/>
                  </a:lnTo>
                  <a:lnTo>
                    <a:pt x="169" y="0"/>
                  </a:lnTo>
                  <a:lnTo>
                    <a:pt x="14" y="40"/>
                  </a:lnTo>
                  <a:lnTo>
                    <a:pt x="10" y="42"/>
                  </a:lnTo>
                  <a:lnTo>
                    <a:pt x="2" y="50"/>
                  </a:lnTo>
                  <a:lnTo>
                    <a:pt x="0" y="54"/>
                  </a:lnTo>
                  <a:lnTo>
                    <a:pt x="0" y="65"/>
                  </a:lnTo>
                  <a:lnTo>
                    <a:pt x="2" y="69"/>
                  </a:lnTo>
                  <a:lnTo>
                    <a:pt x="10" y="77"/>
                  </a:lnTo>
                  <a:lnTo>
                    <a:pt x="14" y="79"/>
                  </a:lnTo>
                  <a:lnTo>
                    <a:pt x="25" y="79"/>
                  </a:lnTo>
                  <a:lnTo>
                    <a:pt x="181"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5" name="Google Shape;345;g28abd34dbfa_0_347"/>
            <p:cNvSpPr/>
            <p:nvPr/>
          </p:nvSpPr>
          <p:spPr>
            <a:xfrm>
              <a:off x="3206" y="2235"/>
              <a:ext cx="186" cy="80"/>
            </a:xfrm>
            <a:custGeom>
              <a:avLst/>
              <a:gdLst/>
              <a:ahLst/>
              <a:cxnLst/>
              <a:rect l="l" t="t" r="r" b="b"/>
              <a:pathLst>
                <a:path w="186" h="80" extrusionOk="0">
                  <a:moveTo>
                    <a:pt x="161" y="80"/>
                  </a:moveTo>
                  <a:lnTo>
                    <a:pt x="171" y="80"/>
                  </a:lnTo>
                  <a:lnTo>
                    <a:pt x="177" y="78"/>
                  </a:lnTo>
                  <a:lnTo>
                    <a:pt x="184" y="71"/>
                  </a:lnTo>
                  <a:lnTo>
                    <a:pt x="186" y="67"/>
                  </a:lnTo>
                  <a:lnTo>
                    <a:pt x="186" y="57"/>
                  </a:lnTo>
                  <a:lnTo>
                    <a:pt x="184" y="52"/>
                  </a:lnTo>
                  <a:lnTo>
                    <a:pt x="177" y="44"/>
                  </a:lnTo>
                  <a:lnTo>
                    <a:pt x="173" y="42"/>
                  </a:lnTo>
                  <a:lnTo>
                    <a:pt x="25" y="0"/>
                  </a:lnTo>
                  <a:lnTo>
                    <a:pt x="15" y="0"/>
                  </a:lnTo>
                  <a:lnTo>
                    <a:pt x="9" y="2"/>
                  </a:lnTo>
                  <a:lnTo>
                    <a:pt x="2" y="9"/>
                  </a:lnTo>
                  <a:lnTo>
                    <a:pt x="0" y="13"/>
                  </a:lnTo>
                  <a:lnTo>
                    <a:pt x="0" y="23"/>
                  </a:lnTo>
                  <a:lnTo>
                    <a:pt x="2" y="29"/>
                  </a:lnTo>
                  <a:lnTo>
                    <a:pt x="9" y="36"/>
                  </a:lnTo>
                  <a:lnTo>
                    <a:pt x="13" y="38"/>
                  </a:lnTo>
                  <a:lnTo>
                    <a:pt x="161" y="8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6" name="Google Shape;346;g28abd34dbfa_0_347"/>
            <p:cNvSpPr/>
            <p:nvPr/>
          </p:nvSpPr>
          <p:spPr>
            <a:xfrm>
              <a:off x="3206" y="2285"/>
              <a:ext cx="196" cy="78"/>
            </a:xfrm>
            <a:custGeom>
              <a:avLst/>
              <a:gdLst/>
              <a:ahLst/>
              <a:cxnLst/>
              <a:rect l="l" t="t" r="r" b="b"/>
              <a:pathLst>
                <a:path w="196" h="78" extrusionOk="0">
                  <a:moveTo>
                    <a:pt x="180" y="38"/>
                  </a:moveTo>
                  <a:lnTo>
                    <a:pt x="186" y="36"/>
                  </a:lnTo>
                  <a:lnTo>
                    <a:pt x="194" y="28"/>
                  </a:lnTo>
                  <a:lnTo>
                    <a:pt x="196" y="25"/>
                  </a:lnTo>
                  <a:lnTo>
                    <a:pt x="196" y="15"/>
                  </a:lnTo>
                  <a:lnTo>
                    <a:pt x="194" y="9"/>
                  </a:lnTo>
                  <a:lnTo>
                    <a:pt x="186" y="2"/>
                  </a:lnTo>
                  <a:lnTo>
                    <a:pt x="182" y="0"/>
                  </a:lnTo>
                  <a:lnTo>
                    <a:pt x="173" y="0"/>
                  </a:lnTo>
                  <a:lnTo>
                    <a:pt x="15" y="40"/>
                  </a:lnTo>
                  <a:lnTo>
                    <a:pt x="9" y="42"/>
                  </a:lnTo>
                  <a:lnTo>
                    <a:pt x="2" y="50"/>
                  </a:lnTo>
                  <a:lnTo>
                    <a:pt x="0" y="53"/>
                  </a:lnTo>
                  <a:lnTo>
                    <a:pt x="0" y="63"/>
                  </a:lnTo>
                  <a:lnTo>
                    <a:pt x="2" y="69"/>
                  </a:lnTo>
                  <a:lnTo>
                    <a:pt x="9" y="76"/>
                  </a:lnTo>
                  <a:lnTo>
                    <a:pt x="13" y="78"/>
                  </a:lnTo>
                  <a:lnTo>
                    <a:pt x="23" y="78"/>
                  </a:lnTo>
                  <a:lnTo>
                    <a:pt x="180"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7" name="Google Shape;347;g28abd34dbfa_0_347"/>
            <p:cNvSpPr/>
            <p:nvPr/>
          </p:nvSpPr>
          <p:spPr>
            <a:xfrm>
              <a:off x="4185" y="2254"/>
              <a:ext cx="187" cy="79"/>
            </a:xfrm>
            <a:custGeom>
              <a:avLst/>
              <a:gdLst/>
              <a:ahLst/>
              <a:cxnLst/>
              <a:rect l="l" t="t" r="r" b="b"/>
              <a:pathLst>
                <a:path w="187" h="79" extrusionOk="0">
                  <a:moveTo>
                    <a:pt x="162" y="79"/>
                  </a:moveTo>
                  <a:lnTo>
                    <a:pt x="173" y="79"/>
                  </a:lnTo>
                  <a:lnTo>
                    <a:pt x="177" y="77"/>
                  </a:lnTo>
                  <a:lnTo>
                    <a:pt x="185" y="69"/>
                  </a:lnTo>
                  <a:lnTo>
                    <a:pt x="187" y="65"/>
                  </a:lnTo>
                  <a:lnTo>
                    <a:pt x="187" y="54"/>
                  </a:lnTo>
                  <a:lnTo>
                    <a:pt x="185" y="50"/>
                  </a:lnTo>
                  <a:lnTo>
                    <a:pt x="177" y="42"/>
                  </a:lnTo>
                  <a:lnTo>
                    <a:pt x="173" y="40"/>
                  </a:lnTo>
                  <a:lnTo>
                    <a:pt x="25" y="0"/>
                  </a:lnTo>
                  <a:lnTo>
                    <a:pt x="14" y="0"/>
                  </a:lnTo>
                  <a:lnTo>
                    <a:pt x="10" y="2"/>
                  </a:lnTo>
                  <a:lnTo>
                    <a:pt x="2" y="10"/>
                  </a:lnTo>
                  <a:lnTo>
                    <a:pt x="0" y="13"/>
                  </a:lnTo>
                  <a:lnTo>
                    <a:pt x="0" y="25"/>
                  </a:lnTo>
                  <a:lnTo>
                    <a:pt x="2" y="29"/>
                  </a:lnTo>
                  <a:lnTo>
                    <a:pt x="10" y="36"/>
                  </a:lnTo>
                  <a:lnTo>
                    <a:pt x="14" y="38"/>
                  </a:lnTo>
                  <a:lnTo>
                    <a:pt x="162"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48" name="Google Shape;348;g28abd34dbfa_0_347"/>
            <p:cNvSpPr/>
            <p:nvPr/>
          </p:nvSpPr>
          <p:spPr>
            <a:xfrm>
              <a:off x="4185" y="2302"/>
              <a:ext cx="196" cy="80"/>
            </a:xfrm>
            <a:custGeom>
              <a:avLst/>
              <a:gdLst/>
              <a:ahLst/>
              <a:cxnLst/>
              <a:rect l="l" t="t" r="r" b="b"/>
              <a:pathLst>
                <a:path w="196" h="80" extrusionOk="0">
                  <a:moveTo>
                    <a:pt x="183" y="38"/>
                  </a:moveTo>
                  <a:lnTo>
                    <a:pt x="187" y="36"/>
                  </a:lnTo>
                  <a:lnTo>
                    <a:pt x="194" y="29"/>
                  </a:lnTo>
                  <a:lnTo>
                    <a:pt x="196" y="25"/>
                  </a:lnTo>
                  <a:lnTo>
                    <a:pt x="196" y="13"/>
                  </a:lnTo>
                  <a:lnTo>
                    <a:pt x="194" y="10"/>
                  </a:lnTo>
                  <a:lnTo>
                    <a:pt x="187" y="2"/>
                  </a:lnTo>
                  <a:lnTo>
                    <a:pt x="183" y="0"/>
                  </a:lnTo>
                  <a:lnTo>
                    <a:pt x="171" y="0"/>
                  </a:lnTo>
                  <a:lnTo>
                    <a:pt x="14" y="42"/>
                  </a:lnTo>
                  <a:lnTo>
                    <a:pt x="10" y="44"/>
                  </a:lnTo>
                  <a:lnTo>
                    <a:pt x="2" y="52"/>
                  </a:lnTo>
                  <a:lnTo>
                    <a:pt x="0" y="56"/>
                  </a:lnTo>
                  <a:lnTo>
                    <a:pt x="0" y="67"/>
                  </a:lnTo>
                  <a:lnTo>
                    <a:pt x="2" y="71"/>
                  </a:lnTo>
                  <a:lnTo>
                    <a:pt x="10" y="79"/>
                  </a:lnTo>
                  <a:lnTo>
                    <a:pt x="14" y="80"/>
                  </a:lnTo>
                  <a:lnTo>
                    <a:pt x="25" y="80"/>
                  </a:lnTo>
                  <a:lnTo>
                    <a:pt x="183"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349" name="Google Shape;349;g28abd34dbfa_0_347"/>
          <p:cNvGrpSpPr/>
          <p:nvPr/>
        </p:nvGrpSpPr>
        <p:grpSpPr>
          <a:xfrm>
            <a:off x="9262533" y="1939925"/>
            <a:ext cx="2106084" cy="744538"/>
            <a:chOff x="4376" y="1222"/>
            <a:chExt cx="995" cy="469"/>
          </a:xfrm>
        </p:grpSpPr>
        <p:sp>
          <p:nvSpPr>
            <p:cNvPr id="350" name="Google Shape;350;g28abd34dbfa_0_347"/>
            <p:cNvSpPr/>
            <p:nvPr/>
          </p:nvSpPr>
          <p:spPr>
            <a:xfrm>
              <a:off x="5065" y="134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6666FF"/>
                  </a:solidFill>
                  <a:latin typeface="Arial"/>
                  <a:ea typeface="Arial"/>
                  <a:cs typeface="Arial"/>
                  <a:sym typeface="Arial"/>
                </a:rPr>
                <a:t>C</a:t>
              </a:r>
              <a:endParaRPr sz="3600" b="1" i="0" u="none" strike="noStrike" cap="none">
                <a:solidFill>
                  <a:srgbClr val="6666FF"/>
                </a:solidFill>
                <a:latin typeface="Times New Roman"/>
                <a:ea typeface="Times New Roman"/>
                <a:cs typeface="Times New Roman"/>
                <a:sym typeface="Times New Roman"/>
              </a:endParaRPr>
            </a:p>
          </p:txBody>
        </p:sp>
        <p:sp>
          <p:nvSpPr>
            <p:cNvPr id="351" name="Google Shape;351;g28abd34dbfa_0_347"/>
            <p:cNvSpPr/>
            <p:nvPr/>
          </p:nvSpPr>
          <p:spPr>
            <a:xfrm>
              <a:off x="4439" y="122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6666FF"/>
                  </a:solidFill>
                  <a:latin typeface="Arial"/>
                  <a:ea typeface="Arial"/>
                  <a:cs typeface="Arial"/>
                  <a:sym typeface="Arial"/>
                </a:rPr>
                <a:t>1/0</a:t>
              </a:r>
              <a:endParaRPr sz="3200" b="1" i="0" u="none" strike="noStrike" cap="none">
                <a:solidFill>
                  <a:srgbClr val="6666FF"/>
                </a:solidFill>
                <a:latin typeface="Times New Roman"/>
                <a:ea typeface="Times New Roman"/>
                <a:cs typeface="Times New Roman"/>
                <a:sym typeface="Times New Roman"/>
              </a:endParaRPr>
            </a:p>
          </p:txBody>
        </p:sp>
        <p:cxnSp>
          <p:nvCxnSpPr>
            <p:cNvPr id="352" name="Google Shape;352;g28abd34dbfa_0_347"/>
            <p:cNvCxnSpPr/>
            <p:nvPr/>
          </p:nvCxnSpPr>
          <p:spPr>
            <a:xfrm>
              <a:off x="4376" y="1488"/>
              <a:ext cx="600" cy="0"/>
            </a:xfrm>
            <a:prstGeom prst="straightConnector1">
              <a:avLst/>
            </a:prstGeom>
            <a:noFill/>
            <a:ln w="57150" cap="flat" cmpd="sng">
              <a:solidFill>
                <a:srgbClr val="6666FF"/>
              </a:solidFill>
              <a:prstDash val="solid"/>
              <a:round/>
              <a:headEnd type="none" w="sm" len="sm"/>
              <a:tailEnd type="triangle" w="med" len="med"/>
            </a:ln>
          </p:spPr>
        </p:cxnSp>
        <p:sp>
          <p:nvSpPr>
            <p:cNvPr id="353" name="Google Shape;353;g28abd34dbfa_0_347"/>
            <p:cNvSpPr/>
            <p:nvPr/>
          </p:nvSpPr>
          <p:spPr>
            <a:xfrm>
              <a:off x="4916" y="1236"/>
              <a:ext cx="455" cy="455"/>
            </a:xfrm>
            <a:custGeom>
              <a:avLst/>
              <a:gdLst/>
              <a:ahLst/>
              <a:cxnLst/>
              <a:rect l="l" t="t" r="r" b="b"/>
              <a:pathLst>
                <a:path w="455" h="455" extrusionOk="0">
                  <a:moveTo>
                    <a:pt x="0" y="227"/>
                  </a:moveTo>
                  <a:lnTo>
                    <a:pt x="0" y="248"/>
                  </a:lnTo>
                  <a:lnTo>
                    <a:pt x="2" y="261"/>
                  </a:lnTo>
                  <a:lnTo>
                    <a:pt x="4" y="271"/>
                  </a:lnTo>
                  <a:lnTo>
                    <a:pt x="5"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6" y="430"/>
                  </a:lnTo>
                  <a:lnTo>
                    <a:pt x="136" y="436"/>
                  </a:lnTo>
                  <a:lnTo>
                    <a:pt x="148" y="442"/>
                  </a:lnTo>
                  <a:lnTo>
                    <a:pt x="157" y="444"/>
                  </a:lnTo>
                  <a:lnTo>
                    <a:pt x="167" y="447"/>
                  </a:lnTo>
                  <a:lnTo>
                    <a:pt x="180" y="449"/>
                  </a:lnTo>
                  <a:lnTo>
                    <a:pt x="190" y="451"/>
                  </a:lnTo>
                  <a:lnTo>
                    <a:pt x="201" y="453"/>
                  </a:lnTo>
                  <a:lnTo>
                    <a:pt x="213" y="453"/>
                  </a:lnTo>
                  <a:lnTo>
                    <a:pt x="224" y="455"/>
                  </a:lnTo>
                  <a:lnTo>
                    <a:pt x="228" y="455"/>
                  </a:lnTo>
                  <a:lnTo>
                    <a:pt x="238" y="453"/>
                  </a:lnTo>
                  <a:lnTo>
                    <a:pt x="247" y="453"/>
                  </a:lnTo>
                  <a:lnTo>
                    <a:pt x="261" y="451"/>
                  </a:lnTo>
                  <a:lnTo>
                    <a:pt x="270"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1"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1"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0" y="4"/>
                  </a:lnTo>
                  <a:lnTo>
                    <a:pt x="261" y="2"/>
                  </a:lnTo>
                  <a:lnTo>
                    <a:pt x="249" y="0"/>
                  </a:lnTo>
                  <a:lnTo>
                    <a:pt x="203" y="0"/>
                  </a:lnTo>
                  <a:lnTo>
                    <a:pt x="190" y="2"/>
                  </a:lnTo>
                  <a:lnTo>
                    <a:pt x="180" y="4"/>
                  </a:lnTo>
                  <a:lnTo>
                    <a:pt x="167" y="6"/>
                  </a:lnTo>
                  <a:lnTo>
                    <a:pt x="157" y="10"/>
                  </a:lnTo>
                  <a:lnTo>
                    <a:pt x="148" y="12"/>
                  </a:lnTo>
                  <a:lnTo>
                    <a:pt x="136" y="18"/>
                  </a:lnTo>
                  <a:lnTo>
                    <a:pt x="126"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5" y="167"/>
                  </a:lnTo>
                  <a:lnTo>
                    <a:pt x="4" y="181"/>
                  </a:lnTo>
                  <a:lnTo>
                    <a:pt x="2" y="190"/>
                  </a:lnTo>
                  <a:lnTo>
                    <a:pt x="0" y="202"/>
                  </a:lnTo>
                  <a:lnTo>
                    <a:pt x="0" y="227"/>
                  </a:lnTo>
                  <a:lnTo>
                    <a:pt x="23" y="227"/>
                  </a:lnTo>
                  <a:lnTo>
                    <a:pt x="23" y="206"/>
                  </a:lnTo>
                  <a:lnTo>
                    <a:pt x="25" y="194"/>
                  </a:lnTo>
                  <a:lnTo>
                    <a:pt x="27" y="185"/>
                  </a:lnTo>
                  <a:lnTo>
                    <a:pt x="28" y="175"/>
                  </a:lnTo>
                  <a:lnTo>
                    <a:pt x="32" y="165"/>
                  </a:lnTo>
                  <a:lnTo>
                    <a:pt x="34" y="156"/>
                  </a:lnTo>
                  <a:lnTo>
                    <a:pt x="36" y="148"/>
                  </a:lnTo>
                  <a:lnTo>
                    <a:pt x="42" y="139"/>
                  </a:lnTo>
                  <a:lnTo>
                    <a:pt x="46" y="129"/>
                  </a:lnTo>
                  <a:lnTo>
                    <a:pt x="52" y="119"/>
                  </a:lnTo>
                  <a:lnTo>
                    <a:pt x="57" y="112"/>
                  </a:lnTo>
                  <a:lnTo>
                    <a:pt x="63" y="102"/>
                  </a:lnTo>
                  <a:lnTo>
                    <a:pt x="69" y="96"/>
                  </a:lnTo>
                  <a:lnTo>
                    <a:pt x="76" y="89"/>
                  </a:lnTo>
                  <a:lnTo>
                    <a:pt x="80" y="81"/>
                  </a:lnTo>
                  <a:lnTo>
                    <a:pt x="88" y="77"/>
                  </a:lnTo>
                  <a:lnTo>
                    <a:pt x="96" y="70"/>
                  </a:lnTo>
                  <a:lnTo>
                    <a:pt x="101" y="64"/>
                  </a:lnTo>
                  <a:lnTo>
                    <a:pt x="111" y="58"/>
                  </a:lnTo>
                  <a:lnTo>
                    <a:pt x="119" y="52"/>
                  </a:lnTo>
                  <a:lnTo>
                    <a:pt x="128" y="47"/>
                  </a:lnTo>
                  <a:lnTo>
                    <a:pt x="138" y="43"/>
                  </a:lnTo>
                  <a:lnTo>
                    <a:pt x="148" y="37"/>
                  </a:lnTo>
                  <a:lnTo>
                    <a:pt x="155" y="35"/>
                  </a:lnTo>
                  <a:lnTo>
                    <a:pt x="165" y="33"/>
                  </a:lnTo>
                  <a:lnTo>
                    <a:pt x="174" y="29"/>
                  </a:lnTo>
                  <a:lnTo>
                    <a:pt x="184" y="27"/>
                  </a:lnTo>
                  <a:lnTo>
                    <a:pt x="194" y="25"/>
                  </a:lnTo>
                  <a:lnTo>
                    <a:pt x="203" y="23"/>
                  </a:lnTo>
                  <a:lnTo>
                    <a:pt x="267" y="27"/>
                  </a:lnTo>
                  <a:lnTo>
                    <a:pt x="276" y="29"/>
                  </a:lnTo>
                  <a:lnTo>
                    <a:pt x="286" y="33"/>
                  </a:lnTo>
                  <a:lnTo>
                    <a:pt x="295" y="35"/>
                  </a:lnTo>
                  <a:lnTo>
                    <a:pt x="303" y="37"/>
                  </a:lnTo>
                  <a:lnTo>
                    <a:pt x="313" y="43"/>
                  </a:lnTo>
                  <a:lnTo>
                    <a:pt x="322" y="47"/>
                  </a:lnTo>
                  <a:lnTo>
                    <a:pt x="342" y="58"/>
                  </a:lnTo>
                  <a:lnTo>
                    <a:pt x="355" y="70"/>
                  </a:lnTo>
                  <a:lnTo>
                    <a:pt x="363" y="77"/>
                  </a:lnTo>
                  <a:lnTo>
                    <a:pt x="370" y="83"/>
                  </a:lnTo>
                  <a:lnTo>
                    <a:pt x="384" y="96"/>
                  </a:lnTo>
                  <a:lnTo>
                    <a:pt x="390" y="102"/>
                  </a:lnTo>
                  <a:lnTo>
                    <a:pt x="395" y="112"/>
                  </a:lnTo>
                  <a:lnTo>
                    <a:pt x="401" y="119"/>
                  </a:lnTo>
                  <a:lnTo>
                    <a:pt x="407" y="129"/>
                  </a:lnTo>
                  <a:lnTo>
                    <a:pt x="411" y="139"/>
                  </a:lnTo>
                  <a:lnTo>
                    <a:pt x="416"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6" y="304"/>
                  </a:lnTo>
                  <a:lnTo>
                    <a:pt x="411" y="313"/>
                  </a:lnTo>
                  <a:lnTo>
                    <a:pt x="407" y="323"/>
                  </a:lnTo>
                  <a:lnTo>
                    <a:pt x="395" y="342"/>
                  </a:lnTo>
                  <a:lnTo>
                    <a:pt x="384" y="355"/>
                  </a:lnTo>
                  <a:lnTo>
                    <a:pt x="355" y="384"/>
                  </a:lnTo>
                  <a:lnTo>
                    <a:pt x="342" y="396"/>
                  </a:lnTo>
                  <a:lnTo>
                    <a:pt x="322" y="407"/>
                  </a:lnTo>
                  <a:lnTo>
                    <a:pt x="313" y="411"/>
                  </a:lnTo>
                  <a:lnTo>
                    <a:pt x="303" y="417"/>
                  </a:lnTo>
                  <a:lnTo>
                    <a:pt x="295" y="419"/>
                  </a:lnTo>
                  <a:lnTo>
                    <a:pt x="286" y="421"/>
                  </a:lnTo>
                  <a:lnTo>
                    <a:pt x="276" y="424"/>
                  </a:lnTo>
                  <a:lnTo>
                    <a:pt x="267" y="426"/>
                  </a:lnTo>
                  <a:lnTo>
                    <a:pt x="257" y="428"/>
                  </a:lnTo>
                  <a:lnTo>
                    <a:pt x="247" y="430"/>
                  </a:lnTo>
                  <a:lnTo>
                    <a:pt x="234" y="430"/>
                  </a:lnTo>
                  <a:lnTo>
                    <a:pt x="224" y="432"/>
                  </a:lnTo>
                  <a:lnTo>
                    <a:pt x="228" y="432"/>
                  </a:lnTo>
                  <a:lnTo>
                    <a:pt x="217" y="430"/>
                  </a:lnTo>
                  <a:lnTo>
                    <a:pt x="205" y="430"/>
                  </a:lnTo>
                  <a:lnTo>
                    <a:pt x="194" y="428"/>
                  </a:lnTo>
                  <a:lnTo>
                    <a:pt x="184" y="426"/>
                  </a:lnTo>
                  <a:lnTo>
                    <a:pt x="174" y="424"/>
                  </a:lnTo>
                  <a:lnTo>
                    <a:pt x="165" y="421"/>
                  </a:lnTo>
                  <a:lnTo>
                    <a:pt x="155" y="419"/>
                  </a:lnTo>
                  <a:lnTo>
                    <a:pt x="148" y="417"/>
                  </a:lnTo>
                  <a:lnTo>
                    <a:pt x="138" y="411"/>
                  </a:lnTo>
                  <a:lnTo>
                    <a:pt x="128" y="407"/>
                  </a:lnTo>
                  <a:lnTo>
                    <a:pt x="119" y="401"/>
                  </a:lnTo>
                  <a:lnTo>
                    <a:pt x="111" y="396"/>
                  </a:lnTo>
                  <a:lnTo>
                    <a:pt x="101" y="390"/>
                  </a:lnTo>
                  <a:lnTo>
                    <a:pt x="96" y="384"/>
                  </a:lnTo>
                  <a:lnTo>
                    <a:pt x="82" y="371"/>
                  </a:lnTo>
                  <a:lnTo>
                    <a:pt x="76" y="363"/>
                  </a:lnTo>
                  <a:lnTo>
                    <a:pt x="69" y="355"/>
                  </a:lnTo>
                  <a:lnTo>
                    <a:pt x="57" y="342"/>
                  </a:lnTo>
                  <a:lnTo>
                    <a:pt x="46" y="323"/>
                  </a:lnTo>
                  <a:lnTo>
                    <a:pt x="42" y="313"/>
                  </a:lnTo>
                  <a:lnTo>
                    <a:pt x="36" y="304"/>
                  </a:lnTo>
                  <a:lnTo>
                    <a:pt x="34" y="296"/>
                  </a:lnTo>
                  <a:lnTo>
                    <a:pt x="32" y="286"/>
                  </a:lnTo>
                  <a:lnTo>
                    <a:pt x="28" y="277"/>
                  </a:lnTo>
                  <a:lnTo>
                    <a:pt x="27" y="267"/>
                  </a:lnTo>
                  <a:lnTo>
                    <a:pt x="25" y="258"/>
                  </a:lnTo>
                  <a:lnTo>
                    <a:pt x="23" y="248"/>
                  </a:lnTo>
                  <a:lnTo>
                    <a:pt x="23" y="227"/>
                  </a:lnTo>
                  <a:lnTo>
                    <a:pt x="0" y="22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354" name="Google Shape;354;g28abd34dbfa_0_347"/>
          <p:cNvGrpSpPr/>
          <p:nvPr/>
        </p:nvGrpSpPr>
        <p:grpSpPr>
          <a:xfrm>
            <a:off x="9271000" y="3130550"/>
            <a:ext cx="2243667" cy="747713"/>
            <a:chOff x="4380" y="1972"/>
            <a:chExt cx="1060" cy="471"/>
          </a:xfrm>
        </p:grpSpPr>
        <p:sp>
          <p:nvSpPr>
            <p:cNvPr id="355" name="Google Shape;355;g28abd34dbfa_0_347"/>
            <p:cNvSpPr/>
            <p:nvPr/>
          </p:nvSpPr>
          <p:spPr>
            <a:xfrm>
              <a:off x="4380" y="1988"/>
              <a:ext cx="455" cy="455"/>
            </a:xfrm>
            <a:custGeom>
              <a:avLst/>
              <a:gdLst/>
              <a:ahLst/>
              <a:cxnLst/>
              <a:rect l="l" t="t" r="r" b="b"/>
              <a:pathLst>
                <a:path w="455" h="455" extrusionOk="0">
                  <a:moveTo>
                    <a:pt x="0" y="227"/>
                  </a:moveTo>
                  <a:lnTo>
                    <a:pt x="0" y="248"/>
                  </a:lnTo>
                  <a:lnTo>
                    <a:pt x="2" y="261"/>
                  </a:lnTo>
                  <a:lnTo>
                    <a:pt x="4" y="271"/>
                  </a:lnTo>
                  <a:lnTo>
                    <a:pt x="5"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6" y="430"/>
                  </a:lnTo>
                  <a:lnTo>
                    <a:pt x="136" y="436"/>
                  </a:lnTo>
                  <a:lnTo>
                    <a:pt x="148" y="442"/>
                  </a:lnTo>
                  <a:lnTo>
                    <a:pt x="157" y="444"/>
                  </a:lnTo>
                  <a:lnTo>
                    <a:pt x="167" y="447"/>
                  </a:lnTo>
                  <a:lnTo>
                    <a:pt x="180" y="449"/>
                  </a:lnTo>
                  <a:lnTo>
                    <a:pt x="190" y="451"/>
                  </a:lnTo>
                  <a:lnTo>
                    <a:pt x="201" y="453"/>
                  </a:lnTo>
                  <a:lnTo>
                    <a:pt x="213" y="453"/>
                  </a:lnTo>
                  <a:lnTo>
                    <a:pt x="224" y="455"/>
                  </a:lnTo>
                  <a:lnTo>
                    <a:pt x="228" y="455"/>
                  </a:lnTo>
                  <a:lnTo>
                    <a:pt x="238" y="453"/>
                  </a:lnTo>
                  <a:lnTo>
                    <a:pt x="247" y="453"/>
                  </a:lnTo>
                  <a:lnTo>
                    <a:pt x="261" y="451"/>
                  </a:lnTo>
                  <a:lnTo>
                    <a:pt x="270"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1"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1"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0" y="4"/>
                  </a:lnTo>
                  <a:lnTo>
                    <a:pt x="261" y="2"/>
                  </a:lnTo>
                  <a:lnTo>
                    <a:pt x="249" y="0"/>
                  </a:lnTo>
                  <a:lnTo>
                    <a:pt x="203" y="0"/>
                  </a:lnTo>
                  <a:lnTo>
                    <a:pt x="190" y="2"/>
                  </a:lnTo>
                  <a:lnTo>
                    <a:pt x="180" y="4"/>
                  </a:lnTo>
                  <a:lnTo>
                    <a:pt x="167" y="6"/>
                  </a:lnTo>
                  <a:lnTo>
                    <a:pt x="157" y="10"/>
                  </a:lnTo>
                  <a:lnTo>
                    <a:pt x="148" y="12"/>
                  </a:lnTo>
                  <a:lnTo>
                    <a:pt x="136" y="18"/>
                  </a:lnTo>
                  <a:lnTo>
                    <a:pt x="126"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5" y="167"/>
                  </a:lnTo>
                  <a:lnTo>
                    <a:pt x="4" y="181"/>
                  </a:lnTo>
                  <a:lnTo>
                    <a:pt x="2" y="190"/>
                  </a:lnTo>
                  <a:lnTo>
                    <a:pt x="0" y="202"/>
                  </a:lnTo>
                  <a:lnTo>
                    <a:pt x="0" y="227"/>
                  </a:lnTo>
                  <a:lnTo>
                    <a:pt x="23" y="227"/>
                  </a:lnTo>
                  <a:lnTo>
                    <a:pt x="23" y="206"/>
                  </a:lnTo>
                  <a:lnTo>
                    <a:pt x="25" y="194"/>
                  </a:lnTo>
                  <a:lnTo>
                    <a:pt x="27" y="185"/>
                  </a:lnTo>
                  <a:lnTo>
                    <a:pt x="28" y="175"/>
                  </a:lnTo>
                  <a:lnTo>
                    <a:pt x="32" y="165"/>
                  </a:lnTo>
                  <a:lnTo>
                    <a:pt x="34" y="156"/>
                  </a:lnTo>
                  <a:lnTo>
                    <a:pt x="36" y="148"/>
                  </a:lnTo>
                  <a:lnTo>
                    <a:pt x="42" y="139"/>
                  </a:lnTo>
                  <a:lnTo>
                    <a:pt x="46" y="129"/>
                  </a:lnTo>
                  <a:lnTo>
                    <a:pt x="52" y="119"/>
                  </a:lnTo>
                  <a:lnTo>
                    <a:pt x="57" y="112"/>
                  </a:lnTo>
                  <a:lnTo>
                    <a:pt x="63" y="102"/>
                  </a:lnTo>
                  <a:lnTo>
                    <a:pt x="69" y="96"/>
                  </a:lnTo>
                  <a:lnTo>
                    <a:pt x="76" y="89"/>
                  </a:lnTo>
                  <a:lnTo>
                    <a:pt x="80" y="81"/>
                  </a:lnTo>
                  <a:lnTo>
                    <a:pt x="88" y="77"/>
                  </a:lnTo>
                  <a:lnTo>
                    <a:pt x="96" y="70"/>
                  </a:lnTo>
                  <a:lnTo>
                    <a:pt x="101" y="64"/>
                  </a:lnTo>
                  <a:lnTo>
                    <a:pt x="111" y="58"/>
                  </a:lnTo>
                  <a:lnTo>
                    <a:pt x="119" y="52"/>
                  </a:lnTo>
                  <a:lnTo>
                    <a:pt x="128" y="47"/>
                  </a:lnTo>
                  <a:lnTo>
                    <a:pt x="138" y="43"/>
                  </a:lnTo>
                  <a:lnTo>
                    <a:pt x="148" y="37"/>
                  </a:lnTo>
                  <a:lnTo>
                    <a:pt x="155" y="35"/>
                  </a:lnTo>
                  <a:lnTo>
                    <a:pt x="165" y="33"/>
                  </a:lnTo>
                  <a:lnTo>
                    <a:pt x="174" y="29"/>
                  </a:lnTo>
                  <a:lnTo>
                    <a:pt x="184" y="27"/>
                  </a:lnTo>
                  <a:lnTo>
                    <a:pt x="194" y="25"/>
                  </a:lnTo>
                  <a:lnTo>
                    <a:pt x="203" y="23"/>
                  </a:lnTo>
                  <a:lnTo>
                    <a:pt x="267" y="27"/>
                  </a:lnTo>
                  <a:lnTo>
                    <a:pt x="276" y="29"/>
                  </a:lnTo>
                  <a:lnTo>
                    <a:pt x="286" y="33"/>
                  </a:lnTo>
                  <a:lnTo>
                    <a:pt x="295" y="35"/>
                  </a:lnTo>
                  <a:lnTo>
                    <a:pt x="303" y="37"/>
                  </a:lnTo>
                  <a:lnTo>
                    <a:pt x="313" y="43"/>
                  </a:lnTo>
                  <a:lnTo>
                    <a:pt x="322" y="47"/>
                  </a:lnTo>
                  <a:lnTo>
                    <a:pt x="342" y="58"/>
                  </a:lnTo>
                  <a:lnTo>
                    <a:pt x="355" y="70"/>
                  </a:lnTo>
                  <a:lnTo>
                    <a:pt x="363" y="77"/>
                  </a:lnTo>
                  <a:lnTo>
                    <a:pt x="370" y="83"/>
                  </a:lnTo>
                  <a:lnTo>
                    <a:pt x="384" y="96"/>
                  </a:lnTo>
                  <a:lnTo>
                    <a:pt x="390" y="102"/>
                  </a:lnTo>
                  <a:lnTo>
                    <a:pt x="395" y="112"/>
                  </a:lnTo>
                  <a:lnTo>
                    <a:pt x="401" y="119"/>
                  </a:lnTo>
                  <a:lnTo>
                    <a:pt x="407" y="129"/>
                  </a:lnTo>
                  <a:lnTo>
                    <a:pt x="411" y="139"/>
                  </a:lnTo>
                  <a:lnTo>
                    <a:pt x="416"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6" y="304"/>
                  </a:lnTo>
                  <a:lnTo>
                    <a:pt x="411" y="313"/>
                  </a:lnTo>
                  <a:lnTo>
                    <a:pt x="407" y="323"/>
                  </a:lnTo>
                  <a:lnTo>
                    <a:pt x="395" y="342"/>
                  </a:lnTo>
                  <a:lnTo>
                    <a:pt x="384" y="355"/>
                  </a:lnTo>
                  <a:lnTo>
                    <a:pt x="355" y="384"/>
                  </a:lnTo>
                  <a:lnTo>
                    <a:pt x="342" y="396"/>
                  </a:lnTo>
                  <a:lnTo>
                    <a:pt x="322" y="407"/>
                  </a:lnTo>
                  <a:lnTo>
                    <a:pt x="313" y="411"/>
                  </a:lnTo>
                  <a:lnTo>
                    <a:pt x="303" y="417"/>
                  </a:lnTo>
                  <a:lnTo>
                    <a:pt x="295" y="419"/>
                  </a:lnTo>
                  <a:lnTo>
                    <a:pt x="286" y="421"/>
                  </a:lnTo>
                  <a:lnTo>
                    <a:pt x="276" y="424"/>
                  </a:lnTo>
                  <a:lnTo>
                    <a:pt x="267" y="426"/>
                  </a:lnTo>
                  <a:lnTo>
                    <a:pt x="257" y="428"/>
                  </a:lnTo>
                  <a:lnTo>
                    <a:pt x="247" y="430"/>
                  </a:lnTo>
                  <a:lnTo>
                    <a:pt x="234" y="430"/>
                  </a:lnTo>
                  <a:lnTo>
                    <a:pt x="224" y="432"/>
                  </a:lnTo>
                  <a:lnTo>
                    <a:pt x="228" y="432"/>
                  </a:lnTo>
                  <a:lnTo>
                    <a:pt x="217" y="430"/>
                  </a:lnTo>
                  <a:lnTo>
                    <a:pt x="205" y="430"/>
                  </a:lnTo>
                  <a:lnTo>
                    <a:pt x="194" y="428"/>
                  </a:lnTo>
                  <a:lnTo>
                    <a:pt x="184" y="426"/>
                  </a:lnTo>
                  <a:lnTo>
                    <a:pt x="174" y="424"/>
                  </a:lnTo>
                  <a:lnTo>
                    <a:pt x="165" y="421"/>
                  </a:lnTo>
                  <a:lnTo>
                    <a:pt x="155" y="419"/>
                  </a:lnTo>
                  <a:lnTo>
                    <a:pt x="148" y="417"/>
                  </a:lnTo>
                  <a:lnTo>
                    <a:pt x="138" y="411"/>
                  </a:lnTo>
                  <a:lnTo>
                    <a:pt x="128" y="407"/>
                  </a:lnTo>
                  <a:lnTo>
                    <a:pt x="119" y="401"/>
                  </a:lnTo>
                  <a:lnTo>
                    <a:pt x="111" y="396"/>
                  </a:lnTo>
                  <a:lnTo>
                    <a:pt x="101" y="390"/>
                  </a:lnTo>
                  <a:lnTo>
                    <a:pt x="96" y="384"/>
                  </a:lnTo>
                  <a:lnTo>
                    <a:pt x="82" y="371"/>
                  </a:lnTo>
                  <a:lnTo>
                    <a:pt x="76" y="363"/>
                  </a:lnTo>
                  <a:lnTo>
                    <a:pt x="69" y="355"/>
                  </a:lnTo>
                  <a:lnTo>
                    <a:pt x="57" y="342"/>
                  </a:lnTo>
                  <a:lnTo>
                    <a:pt x="46" y="323"/>
                  </a:lnTo>
                  <a:lnTo>
                    <a:pt x="42" y="313"/>
                  </a:lnTo>
                  <a:lnTo>
                    <a:pt x="36" y="304"/>
                  </a:lnTo>
                  <a:lnTo>
                    <a:pt x="34" y="296"/>
                  </a:lnTo>
                  <a:lnTo>
                    <a:pt x="32" y="286"/>
                  </a:lnTo>
                  <a:lnTo>
                    <a:pt x="28" y="277"/>
                  </a:lnTo>
                  <a:lnTo>
                    <a:pt x="27" y="267"/>
                  </a:lnTo>
                  <a:lnTo>
                    <a:pt x="25" y="258"/>
                  </a:lnTo>
                  <a:lnTo>
                    <a:pt x="23" y="248"/>
                  </a:lnTo>
                  <a:lnTo>
                    <a:pt x="23" y="227"/>
                  </a:lnTo>
                  <a:lnTo>
                    <a:pt x="0" y="22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56" name="Google Shape;356;g28abd34dbfa_0_347"/>
            <p:cNvSpPr/>
            <p:nvPr/>
          </p:nvSpPr>
          <p:spPr>
            <a:xfrm>
              <a:off x="4550" y="2075"/>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FF"/>
                  </a:solidFill>
                  <a:latin typeface="Arial"/>
                  <a:ea typeface="Arial"/>
                  <a:cs typeface="Arial"/>
                  <a:sym typeface="Arial"/>
                </a:rPr>
                <a:t>D</a:t>
              </a:r>
              <a:endParaRPr sz="3600" b="1" i="0" u="none" strike="noStrike" cap="none">
                <a:solidFill>
                  <a:srgbClr val="00FF00"/>
                </a:solidFill>
                <a:latin typeface="Times New Roman"/>
                <a:ea typeface="Times New Roman"/>
                <a:cs typeface="Times New Roman"/>
                <a:sym typeface="Times New Roman"/>
              </a:endParaRPr>
            </a:p>
          </p:txBody>
        </p:sp>
        <p:sp>
          <p:nvSpPr>
            <p:cNvPr id="357" name="Google Shape;357;g28abd34dbfa_0_347"/>
            <p:cNvSpPr/>
            <p:nvPr/>
          </p:nvSpPr>
          <p:spPr>
            <a:xfrm>
              <a:off x="4883" y="197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FF"/>
                  </a:solidFill>
                  <a:latin typeface="Arial"/>
                  <a:ea typeface="Arial"/>
                  <a:cs typeface="Arial"/>
                  <a:sym typeface="Arial"/>
                </a:rPr>
                <a:t>1/1</a:t>
              </a:r>
              <a:endParaRPr sz="3200" b="1" i="0" u="none" strike="noStrike" cap="none">
                <a:solidFill>
                  <a:srgbClr val="00FF00"/>
                </a:solidFill>
                <a:latin typeface="Times New Roman"/>
                <a:ea typeface="Times New Roman"/>
                <a:cs typeface="Times New Roman"/>
                <a:sym typeface="Times New Roman"/>
              </a:endParaRPr>
            </a:p>
          </p:txBody>
        </p:sp>
        <p:cxnSp>
          <p:nvCxnSpPr>
            <p:cNvPr id="358" name="Google Shape;358;g28abd34dbfa_0_347"/>
            <p:cNvCxnSpPr/>
            <p:nvPr/>
          </p:nvCxnSpPr>
          <p:spPr>
            <a:xfrm>
              <a:off x="4840" y="2216"/>
              <a:ext cx="600" cy="0"/>
            </a:xfrm>
            <a:prstGeom prst="straightConnector1">
              <a:avLst/>
            </a:prstGeom>
            <a:noFill/>
            <a:ln w="57150" cap="flat" cmpd="sng">
              <a:solidFill>
                <a:srgbClr val="6666FF"/>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349"/>
                                        </p:tgtEl>
                                        <p:attrNameLst>
                                          <p:attrName>style.visibility</p:attrName>
                                        </p:attrNameLst>
                                      </p:cBhvr>
                                      <p:to>
                                        <p:strVal val="visible"/>
                                      </p:to>
                                    </p:set>
                                    <p:anim calcmode="lin" valueType="num">
                                      <p:cBhvr additive="base">
                                        <p:cTn id="11" dur="500"/>
                                        <p:tgtEl>
                                          <p:spTgt spid="349"/>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354"/>
                                        </p:tgtEl>
                                        <p:attrNameLst>
                                          <p:attrName>style.visibility</p:attrName>
                                        </p:attrNameLst>
                                      </p:cBhvr>
                                      <p:to>
                                        <p:strVal val="visible"/>
                                      </p:to>
                                    </p:set>
                                    <p:anim calcmode="lin" valueType="num">
                                      <p:cBhvr additive="base">
                                        <p:cTn id="20" dur="500"/>
                                        <p:tgtEl>
                                          <p:spTgt spid="35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28abd34dbfa_0_390"/>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 </a:t>
            </a:r>
            <a:r>
              <a:rPr lang="en-US" b="0"/>
              <a:t>(continued)</a:t>
            </a:r>
            <a:endParaRPr/>
          </a:p>
        </p:txBody>
      </p:sp>
      <p:sp>
        <p:nvSpPr>
          <p:cNvPr id="364" name="Google Shape;364;g28abd34dbfa_0_390"/>
          <p:cNvSpPr txBox="1">
            <a:spLocks noGrp="1"/>
          </p:cNvSpPr>
          <p:nvPr>
            <p:ph type="body" idx="1"/>
          </p:nvPr>
        </p:nvSpPr>
        <p:spPr>
          <a:xfrm>
            <a:off x="848784" y="1616075"/>
            <a:ext cx="10363200" cy="4724400"/>
          </a:xfrm>
          <a:prstGeom prst="rect">
            <a:avLst/>
          </a:prstGeom>
          <a:noFill/>
          <a:ln>
            <a:noFill/>
          </a:ln>
        </p:spPr>
        <p:txBody>
          <a:bodyPr spcFirstLastPara="1" wrap="square" lIns="91425" tIns="45700" rIns="91425" bIns="45700" anchor="t" anchorCtr="0">
            <a:noAutofit/>
          </a:bodyPr>
          <a:lstStyle/>
          <a:p>
            <a:pPr marL="288925" lvl="0" indent="-111125" algn="l" rtl="0">
              <a:lnSpc>
                <a:spcPct val="100000"/>
              </a:lnSpc>
              <a:spcBef>
                <a:spcPts val="0"/>
              </a:spcBef>
              <a:spcAft>
                <a:spcPts val="0"/>
              </a:spcAft>
              <a:buSzPts val="2800"/>
              <a:buNone/>
            </a:pPr>
            <a:endParaRPr sz="2800" b="0"/>
          </a:p>
          <a:p>
            <a:pPr marL="288925" lvl="0" indent="-288925" algn="l" rtl="0">
              <a:lnSpc>
                <a:spcPct val="100000"/>
              </a:lnSpc>
              <a:spcBef>
                <a:spcPts val="1160"/>
              </a:spcBef>
              <a:spcAft>
                <a:spcPts val="0"/>
              </a:spcAft>
              <a:buSzPts val="2800"/>
              <a:buChar char="▪"/>
            </a:pPr>
            <a:r>
              <a:rPr lang="en-US" sz="2800"/>
              <a:t>Clearly the final 1 in the recognized sequence 1101 is a sub-sequence of 1101.  It follows a 0 which is not a sub-sequence of 1101.  Thus it should represent </a:t>
            </a:r>
            <a:r>
              <a:rPr lang="en-US" sz="2800" i="1"/>
              <a:t>the same state reached from the initial state after a first 1 is observed.</a:t>
            </a:r>
            <a:r>
              <a:rPr lang="en-US" sz="2800"/>
              <a:t>  We obtain:</a:t>
            </a:r>
            <a:endParaRPr/>
          </a:p>
          <a:p>
            <a:pPr marL="288925" lvl="0" indent="-85725" algn="l" rtl="0">
              <a:lnSpc>
                <a:spcPct val="100000"/>
              </a:lnSpc>
              <a:spcBef>
                <a:spcPts val="1240"/>
              </a:spcBef>
              <a:spcAft>
                <a:spcPts val="0"/>
              </a:spcAft>
              <a:buSzPts val="3200"/>
              <a:buNone/>
            </a:pPr>
            <a:endParaRPr/>
          </a:p>
        </p:txBody>
      </p:sp>
      <p:grpSp>
        <p:nvGrpSpPr>
          <p:cNvPr id="365" name="Google Shape;365;g28abd34dbfa_0_390"/>
          <p:cNvGrpSpPr/>
          <p:nvPr/>
        </p:nvGrpSpPr>
        <p:grpSpPr>
          <a:xfrm>
            <a:off x="1428751" y="1374775"/>
            <a:ext cx="6110816" cy="779463"/>
            <a:chOff x="675" y="866"/>
            <a:chExt cx="2887" cy="491"/>
          </a:xfrm>
        </p:grpSpPr>
        <p:sp>
          <p:nvSpPr>
            <p:cNvPr id="366" name="Google Shape;366;g28abd34dbfa_0_390"/>
            <p:cNvSpPr/>
            <p:nvPr/>
          </p:nvSpPr>
          <p:spPr>
            <a:xfrm>
              <a:off x="675" y="866"/>
              <a:ext cx="455" cy="455"/>
            </a:xfrm>
            <a:custGeom>
              <a:avLst/>
              <a:gdLst/>
              <a:ahLst/>
              <a:cxnLst/>
              <a:rect l="l" t="t" r="r" b="b"/>
              <a:pathLst>
                <a:path w="455" h="455" extrusionOk="0">
                  <a:moveTo>
                    <a:pt x="0" y="226"/>
                  </a:moveTo>
                  <a:lnTo>
                    <a:pt x="0" y="248"/>
                  </a:lnTo>
                  <a:lnTo>
                    <a:pt x="2" y="261"/>
                  </a:lnTo>
                  <a:lnTo>
                    <a:pt x="4" y="271"/>
                  </a:lnTo>
                  <a:lnTo>
                    <a:pt x="6" y="284"/>
                  </a:lnTo>
                  <a:lnTo>
                    <a:pt x="10" y="294"/>
                  </a:lnTo>
                  <a:lnTo>
                    <a:pt x="12" y="303"/>
                  </a:lnTo>
                  <a:lnTo>
                    <a:pt x="17" y="315"/>
                  </a:lnTo>
                  <a:lnTo>
                    <a:pt x="23" y="324"/>
                  </a:lnTo>
                  <a:lnTo>
                    <a:pt x="27" y="334"/>
                  </a:lnTo>
                  <a:lnTo>
                    <a:pt x="38" y="353"/>
                  </a:lnTo>
                  <a:lnTo>
                    <a:pt x="50" y="370"/>
                  </a:lnTo>
                  <a:lnTo>
                    <a:pt x="58" y="378"/>
                  </a:lnTo>
                  <a:lnTo>
                    <a:pt x="63" y="386"/>
                  </a:lnTo>
                  <a:lnTo>
                    <a:pt x="81" y="403"/>
                  </a:lnTo>
                  <a:lnTo>
                    <a:pt x="100" y="414"/>
                  </a:lnTo>
                  <a:lnTo>
                    <a:pt x="108" y="420"/>
                  </a:lnTo>
                  <a:lnTo>
                    <a:pt x="117" y="426"/>
                  </a:lnTo>
                  <a:lnTo>
                    <a:pt x="127" y="430"/>
                  </a:lnTo>
                  <a:lnTo>
                    <a:pt x="136" y="436"/>
                  </a:lnTo>
                  <a:lnTo>
                    <a:pt x="148" y="441"/>
                  </a:lnTo>
                  <a:lnTo>
                    <a:pt x="157" y="443"/>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3"/>
                  </a:lnTo>
                  <a:lnTo>
                    <a:pt x="303" y="441"/>
                  </a:lnTo>
                  <a:lnTo>
                    <a:pt x="315" y="436"/>
                  </a:lnTo>
                  <a:lnTo>
                    <a:pt x="325" y="430"/>
                  </a:lnTo>
                  <a:lnTo>
                    <a:pt x="334" y="426"/>
                  </a:lnTo>
                  <a:lnTo>
                    <a:pt x="353" y="414"/>
                  </a:lnTo>
                  <a:lnTo>
                    <a:pt x="371" y="403"/>
                  </a:lnTo>
                  <a:lnTo>
                    <a:pt x="403" y="370"/>
                  </a:lnTo>
                  <a:lnTo>
                    <a:pt x="415" y="353"/>
                  </a:lnTo>
                  <a:lnTo>
                    <a:pt x="426" y="334"/>
                  </a:lnTo>
                  <a:lnTo>
                    <a:pt x="430" y="324"/>
                  </a:lnTo>
                  <a:lnTo>
                    <a:pt x="436" y="315"/>
                  </a:lnTo>
                  <a:lnTo>
                    <a:pt x="442" y="303"/>
                  </a:lnTo>
                  <a:lnTo>
                    <a:pt x="444" y="294"/>
                  </a:lnTo>
                  <a:lnTo>
                    <a:pt x="448" y="284"/>
                  </a:lnTo>
                  <a:lnTo>
                    <a:pt x="449" y="271"/>
                  </a:lnTo>
                  <a:lnTo>
                    <a:pt x="451" y="261"/>
                  </a:lnTo>
                  <a:lnTo>
                    <a:pt x="453" y="249"/>
                  </a:lnTo>
                  <a:lnTo>
                    <a:pt x="453" y="238"/>
                  </a:lnTo>
                  <a:lnTo>
                    <a:pt x="455" y="228"/>
                  </a:lnTo>
                  <a:lnTo>
                    <a:pt x="455" y="224"/>
                  </a:lnTo>
                  <a:lnTo>
                    <a:pt x="453" y="215"/>
                  </a:lnTo>
                  <a:lnTo>
                    <a:pt x="453" y="203"/>
                  </a:lnTo>
                  <a:lnTo>
                    <a:pt x="451" y="190"/>
                  </a:lnTo>
                  <a:lnTo>
                    <a:pt x="449" y="180"/>
                  </a:lnTo>
                  <a:lnTo>
                    <a:pt x="448" y="167"/>
                  </a:lnTo>
                  <a:lnTo>
                    <a:pt x="444" y="157"/>
                  </a:lnTo>
                  <a:lnTo>
                    <a:pt x="442" y="148"/>
                  </a:lnTo>
                  <a:lnTo>
                    <a:pt x="436" y="136"/>
                  </a:lnTo>
                  <a:lnTo>
                    <a:pt x="430" y="127"/>
                  </a:lnTo>
                  <a:lnTo>
                    <a:pt x="426" y="117"/>
                  </a:lnTo>
                  <a:lnTo>
                    <a:pt x="421" y="107"/>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7" y="10"/>
                  </a:lnTo>
                  <a:lnTo>
                    <a:pt x="148" y="12"/>
                  </a:lnTo>
                  <a:lnTo>
                    <a:pt x="136" y="17"/>
                  </a:lnTo>
                  <a:lnTo>
                    <a:pt x="127" y="23"/>
                  </a:lnTo>
                  <a:lnTo>
                    <a:pt x="117" y="27"/>
                  </a:lnTo>
                  <a:lnTo>
                    <a:pt x="108" y="33"/>
                  </a:lnTo>
                  <a:lnTo>
                    <a:pt x="100" y="38"/>
                  </a:lnTo>
                  <a:lnTo>
                    <a:pt x="81" y="50"/>
                  </a:lnTo>
                  <a:lnTo>
                    <a:pt x="65" y="65"/>
                  </a:lnTo>
                  <a:lnTo>
                    <a:pt x="50" y="81"/>
                  </a:lnTo>
                  <a:lnTo>
                    <a:pt x="38" y="100"/>
                  </a:lnTo>
                  <a:lnTo>
                    <a:pt x="33" y="107"/>
                  </a:lnTo>
                  <a:lnTo>
                    <a:pt x="27" y="117"/>
                  </a:lnTo>
                  <a:lnTo>
                    <a:pt x="23" y="127"/>
                  </a:lnTo>
                  <a:lnTo>
                    <a:pt x="17" y="136"/>
                  </a:lnTo>
                  <a:lnTo>
                    <a:pt x="12" y="148"/>
                  </a:lnTo>
                  <a:lnTo>
                    <a:pt x="10" y="157"/>
                  </a:lnTo>
                  <a:lnTo>
                    <a:pt x="6" y="167"/>
                  </a:lnTo>
                  <a:lnTo>
                    <a:pt x="4" y="180"/>
                  </a:lnTo>
                  <a:lnTo>
                    <a:pt x="2" y="190"/>
                  </a:lnTo>
                  <a:lnTo>
                    <a:pt x="0" y="201"/>
                  </a:lnTo>
                  <a:lnTo>
                    <a:pt x="0" y="226"/>
                  </a:lnTo>
                  <a:lnTo>
                    <a:pt x="23" y="226"/>
                  </a:lnTo>
                  <a:lnTo>
                    <a:pt x="23" y="205"/>
                  </a:lnTo>
                  <a:lnTo>
                    <a:pt x="25" y="194"/>
                  </a:lnTo>
                  <a:lnTo>
                    <a:pt x="27" y="184"/>
                  </a:lnTo>
                  <a:lnTo>
                    <a:pt x="29" y="175"/>
                  </a:lnTo>
                  <a:lnTo>
                    <a:pt x="33" y="165"/>
                  </a:lnTo>
                  <a:lnTo>
                    <a:pt x="35" y="155"/>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5"/>
                  </a:lnTo>
                  <a:lnTo>
                    <a:pt x="421" y="165"/>
                  </a:lnTo>
                  <a:lnTo>
                    <a:pt x="424" y="175"/>
                  </a:lnTo>
                  <a:lnTo>
                    <a:pt x="426" y="184"/>
                  </a:lnTo>
                  <a:lnTo>
                    <a:pt x="428" y="194"/>
                  </a:lnTo>
                  <a:lnTo>
                    <a:pt x="430" y="203"/>
                  </a:lnTo>
                  <a:lnTo>
                    <a:pt x="430" y="215"/>
                  </a:lnTo>
                  <a:lnTo>
                    <a:pt x="432" y="228"/>
                  </a:lnTo>
                  <a:lnTo>
                    <a:pt x="432" y="224"/>
                  </a:lnTo>
                  <a:lnTo>
                    <a:pt x="430" y="234"/>
                  </a:lnTo>
                  <a:lnTo>
                    <a:pt x="430" y="246"/>
                  </a:lnTo>
                  <a:lnTo>
                    <a:pt x="428" y="257"/>
                  </a:lnTo>
                  <a:lnTo>
                    <a:pt x="426" y="267"/>
                  </a:lnTo>
                  <a:lnTo>
                    <a:pt x="424" y="276"/>
                  </a:lnTo>
                  <a:lnTo>
                    <a:pt x="421" y="286"/>
                  </a:lnTo>
                  <a:lnTo>
                    <a:pt x="419" y="295"/>
                  </a:lnTo>
                  <a:lnTo>
                    <a:pt x="417" y="303"/>
                  </a:lnTo>
                  <a:lnTo>
                    <a:pt x="411" y="313"/>
                  </a:lnTo>
                  <a:lnTo>
                    <a:pt x="407" y="322"/>
                  </a:lnTo>
                  <a:lnTo>
                    <a:pt x="396" y="342"/>
                  </a:lnTo>
                  <a:lnTo>
                    <a:pt x="384" y="355"/>
                  </a:lnTo>
                  <a:lnTo>
                    <a:pt x="355" y="384"/>
                  </a:lnTo>
                  <a:lnTo>
                    <a:pt x="342" y="395"/>
                  </a:lnTo>
                  <a:lnTo>
                    <a:pt x="323" y="407"/>
                  </a:lnTo>
                  <a:lnTo>
                    <a:pt x="313" y="411"/>
                  </a:lnTo>
                  <a:lnTo>
                    <a:pt x="303" y="416"/>
                  </a:lnTo>
                  <a:lnTo>
                    <a:pt x="296" y="418"/>
                  </a:lnTo>
                  <a:lnTo>
                    <a:pt x="286" y="420"/>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0"/>
                  </a:lnTo>
                  <a:lnTo>
                    <a:pt x="156" y="418"/>
                  </a:lnTo>
                  <a:lnTo>
                    <a:pt x="148" y="416"/>
                  </a:lnTo>
                  <a:lnTo>
                    <a:pt x="138" y="411"/>
                  </a:lnTo>
                  <a:lnTo>
                    <a:pt x="129" y="407"/>
                  </a:lnTo>
                  <a:lnTo>
                    <a:pt x="119" y="401"/>
                  </a:lnTo>
                  <a:lnTo>
                    <a:pt x="111" y="395"/>
                  </a:lnTo>
                  <a:lnTo>
                    <a:pt x="102" y="389"/>
                  </a:lnTo>
                  <a:lnTo>
                    <a:pt x="96" y="384"/>
                  </a:lnTo>
                  <a:lnTo>
                    <a:pt x="83" y="370"/>
                  </a:lnTo>
                  <a:lnTo>
                    <a:pt x="77" y="363"/>
                  </a:lnTo>
                  <a:lnTo>
                    <a:pt x="69" y="355"/>
                  </a:lnTo>
                  <a:lnTo>
                    <a:pt x="58" y="342"/>
                  </a:lnTo>
                  <a:lnTo>
                    <a:pt x="46" y="322"/>
                  </a:lnTo>
                  <a:lnTo>
                    <a:pt x="42" y="313"/>
                  </a:lnTo>
                  <a:lnTo>
                    <a:pt x="36" y="303"/>
                  </a:lnTo>
                  <a:lnTo>
                    <a:pt x="35" y="295"/>
                  </a:lnTo>
                  <a:lnTo>
                    <a:pt x="33" y="286"/>
                  </a:lnTo>
                  <a:lnTo>
                    <a:pt x="29" y="276"/>
                  </a:lnTo>
                  <a:lnTo>
                    <a:pt x="27" y="267"/>
                  </a:lnTo>
                  <a:lnTo>
                    <a:pt x="25" y="257"/>
                  </a:lnTo>
                  <a:lnTo>
                    <a:pt x="23" y="248"/>
                  </a:lnTo>
                  <a:lnTo>
                    <a:pt x="23" y="226"/>
                  </a:lnTo>
                  <a:lnTo>
                    <a:pt x="0" y="2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67" name="Google Shape;367;g28abd34dbfa_0_390"/>
            <p:cNvSpPr/>
            <p:nvPr/>
          </p:nvSpPr>
          <p:spPr>
            <a:xfrm>
              <a:off x="1624" y="879"/>
              <a:ext cx="455" cy="455"/>
            </a:xfrm>
            <a:custGeom>
              <a:avLst/>
              <a:gdLst/>
              <a:ahLst/>
              <a:cxnLst/>
              <a:rect l="l" t="t" r="r" b="b"/>
              <a:pathLst>
                <a:path w="455" h="455" extrusionOk="0">
                  <a:moveTo>
                    <a:pt x="0" y="227"/>
                  </a:moveTo>
                  <a:lnTo>
                    <a:pt x="0" y="248"/>
                  </a:lnTo>
                  <a:lnTo>
                    <a:pt x="2" y="261"/>
                  </a:lnTo>
                  <a:lnTo>
                    <a:pt x="4" y="271"/>
                  </a:lnTo>
                  <a:lnTo>
                    <a:pt x="6"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7" y="430"/>
                  </a:lnTo>
                  <a:lnTo>
                    <a:pt x="136" y="436"/>
                  </a:lnTo>
                  <a:lnTo>
                    <a:pt x="148" y="442"/>
                  </a:lnTo>
                  <a:lnTo>
                    <a:pt x="157" y="444"/>
                  </a:lnTo>
                  <a:lnTo>
                    <a:pt x="167" y="447"/>
                  </a:lnTo>
                  <a:lnTo>
                    <a:pt x="180" y="449"/>
                  </a:lnTo>
                  <a:lnTo>
                    <a:pt x="190" y="451"/>
                  </a:lnTo>
                  <a:lnTo>
                    <a:pt x="201" y="453"/>
                  </a:lnTo>
                  <a:lnTo>
                    <a:pt x="213" y="453"/>
                  </a:lnTo>
                  <a:lnTo>
                    <a:pt x="225" y="455"/>
                  </a:lnTo>
                  <a:lnTo>
                    <a:pt x="228" y="455"/>
                  </a:lnTo>
                  <a:lnTo>
                    <a:pt x="238" y="453"/>
                  </a:lnTo>
                  <a:lnTo>
                    <a:pt x="248" y="453"/>
                  </a:lnTo>
                  <a:lnTo>
                    <a:pt x="261" y="451"/>
                  </a:lnTo>
                  <a:lnTo>
                    <a:pt x="271"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2"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2"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1" y="4"/>
                  </a:lnTo>
                  <a:lnTo>
                    <a:pt x="261" y="2"/>
                  </a:lnTo>
                  <a:lnTo>
                    <a:pt x="249" y="0"/>
                  </a:lnTo>
                  <a:lnTo>
                    <a:pt x="203" y="0"/>
                  </a:lnTo>
                  <a:lnTo>
                    <a:pt x="190" y="2"/>
                  </a:lnTo>
                  <a:lnTo>
                    <a:pt x="180" y="4"/>
                  </a:lnTo>
                  <a:lnTo>
                    <a:pt x="167" y="6"/>
                  </a:lnTo>
                  <a:lnTo>
                    <a:pt x="157" y="10"/>
                  </a:lnTo>
                  <a:lnTo>
                    <a:pt x="148" y="12"/>
                  </a:lnTo>
                  <a:lnTo>
                    <a:pt x="136" y="18"/>
                  </a:lnTo>
                  <a:lnTo>
                    <a:pt x="127"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6" y="167"/>
                  </a:lnTo>
                  <a:lnTo>
                    <a:pt x="4" y="181"/>
                  </a:lnTo>
                  <a:lnTo>
                    <a:pt x="2" y="190"/>
                  </a:lnTo>
                  <a:lnTo>
                    <a:pt x="0" y="202"/>
                  </a:lnTo>
                  <a:lnTo>
                    <a:pt x="0" y="227"/>
                  </a:lnTo>
                  <a:lnTo>
                    <a:pt x="23" y="227"/>
                  </a:lnTo>
                  <a:lnTo>
                    <a:pt x="23" y="206"/>
                  </a:lnTo>
                  <a:lnTo>
                    <a:pt x="25" y="194"/>
                  </a:lnTo>
                  <a:lnTo>
                    <a:pt x="27" y="185"/>
                  </a:lnTo>
                  <a:lnTo>
                    <a:pt x="29" y="175"/>
                  </a:lnTo>
                  <a:lnTo>
                    <a:pt x="32" y="165"/>
                  </a:lnTo>
                  <a:lnTo>
                    <a:pt x="34" y="156"/>
                  </a:lnTo>
                  <a:lnTo>
                    <a:pt x="36" y="148"/>
                  </a:lnTo>
                  <a:lnTo>
                    <a:pt x="42" y="139"/>
                  </a:lnTo>
                  <a:lnTo>
                    <a:pt x="46" y="129"/>
                  </a:lnTo>
                  <a:lnTo>
                    <a:pt x="52" y="119"/>
                  </a:lnTo>
                  <a:lnTo>
                    <a:pt x="57" y="112"/>
                  </a:lnTo>
                  <a:lnTo>
                    <a:pt x="63" y="102"/>
                  </a:lnTo>
                  <a:lnTo>
                    <a:pt x="69" y="96"/>
                  </a:lnTo>
                  <a:lnTo>
                    <a:pt x="77" y="89"/>
                  </a:lnTo>
                  <a:lnTo>
                    <a:pt x="80" y="81"/>
                  </a:lnTo>
                  <a:lnTo>
                    <a:pt x="88" y="77"/>
                  </a:lnTo>
                  <a:lnTo>
                    <a:pt x="96" y="70"/>
                  </a:lnTo>
                  <a:lnTo>
                    <a:pt x="102" y="64"/>
                  </a:lnTo>
                  <a:lnTo>
                    <a:pt x="111" y="58"/>
                  </a:lnTo>
                  <a:lnTo>
                    <a:pt x="119" y="52"/>
                  </a:lnTo>
                  <a:lnTo>
                    <a:pt x="128" y="46"/>
                  </a:lnTo>
                  <a:lnTo>
                    <a:pt x="138" y="43"/>
                  </a:lnTo>
                  <a:lnTo>
                    <a:pt x="148" y="37"/>
                  </a:lnTo>
                  <a:lnTo>
                    <a:pt x="155" y="35"/>
                  </a:lnTo>
                  <a:lnTo>
                    <a:pt x="165" y="33"/>
                  </a:lnTo>
                  <a:lnTo>
                    <a:pt x="175" y="29"/>
                  </a:lnTo>
                  <a:lnTo>
                    <a:pt x="184" y="27"/>
                  </a:lnTo>
                  <a:lnTo>
                    <a:pt x="194" y="25"/>
                  </a:lnTo>
                  <a:lnTo>
                    <a:pt x="203" y="23"/>
                  </a:lnTo>
                  <a:lnTo>
                    <a:pt x="226" y="23"/>
                  </a:lnTo>
                  <a:lnTo>
                    <a:pt x="246" y="23"/>
                  </a:lnTo>
                  <a:lnTo>
                    <a:pt x="257" y="25"/>
                  </a:lnTo>
                  <a:lnTo>
                    <a:pt x="267" y="27"/>
                  </a:lnTo>
                  <a:lnTo>
                    <a:pt x="276" y="29"/>
                  </a:lnTo>
                  <a:lnTo>
                    <a:pt x="286" y="33"/>
                  </a:lnTo>
                  <a:lnTo>
                    <a:pt x="296" y="35"/>
                  </a:lnTo>
                  <a:lnTo>
                    <a:pt x="303" y="37"/>
                  </a:lnTo>
                  <a:lnTo>
                    <a:pt x="313" y="43"/>
                  </a:lnTo>
                  <a:lnTo>
                    <a:pt x="322" y="46"/>
                  </a:lnTo>
                  <a:lnTo>
                    <a:pt x="342" y="58"/>
                  </a:lnTo>
                  <a:lnTo>
                    <a:pt x="355" y="70"/>
                  </a:lnTo>
                  <a:lnTo>
                    <a:pt x="363" y="77"/>
                  </a:lnTo>
                  <a:lnTo>
                    <a:pt x="370" y="83"/>
                  </a:lnTo>
                  <a:lnTo>
                    <a:pt x="384" y="96"/>
                  </a:lnTo>
                  <a:lnTo>
                    <a:pt x="390" y="102"/>
                  </a:lnTo>
                  <a:lnTo>
                    <a:pt x="395" y="112"/>
                  </a:lnTo>
                  <a:lnTo>
                    <a:pt x="401" y="119"/>
                  </a:lnTo>
                  <a:lnTo>
                    <a:pt x="407" y="129"/>
                  </a:lnTo>
                  <a:lnTo>
                    <a:pt x="411" y="139"/>
                  </a:lnTo>
                  <a:lnTo>
                    <a:pt x="417"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7" y="304"/>
                  </a:lnTo>
                  <a:lnTo>
                    <a:pt x="411" y="313"/>
                  </a:lnTo>
                  <a:lnTo>
                    <a:pt x="407" y="323"/>
                  </a:lnTo>
                  <a:lnTo>
                    <a:pt x="395" y="342"/>
                  </a:lnTo>
                  <a:lnTo>
                    <a:pt x="384" y="355"/>
                  </a:lnTo>
                  <a:lnTo>
                    <a:pt x="355" y="384"/>
                  </a:lnTo>
                  <a:lnTo>
                    <a:pt x="342" y="396"/>
                  </a:lnTo>
                  <a:lnTo>
                    <a:pt x="322" y="407"/>
                  </a:lnTo>
                  <a:lnTo>
                    <a:pt x="313" y="411"/>
                  </a:lnTo>
                  <a:lnTo>
                    <a:pt x="303" y="417"/>
                  </a:lnTo>
                  <a:lnTo>
                    <a:pt x="296" y="419"/>
                  </a:lnTo>
                  <a:lnTo>
                    <a:pt x="286" y="421"/>
                  </a:lnTo>
                  <a:lnTo>
                    <a:pt x="276" y="424"/>
                  </a:lnTo>
                  <a:lnTo>
                    <a:pt x="267" y="426"/>
                  </a:lnTo>
                  <a:lnTo>
                    <a:pt x="257" y="428"/>
                  </a:lnTo>
                  <a:lnTo>
                    <a:pt x="248" y="430"/>
                  </a:lnTo>
                  <a:lnTo>
                    <a:pt x="234" y="430"/>
                  </a:lnTo>
                  <a:lnTo>
                    <a:pt x="225" y="432"/>
                  </a:lnTo>
                  <a:lnTo>
                    <a:pt x="228" y="432"/>
                  </a:lnTo>
                  <a:lnTo>
                    <a:pt x="217" y="430"/>
                  </a:lnTo>
                  <a:lnTo>
                    <a:pt x="205" y="430"/>
                  </a:lnTo>
                  <a:lnTo>
                    <a:pt x="194" y="428"/>
                  </a:lnTo>
                  <a:lnTo>
                    <a:pt x="184" y="426"/>
                  </a:lnTo>
                  <a:lnTo>
                    <a:pt x="175" y="424"/>
                  </a:lnTo>
                  <a:lnTo>
                    <a:pt x="165" y="421"/>
                  </a:lnTo>
                  <a:lnTo>
                    <a:pt x="155" y="419"/>
                  </a:lnTo>
                  <a:lnTo>
                    <a:pt x="148" y="417"/>
                  </a:lnTo>
                  <a:lnTo>
                    <a:pt x="138" y="411"/>
                  </a:lnTo>
                  <a:lnTo>
                    <a:pt x="128" y="407"/>
                  </a:lnTo>
                  <a:lnTo>
                    <a:pt x="119" y="401"/>
                  </a:lnTo>
                  <a:lnTo>
                    <a:pt x="111" y="396"/>
                  </a:lnTo>
                  <a:lnTo>
                    <a:pt x="102" y="390"/>
                  </a:lnTo>
                  <a:lnTo>
                    <a:pt x="96" y="384"/>
                  </a:lnTo>
                  <a:lnTo>
                    <a:pt x="82" y="371"/>
                  </a:lnTo>
                  <a:lnTo>
                    <a:pt x="77" y="363"/>
                  </a:lnTo>
                  <a:lnTo>
                    <a:pt x="69" y="355"/>
                  </a:lnTo>
                  <a:lnTo>
                    <a:pt x="57" y="342"/>
                  </a:lnTo>
                  <a:lnTo>
                    <a:pt x="46" y="323"/>
                  </a:lnTo>
                  <a:lnTo>
                    <a:pt x="42" y="313"/>
                  </a:lnTo>
                  <a:lnTo>
                    <a:pt x="36" y="304"/>
                  </a:lnTo>
                  <a:lnTo>
                    <a:pt x="34" y="296"/>
                  </a:lnTo>
                  <a:lnTo>
                    <a:pt x="32" y="286"/>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68" name="Google Shape;368;g28abd34dbfa_0_390"/>
            <p:cNvSpPr/>
            <p:nvPr/>
          </p:nvSpPr>
          <p:spPr>
            <a:xfrm>
              <a:off x="1109" y="1094"/>
              <a:ext cx="532" cy="43"/>
            </a:xfrm>
            <a:custGeom>
              <a:avLst/>
              <a:gdLst/>
              <a:ahLst/>
              <a:cxnLst/>
              <a:rect l="l" t="t" r="r" b="b"/>
              <a:pathLst>
                <a:path w="532" h="43" extrusionOk="0">
                  <a:moveTo>
                    <a:pt x="19" y="0"/>
                  </a:moveTo>
                  <a:lnTo>
                    <a:pt x="14" y="0"/>
                  </a:lnTo>
                  <a:lnTo>
                    <a:pt x="10" y="2"/>
                  </a:lnTo>
                  <a:lnTo>
                    <a:pt x="2" y="10"/>
                  </a:lnTo>
                  <a:lnTo>
                    <a:pt x="0" y="14"/>
                  </a:lnTo>
                  <a:lnTo>
                    <a:pt x="0" y="25"/>
                  </a:lnTo>
                  <a:lnTo>
                    <a:pt x="2" y="29"/>
                  </a:lnTo>
                  <a:lnTo>
                    <a:pt x="10" y="37"/>
                  </a:lnTo>
                  <a:lnTo>
                    <a:pt x="14" y="39"/>
                  </a:lnTo>
                  <a:lnTo>
                    <a:pt x="19" y="39"/>
                  </a:lnTo>
                  <a:lnTo>
                    <a:pt x="513" y="43"/>
                  </a:lnTo>
                  <a:lnTo>
                    <a:pt x="519" y="43"/>
                  </a:lnTo>
                  <a:lnTo>
                    <a:pt x="522" y="41"/>
                  </a:lnTo>
                  <a:lnTo>
                    <a:pt x="530" y="33"/>
                  </a:lnTo>
                  <a:lnTo>
                    <a:pt x="532" y="29"/>
                  </a:lnTo>
                  <a:lnTo>
                    <a:pt x="532" y="18"/>
                  </a:lnTo>
                  <a:lnTo>
                    <a:pt x="530" y="14"/>
                  </a:lnTo>
                  <a:lnTo>
                    <a:pt x="522" y="6"/>
                  </a:lnTo>
                  <a:lnTo>
                    <a:pt x="519" y="4"/>
                  </a:lnTo>
                  <a:lnTo>
                    <a:pt x="513" y="4"/>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69" name="Google Shape;369;g28abd34dbfa_0_390"/>
            <p:cNvSpPr/>
            <p:nvPr/>
          </p:nvSpPr>
          <p:spPr>
            <a:xfrm>
              <a:off x="807" y="94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A</a:t>
              </a:r>
              <a:endParaRPr sz="3600" b="1" i="0" u="none" strike="noStrike" cap="none">
                <a:solidFill>
                  <a:srgbClr val="00FF00"/>
                </a:solidFill>
                <a:latin typeface="Times New Roman"/>
                <a:ea typeface="Times New Roman"/>
                <a:cs typeface="Times New Roman"/>
                <a:sym typeface="Times New Roman"/>
              </a:endParaRPr>
            </a:p>
          </p:txBody>
        </p:sp>
        <p:sp>
          <p:nvSpPr>
            <p:cNvPr id="370" name="Google Shape;370;g28abd34dbfa_0_390"/>
            <p:cNvSpPr/>
            <p:nvPr/>
          </p:nvSpPr>
          <p:spPr>
            <a:xfrm>
              <a:off x="1764" y="956"/>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B</a:t>
              </a:r>
              <a:endParaRPr sz="3600" b="1" i="0" u="none" strike="noStrike" cap="none">
                <a:solidFill>
                  <a:srgbClr val="00FF00"/>
                </a:solidFill>
                <a:latin typeface="Times New Roman"/>
                <a:ea typeface="Times New Roman"/>
                <a:cs typeface="Times New Roman"/>
                <a:sym typeface="Times New Roman"/>
              </a:endParaRPr>
            </a:p>
          </p:txBody>
        </p:sp>
        <p:sp>
          <p:nvSpPr>
            <p:cNvPr id="371" name="Google Shape;371;g28abd34dbfa_0_390"/>
            <p:cNvSpPr/>
            <p:nvPr/>
          </p:nvSpPr>
          <p:spPr>
            <a:xfrm>
              <a:off x="1192" y="88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1/0</a:t>
              </a:r>
              <a:endParaRPr sz="3200" b="1" i="0" u="none" strike="noStrike" cap="none">
                <a:solidFill>
                  <a:srgbClr val="00FF00"/>
                </a:solidFill>
                <a:latin typeface="Times New Roman"/>
                <a:ea typeface="Times New Roman"/>
                <a:cs typeface="Times New Roman"/>
                <a:sym typeface="Times New Roman"/>
              </a:endParaRPr>
            </a:p>
          </p:txBody>
        </p:sp>
        <p:sp>
          <p:nvSpPr>
            <p:cNvPr id="372" name="Google Shape;372;g28abd34dbfa_0_390"/>
            <p:cNvSpPr/>
            <p:nvPr/>
          </p:nvSpPr>
          <p:spPr>
            <a:xfrm>
              <a:off x="2584" y="902"/>
              <a:ext cx="455" cy="455"/>
            </a:xfrm>
            <a:custGeom>
              <a:avLst/>
              <a:gdLst/>
              <a:ahLst/>
              <a:cxnLst/>
              <a:rect l="l" t="t" r="r" b="b"/>
              <a:pathLst>
                <a:path w="455" h="455" extrusionOk="0">
                  <a:moveTo>
                    <a:pt x="0" y="227"/>
                  </a:moveTo>
                  <a:lnTo>
                    <a:pt x="0" y="248"/>
                  </a:lnTo>
                  <a:lnTo>
                    <a:pt x="2" y="261"/>
                  </a:lnTo>
                  <a:lnTo>
                    <a:pt x="4" y="271"/>
                  </a:lnTo>
                  <a:lnTo>
                    <a:pt x="6" y="284"/>
                  </a:lnTo>
                  <a:lnTo>
                    <a:pt x="10" y="294"/>
                  </a:lnTo>
                  <a:lnTo>
                    <a:pt x="12" y="304"/>
                  </a:lnTo>
                  <a:lnTo>
                    <a:pt x="17" y="315"/>
                  </a:lnTo>
                  <a:lnTo>
                    <a:pt x="23" y="325"/>
                  </a:lnTo>
                  <a:lnTo>
                    <a:pt x="27" y="334"/>
                  </a:lnTo>
                  <a:lnTo>
                    <a:pt x="39" y="353"/>
                  </a:lnTo>
                  <a:lnTo>
                    <a:pt x="50" y="371"/>
                  </a:lnTo>
                  <a:lnTo>
                    <a:pt x="58" y="378"/>
                  </a:lnTo>
                  <a:lnTo>
                    <a:pt x="63" y="386"/>
                  </a:lnTo>
                  <a:lnTo>
                    <a:pt x="81" y="403"/>
                  </a:lnTo>
                  <a:lnTo>
                    <a:pt x="100" y="415"/>
                  </a:lnTo>
                  <a:lnTo>
                    <a:pt x="108" y="421"/>
                  </a:lnTo>
                  <a:lnTo>
                    <a:pt x="117" y="426"/>
                  </a:lnTo>
                  <a:lnTo>
                    <a:pt x="127" y="430"/>
                  </a:lnTo>
                  <a:lnTo>
                    <a:pt x="136" y="436"/>
                  </a:lnTo>
                  <a:lnTo>
                    <a:pt x="148" y="442"/>
                  </a:lnTo>
                  <a:lnTo>
                    <a:pt x="158" y="444"/>
                  </a:lnTo>
                  <a:lnTo>
                    <a:pt x="167" y="447"/>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7"/>
                  </a:lnTo>
                  <a:lnTo>
                    <a:pt x="294" y="444"/>
                  </a:lnTo>
                  <a:lnTo>
                    <a:pt x="304" y="442"/>
                  </a:lnTo>
                  <a:lnTo>
                    <a:pt x="315" y="436"/>
                  </a:lnTo>
                  <a:lnTo>
                    <a:pt x="325" y="430"/>
                  </a:lnTo>
                  <a:lnTo>
                    <a:pt x="334" y="426"/>
                  </a:lnTo>
                  <a:lnTo>
                    <a:pt x="354" y="415"/>
                  </a:lnTo>
                  <a:lnTo>
                    <a:pt x="371" y="403"/>
                  </a:lnTo>
                  <a:lnTo>
                    <a:pt x="403" y="371"/>
                  </a:lnTo>
                  <a:lnTo>
                    <a:pt x="415" y="353"/>
                  </a:lnTo>
                  <a:lnTo>
                    <a:pt x="426" y="334"/>
                  </a:lnTo>
                  <a:lnTo>
                    <a:pt x="430" y="325"/>
                  </a:lnTo>
                  <a:lnTo>
                    <a:pt x="436" y="315"/>
                  </a:lnTo>
                  <a:lnTo>
                    <a:pt x="442" y="304"/>
                  </a:lnTo>
                  <a:lnTo>
                    <a:pt x="444" y="294"/>
                  </a:lnTo>
                  <a:lnTo>
                    <a:pt x="448" y="284"/>
                  </a:lnTo>
                  <a:lnTo>
                    <a:pt x="450" y="271"/>
                  </a:lnTo>
                  <a:lnTo>
                    <a:pt x="451" y="261"/>
                  </a:lnTo>
                  <a:lnTo>
                    <a:pt x="453" y="250"/>
                  </a:lnTo>
                  <a:lnTo>
                    <a:pt x="453" y="238"/>
                  </a:lnTo>
                  <a:lnTo>
                    <a:pt x="455" y="229"/>
                  </a:lnTo>
                  <a:lnTo>
                    <a:pt x="455" y="225"/>
                  </a:lnTo>
                  <a:lnTo>
                    <a:pt x="453" y="215"/>
                  </a:lnTo>
                  <a:lnTo>
                    <a:pt x="453" y="204"/>
                  </a:lnTo>
                  <a:lnTo>
                    <a:pt x="451" y="190"/>
                  </a:lnTo>
                  <a:lnTo>
                    <a:pt x="450" y="181"/>
                  </a:lnTo>
                  <a:lnTo>
                    <a:pt x="448" y="167"/>
                  </a:lnTo>
                  <a:lnTo>
                    <a:pt x="444" y="158"/>
                  </a:lnTo>
                  <a:lnTo>
                    <a:pt x="442" y="148"/>
                  </a:lnTo>
                  <a:lnTo>
                    <a:pt x="436" y="137"/>
                  </a:lnTo>
                  <a:lnTo>
                    <a:pt x="430" y="127"/>
                  </a:lnTo>
                  <a:lnTo>
                    <a:pt x="426" y="117"/>
                  </a:lnTo>
                  <a:lnTo>
                    <a:pt x="421" y="108"/>
                  </a:lnTo>
                  <a:lnTo>
                    <a:pt x="415" y="100"/>
                  </a:lnTo>
                  <a:lnTo>
                    <a:pt x="403" y="81"/>
                  </a:lnTo>
                  <a:lnTo>
                    <a:pt x="386" y="64"/>
                  </a:lnTo>
                  <a:lnTo>
                    <a:pt x="378" y="58"/>
                  </a:lnTo>
                  <a:lnTo>
                    <a:pt x="371" y="50"/>
                  </a:lnTo>
                  <a:lnTo>
                    <a:pt x="354" y="39"/>
                  </a:lnTo>
                  <a:lnTo>
                    <a:pt x="334" y="27"/>
                  </a:lnTo>
                  <a:lnTo>
                    <a:pt x="325" y="23"/>
                  </a:lnTo>
                  <a:lnTo>
                    <a:pt x="315" y="18"/>
                  </a:lnTo>
                  <a:lnTo>
                    <a:pt x="304"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8"/>
                  </a:lnTo>
                  <a:lnTo>
                    <a:pt x="127" y="23"/>
                  </a:lnTo>
                  <a:lnTo>
                    <a:pt x="117" y="27"/>
                  </a:lnTo>
                  <a:lnTo>
                    <a:pt x="108" y="33"/>
                  </a:lnTo>
                  <a:lnTo>
                    <a:pt x="100" y="39"/>
                  </a:lnTo>
                  <a:lnTo>
                    <a:pt x="81" y="50"/>
                  </a:lnTo>
                  <a:lnTo>
                    <a:pt x="65" y="66"/>
                  </a:lnTo>
                  <a:lnTo>
                    <a:pt x="50" y="81"/>
                  </a:lnTo>
                  <a:lnTo>
                    <a:pt x="39" y="100"/>
                  </a:lnTo>
                  <a:lnTo>
                    <a:pt x="33" y="108"/>
                  </a:lnTo>
                  <a:lnTo>
                    <a:pt x="27" y="117"/>
                  </a:lnTo>
                  <a:lnTo>
                    <a:pt x="23" y="127"/>
                  </a:lnTo>
                  <a:lnTo>
                    <a:pt x="17" y="137"/>
                  </a:lnTo>
                  <a:lnTo>
                    <a:pt x="12" y="148"/>
                  </a:lnTo>
                  <a:lnTo>
                    <a:pt x="10" y="158"/>
                  </a:lnTo>
                  <a:lnTo>
                    <a:pt x="6" y="167"/>
                  </a:lnTo>
                  <a:lnTo>
                    <a:pt x="4" y="181"/>
                  </a:lnTo>
                  <a:lnTo>
                    <a:pt x="2" y="190"/>
                  </a:lnTo>
                  <a:lnTo>
                    <a:pt x="0" y="202"/>
                  </a:lnTo>
                  <a:lnTo>
                    <a:pt x="0" y="227"/>
                  </a:lnTo>
                  <a:lnTo>
                    <a:pt x="23" y="227"/>
                  </a:lnTo>
                  <a:lnTo>
                    <a:pt x="23" y="206"/>
                  </a:lnTo>
                  <a:lnTo>
                    <a:pt x="25" y="194"/>
                  </a:lnTo>
                  <a:lnTo>
                    <a:pt x="27" y="185"/>
                  </a:lnTo>
                  <a:lnTo>
                    <a:pt x="29" y="175"/>
                  </a:lnTo>
                  <a:lnTo>
                    <a:pt x="33" y="165"/>
                  </a:lnTo>
                  <a:lnTo>
                    <a:pt x="35" y="156"/>
                  </a:lnTo>
                  <a:lnTo>
                    <a:pt x="37" y="148"/>
                  </a:lnTo>
                  <a:lnTo>
                    <a:pt x="42" y="139"/>
                  </a:lnTo>
                  <a:lnTo>
                    <a:pt x="46" y="129"/>
                  </a:lnTo>
                  <a:lnTo>
                    <a:pt x="52" y="119"/>
                  </a:lnTo>
                  <a:lnTo>
                    <a:pt x="58" y="112"/>
                  </a:lnTo>
                  <a:lnTo>
                    <a:pt x="63" y="102"/>
                  </a:lnTo>
                  <a:lnTo>
                    <a:pt x="69" y="96"/>
                  </a:lnTo>
                  <a:lnTo>
                    <a:pt x="77" y="89"/>
                  </a:lnTo>
                  <a:lnTo>
                    <a:pt x="81" y="81"/>
                  </a:lnTo>
                  <a:lnTo>
                    <a:pt x="88" y="77"/>
                  </a:lnTo>
                  <a:lnTo>
                    <a:pt x="96" y="70"/>
                  </a:lnTo>
                  <a:lnTo>
                    <a:pt x="102" y="64"/>
                  </a:lnTo>
                  <a:lnTo>
                    <a:pt x="112" y="58"/>
                  </a:lnTo>
                  <a:lnTo>
                    <a:pt x="119" y="52"/>
                  </a:lnTo>
                  <a:lnTo>
                    <a:pt x="129" y="47"/>
                  </a:lnTo>
                  <a:lnTo>
                    <a:pt x="138" y="43"/>
                  </a:lnTo>
                  <a:lnTo>
                    <a:pt x="148" y="37"/>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4" y="37"/>
                  </a:lnTo>
                  <a:lnTo>
                    <a:pt x="313" y="43"/>
                  </a:lnTo>
                  <a:lnTo>
                    <a:pt x="323" y="47"/>
                  </a:lnTo>
                  <a:lnTo>
                    <a:pt x="342" y="58"/>
                  </a:lnTo>
                  <a:lnTo>
                    <a:pt x="355" y="70"/>
                  </a:lnTo>
                  <a:lnTo>
                    <a:pt x="363" y="77"/>
                  </a:lnTo>
                  <a:lnTo>
                    <a:pt x="371" y="83"/>
                  </a:lnTo>
                  <a:lnTo>
                    <a:pt x="384" y="96"/>
                  </a:lnTo>
                  <a:lnTo>
                    <a:pt x="390" y="102"/>
                  </a:lnTo>
                  <a:lnTo>
                    <a:pt x="396" y="112"/>
                  </a:lnTo>
                  <a:lnTo>
                    <a:pt x="402" y="119"/>
                  </a:lnTo>
                  <a:lnTo>
                    <a:pt x="407" y="129"/>
                  </a:lnTo>
                  <a:lnTo>
                    <a:pt x="411" y="139"/>
                  </a:lnTo>
                  <a:lnTo>
                    <a:pt x="417" y="148"/>
                  </a:lnTo>
                  <a:lnTo>
                    <a:pt x="419" y="156"/>
                  </a:lnTo>
                  <a:lnTo>
                    <a:pt x="421" y="165"/>
                  </a:lnTo>
                  <a:lnTo>
                    <a:pt x="425"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5" y="277"/>
                  </a:lnTo>
                  <a:lnTo>
                    <a:pt x="421" y="286"/>
                  </a:lnTo>
                  <a:lnTo>
                    <a:pt x="419" y="296"/>
                  </a:lnTo>
                  <a:lnTo>
                    <a:pt x="417" y="304"/>
                  </a:lnTo>
                  <a:lnTo>
                    <a:pt x="411" y="313"/>
                  </a:lnTo>
                  <a:lnTo>
                    <a:pt x="407" y="323"/>
                  </a:lnTo>
                  <a:lnTo>
                    <a:pt x="396" y="342"/>
                  </a:lnTo>
                  <a:lnTo>
                    <a:pt x="384" y="355"/>
                  </a:lnTo>
                  <a:lnTo>
                    <a:pt x="355" y="384"/>
                  </a:lnTo>
                  <a:lnTo>
                    <a:pt x="342" y="396"/>
                  </a:lnTo>
                  <a:lnTo>
                    <a:pt x="323" y="407"/>
                  </a:lnTo>
                  <a:lnTo>
                    <a:pt x="313" y="411"/>
                  </a:lnTo>
                  <a:lnTo>
                    <a:pt x="304" y="417"/>
                  </a:lnTo>
                  <a:lnTo>
                    <a:pt x="296" y="419"/>
                  </a:lnTo>
                  <a:lnTo>
                    <a:pt x="286" y="421"/>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1"/>
                  </a:lnTo>
                  <a:lnTo>
                    <a:pt x="156" y="419"/>
                  </a:lnTo>
                  <a:lnTo>
                    <a:pt x="148" y="417"/>
                  </a:lnTo>
                  <a:lnTo>
                    <a:pt x="138" y="411"/>
                  </a:lnTo>
                  <a:lnTo>
                    <a:pt x="129" y="407"/>
                  </a:lnTo>
                  <a:lnTo>
                    <a:pt x="119" y="401"/>
                  </a:lnTo>
                  <a:lnTo>
                    <a:pt x="112" y="396"/>
                  </a:lnTo>
                  <a:lnTo>
                    <a:pt x="102" y="390"/>
                  </a:lnTo>
                  <a:lnTo>
                    <a:pt x="96" y="384"/>
                  </a:lnTo>
                  <a:lnTo>
                    <a:pt x="83" y="371"/>
                  </a:lnTo>
                  <a:lnTo>
                    <a:pt x="77" y="363"/>
                  </a:lnTo>
                  <a:lnTo>
                    <a:pt x="69" y="355"/>
                  </a:lnTo>
                  <a:lnTo>
                    <a:pt x="58" y="342"/>
                  </a:lnTo>
                  <a:lnTo>
                    <a:pt x="46" y="323"/>
                  </a:lnTo>
                  <a:lnTo>
                    <a:pt x="42" y="313"/>
                  </a:lnTo>
                  <a:lnTo>
                    <a:pt x="37" y="304"/>
                  </a:lnTo>
                  <a:lnTo>
                    <a:pt x="35" y="296"/>
                  </a:lnTo>
                  <a:lnTo>
                    <a:pt x="33" y="286"/>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73" name="Google Shape;373;g28abd34dbfa_0_390"/>
            <p:cNvSpPr/>
            <p:nvPr/>
          </p:nvSpPr>
          <p:spPr>
            <a:xfrm>
              <a:off x="2042" y="1089"/>
              <a:ext cx="542" cy="42"/>
            </a:xfrm>
            <a:custGeom>
              <a:avLst/>
              <a:gdLst/>
              <a:ahLst/>
              <a:cxnLst/>
              <a:rect l="l" t="t" r="r" b="b"/>
              <a:pathLst>
                <a:path w="542" h="42" extrusionOk="0">
                  <a:moveTo>
                    <a:pt x="20" y="3"/>
                  </a:moveTo>
                  <a:lnTo>
                    <a:pt x="14" y="3"/>
                  </a:lnTo>
                  <a:lnTo>
                    <a:pt x="10" y="5"/>
                  </a:lnTo>
                  <a:lnTo>
                    <a:pt x="2" y="13"/>
                  </a:lnTo>
                  <a:lnTo>
                    <a:pt x="0" y="17"/>
                  </a:lnTo>
                  <a:lnTo>
                    <a:pt x="0" y="28"/>
                  </a:lnTo>
                  <a:lnTo>
                    <a:pt x="2" y="32"/>
                  </a:lnTo>
                  <a:lnTo>
                    <a:pt x="10" y="40"/>
                  </a:lnTo>
                  <a:lnTo>
                    <a:pt x="14" y="42"/>
                  </a:lnTo>
                  <a:lnTo>
                    <a:pt x="20" y="42"/>
                  </a:lnTo>
                  <a:lnTo>
                    <a:pt x="523" y="38"/>
                  </a:lnTo>
                  <a:lnTo>
                    <a:pt x="529" y="38"/>
                  </a:lnTo>
                  <a:lnTo>
                    <a:pt x="533" y="36"/>
                  </a:lnTo>
                  <a:lnTo>
                    <a:pt x="540" y="28"/>
                  </a:lnTo>
                  <a:lnTo>
                    <a:pt x="542" y="25"/>
                  </a:lnTo>
                  <a:lnTo>
                    <a:pt x="542" y="13"/>
                  </a:lnTo>
                  <a:lnTo>
                    <a:pt x="540" y="9"/>
                  </a:lnTo>
                  <a:lnTo>
                    <a:pt x="533" y="1"/>
                  </a:lnTo>
                  <a:lnTo>
                    <a:pt x="529" y="0"/>
                  </a:lnTo>
                  <a:lnTo>
                    <a:pt x="523" y="0"/>
                  </a:lnTo>
                  <a:lnTo>
                    <a:pt x="20" y="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74" name="Google Shape;374;g28abd34dbfa_0_390"/>
            <p:cNvSpPr/>
            <p:nvPr/>
          </p:nvSpPr>
          <p:spPr>
            <a:xfrm>
              <a:off x="2720" y="98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C</a:t>
              </a:r>
              <a:endParaRPr sz="3600" b="1" i="0" u="none" strike="noStrike" cap="none">
                <a:solidFill>
                  <a:srgbClr val="00FF00"/>
                </a:solidFill>
                <a:latin typeface="Times New Roman"/>
                <a:ea typeface="Times New Roman"/>
                <a:cs typeface="Times New Roman"/>
                <a:sym typeface="Times New Roman"/>
              </a:endParaRPr>
            </a:p>
          </p:txBody>
        </p:sp>
        <p:sp>
          <p:nvSpPr>
            <p:cNvPr id="375" name="Google Shape;375;g28abd34dbfa_0_390"/>
            <p:cNvSpPr/>
            <p:nvPr/>
          </p:nvSpPr>
          <p:spPr>
            <a:xfrm>
              <a:off x="2091" y="87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1/0</a:t>
              </a:r>
              <a:endParaRPr sz="3200" b="1" i="0" u="none" strike="noStrike" cap="none">
                <a:solidFill>
                  <a:srgbClr val="00FF00"/>
                </a:solidFill>
                <a:latin typeface="Times New Roman"/>
                <a:ea typeface="Times New Roman"/>
                <a:cs typeface="Times New Roman"/>
                <a:sym typeface="Times New Roman"/>
              </a:endParaRPr>
            </a:p>
          </p:txBody>
        </p:sp>
        <p:sp>
          <p:nvSpPr>
            <p:cNvPr id="376" name="Google Shape;376;g28abd34dbfa_0_390"/>
            <p:cNvSpPr/>
            <p:nvPr/>
          </p:nvSpPr>
          <p:spPr>
            <a:xfrm>
              <a:off x="3014" y="1106"/>
              <a:ext cx="548" cy="40"/>
            </a:xfrm>
            <a:custGeom>
              <a:avLst/>
              <a:gdLst/>
              <a:ahLst/>
              <a:cxnLst/>
              <a:rect l="l" t="t" r="r" b="b"/>
              <a:pathLst>
                <a:path w="548" h="40" extrusionOk="0">
                  <a:moveTo>
                    <a:pt x="20" y="2"/>
                  </a:moveTo>
                  <a:lnTo>
                    <a:pt x="14" y="2"/>
                  </a:lnTo>
                  <a:lnTo>
                    <a:pt x="10" y="4"/>
                  </a:lnTo>
                  <a:lnTo>
                    <a:pt x="2" y="11"/>
                  </a:lnTo>
                  <a:lnTo>
                    <a:pt x="0" y="15"/>
                  </a:lnTo>
                  <a:lnTo>
                    <a:pt x="0" y="27"/>
                  </a:lnTo>
                  <a:lnTo>
                    <a:pt x="2" y="31"/>
                  </a:lnTo>
                  <a:lnTo>
                    <a:pt x="10" y="38"/>
                  </a:lnTo>
                  <a:lnTo>
                    <a:pt x="14" y="40"/>
                  </a:lnTo>
                  <a:lnTo>
                    <a:pt x="20" y="40"/>
                  </a:lnTo>
                  <a:lnTo>
                    <a:pt x="529" y="38"/>
                  </a:lnTo>
                  <a:lnTo>
                    <a:pt x="534" y="38"/>
                  </a:lnTo>
                  <a:lnTo>
                    <a:pt x="538" y="36"/>
                  </a:lnTo>
                  <a:lnTo>
                    <a:pt x="546" y="29"/>
                  </a:lnTo>
                  <a:lnTo>
                    <a:pt x="548" y="25"/>
                  </a:lnTo>
                  <a:lnTo>
                    <a:pt x="548" y="13"/>
                  </a:lnTo>
                  <a:lnTo>
                    <a:pt x="546" y="9"/>
                  </a:lnTo>
                  <a:lnTo>
                    <a:pt x="538" y="2"/>
                  </a:lnTo>
                  <a:lnTo>
                    <a:pt x="534" y="0"/>
                  </a:lnTo>
                  <a:lnTo>
                    <a:pt x="529" y="0"/>
                  </a:lnTo>
                  <a:lnTo>
                    <a:pt x="20"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77" name="Google Shape;377;g28abd34dbfa_0_390"/>
            <p:cNvSpPr/>
            <p:nvPr/>
          </p:nvSpPr>
          <p:spPr>
            <a:xfrm>
              <a:off x="3091" y="87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0/0</a:t>
              </a:r>
              <a:endParaRPr sz="3200" b="1" i="0" u="none" strike="noStrike" cap="none">
                <a:solidFill>
                  <a:srgbClr val="00FF00"/>
                </a:solidFill>
                <a:latin typeface="Times New Roman"/>
                <a:ea typeface="Times New Roman"/>
                <a:cs typeface="Times New Roman"/>
                <a:sym typeface="Times New Roman"/>
              </a:endParaRPr>
            </a:p>
          </p:txBody>
        </p:sp>
        <p:sp>
          <p:nvSpPr>
            <p:cNvPr id="378" name="Google Shape;378;g28abd34dbfa_0_390"/>
            <p:cNvSpPr/>
            <p:nvPr/>
          </p:nvSpPr>
          <p:spPr>
            <a:xfrm>
              <a:off x="1462" y="1048"/>
              <a:ext cx="187" cy="79"/>
            </a:xfrm>
            <a:custGeom>
              <a:avLst/>
              <a:gdLst/>
              <a:ahLst/>
              <a:cxnLst/>
              <a:rect l="l" t="t" r="r" b="b"/>
              <a:pathLst>
                <a:path w="187" h="79" extrusionOk="0">
                  <a:moveTo>
                    <a:pt x="162" y="79"/>
                  </a:moveTo>
                  <a:lnTo>
                    <a:pt x="173" y="79"/>
                  </a:lnTo>
                  <a:lnTo>
                    <a:pt x="177" y="77"/>
                  </a:lnTo>
                  <a:lnTo>
                    <a:pt x="185" y="69"/>
                  </a:lnTo>
                  <a:lnTo>
                    <a:pt x="187" y="66"/>
                  </a:lnTo>
                  <a:lnTo>
                    <a:pt x="187" y="54"/>
                  </a:lnTo>
                  <a:lnTo>
                    <a:pt x="185" y="50"/>
                  </a:lnTo>
                  <a:lnTo>
                    <a:pt x="177" y="42"/>
                  </a:lnTo>
                  <a:lnTo>
                    <a:pt x="173" y="41"/>
                  </a:lnTo>
                  <a:lnTo>
                    <a:pt x="25" y="0"/>
                  </a:lnTo>
                  <a:lnTo>
                    <a:pt x="14" y="0"/>
                  </a:lnTo>
                  <a:lnTo>
                    <a:pt x="10" y="2"/>
                  </a:lnTo>
                  <a:lnTo>
                    <a:pt x="2" y="10"/>
                  </a:lnTo>
                  <a:lnTo>
                    <a:pt x="0" y="14"/>
                  </a:lnTo>
                  <a:lnTo>
                    <a:pt x="0" y="25"/>
                  </a:lnTo>
                  <a:lnTo>
                    <a:pt x="2" y="29"/>
                  </a:lnTo>
                  <a:lnTo>
                    <a:pt x="10" y="37"/>
                  </a:lnTo>
                  <a:lnTo>
                    <a:pt x="14" y="39"/>
                  </a:lnTo>
                  <a:lnTo>
                    <a:pt x="162"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79" name="Google Shape;379;g28abd34dbfa_0_390"/>
            <p:cNvSpPr/>
            <p:nvPr/>
          </p:nvSpPr>
          <p:spPr>
            <a:xfrm>
              <a:off x="1462" y="1098"/>
              <a:ext cx="194" cy="79"/>
            </a:xfrm>
            <a:custGeom>
              <a:avLst/>
              <a:gdLst/>
              <a:ahLst/>
              <a:cxnLst/>
              <a:rect l="l" t="t" r="r" b="b"/>
              <a:pathLst>
                <a:path w="194" h="79" extrusionOk="0">
                  <a:moveTo>
                    <a:pt x="181" y="39"/>
                  </a:moveTo>
                  <a:lnTo>
                    <a:pt x="185" y="37"/>
                  </a:lnTo>
                  <a:lnTo>
                    <a:pt x="193" y="29"/>
                  </a:lnTo>
                  <a:lnTo>
                    <a:pt x="194" y="25"/>
                  </a:lnTo>
                  <a:lnTo>
                    <a:pt x="194" y="14"/>
                  </a:lnTo>
                  <a:lnTo>
                    <a:pt x="193" y="10"/>
                  </a:lnTo>
                  <a:lnTo>
                    <a:pt x="185" y="2"/>
                  </a:lnTo>
                  <a:lnTo>
                    <a:pt x="181" y="0"/>
                  </a:lnTo>
                  <a:lnTo>
                    <a:pt x="169" y="0"/>
                  </a:lnTo>
                  <a:lnTo>
                    <a:pt x="14" y="40"/>
                  </a:lnTo>
                  <a:lnTo>
                    <a:pt x="10" y="42"/>
                  </a:lnTo>
                  <a:lnTo>
                    <a:pt x="2" y="50"/>
                  </a:lnTo>
                  <a:lnTo>
                    <a:pt x="0" y="54"/>
                  </a:lnTo>
                  <a:lnTo>
                    <a:pt x="0" y="65"/>
                  </a:lnTo>
                  <a:lnTo>
                    <a:pt x="2" y="69"/>
                  </a:lnTo>
                  <a:lnTo>
                    <a:pt x="10" y="77"/>
                  </a:lnTo>
                  <a:lnTo>
                    <a:pt x="14" y="79"/>
                  </a:lnTo>
                  <a:lnTo>
                    <a:pt x="25" y="79"/>
                  </a:lnTo>
                  <a:lnTo>
                    <a:pt x="181"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80" name="Google Shape;380;g28abd34dbfa_0_390"/>
            <p:cNvSpPr/>
            <p:nvPr/>
          </p:nvSpPr>
          <p:spPr>
            <a:xfrm>
              <a:off x="2373" y="1037"/>
              <a:ext cx="186" cy="80"/>
            </a:xfrm>
            <a:custGeom>
              <a:avLst/>
              <a:gdLst/>
              <a:ahLst/>
              <a:cxnLst/>
              <a:rect l="l" t="t" r="r" b="b"/>
              <a:pathLst>
                <a:path w="186" h="80" extrusionOk="0">
                  <a:moveTo>
                    <a:pt x="161" y="80"/>
                  </a:moveTo>
                  <a:lnTo>
                    <a:pt x="171" y="80"/>
                  </a:lnTo>
                  <a:lnTo>
                    <a:pt x="177" y="78"/>
                  </a:lnTo>
                  <a:lnTo>
                    <a:pt x="184" y="71"/>
                  </a:lnTo>
                  <a:lnTo>
                    <a:pt x="186" y="67"/>
                  </a:lnTo>
                  <a:lnTo>
                    <a:pt x="186" y="57"/>
                  </a:lnTo>
                  <a:lnTo>
                    <a:pt x="184" y="52"/>
                  </a:lnTo>
                  <a:lnTo>
                    <a:pt x="177" y="44"/>
                  </a:lnTo>
                  <a:lnTo>
                    <a:pt x="173" y="42"/>
                  </a:lnTo>
                  <a:lnTo>
                    <a:pt x="25" y="0"/>
                  </a:lnTo>
                  <a:lnTo>
                    <a:pt x="15" y="0"/>
                  </a:lnTo>
                  <a:lnTo>
                    <a:pt x="9" y="2"/>
                  </a:lnTo>
                  <a:lnTo>
                    <a:pt x="2" y="9"/>
                  </a:lnTo>
                  <a:lnTo>
                    <a:pt x="0" y="13"/>
                  </a:lnTo>
                  <a:lnTo>
                    <a:pt x="0" y="23"/>
                  </a:lnTo>
                  <a:lnTo>
                    <a:pt x="2" y="29"/>
                  </a:lnTo>
                  <a:lnTo>
                    <a:pt x="9" y="36"/>
                  </a:lnTo>
                  <a:lnTo>
                    <a:pt x="13" y="38"/>
                  </a:lnTo>
                  <a:lnTo>
                    <a:pt x="161" y="8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81" name="Google Shape;381;g28abd34dbfa_0_390"/>
            <p:cNvSpPr/>
            <p:nvPr/>
          </p:nvSpPr>
          <p:spPr>
            <a:xfrm>
              <a:off x="2373" y="1087"/>
              <a:ext cx="196" cy="78"/>
            </a:xfrm>
            <a:custGeom>
              <a:avLst/>
              <a:gdLst/>
              <a:ahLst/>
              <a:cxnLst/>
              <a:rect l="l" t="t" r="r" b="b"/>
              <a:pathLst>
                <a:path w="196" h="78" extrusionOk="0">
                  <a:moveTo>
                    <a:pt x="180" y="38"/>
                  </a:moveTo>
                  <a:lnTo>
                    <a:pt x="186" y="36"/>
                  </a:lnTo>
                  <a:lnTo>
                    <a:pt x="194" y="28"/>
                  </a:lnTo>
                  <a:lnTo>
                    <a:pt x="196" y="25"/>
                  </a:lnTo>
                  <a:lnTo>
                    <a:pt x="196" y="15"/>
                  </a:lnTo>
                  <a:lnTo>
                    <a:pt x="194" y="9"/>
                  </a:lnTo>
                  <a:lnTo>
                    <a:pt x="186" y="2"/>
                  </a:lnTo>
                  <a:lnTo>
                    <a:pt x="182" y="0"/>
                  </a:lnTo>
                  <a:lnTo>
                    <a:pt x="173" y="0"/>
                  </a:lnTo>
                  <a:lnTo>
                    <a:pt x="15" y="40"/>
                  </a:lnTo>
                  <a:lnTo>
                    <a:pt x="9" y="42"/>
                  </a:lnTo>
                  <a:lnTo>
                    <a:pt x="2" y="50"/>
                  </a:lnTo>
                  <a:lnTo>
                    <a:pt x="0" y="53"/>
                  </a:lnTo>
                  <a:lnTo>
                    <a:pt x="0" y="63"/>
                  </a:lnTo>
                  <a:lnTo>
                    <a:pt x="2" y="69"/>
                  </a:lnTo>
                  <a:lnTo>
                    <a:pt x="9" y="76"/>
                  </a:lnTo>
                  <a:lnTo>
                    <a:pt x="13" y="78"/>
                  </a:lnTo>
                  <a:lnTo>
                    <a:pt x="23" y="78"/>
                  </a:lnTo>
                  <a:lnTo>
                    <a:pt x="180"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82" name="Google Shape;382;g28abd34dbfa_0_390"/>
            <p:cNvSpPr/>
            <p:nvPr/>
          </p:nvSpPr>
          <p:spPr>
            <a:xfrm>
              <a:off x="3352" y="1056"/>
              <a:ext cx="187" cy="79"/>
            </a:xfrm>
            <a:custGeom>
              <a:avLst/>
              <a:gdLst/>
              <a:ahLst/>
              <a:cxnLst/>
              <a:rect l="l" t="t" r="r" b="b"/>
              <a:pathLst>
                <a:path w="187" h="79" extrusionOk="0">
                  <a:moveTo>
                    <a:pt x="162" y="79"/>
                  </a:moveTo>
                  <a:lnTo>
                    <a:pt x="173" y="79"/>
                  </a:lnTo>
                  <a:lnTo>
                    <a:pt x="177" y="77"/>
                  </a:lnTo>
                  <a:lnTo>
                    <a:pt x="185" y="69"/>
                  </a:lnTo>
                  <a:lnTo>
                    <a:pt x="187" y="65"/>
                  </a:lnTo>
                  <a:lnTo>
                    <a:pt x="187" y="54"/>
                  </a:lnTo>
                  <a:lnTo>
                    <a:pt x="185" y="50"/>
                  </a:lnTo>
                  <a:lnTo>
                    <a:pt x="177" y="42"/>
                  </a:lnTo>
                  <a:lnTo>
                    <a:pt x="173" y="40"/>
                  </a:lnTo>
                  <a:lnTo>
                    <a:pt x="25" y="0"/>
                  </a:lnTo>
                  <a:lnTo>
                    <a:pt x="14" y="0"/>
                  </a:lnTo>
                  <a:lnTo>
                    <a:pt x="10" y="2"/>
                  </a:lnTo>
                  <a:lnTo>
                    <a:pt x="2" y="10"/>
                  </a:lnTo>
                  <a:lnTo>
                    <a:pt x="0" y="13"/>
                  </a:lnTo>
                  <a:lnTo>
                    <a:pt x="0" y="25"/>
                  </a:lnTo>
                  <a:lnTo>
                    <a:pt x="2" y="29"/>
                  </a:lnTo>
                  <a:lnTo>
                    <a:pt x="10" y="36"/>
                  </a:lnTo>
                  <a:lnTo>
                    <a:pt x="14" y="38"/>
                  </a:lnTo>
                  <a:lnTo>
                    <a:pt x="162"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83" name="Google Shape;383;g28abd34dbfa_0_390"/>
            <p:cNvSpPr/>
            <p:nvPr/>
          </p:nvSpPr>
          <p:spPr>
            <a:xfrm>
              <a:off x="3352" y="1104"/>
              <a:ext cx="196" cy="80"/>
            </a:xfrm>
            <a:custGeom>
              <a:avLst/>
              <a:gdLst/>
              <a:ahLst/>
              <a:cxnLst/>
              <a:rect l="l" t="t" r="r" b="b"/>
              <a:pathLst>
                <a:path w="196" h="80" extrusionOk="0">
                  <a:moveTo>
                    <a:pt x="183" y="38"/>
                  </a:moveTo>
                  <a:lnTo>
                    <a:pt x="187" y="36"/>
                  </a:lnTo>
                  <a:lnTo>
                    <a:pt x="194" y="29"/>
                  </a:lnTo>
                  <a:lnTo>
                    <a:pt x="196" y="25"/>
                  </a:lnTo>
                  <a:lnTo>
                    <a:pt x="196" y="13"/>
                  </a:lnTo>
                  <a:lnTo>
                    <a:pt x="194" y="10"/>
                  </a:lnTo>
                  <a:lnTo>
                    <a:pt x="187" y="2"/>
                  </a:lnTo>
                  <a:lnTo>
                    <a:pt x="183" y="0"/>
                  </a:lnTo>
                  <a:lnTo>
                    <a:pt x="171" y="0"/>
                  </a:lnTo>
                  <a:lnTo>
                    <a:pt x="14" y="42"/>
                  </a:lnTo>
                  <a:lnTo>
                    <a:pt x="10" y="44"/>
                  </a:lnTo>
                  <a:lnTo>
                    <a:pt x="2" y="52"/>
                  </a:lnTo>
                  <a:lnTo>
                    <a:pt x="0" y="56"/>
                  </a:lnTo>
                  <a:lnTo>
                    <a:pt x="0" y="67"/>
                  </a:lnTo>
                  <a:lnTo>
                    <a:pt x="2" y="71"/>
                  </a:lnTo>
                  <a:lnTo>
                    <a:pt x="10" y="79"/>
                  </a:lnTo>
                  <a:lnTo>
                    <a:pt x="14" y="80"/>
                  </a:lnTo>
                  <a:lnTo>
                    <a:pt x="25" y="80"/>
                  </a:lnTo>
                  <a:lnTo>
                    <a:pt x="183"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384" name="Google Shape;384;g28abd34dbfa_0_390"/>
          <p:cNvGrpSpPr/>
          <p:nvPr/>
        </p:nvGrpSpPr>
        <p:grpSpPr>
          <a:xfrm>
            <a:off x="2616200" y="4845050"/>
            <a:ext cx="7025217" cy="1468438"/>
            <a:chOff x="1236" y="3052"/>
            <a:chExt cx="3319" cy="925"/>
          </a:xfrm>
        </p:grpSpPr>
        <p:sp>
          <p:nvSpPr>
            <p:cNvPr id="385" name="Google Shape;385;g28abd34dbfa_0_390"/>
            <p:cNvSpPr/>
            <p:nvPr/>
          </p:nvSpPr>
          <p:spPr>
            <a:xfrm>
              <a:off x="3249" y="367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2"/>
                  </a:solidFill>
                  <a:latin typeface="Arial"/>
                  <a:ea typeface="Arial"/>
                  <a:cs typeface="Arial"/>
                  <a:sym typeface="Arial"/>
                </a:rPr>
                <a:t>1/1</a:t>
              </a:r>
              <a:endParaRPr sz="3600" b="1" i="0" u="none" strike="noStrike" cap="none">
                <a:solidFill>
                  <a:schemeClr val="dk2"/>
                </a:solidFill>
                <a:latin typeface="Times New Roman"/>
                <a:ea typeface="Times New Roman"/>
                <a:cs typeface="Times New Roman"/>
                <a:sym typeface="Times New Roman"/>
              </a:endParaRPr>
            </a:p>
          </p:txBody>
        </p:sp>
        <p:sp>
          <p:nvSpPr>
            <p:cNvPr id="386" name="Google Shape;386;g28abd34dbfa_0_390"/>
            <p:cNvSpPr/>
            <p:nvPr/>
          </p:nvSpPr>
          <p:spPr>
            <a:xfrm>
              <a:off x="4092" y="3116"/>
              <a:ext cx="455" cy="456"/>
            </a:xfrm>
            <a:custGeom>
              <a:avLst/>
              <a:gdLst/>
              <a:ahLst/>
              <a:cxnLst/>
              <a:rect l="l" t="t" r="r" b="b"/>
              <a:pathLst>
                <a:path w="455" h="456" extrusionOk="0">
                  <a:moveTo>
                    <a:pt x="0" y="227"/>
                  </a:moveTo>
                  <a:lnTo>
                    <a:pt x="0" y="248"/>
                  </a:lnTo>
                  <a:lnTo>
                    <a:pt x="2" y="262"/>
                  </a:lnTo>
                  <a:lnTo>
                    <a:pt x="4" y="271"/>
                  </a:lnTo>
                  <a:lnTo>
                    <a:pt x="6" y="285"/>
                  </a:lnTo>
                  <a:lnTo>
                    <a:pt x="10" y="294"/>
                  </a:lnTo>
                  <a:lnTo>
                    <a:pt x="11" y="304"/>
                  </a:lnTo>
                  <a:lnTo>
                    <a:pt x="17" y="316"/>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7"/>
                  </a:lnTo>
                  <a:lnTo>
                    <a:pt x="148" y="442"/>
                  </a:lnTo>
                  <a:lnTo>
                    <a:pt x="157" y="444"/>
                  </a:lnTo>
                  <a:lnTo>
                    <a:pt x="167" y="448"/>
                  </a:lnTo>
                  <a:lnTo>
                    <a:pt x="180" y="450"/>
                  </a:lnTo>
                  <a:lnTo>
                    <a:pt x="190" y="452"/>
                  </a:lnTo>
                  <a:lnTo>
                    <a:pt x="202" y="454"/>
                  </a:lnTo>
                  <a:lnTo>
                    <a:pt x="213" y="454"/>
                  </a:lnTo>
                  <a:lnTo>
                    <a:pt x="225" y="456"/>
                  </a:lnTo>
                  <a:lnTo>
                    <a:pt x="229" y="456"/>
                  </a:lnTo>
                  <a:lnTo>
                    <a:pt x="238" y="454"/>
                  </a:lnTo>
                  <a:lnTo>
                    <a:pt x="248" y="454"/>
                  </a:lnTo>
                  <a:lnTo>
                    <a:pt x="261" y="452"/>
                  </a:lnTo>
                  <a:lnTo>
                    <a:pt x="271" y="450"/>
                  </a:lnTo>
                  <a:lnTo>
                    <a:pt x="284" y="448"/>
                  </a:lnTo>
                  <a:lnTo>
                    <a:pt x="294" y="444"/>
                  </a:lnTo>
                  <a:lnTo>
                    <a:pt x="303" y="442"/>
                  </a:lnTo>
                  <a:lnTo>
                    <a:pt x="315" y="437"/>
                  </a:lnTo>
                  <a:lnTo>
                    <a:pt x="325" y="431"/>
                  </a:lnTo>
                  <a:lnTo>
                    <a:pt x="334" y="427"/>
                  </a:lnTo>
                  <a:lnTo>
                    <a:pt x="353" y="415"/>
                  </a:lnTo>
                  <a:lnTo>
                    <a:pt x="371" y="404"/>
                  </a:lnTo>
                  <a:lnTo>
                    <a:pt x="403" y="371"/>
                  </a:lnTo>
                  <a:lnTo>
                    <a:pt x="415" y="354"/>
                  </a:lnTo>
                  <a:lnTo>
                    <a:pt x="426" y="335"/>
                  </a:lnTo>
                  <a:lnTo>
                    <a:pt x="430" y="325"/>
                  </a:lnTo>
                  <a:lnTo>
                    <a:pt x="436" y="316"/>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5" y="24"/>
                  </a:lnTo>
                  <a:lnTo>
                    <a:pt x="315" y="18"/>
                  </a:lnTo>
                  <a:lnTo>
                    <a:pt x="303" y="12"/>
                  </a:lnTo>
                  <a:lnTo>
                    <a:pt x="294" y="10"/>
                  </a:lnTo>
                  <a:lnTo>
                    <a:pt x="284" y="6"/>
                  </a:lnTo>
                  <a:lnTo>
                    <a:pt x="271" y="4"/>
                  </a:lnTo>
                  <a:lnTo>
                    <a:pt x="261" y="2"/>
                  </a:lnTo>
                  <a:lnTo>
                    <a:pt x="250" y="0"/>
                  </a:lnTo>
                  <a:lnTo>
                    <a:pt x="204" y="0"/>
                  </a:lnTo>
                  <a:lnTo>
                    <a:pt x="190" y="2"/>
                  </a:lnTo>
                  <a:lnTo>
                    <a:pt x="180" y="4"/>
                  </a:lnTo>
                  <a:lnTo>
                    <a:pt x="167" y="6"/>
                  </a:lnTo>
                  <a:lnTo>
                    <a:pt x="157" y="10"/>
                  </a:lnTo>
                  <a:lnTo>
                    <a:pt x="148" y="12"/>
                  </a:lnTo>
                  <a:lnTo>
                    <a:pt x="136" y="18"/>
                  </a:lnTo>
                  <a:lnTo>
                    <a:pt x="127" y="24"/>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6" y="148"/>
                  </a:lnTo>
                  <a:lnTo>
                    <a:pt x="42" y="139"/>
                  </a:lnTo>
                  <a:lnTo>
                    <a:pt x="46" y="129"/>
                  </a:lnTo>
                  <a:lnTo>
                    <a:pt x="52" y="120"/>
                  </a:lnTo>
                  <a:lnTo>
                    <a:pt x="58" y="112"/>
                  </a:lnTo>
                  <a:lnTo>
                    <a:pt x="63" y="102"/>
                  </a:lnTo>
                  <a:lnTo>
                    <a:pt x="69" y="97"/>
                  </a:lnTo>
                  <a:lnTo>
                    <a:pt x="77" y="89"/>
                  </a:lnTo>
                  <a:lnTo>
                    <a:pt x="81" y="81"/>
                  </a:lnTo>
                  <a:lnTo>
                    <a:pt x="88" y="77"/>
                  </a:lnTo>
                  <a:lnTo>
                    <a:pt x="96" y="70"/>
                  </a:lnTo>
                  <a:lnTo>
                    <a:pt x="102" y="64"/>
                  </a:lnTo>
                  <a:lnTo>
                    <a:pt x="111" y="58"/>
                  </a:lnTo>
                  <a:lnTo>
                    <a:pt x="119" y="52"/>
                  </a:lnTo>
                  <a:lnTo>
                    <a:pt x="129" y="47"/>
                  </a:lnTo>
                  <a:lnTo>
                    <a:pt x="138" y="43"/>
                  </a:lnTo>
                  <a:lnTo>
                    <a:pt x="148" y="37"/>
                  </a:lnTo>
                  <a:lnTo>
                    <a:pt x="156" y="35"/>
                  </a:lnTo>
                  <a:lnTo>
                    <a:pt x="165" y="33"/>
                  </a:lnTo>
                  <a:lnTo>
                    <a:pt x="175" y="29"/>
                  </a:lnTo>
                  <a:lnTo>
                    <a:pt x="184" y="27"/>
                  </a:lnTo>
                  <a:lnTo>
                    <a:pt x="194" y="25"/>
                  </a:lnTo>
                  <a:lnTo>
                    <a:pt x="204" y="24"/>
                  </a:lnTo>
                  <a:lnTo>
                    <a:pt x="267" y="27"/>
                  </a:lnTo>
                  <a:lnTo>
                    <a:pt x="277" y="29"/>
                  </a:lnTo>
                  <a:lnTo>
                    <a:pt x="286" y="33"/>
                  </a:lnTo>
                  <a:lnTo>
                    <a:pt x="296" y="35"/>
                  </a:lnTo>
                  <a:lnTo>
                    <a:pt x="303" y="37"/>
                  </a:lnTo>
                  <a:lnTo>
                    <a:pt x="313" y="43"/>
                  </a:lnTo>
                  <a:lnTo>
                    <a:pt x="323" y="47"/>
                  </a:lnTo>
                  <a:lnTo>
                    <a:pt x="342" y="58"/>
                  </a:lnTo>
                  <a:lnTo>
                    <a:pt x="355" y="70"/>
                  </a:lnTo>
                  <a:lnTo>
                    <a:pt x="363" y="77"/>
                  </a:lnTo>
                  <a:lnTo>
                    <a:pt x="371" y="83"/>
                  </a:lnTo>
                  <a:lnTo>
                    <a:pt x="384" y="97"/>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2"/>
                  </a:lnTo>
                  <a:lnTo>
                    <a:pt x="303" y="417"/>
                  </a:lnTo>
                  <a:lnTo>
                    <a:pt x="296" y="419"/>
                  </a:lnTo>
                  <a:lnTo>
                    <a:pt x="286" y="421"/>
                  </a:lnTo>
                  <a:lnTo>
                    <a:pt x="277" y="425"/>
                  </a:lnTo>
                  <a:lnTo>
                    <a:pt x="267" y="427"/>
                  </a:lnTo>
                  <a:lnTo>
                    <a:pt x="257" y="429"/>
                  </a:lnTo>
                  <a:lnTo>
                    <a:pt x="248" y="431"/>
                  </a:lnTo>
                  <a:lnTo>
                    <a:pt x="234" y="431"/>
                  </a:lnTo>
                  <a:lnTo>
                    <a:pt x="225" y="433"/>
                  </a:lnTo>
                  <a:lnTo>
                    <a:pt x="229" y="433"/>
                  </a:lnTo>
                  <a:lnTo>
                    <a:pt x="217" y="431"/>
                  </a:lnTo>
                  <a:lnTo>
                    <a:pt x="205" y="431"/>
                  </a:lnTo>
                  <a:lnTo>
                    <a:pt x="194" y="429"/>
                  </a:lnTo>
                  <a:lnTo>
                    <a:pt x="184" y="427"/>
                  </a:lnTo>
                  <a:lnTo>
                    <a:pt x="175" y="425"/>
                  </a:lnTo>
                  <a:lnTo>
                    <a:pt x="165" y="421"/>
                  </a:lnTo>
                  <a:lnTo>
                    <a:pt x="156" y="419"/>
                  </a:lnTo>
                  <a:lnTo>
                    <a:pt x="148" y="417"/>
                  </a:lnTo>
                  <a:lnTo>
                    <a:pt x="138" y="412"/>
                  </a:lnTo>
                  <a:lnTo>
                    <a:pt x="129" y="408"/>
                  </a:lnTo>
                  <a:lnTo>
                    <a:pt x="119" y="402"/>
                  </a:lnTo>
                  <a:lnTo>
                    <a:pt x="111" y="396"/>
                  </a:lnTo>
                  <a:lnTo>
                    <a:pt x="102" y="390"/>
                  </a:lnTo>
                  <a:lnTo>
                    <a:pt x="96" y="385"/>
                  </a:lnTo>
                  <a:lnTo>
                    <a:pt x="83" y="371"/>
                  </a:lnTo>
                  <a:lnTo>
                    <a:pt x="77" y="364"/>
                  </a:lnTo>
                  <a:lnTo>
                    <a:pt x="69" y="356"/>
                  </a:lnTo>
                  <a:lnTo>
                    <a:pt x="58" y="342"/>
                  </a:lnTo>
                  <a:lnTo>
                    <a:pt x="46" y="323"/>
                  </a:lnTo>
                  <a:lnTo>
                    <a:pt x="42" y="314"/>
                  </a:lnTo>
                  <a:lnTo>
                    <a:pt x="36" y="304"/>
                  </a:lnTo>
                  <a:lnTo>
                    <a:pt x="35" y="296"/>
                  </a:lnTo>
                  <a:lnTo>
                    <a:pt x="33" y="287"/>
                  </a:lnTo>
                  <a:lnTo>
                    <a:pt x="29" y="277"/>
                  </a:lnTo>
                  <a:lnTo>
                    <a:pt x="27" y="267"/>
                  </a:lnTo>
                  <a:lnTo>
                    <a:pt x="25" y="258"/>
                  </a:lnTo>
                  <a:lnTo>
                    <a:pt x="23" y="248"/>
                  </a:lnTo>
                  <a:lnTo>
                    <a:pt x="23" y="227"/>
                  </a:lnTo>
                  <a:lnTo>
                    <a:pt x="0" y="227"/>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87" name="Google Shape;387;g28abd34dbfa_0_390"/>
            <p:cNvSpPr/>
            <p:nvPr/>
          </p:nvSpPr>
          <p:spPr>
            <a:xfrm>
              <a:off x="4255" y="322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2"/>
                  </a:solidFill>
                  <a:latin typeface="Arial"/>
                  <a:ea typeface="Arial"/>
                  <a:cs typeface="Arial"/>
                  <a:sym typeface="Arial"/>
                </a:rPr>
                <a:t>D</a:t>
              </a:r>
              <a:endParaRPr sz="3600" b="1" i="0" u="none" strike="noStrike" cap="none">
                <a:solidFill>
                  <a:schemeClr val="dk2"/>
                </a:solidFill>
                <a:latin typeface="Times New Roman"/>
                <a:ea typeface="Times New Roman"/>
                <a:cs typeface="Times New Roman"/>
                <a:sym typeface="Times New Roman"/>
              </a:endParaRPr>
            </a:p>
          </p:txBody>
        </p:sp>
        <p:grpSp>
          <p:nvGrpSpPr>
            <p:cNvPr id="388" name="Google Shape;388;g28abd34dbfa_0_390"/>
            <p:cNvGrpSpPr/>
            <p:nvPr/>
          </p:nvGrpSpPr>
          <p:grpSpPr>
            <a:xfrm>
              <a:off x="1236" y="3052"/>
              <a:ext cx="2885" cy="536"/>
              <a:chOff x="1236" y="3060"/>
              <a:chExt cx="2885" cy="536"/>
            </a:xfrm>
          </p:grpSpPr>
          <p:sp>
            <p:nvSpPr>
              <p:cNvPr id="389" name="Google Shape;389;g28abd34dbfa_0_390"/>
              <p:cNvSpPr/>
              <p:nvPr/>
            </p:nvSpPr>
            <p:spPr>
              <a:xfrm>
                <a:off x="1236" y="3104"/>
                <a:ext cx="455" cy="455"/>
              </a:xfrm>
              <a:custGeom>
                <a:avLst/>
                <a:gdLst/>
                <a:ahLst/>
                <a:cxnLst/>
                <a:rect l="l" t="t" r="r" b="b"/>
                <a:pathLst>
                  <a:path w="455" h="455" extrusionOk="0">
                    <a:moveTo>
                      <a:pt x="0" y="227"/>
                    </a:moveTo>
                    <a:lnTo>
                      <a:pt x="0" y="248"/>
                    </a:lnTo>
                    <a:lnTo>
                      <a:pt x="2" y="261"/>
                    </a:lnTo>
                    <a:lnTo>
                      <a:pt x="4" y="271"/>
                    </a:lnTo>
                    <a:lnTo>
                      <a:pt x="6" y="284"/>
                    </a:lnTo>
                    <a:lnTo>
                      <a:pt x="10" y="294"/>
                    </a:lnTo>
                    <a:lnTo>
                      <a:pt x="12" y="303"/>
                    </a:lnTo>
                    <a:lnTo>
                      <a:pt x="17" y="315"/>
                    </a:lnTo>
                    <a:lnTo>
                      <a:pt x="23" y="325"/>
                    </a:lnTo>
                    <a:lnTo>
                      <a:pt x="27" y="334"/>
                    </a:lnTo>
                    <a:lnTo>
                      <a:pt x="38" y="353"/>
                    </a:lnTo>
                    <a:lnTo>
                      <a:pt x="50" y="371"/>
                    </a:lnTo>
                    <a:lnTo>
                      <a:pt x="58" y="378"/>
                    </a:lnTo>
                    <a:lnTo>
                      <a:pt x="63" y="386"/>
                    </a:lnTo>
                    <a:lnTo>
                      <a:pt x="81" y="403"/>
                    </a:lnTo>
                    <a:lnTo>
                      <a:pt x="100" y="415"/>
                    </a:lnTo>
                    <a:lnTo>
                      <a:pt x="108" y="421"/>
                    </a:lnTo>
                    <a:lnTo>
                      <a:pt x="117" y="426"/>
                    </a:lnTo>
                    <a:lnTo>
                      <a:pt x="127" y="430"/>
                    </a:lnTo>
                    <a:lnTo>
                      <a:pt x="136" y="436"/>
                    </a:lnTo>
                    <a:lnTo>
                      <a:pt x="148" y="442"/>
                    </a:lnTo>
                    <a:lnTo>
                      <a:pt x="158" y="444"/>
                    </a:lnTo>
                    <a:lnTo>
                      <a:pt x="167" y="448"/>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8"/>
                    </a:lnTo>
                    <a:lnTo>
                      <a:pt x="294" y="444"/>
                    </a:lnTo>
                    <a:lnTo>
                      <a:pt x="303" y="442"/>
                    </a:lnTo>
                    <a:lnTo>
                      <a:pt x="315" y="436"/>
                    </a:lnTo>
                    <a:lnTo>
                      <a:pt x="325" y="430"/>
                    </a:lnTo>
                    <a:lnTo>
                      <a:pt x="334" y="426"/>
                    </a:lnTo>
                    <a:lnTo>
                      <a:pt x="353" y="415"/>
                    </a:lnTo>
                    <a:lnTo>
                      <a:pt x="371" y="403"/>
                    </a:lnTo>
                    <a:lnTo>
                      <a:pt x="403" y="371"/>
                    </a:lnTo>
                    <a:lnTo>
                      <a:pt x="415" y="353"/>
                    </a:lnTo>
                    <a:lnTo>
                      <a:pt x="426" y="334"/>
                    </a:lnTo>
                    <a:lnTo>
                      <a:pt x="430" y="325"/>
                    </a:lnTo>
                    <a:lnTo>
                      <a:pt x="436" y="315"/>
                    </a:lnTo>
                    <a:lnTo>
                      <a:pt x="442" y="303"/>
                    </a:lnTo>
                    <a:lnTo>
                      <a:pt x="444" y="294"/>
                    </a:lnTo>
                    <a:lnTo>
                      <a:pt x="448"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8" y="167"/>
                    </a:lnTo>
                    <a:lnTo>
                      <a:pt x="444" y="158"/>
                    </a:lnTo>
                    <a:lnTo>
                      <a:pt x="442" y="148"/>
                    </a:lnTo>
                    <a:lnTo>
                      <a:pt x="436" y="136"/>
                    </a:lnTo>
                    <a:lnTo>
                      <a:pt x="430" y="127"/>
                    </a:lnTo>
                    <a:lnTo>
                      <a:pt x="426" y="117"/>
                    </a:lnTo>
                    <a:lnTo>
                      <a:pt x="421" y="108"/>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7"/>
                    </a:lnTo>
                    <a:lnTo>
                      <a:pt x="127" y="23"/>
                    </a:lnTo>
                    <a:lnTo>
                      <a:pt x="117" y="27"/>
                    </a:lnTo>
                    <a:lnTo>
                      <a:pt x="108" y="33"/>
                    </a:lnTo>
                    <a:lnTo>
                      <a:pt x="100" y="38"/>
                    </a:lnTo>
                    <a:lnTo>
                      <a:pt x="81" y="50"/>
                    </a:lnTo>
                    <a:lnTo>
                      <a:pt x="65" y="65"/>
                    </a:lnTo>
                    <a:lnTo>
                      <a:pt x="50" y="81"/>
                    </a:lnTo>
                    <a:lnTo>
                      <a:pt x="38" y="100"/>
                    </a:lnTo>
                    <a:lnTo>
                      <a:pt x="33" y="108"/>
                    </a:lnTo>
                    <a:lnTo>
                      <a:pt x="27" y="117"/>
                    </a:lnTo>
                    <a:lnTo>
                      <a:pt x="23" y="127"/>
                    </a:lnTo>
                    <a:lnTo>
                      <a:pt x="17" y="136"/>
                    </a:lnTo>
                    <a:lnTo>
                      <a:pt x="12" y="148"/>
                    </a:lnTo>
                    <a:lnTo>
                      <a:pt x="10" y="158"/>
                    </a:lnTo>
                    <a:lnTo>
                      <a:pt x="6" y="167"/>
                    </a:lnTo>
                    <a:lnTo>
                      <a:pt x="4" y="181"/>
                    </a:lnTo>
                    <a:lnTo>
                      <a:pt x="2" y="190"/>
                    </a:lnTo>
                    <a:lnTo>
                      <a:pt x="0" y="202"/>
                    </a:lnTo>
                    <a:lnTo>
                      <a:pt x="0" y="227"/>
                    </a:lnTo>
                    <a:lnTo>
                      <a:pt x="23" y="227"/>
                    </a:lnTo>
                    <a:lnTo>
                      <a:pt x="23" y="206"/>
                    </a:lnTo>
                    <a:lnTo>
                      <a:pt x="25" y="194"/>
                    </a:lnTo>
                    <a:lnTo>
                      <a:pt x="27" y="184"/>
                    </a:lnTo>
                    <a:lnTo>
                      <a:pt x="29" y="175"/>
                    </a:lnTo>
                    <a:lnTo>
                      <a:pt x="33" y="165"/>
                    </a:lnTo>
                    <a:lnTo>
                      <a:pt x="35" y="156"/>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6"/>
                    </a:lnTo>
                    <a:lnTo>
                      <a:pt x="421" y="165"/>
                    </a:lnTo>
                    <a:lnTo>
                      <a:pt x="424" y="175"/>
                    </a:lnTo>
                    <a:lnTo>
                      <a:pt x="426" y="184"/>
                    </a:lnTo>
                    <a:lnTo>
                      <a:pt x="428" y="194"/>
                    </a:lnTo>
                    <a:lnTo>
                      <a:pt x="430" y="204"/>
                    </a:lnTo>
                    <a:lnTo>
                      <a:pt x="430" y="215"/>
                    </a:lnTo>
                    <a:lnTo>
                      <a:pt x="432" y="229"/>
                    </a:lnTo>
                    <a:lnTo>
                      <a:pt x="432" y="225"/>
                    </a:lnTo>
                    <a:lnTo>
                      <a:pt x="430" y="234"/>
                    </a:lnTo>
                    <a:lnTo>
                      <a:pt x="430" y="246"/>
                    </a:lnTo>
                    <a:lnTo>
                      <a:pt x="428" y="257"/>
                    </a:lnTo>
                    <a:lnTo>
                      <a:pt x="426" y="267"/>
                    </a:lnTo>
                    <a:lnTo>
                      <a:pt x="424" y="277"/>
                    </a:lnTo>
                    <a:lnTo>
                      <a:pt x="421" y="286"/>
                    </a:lnTo>
                    <a:lnTo>
                      <a:pt x="419" y="296"/>
                    </a:lnTo>
                    <a:lnTo>
                      <a:pt x="417" y="303"/>
                    </a:lnTo>
                    <a:lnTo>
                      <a:pt x="411" y="313"/>
                    </a:lnTo>
                    <a:lnTo>
                      <a:pt x="407" y="323"/>
                    </a:lnTo>
                    <a:lnTo>
                      <a:pt x="396" y="342"/>
                    </a:lnTo>
                    <a:lnTo>
                      <a:pt x="384" y="355"/>
                    </a:lnTo>
                    <a:lnTo>
                      <a:pt x="355" y="384"/>
                    </a:lnTo>
                    <a:lnTo>
                      <a:pt x="342" y="396"/>
                    </a:lnTo>
                    <a:lnTo>
                      <a:pt x="323" y="407"/>
                    </a:lnTo>
                    <a:lnTo>
                      <a:pt x="313" y="411"/>
                    </a:lnTo>
                    <a:lnTo>
                      <a:pt x="303" y="417"/>
                    </a:lnTo>
                    <a:lnTo>
                      <a:pt x="296" y="419"/>
                    </a:lnTo>
                    <a:lnTo>
                      <a:pt x="286" y="421"/>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1"/>
                    </a:lnTo>
                    <a:lnTo>
                      <a:pt x="156" y="419"/>
                    </a:lnTo>
                    <a:lnTo>
                      <a:pt x="148" y="417"/>
                    </a:lnTo>
                    <a:lnTo>
                      <a:pt x="138" y="411"/>
                    </a:lnTo>
                    <a:lnTo>
                      <a:pt x="129" y="407"/>
                    </a:lnTo>
                    <a:lnTo>
                      <a:pt x="119" y="401"/>
                    </a:lnTo>
                    <a:lnTo>
                      <a:pt x="111" y="396"/>
                    </a:lnTo>
                    <a:lnTo>
                      <a:pt x="102" y="390"/>
                    </a:lnTo>
                    <a:lnTo>
                      <a:pt x="96" y="384"/>
                    </a:lnTo>
                    <a:lnTo>
                      <a:pt x="83" y="371"/>
                    </a:lnTo>
                    <a:lnTo>
                      <a:pt x="77" y="363"/>
                    </a:lnTo>
                    <a:lnTo>
                      <a:pt x="69" y="355"/>
                    </a:lnTo>
                    <a:lnTo>
                      <a:pt x="58" y="342"/>
                    </a:lnTo>
                    <a:lnTo>
                      <a:pt x="46" y="323"/>
                    </a:lnTo>
                    <a:lnTo>
                      <a:pt x="42" y="313"/>
                    </a:lnTo>
                    <a:lnTo>
                      <a:pt x="36" y="303"/>
                    </a:lnTo>
                    <a:lnTo>
                      <a:pt x="35" y="296"/>
                    </a:lnTo>
                    <a:lnTo>
                      <a:pt x="33" y="286"/>
                    </a:lnTo>
                    <a:lnTo>
                      <a:pt x="29" y="277"/>
                    </a:lnTo>
                    <a:lnTo>
                      <a:pt x="27" y="267"/>
                    </a:lnTo>
                    <a:lnTo>
                      <a:pt x="25" y="257"/>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90" name="Google Shape;390;g28abd34dbfa_0_390"/>
              <p:cNvSpPr/>
              <p:nvPr/>
            </p:nvSpPr>
            <p:spPr>
              <a:xfrm>
                <a:off x="2185" y="3117"/>
                <a:ext cx="455" cy="456"/>
              </a:xfrm>
              <a:custGeom>
                <a:avLst/>
                <a:gdLst/>
                <a:ahLst/>
                <a:cxnLst/>
                <a:rect l="l" t="t" r="r" b="b"/>
                <a:pathLst>
                  <a:path w="455" h="456" extrusionOk="0">
                    <a:moveTo>
                      <a:pt x="0" y="227"/>
                    </a:moveTo>
                    <a:lnTo>
                      <a:pt x="0" y="248"/>
                    </a:lnTo>
                    <a:lnTo>
                      <a:pt x="2" y="262"/>
                    </a:lnTo>
                    <a:lnTo>
                      <a:pt x="4" y="271"/>
                    </a:lnTo>
                    <a:lnTo>
                      <a:pt x="6" y="285"/>
                    </a:lnTo>
                    <a:lnTo>
                      <a:pt x="9" y="294"/>
                    </a:lnTo>
                    <a:lnTo>
                      <a:pt x="11" y="304"/>
                    </a:lnTo>
                    <a:lnTo>
                      <a:pt x="17" y="315"/>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6"/>
                    </a:lnTo>
                    <a:lnTo>
                      <a:pt x="148" y="442"/>
                    </a:lnTo>
                    <a:lnTo>
                      <a:pt x="157" y="444"/>
                    </a:lnTo>
                    <a:lnTo>
                      <a:pt x="167" y="448"/>
                    </a:lnTo>
                    <a:lnTo>
                      <a:pt x="180" y="450"/>
                    </a:lnTo>
                    <a:lnTo>
                      <a:pt x="190" y="452"/>
                    </a:lnTo>
                    <a:lnTo>
                      <a:pt x="202" y="454"/>
                    </a:lnTo>
                    <a:lnTo>
                      <a:pt x="213" y="454"/>
                    </a:lnTo>
                    <a:lnTo>
                      <a:pt x="225" y="456"/>
                    </a:lnTo>
                    <a:lnTo>
                      <a:pt x="228" y="456"/>
                    </a:lnTo>
                    <a:lnTo>
                      <a:pt x="238" y="454"/>
                    </a:lnTo>
                    <a:lnTo>
                      <a:pt x="248" y="454"/>
                    </a:lnTo>
                    <a:lnTo>
                      <a:pt x="261" y="452"/>
                    </a:lnTo>
                    <a:lnTo>
                      <a:pt x="271" y="450"/>
                    </a:lnTo>
                    <a:lnTo>
                      <a:pt x="284" y="448"/>
                    </a:lnTo>
                    <a:lnTo>
                      <a:pt x="294" y="444"/>
                    </a:lnTo>
                    <a:lnTo>
                      <a:pt x="303" y="442"/>
                    </a:lnTo>
                    <a:lnTo>
                      <a:pt x="315" y="436"/>
                    </a:lnTo>
                    <a:lnTo>
                      <a:pt x="324" y="431"/>
                    </a:lnTo>
                    <a:lnTo>
                      <a:pt x="334" y="427"/>
                    </a:lnTo>
                    <a:lnTo>
                      <a:pt x="353" y="415"/>
                    </a:lnTo>
                    <a:lnTo>
                      <a:pt x="371" y="404"/>
                    </a:lnTo>
                    <a:lnTo>
                      <a:pt x="403" y="371"/>
                    </a:lnTo>
                    <a:lnTo>
                      <a:pt x="415" y="354"/>
                    </a:lnTo>
                    <a:lnTo>
                      <a:pt x="426" y="335"/>
                    </a:lnTo>
                    <a:lnTo>
                      <a:pt x="430" y="325"/>
                    </a:lnTo>
                    <a:lnTo>
                      <a:pt x="436" y="315"/>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4" y="23"/>
                    </a:lnTo>
                    <a:lnTo>
                      <a:pt x="315" y="18"/>
                    </a:lnTo>
                    <a:lnTo>
                      <a:pt x="303" y="12"/>
                    </a:lnTo>
                    <a:lnTo>
                      <a:pt x="294" y="10"/>
                    </a:lnTo>
                    <a:lnTo>
                      <a:pt x="284" y="6"/>
                    </a:lnTo>
                    <a:lnTo>
                      <a:pt x="271" y="4"/>
                    </a:lnTo>
                    <a:lnTo>
                      <a:pt x="261" y="2"/>
                    </a:lnTo>
                    <a:lnTo>
                      <a:pt x="250" y="0"/>
                    </a:lnTo>
                    <a:lnTo>
                      <a:pt x="203" y="0"/>
                    </a:lnTo>
                    <a:lnTo>
                      <a:pt x="190" y="2"/>
                    </a:lnTo>
                    <a:lnTo>
                      <a:pt x="180" y="4"/>
                    </a:lnTo>
                    <a:lnTo>
                      <a:pt x="167" y="6"/>
                    </a:lnTo>
                    <a:lnTo>
                      <a:pt x="157" y="10"/>
                    </a:lnTo>
                    <a:lnTo>
                      <a:pt x="148" y="12"/>
                    </a:lnTo>
                    <a:lnTo>
                      <a:pt x="136" y="18"/>
                    </a:lnTo>
                    <a:lnTo>
                      <a:pt x="127" y="23"/>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9"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4" y="156"/>
                    </a:lnTo>
                    <a:lnTo>
                      <a:pt x="36" y="148"/>
                    </a:lnTo>
                    <a:lnTo>
                      <a:pt x="42" y="139"/>
                    </a:lnTo>
                    <a:lnTo>
                      <a:pt x="46" y="129"/>
                    </a:lnTo>
                    <a:lnTo>
                      <a:pt x="52" y="120"/>
                    </a:lnTo>
                    <a:lnTo>
                      <a:pt x="58" y="112"/>
                    </a:lnTo>
                    <a:lnTo>
                      <a:pt x="63" y="102"/>
                    </a:lnTo>
                    <a:lnTo>
                      <a:pt x="69" y="96"/>
                    </a:lnTo>
                    <a:lnTo>
                      <a:pt x="77" y="89"/>
                    </a:lnTo>
                    <a:lnTo>
                      <a:pt x="81" y="81"/>
                    </a:lnTo>
                    <a:lnTo>
                      <a:pt x="88" y="77"/>
                    </a:lnTo>
                    <a:lnTo>
                      <a:pt x="96" y="70"/>
                    </a:lnTo>
                    <a:lnTo>
                      <a:pt x="102" y="64"/>
                    </a:lnTo>
                    <a:lnTo>
                      <a:pt x="111" y="58"/>
                    </a:lnTo>
                    <a:lnTo>
                      <a:pt x="119" y="52"/>
                    </a:lnTo>
                    <a:lnTo>
                      <a:pt x="129" y="47"/>
                    </a:lnTo>
                    <a:lnTo>
                      <a:pt x="138" y="43"/>
                    </a:lnTo>
                    <a:lnTo>
                      <a:pt x="148" y="37"/>
                    </a:lnTo>
                    <a:lnTo>
                      <a:pt x="155" y="35"/>
                    </a:lnTo>
                    <a:lnTo>
                      <a:pt x="165" y="33"/>
                    </a:lnTo>
                    <a:lnTo>
                      <a:pt x="175" y="29"/>
                    </a:lnTo>
                    <a:lnTo>
                      <a:pt x="184" y="27"/>
                    </a:lnTo>
                    <a:lnTo>
                      <a:pt x="194" y="25"/>
                    </a:lnTo>
                    <a:lnTo>
                      <a:pt x="203" y="23"/>
                    </a:lnTo>
                    <a:lnTo>
                      <a:pt x="227" y="23"/>
                    </a:lnTo>
                    <a:lnTo>
                      <a:pt x="246" y="23"/>
                    </a:lnTo>
                    <a:lnTo>
                      <a:pt x="257" y="25"/>
                    </a:lnTo>
                    <a:lnTo>
                      <a:pt x="267" y="27"/>
                    </a:lnTo>
                    <a:lnTo>
                      <a:pt x="276" y="29"/>
                    </a:lnTo>
                    <a:lnTo>
                      <a:pt x="286" y="33"/>
                    </a:lnTo>
                    <a:lnTo>
                      <a:pt x="296" y="35"/>
                    </a:lnTo>
                    <a:lnTo>
                      <a:pt x="303" y="37"/>
                    </a:lnTo>
                    <a:lnTo>
                      <a:pt x="313" y="43"/>
                    </a:lnTo>
                    <a:lnTo>
                      <a:pt x="323" y="47"/>
                    </a:lnTo>
                    <a:lnTo>
                      <a:pt x="342" y="58"/>
                    </a:lnTo>
                    <a:lnTo>
                      <a:pt x="355" y="70"/>
                    </a:lnTo>
                    <a:lnTo>
                      <a:pt x="363" y="77"/>
                    </a:lnTo>
                    <a:lnTo>
                      <a:pt x="371" y="83"/>
                    </a:lnTo>
                    <a:lnTo>
                      <a:pt x="384" y="96"/>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1"/>
                    </a:lnTo>
                    <a:lnTo>
                      <a:pt x="303" y="417"/>
                    </a:lnTo>
                    <a:lnTo>
                      <a:pt x="296" y="419"/>
                    </a:lnTo>
                    <a:lnTo>
                      <a:pt x="286" y="421"/>
                    </a:lnTo>
                    <a:lnTo>
                      <a:pt x="276" y="425"/>
                    </a:lnTo>
                    <a:lnTo>
                      <a:pt x="267" y="427"/>
                    </a:lnTo>
                    <a:lnTo>
                      <a:pt x="257" y="429"/>
                    </a:lnTo>
                    <a:lnTo>
                      <a:pt x="248" y="431"/>
                    </a:lnTo>
                    <a:lnTo>
                      <a:pt x="234" y="431"/>
                    </a:lnTo>
                    <a:lnTo>
                      <a:pt x="225" y="433"/>
                    </a:lnTo>
                    <a:lnTo>
                      <a:pt x="228" y="433"/>
                    </a:lnTo>
                    <a:lnTo>
                      <a:pt x="217" y="431"/>
                    </a:lnTo>
                    <a:lnTo>
                      <a:pt x="205" y="431"/>
                    </a:lnTo>
                    <a:lnTo>
                      <a:pt x="194" y="429"/>
                    </a:lnTo>
                    <a:lnTo>
                      <a:pt x="184" y="427"/>
                    </a:lnTo>
                    <a:lnTo>
                      <a:pt x="175" y="425"/>
                    </a:lnTo>
                    <a:lnTo>
                      <a:pt x="165" y="421"/>
                    </a:lnTo>
                    <a:lnTo>
                      <a:pt x="155" y="419"/>
                    </a:lnTo>
                    <a:lnTo>
                      <a:pt x="148" y="417"/>
                    </a:lnTo>
                    <a:lnTo>
                      <a:pt x="138" y="411"/>
                    </a:lnTo>
                    <a:lnTo>
                      <a:pt x="129" y="408"/>
                    </a:lnTo>
                    <a:lnTo>
                      <a:pt x="119" y="402"/>
                    </a:lnTo>
                    <a:lnTo>
                      <a:pt x="111" y="396"/>
                    </a:lnTo>
                    <a:lnTo>
                      <a:pt x="102" y="390"/>
                    </a:lnTo>
                    <a:lnTo>
                      <a:pt x="96" y="385"/>
                    </a:lnTo>
                    <a:lnTo>
                      <a:pt x="82" y="371"/>
                    </a:lnTo>
                    <a:lnTo>
                      <a:pt x="77" y="363"/>
                    </a:lnTo>
                    <a:lnTo>
                      <a:pt x="69" y="356"/>
                    </a:lnTo>
                    <a:lnTo>
                      <a:pt x="58" y="342"/>
                    </a:lnTo>
                    <a:lnTo>
                      <a:pt x="46" y="323"/>
                    </a:lnTo>
                    <a:lnTo>
                      <a:pt x="42" y="314"/>
                    </a:lnTo>
                    <a:lnTo>
                      <a:pt x="36" y="304"/>
                    </a:lnTo>
                    <a:lnTo>
                      <a:pt x="34"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91" name="Google Shape;391;g28abd34dbfa_0_390"/>
              <p:cNvSpPr/>
              <p:nvPr/>
            </p:nvSpPr>
            <p:spPr>
              <a:xfrm>
                <a:off x="1670" y="3333"/>
                <a:ext cx="530" cy="42"/>
              </a:xfrm>
              <a:custGeom>
                <a:avLst/>
                <a:gdLst/>
                <a:ahLst/>
                <a:cxnLst/>
                <a:rect l="l" t="t" r="r" b="b"/>
                <a:pathLst>
                  <a:path w="530" h="42" extrusionOk="0">
                    <a:moveTo>
                      <a:pt x="19" y="0"/>
                    </a:moveTo>
                    <a:lnTo>
                      <a:pt x="14" y="0"/>
                    </a:lnTo>
                    <a:lnTo>
                      <a:pt x="10" y="1"/>
                    </a:lnTo>
                    <a:lnTo>
                      <a:pt x="2" y="9"/>
                    </a:lnTo>
                    <a:lnTo>
                      <a:pt x="0" y="13"/>
                    </a:lnTo>
                    <a:lnTo>
                      <a:pt x="0" y="25"/>
                    </a:lnTo>
                    <a:lnTo>
                      <a:pt x="2" y="28"/>
                    </a:lnTo>
                    <a:lnTo>
                      <a:pt x="10" y="36"/>
                    </a:lnTo>
                    <a:lnTo>
                      <a:pt x="14" y="38"/>
                    </a:lnTo>
                    <a:lnTo>
                      <a:pt x="19" y="38"/>
                    </a:lnTo>
                    <a:lnTo>
                      <a:pt x="511" y="42"/>
                    </a:lnTo>
                    <a:lnTo>
                      <a:pt x="517" y="42"/>
                    </a:lnTo>
                    <a:lnTo>
                      <a:pt x="521" y="40"/>
                    </a:lnTo>
                    <a:lnTo>
                      <a:pt x="528" y="32"/>
                    </a:lnTo>
                    <a:lnTo>
                      <a:pt x="530" y="28"/>
                    </a:lnTo>
                    <a:lnTo>
                      <a:pt x="530" y="17"/>
                    </a:lnTo>
                    <a:lnTo>
                      <a:pt x="528" y="13"/>
                    </a:lnTo>
                    <a:lnTo>
                      <a:pt x="521" y="5"/>
                    </a:lnTo>
                    <a:lnTo>
                      <a:pt x="517" y="3"/>
                    </a:lnTo>
                    <a:lnTo>
                      <a:pt x="511" y="3"/>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92" name="Google Shape;392;g28abd34dbfa_0_390"/>
              <p:cNvSpPr/>
              <p:nvPr/>
            </p:nvSpPr>
            <p:spPr>
              <a:xfrm>
                <a:off x="1384" y="317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A</a:t>
                </a:r>
                <a:endParaRPr sz="3600" b="1" i="0" u="none" strike="noStrike" cap="none">
                  <a:solidFill>
                    <a:schemeClr val="dk1"/>
                  </a:solidFill>
                  <a:latin typeface="Times New Roman"/>
                  <a:ea typeface="Times New Roman"/>
                  <a:cs typeface="Times New Roman"/>
                  <a:sym typeface="Times New Roman"/>
                </a:endParaRPr>
              </a:p>
            </p:txBody>
          </p:sp>
          <p:sp>
            <p:nvSpPr>
              <p:cNvPr id="393" name="Google Shape;393;g28abd34dbfa_0_390"/>
              <p:cNvSpPr/>
              <p:nvPr/>
            </p:nvSpPr>
            <p:spPr>
              <a:xfrm>
                <a:off x="2357" y="3179"/>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B</a:t>
                </a:r>
                <a:endParaRPr sz="3600" b="1" i="0" u="none" strike="noStrike" cap="none">
                  <a:solidFill>
                    <a:schemeClr val="dk1"/>
                  </a:solidFill>
                  <a:latin typeface="Times New Roman"/>
                  <a:ea typeface="Times New Roman"/>
                  <a:cs typeface="Times New Roman"/>
                  <a:sym typeface="Times New Roman"/>
                </a:endParaRPr>
              </a:p>
            </p:txBody>
          </p:sp>
          <p:sp>
            <p:nvSpPr>
              <p:cNvPr id="394" name="Google Shape;394;g28abd34dbfa_0_390"/>
              <p:cNvSpPr/>
              <p:nvPr/>
            </p:nvSpPr>
            <p:spPr>
              <a:xfrm>
                <a:off x="1745" y="307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1/0</a:t>
                </a:r>
                <a:endParaRPr sz="3600" b="1" i="0" u="none" strike="noStrike" cap="none">
                  <a:solidFill>
                    <a:schemeClr val="dk1"/>
                  </a:solidFill>
                  <a:latin typeface="Times New Roman"/>
                  <a:ea typeface="Times New Roman"/>
                  <a:cs typeface="Times New Roman"/>
                  <a:sym typeface="Times New Roman"/>
                </a:endParaRPr>
              </a:p>
            </p:txBody>
          </p:sp>
          <p:sp>
            <p:nvSpPr>
              <p:cNvPr id="395" name="Google Shape;395;g28abd34dbfa_0_390"/>
              <p:cNvSpPr/>
              <p:nvPr/>
            </p:nvSpPr>
            <p:spPr>
              <a:xfrm>
                <a:off x="3145" y="3140"/>
                <a:ext cx="456" cy="456"/>
              </a:xfrm>
              <a:custGeom>
                <a:avLst/>
                <a:gdLst/>
                <a:ahLst/>
                <a:cxnLst/>
                <a:rect l="l" t="t" r="r" b="b"/>
                <a:pathLst>
                  <a:path w="456" h="456" extrusionOk="0">
                    <a:moveTo>
                      <a:pt x="0" y="227"/>
                    </a:moveTo>
                    <a:lnTo>
                      <a:pt x="0" y="248"/>
                    </a:lnTo>
                    <a:lnTo>
                      <a:pt x="2" y="262"/>
                    </a:lnTo>
                    <a:lnTo>
                      <a:pt x="4" y="271"/>
                    </a:lnTo>
                    <a:lnTo>
                      <a:pt x="6" y="285"/>
                    </a:lnTo>
                    <a:lnTo>
                      <a:pt x="10" y="294"/>
                    </a:lnTo>
                    <a:lnTo>
                      <a:pt x="12" y="304"/>
                    </a:lnTo>
                    <a:lnTo>
                      <a:pt x="18" y="316"/>
                    </a:lnTo>
                    <a:lnTo>
                      <a:pt x="23" y="325"/>
                    </a:lnTo>
                    <a:lnTo>
                      <a:pt x="27" y="335"/>
                    </a:lnTo>
                    <a:lnTo>
                      <a:pt x="39" y="354"/>
                    </a:lnTo>
                    <a:lnTo>
                      <a:pt x="50" y="371"/>
                    </a:lnTo>
                    <a:lnTo>
                      <a:pt x="58" y="379"/>
                    </a:lnTo>
                    <a:lnTo>
                      <a:pt x="64" y="387"/>
                    </a:lnTo>
                    <a:lnTo>
                      <a:pt x="81" y="404"/>
                    </a:lnTo>
                    <a:lnTo>
                      <a:pt x="100" y="415"/>
                    </a:lnTo>
                    <a:lnTo>
                      <a:pt x="108" y="421"/>
                    </a:lnTo>
                    <a:lnTo>
                      <a:pt x="117" y="427"/>
                    </a:lnTo>
                    <a:lnTo>
                      <a:pt x="127" y="431"/>
                    </a:lnTo>
                    <a:lnTo>
                      <a:pt x="137" y="437"/>
                    </a:lnTo>
                    <a:lnTo>
                      <a:pt x="148" y="442"/>
                    </a:lnTo>
                    <a:lnTo>
                      <a:pt x="158" y="444"/>
                    </a:lnTo>
                    <a:lnTo>
                      <a:pt x="167" y="448"/>
                    </a:lnTo>
                    <a:lnTo>
                      <a:pt x="181" y="450"/>
                    </a:lnTo>
                    <a:lnTo>
                      <a:pt x="190" y="452"/>
                    </a:lnTo>
                    <a:lnTo>
                      <a:pt x="202" y="454"/>
                    </a:lnTo>
                    <a:lnTo>
                      <a:pt x="213" y="454"/>
                    </a:lnTo>
                    <a:lnTo>
                      <a:pt x="225" y="456"/>
                    </a:lnTo>
                    <a:lnTo>
                      <a:pt x="229" y="456"/>
                    </a:lnTo>
                    <a:lnTo>
                      <a:pt x="238" y="454"/>
                    </a:lnTo>
                    <a:lnTo>
                      <a:pt x="248" y="454"/>
                    </a:lnTo>
                    <a:lnTo>
                      <a:pt x="262" y="452"/>
                    </a:lnTo>
                    <a:lnTo>
                      <a:pt x="271" y="450"/>
                    </a:lnTo>
                    <a:lnTo>
                      <a:pt x="285" y="448"/>
                    </a:lnTo>
                    <a:lnTo>
                      <a:pt x="294" y="444"/>
                    </a:lnTo>
                    <a:lnTo>
                      <a:pt x="304" y="442"/>
                    </a:lnTo>
                    <a:lnTo>
                      <a:pt x="315" y="437"/>
                    </a:lnTo>
                    <a:lnTo>
                      <a:pt x="325" y="431"/>
                    </a:lnTo>
                    <a:lnTo>
                      <a:pt x="335" y="427"/>
                    </a:lnTo>
                    <a:lnTo>
                      <a:pt x="354" y="415"/>
                    </a:lnTo>
                    <a:lnTo>
                      <a:pt x="371" y="404"/>
                    </a:lnTo>
                    <a:lnTo>
                      <a:pt x="404" y="371"/>
                    </a:lnTo>
                    <a:lnTo>
                      <a:pt x="415" y="354"/>
                    </a:lnTo>
                    <a:lnTo>
                      <a:pt x="427" y="335"/>
                    </a:lnTo>
                    <a:lnTo>
                      <a:pt x="431" y="325"/>
                    </a:lnTo>
                    <a:lnTo>
                      <a:pt x="436" y="316"/>
                    </a:lnTo>
                    <a:lnTo>
                      <a:pt x="442" y="304"/>
                    </a:lnTo>
                    <a:lnTo>
                      <a:pt x="444" y="294"/>
                    </a:lnTo>
                    <a:lnTo>
                      <a:pt x="448" y="285"/>
                    </a:lnTo>
                    <a:lnTo>
                      <a:pt x="450" y="271"/>
                    </a:lnTo>
                    <a:lnTo>
                      <a:pt x="452" y="262"/>
                    </a:lnTo>
                    <a:lnTo>
                      <a:pt x="454" y="250"/>
                    </a:lnTo>
                    <a:lnTo>
                      <a:pt x="454" y="239"/>
                    </a:lnTo>
                    <a:lnTo>
                      <a:pt x="456" y="229"/>
                    </a:lnTo>
                    <a:lnTo>
                      <a:pt x="456" y="225"/>
                    </a:lnTo>
                    <a:lnTo>
                      <a:pt x="454" y="216"/>
                    </a:lnTo>
                    <a:lnTo>
                      <a:pt x="454" y="204"/>
                    </a:lnTo>
                    <a:lnTo>
                      <a:pt x="452" y="191"/>
                    </a:lnTo>
                    <a:lnTo>
                      <a:pt x="450" y="181"/>
                    </a:lnTo>
                    <a:lnTo>
                      <a:pt x="448" y="168"/>
                    </a:lnTo>
                    <a:lnTo>
                      <a:pt x="444" y="158"/>
                    </a:lnTo>
                    <a:lnTo>
                      <a:pt x="442" y="148"/>
                    </a:lnTo>
                    <a:lnTo>
                      <a:pt x="436" y="137"/>
                    </a:lnTo>
                    <a:lnTo>
                      <a:pt x="431" y="127"/>
                    </a:lnTo>
                    <a:lnTo>
                      <a:pt x="427" y="118"/>
                    </a:lnTo>
                    <a:lnTo>
                      <a:pt x="421" y="108"/>
                    </a:lnTo>
                    <a:lnTo>
                      <a:pt x="415" y="100"/>
                    </a:lnTo>
                    <a:lnTo>
                      <a:pt x="404" y="81"/>
                    </a:lnTo>
                    <a:lnTo>
                      <a:pt x="386" y="64"/>
                    </a:lnTo>
                    <a:lnTo>
                      <a:pt x="379" y="58"/>
                    </a:lnTo>
                    <a:lnTo>
                      <a:pt x="371" y="50"/>
                    </a:lnTo>
                    <a:lnTo>
                      <a:pt x="354" y="39"/>
                    </a:lnTo>
                    <a:lnTo>
                      <a:pt x="335" y="27"/>
                    </a:lnTo>
                    <a:lnTo>
                      <a:pt x="325" y="24"/>
                    </a:lnTo>
                    <a:lnTo>
                      <a:pt x="315" y="18"/>
                    </a:lnTo>
                    <a:lnTo>
                      <a:pt x="304" y="12"/>
                    </a:lnTo>
                    <a:lnTo>
                      <a:pt x="294" y="10"/>
                    </a:lnTo>
                    <a:lnTo>
                      <a:pt x="285" y="6"/>
                    </a:lnTo>
                    <a:lnTo>
                      <a:pt x="271" y="4"/>
                    </a:lnTo>
                    <a:lnTo>
                      <a:pt x="262" y="2"/>
                    </a:lnTo>
                    <a:lnTo>
                      <a:pt x="250" y="0"/>
                    </a:lnTo>
                    <a:lnTo>
                      <a:pt x="204" y="0"/>
                    </a:lnTo>
                    <a:lnTo>
                      <a:pt x="190" y="2"/>
                    </a:lnTo>
                    <a:lnTo>
                      <a:pt x="181" y="4"/>
                    </a:lnTo>
                    <a:lnTo>
                      <a:pt x="167" y="6"/>
                    </a:lnTo>
                    <a:lnTo>
                      <a:pt x="158" y="10"/>
                    </a:lnTo>
                    <a:lnTo>
                      <a:pt x="148" y="12"/>
                    </a:lnTo>
                    <a:lnTo>
                      <a:pt x="137" y="18"/>
                    </a:lnTo>
                    <a:lnTo>
                      <a:pt x="127" y="24"/>
                    </a:lnTo>
                    <a:lnTo>
                      <a:pt x="117" y="27"/>
                    </a:lnTo>
                    <a:lnTo>
                      <a:pt x="108" y="33"/>
                    </a:lnTo>
                    <a:lnTo>
                      <a:pt x="100" y="39"/>
                    </a:lnTo>
                    <a:lnTo>
                      <a:pt x="81" y="50"/>
                    </a:lnTo>
                    <a:lnTo>
                      <a:pt x="66" y="66"/>
                    </a:lnTo>
                    <a:lnTo>
                      <a:pt x="50" y="81"/>
                    </a:lnTo>
                    <a:lnTo>
                      <a:pt x="39" y="100"/>
                    </a:lnTo>
                    <a:lnTo>
                      <a:pt x="33" y="108"/>
                    </a:lnTo>
                    <a:lnTo>
                      <a:pt x="27" y="118"/>
                    </a:lnTo>
                    <a:lnTo>
                      <a:pt x="23" y="127"/>
                    </a:lnTo>
                    <a:lnTo>
                      <a:pt x="18" y="137"/>
                    </a:lnTo>
                    <a:lnTo>
                      <a:pt x="12"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7" y="148"/>
                    </a:lnTo>
                    <a:lnTo>
                      <a:pt x="43" y="139"/>
                    </a:lnTo>
                    <a:lnTo>
                      <a:pt x="46" y="129"/>
                    </a:lnTo>
                    <a:lnTo>
                      <a:pt x="52" y="120"/>
                    </a:lnTo>
                    <a:lnTo>
                      <a:pt x="58" y="112"/>
                    </a:lnTo>
                    <a:lnTo>
                      <a:pt x="64" y="102"/>
                    </a:lnTo>
                    <a:lnTo>
                      <a:pt x="69" y="97"/>
                    </a:lnTo>
                    <a:lnTo>
                      <a:pt x="77" y="89"/>
                    </a:lnTo>
                    <a:lnTo>
                      <a:pt x="81" y="81"/>
                    </a:lnTo>
                    <a:lnTo>
                      <a:pt x="89" y="77"/>
                    </a:lnTo>
                    <a:lnTo>
                      <a:pt x="96" y="70"/>
                    </a:lnTo>
                    <a:lnTo>
                      <a:pt x="102" y="64"/>
                    </a:lnTo>
                    <a:lnTo>
                      <a:pt x="112" y="58"/>
                    </a:lnTo>
                    <a:lnTo>
                      <a:pt x="119" y="52"/>
                    </a:lnTo>
                    <a:lnTo>
                      <a:pt x="129" y="47"/>
                    </a:lnTo>
                    <a:lnTo>
                      <a:pt x="139" y="43"/>
                    </a:lnTo>
                    <a:lnTo>
                      <a:pt x="148" y="37"/>
                    </a:lnTo>
                    <a:lnTo>
                      <a:pt x="156" y="35"/>
                    </a:lnTo>
                    <a:lnTo>
                      <a:pt x="165" y="33"/>
                    </a:lnTo>
                    <a:lnTo>
                      <a:pt x="175" y="29"/>
                    </a:lnTo>
                    <a:lnTo>
                      <a:pt x="185" y="27"/>
                    </a:lnTo>
                    <a:lnTo>
                      <a:pt x="194" y="25"/>
                    </a:lnTo>
                    <a:lnTo>
                      <a:pt x="204" y="24"/>
                    </a:lnTo>
                    <a:lnTo>
                      <a:pt x="227" y="24"/>
                    </a:lnTo>
                    <a:lnTo>
                      <a:pt x="246" y="24"/>
                    </a:lnTo>
                    <a:lnTo>
                      <a:pt x="258" y="25"/>
                    </a:lnTo>
                    <a:lnTo>
                      <a:pt x="267" y="27"/>
                    </a:lnTo>
                    <a:lnTo>
                      <a:pt x="277" y="29"/>
                    </a:lnTo>
                    <a:lnTo>
                      <a:pt x="286" y="33"/>
                    </a:lnTo>
                    <a:lnTo>
                      <a:pt x="296" y="35"/>
                    </a:lnTo>
                    <a:lnTo>
                      <a:pt x="304" y="37"/>
                    </a:lnTo>
                    <a:lnTo>
                      <a:pt x="313" y="43"/>
                    </a:lnTo>
                    <a:lnTo>
                      <a:pt x="323" y="47"/>
                    </a:lnTo>
                    <a:lnTo>
                      <a:pt x="342" y="58"/>
                    </a:lnTo>
                    <a:lnTo>
                      <a:pt x="356" y="70"/>
                    </a:lnTo>
                    <a:lnTo>
                      <a:pt x="363" y="77"/>
                    </a:lnTo>
                    <a:lnTo>
                      <a:pt x="371" y="83"/>
                    </a:lnTo>
                    <a:lnTo>
                      <a:pt x="384" y="97"/>
                    </a:lnTo>
                    <a:lnTo>
                      <a:pt x="390" y="102"/>
                    </a:lnTo>
                    <a:lnTo>
                      <a:pt x="396" y="112"/>
                    </a:lnTo>
                    <a:lnTo>
                      <a:pt x="402" y="120"/>
                    </a:lnTo>
                    <a:lnTo>
                      <a:pt x="407" y="129"/>
                    </a:lnTo>
                    <a:lnTo>
                      <a:pt x="411" y="139"/>
                    </a:lnTo>
                    <a:lnTo>
                      <a:pt x="417" y="148"/>
                    </a:lnTo>
                    <a:lnTo>
                      <a:pt x="419" y="156"/>
                    </a:lnTo>
                    <a:lnTo>
                      <a:pt x="421" y="166"/>
                    </a:lnTo>
                    <a:lnTo>
                      <a:pt x="425" y="175"/>
                    </a:lnTo>
                    <a:lnTo>
                      <a:pt x="427" y="185"/>
                    </a:lnTo>
                    <a:lnTo>
                      <a:pt x="429" y="194"/>
                    </a:lnTo>
                    <a:lnTo>
                      <a:pt x="431" y="204"/>
                    </a:lnTo>
                    <a:lnTo>
                      <a:pt x="431" y="216"/>
                    </a:lnTo>
                    <a:lnTo>
                      <a:pt x="432" y="229"/>
                    </a:lnTo>
                    <a:lnTo>
                      <a:pt x="432" y="225"/>
                    </a:lnTo>
                    <a:lnTo>
                      <a:pt x="431" y="235"/>
                    </a:lnTo>
                    <a:lnTo>
                      <a:pt x="431" y="246"/>
                    </a:lnTo>
                    <a:lnTo>
                      <a:pt x="429" y="258"/>
                    </a:lnTo>
                    <a:lnTo>
                      <a:pt x="427" y="267"/>
                    </a:lnTo>
                    <a:lnTo>
                      <a:pt x="425" y="277"/>
                    </a:lnTo>
                    <a:lnTo>
                      <a:pt x="421" y="287"/>
                    </a:lnTo>
                    <a:lnTo>
                      <a:pt x="419" y="296"/>
                    </a:lnTo>
                    <a:lnTo>
                      <a:pt x="417" y="304"/>
                    </a:lnTo>
                    <a:lnTo>
                      <a:pt x="411" y="314"/>
                    </a:lnTo>
                    <a:lnTo>
                      <a:pt x="407" y="323"/>
                    </a:lnTo>
                    <a:lnTo>
                      <a:pt x="396" y="342"/>
                    </a:lnTo>
                    <a:lnTo>
                      <a:pt x="384" y="356"/>
                    </a:lnTo>
                    <a:lnTo>
                      <a:pt x="356" y="385"/>
                    </a:lnTo>
                    <a:lnTo>
                      <a:pt x="342" y="396"/>
                    </a:lnTo>
                    <a:lnTo>
                      <a:pt x="323" y="408"/>
                    </a:lnTo>
                    <a:lnTo>
                      <a:pt x="313" y="412"/>
                    </a:lnTo>
                    <a:lnTo>
                      <a:pt x="304" y="417"/>
                    </a:lnTo>
                    <a:lnTo>
                      <a:pt x="296" y="419"/>
                    </a:lnTo>
                    <a:lnTo>
                      <a:pt x="286" y="421"/>
                    </a:lnTo>
                    <a:lnTo>
                      <a:pt x="277" y="425"/>
                    </a:lnTo>
                    <a:lnTo>
                      <a:pt x="267" y="427"/>
                    </a:lnTo>
                    <a:lnTo>
                      <a:pt x="258" y="429"/>
                    </a:lnTo>
                    <a:lnTo>
                      <a:pt x="248" y="431"/>
                    </a:lnTo>
                    <a:lnTo>
                      <a:pt x="235" y="431"/>
                    </a:lnTo>
                    <a:lnTo>
                      <a:pt x="225" y="433"/>
                    </a:lnTo>
                    <a:lnTo>
                      <a:pt x="229" y="433"/>
                    </a:lnTo>
                    <a:lnTo>
                      <a:pt x="217" y="431"/>
                    </a:lnTo>
                    <a:lnTo>
                      <a:pt x="206" y="431"/>
                    </a:lnTo>
                    <a:lnTo>
                      <a:pt x="194" y="429"/>
                    </a:lnTo>
                    <a:lnTo>
                      <a:pt x="185" y="427"/>
                    </a:lnTo>
                    <a:lnTo>
                      <a:pt x="175" y="425"/>
                    </a:lnTo>
                    <a:lnTo>
                      <a:pt x="165" y="421"/>
                    </a:lnTo>
                    <a:lnTo>
                      <a:pt x="156" y="419"/>
                    </a:lnTo>
                    <a:lnTo>
                      <a:pt x="148" y="417"/>
                    </a:lnTo>
                    <a:lnTo>
                      <a:pt x="139" y="412"/>
                    </a:lnTo>
                    <a:lnTo>
                      <a:pt x="129" y="408"/>
                    </a:lnTo>
                    <a:lnTo>
                      <a:pt x="119" y="402"/>
                    </a:lnTo>
                    <a:lnTo>
                      <a:pt x="112" y="396"/>
                    </a:lnTo>
                    <a:lnTo>
                      <a:pt x="102" y="390"/>
                    </a:lnTo>
                    <a:lnTo>
                      <a:pt x="96" y="385"/>
                    </a:lnTo>
                    <a:lnTo>
                      <a:pt x="83" y="371"/>
                    </a:lnTo>
                    <a:lnTo>
                      <a:pt x="77" y="364"/>
                    </a:lnTo>
                    <a:lnTo>
                      <a:pt x="69" y="356"/>
                    </a:lnTo>
                    <a:lnTo>
                      <a:pt x="58" y="342"/>
                    </a:lnTo>
                    <a:lnTo>
                      <a:pt x="46" y="323"/>
                    </a:lnTo>
                    <a:lnTo>
                      <a:pt x="43" y="314"/>
                    </a:lnTo>
                    <a:lnTo>
                      <a:pt x="37" y="304"/>
                    </a:lnTo>
                    <a:lnTo>
                      <a:pt x="35"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96" name="Google Shape;396;g28abd34dbfa_0_390"/>
              <p:cNvSpPr/>
              <p:nvPr/>
            </p:nvSpPr>
            <p:spPr>
              <a:xfrm>
                <a:off x="2604" y="3327"/>
                <a:ext cx="541" cy="42"/>
              </a:xfrm>
              <a:custGeom>
                <a:avLst/>
                <a:gdLst/>
                <a:ahLst/>
                <a:cxnLst/>
                <a:rect l="l" t="t" r="r" b="b"/>
                <a:pathLst>
                  <a:path w="541" h="42" extrusionOk="0">
                    <a:moveTo>
                      <a:pt x="19" y="4"/>
                    </a:moveTo>
                    <a:lnTo>
                      <a:pt x="13" y="4"/>
                    </a:lnTo>
                    <a:lnTo>
                      <a:pt x="9" y="6"/>
                    </a:lnTo>
                    <a:lnTo>
                      <a:pt x="2" y="13"/>
                    </a:lnTo>
                    <a:lnTo>
                      <a:pt x="0" y="17"/>
                    </a:lnTo>
                    <a:lnTo>
                      <a:pt x="0" y="29"/>
                    </a:lnTo>
                    <a:lnTo>
                      <a:pt x="2" y="32"/>
                    </a:lnTo>
                    <a:lnTo>
                      <a:pt x="9" y="40"/>
                    </a:lnTo>
                    <a:lnTo>
                      <a:pt x="13" y="42"/>
                    </a:lnTo>
                    <a:lnTo>
                      <a:pt x="19" y="42"/>
                    </a:lnTo>
                    <a:lnTo>
                      <a:pt x="522" y="38"/>
                    </a:lnTo>
                    <a:lnTo>
                      <a:pt x="528" y="38"/>
                    </a:lnTo>
                    <a:lnTo>
                      <a:pt x="532" y="36"/>
                    </a:lnTo>
                    <a:lnTo>
                      <a:pt x="539" y="29"/>
                    </a:lnTo>
                    <a:lnTo>
                      <a:pt x="541" y="25"/>
                    </a:lnTo>
                    <a:lnTo>
                      <a:pt x="541" y="13"/>
                    </a:lnTo>
                    <a:lnTo>
                      <a:pt x="539" y="9"/>
                    </a:lnTo>
                    <a:lnTo>
                      <a:pt x="532" y="2"/>
                    </a:lnTo>
                    <a:lnTo>
                      <a:pt x="528" y="0"/>
                    </a:lnTo>
                    <a:lnTo>
                      <a:pt x="522" y="0"/>
                    </a:lnTo>
                    <a:lnTo>
                      <a:pt x="19" y="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397" name="Google Shape;397;g28abd34dbfa_0_390"/>
              <p:cNvSpPr/>
              <p:nvPr/>
            </p:nvSpPr>
            <p:spPr>
              <a:xfrm>
                <a:off x="3281" y="320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C</a:t>
                </a:r>
                <a:endParaRPr sz="3600" b="1" i="0" u="none" strike="noStrike" cap="none">
                  <a:solidFill>
                    <a:schemeClr val="dk1"/>
                  </a:solidFill>
                  <a:latin typeface="Times New Roman"/>
                  <a:ea typeface="Times New Roman"/>
                  <a:cs typeface="Times New Roman"/>
                  <a:sym typeface="Times New Roman"/>
                </a:endParaRPr>
              </a:p>
            </p:txBody>
          </p:sp>
          <p:sp>
            <p:nvSpPr>
              <p:cNvPr id="398" name="Google Shape;398;g28abd34dbfa_0_390"/>
              <p:cNvSpPr/>
              <p:nvPr/>
            </p:nvSpPr>
            <p:spPr>
              <a:xfrm>
                <a:off x="2669" y="306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1/0</a:t>
                </a:r>
                <a:endParaRPr sz="3600" b="1" i="0" u="none" strike="noStrike" cap="none">
                  <a:solidFill>
                    <a:schemeClr val="dk1"/>
                  </a:solidFill>
                  <a:latin typeface="Times New Roman"/>
                  <a:ea typeface="Times New Roman"/>
                  <a:cs typeface="Times New Roman"/>
                  <a:sym typeface="Times New Roman"/>
                </a:endParaRPr>
              </a:p>
            </p:txBody>
          </p:sp>
          <p:sp>
            <p:nvSpPr>
              <p:cNvPr id="399" name="Google Shape;399;g28abd34dbfa_0_390"/>
              <p:cNvSpPr/>
              <p:nvPr/>
            </p:nvSpPr>
            <p:spPr>
              <a:xfrm>
                <a:off x="3576" y="3344"/>
                <a:ext cx="545" cy="40"/>
              </a:xfrm>
              <a:custGeom>
                <a:avLst/>
                <a:gdLst/>
                <a:ahLst/>
                <a:cxnLst/>
                <a:rect l="l" t="t" r="r" b="b"/>
                <a:pathLst>
                  <a:path w="545" h="40" extrusionOk="0">
                    <a:moveTo>
                      <a:pt x="19" y="2"/>
                    </a:moveTo>
                    <a:lnTo>
                      <a:pt x="13" y="2"/>
                    </a:lnTo>
                    <a:lnTo>
                      <a:pt x="9" y="4"/>
                    </a:lnTo>
                    <a:lnTo>
                      <a:pt x="1" y="12"/>
                    </a:lnTo>
                    <a:lnTo>
                      <a:pt x="0" y="15"/>
                    </a:lnTo>
                    <a:lnTo>
                      <a:pt x="0" y="27"/>
                    </a:lnTo>
                    <a:lnTo>
                      <a:pt x="1" y="31"/>
                    </a:lnTo>
                    <a:lnTo>
                      <a:pt x="9" y="39"/>
                    </a:lnTo>
                    <a:lnTo>
                      <a:pt x="13" y="40"/>
                    </a:lnTo>
                    <a:lnTo>
                      <a:pt x="19" y="40"/>
                    </a:lnTo>
                    <a:lnTo>
                      <a:pt x="526" y="39"/>
                    </a:lnTo>
                    <a:lnTo>
                      <a:pt x="532" y="39"/>
                    </a:lnTo>
                    <a:lnTo>
                      <a:pt x="535" y="37"/>
                    </a:lnTo>
                    <a:lnTo>
                      <a:pt x="543" y="29"/>
                    </a:lnTo>
                    <a:lnTo>
                      <a:pt x="545" y="25"/>
                    </a:lnTo>
                    <a:lnTo>
                      <a:pt x="545" y="14"/>
                    </a:lnTo>
                    <a:lnTo>
                      <a:pt x="543" y="10"/>
                    </a:lnTo>
                    <a:lnTo>
                      <a:pt x="535" y="2"/>
                    </a:lnTo>
                    <a:lnTo>
                      <a:pt x="532" y="0"/>
                    </a:lnTo>
                    <a:lnTo>
                      <a:pt x="526" y="0"/>
                    </a:lnTo>
                    <a:lnTo>
                      <a:pt x="19"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0" name="Google Shape;400;g28abd34dbfa_0_390"/>
              <p:cNvSpPr/>
              <p:nvPr/>
            </p:nvSpPr>
            <p:spPr>
              <a:xfrm>
                <a:off x="3660" y="306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0/0</a:t>
                </a:r>
                <a:endParaRPr sz="3600" b="1" i="0" u="none" strike="noStrike" cap="none">
                  <a:solidFill>
                    <a:schemeClr val="dk1"/>
                  </a:solidFill>
                  <a:latin typeface="Times New Roman"/>
                  <a:ea typeface="Times New Roman"/>
                  <a:cs typeface="Times New Roman"/>
                  <a:sym typeface="Times New Roman"/>
                </a:endParaRPr>
              </a:p>
            </p:txBody>
          </p:sp>
          <p:sp>
            <p:nvSpPr>
              <p:cNvPr id="401" name="Google Shape;401;g28abd34dbfa_0_390"/>
              <p:cNvSpPr/>
              <p:nvPr/>
            </p:nvSpPr>
            <p:spPr>
              <a:xfrm>
                <a:off x="2024" y="3286"/>
                <a:ext cx="186" cy="79"/>
              </a:xfrm>
              <a:custGeom>
                <a:avLst/>
                <a:gdLst/>
                <a:ahLst/>
                <a:cxnLst/>
                <a:rect l="l" t="t" r="r" b="b"/>
                <a:pathLst>
                  <a:path w="186" h="79" extrusionOk="0">
                    <a:moveTo>
                      <a:pt x="161" y="79"/>
                    </a:moveTo>
                    <a:lnTo>
                      <a:pt x="172" y="79"/>
                    </a:lnTo>
                    <a:lnTo>
                      <a:pt x="176" y="77"/>
                    </a:lnTo>
                    <a:lnTo>
                      <a:pt x="184" y="70"/>
                    </a:lnTo>
                    <a:lnTo>
                      <a:pt x="186" y="66"/>
                    </a:lnTo>
                    <a:lnTo>
                      <a:pt x="186" y="54"/>
                    </a:lnTo>
                    <a:lnTo>
                      <a:pt x="184" y="50"/>
                    </a:lnTo>
                    <a:lnTo>
                      <a:pt x="176" y="43"/>
                    </a:lnTo>
                    <a:lnTo>
                      <a:pt x="172" y="41"/>
                    </a:lnTo>
                    <a:lnTo>
                      <a:pt x="25" y="0"/>
                    </a:lnTo>
                    <a:lnTo>
                      <a:pt x="13" y="0"/>
                    </a:lnTo>
                    <a:lnTo>
                      <a:pt x="9" y="2"/>
                    </a:lnTo>
                    <a:lnTo>
                      <a:pt x="1" y="10"/>
                    </a:lnTo>
                    <a:lnTo>
                      <a:pt x="0" y="14"/>
                    </a:lnTo>
                    <a:lnTo>
                      <a:pt x="0" y="25"/>
                    </a:lnTo>
                    <a:lnTo>
                      <a:pt x="1"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2" name="Google Shape;402;g28abd34dbfa_0_390"/>
              <p:cNvSpPr/>
              <p:nvPr/>
            </p:nvSpPr>
            <p:spPr>
              <a:xfrm>
                <a:off x="2024" y="3336"/>
                <a:ext cx="194" cy="79"/>
              </a:xfrm>
              <a:custGeom>
                <a:avLst/>
                <a:gdLst/>
                <a:ahLst/>
                <a:cxnLst/>
                <a:rect l="l" t="t" r="r" b="b"/>
                <a:pathLst>
                  <a:path w="194" h="79" extrusionOk="0">
                    <a:moveTo>
                      <a:pt x="180" y="39"/>
                    </a:moveTo>
                    <a:lnTo>
                      <a:pt x="184" y="37"/>
                    </a:lnTo>
                    <a:lnTo>
                      <a:pt x="192" y="29"/>
                    </a:lnTo>
                    <a:lnTo>
                      <a:pt x="194" y="25"/>
                    </a:lnTo>
                    <a:lnTo>
                      <a:pt x="194" y="14"/>
                    </a:lnTo>
                    <a:lnTo>
                      <a:pt x="192" y="10"/>
                    </a:lnTo>
                    <a:lnTo>
                      <a:pt x="184" y="2"/>
                    </a:lnTo>
                    <a:lnTo>
                      <a:pt x="180" y="0"/>
                    </a:lnTo>
                    <a:lnTo>
                      <a:pt x="169" y="0"/>
                    </a:lnTo>
                    <a:lnTo>
                      <a:pt x="13" y="41"/>
                    </a:lnTo>
                    <a:lnTo>
                      <a:pt x="9" y="43"/>
                    </a:lnTo>
                    <a:lnTo>
                      <a:pt x="1" y="50"/>
                    </a:lnTo>
                    <a:lnTo>
                      <a:pt x="0" y="54"/>
                    </a:lnTo>
                    <a:lnTo>
                      <a:pt x="0" y="66"/>
                    </a:lnTo>
                    <a:lnTo>
                      <a:pt x="1" y="70"/>
                    </a:lnTo>
                    <a:lnTo>
                      <a:pt x="9" y="77"/>
                    </a:lnTo>
                    <a:lnTo>
                      <a:pt x="13" y="79"/>
                    </a:lnTo>
                    <a:lnTo>
                      <a:pt x="25" y="79"/>
                    </a:lnTo>
                    <a:lnTo>
                      <a:pt x="180"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3" name="Google Shape;403;g28abd34dbfa_0_390"/>
              <p:cNvSpPr/>
              <p:nvPr/>
            </p:nvSpPr>
            <p:spPr>
              <a:xfrm>
                <a:off x="2934" y="3275"/>
                <a:ext cx="186" cy="81"/>
              </a:xfrm>
              <a:custGeom>
                <a:avLst/>
                <a:gdLst/>
                <a:ahLst/>
                <a:cxnLst/>
                <a:rect l="l" t="t" r="r" b="b"/>
                <a:pathLst>
                  <a:path w="186" h="81" extrusionOk="0">
                    <a:moveTo>
                      <a:pt x="161" y="81"/>
                    </a:moveTo>
                    <a:lnTo>
                      <a:pt x="171" y="81"/>
                    </a:lnTo>
                    <a:lnTo>
                      <a:pt x="177" y="79"/>
                    </a:lnTo>
                    <a:lnTo>
                      <a:pt x="184" y="71"/>
                    </a:lnTo>
                    <a:lnTo>
                      <a:pt x="186" y="67"/>
                    </a:lnTo>
                    <a:lnTo>
                      <a:pt x="186" y="58"/>
                    </a:lnTo>
                    <a:lnTo>
                      <a:pt x="184" y="52"/>
                    </a:lnTo>
                    <a:lnTo>
                      <a:pt x="177" y="44"/>
                    </a:lnTo>
                    <a:lnTo>
                      <a:pt x="173" y="42"/>
                    </a:lnTo>
                    <a:lnTo>
                      <a:pt x="25" y="0"/>
                    </a:lnTo>
                    <a:lnTo>
                      <a:pt x="15" y="0"/>
                    </a:lnTo>
                    <a:lnTo>
                      <a:pt x="10" y="2"/>
                    </a:lnTo>
                    <a:lnTo>
                      <a:pt x="2" y="10"/>
                    </a:lnTo>
                    <a:lnTo>
                      <a:pt x="0" y="13"/>
                    </a:lnTo>
                    <a:lnTo>
                      <a:pt x="0" y="23"/>
                    </a:lnTo>
                    <a:lnTo>
                      <a:pt x="2" y="29"/>
                    </a:lnTo>
                    <a:lnTo>
                      <a:pt x="10" y="36"/>
                    </a:lnTo>
                    <a:lnTo>
                      <a:pt x="13" y="38"/>
                    </a:lnTo>
                    <a:lnTo>
                      <a:pt x="161" y="8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4" name="Google Shape;404;g28abd34dbfa_0_390"/>
              <p:cNvSpPr/>
              <p:nvPr/>
            </p:nvSpPr>
            <p:spPr>
              <a:xfrm>
                <a:off x="2934" y="3325"/>
                <a:ext cx="196" cy="79"/>
              </a:xfrm>
              <a:custGeom>
                <a:avLst/>
                <a:gdLst/>
                <a:ahLst/>
                <a:cxnLst/>
                <a:rect l="l" t="t" r="r" b="b"/>
                <a:pathLst>
                  <a:path w="196" h="79" extrusionOk="0">
                    <a:moveTo>
                      <a:pt x="181" y="38"/>
                    </a:moveTo>
                    <a:lnTo>
                      <a:pt x="186" y="36"/>
                    </a:lnTo>
                    <a:lnTo>
                      <a:pt x="194" y="29"/>
                    </a:lnTo>
                    <a:lnTo>
                      <a:pt x="196" y="25"/>
                    </a:lnTo>
                    <a:lnTo>
                      <a:pt x="196" y="15"/>
                    </a:lnTo>
                    <a:lnTo>
                      <a:pt x="194" y="9"/>
                    </a:lnTo>
                    <a:lnTo>
                      <a:pt x="186" y="2"/>
                    </a:lnTo>
                    <a:lnTo>
                      <a:pt x="182" y="0"/>
                    </a:lnTo>
                    <a:lnTo>
                      <a:pt x="173" y="0"/>
                    </a:lnTo>
                    <a:lnTo>
                      <a:pt x="15" y="40"/>
                    </a:lnTo>
                    <a:lnTo>
                      <a:pt x="10" y="42"/>
                    </a:lnTo>
                    <a:lnTo>
                      <a:pt x="2" y="50"/>
                    </a:lnTo>
                    <a:lnTo>
                      <a:pt x="0" y="54"/>
                    </a:lnTo>
                    <a:lnTo>
                      <a:pt x="0" y="63"/>
                    </a:lnTo>
                    <a:lnTo>
                      <a:pt x="2" y="69"/>
                    </a:lnTo>
                    <a:lnTo>
                      <a:pt x="10" y="77"/>
                    </a:lnTo>
                    <a:lnTo>
                      <a:pt x="13" y="79"/>
                    </a:lnTo>
                    <a:lnTo>
                      <a:pt x="23" y="79"/>
                    </a:lnTo>
                    <a:lnTo>
                      <a:pt x="181"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5" name="Google Shape;405;g28abd34dbfa_0_390"/>
              <p:cNvSpPr/>
              <p:nvPr/>
            </p:nvSpPr>
            <p:spPr>
              <a:xfrm>
                <a:off x="3914" y="3294"/>
                <a:ext cx="186" cy="79"/>
              </a:xfrm>
              <a:custGeom>
                <a:avLst/>
                <a:gdLst/>
                <a:ahLst/>
                <a:cxnLst/>
                <a:rect l="l" t="t" r="r" b="b"/>
                <a:pathLst>
                  <a:path w="186" h="79" extrusionOk="0">
                    <a:moveTo>
                      <a:pt x="161" y="79"/>
                    </a:moveTo>
                    <a:lnTo>
                      <a:pt x="172" y="79"/>
                    </a:lnTo>
                    <a:lnTo>
                      <a:pt x="176" y="77"/>
                    </a:lnTo>
                    <a:lnTo>
                      <a:pt x="184" y="69"/>
                    </a:lnTo>
                    <a:lnTo>
                      <a:pt x="186" y="65"/>
                    </a:lnTo>
                    <a:lnTo>
                      <a:pt x="186" y="54"/>
                    </a:lnTo>
                    <a:lnTo>
                      <a:pt x="184" y="50"/>
                    </a:lnTo>
                    <a:lnTo>
                      <a:pt x="176" y="42"/>
                    </a:lnTo>
                    <a:lnTo>
                      <a:pt x="172" y="40"/>
                    </a:lnTo>
                    <a:lnTo>
                      <a:pt x="25" y="0"/>
                    </a:lnTo>
                    <a:lnTo>
                      <a:pt x="13" y="0"/>
                    </a:lnTo>
                    <a:lnTo>
                      <a:pt x="9" y="2"/>
                    </a:lnTo>
                    <a:lnTo>
                      <a:pt x="2" y="10"/>
                    </a:lnTo>
                    <a:lnTo>
                      <a:pt x="0" y="14"/>
                    </a:lnTo>
                    <a:lnTo>
                      <a:pt x="0" y="25"/>
                    </a:lnTo>
                    <a:lnTo>
                      <a:pt x="2"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6" name="Google Shape;406;g28abd34dbfa_0_390"/>
              <p:cNvSpPr/>
              <p:nvPr/>
            </p:nvSpPr>
            <p:spPr>
              <a:xfrm>
                <a:off x="3914" y="3342"/>
                <a:ext cx="196" cy="81"/>
              </a:xfrm>
              <a:custGeom>
                <a:avLst/>
                <a:gdLst/>
                <a:ahLst/>
                <a:cxnLst/>
                <a:rect l="l" t="t" r="r" b="b"/>
                <a:pathLst>
                  <a:path w="196" h="81" extrusionOk="0">
                    <a:moveTo>
                      <a:pt x="182" y="39"/>
                    </a:moveTo>
                    <a:lnTo>
                      <a:pt x="186" y="37"/>
                    </a:lnTo>
                    <a:lnTo>
                      <a:pt x="194" y="29"/>
                    </a:lnTo>
                    <a:lnTo>
                      <a:pt x="196" y="25"/>
                    </a:lnTo>
                    <a:lnTo>
                      <a:pt x="196" y="14"/>
                    </a:lnTo>
                    <a:lnTo>
                      <a:pt x="194" y="10"/>
                    </a:lnTo>
                    <a:lnTo>
                      <a:pt x="186" y="2"/>
                    </a:lnTo>
                    <a:lnTo>
                      <a:pt x="182" y="0"/>
                    </a:lnTo>
                    <a:lnTo>
                      <a:pt x="171" y="0"/>
                    </a:lnTo>
                    <a:lnTo>
                      <a:pt x="13" y="42"/>
                    </a:lnTo>
                    <a:lnTo>
                      <a:pt x="9" y="44"/>
                    </a:lnTo>
                    <a:lnTo>
                      <a:pt x="2" y="52"/>
                    </a:lnTo>
                    <a:lnTo>
                      <a:pt x="0" y="56"/>
                    </a:lnTo>
                    <a:lnTo>
                      <a:pt x="0" y="67"/>
                    </a:lnTo>
                    <a:lnTo>
                      <a:pt x="2" y="71"/>
                    </a:lnTo>
                    <a:lnTo>
                      <a:pt x="9" y="79"/>
                    </a:lnTo>
                    <a:lnTo>
                      <a:pt x="13" y="81"/>
                    </a:lnTo>
                    <a:lnTo>
                      <a:pt x="25" y="81"/>
                    </a:lnTo>
                    <a:lnTo>
                      <a:pt x="182"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grpSp>
        <p:nvGrpSpPr>
          <p:cNvPr id="407" name="Google Shape;407;g28abd34dbfa_0_390"/>
          <p:cNvGrpSpPr/>
          <p:nvPr/>
        </p:nvGrpSpPr>
        <p:grpSpPr>
          <a:xfrm>
            <a:off x="5107517" y="5487988"/>
            <a:ext cx="3708400" cy="828675"/>
            <a:chOff x="2413" y="3457"/>
            <a:chExt cx="1752" cy="522"/>
          </a:xfrm>
        </p:grpSpPr>
        <p:sp>
          <p:nvSpPr>
            <p:cNvPr id="408" name="Google Shape;408;g28abd34dbfa_0_390"/>
            <p:cNvSpPr/>
            <p:nvPr/>
          </p:nvSpPr>
          <p:spPr>
            <a:xfrm>
              <a:off x="2423" y="3457"/>
              <a:ext cx="1742" cy="522"/>
            </a:xfrm>
            <a:custGeom>
              <a:avLst/>
              <a:gdLst/>
              <a:ahLst/>
              <a:cxnLst/>
              <a:rect l="l" t="t" r="r" b="b"/>
              <a:pathLst>
                <a:path w="1742" h="522" extrusionOk="0">
                  <a:moveTo>
                    <a:pt x="1738" y="31"/>
                  </a:moveTo>
                  <a:lnTo>
                    <a:pt x="1740" y="27"/>
                  </a:lnTo>
                  <a:lnTo>
                    <a:pt x="1742" y="21"/>
                  </a:lnTo>
                  <a:lnTo>
                    <a:pt x="1742" y="17"/>
                  </a:lnTo>
                  <a:lnTo>
                    <a:pt x="1740" y="11"/>
                  </a:lnTo>
                  <a:lnTo>
                    <a:pt x="1738" y="7"/>
                  </a:lnTo>
                  <a:lnTo>
                    <a:pt x="1735" y="4"/>
                  </a:lnTo>
                  <a:lnTo>
                    <a:pt x="1731" y="2"/>
                  </a:lnTo>
                  <a:lnTo>
                    <a:pt x="1725" y="0"/>
                  </a:lnTo>
                  <a:lnTo>
                    <a:pt x="1721" y="0"/>
                  </a:lnTo>
                  <a:lnTo>
                    <a:pt x="1715" y="2"/>
                  </a:lnTo>
                  <a:lnTo>
                    <a:pt x="1712" y="4"/>
                  </a:lnTo>
                  <a:lnTo>
                    <a:pt x="1708" y="7"/>
                  </a:lnTo>
                  <a:lnTo>
                    <a:pt x="1673" y="48"/>
                  </a:lnTo>
                  <a:lnTo>
                    <a:pt x="1656" y="69"/>
                  </a:lnTo>
                  <a:lnTo>
                    <a:pt x="1640" y="90"/>
                  </a:lnTo>
                  <a:lnTo>
                    <a:pt x="1590" y="146"/>
                  </a:lnTo>
                  <a:lnTo>
                    <a:pt x="1521" y="215"/>
                  </a:lnTo>
                  <a:lnTo>
                    <a:pt x="1471" y="259"/>
                  </a:lnTo>
                  <a:lnTo>
                    <a:pt x="1452" y="274"/>
                  </a:lnTo>
                  <a:lnTo>
                    <a:pt x="1435" y="290"/>
                  </a:lnTo>
                  <a:lnTo>
                    <a:pt x="1416" y="303"/>
                  </a:lnTo>
                  <a:lnTo>
                    <a:pt x="1398" y="317"/>
                  </a:lnTo>
                  <a:lnTo>
                    <a:pt x="1381" y="328"/>
                  </a:lnTo>
                  <a:lnTo>
                    <a:pt x="1360" y="342"/>
                  </a:lnTo>
                  <a:lnTo>
                    <a:pt x="1345" y="353"/>
                  </a:lnTo>
                  <a:lnTo>
                    <a:pt x="1306" y="374"/>
                  </a:lnTo>
                  <a:lnTo>
                    <a:pt x="1270" y="394"/>
                  </a:lnTo>
                  <a:lnTo>
                    <a:pt x="1249" y="403"/>
                  </a:lnTo>
                  <a:lnTo>
                    <a:pt x="1229" y="413"/>
                  </a:lnTo>
                  <a:lnTo>
                    <a:pt x="1208" y="422"/>
                  </a:lnTo>
                  <a:lnTo>
                    <a:pt x="1189" y="430"/>
                  </a:lnTo>
                  <a:lnTo>
                    <a:pt x="1147" y="445"/>
                  </a:lnTo>
                  <a:lnTo>
                    <a:pt x="1128" y="453"/>
                  </a:lnTo>
                  <a:lnTo>
                    <a:pt x="1129" y="451"/>
                  </a:lnTo>
                  <a:lnTo>
                    <a:pt x="1131" y="451"/>
                  </a:lnTo>
                  <a:lnTo>
                    <a:pt x="1108" y="457"/>
                  </a:lnTo>
                  <a:lnTo>
                    <a:pt x="1087" y="461"/>
                  </a:lnTo>
                  <a:lnTo>
                    <a:pt x="1066" y="467"/>
                  </a:lnTo>
                  <a:lnTo>
                    <a:pt x="1022" y="474"/>
                  </a:lnTo>
                  <a:lnTo>
                    <a:pt x="997" y="476"/>
                  </a:lnTo>
                  <a:lnTo>
                    <a:pt x="974" y="480"/>
                  </a:lnTo>
                  <a:lnTo>
                    <a:pt x="951" y="482"/>
                  </a:lnTo>
                  <a:lnTo>
                    <a:pt x="926" y="482"/>
                  </a:lnTo>
                  <a:lnTo>
                    <a:pt x="903" y="484"/>
                  </a:lnTo>
                  <a:lnTo>
                    <a:pt x="803" y="484"/>
                  </a:lnTo>
                  <a:lnTo>
                    <a:pt x="778" y="482"/>
                  </a:lnTo>
                  <a:lnTo>
                    <a:pt x="753" y="482"/>
                  </a:lnTo>
                  <a:lnTo>
                    <a:pt x="705" y="478"/>
                  </a:lnTo>
                  <a:lnTo>
                    <a:pt x="680" y="474"/>
                  </a:lnTo>
                  <a:lnTo>
                    <a:pt x="657" y="472"/>
                  </a:lnTo>
                  <a:lnTo>
                    <a:pt x="634" y="468"/>
                  </a:lnTo>
                  <a:lnTo>
                    <a:pt x="542" y="453"/>
                  </a:lnTo>
                  <a:lnTo>
                    <a:pt x="521" y="447"/>
                  </a:lnTo>
                  <a:lnTo>
                    <a:pt x="499" y="443"/>
                  </a:lnTo>
                  <a:lnTo>
                    <a:pt x="480" y="438"/>
                  </a:lnTo>
                  <a:lnTo>
                    <a:pt x="459" y="432"/>
                  </a:lnTo>
                  <a:lnTo>
                    <a:pt x="442" y="428"/>
                  </a:lnTo>
                  <a:lnTo>
                    <a:pt x="407" y="419"/>
                  </a:lnTo>
                  <a:lnTo>
                    <a:pt x="409" y="419"/>
                  </a:lnTo>
                  <a:lnTo>
                    <a:pt x="390" y="411"/>
                  </a:lnTo>
                  <a:lnTo>
                    <a:pt x="375" y="405"/>
                  </a:lnTo>
                  <a:lnTo>
                    <a:pt x="357" y="397"/>
                  </a:lnTo>
                  <a:lnTo>
                    <a:pt x="340" y="392"/>
                  </a:lnTo>
                  <a:lnTo>
                    <a:pt x="296" y="369"/>
                  </a:lnTo>
                  <a:lnTo>
                    <a:pt x="280" y="359"/>
                  </a:lnTo>
                  <a:lnTo>
                    <a:pt x="254" y="344"/>
                  </a:lnTo>
                  <a:lnTo>
                    <a:pt x="200" y="305"/>
                  </a:lnTo>
                  <a:lnTo>
                    <a:pt x="190" y="298"/>
                  </a:lnTo>
                  <a:lnTo>
                    <a:pt x="179" y="286"/>
                  </a:lnTo>
                  <a:lnTo>
                    <a:pt x="167" y="276"/>
                  </a:lnTo>
                  <a:lnTo>
                    <a:pt x="144" y="253"/>
                  </a:lnTo>
                  <a:lnTo>
                    <a:pt x="135" y="242"/>
                  </a:lnTo>
                  <a:lnTo>
                    <a:pt x="115" y="219"/>
                  </a:lnTo>
                  <a:lnTo>
                    <a:pt x="86" y="180"/>
                  </a:lnTo>
                  <a:lnTo>
                    <a:pt x="73" y="153"/>
                  </a:lnTo>
                  <a:lnTo>
                    <a:pt x="63" y="138"/>
                  </a:lnTo>
                  <a:lnTo>
                    <a:pt x="56" y="125"/>
                  </a:lnTo>
                  <a:lnTo>
                    <a:pt x="50" y="111"/>
                  </a:lnTo>
                  <a:lnTo>
                    <a:pt x="42" y="96"/>
                  </a:lnTo>
                  <a:lnTo>
                    <a:pt x="37" y="80"/>
                  </a:lnTo>
                  <a:lnTo>
                    <a:pt x="35" y="77"/>
                  </a:lnTo>
                  <a:lnTo>
                    <a:pt x="31" y="73"/>
                  </a:lnTo>
                  <a:lnTo>
                    <a:pt x="27" y="71"/>
                  </a:lnTo>
                  <a:lnTo>
                    <a:pt x="21" y="69"/>
                  </a:lnTo>
                  <a:lnTo>
                    <a:pt x="17" y="69"/>
                  </a:lnTo>
                  <a:lnTo>
                    <a:pt x="12" y="71"/>
                  </a:lnTo>
                  <a:lnTo>
                    <a:pt x="8" y="73"/>
                  </a:lnTo>
                  <a:lnTo>
                    <a:pt x="4" y="77"/>
                  </a:lnTo>
                  <a:lnTo>
                    <a:pt x="2" y="80"/>
                  </a:lnTo>
                  <a:lnTo>
                    <a:pt x="0" y="86"/>
                  </a:lnTo>
                  <a:lnTo>
                    <a:pt x="0" y="90"/>
                  </a:lnTo>
                  <a:lnTo>
                    <a:pt x="2" y="96"/>
                  </a:lnTo>
                  <a:lnTo>
                    <a:pt x="8" y="111"/>
                  </a:lnTo>
                  <a:lnTo>
                    <a:pt x="15" y="127"/>
                  </a:lnTo>
                  <a:lnTo>
                    <a:pt x="21" y="140"/>
                  </a:lnTo>
                  <a:lnTo>
                    <a:pt x="29" y="157"/>
                  </a:lnTo>
                  <a:lnTo>
                    <a:pt x="38" y="173"/>
                  </a:lnTo>
                  <a:lnTo>
                    <a:pt x="56" y="200"/>
                  </a:lnTo>
                  <a:lnTo>
                    <a:pt x="85" y="242"/>
                  </a:lnTo>
                  <a:lnTo>
                    <a:pt x="104" y="265"/>
                  </a:lnTo>
                  <a:lnTo>
                    <a:pt x="117" y="280"/>
                  </a:lnTo>
                  <a:lnTo>
                    <a:pt x="140" y="303"/>
                  </a:lnTo>
                  <a:lnTo>
                    <a:pt x="152" y="313"/>
                  </a:lnTo>
                  <a:lnTo>
                    <a:pt x="163" y="324"/>
                  </a:lnTo>
                  <a:lnTo>
                    <a:pt x="177" y="336"/>
                  </a:lnTo>
                  <a:lnTo>
                    <a:pt x="231" y="374"/>
                  </a:lnTo>
                  <a:lnTo>
                    <a:pt x="248" y="386"/>
                  </a:lnTo>
                  <a:lnTo>
                    <a:pt x="261" y="394"/>
                  </a:lnTo>
                  <a:lnTo>
                    <a:pt x="277" y="403"/>
                  </a:lnTo>
                  <a:lnTo>
                    <a:pt x="325" y="426"/>
                  </a:lnTo>
                  <a:lnTo>
                    <a:pt x="342" y="432"/>
                  </a:lnTo>
                  <a:lnTo>
                    <a:pt x="359" y="440"/>
                  </a:lnTo>
                  <a:lnTo>
                    <a:pt x="375" y="445"/>
                  </a:lnTo>
                  <a:lnTo>
                    <a:pt x="394" y="453"/>
                  </a:lnTo>
                  <a:lnTo>
                    <a:pt x="396" y="453"/>
                  </a:lnTo>
                  <a:lnTo>
                    <a:pt x="430" y="467"/>
                  </a:lnTo>
                  <a:lnTo>
                    <a:pt x="451" y="470"/>
                  </a:lnTo>
                  <a:lnTo>
                    <a:pt x="469" y="476"/>
                  </a:lnTo>
                  <a:lnTo>
                    <a:pt x="492" y="482"/>
                  </a:lnTo>
                  <a:lnTo>
                    <a:pt x="513" y="486"/>
                  </a:lnTo>
                  <a:lnTo>
                    <a:pt x="534" y="492"/>
                  </a:lnTo>
                  <a:lnTo>
                    <a:pt x="626" y="507"/>
                  </a:lnTo>
                  <a:lnTo>
                    <a:pt x="653" y="511"/>
                  </a:lnTo>
                  <a:lnTo>
                    <a:pt x="676" y="513"/>
                  </a:lnTo>
                  <a:lnTo>
                    <a:pt x="701" y="516"/>
                  </a:lnTo>
                  <a:lnTo>
                    <a:pt x="753" y="520"/>
                  </a:lnTo>
                  <a:lnTo>
                    <a:pt x="778" y="520"/>
                  </a:lnTo>
                  <a:lnTo>
                    <a:pt x="803" y="522"/>
                  </a:lnTo>
                  <a:lnTo>
                    <a:pt x="903" y="522"/>
                  </a:lnTo>
                  <a:lnTo>
                    <a:pt x="926" y="520"/>
                  </a:lnTo>
                  <a:lnTo>
                    <a:pt x="951" y="520"/>
                  </a:lnTo>
                  <a:lnTo>
                    <a:pt x="978" y="518"/>
                  </a:lnTo>
                  <a:lnTo>
                    <a:pt x="1001" y="515"/>
                  </a:lnTo>
                  <a:lnTo>
                    <a:pt x="1026" y="513"/>
                  </a:lnTo>
                  <a:lnTo>
                    <a:pt x="1074" y="505"/>
                  </a:lnTo>
                  <a:lnTo>
                    <a:pt x="1095" y="499"/>
                  </a:lnTo>
                  <a:lnTo>
                    <a:pt x="1116" y="495"/>
                  </a:lnTo>
                  <a:lnTo>
                    <a:pt x="1139" y="490"/>
                  </a:lnTo>
                  <a:lnTo>
                    <a:pt x="1141" y="490"/>
                  </a:lnTo>
                  <a:lnTo>
                    <a:pt x="1143" y="488"/>
                  </a:lnTo>
                  <a:lnTo>
                    <a:pt x="1162" y="480"/>
                  </a:lnTo>
                  <a:lnTo>
                    <a:pt x="1204" y="465"/>
                  </a:lnTo>
                  <a:lnTo>
                    <a:pt x="1224" y="457"/>
                  </a:lnTo>
                  <a:lnTo>
                    <a:pt x="1245" y="447"/>
                  </a:lnTo>
                  <a:lnTo>
                    <a:pt x="1264" y="438"/>
                  </a:lnTo>
                  <a:lnTo>
                    <a:pt x="1285" y="428"/>
                  </a:lnTo>
                  <a:lnTo>
                    <a:pt x="1325" y="409"/>
                  </a:lnTo>
                  <a:lnTo>
                    <a:pt x="1364" y="384"/>
                  </a:lnTo>
                  <a:lnTo>
                    <a:pt x="1383" y="372"/>
                  </a:lnTo>
                  <a:lnTo>
                    <a:pt x="1400" y="359"/>
                  </a:lnTo>
                  <a:lnTo>
                    <a:pt x="1421" y="347"/>
                  </a:lnTo>
                  <a:lnTo>
                    <a:pt x="1439" y="334"/>
                  </a:lnTo>
                  <a:lnTo>
                    <a:pt x="1458" y="321"/>
                  </a:lnTo>
                  <a:lnTo>
                    <a:pt x="1475" y="305"/>
                  </a:lnTo>
                  <a:lnTo>
                    <a:pt x="1494" y="290"/>
                  </a:lnTo>
                  <a:lnTo>
                    <a:pt x="1548" y="242"/>
                  </a:lnTo>
                  <a:lnTo>
                    <a:pt x="1617" y="173"/>
                  </a:lnTo>
                  <a:lnTo>
                    <a:pt x="1671" y="113"/>
                  </a:lnTo>
                  <a:lnTo>
                    <a:pt x="1687" y="92"/>
                  </a:lnTo>
                  <a:lnTo>
                    <a:pt x="1704" y="75"/>
                  </a:lnTo>
                  <a:lnTo>
                    <a:pt x="1738" y="31"/>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09" name="Google Shape;409;g28abd34dbfa_0_390"/>
            <p:cNvSpPr/>
            <p:nvPr/>
          </p:nvSpPr>
          <p:spPr>
            <a:xfrm>
              <a:off x="2421" y="3538"/>
              <a:ext cx="56" cy="194"/>
            </a:xfrm>
            <a:custGeom>
              <a:avLst/>
              <a:gdLst/>
              <a:ahLst/>
              <a:cxnLst/>
              <a:rect l="l" t="t" r="r" b="b"/>
              <a:pathLst>
                <a:path w="56" h="194" extrusionOk="0">
                  <a:moveTo>
                    <a:pt x="39" y="17"/>
                  </a:moveTo>
                  <a:lnTo>
                    <a:pt x="37" y="12"/>
                  </a:lnTo>
                  <a:lnTo>
                    <a:pt x="35" y="8"/>
                  </a:lnTo>
                  <a:lnTo>
                    <a:pt x="31" y="4"/>
                  </a:lnTo>
                  <a:lnTo>
                    <a:pt x="23" y="0"/>
                  </a:lnTo>
                  <a:lnTo>
                    <a:pt x="17" y="0"/>
                  </a:lnTo>
                  <a:lnTo>
                    <a:pt x="12" y="2"/>
                  </a:lnTo>
                  <a:lnTo>
                    <a:pt x="8" y="4"/>
                  </a:lnTo>
                  <a:lnTo>
                    <a:pt x="4" y="8"/>
                  </a:lnTo>
                  <a:lnTo>
                    <a:pt x="0" y="15"/>
                  </a:lnTo>
                  <a:lnTo>
                    <a:pt x="0" y="21"/>
                  </a:lnTo>
                  <a:lnTo>
                    <a:pt x="17" y="177"/>
                  </a:lnTo>
                  <a:lnTo>
                    <a:pt x="19" y="183"/>
                  </a:lnTo>
                  <a:lnTo>
                    <a:pt x="21" y="186"/>
                  </a:lnTo>
                  <a:lnTo>
                    <a:pt x="25" y="190"/>
                  </a:lnTo>
                  <a:lnTo>
                    <a:pt x="33" y="194"/>
                  </a:lnTo>
                  <a:lnTo>
                    <a:pt x="39" y="194"/>
                  </a:lnTo>
                  <a:lnTo>
                    <a:pt x="44" y="192"/>
                  </a:lnTo>
                  <a:lnTo>
                    <a:pt x="48" y="190"/>
                  </a:lnTo>
                  <a:lnTo>
                    <a:pt x="52" y="186"/>
                  </a:lnTo>
                  <a:lnTo>
                    <a:pt x="56" y="179"/>
                  </a:lnTo>
                  <a:lnTo>
                    <a:pt x="56" y="173"/>
                  </a:lnTo>
                  <a:lnTo>
                    <a:pt x="39" y="1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10" name="Google Shape;410;g28abd34dbfa_0_390"/>
            <p:cNvSpPr/>
            <p:nvPr/>
          </p:nvSpPr>
          <p:spPr>
            <a:xfrm>
              <a:off x="2413" y="3546"/>
              <a:ext cx="145" cy="136"/>
            </a:xfrm>
            <a:custGeom>
              <a:avLst/>
              <a:gdLst/>
              <a:ahLst/>
              <a:cxnLst/>
              <a:rect l="l" t="t" r="r" b="b"/>
              <a:pathLst>
                <a:path w="145" h="136" extrusionOk="0">
                  <a:moveTo>
                    <a:pt x="33" y="6"/>
                  </a:moveTo>
                  <a:lnTo>
                    <a:pt x="29" y="2"/>
                  </a:lnTo>
                  <a:lnTo>
                    <a:pt x="24" y="0"/>
                  </a:lnTo>
                  <a:lnTo>
                    <a:pt x="14" y="0"/>
                  </a:lnTo>
                  <a:lnTo>
                    <a:pt x="10" y="4"/>
                  </a:lnTo>
                  <a:lnTo>
                    <a:pt x="6" y="6"/>
                  </a:lnTo>
                  <a:lnTo>
                    <a:pt x="2" y="9"/>
                  </a:lnTo>
                  <a:lnTo>
                    <a:pt x="0" y="15"/>
                  </a:lnTo>
                  <a:lnTo>
                    <a:pt x="0" y="25"/>
                  </a:lnTo>
                  <a:lnTo>
                    <a:pt x="4" y="29"/>
                  </a:lnTo>
                  <a:lnTo>
                    <a:pt x="6" y="32"/>
                  </a:lnTo>
                  <a:lnTo>
                    <a:pt x="112" y="130"/>
                  </a:lnTo>
                  <a:lnTo>
                    <a:pt x="116" y="134"/>
                  </a:lnTo>
                  <a:lnTo>
                    <a:pt x="121" y="136"/>
                  </a:lnTo>
                  <a:lnTo>
                    <a:pt x="131" y="136"/>
                  </a:lnTo>
                  <a:lnTo>
                    <a:pt x="135" y="132"/>
                  </a:lnTo>
                  <a:lnTo>
                    <a:pt x="139" y="130"/>
                  </a:lnTo>
                  <a:lnTo>
                    <a:pt x="143" y="127"/>
                  </a:lnTo>
                  <a:lnTo>
                    <a:pt x="145" y="121"/>
                  </a:lnTo>
                  <a:lnTo>
                    <a:pt x="145" y="111"/>
                  </a:lnTo>
                  <a:lnTo>
                    <a:pt x="141" y="107"/>
                  </a:lnTo>
                  <a:lnTo>
                    <a:pt x="139" y="103"/>
                  </a:lnTo>
                  <a:lnTo>
                    <a:pt x="33" y="6"/>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411" name="Google Shape;411;g28abd34dbfa_0_390"/>
          <p:cNvGrpSpPr/>
          <p:nvPr/>
        </p:nvGrpSpPr>
        <p:grpSpPr>
          <a:xfrm>
            <a:off x="7490884" y="1355725"/>
            <a:ext cx="2228849" cy="785813"/>
            <a:chOff x="3539" y="854"/>
            <a:chExt cx="1053" cy="495"/>
          </a:xfrm>
        </p:grpSpPr>
        <p:sp>
          <p:nvSpPr>
            <p:cNvPr id="412" name="Google Shape;412;g28abd34dbfa_0_390"/>
            <p:cNvSpPr/>
            <p:nvPr/>
          </p:nvSpPr>
          <p:spPr>
            <a:xfrm>
              <a:off x="3539" y="894"/>
              <a:ext cx="455" cy="455"/>
            </a:xfrm>
            <a:custGeom>
              <a:avLst/>
              <a:gdLst/>
              <a:ahLst/>
              <a:cxnLst/>
              <a:rect l="l" t="t" r="r" b="b"/>
              <a:pathLst>
                <a:path w="455" h="455" extrusionOk="0">
                  <a:moveTo>
                    <a:pt x="0" y="227"/>
                  </a:moveTo>
                  <a:lnTo>
                    <a:pt x="0" y="248"/>
                  </a:lnTo>
                  <a:lnTo>
                    <a:pt x="2" y="261"/>
                  </a:lnTo>
                  <a:lnTo>
                    <a:pt x="4" y="271"/>
                  </a:lnTo>
                  <a:lnTo>
                    <a:pt x="5" y="284"/>
                  </a:lnTo>
                  <a:lnTo>
                    <a:pt x="9" y="294"/>
                  </a:lnTo>
                  <a:lnTo>
                    <a:pt x="11" y="304"/>
                  </a:lnTo>
                  <a:lnTo>
                    <a:pt x="17" y="315"/>
                  </a:lnTo>
                  <a:lnTo>
                    <a:pt x="23" y="325"/>
                  </a:lnTo>
                  <a:lnTo>
                    <a:pt x="27" y="334"/>
                  </a:lnTo>
                  <a:lnTo>
                    <a:pt x="38" y="353"/>
                  </a:lnTo>
                  <a:lnTo>
                    <a:pt x="50" y="371"/>
                  </a:lnTo>
                  <a:lnTo>
                    <a:pt x="57" y="378"/>
                  </a:lnTo>
                  <a:lnTo>
                    <a:pt x="63" y="386"/>
                  </a:lnTo>
                  <a:lnTo>
                    <a:pt x="80" y="403"/>
                  </a:lnTo>
                  <a:lnTo>
                    <a:pt x="100" y="415"/>
                  </a:lnTo>
                  <a:lnTo>
                    <a:pt x="107" y="421"/>
                  </a:lnTo>
                  <a:lnTo>
                    <a:pt x="117" y="426"/>
                  </a:lnTo>
                  <a:lnTo>
                    <a:pt x="126" y="430"/>
                  </a:lnTo>
                  <a:lnTo>
                    <a:pt x="136" y="436"/>
                  </a:lnTo>
                  <a:lnTo>
                    <a:pt x="148" y="442"/>
                  </a:lnTo>
                  <a:lnTo>
                    <a:pt x="157" y="444"/>
                  </a:lnTo>
                  <a:lnTo>
                    <a:pt x="167" y="447"/>
                  </a:lnTo>
                  <a:lnTo>
                    <a:pt x="180" y="449"/>
                  </a:lnTo>
                  <a:lnTo>
                    <a:pt x="190" y="451"/>
                  </a:lnTo>
                  <a:lnTo>
                    <a:pt x="201" y="453"/>
                  </a:lnTo>
                  <a:lnTo>
                    <a:pt x="213" y="453"/>
                  </a:lnTo>
                  <a:lnTo>
                    <a:pt x="224" y="455"/>
                  </a:lnTo>
                  <a:lnTo>
                    <a:pt x="228" y="455"/>
                  </a:lnTo>
                  <a:lnTo>
                    <a:pt x="238" y="453"/>
                  </a:lnTo>
                  <a:lnTo>
                    <a:pt x="247" y="453"/>
                  </a:lnTo>
                  <a:lnTo>
                    <a:pt x="261" y="451"/>
                  </a:lnTo>
                  <a:lnTo>
                    <a:pt x="270" y="449"/>
                  </a:lnTo>
                  <a:lnTo>
                    <a:pt x="284" y="447"/>
                  </a:lnTo>
                  <a:lnTo>
                    <a:pt x="294" y="444"/>
                  </a:lnTo>
                  <a:lnTo>
                    <a:pt x="303" y="442"/>
                  </a:lnTo>
                  <a:lnTo>
                    <a:pt x="315" y="436"/>
                  </a:lnTo>
                  <a:lnTo>
                    <a:pt x="324" y="430"/>
                  </a:lnTo>
                  <a:lnTo>
                    <a:pt x="334" y="426"/>
                  </a:lnTo>
                  <a:lnTo>
                    <a:pt x="353" y="415"/>
                  </a:lnTo>
                  <a:lnTo>
                    <a:pt x="370" y="403"/>
                  </a:lnTo>
                  <a:lnTo>
                    <a:pt x="403" y="371"/>
                  </a:lnTo>
                  <a:lnTo>
                    <a:pt x="415" y="353"/>
                  </a:lnTo>
                  <a:lnTo>
                    <a:pt x="426" y="334"/>
                  </a:lnTo>
                  <a:lnTo>
                    <a:pt x="430" y="325"/>
                  </a:lnTo>
                  <a:lnTo>
                    <a:pt x="436" y="315"/>
                  </a:lnTo>
                  <a:lnTo>
                    <a:pt x="441" y="304"/>
                  </a:lnTo>
                  <a:lnTo>
                    <a:pt x="443" y="294"/>
                  </a:lnTo>
                  <a:lnTo>
                    <a:pt x="447"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7" y="167"/>
                  </a:lnTo>
                  <a:lnTo>
                    <a:pt x="443" y="158"/>
                  </a:lnTo>
                  <a:lnTo>
                    <a:pt x="441" y="148"/>
                  </a:lnTo>
                  <a:lnTo>
                    <a:pt x="436" y="137"/>
                  </a:lnTo>
                  <a:lnTo>
                    <a:pt x="430" y="127"/>
                  </a:lnTo>
                  <a:lnTo>
                    <a:pt x="426" y="117"/>
                  </a:lnTo>
                  <a:lnTo>
                    <a:pt x="420" y="108"/>
                  </a:lnTo>
                  <a:lnTo>
                    <a:pt x="415" y="100"/>
                  </a:lnTo>
                  <a:lnTo>
                    <a:pt x="403" y="81"/>
                  </a:lnTo>
                  <a:lnTo>
                    <a:pt x="386" y="64"/>
                  </a:lnTo>
                  <a:lnTo>
                    <a:pt x="378" y="58"/>
                  </a:lnTo>
                  <a:lnTo>
                    <a:pt x="370" y="50"/>
                  </a:lnTo>
                  <a:lnTo>
                    <a:pt x="353" y="39"/>
                  </a:lnTo>
                  <a:lnTo>
                    <a:pt x="334" y="27"/>
                  </a:lnTo>
                  <a:lnTo>
                    <a:pt x="324" y="23"/>
                  </a:lnTo>
                  <a:lnTo>
                    <a:pt x="315" y="18"/>
                  </a:lnTo>
                  <a:lnTo>
                    <a:pt x="303" y="12"/>
                  </a:lnTo>
                  <a:lnTo>
                    <a:pt x="294" y="10"/>
                  </a:lnTo>
                  <a:lnTo>
                    <a:pt x="284" y="6"/>
                  </a:lnTo>
                  <a:lnTo>
                    <a:pt x="270" y="4"/>
                  </a:lnTo>
                  <a:lnTo>
                    <a:pt x="261" y="2"/>
                  </a:lnTo>
                  <a:lnTo>
                    <a:pt x="249" y="0"/>
                  </a:lnTo>
                  <a:lnTo>
                    <a:pt x="203" y="0"/>
                  </a:lnTo>
                  <a:lnTo>
                    <a:pt x="190" y="2"/>
                  </a:lnTo>
                  <a:lnTo>
                    <a:pt x="180" y="4"/>
                  </a:lnTo>
                  <a:lnTo>
                    <a:pt x="167" y="6"/>
                  </a:lnTo>
                  <a:lnTo>
                    <a:pt x="157" y="10"/>
                  </a:lnTo>
                  <a:lnTo>
                    <a:pt x="148" y="12"/>
                  </a:lnTo>
                  <a:lnTo>
                    <a:pt x="136" y="18"/>
                  </a:lnTo>
                  <a:lnTo>
                    <a:pt x="126" y="23"/>
                  </a:lnTo>
                  <a:lnTo>
                    <a:pt x="117" y="27"/>
                  </a:lnTo>
                  <a:lnTo>
                    <a:pt x="107" y="33"/>
                  </a:lnTo>
                  <a:lnTo>
                    <a:pt x="100" y="39"/>
                  </a:lnTo>
                  <a:lnTo>
                    <a:pt x="80" y="50"/>
                  </a:lnTo>
                  <a:lnTo>
                    <a:pt x="65" y="66"/>
                  </a:lnTo>
                  <a:lnTo>
                    <a:pt x="50" y="81"/>
                  </a:lnTo>
                  <a:lnTo>
                    <a:pt x="38" y="100"/>
                  </a:lnTo>
                  <a:lnTo>
                    <a:pt x="32" y="108"/>
                  </a:lnTo>
                  <a:lnTo>
                    <a:pt x="27" y="117"/>
                  </a:lnTo>
                  <a:lnTo>
                    <a:pt x="23" y="127"/>
                  </a:lnTo>
                  <a:lnTo>
                    <a:pt x="17" y="137"/>
                  </a:lnTo>
                  <a:lnTo>
                    <a:pt x="11" y="148"/>
                  </a:lnTo>
                  <a:lnTo>
                    <a:pt x="9" y="158"/>
                  </a:lnTo>
                  <a:lnTo>
                    <a:pt x="5" y="167"/>
                  </a:lnTo>
                  <a:lnTo>
                    <a:pt x="4" y="181"/>
                  </a:lnTo>
                  <a:lnTo>
                    <a:pt x="2" y="190"/>
                  </a:lnTo>
                  <a:lnTo>
                    <a:pt x="0" y="202"/>
                  </a:lnTo>
                  <a:lnTo>
                    <a:pt x="0" y="227"/>
                  </a:lnTo>
                  <a:lnTo>
                    <a:pt x="23" y="227"/>
                  </a:lnTo>
                  <a:lnTo>
                    <a:pt x="23" y="206"/>
                  </a:lnTo>
                  <a:lnTo>
                    <a:pt x="25" y="194"/>
                  </a:lnTo>
                  <a:lnTo>
                    <a:pt x="27" y="185"/>
                  </a:lnTo>
                  <a:lnTo>
                    <a:pt x="28" y="175"/>
                  </a:lnTo>
                  <a:lnTo>
                    <a:pt x="32" y="165"/>
                  </a:lnTo>
                  <a:lnTo>
                    <a:pt x="34" y="156"/>
                  </a:lnTo>
                  <a:lnTo>
                    <a:pt x="36" y="148"/>
                  </a:lnTo>
                  <a:lnTo>
                    <a:pt x="42" y="139"/>
                  </a:lnTo>
                  <a:lnTo>
                    <a:pt x="46" y="129"/>
                  </a:lnTo>
                  <a:lnTo>
                    <a:pt x="52" y="119"/>
                  </a:lnTo>
                  <a:lnTo>
                    <a:pt x="57" y="112"/>
                  </a:lnTo>
                  <a:lnTo>
                    <a:pt x="63" y="102"/>
                  </a:lnTo>
                  <a:lnTo>
                    <a:pt x="69" y="96"/>
                  </a:lnTo>
                  <a:lnTo>
                    <a:pt x="76" y="89"/>
                  </a:lnTo>
                  <a:lnTo>
                    <a:pt x="80" y="81"/>
                  </a:lnTo>
                  <a:lnTo>
                    <a:pt x="88" y="77"/>
                  </a:lnTo>
                  <a:lnTo>
                    <a:pt x="96" y="70"/>
                  </a:lnTo>
                  <a:lnTo>
                    <a:pt x="101" y="64"/>
                  </a:lnTo>
                  <a:lnTo>
                    <a:pt x="111" y="58"/>
                  </a:lnTo>
                  <a:lnTo>
                    <a:pt x="119" y="52"/>
                  </a:lnTo>
                  <a:lnTo>
                    <a:pt x="128" y="47"/>
                  </a:lnTo>
                  <a:lnTo>
                    <a:pt x="138" y="43"/>
                  </a:lnTo>
                  <a:lnTo>
                    <a:pt x="148" y="37"/>
                  </a:lnTo>
                  <a:lnTo>
                    <a:pt x="155" y="35"/>
                  </a:lnTo>
                  <a:lnTo>
                    <a:pt x="165" y="33"/>
                  </a:lnTo>
                  <a:lnTo>
                    <a:pt x="174" y="29"/>
                  </a:lnTo>
                  <a:lnTo>
                    <a:pt x="184" y="27"/>
                  </a:lnTo>
                  <a:lnTo>
                    <a:pt x="194" y="25"/>
                  </a:lnTo>
                  <a:lnTo>
                    <a:pt x="203" y="23"/>
                  </a:lnTo>
                  <a:lnTo>
                    <a:pt x="267" y="27"/>
                  </a:lnTo>
                  <a:lnTo>
                    <a:pt x="276" y="29"/>
                  </a:lnTo>
                  <a:lnTo>
                    <a:pt x="286" y="33"/>
                  </a:lnTo>
                  <a:lnTo>
                    <a:pt x="295" y="35"/>
                  </a:lnTo>
                  <a:lnTo>
                    <a:pt x="303" y="37"/>
                  </a:lnTo>
                  <a:lnTo>
                    <a:pt x="313" y="43"/>
                  </a:lnTo>
                  <a:lnTo>
                    <a:pt x="322" y="47"/>
                  </a:lnTo>
                  <a:lnTo>
                    <a:pt x="342" y="58"/>
                  </a:lnTo>
                  <a:lnTo>
                    <a:pt x="355" y="70"/>
                  </a:lnTo>
                  <a:lnTo>
                    <a:pt x="363" y="77"/>
                  </a:lnTo>
                  <a:lnTo>
                    <a:pt x="370" y="83"/>
                  </a:lnTo>
                  <a:lnTo>
                    <a:pt x="384" y="96"/>
                  </a:lnTo>
                  <a:lnTo>
                    <a:pt x="390" y="102"/>
                  </a:lnTo>
                  <a:lnTo>
                    <a:pt x="395" y="112"/>
                  </a:lnTo>
                  <a:lnTo>
                    <a:pt x="401" y="119"/>
                  </a:lnTo>
                  <a:lnTo>
                    <a:pt x="407" y="129"/>
                  </a:lnTo>
                  <a:lnTo>
                    <a:pt x="411" y="139"/>
                  </a:lnTo>
                  <a:lnTo>
                    <a:pt x="416" y="148"/>
                  </a:lnTo>
                  <a:lnTo>
                    <a:pt x="418" y="156"/>
                  </a:lnTo>
                  <a:lnTo>
                    <a:pt x="420" y="165"/>
                  </a:lnTo>
                  <a:lnTo>
                    <a:pt x="424" y="175"/>
                  </a:lnTo>
                  <a:lnTo>
                    <a:pt x="426" y="185"/>
                  </a:lnTo>
                  <a:lnTo>
                    <a:pt x="428" y="194"/>
                  </a:lnTo>
                  <a:lnTo>
                    <a:pt x="430" y="204"/>
                  </a:lnTo>
                  <a:lnTo>
                    <a:pt x="430" y="215"/>
                  </a:lnTo>
                  <a:lnTo>
                    <a:pt x="432" y="229"/>
                  </a:lnTo>
                  <a:lnTo>
                    <a:pt x="432" y="225"/>
                  </a:lnTo>
                  <a:lnTo>
                    <a:pt x="430" y="235"/>
                  </a:lnTo>
                  <a:lnTo>
                    <a:pt x="430" y="246"/>
                  </a:lnTo>
                  <a:lnTo>
                    <a:pt x="428" y="258"/>
                  </a:lnTo>
                  <a:lnTo>
                    <a:pt x="426" y="267"/>
                  </a:lnTo>
                  <a:lnTo>
                    <a:pt x="424" y="277"/>
                  </a:lnTo>
                  <a:lnTo>
                    <a:pt x="420" y="286"/>
                  </a:lnTo>
                  <a:lnTo>
                    <a:pt x="418" y="296"/>
                  </a:lnTo>
                  <a:lnTo>
                    <a:pt x="416" y="304"/>
                  </a:lnTo>
                  <a:lnTo>
                    <a:pt x="411" y="313"/>
                  </a:lnTo>
                  <a:lnTo>
                    <a:pt x="407" y="323"/>
                  </a:lnTo>
                  <a:lnTo>
                    <a:pt x="395" y="342"/>
                  </a:lnTo>
                  <a:lnTo>
                    <a:pt x="384" y="355"/>
                  </a:lnTo>
                  <a:lnTo>
                    <a:pt x="355" y="384"/>
                  </a:lnTo>
                  <a:lnTo>
                    <a:pt x="342" y="396"/>
                  </a:lnTo>
                  <a:lnTo>
                    <a:pt x="322" y="407"/>
                  </a:lnTo>
                  <a:lnTo>
                    <a:pt x="313" y="411"/>
                  </a:lnTo>
                  <a:lnTo>
                    <a:pt x="303" y="417"/>
                  </a:lnTo>
                  <a:lnTo>
                    <a:pt x="295" y="419"/>
                  </a:lnTo>
                  <a:lnTo>
                    <a:pt x="286" y="421"/>
                  </a:lnTo>
                  <a:lnTo>
                    <a:pt x="276" y="424"/>
                  </a:lnTo>
                  <a:lnTo>
                    <a:pt x="267" y="426"/>
                  </a:lnTo>
                  <a:lnTo>
                    <a:pt x="257" y="428"/>
                  </a:lnTo>
                  <a:lnTo>
                    <a:pt x="247" y="430"/>
                  </a:lnTo>
                  <a:lnTo>
                    <a:pt x="234" y="430"/>
                  </a:lnTo>
                  <a:lnTo>
                    <a:pt x="224" y="432"/>
                  </a:lnTo>
                  <a:lnTo>
                    <a:pt x="228" y="432"/>
                  </a:lnTo>
                  <a:lnTo>
                    <a:pt x="217" y="430"/>
                  </a:lnTo>
                  <a:lnTo>
                    <a:pt x="205" y="430"/>
                  </a:lnTo>
                  <a:lnTo>
                    <a:pt x="194" y="428"/>
                  </a:lnTo>
                  <a:lnTo>
                    <a:pt x="184" y="426"/>
                  </a:lnTo>
                  <a:lnTo>
                    <a:pt x="174" y="424"/>
                  </a:lnTo>
                  <a:lnTo>
                    <a:pt x="165" y="421"/>
                  </a:lnTo>
                  <a:lnTo>
                    <a:pt x="155" y="419"/>
                  </a:lnTo>
                  <a:lnTo>
                    <a:pt x="148" y="417"/>
                  </a:lnTo>
                  <a:lnTo>
                    <a:pt x="138" y="411"/>
                  </a:lnTo>
                  <a:lnTo>
                    <a:pt x="128" y="407"/>
                  </a:lnTo>
                  <a:lnTo>
                    <a:pt x="119" y="401"/>
                  </a:lnTo>
                  <a:lnTo>
                    <a:pt x="111" y="396"/>
                  </a:lnTo>
                  <a:lnTo>
                    <a:pt x="101" y="390"/>
                  </a:lnTo>
                  <a:lnTo>
                    <a:pt x="96" y="384"/>
                  </a:lnTo>
                  <a:lnTo>
                    <a:pt x="82" y="371"/>
                  </a:lnTo>
                  <a:lnTo>
                    <a:pt x="76" y="363"/>
                  </a:lnTo>
                  <a:lnTo>
                    <a:pt x="69" y="355"/>
                  </a:lnTo>
                  <a:lnTo>
                    <a:pt x="57" y="342"/>
                  </a:lnTo>
                  <a:lnTo>
                    <a:pt x="46" y="323"/>
                  </a:lnTo>
                  <a:lnTo>
                    <a:pt x="42" y="313"/>
                  </a:lnTo>
                  <a:lnTo>
                    <a:pt x="36" y="304"/>
                  </a:lnTo>
                  <a:lnTo>
                    <a:pt x="34" y="296"/>
                  </a:lnTo>
                  <a:lnTo>
                    <a:pt x="32" y="286"/>
                  </a:lnTo>
                  <a:lnTo>
                    <a:pt x="28" y="277"/>
                  </a:lnTo>
                  <a:lnTo>
                    <a:pt x="27" y="267"/>
                  </a:lnTo>
                  <a:lnTo>
                    <a:pt x="25" y="258"/>
                  </a:lnTo>
                  <a:lnTo>
                    <a:pt x="23" y="248"/>
                  </a:lnTo>
                  <a:lnTo>
                    <a:pt x="23" y="227"/>
                  </a:lnTo>
                  <a:lnTo>
                    <a:pt x="0" y="22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13" name="Google Shape;413;g28abd34dbfa_0_390"/>
            <p:cNvSpPr/>
            <p:nvPr/>
          </p:nvSpPr>
          <p:spPr>
            <a:xfrm>
              <a:off x="3693" y="98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FF"/>
                  </a:solidFill>
                  <a:latin typeface="Arial"/>
                  <a:ea typeface="Arial"/>
                  <a:cs typeface="Arial"/>
                  <a:sym typeface="Arial"/>
                </a:rPr>
                <a:t>D</a:t>
              </a:r>
              <a:endParaRPr sz="3600" b="1" i="0" u="none" strike="noStrike" cap="none">
                <a:solidFill>
                  <a:srgbClr val="00FF00"/>
                </a:solidFill>
                <a:latin typeface="Times New Roman"/>
                <a:ea typeface="Times New Roman"/>
                <a:cs typeface="Times New Roman"/>
                <a:sym typeface="Times New Roman"/>
              </a:endParaRPr>
            </a:p>
          </p:txBody>
        </p:sp>
        <p:sp>
          <p:nvSpPr>
            <p:cNvPr id="414" name="Google Shape;414;g28abd34dbfa_0_390"/>
            <p:cNvSpPr/>
            <p:nvPr/>
          </p:nvSpPr>
          <p:spPr>
            <a:xfrm>
              <a:off x="4050" y="85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FF"/>
                  </a:solidFill>
                  <a:latin typeface="Arial"/>
                  <a:ea typeface="Arial"/>
                  <a:cs typeface="Arial"/>
                  <a:sym typeface="Arial"/>
                </a:rPr>
                <a:t>1/1</a:t>
              </a:r>
              <a:endParaRPr sz="3600" b="1" i="0" u="none" strike="noStrike" cap="none">
                <a:solidFill>
                  <a:srgbClr val="00FF00"/>
                </a:solidFill>
                <a:latin typeface="Times New Roman"/>
                <a:ea typeface="Times New Roman"/>
                <a:cs typeface="Times New Roman"/>
                <a:sym typeface="Times New Roman"/>
              </a:endParaRPr>
            </a:p>
          </p:txBody>
        </p:sp>
        <p:cxnSp>
          <p:nvCxnSpPr>
            <p:cNvPr id="415" name="Google Shape;415;g28abd34dbfa_0_390"/>
            <p:cNvCxnSpPr/>
            <p:nvPr/>
          </p:nvCxnSpPr>
          <p:spPr>
            <a:xfrm>
              <a:off x="3992" y="1112"/>
              <a:ext cx="600" cy="0"/>
            </a:xfrm>
            <a:prstGeom prst="straightConnector1">
              <a:avLst/>
            </a:prstGeom>
            <a:noFill/>
            <a:ln w="57150" cap="flat" cmpd="sng">
              <a:solidFill>
                <a:srgbClr val="6666FF"/>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411"/>
                                        </p:tgtEl>
                                        <p:attrNameLst>
                                          <p:attrName>style.visibility</p:attrName>
                                        </p:attrNameLst>
                                      </p:cBhvr>
                                      <p:to>
                                        <p:strVal val="visible"/>
                                      </p:to>
                                    </p:set>
                                    <p:anim calcmode="lin" valueType="num">
                                      <p:cBhvr additive="base">
                                        <p:cTn id="11" dur="500"/>
                                        <p:tgtEl>
                                          <p:spTgt spid="411"/>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8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07"/>
                                        </p:tgtEl>
                                        <p:attrNameLst>
                                          <p:attrName>style.visibility</p:attrName>
                                        </p:attrNameLst>
                                      </p:cBhvr>
                                      <p:to>
                                        <p:strVal val="visible"/>
                                      </p:to>
                                    </p:set>
                                    <p:anim calcmode="lin" valueType="num">
                                      <p:cBhvr additive="base">
                                        <p:cTn id="20" dur="500"/>
                                        <p:tgtEl>
                                          <p:spTgt spid="4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g28abd34dbfa_0_446"/>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a:t>
            </a:r>
            <a:r>
              <a:rPr lang="en-US" b="0"/>
              <a:t> (continued)</a:t>
            </a:r>
            <a:endParaRPr/>
          </a:p>
        </p:txBody>
      </p:sp>
      <p:sp>
        <p:nvSpPr>
          <p:cNvPr id="421" name="Google Shape;421;g28abd34dbfa_0_446"/>
          <p:cNvSpPr txBox="1">
            <a:spLocks noGrp="1"/>
          </p:cNvSpPr>
          <p:nvPr>
            <p:ph type="body" idx="1"/>
          </p:nvPr>
        </p:nvSpPr>
        <p:spPr>
          <a:xfrm>
            <a:off x="844550" y="2795587"/>
            <a:ext cx="10363200" cy="38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dirty="0"/>
              <a:t>The state have the following abstract meanings:</a:t>
            </a:r>
            <a:endParaRPr dirty="0"/>
          </a:p>
          <a:p>
            <a:pPr marL="742950" lvl="1" indent="-285750" algn="l" rtl="0">
              <a:lnSpc>
                <a:spcPct val="100000"/>
              </a:lnSpc>
              <a:spcBef>
                <a:spcPts val="1080"/>
              </a:spcBef>
              <a:spcAft>
                <a:spcPts val="0"/>
              </a:spcAft>
              <a:buSzPts val="2400"/>
              <a:buFont typeface="Times New Roman"/>
              <a:buChar char="•"/>
            </a:pPr>
            <a:r>
              <a:rPr lang="en-US" sz="2400" dirty="0"/>
              <a:t>A:  No proper sub-sequence of the sequence has occurred.</a:t>
            </a:r>
            <a:endParaRPr dirty="0"/>
          </a:p>
          <a:p>
            <a:pPr marL="742950" lvl="1" indent="-285750" algn="l" rtl="0">
              <a:lnSpc>
                <a:spcPct val="100000"/>
              </a:lnSpc>
              <a:spcBef>
                <a:spcPts val="1080"/>
              </a:spcBef>
              <a:spcAft>
                <a:spcPts val="0"/>
              </a:spcAft>
              <a:buSzPts val="2400"/>
              <a:buFont typeface="Times New Roman"/>
              <a:buChar char="•"/>
            </a:pPr>
            <a:r>
              <a:rPr lang="en-US" sz="2400" dirty="0"/>
              <a:t>B:  The sub-sequence 1 has occurred.</a:t>
            </a:r>
            <a:endParaRPr dirty="0"/>
          </a:p>
          <a:p>
            <a:pPr marL="742950" lvl="1" indent="-285750" algn="l" rtl="0">
              <a:lnSpc>
                <a:spcPct val="100000"/>
              </a:lnSpc>
              <a:spcBef>
                <a:spcPts val="1080"/>
              </a:spcBef>
              <a:spcAft>
                <a:spcPts val="0"/>
              </a:spcAft>
              <a:buSzPts val="2400"/>
              <a:buFont typeface="Times New Roman"/>
              <a:buChar char="•"/>
            </a:pPr>
            <a:r>
              <a:rPr lang="en-US" sz="2400" dirty="0"/>
              <a:t>C:  The sub-sequence 11 has occurred.</a:t>
            </a:r>
            <a:endParaRPr dirty="0"/>
          </a:p>
          <a:p>
            <a:pPr marL="742950" lvl="1" indent="-285750" algn="l" rtl="0">
              <a:lnSpc>
                <a:spcPct val="100000"/>
              </a:lnSpc>
              <a:spcBef>
                <a:spcPts val="1080"/>
              </a:spcBef>
              <a:spcAft>
                <a:spcPts val="0"/>
              </a:spcAft>
              <a:buSzPts val="2400"/>
              <a:buFont typeface="Times New Roman"/>
              <a:buChar char="•"/>
            </a:pPr>
            <a:r>
              <a:rPr lang="en-US" sz="2400" dirty="0"/>
              <a:t>D:  The sub-sequence 110 has occurred.</a:t>
            </a:r>
            <a:endParaRPr dirty="0"/>
          </a:p>
          <a:p>
            <a:pPr marL="742950" lvl="1" indent="-285750" algn="l" rtl="0">
              <a:lnSpc>
                <a:spcPct val="100000"/>
              </a:lnSpc>
              <a:spcBef>
                <a:spcPts val="1200"/>
              </a:spcBef>
              <a:spcAft>
                <a:spcPts val="0"/>
              </a:spcAft>
              <a:buSzPts val="2400"/>
              <a:buFont typeface="Times New Roman"/>
              <a:buChar char="•"/>
            </a:pPr>
            <a:r>
              <a:rPr lang="en-US" sz="2400" dirty="0"/>
              <a:t>The 1/1 on the arc from D to B means that the last 1 has occurred and thus, the sequence is recognized.</a:t>
            </a:r>
            <a:endParaRPr sz="3200" dirty="0"/>
          </a:p>
        </p:txBody>
      </p:sp>
      <p:grpSp>
        <p:nvGrpSpPr>
          <p:cNvPr id="422" name="Google Shape;422;g28abd34dbfa_0_446"/>
          <p:cNvGrpSpPr/>
          <p:nvPr/>
        </p:nvGrpSpPr>
        <p:grpSpPr>
          <a:xfrm>
            <a:off x="2258484" y="1238250"/>
            <a:ext cx="7042149" cy="1547813"/>
            <a:chOff x="1067" y="780"/>
            <a:chExt cx="3327" cy="975"/>
          </a:xfrm>
        </p:grpSpPr>
        <p:sp>
          <p:nvSpPr>
            <p:cNvPr id="423" name="Google Shape;423;g28abd34dbfa_0_446"/>
            <p:cNvSpPr/>
            <p:nvPr/>
          </p:nvSpPr>
          <p:spPr>
            <a:xfrm>
              <a:off x="3088" y="1453"/>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1/1</a:t>
              </a:r>
              <a:endParaRPr sz="3600" b="1" i="0" u="none" strike="noStrike" cap="none">
                <a:solidFill>
                  <a:schemeClr val="dk1"/>
                </a:solidFill>
                <a:latin typeface="Times New Roman"/>
                <a:ea typeface="Times New Roman"/>
                <a:cs typeface="Times New Roman"/>
                <a:sym typeface="Times New Roman"/>
              </a:endParaRPr>
            </a:p>
          </p:txBody>
        </p:sp>
        <p:sp>
          <p:nvSpPr>
            <p:cNvPr id="424" name="Google Shape;424;g28abd34dbfa_0_446"/>
            <p:cNvSpPr/>
            <p:nvPr/>
          </p:nvSpPr>
          <p:spPr>
            <a:xfrm>
              <a:off x="2254" y="1233"/>
              <a:ext cx="1742" cy="522"/>
            </a:xfrm>
            <a:custGeom>
              <a:avLst/>
              <a:gdLst/>
              <a:ahLst/>
              <a:cxnLst/>
              <a:rect l="l" t="t" r="r" b="b"/>
              <a:pathLst>
                <a:path w="1742" h="522" extrusionOk="0">
                  <a:moveTo>
                    <a:pt x="1738" y="31"/>
                  </a:moveTo>
                  <a:lnTo>
                    <a:pt x="1740" y="27"/>
                  </a:lnTo>
                  <a:lnTo>
                    <a:pt x="1742" y="21"/>
                  </a:lnTo>
                  <a:lnTo>
                    <a:pt x="1742" y="17"/>
                  </a:lnTo>
                  <a:lnTo>
                    <a:pt x="1740" y="11"/>
                  </a:lnTo>
                  <a:lnTo>
                    <a:pt x="1738" y="7"/>
                  </a:lnTo>
                  <a:lnTo>
                    <a:pt x="1735" y="4"/>
                  </a:lnTo>
                  <a:lnTo>
                    <a:pt x="1731" y="2"/>
                  </a:lnTo>
                  <a:lnTo>
                    <a:pt x="1725" y="0"/>
                  </a:lnTo>
                  <a:lnTo>
                    <a:pt x="1721" y="0"/>
                  </a:lnTo>
                  <a:lnTo>
                    <a:pt x="1715" y="2"/>
                  </a:lnTo>
                  <a:lnTo>
                    <a:pt x="1712" y="4"/>
                  </a:lnTo>
                  <a:lnTo>
                    <a:pt x="1708" y="7"/>
                  </a:lnTo>
                  <a:lnTo>
                    <a:pt x="1673" y="48"/>
                  </a:lnTo>
                  <a:lnTo>
                    <a:pt x="1656" y="69"/>
                  </a:lnTo>
                  <a:lnTo>
                    <a:pt x="1640" y="90"/>
                  </a:lnTo>
                  <a:lnTo>
                    <a:pt x="1590" y="146"/>
                  </a:lnTo>
                  <a:lnTo>
                    <a:pt x="1521" y="215"/>
                  </a:lnTo>
                  <a:lnTo>
                    <a:pt x="1471" y="259"/>
                  </a:lnTo>
                  <a:lnTo>
                    <a:pt x="1452" y="274"/>
                  </a:lnTo>
                  <a:lnTo>
                    <a:pt x="1435" y="290"/>
                  </a:lnTo>
                  <a:lnTo>
                    <a:pt x="1416" y="303"/>
                  </a:lnTo>
                  <a:lnTo>
                    <a:pt x="1398" y="317"/>
                  </a:lnTo>
                  <a:lnTo>
                    <a:pt x="1381" y="328"/>
                  </a:lnTo>
                  <a:lnTo>
                    <a:pt x="1360" y="342"/>
                  </a:lnTo>
                  <a:lnTo>
                    <a:pt x="1345" y="353"/>
                  </a:lnTo>
                  <a:lnTo>
                    <a:pt x="1306" y="374"/>
                  </a:lnTo>
                  <a:lnTo>
                    <a:pt x="1270" y="394"/>
                  </a:lnTo>
                  <a:lnTo>
                    <a:pt x="1249" y="403"/>
                  </a:lnTo>
                  <a:lnTo>
                    <a:pt x="1229" y="413"/>
                  </a:lnTo>
                  <a:lnTo>
                    <a:pt x="1208" y="422"/>
                  </a:lnTo>
                  <a:lnTo>
                    <a:pt x="1189" y="430"/>
                  </a:lnTo>
                  <a:lnTo>
                    <a:pt x="1147" y="445"/>
                  </a:lnTo>
                  <a:lnTo>
                    <a:pt x="1128" y="453"/>
                  </a:lnTo>
                  <a:lnTo>
                    <a:pt x="1129" y="451"/>
                  </a:lnTo>
                  <a:lnTo>
                    <a:pt x="1131" y="451"/>
                  </a:lnTo>
                  <a:lnTo>
                    <a:pt x="1108" y="457"/>
                  </a:lnTo>
                  <a:lnTo>
                    <a:pt x="1087" y="461"/>
                  </a:lnTo>
                  <a:lnTo>
                    <a:pt x="1066" y="467"/>
                  </a:lnTo>
                  <a:lnTo>
                    <a:pt x="1022" y="474"/>
                  </a:lnTo>
                  <a:lnTo>
                    <a:pt x="997" y="476"/>
                  </a:lnTo>
                  <a:lnTo>
                    <a:pt x="974" y="480"/>
                  </a:lnTo>
                  <a:lnTo>
                    <a:pt x="951" y="482"/>
                  </a:lnTo>
                  <a:lnTo>
                    <a:pt x="926" y="482"/>
                  </a:lnTo>
                  <a:lnTo>
                    <a:pt x="903" y="484"/>
                  </a:lnTo>
                  <a:lnTo>
                    <a:pt x="803" y="484"/>
                  </a:lnTo>
                  <a:lnTo>
                    <a:pt x="778" y="482"/>
                  </a:lnTo>
                  <a:lnTo>
                    <a:pt x="753" y="482"/>
                  </a:lnTo>
                  <a:lnTo>
                    <a:pt x="705" y="478"/>
                  </a:lnTo>
                  <a:lnTo>
                    <a:pt x="680" y="474"/>
                  </a:lnTo>
                  <a:lnTo>
                    <a:pt x="657" y="472"/>
                  </a:lnTo>
                  <a:lnTo>
                    <a:pt x="634" y="468"/>
                  </a:lnTo>
                  <a:lnTo>
                    <a:pt x="542" y="453"/>
                  </a:lnTo>
                  <a:lnTo>
                    <a:pt x="521" y="447"/>
                  </a:lnTo>
                  <a:lnTo>
                    <a:pt x="499" y="443"/>
                  </a:lnTo>
                  <a:lnTo>
                    <a:pt x="480" y="438"/>
                  </a:lnTo>
                  <a:lnTo>
                    <a:pt x="459" y="432"/>
                  </a:lnTo>
                  <a:lnTo>
                    <a:pt x="442" y="428"/>
                  </a:lnTo>
                  <a:lnTo>
                    <a:pt x="407" y="419"/>
                  </a:lnTo>
                  <a:lnTo>
                    <a:pt x="409" y="419"/>
                  </a:lnTo>
                  <a:lnTo>
                    <a:pt x="390" y="411"/>
                  </a:lnTo>
                  <a:lnTo>
                    <a:pt x="375" y="405"/>
                  </a:lnTo>
                  <a:lnTo>
                    <a:pt x="357" y="397"/>
                  </a:lnTo>
                  <a:lnTo>
                    <a:pt x="340" y="392"/>
                  </a:lnTo>
                  <a:lnTo>
                    <a:pt x="296" y="369"/>
                  </a:lnTo>
                  <a:lnTo>
                    <a:pt x="280" y="359"/>
                  </a:lnTo>
                  <a:lnTo>
                    <a:pt x="254" y="344"/>
                  </a:lnTo>
                  <a:lnTo>
                    <a:pt x="200" y="305"/>
                  </a:lnTo>
                  <a:lnTo>
                    <a:pt x="190" y="298"/>
                  </a:lnTo>
                  <a:lnTo>
                    <a:pt x="179" y="286"/>
                  </a:lnTo>
                  <a:lnTo>
                    <a:pt x="167" y="276"/>
                  </a:lnTo>
                  <a:lnTo>
                    <a:pt x="144" y="253"/>
                  </a:lnTo>
                  <a:lnTo>
                    <a:pt x="135" y="242"/>
                  </a:lnTo>
                  <a:lnTo>
                    <a:pt x="115" y="219"/>
                  </a:lnTo>
                  <a:lnTo>
                    <a:pt x="86" y="180"/>
                  </a:lnTo>
                  <a:lnTo>
                    <a:pt x="73" y="153"/>
                  </a:lnTo>
                  <a:lnTo>
                    <a:pt x="63" y="138"/>
                  </a:lnTo>
                  <a:lnTo>
                    <a:pt x="56" y="125"/>
                  </a:lnTo>
                  <a:lnTo>
                    <a:pt x="50" y="111"/>
                  </a:lnTo>
                  <a:lnTo>
                    <a:pt x="42" y="96"/>
                  </a:lnTo>
                  <a:lnTo>
                    <a:pt x="37" y="80"/>
                  </a:lnTo>
                  <a:lnTo>
                    <a:pt x="35" y="77"/>
                  </a:lnTo>
                  <a:lnTo>
                    <a:pt x="31" y="73"/>
                  </a:lnTo>
                  <a:lnTo>
                    <a:pt x="27" y="71"/>
                  </a:lnTo>
                  <a:lnTo>
                    <a:pt x="21" y="69"/>
                  </a:lnTo>
                  <a:lnTo>
                    <a:pt x="17" y="69"/>
                  </a:lnTo>
                  <a:lnTo>
                    <a:pt x="12" y="71"/>
                  </a:lnTo>
                  <a:lnTo>
                    <a:pt x="8" y="73"/>
                  </a:lnTo>
                  <a:lnTo>
                    <a:pt x="4" y="77"/>
                  </a:lnTo>
                  <a:lnTo>
                    <a:pt x="2" y="80"/>
                  </a:lnTo>
                  <a:lnTo>
                    <a:pt x="0" y="86"/>
                  </a:lnTo>
                  <a:lnTo>
                    <a:pt x="0" y="90"/>
                  </a:lnTo>
                  <a:lnTo>
                    <a:pt x="2" y="96"/>
                  </a:lnTo>
                  <a:lnTo>
                    <a:pt x="8" y="111"/>
                  </a:lnTo>
                  <a:lnTo>
                    <a:pt x="15" y="127"/>
                  </a:lnTo>
                  <a:lnTo>
                    <a:pt x="21" y="140"/>
                  </a:lnTo>
                  <a:lnTo>
                    <a:pt x="29" y="157"/>
                  </a:lnTo>
                  <a:lnTo>
                    <a:pt x="38" y="173"/>
                  </a:lnTo>
                  <a:lnTo>
                    <a:pt x="56" y="200"/>
                  </a:lnTo>
                  <a:lnTo>
                    <a:pt x="85" y="242"/>
                  </a:lnTo>
                  <a:lnTo>
                    <a:pt x="104" y="265"/>
                  </a:lnTo>
                  <a:lnTo>
                    <a:pt x="117" y="280"/>
                  </a:lnTo>
                  <a:lnTo>
                    <a:pt x="140" y="303"/>
                  </a:lnTo>
                  <a:lnTo>
                    <a:pt x="152" y="313"/>
                  </a:lnTo>
                  <a:lnTo>
                    <a:pt x="163" y="324"/>
                  </a:lnTo>
                  <a:lnTo>
                    <a:pt x="177" y="336"/>
                  </a:lnTo>
                  <a:lnTo>
                    <a:pt x="231" y="374"/>
                  </a:lnTo>
                  <a:lnTo>
                    <a:pt x="248" y="386"/>
                  </a:lnTo>
                  <a:lnTo>
                    <a:pt x="261" y="394"/>
                  </a:lnTo>
                  <a:lnTo>
                    <a:pt x="277" y="403"/>
                  </a:lnTo>
                  <a:lnTo>
                    <a:pt x="325" y="426"/>
                  </a:lnTo>
                  <a:lnTo>
                    <a:pt x="342" y="432"/>
                  </a:lnTo>
                  <a:lnTo>
                    <a:pt x="359" y="440"/>
                  </a:lnTo>
                  <a:lnTo>
                    <a:pt x="375" y="445"/>
                  </a:lnTo>
                  <a:lnTo>
                    <a:pt x="394" y="453"/>
                  </a:lnTo>
                  <a:lnTo>
                    <a:pt x="396" y="453"/>
                  </a:lnTo>
                  <a:lnTo>
                    <a:pt x="430" y="467"/>
                  </a:lnTo>
                  <a:lnTo>
                    <a:pt x="451" y="470"/>
                  </a:lnTo>
                  <a:lnTo>
                    <a:pt x="469" y="476"/>
                  </a:lnTo>
                  <a:lnTo>
                    <a:pt x="492" y="482"/>
                  </a:lnTo>
                  <a:lnTo>
                    <a:pt x="513" y="486"/>
                  </a:lnTo>
                  <a:lnTo>
                    <a:pt x="534" y="492"/>
                  </a:lnTo>
                  <a:lnTo>
                    <a:pt x="626" y="507"/>
                  </a:lnTo>
                  <a:lnTo>
                    <a:pt x="653" y="511"/>
                  </a:lnTo>
                  <a:lnTo>
                    <a:pt x="676" y="513"/>
                  </a:lnTo>
                  <a:lnTo>
                    <a:pt x="701" y="516"/>
                  </a:lnTo>
                  <a:lnTo>
                    <a:pt x="753" y="520"/>
                  </a:lnTo>
                  <a:lnTo>
                    <a:pt x="778" y="520"/>
                  </a:lnTo>
                  <a:lnTo>
                    <a:pt x="803" y="522"/>
                  </a:lnTo>
                  <a:lnTo>
                    <a:pt x="903" y="522"/>
                  </a:lnTo>
                  <a:lnTo>
                    <a:pt x="926" y="520"/>
                  </a:lnTo>
                  <a:lnTo>
                    <a:pt x="951" y="520"/>
                  </a:lnTo>
                  <a:lnTo>
                    <a:pt x="978" y="518"/>
                  </a:lnTo>
                  <a:lnTo>
                    <a:pt x="1001" y="515"/>
                  </a:lnTo>
                  <a:lnTo>
                    <a:pt x="1026" y="513"/>
                  </a:lnTo>
                  <a:lnTo>
                    <a:pt x="1074" y="505"/>
                  </a:lnTo>
                  <a:lnTo>
                    <a:pt x="1095" y="499"/>
                  </a:lnTo>
                  <a:lnTo>
                    <a:pt x="1116" y="495"/>
                  </a:lnTo>
                  <a:lnTo>
                    <a:pt x="1139" y="490"/>
                  </a:lnTo>
                  <a:lnTo>
                    <a:pt x="1141" y="490"/>
                  </a:lnTo>
                  <a:lnTo>
                    <a:pt x="1143" y="488"/>
                  </a:lnTo>
                  <a:lnTo>
                    <a:pt x="1162" y="480"/>
                  </a:lnTo>
                  <a:lnTo>
                    <a:pt x="1204" y="465"/>
                  </a:lnTo>
                  <a:lnTo>
                    <a:pt x="1224" y="457"/>
                  </a:lnTo>
                  <a:lnTo>
                    <a:pt x="1245" y="447"/>
                  </a:lnTo>
                  <a:lnTo>
                    <a:pt x="1264" y="438"/>
                  </a:lnTo>
                  <a:lnTo>
                    <a:pt x="1285" y="428"/>
                  </a:lnTo>
                  <a:lnTo>
                    <a:pt x="1325" y="409"/>
                  </a:lnTo>
                  <a:lnTo>
                    <a:pt x="1364" y="384"/>
                  </a:lnTo>
                  <a:lnTo>
                    <a:pt x="1383" y="372"/>
                  </a:lnTo>
                  <a:lnTo>
                    <a:pt x="1400" y="359"/>
                  </a:lnTo>
                  <a:lnTo>
                    <a:pt x="1421" y="347"/>
                  </a:lnTo>
                  <a:lnTo>
                    <a:pt x="1439" y="334"/>
                  </a:lnTo>
                  <a:lnTo>
                    <a:pt x="1458" y="321"/>
                  </a:lnTo>
                  <a:lnTo>
                    <a:pt x="1475" y="305"/>
                  </a:lnTo>
                  <a:lnTo>
                    <a:pt x="1494" y="290"/>
                  </a:lnTo>
                  <a:lnTo>
                    <a:pt x="1548" y="242"/>
                  </a:lnTo>
                  <a:lnTo>
                    <a:pt x="1617" y="173"/>
                  </a:lnTo>
                  <a:lnTo>
                    <a:pt x="1671" y="113"/>
                  </a:lnTo>
                  <a:lnTo>
                    <a:pt x="1687" y="92"/>
                  </a:lnTo>
                  <a:lnTo>
                    <a:pt x="1704" y="75"/>
                  </a:lnTo>
                  <a:lnTo>
                    <a:pt x="1738" y="3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25" name="Google Shape;425;g28abd34dbfa_0_446"/>
            <p:cNvSpPr/>
            <p:nvPr/>
          </p:nvSpPr>
          <p:spPr>
            <a:xfrm>
              <a:off x="1067" y="848"/>
              <a:ext cx="455" cy="455"/>
            </a:xfrm>
            <a:custGeom>
              <a:avLst/>
              <a:gdLst/>
              <a:ahLst/>
              <a:cxnLst/>
              <a:rect l="l" t="t" r="r" b="b"/>
              <a:pathLst>
                <a:path w="455" h="455" extrusionOk="0">
                  <a:moveTo>
                    <a:pt x="0" y="227"/>
                  </a:moveTo>
                  <a:lnTo>
                    <a:pt x="0" y="248"/>
                  </a:lnTo>
                  <a:lnTo>
                    <a:pt x="2" y="261"/>
                  </a:lnTo>
                  <a:lnTo>
                    <a:pt x="4" y="271"/>
                  </a:lnTo>
                  <a:lnTo>
                    <a:pt x="6" y="284"/>
                  </a:lnTo>
                  <a:lnTo>
                    <a:pt x="10" y="294"/>
                  </a:lnTo>
                  <a:lnTo>
                    <a:pt x="12" y="303"/>
                  </a:lnTo>
                  <a:lnTo>
                    <a:pt x="17" y="315"/>
                  </a:lnTo>
                  <a:lnTo>
                    <a:pt x="23" y="325"/>
                  </a:lnTo>
                  <a:lnTo>
                    <a:pt x="27" y="334"/>
                  </a:lnTo>
                  <a:lnTo>
                    <a:pt x="38" y="353"/>
                  </a:lnTo>
                  <a:lnTo>
                    <a:pt x="50" y="371"/>
                  </a:lnTo>
                  <a:lnTo>
                    <a:pt x="58" y="378"/>
                  </a:lnTo>
                  <a:lnTo>
                    <a:pt x="63" y="386"/>
                  </a:lnTo>
                  <a:lnTo>
                    <a:pt x="81" y="403"/>
                  </a:lnTo>
                  <a:lnTo>
                    <a:pt x="100" y="415"/>
                  </a:lnTo>
                  <a:lnTo>
                    <a:pt x="108" y="421"/>
                  </a:lnTo>
                  <a:lnTo>
                    <a:pt x="117" y="426"/>
                  </a:lnTo>
                  <a:lnTo>
                    <a:pt x="127" y="430"/>
                  </a:lnTo>
                  <a:lnTo>
                    <a:pt x="136" y="436"/>
                  </a:lnTo>
                  <a:lnTo>
                    <a:pt x="148" y="442"/>
                  </a:lnTo>
                  <a:lnTo>
                    <a:pt x="158" y="444"/>
                  </a:lnTo>
                  <a:lnTo>
                    <a:pt x="167" y="448"/>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8"/>
                  </a:lnTo>
                  <a:lnTo>
                    <a:pt x="294" y="444"/>
                  </a:lnTo>
                  <a:lnTo>
                    <a:pt x="303" y="442"/>
                  </a:lnTo>
                  <a:lnTo>
                    <a:pt x="315" y="436"/>
                  </a:lnTo>
                  <a:lnTo>
                    <a:pt x="325" y="430"/>
                  </a:lnTo>
                  <a:lnTo>
                    <a:pt x="334" y="426"/>
                  </a:lnTo>
                  <a:lnTo>
                    <a:pt x="353" y="415"/>
                  </a:lnTo>
                  <a:lnTo>
                    <a:pt x="371" y="403"/>
                  </a:lnTo>
                  <a:lnTo>
                    <a:pt x="403" y="371"/>
                  </a:lnTo>
                  <a:lnTo>
                    <a:pt x="415" y="353"/>
                  </a:lnTo>
                  <a:lnTo>
                    <a:pt x="426" y="334"/>
                  </a:lnTo>
                  <a:lnTo>
                    <a:pt x="430" y="325"/>
                  </a:lnTo>
                  <a:lnTo>
                    <a:pt x="436" y="315"/>
                  </a:lnTo>
                  <a:lnTo>
                    <a:pt x="442" y="303"/>
                  </a:lnTo>
                  <a:lnTo>
                    <a:pt x="444" y="294"/>
                  </a:lnTo>
                  <a:lnTo>
                    <a:pt x="448"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8" y="167"/>
                  </a:lnTo>
                  <a:lnTo>
                    <a:pt x="444" y="158"/>
                  </a:lnTo>
                  <a:lnTo>
                    <a:pt x="442" y="148"/>
                  </a:lnTo>
                  <a:lnTo>
                    <a:pt x="436" y="136"/>
                  </a:lnTo>
                  <a:lnTo>
                    <a:pt x="430" y="127"/>
                  </a:lnTo>
                  <a:lnTo>
                    <a:pt x="426" y="117"/>
                  </a:lnTo>
                  <a:lnTo>
                    <a:pt x="421" y="108"/>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7"/>
                  </a:lnTo>
                  <a:lnTo>
                    <a:pt x="127" y="23"/>
                  </a:lnTo>
                  <a:lnTo>
                    <a:pt x="117" y="27"/>
                  </a:lnTo>
                  <a:lnTo>
                    <a:pt x="108" y="33"/>
                  </a:lnTo>
                  <a:lnTo>
                    <a:pt x="100" y="38"/>
                  </a:lnTo>
                  <a:lnTo>
                    <a:pt x="81" y="50"/>
                  </a:lnTo>
                  <a:lnTo>
                    <a:pt x="65" y="65"/>
                  </a:lnTo>
                  <a:lnTo>
                    <a:pt x="50" y="81"/>
                  </a:lnTo>
                  <a:lnTo>
                    <a:pt x="38" y="100"/>
                  </a:lnTo>
                  <a:lnTo>
                    <a:pt x="33" y="108"/>
                  </a:lnTo>
                  <a:lnTo>
                    <a:pt x="27" y="117"/>
                  </a:lnTo>
                  <a:lnTo>
                    <a:pt x="23" y="127"/>
                  </a:lnTo>
                  <a:lnTo>
                    <a:pt x="17" y="136"/>
                  </a:lnTo>
                  <a:lnTo>
                    <a:pt x="12" y="148"/>
                  </a:lnTo>
                  <a:lnTo>
                    <a:pt x="10" y="158"/>
                  </a:lnTo>
                  <a:lnTo>
                    <a:pt x="6" y="167"/>
                  </a:lnTo>
                  <a:lnTo>
                    <a:pt x="4" y="181"/>
                  </a:lnTo>
                  <a:lnTo>
                    <a:pt x="2" y="190"/>
                  </a:lnTo>
                  <a:lnTo>
                    <a:pt x="0" y="202"/>
                  </a:lnTo>
                  <a:lnTo>
                    <a:pt x="0" y="227"/>
                  </a:lnTo>
                  <a:lnTo>
                    <a:pt x="23" y="227"/>
                  </a:lnTo>
                  <a:lnTo>
                    <a:pt x="23" y="206"/>
                  </a:lnTo>
                  <a:lnTo>
                    <a:pt x="25" y="194"/>
                  </a:lnTo>
                  <a:lnTo>
                    <a:pt x="27" y="184"/>
                  </a:lnTo>
                  <a:lnTo>
                    <a:pt x="29" y="175"/>
                  </a:lnTo>
                  <a:lnTo>
                    <a:pt x="33" y="165"/>
                  </a:lnTo>
                  <a:lnTo>
                    <a:pt x="35" y="156"/>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6"/>
                  </a:lnTo>
                  <a:lnTo>
                    <a:pt x="421" y="165"/>
                  </a:lnTo>
                  <a:lnTo>
                    <a:pt x="424" y="175"/>
                  </a:lnTo>
                  <a:lnTo>
                    <a:pt x="426" y="184"/>
                  </a:lnTo>
                  <a:lnTo>
                    <a:pt x="428" y="194"/>
                  </a:lnTo>
                  <a:lnTo>
                    <a:pt x="430" y="204"/>
                  </a:lnTo>
                  <a:lnTo>
                    <a:pt x="430" y="215"/>
                  </a:lnTo>
                  <a:lnTo>
                    <a:pt x="432" y="229"/>
                  </a:lnTo>
                  <a:lnTo>
                    <a:pt x="432" y="225"/>
                  </a:lnTo>
                  <a:lnTo>
                    <a:pt x="430" y="234"/>
                  </a:lnTo>
                  <a:lnTo>
                    <a:pt x="430" y="246"/>
                  </a:lnTo>
                  <a:lnTo>
                    <a:pt x="428" y="257"/>
                  </a:lnTo>
                  <a:lnTo>
                    <a:pt x="426" y="267"/>
                  </a:lnTo>
                  <a:lnTo>
                    <a:pt x="424" y="277"/>
                  </a:lnTo>
                  <a:lnTo>
                    <a:pt x="421" y="286"/>
                  </a:lnTo>
                  <a:lnTo>
                    <a:pt x="419" y="296"/>
                  </a:lnTo>
                  <a:lnTo>
                    <a:pt x="417" y="303"/>
                  </a:lnTo>
                  <a:lnTo>
                    <a:pt x="411" y="313"/>
                  </a:lnTo>
                  <a:lnTo>
                    <a:pt x="407" y="323"/>
                  </a:lnTo>
                  <a:lnTo>
                    <a:pt x="396" y="342"/>
                  </a:lnTo>
                  <a:lnTo>
                    <a:pt x="384" y="355"/>
                  </a:lnTo>
                  <a:lnTo>
                    <a:pt x="355" y="384"/>
                  </a:lnTo>
                  <a:lnTo>
                    <a:pt x="342" y="396"/>
                  </a:lnTo>
                  <a:lnTo>
                    <a:pt x="323" y="407"/>
                  </a:lnTo>
                  <a:lnTo>
                    <a:pt x="313" y="411"/>
                  </a:lnTo>
                  <a:lnTo>
                    <a:pt x="303" y="417"/>
                  </a:lnTo>
                  <a:lnTo>
                    <a:pt x="296" y="419"/>
                  </a:lnTo>
                  <a:lnTo>
                    <a:pt x="286" y="421"/>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1"/>
                  </a:lnTo>
                  <a:lnTo>
                    <a:pt x="156" y="419"/>
                  </a:lnTo>
                  <a:lnTo>
                    <a:pt x="148" y="417"/>
                  </a:lnTo>
                  <a:lnTo>
                    <a:pt x="138" y="411"/>
                  </a:lnTo>
                  <a:lnTo>
                    <a:pt x="129" y="407"/>
                  </a:lnTo>
                  <a:lnTo>
                    <a:pt x="119" y="401"/>
                  </a:lnTo>
                  <a:lnTo>
                    <a:pt x="111" y="396"/>
                  </a:lnTo>
                  <a:lnTo>
                    <a:pt x="102" y="390"/>
                  </a:lnTo>
                  <a:lnTo>
                    <a:pt x="96" y="384"/>
                  </a:lnTo>
                  <a:lnTo>
                    <a:pt x="83" y="371"/>
                  </a:lnTo>
                  <a:lnTo>
                    <a:pt x="77" y="363"/>
                  </a:lnTo>
                  <a:lnTo>
                    <a:pt x="69" y="355"/>
                  </a:lnTo>
                  <a:lnTo>
                    <a:pt x="58" y="342"/>
                  </a:lnTo>
                  <a:lnTo>
                    <a:pt x="46" y="323"/>
                  </a:lnTo>
                  <a:lnTo>
                    <a:pt x="42" y="313"/>
                  </a:lnTo>
                  <a:lnTo>
                    <a:pt x="36" y="303"/>
                  </a:lnTo>
                  <a:lnTo>
                    <a:pt x="35" y="296"/>
                  </a:lnTo>
                  <a:lnTo>
                    <a:pt x="33" y="286"/>
                  </a:lnTo>
                  <a:lnTo>
                    <a:pt x="29" y="277"/>
                  </a:lnTo>
                  <a:lnTo>
                    <a:pt x="27" y="267"/>
                  </a:lnTo>
                  <a:lnTo>
                    <a:pt x="25" y="257"/>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26" name="Google Shape;426;g28abd34dbfa_0_446"/>
            <p:cNvSpPr/>
            <p:nvPr/>
          </p:nvSpPr>
          <p:spPr>
            <a:xfrm>
              <a:off x="2016" y="861"/>
              <a:ext cx="455" cy="456"/>
            </a:xfrm>
            <a:custGeom>
              <a:avLst/>
              <a:gdLst/>
              <a:ahLst/>
              <a:cxnLst/>
              <a:rect l="l" t="t" r="r" b="b"/>
              <a:pathLst>
                <a:path w="455" h="456" extrusionOk="0">
                  <a:moveTo>
                    <a:pt x="0" y="227"/>
                  </a:moveTo>
                  <a:lnTo>
                    <a:pt x="0" y="248"/>
                  </a:lnTo>
                  <a:lnTo>
                    <a:pt x="2" y="262"/>
                  </a:lnTo>
                  <a:lnTo>
                    <a:pt x="4" y="271"/>
                  </a:lnTo>
                  <a:lnTo>
                    <a:pt x="6" y="285"/>
                  </a:lnTo>
                  <a:lnTo>
                    <a:pt x="9" y="294"/>
                  </a:lnTo>
                  <a:lnTo>
                    <a:pt x="11" y="304"/>
                  </a:lnTo>
                  <a:lnTo>
                    <a:pt x="17" y="315"/>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6"/>
                  </a:lnTo>
                  <a:lnTo>
                    <a:pt x="148" y="442"/>
                  </a:lnTo>
                  <a:lnTo>
                    <a:pt x="157" y="444"/>
                  </a:lnTo>
                  <a:lnTo>
                    <a:pt x="167" y="448"/>
                  </a:lnTo>
                  <a:lnTo>
                    <a:pt x="180" y="450"/>
                  </a:lnTo>
                  <a:lnTo>
                    <a:pt x="190" y="452"/>
                  </a:lnTo>
                  <a:lnTo>
                    <a:pt x="202" y="454"/>
                  </a:lnTo>
                  <a:lnTo>
                    <a:pt x="213" y="454"/>
                  </a:lnTo>
                  <a:lnTo>
                    <a:pt x="225" y="456"/>
                  </a:lnTo>
                  <a:lnTo>
                    <a:pt x="228" y="456"/>
                  </a:lnTo>
                  <a:lnTo>
                    <a:pt x="238" y="454"/>
                  </a:lnTo>
                  <a:lnTo>
                    <a:pt x="248" y="454"/>
                  </a:lnTo>
                  <a:lnTo>
                    <a:pt x="261" y="452"/>
                  </a:lnTo>
                  <a:lnTo>
                    <a:pt x="271" y="450"/>
                  </a:lnTo>
                  <a:lnTo>
                    <a:pt x="284" y="448"/>
                  </a:lnTo>
                  <a:lnTo>
                    <a:pt x="294" y="444"/>
                  </a:lnTo>
                  <a:lnTo>
                    <a:pt x="303" y="442"/>
                  </a:lnTo>
                  <a:lnTo>
                    <a:pt x="315" y="436"/>
                  </a:lnTo>
                  <a:lnTo>
                    <a:pt x="324" y="431"/>
                  </a:lnTo>
                  <a:lnTo>
                    <a:pt x="334" y="427"/>
                  </a:lnTo>
                  <a:lnTo>
                    <a:pt x="353" y="415"/>
                  </a:lnTo>
                  <a:lnTo>
                    <a:pt x="371" y="404"/>
                  </a:lnTo>
                  <a:lnTo>
                    <a:pt x="403" y="371"/>
                  </a:lnTo>
                  <a:lnTo>
                    <a:pt x="415" y="354"/>
                  </a:lnTo>
                  <a:lnTo>
                    <a:pt x="426" y="335"/>
                  </a:lnTo>
                  <a:lnTo>
                    <a:pt x="430" y="325"/>
                  </a:lnTo>
                  <a:lnTo>
                    <a:pt x="436" y="315"/>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4" y="23"/>
                  </a:lnTo>
                  <a:lnTo>
                    <a:pt x="315" y="18"/>
                  </a:lnTo>
                  <a:lnTo>
                    <a:pt x="303" y="12"/>
                  </a:lnTo>
                  <a:lnTo>
                    <a:pt x="294" y="10"/>
                  </a:lnTo>
                  <a:lnTo>
                    <a:pt x="284" y="6"/>
                  </a:lnTo>
                  <a:lnTo>
                    <a:pt x="271" y="4"/>
                  </a:lnTo>
                  <a:lnTo>
                    <a:pt x="261" y="2"/>
                  </a:lnTo>
                  <a:lnTo>
                    <a:pt x="250" y="0"/>
                  </a:lnTo>
                  <a:lnTo>
                    <a:pt x="203" y="0"/>
                  </a:lnTo>
                  <a:lnTo>
                    <a:pt x="190" y="2"/>
                  </a:lnTo>
                  <a:lnTo>
                    <a:pt x="180" y="4"/>
                  </a:lnTo>
                  <a:lnTo>
                    <a:pt x="167" y="6"/>
                  </a:lnTo>
                  <a:lnTo>
                    <a:pt x="157" y="10"/>
                  </a:lnTo>
                  <a:lnTo>
                    <a:pt x="148" y="12"/>
                  </a:lnTo>
                  <a:lnTo>
                    <a:pt x="136" y="18"/>
                  </a:lnTo>
                  <a:lnTo>
                    <a:pt x="127" y="23"/>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9"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4" y="156"/>
                  </a:lnTo>
                  <a:lnTo>
                    <a:pt x="36" y="148"/>
                  </a:lnTo>
                  <a:lnTo>
                    <a:pt x="42" y="139"/>
                  </a:lnTo>
                  <a:lnTo>
                    <a:pt x="46" y="129"/>
                  </a:lnTo>
                  <a:lnTo>
                    <a:pt x="52" y="120"/>
                  </a:lnTo>
                  <a:lnTo>
                    <a:pt x="58" y="112"/>
                  </a:lnTo>
                  <a:lnTo>
                    <a:pt x="63" y="102"/>
                  </a:lnTo>
                  <a:lnTo>
                    <a:pt x="69" y="96"/>
                  </a:lnTo>
                  <a:lnTo>
                    <a:pt x="77" y="89"/>
                  </a:lnTo>
                  <a:lnTo>
                    <a:pt x="81" y="81"/>
                  </a:lnTo>
                  <a:lnTo>
                    <a:pt x="88" y="77"/>
                  </a:lnTo>
                  <a:lnTo>
                    <a:pt x="96" y="70"/>
                  </a:lnTo>
                  <a:lnTo>
                    <a:pt x="102" y="64"/>
                  </a:lnTo>
                  <a:lnTo>
                    <a:pt x="111" y="58"/>
                  </a:lnTo>
                  <a:lnTo>
                    <a:pt x="119" y="52"/>
                  </a:lnTo>
                  <a:lnTo>
                    <a:pt x="129" y="47"/>
                  </a:lnTo>
                  <a:lnTo>
                    <a:pt x="138" y="43"/>
                  </a:lnTo>
                  <a:lnTo>
                    <a:pt x="148" y="37"/>
                  </a:lnTo>
                  <a:lnTo>
                    <a:pt x="155" y="35"/>
                  </a:lnTo>
                  <a:lnTo>
                    <a:pt x="165" y="33"/>
                  </a:lnTo>
                  <a:lnTo>
                    <a:pt x="175" y="29"/>
                  </a:lnTo>
                  <a:lnTo>
                    <a:pt x="184" y="27"/>
                  </a:lnTo>
                  <a:lnTo>
                    <a:pt x="194" y="25"/>
                  </a:lnTo>
                  <a:lnTo>
                    <a:pt x="203" y="23"/>
                  </a:lnTo>
                  <a:lnTo>
                    <a:pt x="227" y="23"/>
                  </a:lnTo>
                  <a:lnTo>
                    <a:pt x="246" y="23"/>
                  </a:lnTo>
                  <a:lnTo>
                    <a:pt x="257" y="25"/>
                  </a:lnTo>
                  <a:lnTo>
                    <a:pt x="267" y="27"/>
                  </a:lnTo>
                  <a:lnTo>
                    <a:pt x="276" y="29"/>
                  </a:lnTo>
                  <a:lnTo>
                    <a:pt x="286" y="33"/>
                  </a:lnTo>
                  <a:lnTo>
                    <a:pt x="296" y="35"/>
                  </a:lnTo>
                  <a:lnTo>
                    <a:pt x="303" y="37"/>
                  </a:lnTo>
                  <a:lnTo>
                    <a:pt x="313" y="43"/>
                  </a:lnTo>
                  <a:lnTo>
                    <a:pt x="323" y="47"/>
                  </a:lnTo>
                  <a:lnTo>
                    <a:pt x="342" y="58"/>
                  </a:lnTo>
                  <a:lnTo>
                    <a:pt x="355" y="70"/>
                  </a:lnTo>
                  <a:lnTo>
                    <a:pt x="363" y="77"/>
                  </a:lnTo>
                  <a:lnTo>
                    <a:pt x="371" y="83"/>
                  </a:lnTo>
                  <a:lnTo>
                    <a:pt x="384" y="96"/>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1"/>
                  </a:lnTo>
                  <a:lnTo>
                    <a:pt x="303" y="417"/>
                  </a:lnTo>
                  <a:lnTo>
                    <a:pt x="296" y="419"/>
                  </a:lnTo>
                  <a:lnTo>
                    <a:pt x="286" y="421"/>
                  </a:lnTo>
                  <a:lnTo>
                    <a:pt x="276" y="425"/>
                  </a:lnTo>
                  <a:lnTo>
                    <a:pt x="267" y="427"/>
                  </a:lnTo>
                  <a:lnTo>
                    <a:pt x="257" y="429"/>
                  </a:lnTo>
                  <a:lnTo>
                    <a:pt x="248" y="431"/>
                  </a:lnTo>
                  <a:lnTo>
                    <a:pt x="234" y="431"/>
                  </a:lnTo>
                  <a:lnTo>
                    <a:pt x="225" y="433"/>
                  </a:lnTo>
                  <a:lnTo>
                    <a:pt x="228" y="433"/>
                  </a:lnTo>
                  <a:lnTo>
                    <a:pt x="217" y="431"/>
                  </a:lnTo>
                  <a:lnTo>
                    <a:pt x="205" y="431"/>
                  </a:lnTo>
                  <a:lnTo>
                    <a:pt x="194" y="429"/>
                  </a:lnTo>
                  <a:lnTo>
                    <a:pt x="184" y="427"/>
                  </a:lnTo>
                  <a:lnTo>
                    <a:pt x="175" y="425"/>
                  </a:lnTo>
                  <a:lnTo>
                    <a:pt x="165" y="421"/>
                  </a:lnTo>
                  <a:lnTo>
                    <a:pt x="155" y="419"/>
                  </a:lnTo>
                  <a:lnTo>
                    <a:pt x="148" y="417"/>
                  </a:lnTo>
                  <a:lnTo>
                    <a:pt x="138" y="411"/>
                  </a:lnTo>
                  <a:lnTo>
                    <a:pt x="129" y="408"/>
                  </a:lnTo>
                  <a:lnTo>
                    <a:pt x="119" y="402"/>
                  </a:lnTo>
                  <a:lnTo>
                    <a:pt x="111" y="396"/>
                  </a:lnTo>
                  <a:lnTo>
                    <a:pt x="102" y="390"/>
                  </a:lnTo>
                  <a:lnTo>
                    <a:pt x="96" y="385"/>
                  </a:lnTo>
                  <a:lnTo>
                    <a:pt x="82" y="371"/>
                  </a:lnTo>
                  <a:lnTo>
                    <a:pt x="77" y="363"/>
                  </a:lnTo>
                  <a:lnTo>
                    <a:pt x="69" y="356"/>
                  </a:lnTo>
                  <a:lnTo>
                    <a:pt x="58" y="342"/>
                  </a:lnTo>
                  <a:lnTo>
                    <a:pt x="46" y="323"/>
                  </a:lnTo>
                  <a:lnTo>
                    <a:pt x="42" y="314"/>
                  </a:lnTo>
                  <a:lnTo>
                    <a:pt x="36" y="304"/>
                  </a:lnTo>
                  <a:lnTo>
                    <a:pt x="34"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27" name="Google Shape;427;g28abd34dbfa_0_446"/>
            <p:cNvSpPr/>
            <p:nvPr/>
          </p:nvSpPr>
          <p:spPr>
            <a:xfrm>
              <a:off x="1485" y="1037"/>
              <a:ext cx="530" cy="42"/>
            </a:xfrm>
            <a:custGeom>
              <a:avLst/>
              <a:gdLst/>
              <a:ahLst/>
              <a:cxnLst/>
              <a:rect l="l" t="t" r="r" b="b"/>
              <a:pathLst>
                <a:path w="530" h="42" extrusionOk="0">
                  <a:moveTo>
                    <a:pt x="19" y="0"/>
                  </a:moveTo>
                  <a:lnTo>
                    <a:pt x="14" y="0"/>
                  </a:lnTo>
                  <a:lnTo>
                    <a:pt x="10" y="1"/>
                  </a:lnTo>
                  <a:lnTo>
                    <a:pt x="2" y="9"/>
                  </a:lnTo>
                  <a:lnTo>
                    <a:pt x="0" y="13"/>
                  </a:lnTo>
                  <a:lnTo>
                    <a:pt x="0" y="25"/>
                  </a:lnTo>
                  <a:lnTo>
                    <a:pt x="2" y="28"/>
                  </a:lnTo>
                  <a:lnTo>
                    <a:pt x="10" y="36"/>
                  </a:lnTo>
                  <a:lnTo>
                    <a:pt x="14" y="38"/>
                  </a:lnTo>
                  <a:lnTo>
                    <a:pt x="19" y="38"/>
                  </a:lnTo>
                  <a:lnTo>
                    <a:pt x="511" y="42"/>
                  </a:lnTo>
                  <a:lnTo>
                    <a:pt x="517" y="42"/>
                  </a:lnTo>
                  <a:lnTo>
                    <a:pt x="521" y="40"/>
                  </a:lnTo>
                  <a:lnTo>
                    <a:pt x="528" y="32"/>
                  </a:lnTo>
                  <a:lnTo>
                    <a:pt x="530" y="28"/>
                  </a:lnTo>
                  <a:lnTo>
                    <a:pt x="530" y="17"/>
                  </a:lnTo>
                  <a:lnTo>
                    <a:pt x="528" y="13"/>
                  </a:lnTo>
                  <a:lnTo>
                    <a:pt x="521" y="5"/>
                  </a:lnTo>
                  <a:lnTo>
                    <a:pt x="517" y="3"/>
                  </a:lnTo>
                  <a:lnTo>
                    <a:pt x="511" y="3"/>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28" name="Google Shape;428;g28abd34dbfa_0_446"/>
            <p:cNvSpPr/>
            <p:nvPr/>
          </p:nvSpPr>
          <p:spPr>
            <a:xfrm>
              <a:off x="1207" y="93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A</a:t>
              </a:r>
              <a:endParaRPr sz="3600" b="1" i="0" u="none" strike="noStrike" cap="none">
                <a:solidFill>
                  <a:srgbClr val="00FF00"/>
                </a:solidFill>
                <a:latin typeface="Times New Roman"/>
                <a:ea typeface="Times New Roman"/>
                <a:cs typeface="Times New Roman"/>
                <a:sym typeface="Times New Roman"/>
              </a:endParaRPr>
            </a:p>
          </p:txBody>
        </p:sp>
        <p:sp>
          <p:nvSpPr>
            <p:cNvPr id="429" name="Google Shape;429;g28abd34dbfa_0_446"/>
            <p:cNvSpPr/>
            <p:nvPr/>
          </p:nvSpPr>
          <p:spPr>
            <a:xfrm>
              <a:off x="2180" y="939"/>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B</a:t>
              </a:r>
              <a:endParaRPr sz="3600" b="1" i="0" u="none" strike="noStrike" cap="none">
                <a:solidFill>
                  <a:srgbClr val="00FF00"/>
                </a:solidFill>
                <a:latin typeface="Times New Roman"/>
                <a:ea typeface="Times New Roman"/>
                <a:cs typeface="Times New Roman"/>
                <a:sym typeface="Times New Roman"/>
              </a:endParaRPr>
            </a:p>
          </p:txBody>
        </p:sp>
        <p:sp>
          <p:nvSpPr>
            <p:cNvPr id="430" name="Google Shape;430;g28abd34dbfa_0_446"/>
            <p:cNvSpPr/>
            <p:nvPr/>
          </p:nvSpPr>
          <p:spPr>
            <a:xfrm>
              <a:off x="1568" y="79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1/0</a:t>
              </a:r>
              <a:endParaRPr sz="3600" b="1" i="0" u="none" strike="noStrike" cap="none">
                <a:solidFill>
                  <a:srgbClr val="00FF00"/>
                </a:solidFill>
                <a:latin typeface="Times New Roman"/>
                <a:ea typeface="Times New Roman"/>
                <a:cs typeface="Times New Roman"/>
                <a:sym typeface="Times New Roman"/>
              </a:endParaRPr>
            </a:p>
          </p:txBody>
        </p:sp>
        <p:sp>
          <p:nvSpPr>
            <p:cNvPr id="431" name="Google Shape;431;g28abd34dbfa_0_446"/>
            <p:cNvSpPr/>
            <p:nvPr/>
          </p:nvSpPr>
          <p:spPr>
            <a:xfrm>
              <a:off x="2976" y="884"/>
              <a:ext cx="456" cy="456"/>
            </a:xfrm>
            <a:custGeom>
              <a:avLst/>
              <a:gdLst/>
              <a:ahLst/>
              <a:cxnLst/>
              <a:rect l="l" t="t" r="r" b="b"/>
              <a:pathLst>
                <a:path w="456" h="456" extrusionOk="0">
                  <a:moveTo>
                    <a:pt x="0" y="227"/>
                  </a:moveTo>
                  <a:lnTo>
                    <a:pt x="0" y="248"/>
                  </a:lnTo>
                  <a:lnTo>
                    <a:pt x="2" y="262"/>
                  </a:lnTo>
                  <a:lnTo>
                    <a:pt x="4" y="271"/>
                  </a:lnTo>
                  <a:lnTo>
                    <a:pt x="6" y="285"/>
                  </a:lnTo>
                  <a:lnTo>
                    <a:pt x="10" y="294"/>
                  </a:lnTo>
                  <a:lnTo>
                    <a:pt x="12" y="304"/>
                  </a:lnTo>
                  <a:lnTo>
                    <a:pt x="18" y="316"/>
                  </a:lnTo>
                  <a:lnTo>
                    <a:pt x="23" y="325"/>
                  </a:lnTo>
                  <a:lnTo>
                    <a:pt x="27" y="335"/>
                  </a:lnTo>
                  <a:lnTo>
                    <a:pt x="39" y="354"/>
                  </a:lnTo>
                  <a:lnTo>
                    <a:pt x="50" y="371"/>
                  </a:lnTo>
                  <a:lnTo>
                    <a:pt x="58" y="379"/>
                  </a:lnTo>
                  <a:lnTo>
                    <a:pt x="64" y="387"/>
                  </a:lnTo>
                  <a:lnTo>
                    <a:pt x="81" y="404"/>
                  </a:lnTo>
                  <a:lnTo>
                    <a:pt x="100" y="415"/>
                  </a:lnTo>
                  <a:lnTo>
                    <a:pt x="108" y="421"/>
                  </a:lnTo>
                  <a:lnTo>
                    <a:pt x="117" y="427"/>
                  </a:lnTo>
                  <a:lnTo>
                    <a:pt x="127" y="431"/>
                  </a:lnTo>
                  <a:lnTo>
                    <a:pt x="137" y="437"/>
                  </a:lnTo>
                  <a:lnTo>
                    <a:pt x="148" y="442"/>
                  </a:lnTo>
                  <a:lnTo>
                    <a:pt x="158" y="444"/>
                  </a:lnTo>
                  <a:lnTo>
                    <a:pt x="167" y="448"/>
                  </a:lnTo>
                  <a:lnTo>
                    <a:pt x="181" y="450"/>
                  </a:lnTo>
                  <a:lnTo>
                    <a:pt x="190" y="452"/>
                  </a:lnTo>
                  <a:lnTo>
                    <a:pt x="202" y="454"/>
                  </a:lnTo>
                  <a:lnTo>
                    <a:pt x="213" y="454"/>
                  </a:lnTo>
                  <a:lnTo>
                    <a:pt x="225" y="456"/>
                  </a:lnTo>
                  <a:lnTo>
                    <a:pt x="229" y="456"/>
                  </a:lnTo>
                  <a:lnTo>
                    <a:pt x="238" y="454"/>
                  </a:lnTo>
                  <a:lnTo>
                    <a:pt x="248" y="454"/>
                  </a:lnTo>
                  <a:lnTo>
                    <a:pt x="262" y="452"/>
                  </a:lnTo>
                  <a:lnTo>
                    <a:pt x="271" y="450"/>
                  </a:lnTo>
                  <a:lnTo>
                    <a:pt x="285" y="448"/>
                  </a:lnTo>
                  <a:lnTo>
                    <a:pt x="294" y="444"/>
                  </a:lnTo>
                  <a:lnTo>
                    <a:pt x="304" y="442"/>
                  </a:lnTo>
                  <a:lnTo>
                    <a:pt x="315" y="437"/>
                  </a:lnTo>
                  <a:lnTo>
                    <a:pt x="325" y="431"/>
                  </a:lnTo>
                  <a:lnTo>
                    <a:pt x="335" y="427"/>
                  </a:lnTo>
                  <a:lnTo>
                    <a:pt x="354" y="415"/>
                  </a:lnTo>
                  <a:lnTo>
                    <a:pt x="371" y="404"/>
                  </a:lnTo>
                  <a:lnTo>
                    <a:pt x="404" y="371"/>
                  </a:lnTo>
                  <a:lnTo>
                    <a:pt x="415" y="354"/>
                  </a:lnTo>
                  <a:lnTo>
                    <a:pt x="427" y="335"/>
                  </a:lnTo>
                  <a:lnTo>
                    <a:pt x="431" y="325"/>
                  </a:lnTo>
                  <a:lnTo>
                    <a:pt x="436" y="316"/>
                  </a:lnTo>
                  <a:lnTo>
                    <a:pt x="442" y="304"/>
                  </a:lnTo>
                  <a:lnTo>
                    <a:pt x="444" y="294"/>
                  </a:lnTo>
                  <a:lnTo>
                    <a:pt x="448" y="285"/>
                  </a:lnTo>
                  <a:lnTo>
                    <a:pt x="450" y="271"/>
                  </a:lnTo>
                  <a:lnTo>
                    <a:pt x="452" y="262"/>
                  </a:lnTo>
                  <a:lnTo>
                    <a:pt x="454" y="250"/>
                  </a:lnTo>
                  <a:lnTo>
                    <a:pt x="454" y="239"/>
                  </a:lnTo>
                  <a:lnTo>
                    <a:pt x="456" y="229"/>
                  </a:lnTo>
                  <a:lnTo>
                    <a:pt x="456" y="225"/>
                  </a:lnTo>
                  <a:lnTo>
                    <a:pt x="454" y="216"/>
                  </a:lnTo>
                  <a:lnTo>
                    <a:pt x="454" y="204"/>
                  </a:lnTo>
                  <a:lnTo>
                    <a:pt x="452" y="191"/>
                  </a:lnTo>
                  <a:lnTo>
                    <a:pt x="450" y="181"/>
                  </a:lnTo>
                  <a:lnTo>
                    <a:pt x="448" y="168"/>
                  </a:lnTo>
                  <a:lnTo>
                    <a:pt x="444" y="158"/>
                  </a:lnTo>
                  <a:lnTo>
                    <a:pt x="442" y="148"/>
                  </a:lnTo>
                  <a:lnTo>
                    <a:pt x="436" y="137"/>
                  </a:lnTo>
                  <a:lnTo>
                    <a:pt x="431" y="127"/>
                  </a:lnTo>
                  <a:lnTo>
                    <a:pt x="427" y="118"/>
                  </a:lnTo>
                  <a:lnTo>
                    <a:pt x="421" y="108"/>
                  </a:lnTo>
                  <a:lnTo>
                    <a:pt x="415" y="100"/>
                  </a:lnTo>
                  <a:lnTo>
                    <a:pt x="404" y="81"/>
                  </a:lnTo>
                  <a:lnTo>
                    <a:pt x="386" y="64"/>
                  </a:lnTo>
                  <a:lnTo>
                    <a:pt x="379" y="58"/>
                  </a:lnTo>
                  <a:lnTo>
                    <a:pt x="371" y="50"/>
                  </a:lnTo>
                  <a:lnTo>
                    <a:pt x="354" y="39"/>
                  </a:lnTo>
                  <a:lnTo>
                    <a:pt x="335" y="27"/>
                  </a:lnTo>
                  <a:lnTo>
                    <a:pt x="325" y="24"/>
                  </a:lnTo>
                  <a:lnTo>
                    <a:pt x="315" y="18"/>
                  </a:lnTo>
                  <a:lnTo>
                    <a:pt x="304" y="12"/>
                  </a:lnTo>
                  <a:lnTo>
                    <a:pt x="294" y="10"/>
                  </a:lnTo>
                  <a:lnTo>
                    <a:pt x="285" y="6"/>
                  </a:lnTo>
                  <a:lnTo>
                    <a:pt x="271" y="4"/>
                  </a:lnTo>
                  <a:lnTo>
                    <a:pt x="262" y="2"/>
                  </a:lnTo>
                  <a:lnTo>
                    <a:pt x="250" y="0"/>
                  </a:lnTo>
                  <a:lnTo>
                    <a:pt x="204" y="0"/>
                  </a:lnTo>
                  <a:lnTo>
                    <a:pt x="190" y="2"/>
                  </a:lnTo>
                  <a:lnTo>
                    <a:pt x="181" y="4"/>
                  </a:lnTo>
                  <a:lnTo>
                    <a:pt x="167" y="6"/>
                  </a:lnTo>
                  <a:lnTo>
                    <a:pt x="158" y="10"/>
                  </a:lnTo>
                  <a:lnTo>
                    <a:pt x="148" y="12"/>
                  </a:lnTo>
                  <a:lnTo>
                    <a:pt x="137" y="18"/>
                  </a:lnTo>
                  <a:lnTo>
                    <a:pt x="127" y="24"/>
                  </a:lnTo>
                  <a:lnTo>
                    <a:pt x="117" y="27"/>
                  </a:lnTo>
                  <a:lnTo>
                    <a:pt x="108" y="33"/>
                  </a:lnTo>
                  <a:lnTo>
                    <a:pt x="100" y="39"/>
                  </a:lnTo>
                  <a:lnTo>
                    <a:pt x="81" y="50"/>
                  </a:lnTo>
                  <a:lnTo>
                    <a:pt x="66" y="66"/>
                  </a:lnTo>
                  <a:lnTo>
                    <a:pt x="50" y="81"/>
                  </a:lnTo>
                  <a:lnTo>
                    <a:pt x="39" y="100"/>
                  </a:lnTo>
                  <a:lnTo>
                    <a:pt x="33" y="108"/>
                  </a:lnTo>
                  <a:lnTo>
                    <a:pt x="27" y="118"/>
                  </a:lnTo>
                  <a:lnTo>
                    <a:pt x="23" y="127"/>
                  </a:lnTo>
                  <a:lnTo>
                    <a:pt x="18" y="137"/>
                  </a:lnTo>
                  <a:lnTo>
                    <a:pt x="12"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7" y="148"/>
                  </a:lnTo>
                  <a:lnTo>
                    <a:pt x="43" y="139"/>
                  </a:lnTo>
                  <a:lnTo>
                    <a:pt x="46" y="129"/>
                  </a:lnTo>
                  <a:lnTo>
                    <a:pt x="52" y="120"/>
                  </a:lnTo>
                  <a:lnTo>
                    <a:pt x="58" y="112"/>
                  </a:lnTo>
                  <a:lnTo>
                    <a:pt x="64" y="102"/>
                  </a:lnTo>
                  <a:lnTo>
                    <a:pt x="69" y="97"/>
                  </a:lnTo>
                  <a:lnTo>
                    <a:pt x="77" y="89"/>
                  </a:lnTo>
                  <a:lnTo>
                    <a:pt x="81" y="81"/>
                  </a:lnTo>
                  <a:lnTo>
                    <a:pt x="89" y="77"/>
                  </a:lnTo>
                  <a:lnTo>
                    <a:pt x="96" y="70"/>
                  </a:lnTo>
                  <a:lnTo>
                    <a:pt x="102" y="64"/>
                  </a:lnTo>
                  <a:lnTo>
                    <a:pt x="112" y="58"/>
                  </a:lnTo>
                  <a:lnTo>
                    <a:pt x="119" y="52"/>
                  </a:lnTo>
                  <a:lnTo>
                    <a:pt x="129" y="47"/>
                  </a:lnTo>
                  <a:lnTo>
                    <a:pt x="139" y="43"/>
                  </a:lnTo>
                  <a:lnTo>
                    <a:pt x="148" y="37"/>
                  </a:lnTo>
                  <a:lnTo>
                    <a:pt x="156" y="35"/>
                  </a:lnTo>
                  <a:lnTo>
                    <a:pt x="165" y="33"/>
                  </a:lnTo>
                  <a:lnTo>
                    <a:pt x="175" y="29"/>
                  </a:lnTo>
                  <a:lnTo>
                    <a:pt x="185" y="27"/>
                  </a:lnTo>
                  <a:lnTo>
                    <a:pt x="194" y="25"/>
                  </a:lnTo>
                  <a:lnTo>
                    <a:pt x="204" y="24"/>
                  </a:lnTo>
                  <a:lnTo>
                    <a:pt x="227" y="24"/>
                  </a:lnTo>
                  <a:lnTo>
                    <a:pt x="246" y="24"/>
                  </a:lnTo>
                  <a:lnTo>
                    <a:pt x="258" y="25"/>
                  </a:lnTo>
                  <a:lnTo>
                    <a:pt x="267" y="27"/>
                  </a:lnTo>
                  <a:lnTo>
                    <a:pt x="277" y="29"/>
                  </a:lnTo>
                  <a:lnTo>
                    <a:pt x="286" y="33"/>
                  </a:lnTo>
                  <a:lnTo>
                    <a:pt x="296" y="35"/>
                  </a:lnTo>
                  <a:lnTo>
                    <a:pt x="304" y="37"/>
                  </a:lnTo>
                  <a:lnTo>
                    <a:pt x="313" y="43"/>
                  </a:lnTo>
                  <a:lnTo>
                    <a:pt x="323" y="47"/>
                  </a:lnTo>
                  <a:lnTo>
                    <a:pt x="342" y="58"/>
                  </a:lnTo>
                  <a:lnTo>
                    <a:pt x="356" y="70"/>
                  </a:lnTo>
                  <a:lnTo>
                    <a:pt x="363" y="77"/>
                  </a:lnTo>
                  <a:lnTo>
                    <a:pt x="371" y="83"/>
                  </a:lnTo>
                  <a:lnTo>
                    <a:pt x="384" y="97"/>
                  </a:lnTo>
                  <a:lnTo>
                    <a:pt x="390" y="102"/>
                  </a:lnTo>
                  <a:lnTo>
                    <a:pt x="396" y="112"/>
                  </a:lnTo>
                  <a:lnTo>
                    <a:pt x="402" y="120"/>
                  </a:lnTo>
                  <a:lnTo>
                    <a:pt x="407" y="129"/>
                  </a:lnTo>
                  <a:lnTo>
                    <a:pt x="411" y="139"/>
                  </a:lnTo>
                  <a:lnTo>
                    <a:pt x="417" y="148"/>
                  </a:lnTo>
                  <a:lnTo>
                    <a:pt x="419" y="156"/>
                  </a:lnTo>
                  <a:lnTo>
                    <a:pt x="421" y="166"/>
                  </a:lnTo>
                  <a:lnTo>
                    <a:pt x="425" y="175"/>
                  </a:lnTo>
                  <a:lnTo>
                    <a:pt x="427" y="185"/>
                  </a:lnTo>
                  <a:lnTo>
                    <a:pt x="429" y="194"/>
                  </a:lnTo>
                  <a:lnTo>
                    <a:pt x="431" y="204"/>
                  </a:lnTo>
                  <a:lnTo>
                    <a:pt x="431" y="216"/>
                  </a:lnTo>
                  <a:lnTo>
                    <a:pt x="432" y="229"/>
                  </a:lnTo>
                  <a:lnTo>
                    <a:pt x="432" y="225"/>
                  </a:lnTo>
                  <a:lnTo>
                    <a:pt x="431" y="235"/>
                  </a:lnTo>
                  <a:lnTo>
                    <a:pt x="431" y="246"/>
                  </a:lnTo>
                  <a:lnTo>
                    <a:pt x="429" y="258"/>
                  </a:lnTo>
                  <a:lnTo>
                    <a:pt x="427" y="267"/>
                  </a:lnTo>
                  <a:lnTo>
                    <a:pt x="425" y="277"/>
                  </a:lnTo>
                  <a:lnTo>
                    <a:pt x="421" y="287"/>
                  </a:lnTo>
                  <a:lnTo>
                    <a:pt x="419" y="296"/>
                  </a:lnTo>
                  <a:lnTo>
                    <a:pt x="417" y="304"/>
                  </a:lnTo>
                  <a:lnTo>
                    <a:pt x="411" y="314"/>
                  </a:lnTo>
                  <a:lnTo>
                    <a:pt x="407" y="323"/>
                  </a:lnTo>
                  <a:lnTo>
                    <a:pt x="396" y="342"/>
                  </a:lnTo>
                  <a:lnTo>
                    <a:pt x="384" y="356"/>
                  </a:lnTo>
                  <a:lnTo>
                    <a:pt x="356" y="385"/>
                  </a:lnTo>
                  <a:lnTo>
                    <a:pt x="342" y="396"/>
                  </a:lnTo>
                  <a:lnTo>
                    <a:pt x="323" y="408"/>
                  </a:lnTo>
                  <a:lnTo>
                    <a:pt x="313" y="412"/>
                  </a:lnTo>
                  <a:lnTo>
                    <a:pt x="304" y="417"/>
                  </a:lnTo>
                  <a:lnTo>
                    <a:pt x="296" y="419"/>
                  </a:lnTo>
                  <a:lnTo>
                    <a:pt x="286" y="421"/>
                  </a:lnTo>
                  <a:lnTo>
                    <a:pt x="277" y="425"/>
                  </a:lnTo>
                  <a:lnTo>
                    <a:pt x="267" y="427"/>
                  </a:lnTo>
                  <a:lnTo>
                    <a:pt x="258" y="429"/>
                  </a:lnTo>
                  <a:lnTo>
                    <a:pt x="248" y="431"/>
                  </a:lnTo>
                  <a:lnTo>
                    <a:pt x="235" y="431"/>
                  </a:lnTo>
                  <a:lnTo>
                    <a:pt x="225" y="433"/>
                  </a:lnTo>
                  <a:lnTo>
                    <a:pt x="229" y="433"/>
                  </a:lnTo>
                  <a:lnTo>
                    <a:pt x="217" y="431"/>
                  </a:lnTo>
                  <a:lnTo>
                    <a:pt x="206" y="431"/>
                  </a:lnTo>
                  <a:lnTo>
                    <a:pt x="194" y="429"/>
                  </a:lnTo>
                  <a:lnTo>
                    <a:pt x="185" y="427"/>
                  </a:lnTo>
                  <a:lnTo>
                    <a:pt x="175" y="425"/>
                  </a:lnTo>
                  <a:lnTo>
                    <a:pt x="165" y="421"/>
                  </a:lnTo>
                  <a:lnTo>
                    <a:pt x="156" y="419"/>
                  </a:lnTo>
                  <a:lnTo>
                    <a:pt x="148" y="417"/>
                  </a:lnTo>
                  <a:lnTo>
                    <a:pt x="139" y="412"/>
                  </a:lnTo>
                  <a:lnTo>
                    <a:pt x="129" y="408"/>
                  </a:lnTo>
                  <a:lnTo>
                    <a:pt x="119" y="402"/>
                  </a:lnTo>
                  <a:lnTo>
                    <a:pt x="112" y="396"/>
                  </a:lnTo>
                  <a:lnTo>
                    <a:pt x="102" y="390"/>
                  </a:lnTo>
                  <a:lnTo>
                    <a:pt x="96" y="385"/>
                  </a:lnTo>
                  <a:lnTo>
                    <a:pt x="83" y="371"/>
                  </a:lnTo>
                  <a:lnTo>
                    <a:pt x="77" y="364"/>
                  </a:lnTo>
                  <a:lnTo>
                    <a:pt x="69" y="356"/>
                  </a:lnTo>
                  <a:lnTo>
                    <a:pt x="58" y="342"/>
                  </a:lnTo>
                  <a:lnTo>
                    <a:pt x="46" y="323"/>
                  </a:lnTo>
                  <a:lnTo>
                    <a:pt x="43" y="314"/>
                  </a:lnTo>
                  <a:lnTo>
                    <a:pt x="37" y="304"/>
                  </a:lnTo>
                  <a:lnTo>
                    <a:pt x="35"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32" name="Google Shape;432;g28abd34dbfa_0_446"/>
            <p:cNvSpPr/>
            <p:nvPr/>
          </p:nvSpPr>
          <p:spPr>
            <a:xfrm>
              <a:off x="2419" y="1031"/>
              <a:ext cx="541" cy="42"/>
            </a:xfrm>
            <a:custGeom>
              <a:avLst/>
              <a:gdLst/>
              <a:ahLst/>
              <a:cxnLst/>
              <a:rect l="l" t="t" r="r" b="b"/>
              <a:pathLst>
                <a:path w="541" h="42" extrusionOk="0">
                  <a:moveTo>
                    <a:pt x="19" y="4"/>
                  </a:moveTo>
                  <a:lnTo>
                    <a:pt x="13" y="4"/>
                  </a:lnTo>
                  <a:lnTo>
                    <a:pt x="9" y="6"/>
                  </a:lnTo>
                  <a:lnTo>
                    <a:pt x="2" y="13"/>
                  </a:lnTo>
                  <a:lnTo>
                    <a:pt x="0" y="17"/>
                  </a:lnTo>
                  <a:lnTo>
                    <a:pt x="0" y="29"/>
                  </a:lnTo>
                  <a:lnTo>
                    <a:pt x="2" y="32"/>
                  </a:lnTo>
                  <a:lnTo>
                    <a:pt x="9" y="40"/>
                  </a:lnTo>
                  <a:lnTo>
                    <a:pt x="13" y="42"/>
                  </a:lnTo>
                  <a:lnTo>
                    <a:pt x="19" y="42"/>
                  </a:lnTo>
                  <a:lnTo>
                    <a:pt x="522" y="38"/>
                  </a:lnTo>
                  <a:lnTo>
                    <a:pt x="528" y="38"/>
                  </a:lnTo>
                  <a:lnTo>
                    <a:pt x="532" y="36"/>
                  </a:lnTo>
                  <a:lnTo>
                    <a:pt x="539" y="29"/>
                  </a:lnTo>
                  <a:lnTo>
                    <a:pt x="541" y="25"/>
                  </a:lnTo>
                  <a:lnTo>
                    <a:pt x="541" y="13"/>
                  </a:lnTo>
                  <a:lnTo>
                    <a:pt x="539" y="9"/>
                  </a:lnTo>
                  <a:lnTo>
                    <a:pt x="532" y="2"/>
                  </a:lnTo>
                  <a:lnTo>
                    <a:pt x="528" y="0"/>
                  </a:lnTo>
                  <a:lnTo>
                    <a:pt x="522" y="0"/>
                  </a:lnTo>
                  <a:lnTo>
                    <a:pt x="19" y="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33" name="Google Shape;433;g28abd34dbfa_0_446"/>
            <p:cNvSpPr/>
            <p:nvPr/>
          </p:nvSpPr>
          <p:spPr>
            <a:xfrm>
              <a:off x="3104" y="96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C</a:t>
              </a:r>
              <a:endParaRPr sz="3600" b="1" i="0" u="none" strike="noStrike" cap="none">
                <a:solidFill>
                  <a:srgbClr val="00FF00"/>
                </a:solidFill>
                <a:latin typeface="Times New Roman"/>
                <a:ea typeface="Times New Roman"/>
                <a:cs typeface="Times New Roman"/>
                <a:sym typeface="Times New Roman"/>
              </a:endParaRPr>
            </a:p>
          </p:txBody>
        </p:sp>
        <p:sp>
          <p:nvSpPr>
            <p:cNvPr id="434" name="Google Shape;434;g28abd34dbfa_0_446"/>
            <p:cNvSpPr/>
            <p:nvPr/>
          </p:nvSpPr>
          <p:spPr>
            <a:xfrm>
              <a:off x="2492" y="78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1/0</a:t>
              </a:r>
              <a:endParaRPr sz="3600" b="1" i="0" u="none" strike="noStrike" cap="none">
                <a:solidFill>
                  <a:srgbClr val="00FF00"/>
                </a:solidFill>
                <a:latin typeface="Times New Roman"/>
                <a:ea typeface="Times New Roman"/>
                <a:cs typeface="Times New Roman"/>
                <a:sym typeface="Times New Roman"/>
              </a:endParaRPr>
            </a:p>
          </p:txBody>
        </p:sp>
        <p:sp>
          <p:nvSpPr>
            <p:cNvPr id="435" name="Google Shape;435;g28abd34dbfa_0_446"/>
            <p:cNvSpPr/>
            <p:nvPr/>
          </p:nvSpPr>
          <p:spPr>
            <a:xfrm>
              <a:off x="3931" y="884"/>
              <a:ext cx="455" cy="456"/>
            </a:xfrm>
            <a:custGeom>
              <a:avLst/>
              <a:gdLst/>
              <a:ahLst/>
              <a:cxnLst/>
              <a:rect l="l" t="t" r="r" b="b"/>
              <a:pathLst>
                <a:path w="455" h="456" extrusionOk="0">
                  <a:moveTo>
                    <a:pt x="0" y="227"/>
                  </a:moveTo>
                  <a:lnTo>
                    <a:pt x="0" y="248"/>
                  </a:lnTo>
                  <a:lnTo>
                    <a:pt x="2" y="262"/>
                  </a:lnTo>
                  <a:lnTo>
                    <a:pt x="4" y="271"/>
                  </a:lnTo>
                  <a:lnTo>
                    <a:pt x="6" y="285"/>
                  </a:lnTo>
                  <a:lnTo>
                    <a:pt x="10" y="294"/>
                  </a:lnTo>
                  <a:lnTo>
                    <a:pt x="11" y="304"/>
                  </a:lnTo>
                  <a:lnTo>
                    <a:pt x="17" y="316"/>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7"/>
                  </a:lnTo>
                  <a:lnTo>
                    <a:pt x="148" y="442"/>
                  </a:lnTo>
                  <a:lnTo>
                    <a:pt x="157" y="444"/>
                  </a:lnTo>
                  <a:lnTo>
                    <a:pt x="167" y="448"/>
                  </a:lnTo>
                  <a:lnTo>
                    <a:pt x="180" y="450"/>
                  </a:lnTo>
                  <a:lnTo>
                    <a:pt x="190" y="452"/>
                  </a:lnTo>
                  <a:lnTo>
                    <a:pt x="202" y="454"/>
                  </a:lnTo>
                  <a:lnTo>
                    <a:pt x="213" y="454"/>
                  </a:lnTo>
                  <a:lnTo>
                    <a:pt x="225" y="456"/>
                  </a:lnTo>
                  <a:lnTo>
                    <a:pt x="229" y="456"/>
                  </a:lnTo>
                  <a:lnTo>
                    <a:pt x="238" y="454"/>
                  </a:lnTo>
                  <a:lnTo>
                    <a:pt x="248" y="454"/>
                  </a:lnTo>
                  <a:lnTo>
                    <a:pt x="261" y="452"/>
                  </a:lnTo>
                  <a:lnTo>
                    <a:pt x="271" y="450"/>
                  </a:lnTo>
                  <a:lnTo>
                    <a:pt x="284" y="448"/>
                  </a:lnTo>
                  <a:lnTo>
                    <a:pt x="294" y="444"/>
                  </a:lnTo>
                  <a:lnTo>
                    <a:pt x="303" y="442"/>
                  </a:lnTo>
                  <a:lnTo>
                    <a:pt x="315" y="437"/>
                  </a:lnTo>
                  <a:lnTo>
                    <a:pt x="325" y="431"/>
                  </a:lnTo>
                  <a:lnTo>
                    <a:pt x="334" y="427"/>
                  </a:lnTo>
                  <a:lnTo>
                    <a:pt x="353" y="415"/>
                  </a:lnTo>
                  <a:lnTo>
                    <a:pt x="371" y="404"/>
                  </a:lnTo>
                  <a:lnTo>
                    <a:pt x="403" y="371"/>
                  </a:lnTo>
                  <a:lnTo>
                    <a:pt x="415" y="354"/>
                  </a:lnTo>
                  <a:lnTo>
                    <a:pt x="426" y="335"/>
                  </a:lnTo>
                  <a:lnTo>
                    <a:pt x="430" y="325"/>
                  </a:lnTo>
                  <a:lnTo>
                    <a:pt x="436" y="316"/>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5" y="24"/>
                  </a:lnTo>
                  <a:lnTo>
                    <a:pt x="315" y="18"/>
                  </a:lnTo>
                  <a:lnTo>
                    <a:pt x="303" y="12"/>
                  </a:lnTo>
                  <a:lnTo>
                    <a:pt x="294" y="10"/>
                  </a:lnTo>
                  <a:lnTo>
                    <a:pt x="284" y="6"/>
                  </a:lnTo>
                  <a:lnTo>
                    <a:pt x="271" y="4"/>
                  </a:lnTo>
                  <a:lnTo>
                    <a:pt x="261" y="2"/>
                  </a:lnTo>
                  <a:lnTo>
                    <a:pt x="250" y="0"/>
                  </a:lnTo>
                  <a:lnTo>
                    <a:pt x="204" y="0"/>
                  </a:lnTo>
                  <a:lnTo>
                    <a:pt x="190" y="2"/>
                  </a:lnTo>
                  <a:lnTo>
                    <a:pt x="180" y="4"/>
                  </a:lnTo>
                  <a:lnTo>
                    <a:pt x="167" y="6"/>
                  </a:lnTo>
                  <a:lnTo>
                    <a:pt x="157" y="10"/>
                  </a:lnTo>
                  <a:lnTo>
                    <a:pt x="148" y="12"/>
                  </a:lnTo>
                  <a:lnTo>
                    <a:pt x="136" y="18"/>
                  </a:lnTo>
                  <a:lnTo>
                    <a:pt x="127" y="24"/>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6" y="148"/>
                  </a:lnTo>
                  <a:lnTo>
                    <a:pt x="42" y="139"/>
                  </a:lnTo>
                  <a:lnTo>
                    <a:pt x="46" y="129"/>
                  </a:lnTo>
                  <a:lnTo>
                    <a:pt x="52" y="120"/>
                  </a:lnTo>
                  <a:lnTo>
                    <a:pt x="58" y="112"/>
                  </a:lnTo>
                  <a:lnTo>
                    <a:pt x="63" y="102"/>
                  </a:lnTo>
                  <a:lnTo>
                    <a:pt x="69" y="97"/>
                  </a:lnTo>
                  <a:lnTo>
                    <a:pt x="77" y="89"/>
                  </a:lnTo>
                  <a:lnTo>
                    <a:pt x="81" y="81"/>
                  </a:lnTo>
                  <a:lnTo>
                    <a:pt x="88" y="77"/>
                  </a:lnTo>
                  <a:lnTo>
                    <a:pt x="96" y="70"/>
                  </a:lnTo>
                  <a:lnTo>
                    <a:pt x="102" y="64"/>
                  </a:lnTo>
                  <a:lnTo>
                    <a:pt x="111" y="58"/>
                  </a:lnTo>
                  <a:lnTo>
                    <a:pt x="119" y="52"/>
                  </a:lnTo>
                  <a:lnTo>
                    <a:pt x="129" y="47"/>
                  </a:lnTo>
                  <a:lnTo>
                    <a:pt x="138" y="43"/>
                  </a:lnTo>
                  <a:lnTo>
                    <a:pt x="148" y="37"/>
                  </a:lnTo>
                  <a:lnTo>
                    <a:pt x="156" y="35"/>
                  </a:lnTo>
                  <a:lnTo>
                    <a:pt x="165" y="33"/>
                  </a:lnTo>
                  <a:lnTo>
                    <a:pt x="175" y="29"/>
                  </a:lnTo>
                  <a:lnTo>
                    <a:pt x="184" y="27"/>
                  </a:lnTo>
                  <a:lnTo>
                    <a:pt x="194" y="25"/>
                  </a:lnTo>
                  <a:lnTo>
                    <a:pt x="204" y="24"/>
                  </a:lnTo>
                  <a:lnTo>
                    <a:pt x="267" y="27"/>
                  </a:lnTo>
                  <a:lnTo>
                    <a:pt x="277" y="29"/>
                  </a:lnTo>
                  <a:lnTo>
                    <a:pt x="286" y="33"/>
                  </a:lnTo>
                  <a:lnTo>
                    <a:pt x="296" y="35"/>
                  </a:lnTo>
                  <a:lnTo>
                    <a:pt x="303" y="37"/>
                  </a:lnTo>
                  <a:lnTo>
                    <a:pt x="313" y="43"/>
                  </a:lnTo>
                  <a:lnTo>
                    <a:pt x="323" y="47"/>
                  </a:lnTo>
                  <a:lnTo>
                    <a:pt x="342" y="58"/>
                  </a:lnTo>
                  <a:lnTo>
                    <a:pt x="355" y="70"/>
                  </a:lnTo>
                  <a:lnTo>
                    <a:pt x="363" y="77"/>
                  </a:lnTo>
                  <a:lnTo>
                    <a:pt x="371" y="83"/>
                  </a:lnTo>
                  <a:lnTo>
                    <a:pt x="384" y="97"/>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2"/>
                  </a:lnTo>
                  <a:lnTo>
                    <a:pt x="303" y="417"/>
                  </a:lnTo>
                  <a:lnTo>
                    <a:pt x="296" y="419"/>
                  </a:lnTo>
                  <a:lnTo>
                    <a:pt x="286" y="421"/>
                  </a:lnTo>
                  <a:lnTo>
                    <a:pt x="277" y="425"/>
                  </a:lnTo>
                  <a:lnTo>
                    <a:pt x="267" y="427"/>
                  </a:lnTo>
                  <a:lnTo>
                    <a:pt x="257" y="429"/>
                  </a:lnTo>
                  <a:lnTo>
                    <a:pt x="248" y="431"/>
                  </a:lnTo>
                  <a:lnTo>
                    <a:pt x="234" y="431"/>
                  </a:lnTo>
                  <a:lnTo>
                    <a:pt x="225" y="433"/>
                  </a:lnTo>
                  <a:lnTo>
                    <a:pt x="229" y="433"/>
                  </a:lnTo>
                  <a:lnTo>
                    <a:pt x="217" y="431"/>
                  </a:lnTo>
                  <a:lnTo>
                    <a:pt x="205" y="431"/>
                  </a:lnTo>
                  <a:lnTo>
                    <a:pt x="194" y="429"/>
                  </a:lnTo>
                  <a:lnTo>
                    <a:pt x="184" y="427"/>
                  </a:lnTo>
                  <a:lnTo>
                    <a:pt x="175" y="425"/>
                  </a:lnTo>
                  <a:lnTo>
                    <a:pt x="165" y="421"/>
                  </a:lnTo>
                  <a:lnTo>
                    <a:pt x="156" y="419"/>
                  </a:lnTo>
                  <a:lnTo>
                    <a:pt x="148" y="417"/>
                  </a:lnTo>
                  <a:lnTo>
                    <a:pt x="138" y="412"/>
                  </a:lnTo>
                  <a:lnTo>
                    <a:pt x="129" y="408"/>
                  </a:lnTo>
                  <a:lnTo>
                    <a:pt x="119" y="402"/>
                  </a:lnTo>
                  <a:lnTo>
                    <a:pt x="111" y="396"/>
                  </a:lnTo>
                  <a:lnTo>
                    <a:pt x="102" y="390"/>
                  </a:lnTo>
                  <a:lnTo>
                    <a:pt x="96" y="385"/>
                  </a:lnTo>
                  <a:lnTo>
                    <a:pt x="83" y="371"/>
                  </a:lnTo>
                  <a:lnTo>
                    <a:pt x="77" y="364"/>
                  </a:lnTo>
                  <a:lnTo>
                    <a:pt x="69" y="356"/>
                  </a:lnTo>
                  <a:lnTo>
                    <a:pt x="58" y="342"/>
                  </a:lnTo>
                  <a:lnTo>
                    <a:pt x="46" y="323"/>
                  </a:lnTo>
                  <a:lnTo>
                    <a:pt x="42" y="314"/>
                  </a:lnTo>
                  <a:lnTo>
                    <a:pt x="36" y="304"/>
                  </a:lnTo>
                  <a:lnTo>
                    <a:pt x="35" y="296"/>
                  </a:lnTo>
                  <a:lnTo>
                    <a:pt x="33" y="287"/>
                  </a:lnTo>
                  <a:lnTo>
                    <a:pt x="29" y="277"/>
                  </a:lnTo>
                  <a:lnTo>
                    <a:pt x="27" y="267"/>
                  </a:lnTo>
                  <a:lnTo>
                    <a:pt x="25" y="258"/>
                  </a:lnTo>
                  <a:lnTo>
                    <a:pt x="23" y="248"/>
                  </a:lnTo>
                  <a:lnTo>
                    <a:pt x="23" y="227"/>
                  </a:lnTo>
                  <a:lnTo>
                    <a:pt x="0" y="227"/>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36" name="Google Shape;436;g28abd34dbfa_0_446"/>
            <p:cNvSpPr/>
            <p:nvPr/>
          </p:nvSpPr>
          <p:spPr>
            <a:xfrm>
              <a:off x="3391" y="1048"/>
              <a:ext cx="545" cy="40"/>
            </a:xfrm>
            <a:custGeom>
              <a:avLst/>
              <a:gdLst/>
              <a:ahLst/>
              <a:cxnLst/>
              <a:rect l="l" t="t" r="r" b="b"/>
              <a:pathLst>
                <a:path w="545" h="40" extrusionOk="0">
                  <a:moveTo>
                    <a:pt x="19" y="2"/>
                  </a:moveTo>
                  <a:lnTo>
                    <a:pt x="13" y="2"/>
                  </a:lnTo>
                  <a:lnTo>
                    <a:pt x="9" y="4"/>
                  </a:lnTo>
                  <a:lnTo>
                    <a:pt x="1" y="12"/>
                  </a:lnTo>
                  <a:lnTo>
                    <a:pt x="0" y="15"/>
                  </a:lnTo>
                  <a:lnTo>
                    <a:pt x="0" y="27"/>
                  </a:lnTo>
                  <a:lnTo>
                    <a:pt x="1" y="31"/>
                  </a:lnTo>
                  <a:lnTo>
                    <a:pt x="9" y="39"/>
                  </a:lnTo>
                  <a:lnTo>
                    <a:pt x="13" y="40"/>
                  </a:lnTo>
                  <a:lnTo>
                    <a:pt x="19" y="40"/>
                  </a:lnTo>
                  <a:lnTo>
                    <a:pt x="526" y="39"/>
                  </a:lnTo>
                  <a:lnTo>
                    <a:pt x="532" y="39"/>
                  </a:lnTo>
                  <a:lnTo>
                    <a:pt x="535" y="37"/>
                  </a:lnTo>
                  <a:lnTo>
                    <a:pt x="543" y="29"/>
                  </a:lnTo>
                  <a:lnTo>
                    <a:pt x="545" y="25"/>
                  </a:lnTo>
                  <a:lnTo>
                    <a:pt x="545" y="14"/>
                  </a:lnTo>
                  <a:lnTo>
                    <a:pt x="543" y="10"/>
                  </a:lnTo>
                  <a:lnTo>
                    <a:pt x="535" y="2"/>
                  </a:lnTo>
                  <a:lnTo>
                    <a:pt x="532" y="0"/>
                  </a:lnTo>
                  <a:lnTo>
                    <a:pt x="526" y="0"/>
                  </a:lnTo>
                  <a:lnTo>
                    <a:pt x="19"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37" name="Google Shape;437;g28abd34dbfa_0_446"/>
            <p:cNvSpPr/>
            <p:nvPr/>
          </p:nvSpPr>
          <p:spPr>
            <a:xfrm>
              <a:off x="4094" y="96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Arial"/>
                  <a:ea typeface="Arial"/>
                  <a:cs typeface="Arial"/>
                  <a:sym typeface="Arial"/>
                </a:rPr>
                <a:t>D</a:t>
              </a:r>
              <a:endParaRPr sz="3600" b="1" i="0" u="none" strike="noStrike" cap="none">
                <a:solidFill>
                  <a:schemeClr val="dk1"/>
                </a:solidFill>
                <a:latin typeface="Times New Roman"/>
                <a:ea typeface="Times New Roman"/>
                <a:cs typeface="Times New Roman"/>
                <a:sym typeface="Times New Roman"/>
              </a:endParaRPr>
            </a:p>
          </p:txBody>
        </p:sp>
        <p:sp>
          <p:nvSpPr>
            <p:cNvPr id="438" name="Google Shape;438;g28abd34dbfa_0_446"/>
            <p:cNvSpPr/>
            <p:nvPr/>
          </p:nvSpPr>
          <p:spPr>
            <a:xfrm>
              <a:off x="3483" y="78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0/0</a:t>
              </a:r>
              <a:endParaRPr sz="3600" b="1" i="0" u="none" strike="noStrike" cap="none">
                <a:solidFill>
                  <a:srgbClr val="00FF00"/>
                </a:solidFill>
                <a:latin typeface="Times New Roman"/>
                <a:ea typeface="Times New Roman"/>
                <a:cs typeface="Times New Roman"/>
                <a:sym typeface="Times New Roman"/>
              </a:endParaRPr>
            </a:p>
          </p:txBody>
        </p:sp>
        <p:sp>
          <p:nvSpPr>
            <p:cNvPr id="439" name="Google Shape;439;g28abd34dbfa_0_446"/>
            <p:cNvSpPr/>
            <p:nvPr/>
          </p:nvSpPr>
          <p:spPr>
            <a:xfrm>
              <a:off x="1839" y="990"/>
              <a:ext cx="186" cy="79"/>
            </a:xfrm>
            <a:custGeom>
              <a:avLst/>
              <a:gdLst/>
              <a:ahLst/>
              <a:cxnLst/>
              <a:rect l="l" t="t" r="r" b="b"/>
              <a:pathLst>
                <a:path w="186" h="79" extrusionOk="0">
                  <a:moveTo>
                    <a:pt x="161" y="79"/>
                  </a:moveTo>
                  <a:lnTo>
                    <a:pt x="172" y="79"/>
                  </a:lnTo>
                  <a:lnTo>
                    <a:pt x="176" y="77"/>
                  </a:lnTo>
                  <a:lnTo>
                    <a:pt x="184" y="70"/>
                  </a:lnTo>
                  <a:lnTo>
                    <a:pt x="186" y="66"/>
                  </a:lnTo>
                  <a:lnTo>
                    <a:pt x="186" y="54"/>
                  </a:lnTo>
                  <a:lnTo>
                    <a:pt x="184" y="50"/>
                  </a:lnTo>
                  <a:lnTo>
                    <a:pt x="176" y="43"/>
                  </a:lnTo>
                  <a:lnTo>
                    <a:pt x="172" y="41"/>
                  </a:lnTo>
                  <a:lnTo>
                    <a:pt x="25" y="0"/>
                  </a:lnTo>
                  <a:lnTo>
                    <a:pt x="13" y="0"/>
                  </a:lnTo>
                  <a:lnTo>
                    <a:pt x="9" y="2"/>
                  </a:lnTo>
                  <a:lnTo>
                    <a:pt x="1" y="10"/>
                  </a:lnTo>
                  <a:lnTo>
                    <a:pt x="0" y="14"/>
                  </a:lnTo>
                  <a:lnTo>
                    <a:pt x="0" y="25"/>
                  </a:lnTo>
                  <a:lnTo>
                    <a:pt x="1"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0" name="Google Shape;440;g28abd34dbfa_0_446"/>
            <p:cNvSpPr/>
            <p:nvPr/>
          </p:nvSpPr>
          <p:spPr>
            <a:xfrm>
              <a:off x="1839" y="1040"/>
              <a:ext cx="194" cy="79"/>
            </a:xfrm>
            <a:custGeom>
              <a:avLst/>
              <a:gdLst/>
              <a:ahLst/>
              <a:cxnLst/>
              <a:rect l="l" t="t" r="r" b="b"/>
              <a:pathLst>
                <a:path w="194" h="79" extrusionOk="0">
                  <a:moveTo>
                    <a:pt x="180" y="39"/>
                  </a:moveTo>
                  <a:lnTo>
                    <a:pt x="184" y="37"/>
                  </a:lnTo>
                  <a:lnTo>
                    <a:pt x="192" y="29"/>
                  </a:lnTo>
                  <a:lnTo>
                    <a:pt x="194" y="25"/>
                  </a:lnTo>
                  <a:lnTo>
                    <a:pt x="194" y="14"/>
                  </a:lnTo>
                  <a:lnTo>
                    <a:pt x="192" y="10"/>
                  </a:lnTo>
                  <a:lnTo>
                    <a:pt x="184" y="2"/>
                  </a:lnTo>
                  <a:lnTo>
                    <a:pt x="180" y="0"/>
                  </a:lnTo>
                  <a:lnTo>
                    <a:pt x="169" y="0"/>
                  </a:lnTo>
                  <a:lnTo>
                    <a:pt x="13" y="41"/>
                  </a:lnTo>
                  <a:lnTo>
                    <a:pt x="9" y="43"/>
                  </a:lnTo>
                  <a:lnTo>
                    <a:pt x="1" y="50"/>
                  </a:lnTo>
                  <a:lnTo>
                    <a:pt x="0" y="54"/>
                  </a:lnTo>
                  <a:lnTo>
                    <a:pt x="0" y="66"/>
                  </a:lnTo>
                  <a:lnTo>
                    <a:pt x="1" y="70"/>
                  </a:lnTo>
                  <a:lnTo>
                    <a:pt x="9" y="77"/>
                  </a:lnTo>
                  <a:lnTo>
                    <a:pt x="13" y="79"/>
                  </a:lnTo>
                  <a:lnTo>
                    <a:pt x="25" y="79"/>
                  </a:lnTo>
                  <a:lnTo>
                    <a:pt x="180"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1" name="Google Shape;441;g28abd34dbfa_0_446"/>
            <p:cNvSpPr/>
            <p:nvPr/>
          </p:nvSpPr>
          <p:spPr>
            <a:xfrm>
              <a:off x="2749" y="979"/>
              <a:ext cx="186" cy="81"/>
            </a:xfrm>
            <a:custGeom>
              <a:avLst/>
              <a:gdLst/>
              <a:ahLst/>
              <a:cxnLst/>
              <a:rect l="l" t="t" r="r" b="b"/>
              <a:pathLst>
                <a:path w="186" h="81" extrusionOk="0">
                  <a:moveTo>
                    <a:pt x="161" y="81"/>
                  </a:moveTo>
                  <a:lnTo>
                    <a:pt x="171" y="81"/>
                  </a:lnTo>
                  <a:lnTo>
                    <a:pt x="177" y="79"/>
                  </a:lnTo>
                  <a:lnTo>
                    <a:pt x="184" y="71"/>
                  </a:lnTo>
                  <a:lnTo>
                    <a:pt x="186" y="67"/>
                  </a:lnTo>
                  <a:lnTo>
                    <a:pt x="186" y="58"/>
                  </a:lnTo>
                  <a:lnTo>
                    <a:pt x="184" y="52"/>
                  </a:lnTo>
                  <a:lnTo>
                    <a:pt x="177" y="44"/>
                  </a:lnTo>
                  <a:lnTo>
                    <a:pt x="173" y="42"/>
                  </a:lnTo>
                  <a:lnTo>
                    <a:pt x="25" y="0"/>
                  </a:lnTo>
                  <a:lnTo>
                    <a:pt x="15" y="0"/>
                  </a:lnTo>
                  <a:lnTo>
                    <a:pt x="10" y="2"/>
                  </a:lnTo>
                  <a:lnTo>
                    <a:pt x="2" y="10"/>
                  </a:lnTo>
                  <a:lnTo>
                    <a:pt x="0" y="13"/>
                  </a:lnTo>
                  <a:lnTo>
                    <a:pt x="0" y="23"/>
                  </a:lnTo>
                  <a:lnTo>
                    <a:pt x="2" y="29"/>
                  </a:lnTo>
                  <a:lnTo>
                    <a:pt x="10" y="36"/>
                  </a:lnTo>
                  <a:lnTo>
                    <a:pt x="13" y="38"/>
                  </a:lnTo>
                  <a:lnTo>
                    <a:pt x="161" y="8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2" name="Google Shape;442;g28abd34dbfa_0_446"/>
            <p:cNvSpPr/>
            <p:nvPr/>
          </p:nvSpPr>
          <p:spPr>
            <a:xfrm>
              <a:off x="2749" y="1029"/>
              <a:ext cx="196" cy="79"/>
            </a:xfrm>
            <a:custGeom>
              <a:avLst/>
              <a:gdLst/>
              <a:ahLst/>
              <a:cxnLst/>
              <a:rect l="l" t="t" r="r" b="b"/>
              <a:pathLst>
                <a:path w="196" h="79" extrusionOk="0">
                  <a:moveTo>
                    <a:pt x="181" y="38"/>
                  </a:moveTo>
                  <a:lnTo>
                    <a:pt x="186" y="36"/>
                  </a:lnTo>
                  <a:lnTo>
                    <a:pt x="194" y="29"/>
                  </a:lnTo>
                  <a:lnTo>
                    <a:pt x="196" y="25"/>
                  </a:lnTo>
                  <a:lnTo>
                    <a:pt x="196" y="15"/>
                  </a:lnTo>
                  <a:lnTo>
                    <a:pt x="194" y="9"/>
                  </a:lnTo>
                  <a:lnTo>
                    <a:pt x="186" y="2"/>
                  </a:lnTo>
                  <a:lnTo>
                    <a:pt x="182" y="0"/>
                  </a:lnTo>
                  <a:lnTo>
                    <a:pt x="173" y="0"/>
                  </a:lnTo>
                  <a:lnTo>
                    <a:pt x="15" y="40"/>
                  </a:lnTo>
                  <a:lnTo>
                    <a:pt x="10" y="42"/>
                  </a:lnTo>
                  <a:lnTo>
                    <a:pt x="2" y="50"/>
                  </a:lnTo>
                  <a:lnTo>
                    <a:pt x="0" y="54"/>
                  </a:lnTo>
                  <a:lnTo>
                    <a:pt x="0" y="63"/>
                  </a:lnTo>
                  <a:lnTo>
                    <a:pt x="2" y="69"/>
                  </a:lnTo>
                  <a:lnTo>
                    <a:pt x="10" y="77"/>
                  </a:lnTo>
                  <a:lnTo>
                    <a:pt x="13" y="79"/>
                  </a:lnTo>
                  <a:lnTo>
                    <a:pt x="23" y="79"/>
                  </a:lnTo>
                  <a:lnTo>
                    <a:pt x="181"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3" name="Google Shape;443;g28abd34dbfa_0_446"/>
            <p:cNvSpPr/>
            <p:nvPr/>
          </p:nvSpPr>
          <p:spPr>
            <a:xfrm>
              <a:off x="3729" y="998"/>
              <a:ext cx="186" cy="79"/>
            </a:xfrm>
            <a:custGeom>
              <a:avLst/>
              <a:gdLst/>
              <a:ahLst/>
              <a:cxnLst/>
              <a:rect l="l" t="t" r="r" b="b"/>
              <a:pathLst>
                <a:path w="186" h="79" extrusionOk="0">
                  <a:moveTo>
                    <a:pt x="161" y="79"/>
                  </a:moveTo>
                  <a:lnTo>
                    <a:pt x="172" y="79"/>
                  </a:lnTo>
                  <a:lnTo>
                    <a:pt x="176" y="77"/>
                  </a:lnTo>
                  <a:lnTo>
                    <a:pt x="184" y="69"/>
                  </a:lnTo>
                  <a:lnTo>
                    <a:pt x="186" y="65"/>
                  </a:lnTo>
                  <a:lnTo>
                    <a:pt x="186" y="54"/>
                  </a:lnTo>
                  <a:lnTo>
                    <a:pt x="184" y="50"/>
                  </a:lnTo>
                  <a:lnTo>
                    <a:pt x="176" y="42"/>
                  </a:lnTo>
                  <a:lnTo>
                    <a:pt x="172" y="40"/>
                  </a:lnTo>
                  <a:lnTo>
                    <a:pt x="25" y="0"/>
                  </a:lnTo>
                  <a:lnTo>
                    <a:pt x="13" y="0"/>
                  </a:lnTo>
                  <a:lnTo>
                    <a:pt x="9" y="2"/>
                  </a:lnTo>
                  <a:lnTo>
                    <a:pt x="2" y="10"/>
                  </a:lnTo>
                  <a:lnTo>
                    <a:pt x="0" y="14"/>
                  </a:lnTo>
                  <a:lnTo>
                    <a:pt x="0" y="25"/>
                  </a:lnTo>
                  <a:lnTo>
                    <a:pt x="2"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4" name="Google Shape;444;g28abd34dbfa_0_446"/>
            <p:cNvSpPr/>
            <p:nvPr/>
          </p:nvSpPr>
          <p:spPr>
            <a:xfrm>
              <a:off x="3729" y="1046"/>
              <a:ext cx="196" cy="81"/>
            </a:xfrm>
            <a:custGeom>
              <a:avLst/>
              <a:gdLst/>
              <a:ahLst/>
              <a:cxnLst/>
              <a:rect l="l" t="t" r="r" b="b"/>
              <a:pathLst>
                <a:path w="196" h="81" extrusionOk="0">
                  <a:moveTo>
                    <a:pt x="182" y="39"/>
                  </a:moveTo>
                  <a:lnTo>
                    <a:pt x="186" y="37"/>
                  </a:lnTo>
                  <a:lnTo>
                    <a:pt x="194" y="29"/>
                  </a:lnTo>
                  <a:lnTo>
                    <a:pt x="196" y="25"/>
                  </a:lnTo>
                  <a:lnTo>
                    <a:pt x="196" y="14"/>
                  </a:lnTo>
                  <a:lnTo>
                    <a:pt x="194" y="10"/>
                  </a:lnTo>
                  <a:lnTo>
                    <a:pt x="186" y="2"/>
                  </a:lnTo>
                  <a:lnTo>
                    <a:pt x="182" y="0"/>
                  </a:lnTo>
                  <a:lnTo>
                    <a:pt x="171" y="0"/>
                  </a:lnTo>
                  <a:lnTo>
                    <a:pt x="13" y="42"/>
                  </a:lnTo>
                  <a:lnTo>
                    <a:pt x="9" y="44"/>
                  </a:lnTo>
                  <a:lnTo>
                    <a:pt x="2" y="52"/>
                  </a:lnTo>
                  <a:lnTo>
                    <a:pt x="0" y="56"/>
                  </a:lnTo>
                  <a:lnTo>
                    <a:pt x="0" y="67"/>
                  </a:lnTo>
                  <a:lnTo>
                    <a:pt x="2" y="71"/>
                  </a:lnTo>
                  <a:lnTo>
                    <a:pt x="9" y="79"/>
                  </a:lnTo>
                  <a:lnTo>
                    <a:pt x="13" y="81"/>
                  </a:lnTo>
                  <a:lnTo>
                    <a:pt x="25" y="81"/>
                  </a:lnTo>
                  <a:lnTo>
                    <a:pt x="182"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5" name="Google Shape;445;g28abd34dbfa_0_446"/>
            <p:cNvSpPr/>
            <p:nvPr/>
          </p:nvSpPr>
          <p:spPr>
            <a:xfrm>
              <a:off x="2252" y="1282"/>
              <a:ext cx="56" cy="194"/>
            </a:xfrm>
            <a:custGeom>
              <a:avLst/>
              <a:gdLst/>
              <a:ahLst/>
              <a:cxnLst/>
              <a:rect l="l" t="t" r="r" b="b"/>
              <a:pathLst>
                <a:path w="56" h="194" extrusionOk="0">
                  <a:moveTo>
                    <a:pt x="39" y="17"/>
                  </a:moveTo>
                  <a:lnTo>
                    <a:pt x="37" y="12"/>
                  </a:lnTo>
                  <a:lnTo>
                    <a:pt x="35" y="8"/>
                  </a:lnTo>
                  <a:lnTo>
                    <a:pt x="31" y="4"/>
                  </a:lnTo>
                  <a:lnTo>
                    <a:pt x="23" y="0"/>
                  </a:lnTo>
                  <a:lnTo>
                    <a:pt x="17" y="0"/>
                  </a:lnTo>
                  <a:lnTo>
                    <a:pt x="12" y="2"/>
                  </a:lnTo>
                  <a:lnTo>
                    <a:pt x="8" y="4"/>
                  </a:lnTo>
                  <a:lnTo>
                    <a:pt x="4" y="8"/>
                  </a:lnTo>
                  <a:lnTo>
                    <a:pt x="0" y="15"/>
                  </a:lnTo>
                  <a:lnTo>
                    <a:pt x="0" y="21"/>
                  </a:lnTo>
                  <a:lnTo>
                    <a:pt x="17" y="177"/>
                  </a:lnTo>
                  <a:lnTo>
                    <a:pt x="19" y="183"/>
                  </a:lnTo>
                  <a:lnTo>
                    <a:pt x="21" y="186"/>
                  </a:lnTo>
                  <a:lnTo>
                    <a:pt x="25" y="190"/>
                  </a:lnTo>
                  <a:lnTo>
                    <a:pt x="33" y="194"/>
                  </a:lnTo>
                  <a:lnTo>
                    <a:pt x="39" y="194"/>
                  </a:lnTo>
                  <a:lnTo>
                    <a:pt x="44" y="192"/>
                  </a:lnTo>
                  <a:lnTo>
                    <a:pt x="48" y="190"/>
                  </a:lnTo>
                  <a:lnTo>
                    <a:pt x="52" y="186"/>
                  </a:lnTo>
                  <a:lnTo>
                    <a:pt x="56" y="179"/>
                  </a:lnTo>
                  <a:lnTo>
                    <a:pt x="56" y="173"/>
                  </a:lnTo>
                  <a:lnTo>
                    <a:pt x="39" y="17"/>
                  </a:lnTo>
                  <a:close/>
                </a:path>
              </a:pathLst>
            </a:custGeom>
            <a:solidFill>
              <a:schemeClr val="dk1"/>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46" name="Google Shape;446;g28abd34dbfa_0_446"/>
            <p:cNvSpPr/>
            <p:nvPr/>
          </p:nvSpPr>
          <p:spPr>
            <a:xfrm>
              <a:off x="2244" y="1306"/>
              <a:ext cx="145" cy="136"/>
            </a:xfrm>
            <a:custGeom>
              <a:avLst/>
              <a:gdLst/>
              <a:ahLst/>
              <a:cxnLst/>
              <a:rect l="l" t="t" r="r" b="b"/>
              <a:pathLst>
                <a:path w="145" h="136" extrusionOk="0">
                  <a:moveTo>
                    <a:pt x="33" y="6"/>
                  </a:moveTo>
                  <a:lnTo>
                    <a:pt x="29" y="2"/>
                  </a:lnTo>
                  <a:lnTo>
                    <a:pt x="24" y="0"/>
                  </a:lnTo>
                  <a:lnTo>
                    <a:pt x="14" y="0"/>
                  </a:lnTo>
                  <a:lnTo>
                    <a:pt x="10" y="4"/>
                  </a:lnTo>
                  <a:lnTo>
                    <a:pt x="6" y="6"/>
                  </a:lnTo>
                  <a:lnTo>
                    <a:pt x="2" y="9"/>
                  </a:lnTo>
                  <a:lnTo>
                    <a:pt x="0" y="15"/>
                  </a:lnTo>
                  <a:lnTo>
                    <a:pt x="0" y="25"/>
                  </a:lnTo>
                  <a:lnTo>
                    <a:pt x="4" y="29"/>
                  </a:lnTo>
                  <a:lnTo>
                    <a:pt x="6" y="32"/>
                  </a:lnTo>
                  <a:lnTo>
                    <a:pt x="112" y="130"/>
                  </a:lnTo>
                  <a:lnTo>
                    <a:pt x="116" y="134"/>
                  </a:lnTo>
                  <a:lnTo>
                    <a:pt x="121" y="136"/>
                  </a:lnTo>
                  <a:lnTo>
                    <a:pt x="131" y="136"/>
                  </a:lnTo>
                  <a:lnTo>
                    <a:pt x="135" y="132"/>
                  </a:lnTo>
                  <a:lnTo>
                    <a:pt x="139" y="130"/>
                  </a:lnTo>
                  <a:lnTo>
                    <a:pt x="143" y="127"/>
                  </a:lnTo>
                  <a:lnTo>
                    <a:pt x="145" y="121"/>
                  </a:lnTo>
                  <a:lnTo>
                    <a:pt x="145" y="111"/>
                  </a:lnTo>
                  <a:lnTo>
                    <a:pt x="141" y="107"/>
                  </a:lnTo>
                  <a:lnTo>
                    <a:pt x="139" y="103"/>
                  </a:lnTo>
                  <a:lnTo>
                    <a:pt x="33" y="6"/>
                  </a:lnTo>
                  <a:close/>
                </a:path>
              </a:pathLst>
            </a:custGeom>
            <a:solidFill>
              <a:schemeClr val="dk1"/>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28abd34dbfa_0_476"/>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a:t>
            </a:r>
            <a:r>
              <a:rPr lang="en-US" b="0"/>
              <a:t> (continued)</a:t>
            </a:r>
            <a:endParaRPr/>
          </a:p>
        </p:txBody>
      </p:sp>
      <p:sp>
        <p:nvSpPr>
          <p:cNvPr id="452" name="Google Shape;452;g28abd34dbfa_0_476"/>
          <p:cNvSpPr txBox="1">
            <a:spLocks noGrp="1"/>
          </p:cNvSpPr>
          <p:nvPr>
            <p:ph type="body" idx="1"/>
          </p:nvPr>
        </p:nvSpPr>
        <p:spPr>
          <a:xfrm>
            <a:off x="941917" y="1314450"/>
            <a:ext cx="10363200" cy="50277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a:t>The other arcs are added to each state for inputs not yet listed.  Which arcs are missing?</a:t>
            </a:r>
            <a:endParaRPr/>
          </a:p>
          <a:p>
            <a:pPr marL="342900" lvl="0" indent="-139700" algn="l" rtl="0">
              <a:lnSpc>
                <a:spcPct val="100000"/>
              </a:lnSpc>
              <a:spcBef>
                <a:spcPts val="640"/>
              </a:spcBef>
              <a:spcAft>
                <a:spcPts val="0"/>
              </a:spcAft>
              <a:buSzPts val="3200"/>
              <a:buNone/>
            </a:pPr>
            <a:endParaRPr/>
          </a:p>
          <a:p>
            <a:pPr marL="342900" lvl="0" indent="-139700" algn="l" rtl="0">
              <a:lnSpc>
                <a:spcPct val="100000"/>
              </a:lnSpc>
              <a:spcBef>
                <a:spcPts val="640"/>
              </a:spcBef>
              <a:spcAft>
                <a:spcPts val="0"/>
              </a:spcAft>
              <a:buSzPts val="3200"/>
              <a:buNone/>
            </a:pPr>
            <a:endParaRPr/>
          </a:p>
          <a:p>
            <a:pPr marL="342900" lvl="0" indent="-342900" algn="l" rtl="0">
              <a:lnSpc>
                <a:spcPct val="100000"/>
              </a:lnSpc>
              <a:spcBef>
                <a:spcPts val="480"/>
              </a:spcBef>
              <a:spcAft>
                <a:spcPts val="0"/>
              </a:spcAft>
              <a:buSzPts val="2400"/>
              <a:buChar char="▪"/>
            </a:pPr>
            <a:r>
              <a:rPr lang="en-US" sz="2400"/>
              <a:t>Answer:</a:t>
            </a:r>
            <a:endParaRPr/>
          </a:p>
          <a:p>
            <a:pPr marL="342900" lvl="0" indent="-342900" algn="l" rtl="0">
              <a:lnSpc>
                <a:spcPct val="100000"/>
              </a:lnSpc>
              <a:spcBef>
                <a:spcPts val="480"/>
              </a:spcBef>
              <a:spcAft>
                <a:spcPts val="0"/>
              </a:spcAft>
              <a:buSzPts val="2400"/>
              <a:buFont typeface="Noto Sans Symbols"/>
              <a:buNone/>
            </a:pPr>
            <a:r>
              <a:rPr lang="en-US" sz="2400"/>
              <a:t>	"0" arc from A </a:t>
            </a:r>
            <a:br>
              <a:rPr lang="en-US" sz="2400"/>
            </a:br>
            <a:r>
              <a:rPr lang="en-US" sz="2400"/>
              <a:t>                    "0" arc from B    </a:t>
            </a:r>
            <a:br>
              <a:rPr lang="en-US" sz="2400"/>
            </a:br>
            <a:r>
              <a:rPr lang="en-US" sz="2400"/>
              <a:t>                                        "1" arc from C                   </a:t>
            </a:r>
            <a:br>
              <a:rPr lang="en-US" sz="2400"/>
            </a:br>
            <a:r>
              <a:rPr lang="en-US" sz="2400"/>
              <a:t>                                                               "0" arc from D.</a:t>
            </a:r>
            <a:endParaRPr/>
          </a:p>
          <a:p>
            <a:pPr marL="342900" lvl="0" indent="-139700" algn="l" rtl="0">
              <a:lnSpc>
                <a:spcPct val="100000"/>
              </a:lnSpc>
              <a:spcBef>
                <a:spcPts val="640"/>
              </a:spcBef>
              <a:spcAft>
                <a:spcPts val="0"/>
              </a:spcAft>
              <a:buSzPts val="3200"/>
              <a:buNone/>
            </a:pPr>
            <a:endParaRPr/>
          </a:p>
          <a:p>
            <a:pPr marL="342900" lvl="0" indent="-139700" algn="l" rtl="0">
              <a:lnSpc>
                <a:spcPct val="100000"/>
              </a:lnSpc>
              <a:spcBef>
                <a:spcPts val="640"/>
              </a:spcBef>
              <a:spcAft>
                <a:spcPts val="0"/>
              </a:spcAft>
              <a:buSzPts val="3200"/>
              <a:buNone/>
            </a:pPr>
            <a:endParaRPr/>
          </a:p>
        </p:txBody>
      </p:sp>
      <p:sp>
        <p:nvSpPr>
          <p:cNvPr id="453" name="Google Shape;453;g28abd34dbfa_0_476"/>
          <p:cNvSpPr/>
          <p:nvPr/>
        </p:nvSpPr>
        <p:spPr>
          <a:xfrm>
            <a:off x="6673851" y="3632200"/>
            <a:ext cx="3897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1/1</a:t>
            </a:r>
            <a:endParaRPr sz="2400" b="0" i="0" u="none" strike="noStrike" cap="none">
              <a:solidFill>
                <a:schemeClr val="dk1"/>
              </a:solidFill>
              <a:latin typeface="Times New Roman"/>
              <a:ea typeface="Times New Roman"/>
              <a:cs typeface="Times New Roman"/>
              <a:sym typeface="Times New Roman"/>
            </a:endParaRPr>
          </a:p>
        </p:txBody>
      </p:sp>
      <p:sp>
        <p:nvSpPr>
          <p:cNvPr id="454" name="Google Shape;454;g28abd34dbfa_0_476"/>
          <p:cNvSpPr/>
          <p:nvPr/>
        </p:nvSpPr>
        <p:spPr>
          <a:xfrm>
            <a:off x="4908551" y="3168650"/>
            <a:ext cx="3687235" cy="828675"/>
          </a:xfrm>
          <a:custGeom>
            <a:avLst/>
            <a:gdLst/>
            <a:ahLst/>
            <a:cxnLst/>
            <a:rect l="l" t="t" r="r" b="b"/>
            <a:pathLst>
              <a:path w="1742" h="522" extrusionOk="0">
                <a:moveTo>
                  <a:pt x="1738" y="31"/>
                </a:moveTo>
                <a:lnTo>
                  <a:pt x="1740" y="27"/>
                </a:lnTo>
                <a:lnTo>
                  <a:pt x="1742" y="21"/>
                </a:lnTo>
                <a:lnTo>
                  <a:pt x="1742" y="17"/>
                </a:lnTo>
                <a:lnTo>
                  <a:pt x="1740" y="11"/>
                </a:lnTo>
                <a:lnTo>
                  <a:pt x="1738" y="7"/>
                </a:lnTo>
                <a:lnTo>
                  <a:pt x="1735" y="4"/>
                </a:lnTo>
                <a:lnTo>
                  <a:pt x="1731" y="2"/>
                </a:lnTo>
                <a:lnTo>
                  <a:pt x="1725" y="0"/>
                </a:lnTo>
                <a:lnTo>
                  <a:pt x="1721" y="0"/>
                </a:lnTo>
                <a:lnTo>
                  <a:pt x="1715" y="2"/>
                </a:lnTo>
                <a:lnTo>
                  <a:pt x="1712" y="4"/>
                </a:lnTo>
                <a:lnTo>
                  <a:pt x="1708" y="7"/>
                </a:lnTo>
                <a:lnTo>
                  <a:pt x="1673" y="48"/>
                </a:lnTo>
                <a:lnTo>
                  <a:pt x="1656" y="69"/>
                </a:lnTo>
                <a:lnTo>
                  <a:pt x="1640" y="90"/>
                </a:lnTo>
                <a:lnTo>
                  <a:pt x="1590" y="146"/>
                </a:lnTo>
                <a:lnTo>
                  <a:pt x="1521" y="215"/>
                </a:lnTo>
                <a:lnTo>
                  <a:pt x="1471" y="259"/>
                </a:lnTo>
                <a:lnTo>
                  <a:pt x="1452" y="274"/>
                </a:lnTo>
                <a:lnTo>
                  <a:pt x="1435" y="290"/>
                </a:lnTo>
                <a:lnTo>
                  <a:pt x="1416" y="303"/>
                </a:lnTo>
                <a:lnTo>
                  <a:pt x="1398" y="317"/>
                </a:lnTo>
                <a:lnTo>
                  <a:pt x="1381" y="328"/>
                </a:lnTo>
                <a:lnTo>
                  <a:pt x="1360" y="342"/>
                </a:lnTo>
                <a:lnTo>
                  <a:pt x="1345" y="353"/>
                </a:lnTo>
                <a:lnTo>
                  <a:pt x="1306" y="374"/>
                </a:lnTo>
                <a:lnTo>
                  <a:pt x="1270" y="394"/>
                </a:lnTo>
                <a:lnTo>
                  <a:pt x="1249" y="403"/>
                </a:lnTo>
                <a:lnTo>
                  <a:pt x="1229" y="413"/>
                </a:lnTo>
                <a:lnTo>
                  <a:pt x="1208" y="422"/>
                </a:lnTo>
                <a:lnTo>
                  <a:pt x="1189" y="430"/>
                </a:lnTo>
                <a:lnTo>
                  <a:pt x="1147" y="445"/>
                </a:lnTo>
                <a:lnTo>
                  <a:pt x="1128" y="453"/>
                </a:lnTo>
                <a:lnTo>
                  <a:pt x="1129" y="451"/>
                </a:lnTo>
                <a:lnTo>
                  <a:pt x="1131" y="451"/>
                </a:lnTo>
                <a:lnTo>
                  <a:pt x="1108" y="457"/>
                </a:lnTo>
                <a:lnTo>
                  <a:pt x="1087" y="461"/>
                </a:lnTo>
                <a:lnTo>
                  <a:pt x="1066" y="467"/>
                </a:lnTo>
                <a:lnTo>
                  <a:pt x="1022" y="474"/>
                </a:lnTo>
                <a:lnTo>
                  <a:pt x="997" y="476"/>
                </a:lnTo>
                <a:lnTo>
                  <a:pt x="974" y="480"/>
                </a:lnTo>
                <a:lnTo>
                  <a:pt x="951" y="482"/>
                </a:lnTo>
                <a:lnTo>
                  <a:pt x="926" y="482"/>
                </a:lnTo>
                <a:lnTo>
                  <a:pt x="903" y="484"/>
                </a:lnTo>
                <a:lnTo>
                  <a:pt x="803" y="484"/>
                </a:lnTo>
                <a:lnTo>
                  <a:pt x="778" y="482"/>
                </a:lnTo>
                <a:lnTo>
                  <a:pt x="753" y="482"/>
                </a:lnTo>
                <a:lnTo>
                  <a:pt x="705" y="478"/>
                </a:lnTo>
                <a:lnTo>
                  <a:pt x="680" y="474"/>
                </a:lnTo>
                <a:lnTo>
                  <a:pt x="657" y="472"/>
                </a:lnTo>
                <a:lnTo>
                  <a:pt x="634" y="468"/>
                </a:lnTo>
                <a:lnTo>
                  <a:pt x="542" y="453"/>
                </a:lnTo>
                <a:lnTo>
                  <a:pt x="521" y="447"/>
                </a:lnTo>
                <a:lnTo>
                  <a:pt x="499" y="443"/>
                </a:lnTo>
                <a:lnTo>
                  <a:pt x="480" y="438"/>
                </a:lnTo>
                <a:lnTo>
                  <a:pt x="459" y="432"/>
                </a:lnTo>
                <a:lnTo>
                  <a:pt x="442" y="428"/>
                </a:lnTo>
                <a:lnTo>
                  <a:pt x="407" y="419"/>
                </a:lnTo>
                <a:lnTo>
                  <a:pt x="409" y="419"/>
                </a:lnTo>
                <a:lnTo>
                  <a:pt x="390" y="411"/>
                </a:lnTo>
                <a:lnTo>
                  <a:pt x="375" y="405"/>
                </a:lnTo>
                <a:lnTo>
                  <a:pt x="357" y="397"/>
                </a:lnTo>
                <a:lnTo>
                  <a:pt x="340" y="392"/>
                </a:lnTo>
                <a:lnTo>
                  <a:pt x="296" y="369"/>
                </a:lnTo>
                <a:lnTo>
                  <a:pt x="280" y="359"/>
                </a:lnTo>
                <a:lnTo>
                  <a:pt x="254" y="344"/>
                </a:lnTo>
                <a:lnTo>
                  <a:pt x="200" y="305"/>
                </a:lnTo>
                <a:lnTo>
                  <a:pt x="190" y="298"/>
                </a:lnTo>
                <a:lnTo>
                  <a:pt x="179" y="286"/>
                </a:lnTo>
                <a:lnTo>
                  <a:pt x="167" y="276"/>
                </a:lnTo>
                <a:lnTo>
                  <a:pt x="144" y="253"/>
                </a:lnTo>
                <a:lnTo>
                  <a:pt x="135" y="242"/>
                </a:lnTo>
                <a:lnTo>
                  <a:pt x="115" y="219"/>
                </a:lnTo>
                <a:lnTo>
                  <a:pt x="86" y="180"/>
                </a:lnTo>
                <a:lnTo>
                  <a:pt x="73" y="153"/>
                </a:lnTo>
                <a:lnTo>
                  <a:pt x="63" y="138"/>
                </a:lnTo>
                <a:lnTo>
                  <a:pt x="56" y="125"/>
                </a:lnTo>
                <a:lnTo>
                  <a:pt x="50" y="111"/>
                </a:lnTo>
                <a:lnTo>
                  <a:pt x="42" y="96"/>
                </a:lnTo>
                <a:lnTo>
                  <a:pt x="37" y="80"/>
                </a:lnTo>
                <a:lnTo>
                  <a:pt x="35" y="77"/>
                </a:lnTo>
                <a:lnTo>
                  <a:pt x="31" y="73"/>
                </a:lnTo>
                <a:lnTo>
                  <a:pt x="27" y="71"/>
                </a:lnTo>
                <a:lnTo>
                  <a:pt x="21" y="69"/>
                </a:lnTo>
                <a:lnTo>
                  <a:pt x="17" y="69"/>
                </a:lnTo>
                <a:lnTo>
                  <a:pt x="12" y="71"/>
                </a:lnTo>
                <a:lnTo>
                  <a:pt x="8" y="73"/>
                </a:lnTo>
                <a:lnTo>
                  <a:pt x="4" y="77"/>
                </a:lnTo>
                <a:lnTo>
                  <a:pt x="2" y="80"/>
                </a:lnTo>
                <a:lnTo>
                  <a:pt x="0" y="86"/>
                </a:lnTo>
                <a:lnTo>
                  <a:pt x="0" y="90"/>
                </a:lnTo>
                <a:lnTo>
                  <a:pt x="2" y="96"/>
                </a:lnTo>
                <a:lnTo>
                  <a:pt x="8" y="111"/>
                </a:lnTo>
                <a:lnTo>
                  <a:pt x="15" y="127"/>
                </a:lnTo>
                <a:lnTo>
                  <a:pt x="21" y="140"/>
                </a:lnTo>
                <a:lnTo>
                  <a:pt x="29" y="157"/>
                </a:lnTo>
                <a:lnTo>
                  <a:pt x="38" y="173"/>
                </a:lnTo>
                <a:lnTo>
                  <a:pt x="56" y="200"/>
                </a:lnTo>
                <a:lnTo>
                  <a:pt x="85" y="242"/>
                </a:lnTo>
                <a:lnTo>
                  <a:pt x="104" y="265"/>
                </a:lnTo>
                <a:lnTo>
                  <a:pt x="117" y="280"/>
                </a:lnTo>
                <a:lnTo>
                  <a:pt x="140" y="303"/>
                </a:lnTo>
                <a:lnTo>
                  <a:pt x="152" y="313"/>
                </a:lnTo>
                <a:lnTo>
                  <a:pt x="163" y="324"/>
                </a:lnTo>
                <a:lnTo>
                  <a:pt x="177" y="336"/>
                </a:lnTo>
                <a:lnTo>
                  <a:pt x="231" y="374"/>
                </a:lnTo>
                <a:lnTo>
                  <a:pt x="248" y="386"/>
                </a:lnTo>
                <a:lnTo>
                  <a:pt x="261" y="394"/>
                </a:lnTo>
                <a:lnTo>
                  <a:pt x="277" y="403"/>
                </a:lnTo>
                <a:lnTo>
                  <a:pt x="325" y="426"/>
                </a:lnTo>
                <a:lnTo>
                  <a:pt x="342" y="432"/>
                </a:lnTo>
                <a:lnTo>
                  <a:pt x="359" y="440"/>
                </a:lnTo>
                <a:lnTo>
                  <a:pt x="375" y="445"/>
                </a:lnTo>
                <a:lnTo>
                  <a:pt x="394" y="453"/>
                </a:lnTo>
                <a:lnTo>
                  <a:pt x="396" y="453"/>
                </a:lnTo>
                <a:lnTo>
                  <a:pt x="430" y="467"/>
                </a:lnTo>
                <a:lnTo>
                  <a:pt x="451" y="470"/>
                </a:lnTo>
                <a:lnTo>
                  <a:pt x="469" y="476"/>
                </a:lnTo>
                <a:lnTo>
                  <a:pt x="492" y="482"/>
                </a:lnTo>
                <a:lnTo>
                  <a:pt x="513" y="486"/>
                </a:lnTo>
                <a:lnTo>
                  <a:pt x="534" y="492"/>
                </a:lnTo>
                <a:lnTo>
                  <a:pt x="626" y="507"/>
                </a:lnTo>
                <a:lnTo>
                  <a:pt x="653" y="511"/>
                </a:lnTo>
                <a:lnTo>
                  <a:pt x="676" y="513"/>
                </a:lnTo>
                <a:lnTo>
                  <a:pt x="701" y="516"/>
                </a:lnTo>
                <a:lnTo>
                  <a:pt x="753" y="520"/>
                </a:lnTo>
                <a:lnTo>
                  <a:pt x="778" y="520"/>
                </a:lnTo>
                <a:lnTo>
                  <a:pt x="803" y="522"/>
                </a:lnTo>
                <a:lnTo>
                  <a:pt x="903" y="522"/>
                </a:lnTo>
                <a:lnTo>
                  <a:pt x="926" y="520"/>
                </a:lnTo>
                <a:lnTo>
                  <a:pt x="951" y="520"/>
                </a:lnTo>
                <a:lnTo>
                  <a:pt x="978" y="518"/>
                </a:lnTo>
                <a:lnTo>
                  <a:pt x="1001" y="515"/>
                </a:lnTo>
                <a:lnTo>
                  <a:pt x="1026" y="513"/>
                </a:lnTo>
                <a:lnTo>
                  <a:pt x="1074" y="505"/>
                </a:lnTo>
                <a:lnTo>
                  <a:pt x="1095" y="499"/>
                </a:lnTo>
                <a:lnTo>
                  <a:pt x="1116" y="495"/>
                </a:lnTo>
                <a:lnTo>
                  <a:pt x="1139" y="490"/>
                </a:lnTo>
                <a:lnTo>
                  <a:pt x="1141" y="490"/>
                </a:lnTo>
                <a:lnTo>
                  <a:pt x="1143" y="488"/>
                </a:lnTo>
                <a:lnTo>
                  <a:pt x="1162" y="480"/>
                </a:lnTo>
                <a:lnTo>
                  <a:pt x="1204" y="465"/>
                </a:lnTo>
                <a:lnTo>
                  <a:pt x="1224" y="457"/>
                </a:lnTo>
                <a:lnTo>
                  <a:pt x="1245" y="447"/>
                </a:lnTo>
                <a:lnTo>
                  <a:pt x="1264" y="438"/>
                </a:lnTo>
                <a:lnTo>
                  <a:pt x="1285" y="428"/>
                </a:lnTo>
                <a:lnTo>
                  <a:pt x="1325" y="409"/>
                </a:lnTo>
                <a:lnTo>
                  <a:pt x="1364" y="384"/>
                </a:lnTo>
                <a:lnTo>
                  <a:pt x="1383" y="372"/>
                </a:lnTo>
                <a:lnTo>
                  <a:pt x="1400" y="359"/>
                </a:lnTo>
                <a:lnTo>
                  <a:pt x="1421" y="347"/>
                </a:lnTo>
                <a:lnTo>
                  <a:pt x="1439" y="334"/>
                </a:lnTo>
                <a:lnTo>
                  <a:pt x="1458" y="321"/>
                </a:lnTo>
                <a:lnTo>
                  <a:pt x="1475" y="305"/>
                </a:lnTo>
                <a:lnTo>
                  <a:pt x="1494" y="290"/>
                </a:lnTo>
                <a:lnTo>
                  <a:pt x="1548" y="242"/>
                </a:lnTo>
                <a:lnTo>
                  <a:pt x="1617" y="173"/>
                </a:lnTo>
                <a:lnTo>
                  <a:pt x="1671" y="113"/>
                </a:lnTo>
                <a:lnTo>
                  <a:pt x="1687" y="92"/>
                </a:lnTo>
                <a:lnTo>
                  <a:pt x="1704" y="75"/>
                </a:lnTo>
                <a:lnTo>
                  <a:pt x="1738" y="3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55" name="Google Shape;455;g28abd34dbfa_0_476"/>
          <p:cNvSpPr/>
          <p:nvPr/>
        </p:nvSpPr>
        <p:spPr>
          <a:xfrm>
            <a:off x="2396067" y="2582863"/>
            <a:ext cx="963084" cy="722313"/>
          </a:xfrm>
          <a:custGeom>
            <a:avLst/>
            <a:gdLst/>
            <a:ahLst/>
            <a:cxnLst/>
            <a:rect l="l" t="t" r="r" b="b"/>
            <a:pathLst>
              <a:path w="455" h="455" extrusionOk="0">
                <a:moveTo>
                  <a:pt x="0" y="227"/>
                </a:moveTo>
                <a:lnTo>
                  <a:pt x="0" y="248"/>
                </a:lnTo>
                <a:lnTo>
                  <a:pt x="2" y="261"/>
                </a:lnTo>
                <a:lnTo>
                  <a:pt x="4" y="271"/>
                </a:lnTo>
                <a:lnTo>
                  <a:pt x="6" y="284"/>
                </a:lnTo>
                <a:lnTo>
                  <a:pt x="10" y="294"/>
                </a:lnTo>
                <a:lnTo>
                  <a:pt x="12" y="303"/>
                </a:lnTo>
                <a:lnTo>
                  <a:pt x="17" y="315"/>
                </a:lnTo>
                <a:lnTo>
                  <a:pt x="23" y="325"/>
                </a:lnTo>
                <a:lnTo>
                  <a:pt x="27" y="334"/>
                </a:lnTo>
                <a:lnTo>
                  <a:pt x="38" y="353"/>
                </a:lnTo>
                <a:lnTo>
                  <a:pt x="50" y="371"/>
                </a:lnTo>
                <a:lnTo>
                  <a:pt x="58" y="378"/>
                </a:lnTo>
                <a:lnTo>
                  <a:pt x="63" y="386"/>
                </a:lnTo>
                <a:lnTo>
                  <a:pt x="81" y="403"/>
                </a:lnTo>
                <a:lnTo>
                  <a:pt x="100" y="415"/>
                </a:lnTo>
                <a:lnTo>
                  <a:pt x="108" y="421"/>
                </a:lnTo>
                <a:lnTo>
                  <a:pt x="117" y="426"/>
                </a:lnTo>
                <a:lnTo>
                  <a:pt x="127" y="430"/>
                </a:lnTo>
                <a:lnTo>
                  <a:pt x="136" y="436"/>
                </a:lnTo>
                <a:lnTo>
                  <a:pt x="148" y="442"/>
                </a:lnTo>
                <a:lnTo>
                  <a:pt x="158" y="444"/>
                </a:lnTo>
                <a:lnTo>
                  <a:pt x="167" y="448"/>
                </a:lnTo>
                <a:lnTo>
                  <a:pt x="181" y="449"/>
                </a:lnTo>
                <a:lnTo>
                  <a:pt x="190" y="451"/>
                </a:lnTo>
                <a:lnTo>
                  <a:pt x="202" y="453"/>
                </a:lnTo>
                <a:lnTo>
                  <a:pt x="213" y="453"/>
                </a:lnTo>
                <a:lnTo>
                  <a:pt x="225" y="455"/>
                </a:lnTo>
                <a:lnTo>
                  <a:pt x="229" y="455"/>
                </a:lnTo>
                <a:lnTo>
                  <a:pt x="238" y="453"/>
                </a:lnTo>
                <a:lnTo>
                  <a:pt x="248" y="453"/>
                </a:lnTo>
                <a:lnTo>
                  <a:pt x="261" y="451"/>
                </a:lnTo>
                <a:lnTo>
                  <a:pt x="271" y="449"/>
                </a:lnTo>
                <a:lnTo>
                  <a:pt x="284" y="448"/>
                </a:lnTo>
                <a:lnTo>
                  <a:pt x="294" y="444"/>
                </a:lnTo>
                <a:lnTo>
                  <a:pt x="303" y="442"/>
                </a:lnTo>
                <a:lnTo>
                  <a:pt x="315" y="436"/>
                </a:lnTo>
                <a:lnTo>
                  <a:pt x="325" y="430"/>
                </a:lnTo>
                <a:lnTo>
                  <a:pt x="334" y="426"/>
                </a:lnTo>
                <a:lnTo>
                  <a:pt x="353" y="415"/>
                </a:lnTo>
                <a:lnTo>
                  <a:pt x="371" y="403"/>
                </a:lnTo>
                <a:lnTo>
                  <a:pt x="403" y="371"/>
                </a:lnTo>
                <a:lnTo>
                  <a:pt x="415" y="353"/>
                </a:lnTo>
                <a:lnTo>
                  <a:pt x="426" y="334"/>
                </a:lnTo>
                <a:lnTo>
                  <a:pt x="430" y="325"/>
                </a:lnTo>
                <a:lnTo>
                  <a:pt x="436" y="315"/>
                </a:lnTo>
                <a:lnTo>
                  <a:pt x="442" y="303"/>
                </a:lnTo>
                <a:lnTo>
                  <a:pt x="444" y="294"/>
                </a:lnTo>
                <a:lnTo>
                  <a:pt x="448" y="284"/>
                </a:lnTo>
                <a:lnTo>
                  <a:pt x="449" y="271"/>
                </a:lnTo>
                <a:lnTo>
                  <a:pt x="451" y="261"/>
                </a:lnTo>
                <a:lnTo>
                  <a:pt x="453" y="250"/>
                </a:lnTo>
                <a:lnTo>
                  <a:pt x="453" y="238"/>
                </a:lnTo>
                <a:lnTo>
                  <a:pt x="455" y="229"/>
                </a:lnTo>
                <a:lnTo>
                  <a:pt x="455" y="225"/>
                </a:lnTo>
                <a:lnTo>
                  <a:pt x="453" y="215"/>
                </a:lnTo>
                <a:lnTo>
                  <a:pt x="453" y="204"/>
                </a:lnTo>
                <a:lnTo>
                  <a:pt x="451" y="190"/>
                </a:lnTo>
                <a:lnTo>
                  <a:pt x="449" y="181"/>
                </a:lnTo>
                <a:lnTo>
                  <a:pt x="448" y="167"/>
                </a:lnTo>
                <a:lnTo>
                  <a:pt x="444" y="158"/>
                </a:lnTo>
                <a:lnTo>
                  <a:pt x="442" y="148"/>
                </a:lnTo>
                <a:lnTo>
                  <a:pt x="436" y="136"/>
                </a:lnTo>
                <a:lnTo>
                  <a:pt x="430" y="127"/>
                </a:lnTo>
                <a:lnTo>
                  <a:pt x="426" y="117"/>
                </a:lnTo>
                <a:lnTo>
                  <a:pt x="421" y="108"/>
                </a:lnTo>
                <a:lnTo>
                  <a:pt x="415" y="100"/>
                </a:lnTo>
                <a:lnTo>
                  <a:pt x="403" y="81"/>
                </a:lnTo>
                <a:lnTo>
                  <a:pt x="386" y="63"/>
                </a:lnTo>
                <a:lnTo>
                  <a:pt x="378" y="58"/>
                </a:lnTo>
                <a:lnTo>
                  <a:pt x="371" y="50"/>
                </a:lnTo>
                <a:lnTo>
                  <a:pt x="353" y="38"/>
                </a:lnTo>
                <a:lnTo>
                  <a:pt x="334" y="27"/>
                </a:lnTo>
                <a:lnTo>
                  <a:pt x="325" y="23"/>
                </a:lnTo>
                <a:lnTo>
                  <a:pt x="315" y="17"/>
                </a:lnTo>
                <a:lnTo>
                  <a:pt x="303" y="12"/>
                </a:lnTo>
                <a:lnTo>
                  <a:pt x="294" y="10"/>
                </a:lnTo>
                <a:lnTo>
                  <a:pt x="284" y="6"/>
                </a:lnTo>
                <a:lnTo>
                  <a:pt x="271" y="4"/>
                </a:lnTo>
                <a:lnTo>
                  <a:pt x="261" y="2"/>
                </a:lnTo>
                <a:lnTo>
                  <a:pt x="250" y="0"/>
                </a:lnTo>
                <a:lnTo>
                  <a:pt x="204" y="0"/>
                </a:lnTo>
                <a:lnTo>
                  <a:pt x="190" y="2"/>
                </a:lnTo>
                <a:lnTo>
                  <a:pt x="181" y="4"/>
                </a:lnTo>
                <a:lnTo>
                  <a:pt x="167" y="6"/>
                </a:lnTo>
                <a:lnTo>
                  <a:pt x="158" y="10"/>
                </a:lnTo>
                <a:lnTo>
                  <a:pt x="148" y="12"/>
                </a:lnTo>
                <a:lnTo>
                  <a:pt x="136" y="17"/>
                </a:lnTo>
                <a:lnTo>
                  <a:pt x="127" y="23"/>
                </a:lnTo>
                <a:lnTo>
                  <a:pt x="117" y="27"/>
                </a:lnTo>
                <a:lnTo>
                  <a:pt x="108" y="33"/>
                </a:lnTo>
                <a:lnTo>
                  <a:pt x="100" y="38"/>
                </a:lnTo>
                <a:lnTo>
                  <a:pt x="81" y="50"/>
                </a:lnTo>
                <a:lnTo>
                  <a:pt x="65" y="65"/>
                </a:lnTo>
                <a:lnTo>
                  <a:pt x="50" y="81"/>
                </a:lnTo>
                <a:lnTo>
                  <a:pt x="38" y="100"/>
                </a:lnTo>
                <a:lnTo>
                  <a:pt x="33" y="108"/>
                </a:lnTo>
                <a:lnTo>
                  <a:pt x="27" y="117"/>
                </a:lnTo>
                <a:lnTo>
                  <a:pt x="23" y="127"/>
                </a:lnTo>
                <a:lnTo>
                  <a:pt x="17" y="136"/>
                </a:lnTo>
                <a:lnTo>
                  <a:pt x="12" y="148"/>
                </a:lnTo>
                <a:lnTo>
                  <a:pt x="10" y="158"/>
                </a:lnTo>
                <a:lnTo>
                  <a:pt x="6" y="167"/>
                </a:lnTo>
                <a:lnTo>
                  <a:pt x="4" y="181"/>
                </a:lnTo>
                <a:lnTo>
                  <a:pt x="2" y="190"/>
                </a:lnTo>
                <a:lnTo>
                  <a:pt x="0" y="202"/>
                </a:lnTo>
                <a:lnTo>
                  <a:pt x="0" y="227"/>
                </a:lnTo>
                <a:lnTo>
                  <a:pt x="23" y="227"/>
                </a:lnTo>
                <a:lnTo>
                  <a:pt x="23" y="206"/>
                </a:lnTo>
                <a:lnTo>
                  <a:pt x="25" y="194"/>
                </a:lnTo>
                <a:lnTo>
                  <a:pt x="27" y="184"/>
                </a:lnTo>
                <a:lnTo>
                  <a:pt x="29" y="175"/>
                </a:lnTo>
                <a:lnTo>
                  <a:pt x="33" y="165"/>
                </a:lnTo>
                <a:lnTo>
                  <a:pt x="35" y="156"/>
                </a:lnTo>
                <a:lnTo>
                  <a:pt x="36" y="148"/>
                </a:lnTo>
                <a:lnTo>
                  <a:pt x="42" y="138"/>
                </a:lnTo>
                <a:lnTo>
                  <a:pt x="46" y="129"/>
                </a:lnTo>
                <a:lnTo>
                  <a:pt x="52" y="119"/>
                </a:lnTo>
                <a:lnTo>
                  <a:pt x="58" y="111"/>
                </a:lnTo>
                <a:lnTo>
                  <a:pt x="63" y="102"/>
                </a:lnTo>
                <a:lnTo>
                  <a:pt x="69" y="96"/>
                </a:lnTo>
                <a:lnTo>
                  <a:pt x="77" y="88"/>
                </a:lnTo>
                <a:lnTo>
                  <a:pt x="81" y="81"/>
                </a:lnTo>
                <a:lnTo>
                  <a:pt x="88" y="77"/>
                </a:lnTo>
                <a:lnTo>
                  <a:pt x="96" y="69"/>
                </a:lnTo>
                <a:lnTo>
                  <a:pt x="102" y="63"/>
                </a:lnTo>
                <a:lnTo>
                  <a:pt x="111" y="58"/>
                </a:lnTo>
                <a:lnTo>
                  <a:pt x="119" y="52"/>
                </a:lnTo>
                <a:lnTo>
                  <a:pt x="129" y="46"/>
                </a:lnTo>
                <a:lnTo>
                  <a:pt x="138" y="42"/>
                </a:lnTo>
                <a:lnTo>
                  <a:pt x="148" y="36"/>
                </a:lnTo>
                <a:lnTo>
                  <a:pt x="156" y="35"/>
                </a:lnTo>
                <a:lnTo>
                  <a:pt x="165" y="33"/>
                </a:lnTo>
                <a:lnTo>
                  <a:pt x="175" y="29"/>
                </a:lnTo>
                <a:lnTo>
                  <a:pt x="184" y="27"/>
                </a:lnTo>
                <a:lnTo>
                  <a:pt x="194" y="25"/>
                </a:lnTo>
                <a:lnTo>
                  <a:pt x="204" y="23"/>
                </a:lnTo>
                <a:lnTo>
                  <a:pt x="227" y="23"/>
                </a:lnTo>
                <a:lnTo>
                  <a:pt x="246" y="23"/>
                </a:lnTo>
                <a:lnTo>
                  <a:pt x="257" y="25"/>
                </a:lnTo>
                <a:lnTo>
                  <a:pt x="267" y="27"/>
                </a:lnTo>
                <a:lnTo>
                  <a:pt x="277" y="29"/>
                </a:lnTo>
                <a:lnTo>
                  <a:pt x="286" y="33"/>
                </a:lnTo>
                <a:lnTo>
                  <a:pt x="296" y="35"/>
                </a:lnTo>
                <a:lnTo>
                  <a:pt x="303" y="36"/>
                </a:lnTo>
                <a:lnTo>
                  <a:pt x="313" y="42"/>
                </a:lnTo>
                <a:lnTo>
                  <a:pt x="323" y="46"/>
                </a:lnTo>
                <a:lnTo>
                  <a:pt x="342" y="58"/>
                </a:lnTo>
                <a:lnTo>
                  <a:pt x="355" y="69"/>
                </a:lnTo>
                <a:lnTo>
                  <a:pt x="363" y="77"/>
                </a:lnTo>
                <a:lnTo>
                  <a:pt x="371" y="83"/>
                </a:lnTo>
                <a:lnTo>
                  <a:pt x="384" y="96"/>
                </a:lnTo>
                <a:lnTo>
                  <a:pt x="390" y="102"/>
                </a:lnTo>
                <a:lnTo>
                  <a:pt x="396" y="111"/>
                </a:lnTo>
                <a:lnTo>
                  <a:pt x="401" y="119"/>
                </a:lnTo>
                <a:lnTo>
                  <a:pt x="407" y="129"/>
                </a:lnTo>
                <a:lnTo>
                  <a:pt x="411" y="138"/>
                </a:lnTo>
                <a:lnTo>
                  <a:pt x="417" y="148"/>
                </a:lnTo>
                <a:lnTo>
                  <a:pt x="419" y="156"/>
                </a:lnTo>
                <a:lnTo>
                  <a:pt x="421" y="165"/>
                </a:lnTo>
                <a:lnTo>
                  <a:pt x="424" y="175"/>
                </a:lnTo>
                <a:lnTo>
                  <a:pt x="426" y="184"/>
                </a:lnTo>
                <a:lnTo>
                  <a:pt x="428" y="194"/>
                </a:lnTo>
                <a:lnTo>
                  <a:pt x="430" y="204"/>
                </a:lnTo>
                <a:lnTo>
                  <a:pt x="430" y="215"/>
                </a:lnTo>
                <a:lnTo>
                  <a:pt x="432" y="229"/>
                </a:lnTo>
                <a:lnTo>
                  <a:pt x="432" y="225"/>
                </a:lnTo>
                <a:lnTo>
                  <a:pt x="430" y="234"/>
                </a:lnTo>
                <a:lnTo>
                  <a:pt x="430" y="246"/>
                </a:lnTo>
                <a:lnTo>
                  <a:pt x="428" y="257"/>
                </a:lnTo>
                <a:lnTo>
                  <a:pt x="426" y="267"/>
                </a:lnTo>
                <a:lnTo>
                  <a:pt x="424" y="277"/>
                </a:lnTo>
                <a:lnTo>
                  <a:pt x="421" y="286"/>
                </a:lnTo>
                <a:lnTo>
                  <a:pt x="419" y="296"/>
                </a:lnTo>
                <a:lnTo>
                  <a:pt x="417" y="303"/>
                </a:lnTo>
                <a:lnTo>
                  <a:pt x="411" y="313"/>
                </a:lnTo>
                <a:lnTo>
                  <a:pt x="407" y="323"/>
                </a:lnTo>
                <a:lnTo>
                  <a:pt x="396" y="342"/>
                </a:lnTo>
                <a:lnTo>
                  <a:pt x="384" y="355"/>
                </a:lnTo>
                <a:lnTo>
                  <a:pt x="355" y="384"/>
                </a:lnTo>
                <a:lnTo>
                  <a:pt x="342" y="396"/>
                </a:lnTo>
                <a:lnTo>
                  <a:pt x="323" y="407"/>
                </a:lnTo>
                <a:lnTo>
                  <a:pt x="313" y="411"/>
                </a:lnTo>
                <a:lnTo>
                  <a:pt x="303" y="417"/>
                </a:lnTo>
                <a:lnTo>
                  <a:pt x="296" y="419"/>
                </a:lnTo>
                <a:lnTo>
                  <a:pt x="286" y="421"/>
                </a:lnTo>
                <a:lnTo>
                  <a:pt x="277" y="424"/>
                </a:lnTo>
                <a:lnTo>
                  <a:pt x="267" y="426"/>
                </a:lnTo>
                <a:lnTo>
                  <a:pt x="257" y="428"/>
                </a:lnTo>
                <a:lnTo>
                  <a:pt x="248" y="430"/>
                </a:lnTo>
                <a:lnTo>
                  <a:pt x="234" y="430"/>
                </a:lnTo>
                <a:lnTo>
                  <a:pt x="225" y="432"/>
                </a:lnTo>
                <a:lnTo>
                  <a:pt x="229" y="432"/>
                </a:lnTo>
                <a:lnTo>
                  <a:pt x="217" y="430"/>
                </a:lnTo>
                <a:lnTo>
                  <a:pt x="206" y="430"/>
                </a:lnTo>
                <a:lnTo>
                  <a:pt x="194" y="428"/>
                </a:lnTo>
                <a:lnTo>
                  <a:pt x="184" y="426"/>
                </a:lnTo>
                <a:lnTo>
                  <a:pt x="175" y="424"/>
                </a:lnTo>
                <a:lnTo>
                  <a:pt x="165" y="421"/>
                </a:lnTo>
                <a:lnTo>
                  <a:pt x="156" y="419"/>
                </a:lnTo>
                <a:lnTo>
                  <a:pt x="148" y="417"/>
                </a:lnTo>
                <a:lnTo>
                  <a:pt x="138" y="411"/>
                </a:lnTo>
                <a:lnTo>
                  <a:pt x="129" y="407"/>
                </a:lnTo>
                <a:lnTo>
                  <a:pt x="119" y="401"/>
                </a:lnTo>
                <a:lnTo>
                  <a:pt x="111" y="396"/>
                </a:lnTo>
                <a:lnTo>
                  <a:pt x="102" y="390"/>
                </a:lnTo>
                <a:lnTo>
                  <a:pt x="96" y="384"/>
                </a:lnTo>
                <a:lnTo>
                  <a:pt x="83" y="371"/>
                </a:lnTo>
                <a:lnTo>
                  <a:pt x="77" y="363"/>
                </a:lnTo>
                <a:lnTo>
                  <a:pt x="69" y="355"/>
                </a:lnTo>
                <a:lnTo>
                  <a:pt x="58" y="342"/>
                </a:lnTo>
                <a:lnTo>
                  <a:pt x="46" y="323"/>
                </a:lnTo>
                <a:lnTo>
                  <a:pt x="42" y="313"/>
                </a:lnTo>
                <a:lnTo>
                  <a:pt x="36" y="303"/>
                </a:lnTo>
                <a:lnTo>
                  <a:pt x="35" y="296"/>
                </a:lnTo>
                <a:lnTo>
                  <a:pt x="33" y="286"/>
                </a:lnTo>
                <a:lnTo>
                  <a:pt x="29" y="277"/>
                </a:lnTo>
                <a:lnTo>
                  <a:pt x="27" y="267"/>
                </a:lnTo>
                <a:lnTo>
                  <a:pt x="25" y="257"/>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56" name="Google Shape;456;g28abd34dbfa_0_476"/>
          <p:cNvSpPr/>
          <p:nvPr/>
        </p:nvSpPr>
        <p:spPr>
          <a:xfrm>
            <a:off x="4404784" y="2603500"/>
            <a:ext cx="963084" cy="723900"/>
          </a:xfrm>
          <a:custGeom>
            <a:avLst/>
            <a:gdLst/>
            <a:ahLst/>
            <a:cxnLst/>
            <a:rect l="l" t="t" r="r" b="b"/>
            <a:pathLst>
              <a:path w="455" h="456" extrusionOk="0">
                <a:moveTo>
                  <a:pt x="0" y="227"/>
                </a:moveTo>
                <a:lnTo>
                  <a:pt x="0" y="248"/>
                </a:lnTo>
                <a:lnTo>
                  <a:pt x="2" y="262"/>
                </a:lnTo>
                <a:lnTo>
                  <a:pt x="4" y="271"/>
                </a:lnTo>
                <a:lnTo>
                  <a:pt x="6" y="285"/>
                </a:lnTo>
                <a:lnTo>
                  <a:pt x="9" y="294"/>
                </a:lnTo>
                <a:lnTo>
                  <a:pt x="11" y="304"/>
                </a:lnTo>
                <a:lnTo>
                  <a:pt x="17" y="315"/>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6"/>
                </a:lnTo>
                <a:lnTo>
                  <a:pt x="148" y="442"/>
                </a:lnTo>
                <a:lnTo>
                  <a:pt x="157" y="444"/>
                </a:lnTo>
                <a:lnTo>
                  <a:pt x="167" y="448"/>
                </a:lnTo>
                <a:lnTo>
                  <a:pt x="180" y="450"/>
                </a:lnTo>
                <a:lnTo>
                  <a:pt x="190" y="452"/>
                </a:lnTo>
                <a:lnTo>
                  <a:pt x="202" y="454"/>
                </a:lnTo>
                <a:lnTo>
                  <a:pt x="213" y="454"/>
                </a:lnTo>
                <a:lnTo>
                  <a:pt x="225" y="456"/>
                </a:lnTo>
                <a:lnTo>
                  <a:pt x="228" y="456"/>
                </a:lnTo>
                <a:lnTo>
                  <a:pt x="238" y="454"/>
                </a:lnTo>
                <a:lnTo>
                  <a:pt x="248" y="454"/>
                </a:lnTo>
                <a:lnTo>
                  <a:pt x="261" y="452"/>
                </a:lnTo>
                <a:lnTo>
                  <a:pt x="271" y="450"/>
                </a:lnTo>
                <a:lnTo>
                  <a:pt x="284" y="448"/>
                </a:lnTo>
                <a:lnTo>
                  <a:pt x="294" y="444"/>
                </a:lnTo>
                <a:lnTo>
                  <a:pt x="303" y="442"/>
                </a:lnTo>
                <a:lnTo>
                  <a:pt x="315" y="436"/>
                </a:lnTo>
                <a:lnTo>
                  <a:pt x="324" y="431"/>
                </a:lnTo>
                <a:lnTo>
                  <a:pt x="334" y="427"/>
                </a:lnTo>
                <a:lnTo>
                  <a:pt x="353" y="415"/>
                </a:lnTo>
                <a:lnTo>
                  <a:pt x="371" y="404"/>
                </a:lnTo>
                <a:lnTo>
                  <a:pt x="403" y="371"/>
                </a:lnTo>
                <a:lnTo>
                  <a:pt x="415" y="354"/>
                </a:lnTo>
                <a:lnTo>
                  <a:pt x="426" y="335"/>
                </a:lnTo>
                <a:lnTo>
                  <a:pt x="430" y="325"/>
                </a:lnTo>
                <a:lnTo>
                  <a:pt x="436" y="315"/>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4" y="23"/>
                </a:lnTo>
                <a:lnTo>
                  <a:pt x="315" y="18"/>
                </a:lnTo>
                <a:lnTo>
                  <a:pt x="303" y="12"/>
                </a:lnTo>
                <a:lnTo>
                  <a:pt x="294" y="10"/>
                </a:lnTo>
                <a:lnTo>
                  <a:pt x="284" y="6"/>
                </a:lnTo>
                <a:lnTo>
                  <a:pt x="271" y="4"/>
                </a:lnTo>
                <a:lnTo>
                  <a:pt x="261" y="2"/>
                </a:lnTo>
                <a:lnTo>
                  <a:pt x="250" y="0"/>
                </a:lnTo>
                <a:lnTo>
                  <a:pt x="203" y="0"/>
                </a:lnTo>
                <a:lnTo>
                  <a:pt x="190" y="2"/>
                </a:lnTo>
                <a:lnTo>
                  <a:pt x="180" y="4"/>
                </a:lnTo>
                <a:lnTo>
                  <a:pt x="167" y="6"/>
                </a:lnTo>
                <a:lnTo>
                  <a:pt x="157" y="10"/>
                </a:lnTo>
                <a:lnTo>
                  <a:pt x="148" y="12"/>
                </a:lnTo>
                <a:lnTo>
                  <a:pt x="136" y="18"/>
                </a:lnTo>
                <a:lnTo>
                  <a:pt x="127" y="23"/>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9"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4" y="156"/>
                </a:lnTo>
                <a:lnTo>
                  <a:pt x="36" y="148"/>
                </a:lnTo>
                <a:lnTo>
                  <a:pt x="42" y="139"/>
                </a:lnTo>
                <a:lnTo>
                  <a:pt x="46" y="129"/>
                </a:lnTo>
                <a:lnTo>
                  <a:pt x="52" y="120"/>
                </a:lnTo>
                <a:lnTo>
                  <a:pt x="58" y="112"/>
                </a:lnTo>
                <a:lnTo>
                  <a:pt x="63" y="102"/>
                </a:lnTo>
                <a:lnTo>
                  <a:pt x="69" y="96"/>
                </a:lnTo>
                <a:lnTo>
                  <a:pt x="77" y="89"/>
                </a:lnTo>
                <a:lnTo>
                  <a:pt x="81" y="81"/>
                </a:lnTo>
                <a:lnTo>
                  <a:pt x="88" y="77"/>
                </a:lnTo>
                <a:lnTo>
                  <a:pt x="96" y="70"/>
                </a:lnTo>
                <a:lnTo>
                  <a:pt x="102" y="64"/>
                </a:lnTo>
                <a:lnTo>
                  <a:pt x="111" y="58"/>
                </a:lnTo>
                <a:lnTo>
                  <a:pt x="119" y="52"/>
                </a:lnTo>
                <a:lnTo>
                  <a:pt x="129" y="47"/>
                </a:lnTo>
                <a:lnTo>
                  <a:pt x="138" y="43"/>
                </a:lnTo>
                <a:lnTo>
                  <a:pt x="148" y="37"/>
                </a:lnTo>
                <a:lnTo>
                  <a:pt x="155" y="35"/>
                </a:lnTo>
                <a:lnTo>
                  <a:pt x="165" y="33"/>
                </a:lnTo>
                <a:lnTo>
                  <a:pt x="175" y="29"/>
                </a:lnTo>
                <a:lnTo>
                  <a:pt x="184" y="27"/>
                </a:lnTo>
                <a:lnTo>
                  <a:pt x="194" y="25"/>
                </a:lnTo>
                <a:lnTo>
                  <a:pt x="203" y="23"/>
                </a:lnTo>
                <a:lnTo>
                  <a:pt x="227" y="23"/>
                </a:lnTo>
                <a:lnTo>
                  <a:pt x="246" y="23"/>
                </a:lnTo>
                <a:lnTo>
                  <a:pt x="257" y="25"/>
                </a:lnTo>
                <a:lnTo>
                  <a:pt x="267" y="27"/>
                </a:lnTo>
                <a:lnTo>
                  <a:pt x="276" y="29"/>
                </a:lnTo>
                <a:lnTo>
                  <a:pt x="286" y="33"/>
                </a:lnTo>
                <a:lnTo>
                  <a:pt x="296" y="35"/>
                </a:lnTo>
                <a:lnTo>
                  <a:pt x="303" y="37"/>
                </a:lnTo>
                <a:lnTo>
                  <a:pt x="313" y="43"/>
                </a:lnTo>
                <a:lnTo>
                  <a:pt x="323" y="47"/>
                </a:lnTo>
                <a:lnTo>
                  <a:pt x="342" y="58"/>
                </a:lnTo>
                <a:lnTo>
                  <a:pt x="355" y="70"/>
                </a:lnTo>
                <a:lnTo>
                  <a:pt x="363" y="77"/>
                </a:lnTo>
                <a:lnTo>
                  <a:pt x="371" y="83"/>
                </a:lnTo>
                <a:lnTo>
                  <a:pt x="384" y="96"/>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1"/>
                </a:lnTo>
                <a:lnTo>
                  <a:pt x="303" y="417"/>
                </a:lnTo>
                <a:lnTo>
                  <a:pt x="296" y="419"/>
                </a:lnTo>
                <a:lnTo>
                  <a:pt x="286" y="421"/>
                </a:lnTo>
                <a:lnTo>
                  <a:pt x="276" y="425"/>
                </a:lnTo>
                <a:lnTo>
                  <a:pt x="267" y="427"/>
                </a:lnTo>
                <a:lnTo>
                  <a:pt x="257" y="429"/>
                </a:lnTo>
                <a:lnTo>
                  <a:pt x="248" y="431"/>
                </a:lnTo>
                <a:lnTo>
                  <a:pt x="234" y="431"/>
                </a:lnTo>
                <a:lnTo>
                  <a:pt x="225" y="433"/>
                </a:lnTo>
                <a:lnTo>
                  <a:pt x="228" y="433"/>
                </a:lnTo>
                <a:lnTo>
                  <a:pt x="217" y="431"/>
                </a:lnTo>
                <a:lnTo>
                  <a:pt x="205" y="431"/>
                </a:lnTo>
                <a:lnTo>
                  <a:pt x="194" y="429"/>
                </a:lnTo>
                <a:lnTo>
                  <a:pt x="184" y="427"/>
                </a:lnTo>
                <a:lnTo>
                  <a:pt x="175" y="425"/>
                </a:lnTo>
                <a:lnTo>
                  <a:pt x="165" y="421"/>
                </a:lnTo>
                <a:lnTo>
                  <a:pt x="155" y="419"/>
                </a:lnTo>
                <a:lnTo>
                  <a:pt x="148" y="417"/>
                </a:lnTo>
                <a:lnTo>
                  <a:pt x="138" y="411"/>
                </a:lnTo>
                <a:lnTo>
                  <a:pt x="129" y="408"/>
                </a:lnTo>
                <a:lnTo>
                  <a:pt x="119" y="402"/>
                </a:lnTo>
                <a:lnTo>
                  <a:pt x="111" y="396"/>
                </a:lnTo>
                <a:lnTo>
                  <a:pt x="102" y="390"/>
                </a:lnTo>
                <a:lnTo>
                  <a:pt x="96" y="385"/>
                </a:lnTo>
                <a:lnTo>
                  <a:pt x="82" y="371"/>
                </a:lnTo>
                <a:lnTo>
                  <a:pt x="77" y="363"/>
                </a:lnTo>
                <a:lnTo>
                  <a:pt x="69" y="356"/>
                </a:lnTo>
                <a:lnTo>
                  <a:pt x="58" y="342"/>
                </a:lnTo>
                <a:lnTo>
                  <a:pt x="46" y="323"/>
                </a:lnTo>
                <a:lnTo>
                  <a:pt x="42" y="314"/>
                </a:lnTo>
                <a:lnTo>
                  <a:pt x="36" y="304"/>
                </a:lnTo>
                <a:lnTo>
                  <a:pt x="34"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57" name="Google Shape;457;g28abd34dbfa_0_476"/>
          <p:cNvSpPr/>
          <p:nvPr/>
        </p:nvSpPr>
        <p:spPr>
          <a:xfrm>
            <a:off x="3314700" y="2946400"/>
            <a:ext cx="1121834" cy="66675"/>
          </a:xfrm>
          <a:custGeom>
            <a:avLst/>
            <a:gdLst/>
            <a:ahLst/>
            <a:cxnLst/>
            <a:rect l="l" t="t" r="r" b="b"/>
            <a:pathLst>
              <a:path w="530" h="42" extrusionOk="0">
                <a:moveTo>
                  <a:pt x="19" y="0"/>
                </a:moveTo>
                <a:lnTo>
                  <a:pt x="14" y="0"/>
                </a:lnTo>
                <a:lnTo>
                  <a:pt x="10" y="1"/>
                </a:lnTo>
                <a:lnTo>
                  <a:pt x="2" y="9"/>
                </a:lnTo>
                <a:lnTo>
                  <a:pt x="0" y="13"/>
                </a:lnTo>
                <a:lnTo>
                  <a:pt x="0" y="25"/>
                </a:lnTo>
                <a:lnTo>
                  <a:pt x="2" y="28"/>
                </a:lnTo>
                <a:lnTo>
                  <a:pt x="10" y="36"/>
                </a:lnTo>
                <a:lnTo>
                  <a:pt x="14" y="38"/>
                </a:lnTo>
                <a:lnTo>
                  <a:pt x="19" y="38"/>
                </a:lnTo>
                <a:lnTo>
                  <a:pt x="511" y="42"/>
                </a:lnTo>
                <a:lnTo>
                  <a:pt x="517" y="42"/>
                </a:lnTo>
                <a:lnTo>
                  <a:pt x="521" y="40"/>
                </a:lnTo>
                <a:lnTo>
                  <a:pt x="528" y="32"/>
                </a:lnTo>
                <a:lnTo>
                  <a:pt x="530" y="28"/>
                </a:lnTo>
                <a:lnTo>
                  <a:pt x="530" y="17"/>
                </a:lnTo>
                <a:lnTo>
                  <a:pt x="528" y="13"/>
                </a:lnTo>
                <a:lnTo>
                  <a:pt x="521" y="5"/>
                </a:lnTo>
                <a:lnTo>
                  <a:pt x="517" y="3"/>
                </a:lnTo>
                <a:lnTo>
                  <a:pt x="511" y="3"/>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58" name="Google Shape;458;g28abd34dbfa_0_476"/>
          <p:cNvSpPr/>
          <p:nvPr/>
        </p:nvSpPr>
        <p:spPr>
          <a:xfrm>
            <a:off x="2726267" y="2790825"/>
            <a:ext cx="2199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a:t>
            </a:r>
            <a:endParaRPr sz="2400" b="0" i="0" u="none" strike="noStrike" cap="none">
              <a:solidFill>
                <a:srgbClr val="00FF00"/>
              </a:solidFill>
              <a:latin typeface="Times New Roman"/>
              <a:ea typeface="Times New Roman"/>
              <a:cs typeface="Times New Roman"/>
              <a:sym typeface="Times New Roman"/>
            </a:endParaRPr>
          </a:p>
        </p:txBody>
      </p:sp>
      <p:sp>
        <p:nvSpPr>
          <p:cNvPr id="459" name="Google Shape;459;g28abd34dbfa_0_476"/>
          <p:cNvSpPr/>
          <p:nvPr/>
        </p:nvSpPr>
        <p:spPr>
          <a:xfrm>
            <a:off x="4785784" y="2790825"/>
            <a:ext cx="2031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B</a:t>
            </a:r>
            <a:endParaRPr sz="2400" b="0" i="0" u="none" strike="noStrike" cap="none">
              <a:solidFill>
                <a:srgbClr val="00FF00"/>
              </a:solidFill>
              <a:latin typeface="Times New Roman"/>
              <a:ea typeface="Times New Roman"/>
              <a:cs typeface="Times New Roman"/>
              <a:sym typeface="Times New Roman"/>
            </a:endParaRPr>
          </a:p>
        </p:txBody>
      </p:sp>
      <p:sp>
        <p:nvSpPr>
          <p:cNvPr id="460" name="Google Shape;460;g28abd34dbfa_0_476"/>
          <p:cNvSpPr/>
          <p:nvPr/>
        </p:nvSpPr>
        <p:spPr>
          <a:xfrm>
            <a:off x="3490384" y="2619375"/>
            <a:ext cx="3897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1/0</a:t>
            </a:r>
            <a:endParaRPr sz="2400" b="0" i="0" u="none" strike="noStrike" cap="none">
              <a:solidFill>
                <a:srgbClr val="00FF00"/>
              </a:solidFill>
              <a:latin typeface="Times New Roman"/>
              <a:ea typeface="Times New Roman"/>
              <a:cs typeface="Times New Roman"/>
              <a:sym typeface="Times New Roman"/>
            </a:endParaRPr>
          </a:p>
        </p:txBody>
      </p:sp>
      <p:sp>
        <p:nvSpPr>
          <p:cNvPr id="461" name="Google Shape;461;g28abd34dbfa_0_476"/>
          <p:cNvSpPr/>
          <p:nvPr/>
        </p:nvSpPr>
        <p:spPr>
          <a:xfrm>
            <a:off x="6436784" y="2640013"/>
            <a:ext cx="965200" cy="723900"/>
          </a:xfrm>
          <a:custGeom>
            <a:avLst/>
            <a:gdLst/>
            <a:ahLst/>
            <a:cxnLst/>
            <a:rect l="l" t="t" r="r" b="b"/>
            <a:pathLst>
              <a:path w="456" h="456" extrusionOk="0">
                <a:moveTo>
                  <a:pt x="0" y="227"/>
                </a:moveTo>
                <a:lnTo>
                  <a:pt x="0" y="248"/>
                </a:lnTo>
                <a:lnTo>
                  <a:pt x="2" y="262"/>
                </a:lnTo>
                <a:lnTo>
                  <a:pt x="4" y="271"/>
                </a:lnTo>
                <a:lnTo>
                  <a:pt x="6" y="285"/>
                </a:lnTo>
                <a:lnTo>
                  <a:pt x="10" y="294"/>
                </a:lnTo>
                <a:lnTo>
                  <a:pt x="12" y="304"/>
                </a:lnTo>
                <a:lnTo>
                  <a:pt x="18" y="316"/>
                </a:lnTo>
                <a:lnTo>
                  <a:pt x="23" y="325"/>
                </a:lnTo>
                <a:lnTo>
                  <a:pt x="27" y="335"/>
                </a:lnTo>
                <a:lnTo>
                  <a:pt x="39" y="354"/>
                </a:lnTo>
                <a:lnTo>
                  <a:pt x="50" y="371"/>
                </a:lnTo>
                <a:lnTo>
                  <a:pt x="58" y="379"/>
                </a:lnTo>
                <a:lnTo>
                  <a:pt x="64" y="387"/>
                </a:lnTo>
                <a:lnTo>
                  <a:pt x="81" y="404"/>
                </a:lnTo>
                <a:lnTo>
                  <a:pt x="100" y="415"/>
                </a:lnTo>
                <a:lnTo>
                  <a:pt x="108" y="421"/>
                </a:lnTo>
                <a:lnTo>
                  <a:pt x="117" y="427"/>
                </a:lnTo>
                <a:lnTo>
                  <a:pt x="127" y="431"/>
                </a:lnTo>
                <a:lnTo>
                  <a:pt x="137" y="437"/>
                </a:lnTo>
                <a:lnTo>
                  <a:pt x="148" y="442"/>
                </a:lnTo>
                <a:lnTo>
                  <a:pt x="158" y="444"/>
                </a:lnTo>
                <a:lnTo>
                  <a:pt x="167" y="448"/>
                </a:lnTo>
                <a:lnTo>
                  <a:pt x="181" y="450"/>
                </a:lnTo>
                <a:lnTo>
                  <a:pt x="190" y="452"/>
                </a:lnTo>
                <a:lnTo>
                  <a:pt x="202" y="454"/>
                </a:lnTo>
                <a:lnTo>
                  <a:pt x="213" y="454"/>
                </a:lnTo>
                <a:lnTo>
                  <a:pt x="225" y="456"/>
                </a:lnTo>
                <a:lnTo>
                  <a:pt x="229" y="456"/>
                </a:lnTo>
                <a:lnTo>
                  <a:pt x="238" y="454"/>
                </a:lnTo>
                <a:lnTo>
                  <a:pt x="248" y="454"/>
                </a:lnTo>
                <a:lnTo>
                  <a:pt x="262" y="452"/>
                </a:lnTo>
                <a:lnTo>
                  <a:pt x="271" y="450"/>
                </a:lnTo>
                <a:lnTo>
                  <a:pt x="285" y="448"/>
                </a:lnTo>
                <a:lnTo>
                  <a:pt x="294" y="444"/>
                </a:lnTo>
                <a:lnTo>
                  <a:pt x="304" y="442"/>
                </a:lnTo>
                <a:lnTo>
                  <a:pt x="315" y="437"/>
                </a:lnTo>
                <a:lnTo>
                  <a:pt x="325" y="431"/>
                </a:lnTo>
                <a:lnTo>
                  <a:pt x="335" y="427"/>
                </a:lnTo>
                <a:lnTo>
                  <a:pt x="354" y="415"/>
                </a:lnTo>
                <a:lnTo>
                  <a:pt x="371" y="404"/>
                </a:lnTo>
                <a:lnTo>
                  <a:pt x="404" y="371"/>
                </a:lnTo>
                <a:lnTo>
                  <a:pt x="415" y="354"/>
                </a:lnTo>
                <a:lnTo>
                  <a:pt x="427" y="335"/>
                </a:lnTo>
                <a:lnTo>
                  <a:pt x="431" y="325"/>
                </a:lnTo>
                <a:lnTo>
                  <a:pt x="436" y="316"/>
                </a:lnTo>
                <a:lnTo>
                  <a:pt x="442" y="304"/>
                </a:lnTo>
                <a:lnTo>
                  <a:pt x="444" y="294"/>
                </a:lnTo>
                <a:lnTo>
                  <a:pt x="448" y="285"/>
                </a:lnTo>
                <a:lnTo>
                  <a:pt x="450" y="271"/>
                </a:lnTo>
                <a:lnTo>
                  <a:pt x="452" y="262"/>
                </a:lnTo>
                <a:lnTo>
                  <a:pt x="454" y="250"/>
                </a:lnTo>
                <a:lnTo>
                  <a:pt x="454" y="239"/>
                </a:lnTo>
                <a:lnTo>
                  <a:pt x="456" y="229"/>
                </a:lnTo>
                <a:lnTo>
                  <a:pt x="456" y="225"/>
                </a:lnTo>
                <a:lnTo>
                  <a:pt x="454" y="216"/>
                </a:lnTo>
                <a:lnTo>
                  <a:pt x="454" y="204"/>
                </a:lnTo>
                <a:lnTo>
                  <a:pt x="452" y="191"/>
                </a:lnTo>
                <a:lnTo>
                  <a:pt x="450" y="181"/>
                </a:lnTo>
                <a:lnTo>
                  <a:pt x="448" y="168"/>
                </a:lnTo>
                <a:lnTo>
                  <a:pt x="444" y="158"/>
                </a:lnTo>
                <a:lnTo>
                  <a:pt x="442" y="148"/>
                </a:lnTo>
                <a:lnTo>
                  <a:pt x="436" y="137"/>
                </a:lnTo>
                <a:lnTo>
                  <a:pt x="431" y="127"/>
                </a:lnTo>
                <a:lnTo>
                  <a:pt x="427" y="118"/>
                </a:lnTo>
                <a:lnTo>
                  <a:pt x="421" y="108"/>
                </a:lnTo>
                <a:lnTo>
                  <a:pt x="415" y="100"/>
                </a:lnTo>
                <a:lnTo>
                  <a:pt x="404" y="81"/>
                </a:lnTo>
                <a:lnTo>
                  <a:pt x="386" y="64"/>
                </a:lnTo>
                <a:lnTo>
                  <a:pt x="379" y="58"/>
                </a:lnTo>
                <a:lnTo>
                  <a:pt x="371" y="50"/>
                </a:lnTo>
                <a:lnTo>
                  <a:pt x="354" y="39"/>
                </a:lnTo>
                <a:lnTo>
                  <a:pt x="335" y="27"/>
                </a:lnTo>
                <a:lnTo>
                  <a:pt x="325" y="24"/>
                </a:lnTo>
                <a:lnTo>
                  <a:pt x="315" y="18"/>
                </a:lnTo>
                <a:lnTo>
                  <a:pt x="304" y="12"/>
                </a:lnTo>
                <a:lnTo>
                  <a:pt x="294" y="10"/>
                </a:lnTo>
                <a:lnTo>
                  <a:pt x="285" y="6"/>
                </a:lnTo>
                <a:lnTo>
                  <a:pt x="271" y="4"/>
                </a:lnTo>
                <a:lnTo>
                  <a:pt x="262" y="2"/>
                </a:lnTo>
                <a:lnTo>
                  <a:pt x="250" y="0"/>
                </a:lnTo>
                <a:lnTo>
                  <a:pt x="204" y="0"/>
                </a:lnTo>
                <a:lnTo>
                  <a:pt x="190" y="2"/>
                </a:lnTo>
                <a:lnTo>
                  <a:pt x="181" y="4"/>
                </a:lnTo>
                <a:lnTo>
                  <a:pt x="167" y="6"/>
                </a:lnTo>
                <a:lnTo>
                  <a:pt x="158" y="10"/>
                </a:lnTo>
                <a:lnTo>
                  <a:pt x="148" y="12"/>
                </a:lnTo>
                <a:lnTo>
                  <a:pt x="137" y="18"/>
                </a:lnTo>
                <a:lnTo>
                  <a:pt x="127" y="24"/>
                </a:lnTo>
                <a:lnTo>
                  <a:pt x="117" y="27"/>
                </a:lnTo>
                <a:lnTo>
                  <a:pt x="108" y="33"/>
                </a:lnTo>
                <a:lnTo>
                  <a:pt x="100" y="39"/>
                </a:lnTo>
                <a:lnTo>
                  <a:pt x="81" y="50"/>
                </a:lnTo>
                <a:lnTo>
                  <a:pt x="66" y="66"/>
                </a:lnTo>
                <a:lnTo>
                  <a:pt x="50" y="81"/>
                </a:lnTo>
                <a:lnTo>
                  <a:pt x="39" y="100"/>
                </a:lnTo>
                <a:lnTo>
                  <a:pt x="33" y="108"/>
                </a:lnTo>
                <a:lnTo>
                  <a:pt x="27" y="118"/>
                </a:lnTo>
                <a:lnTo>
                  <a:pt x="23" y="127"/>
                </a:lnTo>
                <a:lnTo>
                  <a:pt x="18" y="137"/>
                </a:lnTo>
                <a:lnTo>
                  <a:pt x="12"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7" y="148"/>
                </a:lnTo>
                <a:lnTo>
                  <a:pt x="43" y="139"/>
                </a:lnTo>
                <a:lnTo>
                  <a:pt x="46" y="129"/>
                </a:lnTo>
                <a:lnTo>
                  <a:pt x="52" y="120"/>
                </a:lnTo>
                <a:lnTo>
                  <a:pt x="58" y="112"/>
                </a:lnTo>
                <a:lnTo>
                  <a:pt x="64" y="102"/>
                </a:lnTo>
                <a:lnTo>
                  <a:pt x="69" y="97"/>
                </a:lnTo>
                <a:lnTo>
                  <a:pt x="77" y="89"/>
                </a:lnTo>
                <a:lnTo>
                  <a:pt x="81" y="81"/>
                </a:lnTo>
                <a:lnTo>
                  <a:pt x="89" y="77"/>
                </a:lnTo>
                <a:lnTo>
                  <a:pt x="96" y="70"/>
                </a:lnTo>
                <a:lnTo>
                  <a:pt x="102" y="64"/>
                </a:lnTo>
                <a:lnTo>
                  <a:pt x="112" y="58"/>
                </a:lnTo>
                <a:lnTo>
                  <a:pt x="119" y="52"/>
                </a:lnTo>
                <a:lnTo>
                  <a:pt x="129" y="47"/>
                </a:lnTo>
                <a:lnTo>
                  <a:pt x="139" y="43"/>
                </a:lnTo>
                <a:lnTo>
                  <a:pt x="148" y="37"/>
                </a:lnTo>
                <a:lnTo>
                  <a:pt x="156" y="35"/>
                </a:lnTo>
                <a:lnTo>
                  <a:pt x="165" y="33"/>
                </a:lnTo>
                <a:lnTo>
                  <a:pt x="175" y="29"/>
                </a:lnTo>
                <a:lnTo>
                  <a:pt x="185" y="27"/>
                </a:lnTo>
                <a:lnTo>
                  <a:pt x="194" y="25"/>
                </a:lnTo>
                <a:lnTo>
                  <a:pt x="204" y="24"/>
                </a:lnTo>
                <a:lnTo>
                  <a:pt x="227" y="24"/>
                </a:lnTo>
                <a:lnTo>
                  <a:pt x="246" y="24"/>
                </a:lnTo>
                <a:lnTo>
                  <a:pt x="258" y="25"/>
                </a:lnTo>
                <a:lnTo>
                  <a:pt x="267" y="27"/>
                </a:lnTo>
                <a:lnTo>
                  <a:pt x="277" y="29"/>
                </a:lnTo>
                <a:lnTo>
                  <a:pt x="286" y="33"/>
                </a:lnTo>
                <a:lnTo>
                  <a:pt x="296" y="35"/>
                </a:lnTo>
                <a:lnTo>
                  <a:pt x="304" y="37"/>
                </a:lnTo>
                <a:lnTo>
                  <a:pt x="313" y="43"/>
                </a:lnTo>
                <a:lnTo>
                  <a:pt x="323" y="47"/>
                </a:lnTo>
                <a:lnTo>
                  <a:pt x="342" y="58"/>
                </a:lnTo>
                <a:lnTo>
                  <a:pt x="356" y="70"/>
                </a:lnTo>
                <a:lnTo>
                  <a:pt x="363" y="77"/>
                </a:lnTo>
                <a:lnTo>
                  <a:pt x="371" y="83"/>
                </a:lnTo>
                <a:lnTo>
                  <a:pt x="384" y="97"/>
                </a:lnTo>
                <a:lnTo>
                  <a:pt x="390" y="102"/>
                </a:lnTo>
                <a:lnTo>
                  <a:pt x="396" y="112"/>
                </a:lnTo>
                <a:lnTo>
                  <a:pt x="402" y="120"/>
                </a:lnTo>
                <a:lnTo>
                  <a:pt x="407" y="129"/>
                </a:lnTo>
                <a:lnTo>
                  <a:pt x="411" y="139"/>
                </a:lnTo>
                <a:lnTo>
                  <a:pt x="417" y="148"/>
                </a:lnTo>
                <a:lnTo>
                  <a:pt x="419" y="156"/>
                </a:lnTo>
                <a:lnTo>
                  <a:pt x="421" y="166"/>
                </a:lnTo>
                <a:lnTo>
                  <a:pt x="425" y="175"/>
                </a:lnTo>
                <a:lnTo>
                  <a:pt x="427" y="185"/>
                </a:lnTo>
                <a:lnTo>
                  <a:pt x="429" y="194"/>
                </a:lnTo>
                <a:lnTo>
                  <a:pt x="431" y="204"/>
                </a:lnTo>
                <a:lnTo>
                  <a:pt x="431" y="216"/>
                </a:lnTo>
                <a:lnTo>
                  <a:pt x="432" y="229"/>
                </a:lnTo>
                <a:lnTo>
                  <a:pt x="432" y="225"/>
                </a:lnTo>
                <a:lnTo>
                  <a:pt x="431" y="235"/>
                </a:lnTo>
                <a:lnTo>
                  <a:pt x="431" y="246"/>
                </a:lnTo>
                <a:lnTo>
                  <a:pt x="429" y="258"/>
                </a:lnTo>
                <a:lnTo>
                  <a:pt x="427" y="267"/>
                </a:lnTo>
                <a:lnTo>
                  <a:pt x="425" y="277"/>
                </a:lnTo>
                <a:lnTo>
                  <a:pt x="421" y="287"/>
                </a:lnTo>
                <a:lnTo>
                  <a:pt x="419" y="296"/>
                </a:lnTo>
                <a:lnTo>
                  <a:pt x="417" y="304"/>
                </a:lnTo>
                <a:lnTo>
                  <a:pt x="411" y="314"/>
                </a:lnTo>
                <a:lnTo>
                  <a:pt x="407" y="323"/>
                </a:lnTo>
                <a:lnTo>
                  <a:pt x="396" y="342"/>
                </a:lnTo>
                <a:lnTo>
                  <a:pt x="384" y="356"/>
                </a:lnTo>
                <a:lnTo>
                  <a:pt x="356" y="385"/>
                </a:lnTo>
                <a:lnTo>
                  <a:pt x="342" y="396"/>
                </a:lnTo>
                <a:lnTo>
                  <a:pt x="323" y="408"/>
                </a:lnTo>
                <a:lnTo>
                  <a:pt x="313" y="412"/>
                </a:lnTo>
                <a:lnTo>
                  <a:pt x="304" y="417"/>
                </a:lnTo>
                <a:lnTo>
                  <a:pt x="296" y="419"/>
                </a:lnTo>
                <a:lnTo>
                  <a:pt x="286" y="421"/>
                </a:lnTo>
                <a:lnTo>
                  <a:pt x="277" y="425"/>
                </a:lnTo>
                <a:lnTo>
                  <a:pt x="267" y="427"/>
                </a:lnTo>
                <a:lnTo>
                  <a:pt x="258" y="429"/>
                </a:lnTo>
                <a:lnTo>
                  <a:pt x="248" y="431"/>
                </a:lnTo>
                <a:lnTo>
                  <a:pt x="235" y="431"/>
                </a:lnTo>
                <a:lnTo>
                  <a:pt x="225" y="433"/>
                </a:lnTo>
                <a:lnTo>
                  <a:pt x="229" y="433"/>
                </a:lnTo>
                <a:lnTo>
                  <a:pt x="217" y="431"/>
                </a:lnTo>
                <a:lnTo>
                  <a:pt x="206" y="431"/>
                </a:lnTo>
                <a:lnTo>
                  <a:pt x="194" y="429"/>
                </a:lnTo>
                <a:lnTo>
                  <a:pt x="185" y="427"/>
                </a:lnTo>
                <a:lnTo>
                  <a:pt x="175" y="425"/>
                </a:lnTo>
                <a:lnTo>
                  <a:pt x="165" y="421"/>
                </a:lnTo>
                <a:lnTo>
                  <a:pt x="156" y="419"/>
                </a:lnTo>
                <a:lnTo>
                  <a:pt x="148" y="417"/>
                </a:lnTo>
                <a:lnTo>
                  <a:pt x="139" y="412"/>
                </a:lnTo>
                <a:lnTo>
                  <a:pt x="129" y="408"/>
                </a:lnTo>
                <a:lnTo>
                  <a:pt x="119" y="402"/>
                </a:lnTo>
                <a:lnTo>
                  <a:pt x="112" y="396"/>
                </a:lnTo>
                <a:lnTo>
                  <a:pt x="102" y="390"/>
                </a:lnTo>
                <a:lnTo>
                  <a:pt x="96" y="385"/>
                </a:lnTo>
                <a:lnTo>
                  <a:pt x="83" y="371"/>
                </a:lnTo>
                <a:lnTo>
                  <a:pt x="77" y="364"/>
                </a:lnTo>
                <a:lnTo>
                  <a:pt x="69" y="356"/>
                </a:lnTo>
                <a:lnTo>
                  <a:pt x="58" y="342"/>
                </a:lnTo>
                <a:lnTo>
                  <a:pt x="46" y="323"/>
                </a:lnTo>
                <a:lnTo>
                  <a:pt x="43" y="314"/>
                </a:lnTo>
                <a:lnTo>
                  <a:pt x="37" y="304"/>
                </a:lnTo>
                <a:lnTo>
                  <a:pt x="35" y="296"/>
                </a:lnTo>
                <a:lnTo>
                  <a:pt x="33" y="287"/>
                </a:lnTo>
                <a:lnTo>
                  <a:pt x="29" y="277"/>
                </a:lnTo>
                <a:lnTo>
                  <a:pt x="27" y="267"/>
                </a:lnTo>
                <a:lnTo>
                  <a:pt x="25" y="258"/>
                </a:lnTo>
                <a:lnTo>
                  <a:pt x="23" y="248"/>
                </a:lnTo>
                <a:lnTo>
                  <a:pt x="23" y="227"/>
                </a:lnTo>
                <a:lnTo>
                  <a:pt x="0" y="22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62" name="Google Shape;462;g28abd34dbfa_0_476"/>
          <p:cNvSpPr/>
          <p:nvPr/>
        </p:nvSpPr>
        <p:spPr>
          <a:xfrm>
            <a:off x="5291667" y="2936875"/>
            <a:ext cx="1145117" cy="66675"/>
          </a:xfrm>
          <a:custGeom>
            <a:avLst/>
            <a:gdLst/>
            <a:ahLst/>
            <a:cxnLst/>
            <a:rect l="l" t="t" r="r" b="b"/>
            <a:pathLst>
              <a:path w="541" h="42" extrusionOk="0">
                <a:moveTo>
                  <a:pt x="19" y="4"/>
                </a:moveTo>
                <a:lnTo>
                  <a:pt x="13" y="4"/>
                </a:lnTo>
                <a:lnTo>
                  <a:pt x="9" y="6"/>
                </a:lnTo>
                <a:lnTo>
                  <a:pt x="2" y="13"/>
                </a:lnTo>
                <a:lnTo>
                  <a:pt x="0" y="17"/>
                </a:lnTo>
                <a:lnTo>
                  <a:pt x="0" y="29"/>
                </a:lnTo>
                <a:lnTo>
                  <a:pt x="2" y="32"/>
                </a:lnTo>
                <a:lnTo>
                  <a:pt x="9" y="40"/>
                </a:lnTo>
                <a:lnTo>
                  <a:pt x="13" y="42"/>
                </a:lnTo>
                <a:lnTo>
                  <a:pt x="19" y="42"/>
                </a:lnTo>
                <a:lnTo>
                  <a:pt x="522" y="38"/>
                </a:lnTo>
                <a:lnTo>
                  <a:pt x="528" y="38"/>
                </a:lnTo>
                <a:lnTo>
                  <a:pt x="532" y="36"/>
                </a:lnTo>
                <a:lnTo>
                  <a:pt x="539" y="29"/>
                </a:lnTo>
                <a:lnTo>
                  <a:pt x="541" y="25"/>
                </a:lnTo>
                <a:lnTo>
                  <a:pt x="541" y="13"/>
                </a:lnTo>
                <a:lnTo>
                  <a:pt x="539" y="9"/>
                </a:lnTo>
                <a:lnTo>
                  <a:pt x="532" y="2"/>
                </a:lnTo>
                <a:lnTo>
                  <a:pt x="528" y="0"/>
                </a:lnTo>
                <a:lnTo>
                  <a:pt x="522" y="0"/>
                </a:lnTo>
                <a:lnTo>
                  <a:pt x="19" y="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63" name="Google Shape;463;g28abd34dbfa_0_476"/>
          <p:cNvSpPr/>
          <p:nvPr/>
        </p:nvSpPr>
        <p:spPr>
          <a:xfrm>
            <a:off x="6741584" y="2830513"/>
            <a:ext cx="2031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C</a:t>
            </a:r>
            <a:endParaRPr sz="2400" b="0" i="0" u="none" strike="noStrike" cap="none">
              <a:solidFill>
                <a:srgbClr val="00FF00"/>
              </a:solidFill>
              <a:latin typeface="Times New Roman"/>
              <a:ea typeface="Times New Roman"/>
              <a:cs typeface="Times New Roman"/>
              <a:sym typeface="Times New Roman"/>
            </a:endParaRPr>
          </a:p>
        </p:txBody>
      </p:sp>
      <p:sp>
        <p:nvSpPr>
          <p:cNvPr id="464" name="Google Shape;464;g28abd34dbfa_0_476"/>
          <p:cNvSpPr/>
          <p:nvPr/>
        </p:nvSpPr>
        <p:spPr>
          <a:xfrm>
            <a:off x="5446184" y="2601913"/>
            <a:ext cx="3897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1/0</a:t>
            </a:r>
            <a:endParaRPr sz="2400" b="0" i="0" u="none" strike="noStrike" cap="none">
              <a:solidFill>
                <a:srgbClr val="00FF00"/>
              </a:solidFill>
              <a:latin typeface="Times New Roman"/>
              <a:ea typeface="Times New Roman"/>
              <a:cs typeface="Times New Roman"/>
              <a:sym typeface="Times New Roman"/>
            </a:endParaRPr>
          </a:p>
        </p:txBody>
      </p:sp>
      <p:sp>
        <p:nvSpPr>
          <p:cNvPr id="465" name="Google Shape;465;g28abd34dbfa_0_476"/>
          <p:cNvSpPr/>
          <p:nvPr/>
        </p:nvSpPr>
        <p:spPr>
          <a:xfrm>
            <a:off x="8441267" y="2640013"/>
            <a:ext cx="963084" cy="723900"/>
          </a:xfrm>
          <a:custGeom>
            <a:avLst/>
            <a:gdLst/>
            <a:ahLst/>
            <a:cxnLst/>
            <a:rect l="l" t="t" r="r" b="b"/>
            <a:pathLst>
              <a:path w="455" h="456" extrusionOk="0">
                <a:moveTo>
                  <a:pt x="0" y="227"/>
                </a:moveTo>
                <a:lnTo>
                  <a:pt x="0" y="248"/>
                </a:lnTo>
                <a:lnTo>
                  <a:pt x="2" y="262"/>
                </a:lnTo>
                <a:lnTo>
                  <a:pt x="4" y="271"/>
                </a:lnTo>
                <a:lnTo>
                  <a:pt x="6" y="285"/>
                </a:lnTo>
                <a:lnTo>
                  <a:pt x="10" y="294"/>
                </a:lnTo>
                <a:lnTo>
                  <a:pt x="11" y="304"/>
                </a:lnTo>
                <a:lnTo>
                  <a:pt x="17" y="316"/>
                </a:lnTo>
                <a:lnTo>
                  <a:pt x="23" y="325"/>
                </a:lnTo>
                <a:lnTo>
                  <a:pt x="27" y="335"/>
                </a:lnTo>
                <a:lnTo>
                  <a:pt x="38" y="354"/>
                </a:lnTo>
                <a:lnTo>
                  <a:pt x="50" y="371"/>
                </a:lnTo>
                <a:lnTo>
                  <a:pt x="58" y="379"/>
                </a:lnTo>
                <a:lnTo>
                  <a:pt x="63" y="387"/>
                </a:lnTo>
                <a:lnTo>
                  <a:pt x="81" y="404"/>
                </a:lnTo>
                <a:lnTo>
                  <a:pt x="100" y="415"/>
                </a:lnTo>
                <a:lnTo>
                  <a:pt x="107" y="421"/>
                </a:lnTo>
                <a:lnTo>
                  <a:pt x="117" y="427"/>
                </a:lnTo>
                <a:lnTo>
                  <a:pt x="127" y="431"/>
                </a:lnTo>
                <a:lnTo>
                  <a:pt x="136" y="437"/>
                </a:lnTo>
                <a:lnTo>
                  <a:pt x="148" y="442"/>
                </a:lnTo>
                <a:lnTo>
                  <a:pt x="157" y="444"/>
                </a:lnTo>
                <a:lnTo>
                  <a:pt x="167" y="448"/>
                </a:lnTo>
                <a:lnTo>
                  <a:pt x="180" y="450"/>
                </a:lnTo>
                <a:lnTo>
                  <a:pt x="190" y="452"/>
                </a:lnTo>
                <a:lnTo>
                  <a:pt x="202" y="454"/>
                </a:lnTo>
                <a:lnTo>
                  <a:pt x="213" y="454"/>
                </a:lnTo>
                <a:lnTo>
                  <a:pt x="225" y="456"/>
                </a:lnTo>
                <a:lnTo>
                  <a:pt x="229" y="456"/>
                </a:lnTo>
                <a:lnTo>
                  <a:pt x="238" y="454"/>
                </a:lnTo>
                <a:lnTo>
                  <a:pt x="248" y="454"/>
                </a:lnTo>
                <a:lnTo>
                  <a:pt x="261" y="452"/>
                </a:lnTo>
                <a:lnTo>
                  <a:pt x="271" y="450"/>
                </a:lnTo>
                <a:lnTo>
                  <a:pt x="284" y="448"/>
                </a:lnTo>
                <a:lnTo>
                  <a:pt x="294" y="444"/>
                </a:lnTo>
                <a:lnTo>
                  <a:pt x="303" y="442"/>
                </a:lnTo>
                <a:lnTo>
                  <a:pt x="315" y="437"/>
                </a:lnTo>
                <a:lnTo>
                  <a:pt x="325" y="431"/>
                </a:lnTo>
                <a:lnTo>
                  <a:pt x="334" y="427"/>
                </a:lnTo>
                <a:lnTo>
                  <a:pt x="353" y="415"/>
                </a:lnTo>
                <a:lnTo>
                  <a:pt x="371" y="404"/>
                </a:lnTo>
                <a:lnTo>
                  <a:pt x="403" y="371"/>
                </a:lnTo>
                <a:lnTo>
                  <a:pt x="415" y="354"/>
                </a:lnTo>
                <a:lnTo>
                  <a:pt x="426" y="335"/>
                </a:lnTo>
                <a:lnTo>
                  <a:pt x="430" y="325"/>
                </a:lnTo>
                <a:lnTo>
                  <a:pt x="436" y="316"/>
                </a:lnTo>
                <a:lnTo>
                  <a:pt x="442" y="304"/>
                </a:lnTo>
                <a:lnTo>
                  <a:pt x="444" y="294"/>
                </a:lnTo>
                <a:lnTo>
                  <a:pt x="447" y="285"/>
                </a:lnTo>
                <a:lnTo>
                  <a:pt x="449" y="271"/>
                </a:lnTo>
                <a:lnTo>
                  <a:pt x="451" y="262"/>
                </a:lnTo>
                <a:lnTo>
                  <a:pt x="453" y="250"/>
                </a:lnTo>
                <a:lnTo>
                  <a:pt x="453" y="239"/>
                </a:lnTo>
                <a:lnTo>
                  <a:pt x="455" y="229"/>
                </a:lnTo>
                <a:lnTo>
                  <a:pt x="455" y="225"/>
                </a:lnTo>
                <a:lnTo>
                  <a:pt x="453" y="216"/>
                </a:lnTo>
                <a:lnTo>
                  <a:pt x="453" y="204"/>
                </a:lnTo>
                <a:lnTo>
                  <a:pt x="451" y="191"/>
                </a:lnTo>
                <a:lnTo>
                  <a:pt x="449" y="181"/>
                </a:lnTo>
                <a:lnTo>
                  <a:pt x="447" y="168"/>
                </a:lnTo>
                <a:lnTo>
                  <a:pt x="444" y="158"/>
                </a:lnTo>
                <a:lnTo>
                  <a:pt x="442" y="148"/>
                </a:lnTo>
                <a:lnTo>
                  <a:pt x="436" y="137"/>
                </a:lnTo>
                <a:lnTo>
                  <a:pt x="430" y="127"/>
                </a:lnTo>
                <a:lnTo>
                  <a:pt x="426" y="118"/>
                </a:lnTo>
                <a:lnTo>
                  <a:pt x="421" y="108"/>
                </a:lnTo>
                <a:lnTo>
                  <a:pt x="415" y="100"/>
                </a:lnTo>
                <a:lnTo>
                  <a:pt x="403" y="81"/>
                </a:lnTo>
                <a:lnTo>
                  <a:pt x="386" y="64"/>
                </a:lnTo>
                <a:lnTo>
                  <a:pt x="378" y="58"/>
                </a:lnTo>
                <a:lnTo>
                  <a:pt x="371" y="50"/>
                </a:lnTo>
                <a:lnTo>
                  <a:pt x="353" y="39"/>
                </a:lnTo>
                <a:lnTo>
                  <a:pt x="334" y="27"/>
                </a:lnTo>
                <a:lnTo>
                  <a:pt x="325" y="24"/>
                </a:lnTo>
                <a:lnTo>
                  <a:pt x="315" y="18"/>
                </a:lnTo>
                <a:lnTo>
                  <a:pt x="303" y="12"/>
                </a:lnTo>
                <a:lnTo>
                  <a:pt x="294" y="10"/>
                </a:lnTo>
                <a:lnTo>
                  <a:pt x="284" y="6"/>
                </a:lnTo>
                <a:lnTo>
                  <a:pt x="271" y="4"/>
                </a:lnTo>
                <a:lnTo>
                  <a:pt x="261" y="2"/>
                </a:lnTo>
                <a:lnTo>
                  <a:pt x="250" y="0"/>
                </a:lnTo>
                <a:lnTo>
                  <a:pt x="204" y="0"/>
                </a:lnTo>
                <a:lnTo>
                  <a:pt x="190" y="2"/>
                </a:lnTo>
                <a:lnTo>
                  <a:pt x="180" y="4"/>
                </a:lnTo>
                <a:lnTo>
                  <a:pt x="167" y="6"/>
                </a:lnTo>
                <a:lnTo>
                  <a:pt x="157" y="10"/>
                </a:lnTo>
                <a:lnTo>
                  <a:pt x="148" y="12"/>
                </a:lnTo>
                <a:lnTo>
                  <a:pt x="136" y="18"/>
                </a:lnTo>
                <a:lnTo>
                  <a:pt x="127" y="24"/>
                </a:lnTo>
                <a:lnTo>
                  <a:pt x="117" y="27"/>
                </a:lnTo>
                <a:lnTo>
                  <a:pt x="107" y="33"/>
                </a:lnTo>
                <a:lnTo>
                  <a:pt x="100" y="39"/>
                </a:lnTo>
                <a:lnTo>
                  <a:pt x="81" y="50"/>
                </a:lnTo>
                <a:lnTo>
                  <a:pt x="65" y="66"/>
                </a:lnTo>
                <a:lnTo>
                  <a:pt x="50" y="81"/>
                </a:lnTo>
                <a:lnTo>
                  <a:pt x="38" y="100"/>
                </a:lnTo>
                <a:lnTo>
                  <a:pt x="33" y="108"/>
                </a:lnTo>
                <a:lnTo>
                  <a:pt x="27" y="118"/>
                </a:lnTo>
                <a:lnTo>
                  <a:pt x="23" y="127"/>
                </a:lnTo>
                <a:lnTo>
                  <a:pt x="17" y="137"/>
                </a:lnTo>
                <a:lnTo>
                  <a:pt x="11" y="148"/>
                </a:lnTo>
                <a:lnTo>
                  <a:pt x="10" y="158"/>
                </a:lnTo>
                <a:lnTo>
                  <a:pt x="6" y="168"/>
                </a:lnTo>
                <a:lnTo>
                  <a:pt x="4" y="181"/>
                </a:lnTo>
                <a:lnTo>
                  <a:pt x="2" y="191"/>
                </a:lnTo>
                <a:lnTo>
                  <a:pt x="0" y="202"/>
                </a:lnTo>
                <a:lnTo>
                  <a:pt x="0" y="227"/>
                </a:lnTo>
                <a:lnTo>
                  <a:pt x="23" y="227"/>
                </a:lnTo>
                <a:lnTo>
                  <a:pt x="23" y="206"/>
                </a:lnTo>
                <a:lnTo>
                  <a:pt x="25" y="194"/>
                </a:lnTo>
                <a:lnTo>
                  <a:pt x="27" y="185"/>
                </a:lnTo>
                <a:lnTo>
                  <a:pt x="29" y="175"/>
                </a:lnTo>
                <a:lnTo>
                  <a:pt x="33" y="166"/>
                </a:lnTo>
                <a:lnTo>
                  <a:pt x="35" y="156"/>
                </a:lnTo>
                <a:lnTo>
                  <a:pt x="36" y="148"/>
                </a:lnTo>
                <a:lnTo>
                  <a:pt x="42" y="139"/>
                </a:lnTo>
                <a:lnTo>
                  <a:pt x="46" y="129"/>
                </a:lnTo>
                <a:lnTo>
                  <a:pt x="52" y="120"/>
                </a:lnTo>
                <a:lnTo>
                  <a:pt x="58" y="112"/>
                </a:lnTo>
                <a:lnTo>
                  <a:pt x="63" y="102"/>
                </a:lnTo>
                <a:lnTo>
                  <a:pt x="69" y="97"/>
                </a:lnTo>
                <a:lnTo>
                  <a:pt x="77" y="89"/>
                </a:lnTo>
                <a:lnTo>
                  <a:pt x="81" y="81"/>
                </a:lnTo>
                <a:lnTo>
                  <a:pt x="88" y="77"/>
                </a:lnTo>
                <a:lnTo>
                  <a:pt x="96" y="70"/>
                </a:lnTo>
                <a:lnTo>
                  <a:pt x="102" y="64"/>
                </a:lnTo>
                <a:lnTo>
                  <a:pt x="111" y="58"/>
                </a:lnTo>
                <a:lnTo>
                  <a:pt x="119" y="52"/>
                </a:lnTo>
                <a:lnTo>
                  <a:pt x="129" y="47"/>
                </a:lnTo>
                <a:lnTo>
                  <a:pt x="138" y="43"/>
                </a:lnTo>
                <a:lnTo>
                  <a:pt x="148" y="37"/>
                </a:lnTo>
                <a:lnTo>
                  <a:pt x="156" y="35"/>
                </a:lnTo>
                <a:lnTo>
                  <a:pt x="165" y="33"/>
                </a:lnTo>
                <a:lnTo>
                  <a:pt x="175" y="29"/>
                </a:lnTo>
                <a:lnTo>
                  <a:pt x="184" y="27"/>
                </a:lnTo>
                <a:lnTo>
                  <a:pt x="194" y="25"/>
                </a:lnTo>
                <a:lnTo>
                  <a:pt x="204" y="24"/>
                </a:lnTo>
                <a:lnTo>
                  <a:pt x="227" y="24"/>
                </a:lnTo>
                <a:lnTo>
                  <a:pt x="246" y="24"/>
                </a:lnTo>
                <a:lnTo>
                  <a:pt x="257" y="25"/>
                </a:lnTo>
                <a:lnTo>
                  <a:pt x="267" y="27"/>
                </a:lnTo>
                <a:lnTo>
                  <a:pt x="277" y="29"/>
                </a:lnTo>
                <a:lnTo>
                  <a:pt x="286" y="33"/>
                </a:lnTo>
                <a:lnTo>
                  <a:pt x="296" y="35"/>
                </a:lnTo>
                <a:lnTo>
                  <a:pt x="303" y="37"/>
                </a:lnTo>
                <a:lnTo>
                  <a:pt x="313" y="43"/>
                </a:lnTo>
                <a:lnTo>
                  <a:pt x="323" y="47"/>
                </a:lnTo>
                <a:lnTo>
                  <a:pt x="342" y="58"/>
                </a:lnTo>
                <a:lnTo>
                  <a:pt x="355" y="70"/>
                </a:lnTo>
                <a:lnTo>
                  <a:pt x="363" y="77"/>
                </a:lnTo>
                <a:lnTo>
                  <a:pt x="371" y="83"/>
                </a:lnTo>
                <a:lnTo>
                  <a:pt x="384" y="97"/>
                </a:lnTo>
                <a:lnTo>
                  <a:pt x="390" y="102"/>
                </a:lnTo>
                <a:lnTo>
                  <a:pt x="396" y="112"/>
                </a:lnTo>
                <a:lnTo>
                  <a:pt x="401" y="120"/>
                </a:lnTo>
                <a:lnTo>
                  <a:pt x="407" y="129"/>
                </a:lnTo>
                <a:lnTo>
                  <a:pt x="411" y="139"/>
                </a:lnTo>
                <a:lnTo>
                  <a:pt x="417" y="148"/>
                </a:lnTo>
                <a:lnTo>
                  <a:pt x="419" y="156"/>
                </a:lnTo>
                <a:lnTo>
                  <a:pt x="421" y="166"/>
                </a:lnTo>
                <a:lnTo>
                  <a:pt x="424" y="175"/>
                </a:lnTo>
                <a:lnTo>
                  <a:pt x="426" y="185"/>
                </a:lnTo>
                <a:lnTo>
                  <a:pt x="428" y="194"/>
                </a:lnTo>
                <a:lnTo>
                  <a:pt x="430" y="204"/>
                </a:lnTo>
                <a:lnTo>
                  <a:pt x="430" y="216"/>
                </a:lnTo>
                <a:lnTo>
                  <a:pt x="432" y="229"/>
                </a:lnTo>
                <a:lnTo>
                  <a:pt x="432" y="225"/>
                </a:lnTo>
                <a:lnTo>
                  <a:pt x="430" y="235"/>
                </a:lnTo>
                <a:lnTo>
                  <a:pt x="430" y="246"/>
                </a:lnTo>
                <a:lnTo>
                  <a:pt x="428" y="258"/>
                </a:lnTo>
                <a:lnTo>
                  <a:pt x="426" y="267"/>
                </a:lnTo>
                <a:lnTo>
                  <a:pt x="424" y="277"/>
                </a:lnTo>
                <a:lnTo>
                  <a:pt x="421" y="287"/>
                </a:lnTo>
                <a:lnTo>
                  <a:pt x="419" y="296"/>
                </a:lnTo>
                <a:lnTo>
                  <a:pt x="417" y="304"/>
                </a:lnTo>
                <a:lnTo>
                  <a:pt x="411" y="314"/>
                </a:lnTo>
                <a:lnTo>
                  <a:pt x="407" y="323"/>
                </a:lnTo>
                <a:lnTo>
                  <a:pt x="396" y="342"/>
                </a:lnTo>
                <a:lnTo>
                  <a:pt x="384" y="356"/>
                </a:lnTo>
                <a:lnTo>
                  <a:pt x="355" y="385"/>
                </a:lnTo>
                <a:lnTo>
                  <a:pt x="342" y="396"/>
                </a:lnTo>
                <a:lnTo>
                  <a:pt x="323" y="408"/>
                </a:lnTo>
                <a:lnTo>
                  <a:pt x="313" y="412"/>
                </a:lnTo>
                <a:lnTo>
                  <a:pt x="303" y="417"/>
                </a:lnTo>
                <a:lnTo>
                  <a:pt x="296" y="419"/>
                </a:lnTo>
                <a:lnTo>
                  <a:pt x="286" y="421"/>
                </a:lnTo>
                <a:lnTo>
                  <a:pt x="277" y="425"/>
                </a:lnTo>
                <a:lnTo>
                  <a:pt x="267" y="427"/>
                </a:lnTo>
                <a:lnTo>
                  <a:pt x="257" y="429"/>
                </a:lnTo>
                <a:lnTo>
                  <a:pt x="248" y="431"/>
                </a:lnTo>
                <a:lnTo>
                  <a:pt x="234" y="431"/>
                </a:lnTo>
                <a:lnTo>
                  <a:pt x="225" y="433"/>
                </a:lnTo>
                <a:lnTo>
                  <a:pt x="229" y="433"/>
                </a:lnTo>
                <a:lnTo>
                  <a:pt x="217" y="431"/>
                </a:lnTo>
                <a:lnTo>
                  <a:pt x="205" y="431"/>
                </a:lnTo>
                <a:lnTo>
                  <a:pt x="194" y="429"/>
                </a:lnTo>
                <a:lnTo>
                  <a:pt x="184" y="427"/>
                </a:lnTo>
                <a:lnTo>
                  <a:pt x="175" y="425"/>
                </a:lnTo>
                <a:lnTo>
                  <a:pt x="165" y="421"/>
                </a:lnTo>
                <a:lnTo>
                  <a:pt x="156" y="419"/>
                </a:lnTo>
                <a:lnTo>
                  <a:pt x="148" y="417"/>
                </a:lnTo>
                <a:lnTo>
                  <a:pt x="138" y="412"/>
                </a:lnTo>
                <a:lnTo>
                  <a:pt x="129" y="408"/>
                </a:lnTo>
                <a:lnTo>
                  <a:pt x="119" y="402"/>
                </a:lnTo>
                <a:lnTo>
                  <a:pt x="111" y="396"/>
                </a:lnTo>
                <a:lnTo>
                  <a:pt x="102" y="390"/>
                </a:lnTo>
                <a:lnTo>
                  <a:pt x="96" y="385"/>
                </a:lnTo>
                <a:lnTo>
                  <a:pt x="83" y="371"/>
                </a:lnTo>
                <a:lnTo>
                  <a:pt x="77" y="364"/>
                </a:lnTo>
                <a:lnTo>
                  <a:pt x="69" y="356"/>
                </a:lnTo>
                <a:lnTo>
                  <a:pt x="58" y="342"/>
                </a:lnTo>
                <a:lnTo>
                  <a:pt x="46" y="323"/>
                </a:lnTo>
                <a:lnTo>
                  <a:pt x="42" y="314"/>
                </a:lnTo>
                <a:lnTo>
                  <a:pt x="36" y="304"/>
                </a:lnTo>
                <a:lnTo>
                  <a:pt x="35" y="296"/>
                </a:lnTo>
                <a:lnTo>
                  <a:pt x="33" y="287"/>
                </a:lnTo>
                <a:lnTo>
                  <a:pt x="29" y="277"/>
                </a:lnTo>
                <a:lnTo>
                  <a:pt x="27" y="267"/>
                </a:lnTo>
                <a:lnTo>
                  <a:pt x="25" y="258"/>
                </a:lnTo>
                <a:lnTo>
                  <a:pt x="23" y="248"/>
                </a:lnTo>
                <a:lnTo>
                  <a:pt x="23" y="227"/>
                </a:lnTo>
                <a:lnTo>
                  <a:pt x="0" y="227"/>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66" name="Google Shape;466;g28abd34dbfa_0_476"/>
          <p:cNvSpPr/>
          <p:nvPr/>
        </p:nvSpPr>
        <p:spPr>
          <a:xfrm>
            <a:off x="7349067" y="2963863"/>
            <a:ext cx="1153584" cy="63500"/>
          </a:xfrm>
          <a:custGeom>
            <a:avLst/>
            <a:gdLst/>
            <a:ahLst/>
            <a:cxnLst/>
            <a:rect l="l" t="t" r="r" b="b"/>
            <a:pathLst>
              <a:path w="545" h="40" extrusionOk="0">
                <a:moveTo>
                  <a:pt x="19" y="2"/>
                </a:moveTo>
                <a:lnTo>
                  <a:pt x="13" y="2"/>
                </a:lnTo>
                <a:lnTo>
                  <a:pt x="9" y="4"/>
                </a:lnTo>
                <a:lnTo>
                  <a:pt x="1" y="12"/>
                </a:lnTo>
                <a:lnTo>
                  <a:pt x="0" y="15"/>
                </a:lnTo>
                <a:lnTo>
                  <a:pt x="0" y="27"/>
                </a:lnTo>
                <a:lnTo>
                  <a:pt x="1" y="31"/>
                </a:lnTo>
                <a:lnTo>
                  <a:pt x="9" y="39"/>
                </a:lnTo>
                <a:lnTo>
                  <a:pt x="13" y="40"/>
                </a:lnTo>
                <a:lnTo>
                  <a:pt x="19" y="40"/>
                </a:lnTo>
                <a:lnTo>
                  <a:pt x="526" y="39"/>
                </a:lnTo>
                <a:lnTo>
                  <a:pt x="532" y="39"/>
                </a:lnTo>
                <a:lnTo>
                  <a:pt x="535" y="37"/>
                </a:lnTo>
                <a:lnTo>
                  <a:pt x="543" y="29"/>
                </a:lnTo>
                <a:lnTo>
                  <a:pt x="545" y="25"/>
                </a:lnTo>
                <a:lnTo>
                  <a:pt x="545" y="14"/>
                </a:lnTo>
                <a:lnTo>
                  <a:pt x="543" y="10"/>
                </a:lnTo>
                <a:lnTo>
                  <a:pt x="535" y="2"/>
                </a:lnTo>
                <a:lnTo>
                  <a:pt x="532" y="0"/>
                </a:lnTo>
                <a:lnTo>
                  <a:pt x="526" y="0"/>
                </a:lnTo>
                <a:lnTo>
                  <a:pt x="19"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67" name="Google Shape;467;g28abd34dbfa_0_476"/>
          <p:cNvSpPr/>
          <p:nvPr/>
        </p:nvSpPr>
        <p:spPr>
          <a:xfrm>
            <a:off x="8837084" y="2830513"/>
            <a:ext cx="2199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a:t>
            </a:r>
            <a:endParaRPr sz="2400" b="0" i="0" u="none" strike="noStrike" cap="none">
              <a:solidFill>
                <a:schemeClr val="dk1"/>
              </a:solidFill>
              <a:latin typeface="Times New Roman"/>
              <a:ea typeface="Times New Roman"/>
              <a:cs typeface="Times New Roman"/>
              <a:sym typeface="Times New Roman"/>
            </a:endParaRPr>
          </a:p>
        </p:txBody>
      </p:sp>
      <p:sp>
        <p:nvSpPr>
          <p:cNvPr id="468" name="Google Shape;468;g28abd34dbfa_0_476"/>
          <p:cNvSpPr/>
          <p:nvPr/>
        </p:nvSpPr>
        <p:spPr>
          <a:xfrm>
            <a:off x="7543800" y="2601913"/>
            <a:ext cx="389700" cy="27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0/0</a:t>
            </a:r>
            <a:endParaRPr sz="2400" b="0" i="0" u="none" strike="noStrike" cap="none">
              <a:solidFill>
                <a:srgbClr val="00FF00"/>
              </a:solidFill>
              <a:latin typeface="Times New Roman"/>
              <a:ea typeface="Times New Roman"/>
              <a:cs typeface="Times New Roman"/>
              <a:sym typeface="Times New Roman"/>
            </a:endParaRPr>
          </a:p>
        </p:txBody>
      </p:sp>
      <p:sp>
        <p:nvSpPr>
          <p:cNvPr id="469" name="Google Shape;469;g28abd34dbfa_0_476"/>
          <p:cNvSpPr/>
          <p:nvPr/>
        </p:nvSpPr>
        <p:spPr>
          <a:xfrm>
            <a:off x="4064000" y="2871788"/>
            <a:ext cx="393700" cy="125412"/>
          </a:xfrm>
          <a:custGeom>
            <a:avLst/>
            <a:gdLst/>
            <a:ahLst/>
            <a:cxnLst/>
            <a:rect l="l" t="t" r="r" b="b"/>
            <a:pathLst>
              <a:path w="186" h="79" extrusionOk="0">
                <a:moveTo>
                  <a:pt x="161" y="79"/>
                </a:moveTo>
                <a:lnTo>
                  <a:pt x="172" y="79"/>
                </a:lnTo>
                <a:lnTo>
                  <a:pt x="176" y="77"/>
                </a:lnTo>
                <a:lnTo>
                  <a:pt x="184" y="70"/>
                </a:lnTo>
                <a:lnTo>
                  <a:pt x="186" y="66"/>
                </a:lnTo>
                <a:lnTo>
                  <a:pt x="186" y="54"/>
                </a:lnTo>
                <a:lnTo>
                  <a:pt x="184" y="50"/>
                </a:lnTo>
                <a:lnTo>
                  <a:pt x="176" y="43"/>
                </a:lnTo>
                <a:lnTo>
                  <a:pt x="172" y="41"/>
                </a:lnTo>
                <a:lnTo>
                  <a:pt x="25" y="0"/>
                </a:lnTo>
                <a:lnTo>
                  <a:pt x="13" y="0"/>
                </a:lnTo>
                <a:lnTo>
                  <a:pt x="9" y="2"/>
                </a:lnTo>
                <a:lnTo>
                  <a:pt x="1" y="10"/>
                </a:lnTo>
                <a:lnTo>
                  <a:pt x="0" y="14"/>
                </a:lnTo>
                <a:lnTo>
                  <a:pt x="0" y="25"/>
                </a:lnTo>
                <a:lnTo>
                  <a:pt x="1"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0" name="Google Shape;470;g28abd34dbfa_0_476"/>
          <p:cNvSpPr/>
          <p:nvPr/>
        </p:nvSpPr>
        <p:spPr>
          <a:xfrm>
            <a:off x="4064000" y="2951163"/>
            <a:ext cx="410633" cy="125412"/>
          </a:xfrm>
          <a:custGeom>
            <a:avLst/>
            <a:gdLst/>
            <a:ahLst/>
            <a:cxnLst/>
            <a:rect l="l" t="t" r="r" b="b"/>
            <a:pathLst>
              <a:path w="194" h="79" extrusionOk="0">
                <a:moveTo>
                  <a:pt x="180" y="39"/>
                </a:moveTo>
                <a:lnTo>
                  <a:pt x="184" y="37"/>
                </a:lnTo>
                <a:lnTo>
                  <a:pt x="192" y="29"/>
                </a:lnTo>
                <a:lnTo>
                  <a:pt x="194" y="25"/>
                </a:lnTo>
                <a:lnTo>
                  <a:pt x="194" y="14"/>
                </a:lnTo>
                <a:lnTo>
                  <a:pt x="192" y="10"/>
                </a:lnTo>
                <a:lnTo>
                  <a:pt x="184" y="2"/>
                </a:lnTo>
                <a:lnTo>
                  <a:pt x="180" y="0"/>
                </a:lnTo>
                <a:lnTo>
                  <a:pt x="169" y="0"/>
                </a:lnTo>
                <a:lnTo>
                  <a:pt x="13" y="41"/>
                </a:lnTo>
                <a:lnTo>
                  <a:pt x="9" y="43"/>
                </a:lnTo>
                <a:lnTo>
                  <a:pt x="1" y="50"/>
                </a:lnTo>
                <a:lnTo>
                  <a:pt x="0" y="54"/>
                </a:lnTo>
                <a:lnTo>
                  <a:pt x="0" y="66"/>
                </a:lnTo>
                <a:lnTo>
                  <a:pt x="1" y="70"/>
                </a:lnTo>
                <a:lnTo>
                  <a:pt x="9" y="77"/>
                </a:lnTo>
                <a:lnTo>
                  <a:pt x="13" y="79"/>
                </a:lnTo>
                <a:lnTo>
                  <a:pt x="25" y="79"/>
                </a:lnTo>
                <a:lnTo>
                  <a:pt x="180"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1" name="Google Shape;471;g28abd34dbfa_0_476"/>
          <p:cNvSpPr/>
          <p:nvPr/>
        </p:nvSpPr>
        <p:spPr>
          <a:xfrm>
            <a:off x="5990167" y="2854325"/>
            <a:ext cx="393700" cy="128588"/>
          </a:xfrm>
          <a:custGeom>
            <a:avLst/>
            <a:gdLst/>
            <a:ahLst/>
            <a:cxnLst/>
            <a:rect l="l" t="t" r="r" b="b"/>
            <a:pathLst>
              <a:path w="186" h="81" extrusionOk="0">
                <a:moveTo>
                  <a:pt x="161" y="81"/>
                </a:moveTo>
                <a:lnTo>
                  <a:pt x="171" y="81"/>
                </a:lnTo>
                <a:lnTo>
                  <a:pt x="177" y="79"/>
                </a:lnTo>
                <a:lnTo>
                  <a:pt x="184" y="71"/>
                </a:lnTo>
                <a:lnTo>
                  <a:pt x="186" y="67"/>
                </a:lnTo>
                <a:lnTo>
                  <a:pt x="186" y="58"/>
                </a:lnTo>
                <a:lnTo>
                  <a:pt x="184" y="52"/>
                </a:lnTo>
                <a:lnTo>
                  <a:pt x="177" y="44"/>
                </a:lnTo>
                <a:lnTo>
                  <a:pt x="173" y="42"/>
                </a:lnTo>
                <a:lnTo>
                  <a:pt x="25" y="0"/>
                </a:lnTo>
                <a:lnTo>
                  <a:pt x="15" y="0"/>
                </a:lnTo>
                <a:lnTo>
                  <a:pt x="10" y="2"/>
                </a:lnTo>
                <a:lnTo>
                  <a:pt x="2" y="10"/>
                </a:lnTo>
                <a:lnTo>
                  <a:pt x="0" y="13"/>
                </a:lnTo>
                <a:lnTo>
                  <a:pt x="0" y="23"/>
                </a:lnTo>
                <a:lnTo>
                  <a:pt x="2" y="29"/>
                </a:lnTo>
                <a:lnTo>
                  <a:pt x="10" y="36"/>
                </a:lnTo>
                <a:lnTo>
                  <a:pt x="13" y="38"/>
                </a:lnTo>
                <a:lnTo>
                  <a:pt x="161" y="8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2" name="Google Shape;472;g28abd34dbfa_0_476"/>
          <p:cNvSpPr/>
          <p:nvPr/>
        </p:nvSpPr>
        <p:spPr>
          <a:xfrm>
            <a:off x="5990167" y="2933700"/>
            <a:ext cx="414867" cy="125413"/>
          </a:xfrm>
          <a:custGeom>
            <a:avLst/>
            <a:gdLst/>
            <a:ahLst/>
            <a:cxnLst/>
            <a:rect l="l" t="t" r="r" b="b"/>
            <a:pathLst>
              <a:path w="196" h="79" extrusionOk="0">
                <a:moveTo>
                  <a:pt x="181" y="38"/>
                </a:moveTo>
                <a:lnTo>
                  <a:pt x="186" y="36"/>
                </a:lnTo>
                <a:lnTo>
                  <a:pt x="194" y="29"/>
                </a:lnTo>
                <a:lnTo>
                  <a:pt x="196" y="25"/>
                </a:lnTo>
                <a:lnTo>
                  <a:pt x="196" y="15"/>
                </a:lnTo>
                <a:lnTo>
                  <a:pt x="194" y="9"/>
                </a:lnTo>
                <a:lnTo>
                  <a:pt x="186" y="2"/>
                </a:lnTo>
                <a:lnTo>
                  <a:pt x="182" y="0"/>
                </a:lnTo>
                <a:lnTo>
                  <a:pt x="173" y="0"/>
                </a:lnTo>
                <a:lnTo>
                  <a:pt x="15" y="40"/>
                </a:lnTo>
                <a:lnTo>
                  <a:pt x="10" y="42"/>
                </a:lnTo>
                <a:lnTo>
                  <a:pt x="2" y="50"/>
                </a:lnTo>
                <a:lnTo>
                  <a:pt x="0" y="54"/>
                </a:lnTo>
                <a:lnTo>
                  <a:pt x="0" y="63"/>
                </a:lnTo>
                <a:lnTo>
                  <a:pt x="2" y="69"/>
                </a:lnTo>
                <a:lnTo>
                  <a:pt x="10" y="77"/>
                </a:lnTo>
                <a:lnTo>
                  <a:pt x="13" y="79"/>
                </a:lnTo>
                <a:lnTo>
                  <a:pt x="23" y="79"/>
                </a:lnTo>
                <a:lnTo>
                  <a:pt x="181"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3" name="Google Shape;473;g28abd34dbfa_0_476"/>
          <p:cNvSpPr/>
          <p:nvPr/>
        </p:nvSpPr>
        <p:spPr>
          <a:xfrm>
            <a:off x="8064500" y="2884488"/>
            <a:ext cx="393700" cy="125412"/>
          </a:xfrm>
          <a:custGeom>
            <a:avLst/>
            <a:gdLst/>
            <a:ahLst/>
            <a:cxnLst/>
            <a:rect l="l" t="t" r="r" b="b"/>
            <a:pathLst>
              <a:path w="186" h="79" extrusionOk="0">
                <a:moveTo>
                  <a:pt x="161" y="79"/>
                </a:moveTo>
                <a:lnTo>
                  <a:pt x="172" y="79"/>
                </a:lnTo>
                <a:lnTo>
                  <a:pt x="176" y="77"/>
                </a:lnTo>
                <a:lnTo>
                  <a:pt x="184" y="69"/>
                </a:lnTo>
                <a:lnTo>
                  <a:pt x="186" y="65"/>
                </a:lnTo>
                <a:lnTo>
                  <a:pt x="186" y="54"/>
                </a:lnTo>
                <a:lnTo>
                  <a:pt x="184" y="50"/>
                </a:lnTo>
                <a:lnTo>
                  <a:pt x="176" y="42"/>
                </a:lnTo>
                <a:lnTo>
                  <a:pt x="172" y="40"/>
                </a:lnTo>
                <a:lnTo>
                  <a:pt x="25" y="0"/>
                </a:lnTo>
                <a:lnTo>
                  <a:pt x="13" y="0"/>
                </a:lnTo>
                <a:lnTo>
                  <a:pt x="9" y="2"/>
                </a:lnTo>
                <a:lnTo>
                  <a:pt x="2" y="10"/>
                </a:lnTo>
                <a:lnTo>
                  <a:pt x="0" y="14"/>
                </a:lnTo>
                <a:lnTo>
                  <a:pt x="0" y="25"/>
                </a:lnTo>
                <a:lnTo>
                  <a:pt x="2" y="29"/>
                </a:lnTo>
                <a:lnTo>
                  <a:pt x="9" y="37"/>
                </a:lnTo>
                <a:lnTo>
                  <a:pt x="13" y="39"/>
                </a:lnTo>
                <a:lnTo>
                  <a:pt x="161"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4" name="Google Shape;474;g28abd34dbfa_0_476"/>
          <p:cNvSpPr/>
          <p:nvPr/>
        </p:nvSpPr>
        <p:spPr>
          <a:xfrm>
            <a:off x="8064500" y="2960688"/>
            <a:ext cx="414867" cy="128587"/>
          </a:xfrm>
          <a:custGeom>
            <a:avLst/>
            <a:gdLst/>
            <a:ahLst/>
            <a:cxnLst/>
            <a:rect l="l" t="t" r="r" b="b"/>
            <a:pathLst>
              <a:path w="196" h="81" extrusionOk="0">
                <a:moveTo>
                  <a:pt x="182" y="39"/>
                </a:moveTo>
                <a:lnTo>
                  <a:pt x="186" y="37"/>
                </a:lnTo>
                <a:lnTo>
                  <a:pt x="194" y="29"/>
                </a:lnTo>
                <a:lnTo>
                  <a:pt x="196" y="25"/>
                </a:lnTo>
                <a:lnTo>
                  <a:pt x="196" y="14"/>
                </a:lnTo>
                <a:lnTo>
                  <a:pt x="194" y="10"/>
                </a:lnTo>
                <a:lnTo>
                  <a:pt x="186" y="2"/>
                </a:lnTo>
                <a:lnTo>
                  <a:pt x="182" y="0"/>
                </a:lnTo>
                <a:lnTo>
                  <a:pt x="171" y="0"/>
                </a:lnTo>
                <a:lnTo>
                  <a:pt x="13" y="42"/>
                </a:lnTo>
                <a:lnTo>
                  <a:pt x="9" y="44"/>
                </a:lnTo>
                <a:lnTo>
                  <a:pt x="2" y="52"/>
                </a:lnTo>
                <a:lnTo>
                  <a:pt x="0" y="56"/>
                </a:lnTo>
                <a:lnTo>
                  <a:pt x="0" y="67"/>
                </a:lnTo>
                <a:lnTo>
                  <a:pt x="2" y="71"/>
                </a:lnTo>
                <a:lnTo>
                  <a:pt x="9" y="79"/>
                </a:lnTo>
                <a:lnTo>
                  <a:pt x="13" y="81"/>
                </a:lnTo>
                <a:lnTo>
                  <a:pt x="25" y="81"/>
                </a:lnTo>
                <a:lnTo>
                  <a:pt x="182" y="3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5" name="Google Shape;475;g28abd34dbfa_0_476"/>
          <p:cNvSpPr/>
          <p:nvPr/>
        </p:nvSpPr>
        <p:spPr>
          <a:xfrm>
            <a:off x="4887384" y="3271838"/>
            <a:ext cx="118533" cy="307975"/>
          </a:xfrm>
          <a:custGeom>
            <a:avLst/>
            <a:gdLst/>
            <a:ahLst/>
            <a:cxnLst/>
            <a:rect l="l" t="t" r="r" b="b"/>
            <a:pathLst>
              <a:path w="56" h="194" extrusionOk="0">
                <a:moveTo>
                  <a:pt x="39" y="17"/>
                </a:moveTo>
                <a:lnTo>
                  <a:pt x="37" y="12"/>
                </a:lnTo>
                <a:lnTo>
                  <a:pt x="35" y="8"/>
                </a:lnTo>
                <a:lnTo>
                  <a:pt x="31" y="4"/>
                </a:lnTo>
                <a:lnTo>
                  <a:pt x="23" y="0"/>
                </a:lnTo>
                <a:lnTo>
                  <a:pt x="17" y="0"/>
                </a:lnTo>
                <a:lnTo>
                  <a:pt x="12" y="2"/>
                </a:lnTo>
                <a:lnTo>
                  <a:pt x="8" y="4"/>
                </a:lnTo>
                <a:lnTo>
                  <a:pt x="4" y="8"/>
                </a:lnTo>
                <a:lnTo>
                  <a:pt x="0" y="15"/>
                </a:lnTo>
                <a:lnTo>
                  <a:pt x="0" y="21"/>
                </a:lnTo>
                <a:lnTo>
                  <a:pt x="17" y="177"/>
                </a:lnTo>
                <a:lnTo>
                  <a:pt x="19" y="183"/>
                </a:lnTo>
                <a:lnTo>
                  <a:pt x="21" y="186"/>
                </a:lnTo>
                <a:lnTo>
                  <a:pt x="25" y="190"/>
                </a:lnTo>
                <a:lnTo>
                  <a:pt x="33" y="194"/>
                </a:lnTo>
                <a:lnTo>
                  <a:pt x="39" y="194"/>
                </a:lnTo>
                <a:lnTo>
                  <a:pt x="44" y="192"/>
                </a:lnTo>
                <a:lnTo>
                  <a:pt x="48" y="190"/>
                </a:lnTo>
                <a:lnTo>
                  <a:pt x="52" y="186"/>
                </a:lnTo>
                <a:lnTo>
                  <a:pt x="56" y="179"/>
                </a:lnTo>
                <a:lnTo>
                  <a:pt x="56" y="173"/>
                </a:lnTo>
                <a:lnTo>
                  <a:pt x="39" y="17"/>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76" name="Google Shape;476;g28abd34dbfa_0_476"/>
          <p:cNvSpPr/>
          <p:nvPr/>
        </p:nvSpPr>
        <p:spPr>
          <a:xfrm>
            <a:off x="4887384" y="3271838"/>
            <a:ext cx="306916" cy="215900"/>
          </a:xfrm>
          <a:custGeom>
            <a:avLst/>
            <a:gdLst/>
            <a:ahLst/>
            <a:cxnLst/>
            <a:rect l="l" t="t" r="r" b="b"/>
            <a:pathLst>
              <a:path w="145" h="136" extrusionOk="0">
                <a:moveTo>
                  <a:pt x="33" y="6"/>
                </a:moveTo>
                <a:lnTo>
                  <a:pt x="29" y="2"/>
                </a:lnTo>
                <a:lnTo>
                  <a:pt x="24" y="0"/>
                </a:lnTo>
                <a:lnTo>
                  <a:pt x="14" y="0"/>
                </a:lnTo>
                <a:lnTo>
                  <a:pt x="10" y="4"/>
                </a:lnTo>
                <a:lnTo>
                  <a:pt x="6" y="6"/>
                </a:lnTo>
                <a:lnTo>
                  <a:pt x="2" y="9"/>
                </a:lnTo>
                <a:lnTo>
                  <a:pt x="0" y="15"/>
                </a:lnTo>
                <a:lnTo>
                  <a:pt x="0" y="25"/>
                </a:lnTo>
                <a:lnTo>
                  <a:pt x="4" y="29"/>
                </a:lnTo>
                <a:lnTo>
                  <a:pt x="6" y="32"/>
                </a:lnTo>
                <a:lnTo>
                  <a:pt x="112" y="130"/>
                </a:lnTo>
                <a:lnTo>
                  <a:pt x="116" y="134"/>
                </a:lnTo>
                <a:lnTo>
                  <a:pt x="121" y="136"/>
                </a:lnTo>
                <a:lnTo>
                  <a:pt x="131" y="136"/>
                </a:lnTo>
                <a:lnTo>
                  <a:pt x="135" y="132"/>
                </a:lnTo>
                <a:lnTo>
                  <a:pt x="139" y="130"/>
                </a:lnTo>
                <a:lnTo>
                  <a:pt x="143" y="127"/>
                </a:lnTo>
                <a:lnTo>
                  <a:pt x="145" y="121"/>
                </a:lnTo>
                <a:lnTo>
                  <a:pt x="145" y="111"/>
                </a:lnTo>
                <a:lnTo>
                  <a:pt x="141" y="107"/>
                </a:lnTo>
                <a:lnTo>
                  <a:pt x="139" y="103"/>
                </a:lnTo>
                <a:lnTo>
                  <a:pt x="33" y="6"/>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28abd34dbfa_0_505"/>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a:t>
            </a:r>
            <a:r>
              <a:rPr lang="en-US" b="0"/>
              <a:t> (continued)</a:t>
            </a:r>
            <a:endParaRPr/>
          </a:p>
        </p:txBody>
      </p:sp>
      <p:sp>
        <p:nvSpPr>
          <p:cNvPr id="482" name="Google Shape;482;g28abd34dbfa_0_505"/>
          <p:cNvSpPr txBox="1">
            <a:spLocks noGrp="1"/>
          </p:cNvSpPr>
          <p:nvPr>
            <p:ph type="body" idx="1"/>
          </p:nvPr>
        </p:nvSpPr>
        <p:spPr>
          <a:xfrm>
            <a:off x="958851" y="1390650"/>
            <a:ext cx="10363200" cy="50277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sz="2800"/>
              <a:t>State transition arcs must represent the fact that an input subsequence has occurred.   Thus we get:</a:t>
            </a:r>
            <a:endParaRPr/>
          </a:p>
          <a:p>
            <a:pPr marL="342900" lvl="0" indent="-165100" algn="l" rtl="0">
              <a:lnSpc>
                <a:spcPct val="90000"/>
              </a:lnSpc>
              <a:spcBef>
                <a:spcPts val="560"/>
              </a:spcBef>
              <a:spcAft>
                <a:spcPts val="0"/>
              </a:spcAft>
              <a:buSzPts val="2800"/>
              <a:buNone/>
            </a:pPr>
            <a:endParaRPr sz="2800"/>
          </a:p>
          <a:p>
            <a:pPr marL="342900" lvl="0" indent="-165100" algn="l" rtl="0">
              <a:lnSpc>
                <a:spcPct val="90000"/>
              </a:lnSpc>
              <a:spcBef>
                <a:spcPts val="560"/>
              </a:spcBef>
              <a:spcAft>
                <a:spcPts val="0"/>
              </a:spcAft>
              <a:buSzPts val="2800"/>
              <a:buNone/>
            </a:pPr>
            <a:endParaRPr sz="2800"/>
          </a:p>
          <a:p>
            <a:pPr marL="342900" lvl="0" indent="-165100" algn="l" rtl="0">
              <a:lnSpc>
                <a:spcPct val="90000"/>
              </a:lnSpc>
              <a:spcBef>
                <a:spcPts val="560"/>
              </a:spcBef>
              <a:spcAft>
                <a:spcPts val="0"/>
              </a:spcAft>
              <a:buSzPts val="2800"/>
              <a:buNone/>
            </a:pPr>
            <a:r>
              <a:rPr lang="en-US"/>
              <a:t>      </a:t>
            </a:r>
            <a:endParaRPr sz="2800"/>
          </a:p>
          <a:p>
            <a:pPr marL="0" lvl="0" indent="0" algn="l" rtl="0">
              <a:spcBef>
                <a:spcPts val="0"/>
              </a:spcBef>
              <a:spcAft>
                <a:spcPts val="0"/>
              </a:spcAft>
              <a:buClr>
                <a:schemeClr val="dk1"/>
              </a:buClr>
              <a:buSzPts val="2400"/>
              <a:buFont typeface="Arial"/>
              <a:buNone/>
            </a:pPr>
            <a:endParaRPr/>
          </a:p>
          <a:p>
            <a:pPr marL="342900" lvl="0" indent="-165100" algn="l" rtl="0">
              <a:lnSpc>
                <a:spcPct val="90000"/>
              </a:lnSpc>
              <a:spcBef>
                <a:spcPts val="560"/>
              </a:spcBef>
              <a:spcAft>
                <a:spcPts val="0"/>
              </a:spcAft>
              <a:buSzPts val="2800"/>
              <a:buNone/>
            </a:pPr>
            <a:endParaRPr/>
          </a:p>
          <a:p>
            <a:pPr marL="342900" lvl="0" indent="-165100" algn="l" rtl="0">
              <a:lnSpc>
                <a:spcPct val="90000"/>
              </a:lnSpc>
              <a:spcBef>
                <a:spcPts val="560"/>
              </a:spcBef>
              <a:spcAft>
                <a:spcPts val="0"/>
              </a:spcAft>
              <a:buSzPts val="2800"/>
              <a:buNone/>
            </a:pPr>
            <a:endParaRPr/>
          </a:p>
          <a:p>
            <a:pPr marL="342900" lvl="0" indent="-165100" algn="l" rtl="0">
              <a:lnSpc>
                <a:spcPct val="90000"/>
              </a:lnSpc>
              <a:spcBef>
                <a:spcPts val="560"/>
              </a:spcBef>
              <a:spcAft>
                <a:spcPts val="0"/>
              </a:spcAft>
              <a:buSzPts val="2800"/>
              <a:buNone/>
            </a:pPr>
            <a:endParaRPr/>
          </a:p>
          <a:p>
            <a:pPr marL="342900" lvl="0" indent="-342900" algn="l" rtl="0">
              <a:lnSpc>
                <a:spcPct val="90000"/>
              </a:lnSpc>
              <a:spcBef>
                <a:spcPts val="560"/>
              </a:spcBef>
              <a:spcAft>
                <a:spcPts val="0"/>
              </a:spcAft>
              <a:buSzPts val="2800"/>
              <a:buChar char="▪"/>
            </a:pPr>
            <a:r>
              <a:rPr lang="en-US" sz="2800"/>
              <a:t>Note that the 1 arc from state C to state C implies that State C means </a:t>
            </a:r>
            <a:r>
              <a:rPr lang="en-US" sz="2800" i="1"/>
              <a:t>two or more 1's have occurred</a:t>
            </a:r>
            <a:r>
              <a:rPr lang="en-US" sz="2800"/>
              <a:t>.</a:t>
            </a:r>
            <a:endParaRPr/>
          </a:p>
        </p:txBody>
      </p:sp>
      <p:sp>
        <p:nvSpPr>
          <p:cNvPr id="483" name="Google Shape;483;g28abd34dbfa_0_505"/>
          <p:cNvSpPr/>
          <p:nvPr/>
        </p:nvSpPr>
        <p:spPr>
          <a:xfrm>
            <a:off x="4309526" y="3222638"/>
            <a:ext cx="294300" cy="365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2400"/>
              <a:buFont typeface="Arial"/>
              <a:buNone/>
            </a:pPr>
            <a:r>
              <a:rPr lang="en-US" sz="2400" b="1">
                <a:solidFill>
                  <a:schemeClr val="dk1"/>
                </a:solidFill>
              </a:rPr>
              <a:t>A</a:t>
            </a:r>
            <a:endParaRPr sz="3200" b="1">
              <a:solidFill>
                <a:srgbClr val="00FF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400"/>
              <a:buFont typeface="Arial"/>
              <a:buNone/>
            </a:pPr>
            <a:endParaRPr sz="2400" b="1"/>
          </a:p>
        </p:txBody>
      </p:sp>
      <p:grpSp>
        <p:nvGrpSpPr>
          <p:cNvPr id="484" name="Google Shape;484;g28abd34dbfa_0_505"/>
          <p:cNvGrpSpPr/>
          <p:nvPr/>
        </p:nvGrpSpPr>
        <p:grpSpPr>
          <a:xfrm>
            <a:off x="4042833" y="3051175"/>
            <a:ext cx="6951133" cy="1519238"/>
            <a:chOff x="1910" y="1906"/>
            <a:chExt cx="3284" cy="957"/>
          </a:xfrm>
        </p:grpSpPr>
        <p:sp>
          <p:nvSpPr>
            <p:cNvPr id="485" name="Google Shape;485;g28abd34dbfa_0_505"/>
            <p:cNvSpPr/>
            <p:nvPr/>
          </p:nvSpPr>
          <p:spPr>
            <a:xfrm>
              <a:off x="2360" y="2139"/>
              <a:ext cx="523" cy="41"/>
            </a:xfrm>
            <a:custGeom>
              <a:avLst/>
              <a:gdLst/>
              <a:ahLst/>
              <a:cxnLst/>
              <a:rect l="l" t="t" r="r" b="b"/>
              <a:pathLst>
                <a:path w="523" h="41" extrusionOk="0">
                  <a:moveTo>
                    <a:pt x="19" y="0"/>
                  </a:moveTo>
                  <a:lnTo>
                    <a:pt x="14" y="0"/>
                  </a:lnTo>
                  <a:lnTo>
                    <a:pt x="10" y="2"/>
                  </a:lnTo>
                  <a:lnTo>
                    <a:pt x="2" y="9"/>
                  </a:lnTo>
                  <a:lnTo>
                    <a:pt x="0" y="13"/>
                  </a:lnTo>
                  <a:lnTo>
                    <a:pt x="0" y="24"/>
                  </a:lnTo>
                  <a:lnTo>
                    <a:pt x="2" y="28"/>
                  </a:lnTo>
                  <a:lnTo>
                    <a:pt x="10" y="36"/>
                  </a:lnTo>
                  <a:lnTo>
                    <a:pt x="14" y="37"/>
                  </a:lnTo>
                  <a:lnTo>
                    <a:pt x="19" y="37"/>
                  </a:lnTo>
                  <a:lnTo>
                    <a:pt x="504" y="41"/>
                  </a:lnTo>
                  <a:lnTo>
                    <a:pt x="510" y="41"/>
                  </a:lnTo>
                  <a:lnTo>
                    <a:pt x="514" y="39"/>
                  </a:lnTo>
                  <a:lnTo>
                    <a:pt x="521" y="32"/>
                  </a:lnTo>
                  <a:lnTo>
                    <a:pt x="523" y="28"/>
                  </a:lnTo>
                  <a:lnTo>
                    <a:pt x="523" y="17"/>
                  </a:lnTo>
                  <a:lnTo>
                    <a:pt x="521" y="13"/>
                  </a:lnTo>
                  <a:lnTo>
                    <a:pt x="514" y="5"/>
                  </a:lnTo>
                  <a:lnTo>
                    <a:pt x="510" y="4"/>
                  </a:lnTo>
                  <a:lnTo>
                    <a:pt x="504" y="4"/>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86" name="Google Shape;486;g28abd34dbfa_0_505"/>
            <p:cNvSpPr/>
            <p:nvPr/>
          </p:nvSpPr>
          <p:spPr>
            <a:xfrm>
              <a:off x="3277" y="2135"/>
              <a:ext cx="549" cy="40"/>
            </a:xfrm>
            <a:custGeom>
              <a:avLst/>
              <a:gdLst/>
              <a:ahLst/>
              <a:cxnLst/>
              <a:rect l="l" t="t" r="r" b="b"/>
              <a:pathLst>
                <a:path w="549" h="40" extrusionOk="0">
                  <a:moveTo>
                    <a:pt x="19" y="0"/>
                  </a:moveTo>
                  <a:lnTo>
                    <a:pt x="14" y="0"/>
                  </a:lnTo>
                  <a:lnTo>
                    <a:pt x="10" y="2"/>
                  </a:lnTo>
                  <a:lnTo>
                    <a:pt x="2" y="9"/>
                  </a:lnTo>
                  <a:lnTo>
                    <a:pt x="0" y="13"/>
                  </a:lnTo>
                  <a:lnTo>
                    <a:pt x="0" y="24"/>
                  </a:lnTo>
                  <a:lnTo>
                    <a:pt x="2" y="28"/>
                  </a:lnTo>
                  <a:lnTo>
                    <a:pt x="10" y="36"/>
                  </a:lnTo>
                  <a:lnTo>
                    <a:pt x="14" y="38"/>
                  </a:lnTo>
                  <a:lnTo>
                    <a:pt x="19" y="38"/>
                  </a:lnTo>
                  <a:lnTo>
                    <a:pt x="530" y="40"/>
                  </a:lnTo>
                  <a:lnTo>
                    <a:pt x="536" y="40"/>
                  </a:lnTo>
                  <a:lnTo>
                    <a:pt x="540" y="38"/>
                  </a:lnTo>
                  <a:lnTo>
                    <a:pt x="547" y="30"/>
                  </a:lnTo>
                  <a:lnTo>
                    <a:pt x="549" y="26"/>
                  </a:lnTo>
                  <a:lnTo>
                    <a:pt x="549" y="15"/>
                  </a:lnTo>
                  <a:lnTo>
                    <a:pt x="547" y="11"/>
                  </a:lnTo>
                  <a:lnTo>
                    <a:pt x="540" y="4"/>
                  </a:lnTo>
                  <a:lnTo>
                    <a:pt x="536" y="2"/>
                  </a:lnTo>
                  <a:lnTo>
                    <a:pt x="530" y="2"/>
                  </a:lnTo>
                  <a:lnTo>
                    <a:pt x="19"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nvGrpSpPr>
            <p:cNvPr id="487" name="Google Shape;487;g28abd34dbfa_0_505"/>
            <p:cNvGrpSpPr/>
            <p:nvPr/>
          </p:nvGrpSpPr>
          <p:grpSpPr>
            <a:xfrm>
              <a:off x="1910" y="1906"/>
              <a:ext cx="3284" cy="957"/>
              <a:chOff x="1910" y="1898"/>
              <a:chExt cx="3284" cy="957"/>
            </a:xfrm>
          </p:grpSpPr>
          <p:sp>
            <p:nvSpPr>
              <p:cNvPr id="488" name="Google Shape;488;g28abd34dbfa_0_505"/>
              <p:cNvSpPr/>
              <p:nvPr/>
            </p:nvSpPr>
            <p:spPr>
              <a:xfrm>
                <a:off x="3919" y="2555"/>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1/1</a:t>
                </a:r>
                <a:endParaRPr sz="3200" b="1" i="0" u="none" strike="noStrike" cap="none">
                  <a:solidFill>
                    <a:srgbClr val="00FF00"/>
                  </a:solidFill>
                  <a:latin typeface="Times New Roman"/>
                  <a:ea typeface="Times New Roman"/>
                  <a:cs typeface="Times New Roman"/>
                  <a:sym typeface="Times New Roman"/>
                </a:endParaRPr>
              </a:p>
            </p:txBody>
          </p:sp>
          <p:sp>
            <p:nvSpPr>
              <p:cNvPr id="489" name="Google Shape;489;g28abd34dbfa_0_505"/>
              <p:cNvSpPr/>
              <p:nvPr/>
            </p:nvSpPr>
            <p:spPr>
              <a:xfrm>
                <a:off x="3100" y="2268"/>
                <a:ext cx="1711" cy="513"/>
              </a:xfrm>
              <a:custGeom>
                <a:avLst/>
                <a:gdLst/>
                <a:ahLst/>
                <a:cxnLst/>
                <a:rect l="l" t="t" r="r" b="b"/>
                <a:pathLst>
                  <a:path w="1711" h="513" extrusionOk="0">
                    <a:moveTo>
                      <a:pt x="1707" y="31"/>
                    </a:moveTo>
                    <a:lnTo>
                      <a:pt x="1709" y="27"/>
                    </a:lnTo>
                    <a:lnTo>
                      <a:pt x="1711" y="21"/>
                    </a:lnTo>
                    <a:lnTo>
                      <a:pt x="1711" y="17"/>
                    </a:lnTo>
                    <a:lnTo>
                      <a:pt x="1709" y="12"/>
                    </a:lnTo>
                    <a:lnTo>
                      <a:pt x="1707" y="8"/>
                    </a:lnTo>
                    <a:lnTo>
                      <a:pt x="1704" y="4"/>
                    </a:lnTo>
                    <a:lnTo>
                      <a:pt x="1700" y="2"/>
                    </a:lnTo>
                    <a:lnTo>
                      <a:pt x="1694" y="0"/>
                    </a:lnTo>
                    <a:lnTo>
                      <a:pt x="1690" y="0"/>
                    </a:lnTo>
                    <a:lnTo>
                      <a:pt x="1685" y="2"/>
                    </a:lnTo>
                    <a:lnTo>
                      <a:pt x="1681" y="4"/>
                    </a:lnTo>
                    <a:lnTo>
                      <a:pt x="1677" y="8"/>
                    </a:lnTo>
                    <a:lnTo>
                      <a:pt x="1643" y="48"/>
                    </a:lnTo>
                    <a:lnTo>
                      <a:pt x="1626" y="68"/>
                    </a:lnTo>
                    <a:lnTo>
                      <a:pt x="1611" y="89"/>
                    </a:lnTo>
                    <a:lnTo>
                      <a:pt x="1562" y="144"/>
                    </a:lnTo>
                    <a:lnTo>
                      <a:pt x="1494" y="212"/>
                    </a:lnTo>
                    <a:lnTo>
                      <a:pt x="1445" y="255"/>
                    </a:lnTo>
                    <a:lnTo>
                      <a:pt x="1426" y="270"/>
                    </a:lnTo>
                    <a:lnTo>
                      <a:pt x="1409" y="285"/>
                    </a:lnTo>
                    <a:lnTo>
                      <a:pt x="1390" y="298"/>
                    </a:lnTo>
                    <a:lnTo>
                      <a:pt x="1374" y="312"/>
                    </a:lnTo>
                    <a:lnTo>
                      <a:pt x="1357" y="323"/>
                    </a:lnTo>
                    <a:lnTo>
                      <a:pt x="1336" y="336"/>
                    </a:lnTo>
                    <a:lnTo>
                      <a:pt x="1321" y="347"/>
                    </a:lnTo>
                    <a:lnTo>
                      <a:pt x="1283" y="368"/>
                    </a:lnTo>
                    <a:lnTo>
                      <a:pt x="1247" y="387"/>
                    </a:lnTo>
                    <a:lnTo>
                      <a:pt x="1226" y="396"/>
                    </a:lnTo>
                    <a:lnTo>
                      <a:pt x="1207" y="406"/>
                    </a:lnTo>
                    <a:lnTo>
                      <a:pt x="1187" y="415"/>
                    </a:lnTo>
                    <a:lnTo>
                      <a:pt x="1168" y="423"/>
                    </a:lnTo>
                    <a:lnTo>
                      <a:pt x="1126" y="438"/>
                    </a:lnTo>
                    <a:lnTo>
                      <a:pt x="1107" y="445"/>
                    </a:lnTo>
                    <a:lnTo>
                      <a:pt x="1109" y="444"/>
                    </a:lnTo>
                    <a:lnTo>
                      <a:pt x="1111" y="444"/>
                    </a:lnTo>
                    <a:lnTo>
                      <a:pt x="1089" y="449"/>
                    </a:lnTo>
                    <a:lnTo>
                      <a:pt x="1068" y="453"/>
                    </a:lnTo>
                    <a:lnTo>
                      <a:pt x="1047" y="459"/>
                    </a:lnTo>
                    <a:lnTo>
                      <a:pt x="1004" y="466"/>
                    </a:lnTo>
                    <a:lnTo>
                      <a:pt x="979" y="468"/>
                    </a:lnTo>
                    <a:lnTo>
                      <a:pt x="957" y="472"/>
                    </a:lnTo>
                    <a:lnTo>
                      <a:pt x="934" y="474"/>
                    </a:lnTo>
                    <a:lnTo>
                      <a:pt x="909" y="474"/>
                    </a:lnTo>
                    <a:lnTo>
                      <a:pt x="887" y="476"/>
                    </a:lnTo>
                    <a:lnTo>
                      <a:pt x="789" y="476"/>
                    </a:lnTo>
                    <a:lnTo>
                      <a:pt x="764" y="474"/>
                    </a:lnTo>
                    <a:lnTo>
                      <a:pt x="740" y="474"/>
                    </a:lnTo>
                    <a:lnTo>
                      <a:pt x="692" y="470"/>
                    </a:lnTo>
                    <a:lnTo>
                      <a:pt x="668" y="466"/>
                    </a:lnTo>
                    <a:lnTo>
                      <a:pt x="645" y="464"/>
                    </a:lnTo>
                    <a:lnTo>
                      <a:pt x="623" y="461"/>
                    </a:lnTo>
                    <a:lnTo>
                      <a:pt x="532" y="445"/>
                    </a:lnTo>
                    <a:lnTo>
                      <a:pt x="511" y="440"/>
                    </a:lnTo>
                    <a:lnTo>
                      <a:pt x="491" y="436"/>
                    </a:lnTo>
                    <a:lnTo>
                      <a:pt x="472" y="430"/>
                    </a:lnTo>
                    <a:lnTo>
                      <a:pt x="451" y="425"/>
                    </a:lnTo>
                    <a:lnTo>
                      <a:pt x="434" y="421"/>
                    </a:lnTo>
                    <a:lnTo>
                      <a:pt x="400" y="412"/>
                    </a:lnTo>
                    <a:lnTo>
                      <a:pt x="402" y="412"/>
                    </a:lnTo>
                    <a:lnTo>
                      <a:pt x="383" y="404"/>
                    </a:lnTo>
                    <a:lnTo>
                      <a:pt x="368" y="398"/>
                    </a:lnTo>
                    <a:lnTo>
                      <a:pt x="351" y="391"/>
                    </a:lnTo>
                    <a:lnTo>
                      <a:pt x="334" y="385"/>
                    </a:lnTo>
                    <a:lnTo>
                      <a:pt x="291" y="362"/>
                    </a:lnTo>
                    <a:lnTo>
                      <a:pt x="275" y="353"/>
                    </a:lnTo>
                    <a:lnTo>
                      <a:pt x="249" y="338"/>
                    </a:lnTo>
                    <a:lnTo>
                      <a:pt x="196" y="300"/>
                    </a:lnTo>
                    <a:lnTo>
                      <a:pt x="187" y="293"/>
                    </a:lnTo>
                    <a:lnTo>
                      <a:pt x="175" y="281"/>
                    </a:lnTo>
                    <a:lnTo>
                      <a:pt x="164" y="272"/>
                    </a:lnTo>
                    <a:lnTo>
                      <a:pt x="141" y="249"/>
                    </a:lnTo>
                    <a:lnTo>
                      <a:pt x="132" y="238"/>
                    </a:lnTo>
                    <a:lnTo>
                      <a:pt x="113" y="215"/>
                    </a:lnTo>
                    <a:lnTo>
                      <a:pt x="85" y="178"/>
                    </a:lnTo>
                    <a:lnTo>
                      <a:pt x="72" y="151"/>
                    </a:lnTo>
                    <a:lnTo>
                      <a:pt x="62" y="136"/>
                    </a:lnTo>
                    <a:lnTo>
                      <a:pt x="55" y="123"/>
                    </a:lnTo>
                    <a:lnTo>
                      <a:pt x="49" y="110"/>
                    </a:lnTo>
                    <a:lnTo>
                      <a:pt x="41" y="95"/>
                    </a:lnTo>
                    <a:lnTo>
                      <a:pt x="36" y="80"/>
                    </a:lnTo>
                    <a:lnTo>
                      <a:pt x="34" y="76"/>
                    </a:lnTo>
                    <a:lnTo>
                      <a:pt x="30" y="72"/>
                    </a:lnTo>
                    <a:lnTo>
                      <a:pt x="26" y="70"/>
                    </a:lnTo>
                    <a:lnTo>
                      <a:pt x="21" y="68"/>
                    </a:lnTo>
                    <a:lnTo>
                      <a:pt x="17" y="68"/>
                    </a:lnTo>
                    <a:lnTo>
                      <a:pt x="11" y="70"/>
                    </a:lnTo>
                    <a:lnTo>
                      <a:pt x="8" y="72"/>
                    </a:lnTo>
                    <a:lnTo>
                      <a:pt x="4" y="76"/>
                    </a:lnTo>
                    <a:lnTo>
                      <a:pt x="2" y="80"/>
                    </a:lnTo>
                    <a:lnTo>
                      <a:pt x="0" y="85"/>
                    </a:lnTo>
                    <a:lnTo>
                      <a:pt x="0" y="89"/>
                    </a:lnTo>
                    <a:lnTo>
                      <a:pt x="2" y="95"/>
                    </a:lnTo>
                    <a:lnTo>
                      <a:pt x="8" y="110"/>
                    </a:lnTo>
                    <a:lnTo>
                      <a:pt x="15" y="125"/>
                    </a:lnTo>
                    <a:lnTo>
                      <a:pt x="21" y="138"/>
                    </a:lnTo>
                    <a:lnTo>
                      <a:pt x="28" y="155"/>
                    </a:lnTo>
                    <a:lnTo>
                      <a:pt x="38" y="170"/>
                    </a:lnTo>
                    <a:lnTo>
                      <a:pt x="55" y="197"/>
                    </a:lnTo>
                    <a:lnTo>
                      <a:pt x="83" y="238"/>
                    </a:lnTo>
                    <a:lnTo>
                      <a:pt x="102" y="261"/>
                    </a:lnTo>
                    <a:lnTo>
                      <a:pt x="115" y="276"/>
                    </a:lnTo>
                    <a:lnTo>
                      <a:pt x="138" y="298"/>
                    </a:lnTo>
                    <a:lnTo>
                      <a:pt x="149" y="308"/>
                    </a:lnTo>
                    <a:lnTo>
                      <a:pt x="160" y="319"/>
                    </a:lnTo>
                    <a:lnTo>
                      <a:pt x="174" y="330"/>
                    </a:lnTo>
                    <a:lnTo>
                      <a:pt x="226" y="368"/>
                    </a:lnTo>
                    <a:lnTo>
                      <a:pt x="243" y="379"/>
                    </a:lnTo>
                    <a:lnTo>
                      <a:pt x="257" y="387"/>
                    </a:lnTo>
                    <a:lnTo>
                      <a:pt x="272" y="396"/>
                    </a:lnTo>
                    <a:lnTo>
                      <a:pt x="319" y="419"/>
                    </a:lnTo>
                    <a:lnTo>
                      <a:pt x="336" y="425"/>
                    </a:lnTo>
                    <a:lnTo>
                      <a:pt x="353" y="432"/>
                    </a:lnTo>
                    <a:lnTo>
                      <a:pt x="368" y="438"/>
                    </a:lnTo>
                    <a:lnTo>
                      <a:pt x="387" y="445"/>
                    </a:lnTo>
                    <a:lnTo>
                      <a:pt x="389" y="445"/>
                    </a:lnTo>
                    <a:lnTo>
                      <a:pt x="423" y="459"/>
                    </a:lnTo>
                    <a:lnTo>
                      <a:pt x="443" y="462"/>
                    </a:lnTo>
                    <a:lnTo>
                      <a:pt x="460" y="468"/>
                    </a:lnTo>
                    <a:lnTo>
                      <a:pt x="483" y="474"/>
                    </a:lnTo>
                    <a:lnTo>
                      <a:pt x="504" y="478"/>
                    </a:lnTo>
                    <a:lnTo>
                      <a:pt x="524" y="483"/>
                    </a:lnTo>
                    <a:lnTo>
                      <a:pt x="615" y="498"/>
                    </a:lnTo>
                    <a:lnTo>
                      <a:pt x="641" y="502"/>
                    </a:lnTo>
                    <a:lnTo>
                      <a:pt x="664" y="504"/>
                    </a:lnTo>
                    <a:lnTo>
                      <a:pt x="689" y="508"/>
                    </a:lnTo>
                    <a:lnTo>
                      <a:pt x="740" y="511"/>
                    </a:lnTo>
                    <a:lnTo>
                      <a:pt x="764" y="511"/>
                    </a:lnTo>
                    <a:lnTo>
                      <a:pt x="789" y="513"/>
                    </a:lnTo>
                    <a:lnTo>
                      <a:pt x="887" y="513"/>
                    </a:lnTo>
                    <a:lnTo>
                      <a:pt x="909" y="511"/>
                    </a:lnTo>
                    <a:lnTo>
                      <a:pt x="934" y="511"/>
                    </a:lnTo>
                    <a:lnTo>
                      <a:pt x="960" y="510"/>
                    </a:lnTo>
                    <a:lnTo>
                      <a:pt x="983" y="506"/>
                    </a:lnTo>
                    <a:lnTo>
                      <a:pt x="1007" y="504"/>
                    </a:lnTo>
                    <a:lnTo>
                      <a:pt x="1055" y="496"/>
                    </a:lnTo>
                    <a:lnTo>
                      <a:pt x="1075" y="491"/>
                    </a:lnTo>
                    <a:lnTo>
                      <a:pt x="1096" y="487"/>
                    </a:lnTo>
                    <a:lnTo>
                      <a:pt x="1119" y="481"/>
                    </a:lnTo>
                    <a:lnTo>
                      <a:pt x="1121" y="481"/>
                    </a:lnTo>
                    <a:lnTo>
                      <a:pt x="1123" y="479"/>
                    </a:lnTo>
                    <a:lnTo>
                      <a:pt x="1141" y="472"/>
                    </a:lnTo>
                    <a:lnTo>
                      <a:pt x="1183" y="457"/>
                    </a:lnTo>
                    <a:lnTo>
                      <a:pt x="1202" y="449"/>
                    </a:lnTo>
                    <a:lnTo>
                      <a:pt x="1223" y="440"/>
                    </a:lnTo>
                    <a:lnTo>
                      <a:pt x="1241" y="430"/>
                    </a:lnTo>
                    <a:lnTo>
                      <a:pt x="1262" y="421"/>
                    </a:lnTo>
                    <a:lnTo>
                      <a:pt x="1302" y="402"/>
                    </a:lnTo>
                    <a:lnTo>
                      <a:pt x="1340" y="378"/>
                    </a:lnTo>
                    <a:lnTo>
                      <a:pt x="1358" y="366"/>
                    </a:lnTo>
                    <a:lnTo>
                      <a:pt x="1375" y="353"/>
                    </a:lnTo>
                    <a:lnTo>
                      <a:pt x="1396" y="342"/>
                    </a:lnTo>
                    <a:lnTo>
                      <a:pt x="1413" y="329"/>
                    </a:lnTo>
                    <a:lnTo>
                      <a:pt x="1432" y="315"/>
                    </a:lnTo>
                    <a:lnTo>
                      <a:pt x="1449" y="300"/>
                    </a:lnTo>
                    <a:lnTo>
                      <a:pt x="1468" y="285"/>
                    </a:lnTo>
                    <a:lnTo>
                      <a:pt x="1521" y="238"/>
                    </a:lnTo>
                    <a:lnTo>
                      <a:pt x="1589" y="170"/>
                    </a:lnTo>
                    <a:lnTo>
                      <a:pt x="1641" y="112"/>
                    </a:lnTo>
                    <a:lnTo>
                      <a:pt x="1657" y="91"/>
                    </a:lnTo>
                    <a:lnTo>
                      <a:pt x="1673" y="74"/>
                    </a:lnTo>
                    <a:lnTo>
                      <a:pt x="1707" y="3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0" name="Google Shape;490;g28abd34dbfa_0_505"/>
              <p:cNvSpPr/>
              <p:nvPr/>
            </p:nvSpPr>
            <p:spPr>
              <a:xfrm>
                <a:off x="1910" y="1898"/>
                <a:ext cx="447" cy="447"/>
              </a:xfrm>
              <a:custGeom>
                <a:avLst/>
                <a:gdLst/>
                <a:ahLst/>
                <a:cxnLst/>
                <a:rect l="l" t="t" r="r" b="b"/>
                <a:pathLst>
                  <a:path w="447" h="447" extrusionOk="0">
                    <a:moveTo>
                      <a:pt x="0" y="223"/>
                    </a:moveTo>
                    <a:lnTo>
                      <a:pt x="0" y="244"/>
                    </a:lnTo>
                    <a:lnTo>
                      <a:pt x="2" y="257"/>
                    </a:lnTo>
                    <a:lnTo>
                      <a:pt x="4" y="266"/>
                    </a:lnTo>
                    <a:lnTo>
                      <a:pt x="6" y="279"/>
                    </a:lnTo>
                    <a:lnTo>
                      <a:pt x="9" y="289"/>
                    </a:lnTo>
                    <a:lnTo>
                      <a:pt x="11" y="298"/>
                    </a:lnTo>
                    <a:lnTo>
                      <a:pt x="17" y="310"/>
                    </a:lnTo>
                    <a:lnTo>
                      <a:pt x="23" y="319"/>
                    </a:lnTo>
                    <a:lnTo>
                      <a:pt x="26" y="328"/>
                    </a:lnTo>
                    <a:lnTo>
                      <a:pt x="38" y="347"/>
                    </a:lnTo>
                    <a:lnTo>
                      <a:pt x="49" y="364"/>
                    </a:lnTo>
                    <a:lnTo>
                      <a:pt x="57" y="372"/>
                    </a:lnTo>
                    <a:lnTo>
                      <a:pt x="62" y="379"/>
                    </a:lnTo>
                    <a:lnTo>
                      <a:pt x="79" y="396"/>
                    </a:lnTo>
                    <a:lnTo>
                      <a:pt x="98" y="408"/>
                    </a:lnTo>
                    <a:lnTo>
                      <a:pt x="106" y="413"/>
                    </a:lnTo>
                    <a:lnTo>
                      <a:pt x="115" y="419"/>
                    </a:lnTo>
                    <a:lnTo>
                      <a:pt x="125" y="423"/>
                    </a:lnTo>
                    <a:lnTo>
                      <a:pt x="134" y="428"/>
                    </a:lnTo>
                    <a:lnTo>
                      <a:pt x="145" y="434"/>
                    </a:lnTo>
                    <a:lnTo>
                      <a:pt x="155" y="436"/>
                    </a:lnTo>
                    <a:lnTo>
                      <a:pt x="164" y="440"/>
                    </a:lnTo>
                    <a:lnTo>
                      <a:pt x="177" y="442"/>
                    </a:lnTo>
                    <a:lnTo>
                      <a:pt x="187" y="444"/>
                    </a:lnTo>
                    <a:lnTo>
                      <a:pt x="198" y="445"/>
                    </a:lnTo>
                    <a:lnTo>
                      <a:pt x="209" y="445"/>
                    </a:lnTo>
                    <a:lnTo>
                      <a:pt x="221" y="447"/>
                    </a:lnTo>
                    <a:lnTo>
                      <a:pt x="225" y="447"/>
                    </a:lnTo>
                    <a:lnTo>
                      <a:pt x="234" y="445"/>
                    </a:lnTo>
                    <a:lnTo>
                      <a:pt x="243" y="445"/>
                    </a:lnTo>
                    <a:lnTo>
                      <a:pt x="257" y="444"/>
                    </a:lnTo>
                    <a:lnTo>
                      <a:pt x="266" y="442"/>
                    </a:lnTo>
                    <a:lnTo>
                      <a:pt x="279" y="440"/>
                    </a:lnTo>
                    <a:lnTo>
                      <a:pt x="289" y="436"/>
                    </a:lnTo>
                    <a:lnTo>
                      <a:pt x="298" y="434"/>
                    </a:lnTo>
                    <a:lnTo>
                      <a:pt x="309" y="428"/>
                    </a:lnTo>
                    <a:lnTo>
                      <a:pt x="319" y="423"/>
                    </a:lnTo>
                    <a:lnTo>
                      <a:pt x="328" y="419"/>
                    </a:lnTo>
                    <a:lnTo>
                      <a:pt x="347" y="408"/>
                    </a:lnTo>
                    <a:lnTo>
                      <a:pt x="364" y="396"/>
                    </a:lnTo>
                    <a:lnTo>
                      <a:pt x="396" y="364"/>
                    </a:lnTo>
                    <a:lnTo>
                      <a:pt x="408" y="347"/>
                    </a:lnTo>
                    <a:lnTo>
                      <a:pt x="419" y="328"/>
                    </a:lnTo>
                    <a:lnTo>
                      <a:pt x="423" y="319"/>
                    </a:lnTo>
                    <a:lnTo>
                      <a:pt x="428" y="310"/>
                    </a:lnTo>
                    <a:lnTo>
                      <a:pt x="434" y="298"/>
                    </a:lnTo>
                    <a:lnTo>
                      <a:pt x="436" y="289"/>
                    </a:lnTo>
                    <a:lnTo>
                      <a:pt x="440" y="279"/>
                    </a:lnTo>
                    <a:lnTo>
                      <a:pt x="441" y="266"/>
                    </a:lnTo>
                    <a:lnTo>
                      <a:pt x="443" y="257"/>
                    </a:lnTo>
                    <a:lnTo>
                      <a:pt x="445" y="245"/>
                    </a:lnTo>
                    <a:lnTo>
                      <a:pt x="445" y="234"/>
                    </a:lnTo>
                    <a:lnTo>
                      <a:pt x="447" y="225"/>
                    </a:lnTo>
                    <a:lnTo>
                      <a:pt x="447" y="221"/>
                    </a:lnTo>
                    <a:lnTo>
                      <a:pt x="445" y="212"/>
                    </a:lnTo>
                    <a:lnTo>
                      <a:pt x="445" y="200"/>
                    </a:lnTo>
                    <a:lnTo>
                      <a:pt x="443" y="187"/>
                    </a:lnTo>
                    <a:lnTo>
                      <a:pt x="441" y="178"/>
                    </a:lnTo>
                    <a:lnTo>
                      <a:pt x="440" y="164"/>
                    </a:lnTo>
                    <a:lnTo>
                      <a:pt x="436" y="155"/>
                    </a:lnTo>
                    <a:lnTo>
                      <a:pt x="434" y="146"/>
                    </a:lnTo>
                    <a:lnTo>
                      <a:pt x="428" y="134"/>
                    </a:lnTo>
                    <a:lnTo>
                      <a:pt x="423" y="125"/>
                    </a:lnTo>
                    <a:lnTo>
                      <a:pt x="419" y="115"/>
                    </a:lnTo>
                    <a:lnTo>
                      <a:pt x="413" y="106"/>
                    </a:lnTo>
                    <a:lnTo>
                      <a:pt x="408" y="98"/>
                    </a:lnTo>
                    <a:lnTo>
                      <a:pt x="396" y="80"/>
                    </a:lnTo>
                    <a:lnTo>
                      <a:pt x="379" y="63"/>
                    </a:lnTo>
                    <a:lnTo>
                      <a:pt x="372" y="57"/>
                    </a:lnTo>
                    <a:lnTo>
                      <a:pt x="364" y="49"/>
                    </a:lnTo>
                    <a:lnTo>
                      <a:pt x="347" y="38"/>
                    </a:lnTo>
                    <a:lnTo>
                      <a:pt x="328" y="27"/>
                    </a:lnTo>
                    <a:lnTo>
                      <a:pt x="319" y="23"/>
                    </a:lnTo>
                    <a:lnTo>
                      <a:pt x="309" y="17"/>
                    </a:lnTo>
                    <a:lnTo>
                      <a:pt x="298" y="12"/>
                    </a:lnTo>
                    <a:lnTo>
                      <a:pt x="289" y="10"/>
                    </a:lnTo>
                    <a:lnTo>
                      <a:pt x="279" y="6"/>
                    </a:lnTo>
                    <a:lnTo>
                      <a:pt x="266" y="4"/>
                    </a:lnTo>
                    <a:lnTo>
                      <a:pt x="257" y="2"/>
                    </a:lnTo>
                    <a:lnTo>
                      <a:pt x="245" y="0"/>
                    </a:lnTo>
                    <a:lnTo>
                      <a:pt x="200" y="0"/>
                    </a:lnTo>
                    <a:lnTo>
                      <a:pt x="187" y="2"/>
                    </a:lnTo>
                    <a:lnTo>
                      <a:pt x="177" y="4"/>
                    </a:lnTo>
                    <a:lnTo>
                      <a:pt x="164" y="6"/>
                    </a:lnTo>
                    <a:lnTo>
                      <a:pt x="155" y="10"/>
                    </a:lnTo>
                    <a:lnTo>
                      <a:pt x="145" y="12"/>
                    </a:lnTo>
                    <a:lnTo>
                      <a:pt x="134" y="17"/>
                    </a:lnTo>
                    <a:lnTo>
                      <a:pt x="125" y="23"/>
                    </a:lnTo>
                    <a:lnTo>
                      <a:pt x="115" y="27"/>
                    </a:lnTo>
                    <a:lnTo>
                      <a:pt x="106" y="32"/>
                    </a:lnTo>
                    <a:lnTo>
                      <a:pt x="98" y="38"/>
                    </a:lnTo>
                    <a:lnTo>
                      <a:pt x="79" y="49"/>
                    </a:lnTo>
                    <a:lnTo>
                      <a:pt x="64" y="64"/>
                    </a:lnTo>
                    <a:lnTo>
                      <a:pt x="49" y="80"/>
                    </a:lnTo>
                    <a:lnTo>
                      <a:pt x="38" y="98"/>
                    </a:lnTo>
                    <a:lnTo>
                      <a:pt x="32" y="106"/>
                    </a:lnTo>
                    <a:lnTo>
                      <a:pt x="26" y="115"/>
                    </a:lnTo>
                    <a:lnTo>
                      <a:pt x="23" y="125"/>
                    </a:lnTo>
                    <a:lnTo>
                      <a:pt x="17" y="134"/>
                    </a:lnTo>
                    <a:lnTo>
                      <a:pt x="11" y="146"/>
                    </a:lnTo>
                    <a:lnTo>
                      <a:pt x="9" y="155"/>
                    </a:lnTo>
                    <a:lnTo>
                      <a:pt x="6" y="164"/>
                    </a:lnTo>
                    <a:lnTo>
                      <a:pt x="4" y="178"/>
                    </a:lnTo>
                    <a:lnTo>
                      <a:pt x="2" y="187"/>
                    </a:lnTo>
                    <a:lnTo>
                      <a:pt x="0" y="198"/>
                    </a:lnTo>
                    <a:lnTo>
                      <a:pt x="0" y="223"/>
                    </a:lnTo>
                    <a:lnTo>
                      <a:pt x="23" y="223"/>
                    </a:lnTo>
                    <a:lnTo>
                      <a:pt x="23" y="202"/>
                    </a:lnTo>
                    <a:lnTo>
                      <a:pt x="25" y="191"/>
                    </a:lnTo>
                    <a:lnTo>
                      <a:pt x="26" y="181"/>
                    </a:lnTo>
                    <a:lnTo>
                      <a:pt x="28" y="172"/>
                    </a:lnTo>
                    <a:lnTo>
                      <a:pt x="32" y="163"/>
                    </a:lnTo>
                    <a:lnTo>
                      <a:pt x="34" y="153"/>
                    </a:lnTo>
                    <a:lnTo>
                      <a:pt x="36" y="146"/>
                    </a:lnTo>
                    <a:lnTo>
                      <a:pt x="42" y="136"/>
                    </a:lnTo>
                    <a:lnTo>
                      <a:pt x="45" y="127"/>
                    </a:lnTo>
                    <a:lnTo>
                      <a:pt x="51" y="117"/>
                    </a:lnTo>
                    <a:lnTo>
                      <a:pt x="57" y="110"/>
                    </a:lnTo>
                    <a:lnTo>
                      <a:pt x="62" y="100"/>
                    </a:lnTo>
                    <a:lnTo>
                      <a:pt x="68" y="95"/>
                    </a:lnTo>
                    <a:lnTo>
                      <a:pt x="75" y="87"/>
                    </a:lnTo>
                    <a:lnTo>
                      <a:pt x="79" y="80"/>
                    </a:lnTo>
                    <a:lnTo>
                      <a:pt x="87" y="76"/>
                    </a:lnTo>
                    <a:lnTo>
                      <a:pt x="94" y="68"/>
                    </a:lnTo>
                    <a:lnTo>
                      <a:pt x="100" y="63"/>
                    </a:lnTo>
                    <a:lnTo>
                      <a:pt x="109" y="57"/>
                    </a:lnTo>
                    <a:lnTo>
                      <a:pt x="117" y="51"/>
                    </a:lnTo>
                    <a:lnTo>
                      <a:pt x="126" y="46"/>
                    </a:lnTo>
                    <a:lnTo>
                      <a:pt x="136" y="42"/>
                    </a:lnTo>
                    <a:lnTo>
                      <a:pt x="145" y="36"/>
                    </a:lnTo>
                    <a:lnTo>
                      <a:pt x="153" y="34"/>
                    </a:lnTo>
                    <a:lnTo>
                      <a:pt x="162" y="32"/>
                    </a:lnTo>
                    <a:lnTo>
                      <a:pt x="172" y="29"/>
                    </a:lnTo>
                    <a:lnTo>
                      <a:pt x="181" y="27"/>
                    </a:lnTo>
                    <a:lnTo>
                      <a:pt x="191" y="25"/>
                    </a:lnTo>
                    <a:lnTo>
                      <a:pt x="200" y="23"/>
                    </a:lnTo>
                    <a:lnTo>
                      <a:pt x="223" y="23"/>
                    </a:lnTo>
                    <a:lnTo>
                      <a:pt x="241" y="23"/>
                    </a:lnTo>
                    <a:lnTo>
                      <a:pt x="253" y="25"/>
                    </a:lnTo>
                    <a:lnTo>
                      <a:pt x="262" y="27"/>
                    </a:lnTo>
                    <a:lnTo>
                      <a:pt x="272" y="29"/>
                    </a:lnTo>
                    <a:lnTo>
                      <a:pt x="281" y="32"/>
                    </a:lnTo>
                    <a:lnTo>
                      <a:pt x="291" y="34"/>
                    </a:lnTo>
                    <a:lnTo>
                      <a:pt x="298" y="36"/>
                    </a:lnTo>
                    <a:lnTo>
                      <a:pt x="308" y="42"/>
                    </a:lnTo>
                    <a:lnTo>
                      <a:pt x="317" y="46"/>
                    </a:lnTo>
                    <a:lnTo>
                      <a:pt x="336" y="57"/>
                    </a:lnTo>
                    <a:lnTo>
                      <a:pt x="349" y="68"/>
                    </a:lnTo>
                    <a:lnTo>
                      <a:pt x="357" y="76"/>
                    </a:lnTo>
                    <a:lnTo>
                      <a:pt x="364" y="81"/>
                    </a:lnTo>
                    <a:lnTo>
                      <a:pt x="377" y="95"/>
                    </a:lnTo>
                    <a:lnTo>
                      <a:pt x="383" y="100"/>
                    </a:lnTo>
                    <a:lnTo>
                      <a:pt x="389" y="110"/>
                    </a:lnTo>
                    <a:lnTo>
                      <a:pt x="394" y="117"/>
                    </a:lnTo>
                    <a:lnTo>
                      <a:pt x="400" y="127"/>
                    </a:lnTo>
                    <a:lnTo>
                      <a:pt x="404" y="136"/>
                    </a:lnTo>
                    <a:lnTo>
                      <a:pt x="409" y="146"/>
                    </a:lnTo>
                    <a:lnTo>
                      <a:pt x="411" y="153"/>
                    </a:lnTo>
                    <a:lnTo>
                      <a:pt x="413" y="163"/>
                    </a:lnTo>
                    <a:lnTo>
                      <a:pt x="417" y="172"/>
                    </a:lnTo>
                    <a:lnTo>
                      <a:pt x="419" y="181"/>
                    </a:lnTo>
                    <a:lnTo>
                      <a:pt x="421" y="191"/>
                    </a:lnTo>
                    <a:lnTo>
                      <a:pt x="423" y="200"/>
                    </a:lnTo>
                    <a:lnTo>
                      <a:pt x="423" y="212"/>
                    </a:lnTo>
                    <a:lnTo>
                      <a:pt x="425" y="225"/>
                    </a:lnTo>
                    <a:lnTo>
                      <a:pt x="425" y="221"/>
                    </a:lnTo>
                    <a:lnTo>
                      <a:pt x="423" y="230"/>
                    </a:lnTo>
                    <a:lnTo>
                      <a:pt x="423" y="242"/>
                    </a:lnTo>
                    <a:lnTo>
                      <a:pt x="421" y="253"/>
                    </a:lnTo>
                    <a:lnTo>
                      <a:pt x="419" y="262"/>
                    </a:lnTo>
                    <a:lnTo>
                      <a:pt x="417" y="272"/>
                    </a:lnTo>
                    <a:lnTo>
                      <a:pt x="413" y="281"/>
                    </a:lnTo>
                    <a:lnTo>
                      <a:pt x="411" y="291"/>
                    </a:lnTo>
                    <a:lnTo>
                      <a:pt x="409" y="298"/>
                    </a:lnTo>
                    <a:lnTo>
                      <a:pt x="404" y="308"/>
                    </a:lnTo>
                    <a:lnTo>
                      <a:pt x="400" y="317"/>
                    </a:lnTo>
                    <a:lnTo>
                      <a:pt x="389" y="336"/>
                    </a:lnTo>
                    <a:lnTo>
                      <a:pt x="377" y="349"/>
                    </a:lnTo>
                    <a:lnTo>
                      <a:pt x="349" y="377"/>
                    </a:lnTo>
                    <a:lnTo>
                      <a:pt x="336" y="389"/>
                    </a:lnTo>
                    <a:lnTo>
                      <a:pt x="317" y="400"/>
                    </a:lnTo>
                    <a:lnTo>
                      <a:pt x="308" y="404"/>
                    </a:lnTo>
                    <a:lnTo>
                      <a:pt x="298" y="410"/>
                    </a:lnTo>
                    <a:lnTo>
                      <a:pt x="291" y="411"/>
                    </a:lnTo>
                    <a:lnTo>
                      <a:pt x="281" y="413"/>
                    </a:lnTo>
                    <a:lnTo>
                      <a:pt x="272" y="417"/>
                    </a:lnTo>
                    <a:lnTo>
                      <a:pt x="262" y="419"/>
                    </a:lnTo>
                    <a:lnTo>
                      <a:pt x="253" y="421"/>
                    </a:lnTo>
                    <a:lnTo>
                      <a:pt x="243" y="423"/>
                    </a:lnTo>
                    <a:lnTo>
                      <a:pt x="230" y="423"/>
                    </a:lnTo>
                    <a:lnTo>
                      <a:pt x="221" y="425"/>
                    </a:lnTo>
                    <a:lnTo>
                      <a:pt x="225" y="425"/>
                    </a:lnTo>
                    <a:lnTo>
                      <a:pt x="213" y="423"/>
                    </a:lnTo>
                    <a:lnTo>
                      <a:pt x="202" y="423"/>
                    </a:lnTo>
                    <a:lnTo>
                      <a:pt x="191" y="421"/>
                    </a:lnTo>
                    <a:lnTo>
                      <a:pt x="181" y="419"/>
                    </a:lnTo>
                    <a:lnTo>
                      <a:pt x="172" y="417"/>
                    </a:lnTo>
                    <a:lnTo>
                      <a:pt x="162" y="413"/>
                    </a:lnTo>
                    <a:lnTo>
                      <a:pt x="153" y="411"/>
                    </a:lnTo>
                    <a:lnTo>
                      <a:pt x="145" y="410"/>
                    </a:lnTo>
                    <a:lnTo>
                      <a:pt x="136" y="404"/>
                    </a:lnTo>
                    <a:lnTo>
                      <a:pt x="126" y="400"/>
                    </a:lnTo>
                    <a:lnTo>
                      <a:pt x="117" y="394"/>
                    </a:lnTo>
                    <a:lnTo>
                      <a:pt x="109" y="389"/>
                    </a:lnTo>
                    <a:lnTo>
                      <a:pt x="100" y="383"/>
                    </a:lnTo>
                    <a:lnTo>
                      <a:pt x="94" y="377"/>
                    </a:lnTo>
                    <a:lnTo>
                      <a:pt x="81" y="364"/>
                    </a:lnTo>
                    <a:lnTo>
                      <a:pt x="75" y="357"/>
                    </a:lnTo>
                    <a:lnTo>
                      <a:pt x="68" y="349"/>
                    </a:lnTo>
                    <a:lnTo>
                      <a:pt x="57" y="336"/>
                    </a:lnTo>
                    <a:lnTo>
                      <a:pt x="45" y="317"/>
                    </a:lnTo>
                    <a:lnTo>
                      <a:pt x="42" y="308"/>
                    </a:lnTo>
                    <a:lnTo>
                      <a:pt x="36" y="298"/>
                    </a:lnTo>
                    <a:lnTo>
                      <a:pt x="34" y="291"/>
                    </a:lnTo>
                    <a:lnTo>
                      <a:pt x="32" y="281"/>
                    </a:lnTo>
                    <a:lnTo>
                      <a:pt x="28" y="272"/>
                    </a:lnTo>
                    <a:lnTo>
                      <a:pt x="26" y="262"/>
                    </a:lnTo>
                    <a:lnTo>
                      <a:pt x="25" y="253"/>
                    </a:lnTo>
                    <a:lnTo>
                      <a:pt x="23" y="244"/>
                    </a:lnTo>
                    <a:lnTo>
                      <a:pt x="23" y="223"/>
                    </a:lnTo>
                    <a:lnTo>
                      <a:pt x="0" y="22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1" name="Google Shape;491;g28abd34dbfa_0_505"/>
              <p:cNvSpPr/>
              <p:nvPr/>
            </p:nvSpPr>
            <p:spPr>
              <a:xfrm>
                <a:off x="2866" y="1918"/>
                <a:ext cx="447" cy="447"/>
              </a:xfrm>
              <a:custGeom>
                <a:avLst/>
                <a:gdLst/>
                <a:ahLst/>
                <a:cxnLst/>
                <a:rect l="l" t="t" r="r" b="b"/>
                <a:pathLst>
                  <a:path w="447" h="447" extrusionOk="0">
                    <a:moveTo>
                      <a:pt x="0" y="222"/>
                    </a:moveTo>
                    <a:lnTo>
                      <a:pt x="0" y="243"/>
                    </a:lnTo>
                    <a:lnTo>
                      <a:pt x="2" y="256"/>
                    </a:lnTo>
                    <a:lnTo>
                      <a:pt x="4" y="266"/>
                    </a:lnTo>
                    <a:lnTo>
                      <a:pt x="6" y="279"/>
                    </a:lnTo>
                    <a:lnTo>
                      <a:pt x="9" y="288"/>
                    </a:lnTo>
                    <a:lnTo>
                      <a:pt x="11" y="298"/>
                    </a:lnTo>
                    <a:lnTo>
                      <a:pt x="17" y="309"/>
                    </a:lnTo>
                    <a:lnTo>
                      <a:pt x="23" y="318"/>
                    </a:lnTo>
                    <a:lnTo>
                      <a:pt x="26" y="328"/>
                    </a:lnTo>
                    <a:lnTo>
                      <a:pt x="38" y="347"/>
                    </a:lnTo>
                    <a:lnTo>
                      <a:pt x="49" y="364"/>
                    </a:lnTo>
                    <a:lnTo>
                      <a:pt x="57" y="371"/>
                    </a:lnTo>
                    <a:lnTo>
                      <a:pt x="62" y="379"/>
                    </a:lnTo>
                    <a:lnTo>
                      <a:pt x="79" y="396"/>
                    </a:lnTo>
                    <a:lnTo>
                      <a:pt x="98" y="407"/>
                    </a:lnTo>
                    <a:lnTo>
                      <a:pt x="106" y="413"/>
                    </a:lnTo>
                    <a:lnTo>
                      <a:pt x="115" y="418"/>
                    </a:lnTo>
                    <a:lnTo>
                      <a:pt x="125" y="422"/>
                    </a:lnTo>
                    <a:lnTo>
                      <a:pt x="134" y="428"/>
                    </a:lnTo>
                    <a:lnTo>
                      <a:pt x="145" y="433"/>
                    </a:lnTo>
                    <a:lnTo>
                      <a:pt x="155" y="435"/>
                    </a:lnTo>
                    <a:lnTo>
                      <a:pt x="164" y="439"/>
                    </a:lnTo>
                    <a:lnTo>
                      <a:pt x="177" y="441"/>
                    </a:lnTo>
                    <a:lnTo>
                      <a:pt x="187" y="443"/>
                    </a:lnTo>
                    <a:lnTo>
                      <a:pt x="198" y="445"/>
                    </a:lnTo>
                    <a:lnTo>
                      <a:pt x="209" y="445"/>
                    </a:lnTo>
                    <a:lnTo>
                      <a:pt x="221" y="447"/>
                    </a:lnTo>
                    <a:lnTo>
                      <a:pt x="225" y="447"/>
                    </a:lnTo>
                    <a:lnTo>
                      <a:pt x="234" y="445"/>
                    </a:lnTo>
                    <a:lnTo>
                      <a:pt x="243" y="445"/>
                    </a:lnTo>
                    <a:lnTo>
                      <a:pt x="257" y="443"/>
                    </a:lnTo>
                    <a:lnTo>
                      <a:pt x="266" y="441"/>
                    </a:lnTo>
                    <a:lnTo>
                      <a:pt x="279" y="439"/>
                    </a:lnTo>
                    <a:lnTo>
                      <a:pt x="289" y="435"/>
                    </a:lnTo>
                    <a:lnTo>
                      <a:pt x="298" y="433"/>
                    </a:lnTo>
                    <a:lnTo>
                      <a:pt x="309" y="428"/>
                    </a:lnTo>
                    <a:lnTo>
                      <a:pt x="319" y="422"/>
                    </a:lnTo>
                    <a:lnTo>
                      <a:pt x="328" y="418"/>
                    </a:lnTo>
                    <a:lnTo>
                      <a:pt x="347" y="407"/>
                    </a:lnTo>
                    <a:lnTo>
                      <a:pt x="364" y="396"/>
                    </a:lnTo>
                    <a:lnTo>
                      <a:pt x="396" y="364"/>
                    </a:lnTo>
                    <a:lnTo>
                      <a:pt x="408" y="347"/>
                    </a:lnTo>
                    <a:lnTo>
                      <a:pt x="419" y="328"/>
                    </a:lnTo>
                    <a:lnTo>
                      <a:pt x="423" y="318"/>
                    </a:lnTo>
                    <a:lnTo>
                      <a:pt x="428" y="309"/>
                    </a:lnTo>
                    <a:lnTo>
                      <a:pt x="434" y="298"/>
                    </a:lnTo>
                    <a:lnTo>
                      <a:pt x="436" y="288"/>
                    </a:lnTo>
                    <a:lnTo>
                      <a:pt x="440" y="279"/>
                    </a:lnTo>
                    <a:lnTo>
                      <a:pt x="442" y="266"/>
                    </a:lnTo>
                    <a:lnTo>
                      <a:pt x="443" y="256"/>
                    </a:lnTo>
                    <a:lnTo>
                      <a:pt x="445" y="245"/>
                    </a:lnTo>
                    <a:lnTo>
                      <a:pt x="445" y="233"/>
                    </a:lnTo>
                    <a:lnTo>
                      <a:pt x="447" y="224"/>
                    </a:lnTo>
                    <a:lnTo>
                      <a:pt x="447" y="220"/>
                    </a:lnTo>
                    <a:lnTo>
                      <a:pt x="445" y="211"/>
                    </a:lnTo>
                    <a:lnTo>
                      <a:pt x="445" y="200"/>
                    </a:lnTo>
                    <a:lnTo>
                      <a:pt x="443" y="186"/>
                    </a:lnTo>
                    <a:lnTo>
                      <a:pt x="442" y="177"/>
                    </a:lnTo>
                    <a:lnTo>
                      <a:pt x="440" y="164"/>
                    </a:lnTo>
                    <a:lnTo>
                      <a:pt x="436" y="154"/>
                    </a:lnTo>
                    <a:lnTo>
                      <a:pt x="434" y="145"/>
                    </a:lnTo>
                    <a:lnTo>
                      <a:pt x="428" y="134"/>
                    </a:lnTo>
                    <a:lnTo>
                      <a:pt x="423" y="124"/>
                    </a:lnTo>
                    <a:lnTo>
                      <a:pt x="419" y="115"/>
                    </a:lnTo>
                    <a:lnTo>
                      <a:pt x="413" y="105"/>
                    </a:lnTo>
                    <a:lnTo>
                      <a:pt x="408" y="98"/>
                    </a:lnTo>
                    <a:lnTo>
                      <a:pt x="396" y="79"/>
                    </a:lnTo>
                    <a:lnTo>
                      <a:pt x="379" y="62"/>
                    </a:lnTo>
                    <a:lnTo>
                      <a:pt x="372" y="56"/>
                    </a:lnTo>
                    <a:lnTo>
                      <a:pt x="364" y="49"/>
                    </a:lnTo>
                    <a:lnTo>
                      <a:pt x="347" y="37"/>
                    </a:lnTo>
                    <a:lnTo>
                      <a:pt x="328" y="26"/>
                    </a:lnTo>
                    <a:lnTo>
                      <a:pt x="319" y="22"/>
                    </a:lnTo>
                    <a:lnTo>
                      <a:pt x="309" y="17"/>
                    </a:lnTo>
                    <a:lnTo>
                      <a:pt x="298" y="11"/>
                    </a:lnTo>
                    <a:lnTo>
                      <a:pt x="289" y="9"/>
                    </a:lnTo>
                    <a:lnTo>
                      <a:pt x="279" y="5"/>
                    </a:lnTo>
                    <a:lnTo>
                      <a:pt x="266" y="3"/>
                    </a:lnTo>
                    <a:lnTo>
                      <a:pt x="257" y="2"/>
                    </a:lnTo>
                    <a:lnTo>
                      <a:pt x="245" y="0"/>
                    </a:lnTo>
                    <a:lnTo>
                      <a:pt x="200" y="0"/>
                    </a:lnTo>
                    <a:lnTo>
                      <a:pt x="187" y="2"/>
                    </a:lnTo>
                    <a:lnTo>
                      <a:pt x="177" y="3"/>
                    </a:lnTo>
                    <a:lnTo>
                      <a:pt x="164" y="5"/>
                    </a:lnTo>
                    <a:lnTo>
                      <a:pt x="155" y="9"/>
                    </a:lnTo>
                    <a:lnTo>
                      <a:pt x="145" y="11"/>
                    </a:lnTo>
                    <a:lnTo>
                      <a:pt x="134" y="17"/>
                    </a:lnTo>
                    <a:lnTo>
                      <a:pt x="125" y="22"/>
                    </a:lnTo>
                    <a:lnTo>
                      <a:pt x="115" y="26"/>
                    </a:lnTo>
                    <a:lnTo>
                      <a:pt x="106" y="32"/>
                    </a:lnTo>
                    <a:lnTo>
                      <a:pt x="98" y="37"/>
                    </a:lnTo>
                    <a:lnTo>
                      <a:pt x="79" y="49"/>
                    </a:lnTo>
                    <a:lnTo>
                      <a:pt x="64" y="64"/>
                    </a:lnTo>
                    <a:lnTo>
                      <a:pt x="49" y="79"/>
                    </a:lnTo>
                    <a:lnTo>
                      <a:pt x="38" y="98"/>
                    </a:lnTo>
                    <a:lnTo>
                      <a:pt x="32" y="105"/>
                    </a:lnTo>
                    <a:lnTo>
                      <a:pt x="26" y="115"/>
                    </a:lnTo>
                    <a:lnTo>
                      <a:pt x="23" y="124"/>
                    </a:lnTo>
                    <a:lnTo>
                      <a:pt x="17" y="134"/>
                    </a:lnTo>
                    <a:lnTo>
                      <a:pt x="11" y="145"/>
                    </a:lnTo>
                    <a:lnTo>
                      <a:pt x="9" y="154"/>
                    </a:lnTo>
                    <a:lnTo>
                      <a:pt x="6" y="164"/>
                    </a:lnTo>
                    <a:lnTo>
                      <a:pt x="4" y="177"/>
                    </a:lnTo>
                    <a:lnTo>
                      <a:pt x="2" y="186"/>
                    </a:lnTo>
                    <a:lnTo>
                      <a:pt x="0" y="198"/>
                    </a:lnTo>
                    <a:lnTo>
                      <a:pt x="0" y="222"/>
                    </a:lnTo>
                    <a:lnTo>
                      <a:pt x="23" y="222"/>
                    </a:lnTo>
                    <a:lnTo>
                      <a:pt x="23" y="201"/>
                    </a:lnTo>
                    <a:lnTo>
                      <a:pt x="25" y="190"/>
                    </a:lnTo>
                    <a:lnTo>
                      <a:pt x="26" y="181"/>
                    </a:lnTo>
                    <a:lnTo>
                      <a:pt x="28" y="171"/>
                    </a:lnTo>
                    <a:lnTo>
                      <a:pt x="32" y="162"/>
                    </a:lnTo>
                    <a:lnTo>
                      <a:pt x="34" y="152"/>
                    </a:lnTo>
                    <a:lnTo>
                      <a:pt x="36" y="145"/>
                    </a:lnTo>
                    <a:lnTo>
                      <a:pt x="42" y="135"/>
                    </a:lnTo>
                    <a:lnTo>
                      <a:pt x="45" y="126"/>
                    </a:lnTo>
                    <a:lnTo>
                      <a:pt x="51" y="117"/>
                    </a:lnTo>
                    <a:lnTo>
                      <a:pt x="57" y="109"/>
                    </a:lnTo>
                    <a:lnTo>
                      <a:pt x="62" y="100"/>
                    </a:lnTo>
                    <a:lnTo>
                      <a:pt x="68" y="94"/>
                    </a:lnTo>
                    <a:lnTo>
                      <a:pt x="76" y="86"/>
                    </a:lnTo>
                    <a:lnTo>
                      <a:pt x="79" y="79"/>
                    </a:lnTo>
                    <a:lnTo>
                      <a:pt x="87" y="75"/>
                    </a:lnTo>
                    <a:lnTo>
                      <a:pt x="94" y="68"/>
                    </a:lnTo>
                    <a:lnTo>
                      <a:pt x="100" y="62"/>
                    </a:lnTo>
                    <a:lnTo>
                      <a:pt x="109" y="56"/>
                    </a:lnTo>
                    <a:lnTo>
                      <a:pt x="117" y="51"/>
                    </a:lnTo>
                    <a:lnTo>
                      <a:pt x="126" y="45"/>
                    </a:lnTo>
                    <a:lnTo>
                      <a:pt x="136" y="41"/>
                    </a:lnTo>
                    <a:lnTo>
                      <a:pt x="145" y="35"/>
                    </a:lnTo>
                    <a:lnTo>
                      <a:pt x="153" y="34"/>
                    </a:lnTo>
                    <a:lnTo>
                      <a:pt x="162" y="32"/>
                    </a:lnTo>
                    <a:lnTo>
                      <a:pt x="172" y="28"/>
                    </a:lnTo>
                    <a:lnTo>
                      <a:pt x="181" y="26"/>
                    </a:lnTo>
                    <a:lnTo>
                      <a:pt x="191" y="24"/>
                    </a:lnTo>
                    <a:lnTo>
                      <a:pt x="200" y="22"/>
                    </a:lnTo>
                    <a:lnTo>
                      <a:pt x="223" y="22"/>
                    </a:lnTo>
                    <a:lnTo>
                      <a:pt x="242" y="22"/>
                    </a:lnTo>
                    <a:lnTo>
                      <a:pt x="253" y="24"/>
                    </a:lnTo>
                    <a:lnTo>
                      <a:pt x="262" y="26"/>
                    </a:lnTo>
                    <a:lnTo>
                      <a:pt x="272" y="28"/>
                    </a:lnTo>
                    <a:lnTo>
                      <a:pt x="281" y="32"/>
                    </a:lnTo>
                    <a:lnTo>
                      <a:pt x="291" y="34"/>
                    </a:lnTo>
                    <a:lnTo>
                      <a:pt x="298" y="35"/>
                    </a:lnTo>
                    <a:lnTo>
                      <a:pt x="308" y="41"/>
                    </a:lnTo>
                    <a:lnTo>
                      <a:pt x="317" y="45"/>
                    </a:lnTo>
                    <a:lnTo>
                      <a:pt x="336" y="56"/>
                    </a:lnTo>
                    <a:lnTo>
                      <a:pt x="349" y="68"/>
                    </a:lnTo>
                    <a:lnTo>
                      <a:pt x="357" y="75"/>
                    </a:lnTo>
                    <a:lnTo>
                      <a:pt x="364" y="81"/>
                    </a:lnTo>
                    <a:lnTo>
                      <a:pt x="377" y="94"/>
                    </a:lnTo>
                    <a:lnTo>
                      <a:pt x="383" y="100"/>
                    </a:lnTo>
                    <a:lnTo>
                      <a:pt x="389" y="109"/>
                    </a:lnTo>
                    <a:lnTo>
                      <a:pt x="394" y="117"/>
                    </a:lnTo>
                    <a:lnTo>
                      <a:pt x="400" y="126"/>
                    </a:lnTo>
                    <a:lnTo>
                      <a:pt x="404" y="135"/>
                    </a:lnTo>
                    <a:lnTo>
                      <a:pt x="409" y="145"/>
                    </a:lnTo>
                    <a:lnTo>
                      <a:pt x="411" y="152"/>
                    </a:lnTo>
                    <a:lnTo>
                      <a:pt x="413" y="162"/>
                    </a:lnTo>
                    <a:lnTo>
                      <a:pt x="417" y="171"/>
                    </a:lnTo>
                    <a:lnTo>
                      <a:pt x="419" y="181"/>
                    </a:lnTo>
                    <a:lnTo>
                      <a:pt x="421" y="190"/>
                    </a:lnTo>
                    <a:lnTo>
                      <a:pt x="423" y="200"/>
                    </a:lnTo>
                    <a:lnTo>
                      <a:pt x="423" y="211"/>
                    </a:lnTo>
                    <a:lnTo>
                      <a:pt x="425" y="224"/>
                    </a:lnTo>
                    <a:lnTo>
                      <a:pt x="425" y="220"/>
                    </a:lnTo>
                    <a:lnTo>
                      <a:pt x="423" y="230"/>
                    </a:lnTo>
                    <a:lnTo>
                      <a:pt x="423" y="241"/>
                    </a:lnTo>
                    <a:lnTo>
                      <a:pt x="421" y="252"/>
                    </a:lnTo>
                    <a:lnTo>
                      <a:pt x="419" y="262"/>
                    </a:lnTo>
                    <a:lnTo>
                      <a:pt x="417" y="271"/>
                    </a:lnTo>
                    <a:lnTo>
                      <a:pt x="413" y="281"/>
                    </a:lnTo>
                    <a:lnTo>
                      <a:pt x="411" y="290"/>
                    </a:lnTo>
                    <a:lnTo>
                      <a:pt x="409" y="298"/>
                    </a:lnTo>
                    <a:lnTo>
                      <a:pt x="404" y="307"/>
                    </a:lnTo>
                    <a:lnTo>
                      <a:pt x="400" y="316"/>
                    </a:lnTo>
                    <a:lnTo>
                      <a:pt x="389" y="335"/>
                    </a:lnTo>
                    <a:lnTo>
                      <a:pt x="377" y="349"/>
                    </a:lnTo>
                    <a:lnTo>
                      <a:pt x="349" y="377"/>
                    </a:lnTo>
                    <a:lnTo>
                      <a:pt x="336" y="388"/>
                    </a:lnTo>
                    <a:lnTo>
                      <a:pt x="317" y="399"/>
                    </a:lnTo>
                    <a:lnTo>
                      <a:pt x="308" y="403"/>
                    </a:lnTo>
                    <a:lnTo>
                      <a:pt x="298" y="409"/>
                    </a:lnTo>
                    <a:lnTo>
                      <a:pt x="291" y="411"/>
                    </a:lnTo>
                    <a:lnTo>
                      <a:pt x="281" y="413"/>
                    </a:lnTo>
                    <a:lnTo>
                      <a:pt x="272" y="416"/>
                    </a:lnTo>
                    <a:lnTo>
                      <a:pt x="262" y="418"/>
                    </a:lnTo>
                    <a:lnTo>
                      <a:pt x="253" y="420"/>
                    </a:lnTo>
                    <a:lnTo>
                      <a:pt x="243" y="422"/>
                    </a:lnTo>
                    <a:lnTo>
                      <a:pt x="230" y="422"/>
                    </a:lnTo>
                    <a:lnTo>
                      <a:pt x="221" y="424"/>
                    </a:lnTo>
                    <a:lnTo>
                      <a:pt x="225" y="424"/>
                    </a:lnTo>
                    <a:lnTo>
                      <a:pt x="213" y="422"/>
                    </a:lnTo>
                    <a:lnTo>
                      <a:pt x="202" y="422"/>
                    </a:lnTo>
                    <a:lnTo>
                      <a:pt x="191" y="420"/>
                    </a:lnTo>
                    <a:lnTo>
                      <a:pt x="181" y="418"/>
                    </a:lnTo>
                    <a:lnTo>
                      <a:pt x="172" y="416"/>
                    </a:lnTo>
                    <a:lnTo>
                      <a:pt x="162" y="413"/>
                    </a:lnTo>
                    <a:lnTo>
                      <a:pt x="153" y="411"/>
                    </a:lnTo>
                    <a:lnTo>
                      <a:pt x="145" y="409"/>
                    </a:lnTo>
                    <a:lnTo>
                      <a:pt x="136" y="403"/>
                    </a:lnTo>
                    <a:lnTo>
                      <a:pt x="126" y="399"/>
                    </a:lnTo>
                    <a:lnTo>
                      <a:pt x="117" y="394"/>
                    </a:lnTo>
                    <a:lnTo>
                      <a:pt x="109" y="388"/>
                    </a:lnTo>
                    <a:lnTo>
                      <a:pt x="100" y="382"/>
                    </a:lnTo>
                    <a:lnTo>
                      <a:pt x="94" y="377"/>
                    </a:lnTo>
                    <a:lnTo>
                      <a:pt x="81" y="364"/>
                    </a:lnTo>
                    <a:lnTo>
                      <a:pt x="76" y="356"/>
                    </a:lnTo>
                    <a:lnTo>
                      <a:pt x="68" y="349"/>
                    </a:lnTo>
                    <a:lnTo>
                      <a:pt x="57" y="335"/>
                    </a:lnTo>
                    <a:lnTo>
                      <a:pt x="45" y="316"/>
                    </a:lnTo>
                    <a:lnTo>
                      <a:pt x="42" y="307"/>
                    </a:lnTo>
                    <a:lnTo>
                      <a:pt x="36" y="298"/>
                    </a:lnTo>
                    <a:lnTo>
                      <a:pt x="34" y="290"/>
                    </a:lnTo>
                    <a:lnTo>
                      <a:pt x="32" y="281"/>
                    </a:lnTo>
                    <a:lnTo>
                      <a:pt x="28" y="271"/>
                    </a:lnTo>
                    <a:lnTo>
                      <a:pt x="26" y="262"/>
                    </a:lnTo>
                    <a:lnTo>
                      <a:pt x="25" y="252"/>
                    </a:lnTo>
                    <a:lnTo>
                      <a:pt x="23" y="243"/>
                    </a:lnTo>
                    <a:lnTo>
                      <a:pt x="23" y="222"/>
                    </a:lnTo>
                    <a:lnTo>
                      <a:pt x="0" y="22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2" name="Google Shape;492;g28abd34dbfa_0_505"/>
              <p:cNvSpPr/>
              <p:nvPr/>
            </p:nvSpPr>
            <p:spPr>
              <a:xfrm>
                <a:off x="2112" y="2059"/>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A</a:t>
                </a:r>
                <a:endParaRPr sz="3200" b="1" i="0" u="none" strike="noStrike" cap="none">
                  <a:solidFill>
                    <a:srgbClr val="00FF00"/>
                  </a:solidFill>
                  <a:latin typeface="Times New Roman"/>
                  <a:ea typeface="Times New Roman"/>
                  <a:cs typeface="Times New Roman"/>
                  <a:sym typeface="Times New Roman"/>
                </a:endParaRPr>
              </a:p>
            </p:txBody>
          </p:sp>
          <p:sp>
            <p:nvSpPr>
              <p:cNvPr id="493" name="Google Shape;493;g28abd34dbfa_0_505"/>
              <p:cNvSpPr/>
              <p:nvPr/>
            </p:nvSpPr>
            <p:spPr>
              <a:xfrm>
                <a:off x="3043" y="2035"/>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B</a:t>
                </a:r>
                <a:endParaRPr sz="3200" b="1" i="0" u="none" strike="noStrike" cap="none">
                  <a:solidFill>
                    <a:srgbClr val="00FF00"/>
                  </a:solidFill>
                  <a:latin typeface="Times New Roman"/>
                  <a:ea typeface="Times New Roman"/>
                  <a:cs typeface="Times New Roman"/>
                  <a:sym typeface="Times New Roman"/>
                </a:endParaRPr>
              </a:p>
            </p:txBody>
          </p:sp>
          <p:sp>
            <p:nvSpPr>
              <p:cNvPr id="494" name="Google Shape;494;g28abd34dbfa_0_505"/>
              <p:cNvSpPr/>
              <p:nvPr/>
            </p:nvSpPr>
            <p:spPr>
              <a:xfrm>
                <a:off x="2426" y="192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1/0</a:t>
                </a:r>
                <a:endParaRPr sz="3200" b="1" i="0" u="none" strike="noStrike" cap="none">
                  <a:solidFill>
                    <a:srgbClr val="00FF00"/>
                  </a:solidFill>
                  <a:latin typeface="Times New Roman"/>
                  <a:ea typeface="Times New Roman"/>
                  <a:cs typeface="Times New Roman"/>
                  <a:sym typeface="Times New Roman"/>
                </a:endParaRPr>
              </a:p>
            </p:txBody>
          </p:sp>
          <p:sp>
            <p:nvSpPr>
              <p:cNvPr id="495" name="Google Shape;495;g28abd34dbfa_0_505"/>
              <p:cNvSpPr/>
              <p:nvPr/>
            </p:nvSpPr>
            <p:spPr>
              <a:xfrm>
                <a:off x="3809" y="1942"/>
                <a:ext cx="448" cy="447"/>
              </a:xfrm>
              <a:custGeom>
                <a:avLst/>
                <a:gdLst/>
                <a:ahLst/>
                <a:cxnLst/>
                <a:rect l="l" t="t" r="r" b="b"/>
                <a:pathLst>
                  <a:path w="448" h="447" extrusionOk="0">
                    <a:moveTo>
                      <a:pt x="0" y="223"/>
                    </a:moveTo>
                    <a:lnTo>
                      <a:pt x="0" y="243"/>
                    </a:lnTo>
                    <a:lnTo>
                      <a:pt x="2" y="257"/>
                    </a:lnTo>
                    <a:lnTo>
                      <a:pt x="4" y="266"/>
                    </a:lnTo>
                    <a:lnTo>
                      <a:pt x="6" y="279"/>
                    </a:lnTo>
                    <a:lnTo>
                      <a:pt x="10" y="289"/>
                    </a:lnTo>
                    <a:lnTo>
                      <a:pt x="12" y="298"/>
                    </a:lnTo>
                    <a:lnTo>
                      <a:pt x="17" y="309"/>
                    </a:lnTo>
                    <a:lnTo>
                      <a:pt x="23" y="319"/>
                    </a:lnTo>
                    <a:lnTo>
                      <a:pt x="27" y="328"/>
                    </a:lnTo>
                    <a:lnTo>
                      <a:pt x="38" y="347"/>
                    </a:lnTo>
                    <a:lnTo>
                      <a:pt x="49" y="364"/>
                    </a:lnTo>
                    <a:lnTo>
                      <a:pt x="57" y="372"/>
                    </a:lnTo>
                    <a:lnTo>
                      <a:pt x="63" y="379"/>
                    </a:lnTo>
                    <a:lnTo>
                      <a:pt x="80" y="396"/>
                    </a:lnTo>
                    <a:lnTo>
                      <a:pt x="98" y="408"/>
                    </a:lnTo>
                    <a:lnTo>
                      <a:pt x="106" y="413"/>
                    </a:lnTo>
                    <a:lnTo>
                      <a:pt x="115" y="419"/>
                    </a:lnTo>
                    <a:lnTo>
                      <a:pt x="125" y="423"/>
                    </a:lnTo>
                    <a:lnTo>
                      <a:pt x="134" y="428"/>
                    </a:lnTo>
                    <a:lnTo>
                      <a:pt x="146" y="434"/>
                    </a:lnTo>
                    <a:lnTo>
                      <a:pt x="155" y="436"/>
                    </a:lnTo>
                    <a:lnTo>
                      <a:pt x="165" y="440"/>
                    </a:lnTo>
                    <a:lnTo>
                      <a:pt x="178" y="441"/>
                    </a:lnTo>
                    <a:lnTo>
                      <a:pt x="187" y="443"/>
                    </a:lnTo>
                    <a:lnTo>
                      <a:pt x="198" y="445"/>
                    </a:lnTo>
                    <a:lnTo>
                      <a:pt x="210" y="445"/>
                    </a:lnTo>
                    <a:lnTo>
                      <a:pt x="221" y="447"/>
                    </a:lnTo>
                    <a:lnTo>
                      <a:pt x="225" y="447"/>
                    </a:lnTo>
                    <a:lnTo>
                      <a:pt x="234" y="445"/>
                    </a:lnTo>
                    <a:lnTo>
                      <a:pt x="244" y="445"/>
                    </a:lnTo>
                    <a:lnTo>
                      <a:pt x="257" y="443"/>
                    </a:lnTo>
                    <a:lnTo>
                      <a:pt x="266" y="441"/>
                    </a:lnTo>
                    <a:lnTo>
                      <a:pt x="280" y="440"/>
                    </a:lnTo>
                    <a:lnTo>
                      <a:pt x="289" y="436"/>
                    </a:lnTo>
                    <a:lnTo>
                      <a:pt x="298" y="434"/>
                    </a:lnTo>
                    <a:lnTo>
                      <a:pt x="310" y="428"/>
                    </a:lnTo>
                    <a:lnTo>
                      <a:pt x="319" y="423"/>
                    </a:lnTo>
                    <a:lnTo>
                      <a:pt x="329" y="419"/>
                    </a:lnTo>
                    <a:lnTo>
                      <a:pt x="348" y="408"/>
                    </a:lnTo>
                    <a:lnTo>
                      <a:pt x="365" y="396"/>
                    </a:lnTo>
                    <a:lnTo>
                      <a:pt x="397" y="364"/>
                    </a:lnTo>
                    <a:lnTo>
                      <a:pt x="408" y="347"/>
                    </a:lnTo>
                    <a:lnTo>
                      <a:pt x="419" y="328"/>
                    </a:lnTo>
                    <a:lnTo>
                      <a:pt x="423" y="319"/>
                    </a:lnTo>
                    <a:lnTo>
                      <a:pt x="429" y="309"/>
                    </a:lnTo>
                    <a:lnTo>
                      <a:pt x="434" y="298"/>
                    </a:lnTo>
                    <a:lnTo>
                      <a:pt x="436" y="289"/>
                    </a:lnTo>
                    <a:lnTo>
                      <a:pt x="440" y="279"/>
                    </a:lnTo>
                    <a:lnTo>
                      <a:pt x="442" y="266"/>
                    </a:lnTo>
                    <a:lnTo>
                      <a:pt x="444" y="257"/>
                    </a:lnTo>
                    <a:lnTo>
                      <a:pt x="446" y="245"/>
                    </a:lnTo>
                    <a:lnTo>
                      <a:pt x="446" y="234"/>
                    </a:lnTo>
                    <a:lnTo>
                      <a:pt x="448" y="225"/>
                    </a:lnTo>
                    <a:lnTo>
                      <a:pt x="448" y="221"/>
                    </a:lnTo>
                    <a:lnTo>
                      <a:pt x="446" y="211"/>
                    </a:lnTo>
                    <a:lnTo>
                      <a:pt x="446" y="200"/>
                    </a:lnTo>
                    <a:lnTo>
                      <a:pt x="444" y="187"/>
                    </a:lnTo>
                    <a:lnTo>
                      <a:pt x="442" y="177"/>
                    </a:lnTo>
                    <a:lnTo>
                      <a:pt x="440" y="164"/>
                    </a:lnTo>
                    <a:lnTo>
                      <a:pt x="436" y="155"/>
                    </a:lnTo>
                    <a:lnTo>
                      <a:pt x="434" y="145"/>
                    </a:lnTo>
                    <a:lnTo>
                      <a:pt x="429" y="134"/>
                    </a:lnTo>
                    <a:lnTo>
                      <a:pt x="423" y="125"/>
                    </a:lnTo>
                    <a:lnTo>
                      <a:pt x="419" y="115"/>
                    </a:lnTo>
                    <a:lnTo>
                      <a:pt x="414" y="106"/>
                    </a:lnTo>
                    <a:lnTo>
                      <a:pt x="408" y="98"/>
                    </a:lnTo>
                    <a:lnTo>
                      <a:pt x="397" y="79"/>
                    </a:lnTo>
                    <a:lnTo>
                      <a:pt x="380" y="62"/>
                    </a:lnTo>
                    <a:lnTo>
                      <a:pt x="372" y="57"/>
                    </a:lnTo>
                    <a:lnTo>
                      <a:pt x="365" y="49"/>
                    </a:lnTo>
                    <a:lnTo>
                      <a:pt x="348" y="38"/>
                    </a:lnTo>
                    <a:lnTo>
                      <a:pt x="329" y="27"/>
                    </a:lnTo>
                    <a:lnTo>
                      <a:pt x="319" y="23"/>
                    </a:lnTo>
                    <a:lnTo>
                      <a:pt x="310" y="17"/>
                    </a:lnTo>
                    <a:lnTo>
                      <a:pt x="298" y="11"/>
                    </a:lnTo>
                    <a:lnTo>
                      <a:pt x="289" y="10"/>
                    </a:lnTo>
                    <a:lnTo>
                      <a:pt x="280" y="6"/>
                    </a:lnTo>
                    <a:lnTo>
                      <a:pt x="266" y="4"/>
                    </a:lnTo>
                    <a:lnTo>
                      <a:pt x="257" y="2"/>
                    </a:lnTo>
                    <a:lnTo>
                      <a:pt x="246" y="0"/>
                    </a:lnTo>
                    <a:lnTo>
                      <a:pt x="200" y="0"/>
                    </a:lnTo>
                    <a:lnTo>
                      <a:pt x="187" y="2"/>
                    </a:lnTo>
                    <a:lnTo>
                      <a:pt x="178" y="4"/>
                    </a:lnTo>
                    <a:lnTo>
                      <a:pt x="165" y="6"/>
                    </a:lnTo>
                    <a:lnTo>
                      <a:pt x="155" y="10"/>
                    </a:lnTo>
                    <a:lnTo>
                      <a:pt x="146" y="11"/>
                    </a:lnTo>
                    <a:lnTo>
                      <a:pt x="134" y="17"/>
                    </a:lnTo>
                    <a:lnTo>
                      <a:pt x="125" y="23"/>
                    </a:lnTo>
                    <a:lnTo>
                      <a:pt x="115" y="27"/>
                    </a:lnTo>
                    <a:lnTo>
                      <a:pt x="106" y="32"/>
                    </a:lnTo>
                    <a:lnTo>
                      <a:pt x="98" y="38"/>
                    </a:lnTo>
                    <a:lnTo>
                      <a:pt x="80" y="49"/>
                    </a:lnTo>
                    <a:lnTo>
                      <a:pt x="65" y="64"/>
                    </a:lnTo>
                    <a:lnTo>
                      <a:pt x="49" y="79"/>
                    </a:lnTo>
                    <a:lnTo>
                      <a:pt x="38" y="98"/>
                    </a:lnTo>
                    <a:lnTo>
                      <a:pt x="32" y="106"/>
                    </a:lnTo>
                    <a:lnTo>
                      <a:pt x="27" y="115"/>
                    </a:lnTo>
                    <a:lnTo>
                      <a:pt x="23" y="125"/>
                    </a:lnTo>
                    <a:lnTo>
                      <a:pt x="17" y="134"/>
                    </a:lnTo>
                    <a:lnTo>
                      <a:pt x="12" y="145"/>
                    </a:lnTo>
                    <a:lnTo>
                      <a:pt x="10" y="155"/>
                    </a:lnTo>
                    <a:lnTo>
                      <a:pt x="6" y="164"/>
                    </a:lnTo>
                    <a:lnTo>
                      <a:pt x="4" y="177"/>
                    </a:lnTo>
                    <a:lnTo>
                      <a:pt x="2" y="187"/>
                    </a:lnTo>
                    <a:lnTo>
                      <a:pt x="0" y="198"/>
                    </a:lnTo>
                    <a:lnTo>
                      <a:pt x="0" y="223"/>
                    </a:lnTo>
                    <a:lnTo>
                      <a:pt x="23" y="223"/>
                    </a:lnTo>
                    <a:lnTo>
                      <a:pt x="23" y="202"/>
                    </a:lnTo>
                    <a:lnTo>
                      <a:pt x="25" y="191"/>
                    </a:lnTo>
                    <a:lnTo>
                      <a:pt x="27" y="181"/>
                    </a:lnTo>
                    <a:lnTo>
                      <a:pt x="29" y="172"/>
                    </a:lnTo>
                    <a:lnTo>
                      <a:pt x="32" y="162"/>
                    </a:lnTo>
                    <a:lnTo>
                      <a:pt x="34" y="153"/>
                    </a:lnTo>
                    <a:lnTo>
                      <a:pt x="36" y="145"/>
                    </a:lnTo>
                    <a:lnTo>
                      <a:pt x="42" y="136"/>
                    </a:lnTo>
                    <a:lnTo>
                      <a:pt x="46" y="127"/>
                    </a:lnTo>
                    <a:lnTo>
                      <a:pt x="51" y="117"/>
                    </a:lnTo>
                    <a:lnTo>
                      <a:pt x="57" y="110"/>
                    </a:lnTo>
                    <a:lnTo>
                      <a:pt x="63" y="100"/>
                    </a:lnTo>
                    <a:lnTo>
                      <a:pt x="68" y="94"/>
                    </a:lnTo>
                    <a:lnTo>
                      <a:pt x="76" y="87"/>
                    </a:lnTo>
                    <a:lnTo>
                      <a:pt x="80" y="79"/>
                    </a:lnTo>
                    <a:lnTo>
                      <a:pt x="87" y="76"/>
                    </a:lnTo>
                    <a:lnTo>
                      <a:pt x="95" y="68"/>
                    </a:lnTo>
                    <a:lnTo>
                      <a:pt x="100" y="62"/>
                    </a:lnTo>
                    <a:lnTo>
                      <a:pt x="110" y="57"/>
                    </a:lnTo>
                    <a:lnTo>
                      <a:pt x="117" y="51"/>
                    </a:lnTo>
                    <a:lnTo>
                      <a:pt x="127" y="45"/>
                    </a:lnTo>
                    <a:lnTo>
                      <a:pt x="136" y="42"/>
                    </a:lnTo>
                    <a:lnTo>
                      <a:pt x="146" y="36"/>
                    </a:lnTo>
                    <a:lnTo>
                      <a:pt x="153" y="34"/>
                    </a:lnTo>
                    <a:lnTo>
                      <a:pt x="163" y="32"/>
                    </a:lnTo>
                    <a:lnTo>
                      <a:pt x="172" y="28"/>
                    </a:lnTo>
                    <a:lnTo>
                      <a:pt x="182" y="27"/>
                    </a:lnTo>
                    <a:lnTo>
                      <a:pt x="191" y="25"/>
                    </a:lnTo>
                    <a:lnTo>
                      <a:pt x="200" y="23"/>
                    </a:lnTo>
                    <a:lnTo>
                      <a:pt x="223" y="23"/>
                    </a:lnTo>
                    <a:lnTo>
                      <a:pt x="242" y="23"/>
                    </a:lnTo>
                    <a:lnTo>
                      <a:pt x="253" y="25"/>
                    </a:lnTo>
                    <a:lnTo>
                      <a:pt x="263" y="27"/>
                    </a:lnTo>
                    <a:lnTo>
                      <a:pt x="272" y="28"/>
                    </a:lnTo>
                    <a:lnTo>
                      <a:pt x="282" y="32"/>
                    </a:lnTo>
                    <a:lnTo>
                      <a:pt x="291" y="34"/>
                    </a:lnTo>
                    <a:lnTo>
                      <a:pt x="298" y="36"/>
                    </a:lnTo>
                    <a:lnTo>
                      <a:pt x="308" y="42"/>
                    </a:lnTo>
                    <a:lnTo>
                      <a:pt x="317" y="45"/>
                    </a:lnTo>
                    <a:lnTo>
                      <a:pt x="336" y="57"/>
                    </a:lnTo>
                    <a:lnTo>
                      <a:pt x="349" y="68"/>
                    </a:lnTo>
                    <a:lnTo>
                      <a:pt x="357" y="76"/>
                    </a:lnTo>
                    <a:lnTo>
                      <a:pt x="365" y="81"/>
                    </a:lnTo>
                    <a:lnTo>
                      <a:pt x="378" y="94"/>
                    </a:lnTo>
                    <a:lnTo>
                      <a:pt x="383" y="100"/>
                    </a:lnTo>
                    <a:lnTo>
                      <a:pt x="389" y="110"/>
                    </a:lnTo>
                    <a:lnTo>
                      <a:pt x="395" y="117"/>
                    </a:lnTo>
                    <a:lnTo>
                      <a:pt x="400" y="127"/>
                    </a:lnTo>
                    <a:lnTo>
                      <a:pt x="404" y="136"/>
                    </a:lnTo>
                    <a:lnTo>
                      <a:pt x="410" y="145"/>
                    </a:lnTo>
                    <a:lnTo>
                      <a:pt x="412" y="153"/>
                    </a:lnTo>
                    <a:lnTo>
                      <a:pt x="414" y="162"/>
                    </a:lnTo>
                    <a:lnTo>
                      <a:pt x="417" y="172"/>
                    </a:lnTo>
                    <a:lnTo>
                      <a:pt x="419" y="181"/>
                    </a:lnTo>
                    <a:lnTo>
                      <a:pt x="421" y="191"/>
                    </a:lnTo>
                    <a:lnTo>
                      <a:pt x="423" y="200"/>
                    </a:lnTo>
                    <a:lnTo>
                      <a:pt x="423" y="211"/>
                    </a:lnTo>
                    <a:lnTo>
                      <a:pt x="425" y="225"/>
                    </a:lnTo>
                    <a:lnTo>
                      <a:pt x="425" y="221"/>
                    </a:lnTo>
                    <a:lnTo>
                      <a:pt x="423" y="230"/>
                    </a:lnTo>
                    <a:lnTo>
                      <a:pt x="423" y="242"/>
                    </a:lnTo>
                    <a:lnTo>
                      <a:pt x="421" y="253"/>
                    </a:lnTo>
                    <a:lnTo>
                      <a:pt x="419" y="262"/>
                    </a:lnTo>
                    <a:lnTo>
                      <a:pt x="417" y="272"/>
                    </a:lnTo>
                    <a:lnTo>
                      <a:pt x="414" y="281"/>
                    </a:lnTo>
                    <a:lnTo>
                      <a:pt x="412" y="291"/>
                    </a:lnTo>
                    <a:lnTo>
                      <a:pt x="410" y="298"/>
                    </a:lnTo>
                    <a:lnTo>
                      <a:pt x="404" y="308"/>
                    </a:lnTo>
                    <a:lnTo>
                      <a:pt x="400" y="317"/>
                    </a:lnTo>
                    <a:lnTo>
                      <a:pt x="389" y="336"/>
                    </a:lnTo>
                    <a:lnTo>
                      <a:pt x="378" y="349"/>
                    </a:lnTo>
                    <a:lnTo>
                      <a:pt x="349" y="377"/>
                    </a:lnTo>
                    <a:lnTo>
                      <a:pt x="336" y="389"/>
                    </a:lnTo>
                    <a:lnTo>
                      <a:pt x="317" y="400"/>
                    </a:lnTo>
                    <a:lnTo>
                      <a:pt x="308" y="404"/>
                    </a:lnTo>
                    <a:lnTo>
                      <a:pt x="298" y="409"/>
                    </a:lnTo>
                    <a:lnTo>
                      <a:pt x="291" y="411"/>
                    </a:lnTo>
                    <a:lnTo>
                      <a:pt x="282" y="413"/>
                    </a:lnTo>
                    <a:lnTo>
                      <a:pt x="272" y="417"/>
                    </a:lnTo>
                    <a:lnTo>
                      <a:pt x="263" y="419"/>
                    </a:lnTo>
                    <a:lnTo>
                      <a:pt x="253" y="421"/>
                    </a:lnTo>
                    <a:lnTo>
                      <a:pt x="244" y="423"/>
                    </a:lnTo>
                    <a:lnTo>
                      <a:pt x="231" y="423"/>
                    </a:lnTo>
                    <a:lnTo>
                      <a:pt x="221" y="424"/>
                    </a:lnTo>
                    <a:lnTo>
                      <a:pt x="225" y="424"/>
                    </a:lnTo>
                    <a:lnTo>
                      <a:pt x="214" y="423"/>
                    </a:lnTo>
                    <a:lnTo>
                      <a:pt x="202" y="423"/>
                    </a:lnTo>
                    <a:lnTo>
                      <a:pt x="191" y="421"/>
                    </a:lnTo>
                    <a:lnTo>
                      <a:pt x="182" y="419"/>
                    </a:lnTo>
                    <a:lnTo>
                      <a:pt x="172" y="417"/>
                    </a:lnTo>
                    <a:lnTo>
                      <a:pt x="163" y="413"/>
                    </a:lnTo>
                    <a:lnTo>
                      <a:pt x="153" y="411"/>
                    </a:lnTo>
                    <a:lnTo>
                      <a:pt x="146" y="409"/>
                    </a:lnTo>
                    <a:lnTo>
                      <a:pt x="136" y="404"/>
                    </a:lnTo>
                    <a:lnTo>
                      <a:pt x="127" y="400"/>
                    </a:lnTo>
                    <a:lnTo>
                      <a:pt x="117" y="394"/>
                    </a:lnTo>
                    <a:lnTo>
                      <a:pt x="110" y="389"/>
                    </a:lnTo>
                    <a:lnTo>
                      <a:pt x="100" y="383"/>
                    </a:lnTo>
                    <a:lnTo>
                      <a:pt x="95" y="377"/>
                    </a:lnTo>
                    <a:lnTo>
                      <a:pt x="82" y="364"/>
                    </a:lnTo>
                    <a:lnTo>
                      <a:pt x="76" y="357"/>
                    </a:lnTo>
                    <a:lnTo>
                      <a:pt x="68" y="349"/>
                    </a:lnTo>
                    <a:lnTo>
                      <a:pt x="57" y="336"/>
                    </a:lnTo>
                    <a:lnTo>
                      <a:pt x="46" y="317"/>
                    </a:lnTo>
                    <a:lnTo>
                      <a:pt x="42" y="308"/>
                    </a:lnTo>
                    <a:lnTo>
                      <a:pt x="36" y="298"/>
                    </a:lnTo>
                    <a:lnTo>
                      <a:pt x="34" y="291"/>
                    </a:lnTo>
                    <a:lnTo>
                      <a:pt x="32" y="281"/>
                    </a:lnTo>
                    <a:lnTo>
                      <a:pt x="29" y="272"/>
                    </a:lnTo>
                    <a:lnTo>
                      <a:pt x="27" y="262"/>
                    </a:lnTo>
                    <a:lnTo>
                      <a:pt x="25" y="253"/>
                    </a:lnTo>
                    <a:lnTo>
                      <a:pt x="23" y="243"/>
                    </a:lnTo>
                    <a:lnTo>
                      <a:pt x="23" y="223"/>
                    </a:lnTo>
                    <a:lnTo>
                      <a:pt x="0" y="22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6" name="Google Shape;496;g28abd34dbfa_0_505"/>
              <p:cNvSpPr/>
              <p:nvPr/>
            </p:nvSpPr>
            <p:spPr>
              <a:xfrm>
                <a:off x="3349" y="191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1/0</a:t>
                </a:r>
                <a:endParaRPr sz="3200" b="1" i="0" u="none" strike="noStrike" cap="none">
                  <a:solidFill>
                    <a:srgbClr val="00FF00"/>
                  </a:solidFill>
                  <a:latin typeface="Times New Roman"/>
                  <a:ea typeface="Times New Roman"/>
                  <a:cs typeface="Times New Roman"/>
                  <a:sym typeface="Times New Roman"/>
                </a:endParaRPr>
              </a:p>
            </p:txBody>
          </p:sp>
          <p:sp>
            <p:nvSpPr>
              <p:cNvPr id="497" name="Google Shape;497;g28abd34dbfa_0_505"/>
              <p:cNvSpPr/>
              <p:nvPr/>
            </p:nvSpPr>
            <p:spPr>
              <a:xfrm>
                <a:off x="4747" y="1942"/>
                <a:ext cx="447" cy="447"/>
              </a:xfrm>
              <a:custGeom>
                <a:avLst/>
                <a:gdLst/>
                <a:ahLst/>
                <a:cxnLst/>
                <a:rect l="l" t="t" r="r" b="b"/>
                <a:pathLst>
                  <a:path w="447" h="447" extrusionOk="0">
                    <a:moveTo>
                      <a:pt x="0" y="223"/>
                    </a:moveTo>
                    <a:lnTo>
                      <a:pt x="0" y="243"/>
                    </a:lnTo>
                    <a:lnTo>
                      <a:pt x="2" y="257"/>
                    </a:lnTo>
                    <a:lnTo>
                      <a:pt x="4" y="266"/>
                    </a:lnTo>
                    <a:lnTo>
                      <a:pt x="6" y="279"/>
                    </a:lnTo>
                    <a:lnTo>
                      <a:pt x="10" y="289"/>
                    </a:lnTo>
                    <a:lnTo>
                      <a:pt x="11" y="298"/>
                    </a:lnTo>
                    <a:lnTo>
                      <a:pt x="17" y="309"/>
                    </a:lnTo>
                    <a:lnTo>
                      <a:pt x="23" y="319"/>
                    </a:lnTo>
                    <a:lnTo>
                      <a:pt x="26" y="328"/>
                    </a:lnTo>
                    <a:lnTo>
                      <a:pt x="38" y="347"/>
                    </a:lnTo>
                    <a:lnTo>
                      <a:pt x="49" y="364"/>
                    </a:lnTo>
                    <a:lnTo>
                      <a:pt x="57" y="372"/>
                    </a:lnTo>
                    <a:lnTo>
                      <a:pt x="62" y="379"/>
                    </a:lnTo>
                    <a:lnTo>
                      <a:pt x="79" y="396"/>
                    </a:lnTo>
                    <a:lnTo>
                      <a:pt x="98" y="408"/>
                    </a:lnTo>
                    <a:lnTo>
                      <a:pt x="106" y="413"/>
                    </a:lnTo>
                    <a:lnTo>
                      <a:pt x="115" y="419"/>
                    </a:lnTo>
                    <a:lnTo>
                      <a:pt x="125" y="423"/>
                    </a:lnTo>
                    <a:lnTo>
                      <a:pt x="134" y="428"/>
                    </a:lnTo>
                    <a:lnTo>
                      <a:pt x="145" y="434"/>
                    </a:lnTo>
                    <a:lnTo>
                      <a:pt x="155" y="436"/>
                    </a:lnTo>
                    <a:lnTo>
                      <a:pt x="164" y="440"/>
                    </a:lnTo>
                    <a:lnTo>
                      <a:pt x="177" y="441"/>
                    </a:lnTo>
                    <a:lnTo>
                      <a:pt x="187" y="443"/>
                    </a:lnTo>
                    <a:lnTo>
                      <a:pt x="198" y="445"/>
                    </a:lnTo>
                    <a:lnTo>
                      <a:pt x="210" y="445"/>
                    </a:lnTo>
                    <a:lnTo>
                      <a:pt x="221" y="447"/>
                    </a:lnTo>
                    <a:lnTo>
                      <a:pt x="225" y="447"/>
                    </a:lnTo>
                    <a:lnTo>
                      <a:pt x="234" y="445"/>
                    </a:lnTo>
                    <a:lnTo>
                      <a:pt x="243" y="445"/>
                    </a:lnTo>
                    <a:lnTo>
                      <a:pt x="257" y="443"/>
                    </a:lnTo>
                    <a:lnTo>
                      <a:pt x="266" y="441"/>
                    </a:lnTo>
                    <a:lnTo>
                      <a:pt x="279" y="440"/>
                    </a:lnTo>
                    <a:lnTo>
                      <a:pt x="289" y="436"/>
                    </a:lnTo>
                    <a:lnTo>
                      <a:pt x="298" y="434"/>
                    </a:lnTo>
                    <a:lnTo>
                      <a:pt x="309" y="428"/>
                    </a:lnTo>
                    <a:lnTo>
                      <a:pt x="319" y="423"/>
                    </a:lnTo>
                    <a:lnTo>
                      <a:pt x="328" y="419"/>
                    </a:lnTo>
                    <a:lnTo>
                      <a:pt x="347" y="408"/>
                    </a:lnTo>
                    <a:lnTo>
                      <a:pt x="364" y="396"/>
                    </a:lnTo>
                    <a:lnTo>
                      <a:pt x="396" y="364"/>
                    </a:lnTo>
                    <a:lnTo>
                      <a:pt x="408" y="347"/>
                    </a:lnTo>
                    <a:lnTo>
                      <a:pt x="419" y="328"/>
                    </a:lnTo>
                    <a:lnTo>
                      <a:pt x="423" y="319"/>
                    </a:lnTo>
                    <a:lnTo>
                      <a:pt x="428" y="309"/>
                    </a:lnTo>
                    <a:lnTo>
                      <a:pt x="434" y="298"/>
                    </a:lnTo>
                    <a:lnTo>
                      <a:pt x="436" y="289"/>
                    </a:lnTo>
                    <a:lnTo>
                      <a:pt x="440" y="279"/>
                    </a:lnTo>
                    <a:lnTo>
                      <a:pt x="442" y="266"/>
                    </a:lnTo>
                    <a:lnTo>
                      <a:pt x="443" y="257"/>
                    </a:lnTo>
                    <a:lnTo>
                      <a:pt x="445" y="245"/>
                    </a:lnTo>
                    <a:lnTo>
                      <a:pt x="445" y="234"/>
                    </a:lnTo>
                    <a:lnTo>
                      <a:pt x="447" y="225"/>
                    </a:lnTo>
                    <a:lnTo>
                      <a:pt x="447" y="221"/>
                    </a:lnTo>
                    <a:lnTo>
                      <a:pt x="445" y="211"/>
                    </a:lnTo>
                    <a:lnTo>
                      <a:pt x="445" y="200"/>
                    </a:lnTo>
                    <a:lnTo>
                      <a:pt x="443" y="187"/>
                    </a:lnTo>
                    <a:lnTo>
                      <a:pt x="442" y="177"/>
                    </a:lnTo>
                    <a:lnTo>
                      <a:pt x="440" y="164"/>
                    </a:lnTo>
                    <a:lnTo>
                      <a:pt x="436" y="155"/>
                    </a:lnTo>
                    <a:lnTo>
                      <a:pt x="434" y="145"/>
                    </a:lnTo>
                    <a:lnTo>
                      <a:pt x="428" y="134"/>
                    </a:lnTo>
                    <a:lnTo>
                      <a:pt x="423" y="125"/>
                    </a:lnTo>
                    <a:lnTo>
                      <a:pt x="419" y="115"/>
                    </a:lnTo>
                    <a:lnTo>
                      <a:pt x="413" y="106"/>
                    </a:lnTo>
                    <a:lnTo>
                      <a:pt x="408" y="98"/>
                    </a:lnTo>
                    <a:lnTo>
                      <a:pt x="396" y="79"/>
                    </a:lnTo>
                    <a:lnTo>
                      <a:pt x="379" y="62"/>
                    </a:lnTo>
                    <a:lnTo>
                      <a:pt x="372" y="57"/>
                    </a:lnTo>
                    <a:lnTo>
                      <a:pt x="364" y="49"/>
                    </a:lnTo>
                    <a:lnTo>
                      <a:pt x="347" y="38"/>
                    </a:lnTo>
                    <a:lnTo>
                      <a:pt x="328" y="27"/>
                    </a:lnTo>
                    <a:lnTo>
                      <a:pt x="319" y="23"/>
                    </a:lnTo>
                    <a:lnTo>
                      <a:pt x="309" y="17"/>
                    </a:lnTo>
                    <a:lnTo>
                      <a:pt x="298" y="11"/>
                    </a:lnTo>
                    <a:lnTo>
                      <a:pt x="289" y="10"/>
                    </a:lnTo>
                    <a:lnTo>
                      <a:pt x="279" y="6"/>
                    </a:lnTo>
                    <a:lnTo>
                      <a:pt x="266" y="4"/>
                    </a:lnTo>
                    <a:lnTo>
                      <a:pt x="257" y="2"/>
                    </a:lnTo>
                    <a:lnTo>
                      <a:pt x="245" y="0"/>
                    </a:lnTo>
                    <a:lnTo>
                      <a:pt x="200" y="0"/>
                    </a:lnTo>
                    <a:lnTo>
                      <a:pt x="187" y="2"/>
                    </a:lnTo>
                    <a:lnTo>
                      <a:pt x="177" y="4"/>
                    </a:lnTo>
                    <a:lnTo>
                      <a:pt x="164" y="6"/>
                    </a:lnTo>
                    <a:lnTo>
                      <a:pt x="155" y="10"/>
                    </a:lnTo>
                    <a:lnTo>
                      <a:pt x="145" y="11"/>
                    </a:lnTo>
                    <a:lnTo>
                      <a:pt x="134" y="17"/>
                    </a:lnTo>
                    <a:lnTo>
                      <a:pt x="125" y="23"/>
                    </a:lnTo>
                    <a:lnTo>
                      <a:pt x="115" y="27"/>
                    </a:lnTo>
                    <a:lnTo>
                      <a:pt x="106" y="32"/>
                    </a:lnTo>
                    <a:lnTo>
                      <a:pt x="98" y="38"/>
                    </a:lnTo>
                    <a:lnTo>
                      <a:pt x="79" y="49"/>
                    </a:lnTo>
                    <a:lnTo>
                      <a:pt x="64" y="64"/>
                    </a:lnTo>
                    <a:lnTo>
                      <a:pt x="49" y="79"/>
                    </a:lnTo>
                    <a:lnTo>
                      <a:pt x="38" y="98"/>
                    </a:lnTo>
                    <a:lnTo>
                      <a:pt x="32" y="106"/>
                    </a:lnTo>
                    <a:lnTo>
                      <a:pt x="26" y="115"/>
                    </a:lnTo>
                    <a:lnTo>
                      <a:pt x="23" y="125"/>
                    </a:lnTo>
                    <a:lnTo>
                      <a:pt x="17" y="134"/>
                    </a:lnTo>
                    <a:lnTo>
                      <a:pt x="11" y="145"/>
                    </a:lnTo>
                    <a:lnTo>
                      <a:pt x="10" y="155"/>
                    </a:lnTo>
                    <a:lnTo>
                      <a:pt x="6" y="164"/>
                    </a:lnTo>
                    <a:lnTo>
                      <a:pt x="4" y="177"/>
                    </a:lnTo>
                    <a:lnTo>
                      <a:pt x="2" y="187"/>
                    </a:lnTo>
                    <a:lnTo>
                      <a:pt x="0" y="198"/>
                    </a:lnTo>
                    <a:lnTo>
                      <a:pt x="0" y="223"/>
                    </a:lnTo>
                    <a:lnTo>
                      <a:pt x="23" y="223"/>
                    </a:lnTo>
                    <a:lnTo>
                      <a:pt x="23" y="202"/>
                    </a:lnTo>
                    <a:lnTo>
                      <a:pt x="25" y="191"/>
                    </a:lnTo>
                    <a:lnTo>
                      <a:pt x="26" y="181"/>
                    </a:lnTo>
                    <a:lnTo>
                      <a:pt x="28" y="172"/>
                    </a:lnTo>
                    <a:lnTo>
                      <a:pt x="32" y="162"/>
                    </a:lnTo>
                    <a:lnTo>
                      <a:pt x="34" y="153"/>
                    </a:lnTo>
                    <a:lnTo>
                      <a:pt x="36" y="145"/>
                    </a:lnTo>
                    <a:lnTo>
                      <a:pt x="42" y="136"/>
                    </a:lnTo>
                    <a:lnTo>
                      <a:pt x="45" y="127"/>
                    </a:lnTo>
                    <a:lnTo>
                      <a:pt x="51" y="117"/>
                    </a:lnTo>
                    <a:lnTo>
                      <a:pt x="57" y="110"/>
                    </a:lnTo>
                    <a:lnTo>
                      <a:pt x="62" y="100"/>
                    </a:lnTo>
                    <a:lnTo>
                      <a:pt x="68" y="94"/>
                    </a:lnTo>
                    <a:lnTo>
                      <a:pt x="76" y="87"/>
                    </a:lnTo>
                    <a:lnTo>
                      <a:pt x="79" y="79"/>
                    </a:lnTo>
                    <a:lnTo>
                      <a:pt x="87" y="76"/>
                    </a:lnTo>
                    <a:lnTo>
                      <a:pt x="94" y="68"/>
                    </a:lnTo>
                    <a:lnTo>
                      <a:pt x="100" y="62"/>
                    </a:lnTo>
                    <a:lnTo>
                      <a:pt x="110" y="57"/>
                    </a:lnTo>
                    <a:lnTo>
                      <a:pt x="117" y="51"/>
                    </a:lnTo>
                    <a:lnTo>
                      <a:pt x="126" y="45"/>
                    </a:lnTo>
                    <a:lnTo>
                      <a:pt x="136" y="42"/>
                    </a:lnTo>
                    <a:lnTo>
                      <a:pt x="145" y="36"/>
                    </a:lnTo>
                    <a:lnTo>
                      <a:pt x="153" y="34"/>
                    </a:lnTo>
                    <a:lnTo>
                      <a:pt x="162" y="32"/>
                    </a:lnTo>
                    <a:lnTo>
                      <a:pt x="172" y="28"/>
                    </a:lnTo>
                    <a:lnTo>
                      <a:pt x="181" y="27"/>
                    </a:lnTo>
                    <a:lnTo>
                      <a:pt x="191" y="25"/>
                    </a:lnTo>
                    <a:lnTo>
                      <a:pt x="200" y="23"/>
                    </a:lnTo>
                    <a:lnTo>
                      <a:pt x="262" y="27"/>
                    </a:lnTo>
                    <a:lnTo>
                      <a:pt x="272" y="28"/>
                    </a:lnTo>
                    <a:lnTo>
                      <a:pt x="281" y="32"/>
                    </a:lnTo>
                    <a:lnTo>
                      <a:pt x="291" y="34"/>
                    </a:lnTo>
                    <a:lnTo>
                      <a:pt x="298" y="36"/>
                    </a:lnTo>
                    <a:lnTo>
                      <a:pt x="308" y="42"/>
                    </a:lnTo>
                    <a:lnTo>
                      <a:pt x="317" y="45"/>
                    </a:lnTo>
                    <a:lnTo>
                      <a:pt x="336" y="57"/>
                    </a:lnTo>
                    <a:lnTo>
                      <a:pt x="349" y="68"/>
                    </a:lnTo>
                    <a:lnTo>
                      <a:pt x="357" y="76"/>
                    </a:lnTo>
                    <a:lnTo>
                      <a:pt x="364" y="81"/>
                    </a:lnTo>
                    <a:lnTo>
                      <a:pt x="377" y="94"/>
                    </a:lnTo>
                    <a:lnTo>
                      <a:pt x="383" y="100"/>
                    </a:lnTo>
                    <a:lnTo>
                      <a:pt x="389" y="110"/>
                    </a:lnTo>
                    <a:lnTo>
                      <a:pt x="394" y="117"/>
                    </a:lnTo>
                    <a:lnTo>
                      <a:pt x="400" y="127"/>
                    </a:lnTo>
                    <a:lnTo>
                      <a:pt x="404" y="136"/>
                    </a:lnTo>
                    <a:lnTo>
                      <a:pt x="409" y="145"/>
                    </a:lnTo>
                    <a:lnTo>
                      <a:pt x="411" y="153"/>
                    </a:lnTo>
                    <a:lnTo>
                      <a:pt x="413" y="162"/>
                    </a:lnTo>
                    <a:lnTo>
                      <a:pt x="417" y="172"/>
                    </a:lnTo>
                    <a:lnTo>
                      <a:pt x="419" y="181"/>
                    </a:lnTo>
                    <a:lnTo>
                      <a:pt x="421" y="191"/>
                    </a:lnTo>
                    <a:lnTo>
                      <a:pt x="423" y="200"/>
                    </a:lnTo>
                    <a:lnTo>
                      <a:pt x="423" y="211"/>
                    </a:lnTo>
                    <a:lnTo>
                      <a:pt x="425" y="225"/>
                    </a:lnTo>
                    <a:lnTo>
                      <a:pt x="425" y="221"/>
                    </a:lnTo>
                    <a:lnTo>
                      <a:pt x="423" y="230"/>
                    </a:lnTo>
                    <a:lnTo>
                      <a:pt x="423" y="242"/>
                    </a:lnTo>
                    <a:lnTo>
                      <a:pt x="421" y="253"/>
                    </a:lnTo>
                    <a:lnTo>
                      <a:pt x="419" y="262"/>
                    </a:lnTo>
                    <a:lnTo>
                      <a:pt x="417" y="272"/>
                    </a:lnTo>
                    <a:lnTo>
                      <a:pt x="413" y="281"/>
                    </a:lnTo>
                    <a:lnTo>
                      <a:pt x="411" y="291"/>
                    </a:lnTo>
                    <a:lnTo>
                      <a:pt x="409" y="298"/>
                    </a:lnTo>
                    <a:lnTo>
                      <a:pt x="404" y="308"/>
                    </a:lnTo>
                    <a:lnTo>
                      <a:pt x="400" y="317"/>
                    </a:lnTo>
                    <a:lnTo>
                      <a:pt x="389" y="336"/>
                    </a:lnTo>
                    <a:lnTo>
                      <a:pt x="377" y="349"/>
                    </a:lnTo>
                    <a:lnTo>
                      <a:pt x="349" y="377"/>
                    </a:lnTo>
                    <a:lnTo>
                      <a:pt x="336" y="389"/>
                    </a:lnTo>
                    <a:lnTo>
                      <a:pt x="317" y="400"/>
                    </a:lnTo>
                    <a:lnTo>
                      <a:pt x="308" y="404"/>
                    </a:lnTo>
                    <a:lnTo>
                      <a:pt x="298" y="409"/>
                    </a:lnTo>
                    <a:lnTo>
                      <a:pt x="291" y="411"/>
                    </a:lnTo>
                    <a:lnTo>
                      <a:pt x="281" y="413"/>
                    </a:lnTo>
                    <a:lnTo>
                      <a:pt x="272" y="417"/>
                    </a:lnTo>
                    <a:lnTo>
                      <a:pt x="262" y="419"/>
                    </a:lnTo>
                    <a:lnTo>
                      <a:pt x="253" y="421"/>
                    </a:lnTo>
                    <a:lnTo>
                      <a:pt x="243" y="423"/>
                    </a:lnTo>
                    <a:lnTo>
                      <a:pt x="230" y="423"/>
                    </a:lnTo>
                    <a:lnTo>
                      <a:pt x="221" y="424"/>
                    </a:lnTo>
                    <a:lnTo>
                      <a:pt x="225" y="424"/>
                    </a:lnTo>
                    <a:lnTo>
                      <a:pt x="213" y="423"/>
                    </a:lnTo>
                    <a:lnTo>
                      <a:pt x="202" y="423"/>
                    </a:lnTo>
                    <a:lnTo>
                      <a:pt x="191" y="421"/>
                    </a:lnTo>
                    <a:lnTo>
                      <a:pt x="181" y="419"/>
                    </a:lnTo>
                    <a:lnTo>
                      <a:pt x="172" y="417"/>
                    </a:lnTo>
                    <a:lnTo>
                      <a:pt x="162" y="413"/>
                    </a:lnTo>
                    <a:lnTo>
                      <a:pt x="153" y="411"/>
                    </a:lnTo>
                    <a:lnTo>
                      <a:pt x="145" y="409"/>
                    </a:lnTo>
                    <a:lnTo>
                      <a:pt x="136" y="404"/>
                    </a:lnTo>
                    <a:lnTo>
                      <a:pt x="126" y="400"/>
                    </a:lnTo>
                    <a:lnTo>
                      <a:pt x="117" y="394"/>
                    </a:lnTo>
                    <a:lnTo>
                      <a:pt x="110" y="389"/>
                    </a:lnTo>
                    <a:lnTo>
                      <a:pt x="100" y="383"/>
                    </a:lnTo>
                    <a:lnTo>
                      <a:pt x="94" y="377"/>
                    </a:lnTo>
                    <a:lnTo>
                      <a:pt x="81" y="364"/>
                    </a:lnTo>
                    <a:lnTo>
                      <a:pt x="76" y="357"/>
                    </a:lnTo>
                    <a:lnTo>
                      <a:pt x="68" y="349"/>
                    </a:lnTo>
                    <a:lnTo>
                      <a:pt x="57" y="336"/>
                    </a:lnTo>
                    <a:lnTo>
                      <a:pt x="45" y="317"/>
                    </a:lnTo>
                    <a:lnTo>
                      <a:pt x="42" y="308"/>
                    </a:lnTo>
                    <a:lnTo>
                      <a:pt x="36" y="298"/>
                    </a:lnTo>
                    <a:lnTo>
                      <a:pt x="34" y="291"/>
                    </a:lnTo>
                    <a:lnTo>
                      <a:pt x="32" y="281"/>
                    </a:lnTo>
                    <a:lnTo>
                      <a:pt x="28" y="272"/>
                    </a:lnTo>
                    <a:lnTo>
                      <a:pt x="26" y="262"/>
                    </a:lnTo>
                    <a:lnTo>
                      <a:pt x="25" y="253"/>
                    </a:lnTo>
                    <a:lnTo>
                      <a:pt x="23" y="243"/>
                    </a:lnTo>
                    <a:lnTo>
                      <a:pt x="23" y="223"/>
                    </a:lnTo>
                    <a:lnTo>
                      <a:pt x="0" y="22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8" name="Google Shape;498;g28abd34dbfa_0_505"/>
              <p:cNvSpPr/>
              <p:nvPr/>
            </p:nvSpPr>
            <p:spPr>
              <a:xfrm>
                <a:off x="4232" y="2142"/>
                <a:ext cx="538" cy="40"/>
              </a:xfrm>
              <a:custGeom>
                <a:avLst/>
                <a:gdLst/>
                <a:ahLst/>
                <a:cxnLst/>
                <a:rect l="l" t="t" r="r" b="b"/>
                <a:pathLst>
                  <a:path w="538" h="40" extrusionOk="0">
                    <a:moveTo>
                      <a:pt x="19" y="2"/>
                    </a:moveTo>
                    <a:lnTo>
                      <a:pt x="13" y="2"/>
                    </a:lnTo>
                    <a:lnTo>
                      <a:pt x="9" y="4"/>
                    </a:lnTo>
                    <a:lnTo>
                      <a:pt x="2" y="11"/>
                    </a:lnTo>
                    <a:lnTo>
                      <a:pt x="0" y="15"/>
                    </a:lnTo>
                    <a:lnTo>
                      <a:pt x="0" y="26"/>
                    </a:lnTo>
                    <a:lnTo>
                      <a:pt x="2" y="30"/>
                    </a:lnTo>
                    <a:lnTo>
                      <a:pt x="9" y="38"/>
                    </a:lnTo>
                    <a:lnTo>
                      <a:pt x="13" y="40"/>
                    </a:lnTo>
                    <a:lnTo>
                      <a:pt x="19" y="40"/>
                    </a:lnTo>
                    <a:lnTo>
                      <a:pt x="519" y="38"/>
                    </a:lnTo>
                    <a:lnTo>
                      <a:pt x="525" y="38"/>
                    </a:lnTo>
                    <a:lnTo>
                      <a:pt x="528" y="36"/>
                    </a:lnTo>
                    <a:lnTo>
                      <a:pt x="536" y="28"/>
                    </a:lnTo>
                    <a:lnTo>
                      <a:pt x="538" y="25"/>
                    </a:lnTo>
                    <a:lnTo>
                      <a:pt x="538" y="13"/>
                    </a:lnTo>
                    <a:lnTo>
                      <a:pt x="536" y="9"/>
                    </a:lnTo>
                    <a:lnTo>
                      <a:pt x="528" y="2"/>
                    </a:lnTo>
                    <a:lnTo>
                      <a:pt x="525" y="0"/>
                    </a:lnTo>
                    <a:lnTo>
                      <a:pt x="519" y="0"/>
                    </a:lnTo>
                    <a:lnTo>
                      <a:pt x="19"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499" name="Google Shape;499;g28abd34dbfa_0_505"/>
              <p:cNvSpPr/>
              <p:nvPr/>
            </p:nvSpPr>
            <p:spPr>
              <a:xfrm>
                <a:off x="4923" y="2059"/>
                <a:ext cx="0" cy="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2400"/>
                  <a:buFont typeface="Arial"/>
                  <a:buNone/>
                </a:pPr>
                <a:r>
                  <a:rPr lang="en-US" sz="2400" b="1">
                    <a:solidFill>
                      <a:schemeClr val="dk1"/>
                    </a:solidFill>
                  </a:rPr>
                  <a:t>C</a:t>
                </a:r>
                <a:endParaRPr/>
              </a:p>
            </p:txBody>
          </p:sp>
          <p:sp>
            <p:nvSpPr>
              <p:cNvPr id="500" name="Google Shape;500;g28abd34dbfa_0_505"/>
              <p:cNvSpPr/>
              <p:nvPr/>
            </p:nvSpPr>
            <p:spPr>
              <a:xfrm>
                <a:off x="4323" y="191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0/0</a:t>
                </a:r>
                <a:endParaRPr sz="3200" b="1" i="0" u="none" strike="noStrike" cap="none">
                  <a:solidFill>
                    <a:srgbClr val="00FF00"/>
                  </a:solidFill>
                  <a:latin typeface="Times New Roman"/>
                  <a:ea typeface="Times New Roman"/>
                  <a:cs typeface="Times New Roman"/>
                  <a:sym typeface="Times New Roman"/>
                </a:endParaRPr>
              </a:p>
            </p:txBody>
          </p:sp>
          <p:sp>
            <p:nvSpPr>
              <p:cNvPr id="501" name="Google Shape;501;g28abd34dbfa_0_505"/>
              <p:cNvSpPr/>
              <p:nvPr/>
            </p:nvSpPr>
            <p:spPr>
              <a:xfrm>
                <a:off x="2692" y="2093"/>
                <a:ext cx="183" cy="78"/>
              </a:xfrm>
              <a:custGeom>
                <a:avLst/>
                <a:gdLst/>
                <a:ahLst/>
                <a:cxnLst/>
                <a:rect l="l" t="t" r="r" b="b"/>
                <a:pathLst>
                  <a:path w="183" h="78" extrusionOk="0">
                    <a:moveTo>
                      <a:pt x="158" y="78"/>
                    </a:moveTo>
                    <a:lnTo>
                      <a:pt x="169" y="78"/>
                    </a:lnTo>
                    <a:lnTo>
                      <a:pt x="173" y="76"/>
                    </a:lnTo>
                    <a:lnTo>
                      <a:pt x="181" y="68"/>
                    </a:lnTo>
                    <a:lnTo>
                      <a:pt x="183" y="65"/>
                    </a:lnTo>
                    <a:lnTo>
                      <a:pt x="183" y="53"/>
                    </a:lnTo>
                    <a:lnTo>
                      <a:pt x="181" y="50"/>
                    </a:lnTo>
                    <a:lnTo>
                      <a:pt x="173" y="42"/>
                    </a:lnTo>
                    <a:lnTo>
                      <a:pt x="169" y="40"/>
                    </a:lnTo>
                    <a:lnTo>
                      <a:pt x="24" y="0"/>
                    </a:lnTo>
                    <a:lnTo>
                      <a:pt x="13" y="0"/>
                    </a:lnTo>
                    <a:lnTo>
                      <a:pt x="9" y="2"/>
                    </a:lnTo>
                    <a:lnTo>
                      <a:pt x="1" y="10"/>
                    </a:lnTo>
                    <a:lnTo>
                      <a:pt x="0" y="14"/>
                    </a:lnTo>
                    <a:lnTo>
                      <a:pt x="0" y="25"/>
                    </a:lnTo>
                    <a:lnTo>
                      <a:pt x="1" y="29"/>
                    </a:lnTo>
                    <a:lnTo>
                      <a:pt x="9" y="36"/>
                    </a:lnTo>
                    <a:lnTo>
                      <a:pt x="13" y="38"/>
                    </a:lnTo>
                    <a:lnTo>
                      <a:pt x="158" y="7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2" name="Google Shape;502;g28abd34dbfa_0_505"/>
              <p:cNvSpPr/>
              <p:nvPr/>
            </p:nvSpPr>
            <p:spPr>
              <a:xfrm>
                <a:off x="2708" y="2143"/>
                <a:ext cx="190" cy="77"/>
              </a:xfrm>
              <a:custGeom>
                <a:avLst/>
                <a:gdLst/>
                <a:ahLst/>
                <a:cxnLst/>
                <a:rect l="l" t="t" r="r" b="b"/>
                <a:pathLst>
                  <a:path w="190" h="77" extrusionOk="0">
                    <a:moveTo>
                      <a:pt x="177" y="37"/>
                    </a:moveTo>
                    <a:lnTo>
                      <a:pt x="181" y="35"/>
                    </a:lnTo>
                    <a:lnTo>
                      <a:pt x="188" y="28"/>
                    </a:lnTo>
                    <a:lnTo>
                      <a:pt x="190" y="24"/>
                    </a:lnTo>
                    <a:lnTo>
                      <a:pt x="190" y="13"/>
                    </a:lnTo>
                    <a:lnTo>
                      <a:pt x="188" y="9"/>
                    </a:lnTo>
                    <a:lnTo>
                      <a:pt x="181" y="1"/>
                    </a:lnTo>
                    <a:lnTo>
                      <a:pt x="177" y="0"/>
                    </a:lnTo>
                    <a:lnTo>
                      <a:pt x="166" y="0"/>
                    </a:lnTo>
                    <a:lnTo>
                      <a:pt x="13" y="39"/>
                    </a:lnTo>
                    <a:lnTo>
                      <a:pt x="9" y="41"/>
                    </a:lnTo>
                    <a:lnTo>
                      <a:pt x="1" y="49"/>
                    </a:lnTo>
                    <a:lnTo>
                      <a:pt x="0" y="52"/>
                    </a:lnTo>
                    <a:lnTo>
                      <a:pt x="0" y="64"/>
                    </a:lnTo>
                    <a:lnTo>
                      <a:pt x="1" y="67"/>
                    </a:lnTo>
                    <a:lnTo>
                      <a:pt x="9" y="75"/>
                    </a:lnTo>
                    <a:lnTo>
                      <a:pt x="13" y="77"/>
                    </a:lnTo>
                    <a:lnTo>
                      <a:pt x="24" y="77"/>
                    </a:lnTo>
                    <a:lnTo>
                      <a:pt x="177" y="3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3" name="Google Shape;503;g28abd34dbfa_0_505"/>
              <p:cNvSpPr/>
              <p:nvPr/>
            </p:nvSpPr>
            <p:spPr>
              <a:xfrm>
                <a:off x="3602" y="2082"/>
                <a:ext cx="183" cy="79"/>
              </a:xfrm>
              <a:custGeom>
                <a:avLst/>
                <a:gdLst/>
                <a:ahLst/>
                <a:cxnLst/>
                <a:rect l="l" t="t" r="r" b="b"/>
                <a:pathLst>
                  <a:path w="183" h="79" extrusionOk="0">
                    <a:moveTo>
                      <a:pt x="158" y="79"/>
                    </a:moveTo>
                    <a:lnTo>
                      <a:pt x="168" y="79"/>
                    </a:lnTo>
                    <a:lnTo>
                      <a:pt x="173" y="77"/>
                    </a:lnTo>
                    <a:lnTo>
                      <a:pt x="181" y="70"/>
                    </a:lnTo>
                    <a:lnTo>
                      <a:pt x="183" y="66"/>
                    </a:lnTo>
                    <a:lnTo>
                      <a:pt x="183" y="57"/>
                    </a:lnTo>
                    <a:lnTo>
                      <a:pt x="181" y="51"/>
                    </a:lnTo>
                    <a:lnTo>
                      <a:pt x="173" y="44"/>
                    </a:lnTo>
                    <a:lnTo>
                      <a:pt x="170" y="42"/>
                    </a:lnTo>
                    <a:lnTo>
                      <a:pt x="24" y="0"/>
                    </a:lnTo>
                    <a:lnTo>
                      <a:pt x="15" y="0"/>
                    </a:lnTo>
                    <a:lnTo>
                      <a:pt x="9" y="2"/>
                    </a:lnTo>
                    <a:lnTo>
                      <a:pt x="2" y="10"/>
                    </a:lnTo>
                    <a:lnTo>
                      <a:pt x="0" y="13"/>
                    </a:lnTo>
                    <a:lnTo>
                      <a:pt x="0" y="23"/>
                    </a:lnTo>
                    <a:lnTo>
                      <a:pt x="2" y="28"/>
                    </a:lnTo>
                    <a:lnTo>
                      <a:pt x="9" y="36"/>
                    </a:lnTo>
                    <a:lnTo>
                      <a:pt x="13" y="38"/>
                    </a:lnTo>
                    <a:lnTo>
                      <a:pt x="158" y="7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4" name="Google Shape;504;g28abd34dbfa_0_505"/>
              <p:cNvSpPr/>
              <p:nvPr/>
            </p:nvSpPr>
            <p:spPr>
              <a:xfrm>
                <a:off x="3602" y="2131"/>
                <a:ext cx="192" cy="78"/>
              </a:xfrm>
              <a:custGeom>
                <a:avLst/>
                <a:gdLst/>
                <a:ahLst/>
                <a:cxnLst/>
                <a:rect l="l" t="t" r="r" b="b"/>
                <a:pathLst>
                  <a:path w="192" h="78" extrusionOk="0">
                    <a:moveTo>
                      <a:pt x="177" y="38"/>
                    </a:moveTo>
                    <a:lnTo>
                      <a:pt x="183" y="36"/>
                    </a:lnTo>
                    <a:lnTo>
                      <a:pt x="190" y="28"/>
                    </a:lnTo>
                    <a:lnTo>
                      <a:pt x="192" y="25"/>
                    </a:lnTo>
                    <a:lnTo>
                      <a:pt x="192" y="15"/>
                    </a:lnTo>
                    <a:lnTo>
                      <a:pt x="190" y="10"/>
                    </a:lnTo>
                    <a:lnTo>
                      <a:pt x="183" y="2"/>
                    </a:lnTo>
                    <a:lnTo>
                      <a:pt x="179" y="0"/>
                    </a:lnTo>
                    <a:lnTo>
                      <a:pt x="170" y="0"/>
                    </a:lnTo>
                    <a:lnTo>
                      <a:pt x="15" y="40"/>
                    </a:lnTo>
                    <a:lnTo>
                      <a:pt x="9" y="42"/>
                    </a:lnTo>
                    <a:lnTo>
                      <a:pt x="2" y="49"/>
                    </a:lnTo>
                    <a:lnTo>
                      <a:pt x="0" y="53"/>
                    </a:lnTo>
                    <a:lnTo>
                      <a:pt x="0" y="62"/>
                    </a:lnTo>
                    <a:lnTo>
                      <a:pt x="2" y="68"/>
                    </a:lnTo>
                    <a:lnTo>
                      <a:pt x="9" y="76"/>
                    </a:lnTo>
                    <a:lnTo>
                      <a:pt x="13" y="78"/>
                    </a:lnTo>
                    <a:lnTo>
                      <a:pt x="22" y="78"/>
                    </a:lnTo>
                    <a:lnTo>
                      <a:pt x="177"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5" name="Google Shape;505;g28abd34dbfa_0_505"/>
              <p:cNvSpPr/>
              <p:nvPr/>
            </p:nvSpPr>
            <p:spPr>
              <a:xfrm>
                <a:off x="4564" y="2093"/>
                <a:ext cx="183" cy="77"/>
              </a:xfrm>
              <a:custGeom>
                <a:avLst/>
                <a:gdLst/>
                <a:ahLst/>
                <a:cxnLst/>
                <a:rect l="l" t="t" r="r" b="b"/>
                <a:pathLst>
                  <a:path w="183" h="77" extrusionOk="0">
                    <a:moveTo>
                      <a:pt x="159" y="77"/>
                    </a:moveTo>
                    <a:lnTo>
                      <a:pt x="170" y="77"/>
                    </a:lnTo>
                    <a:lnTo>
                      <a:pt x="174" y="75"/>
                    </a:lnTo>
                    <a:lnTo>
                      <a:pt x="181" y="68"/>
                    </a:lnTo>
                    <a:lnTo>
                      <a:pt x="183" y="64"/>
                    </a:lnTo>
                    <a:lnTo>
                      <a:pt x="183" y="53"/>
                    </a:lnTo>
                    <a:lnTo>
                      <a:pt x="181" y="49"/>
                    </a:lnTo>
                    <a:lnTo>
                      <a:pt x="174" y="42"/>
                    </a:lnTo>
                    <a:lnTo>
                      <a:pt x="170" y="40"/>
                    </a:lnTo>
                    <a:lnTo>
                      <a:pt x="25" y="0"/>
                    </a:lnTo>
                    <a:lnTo>
                      <a:pt x="13" y="0"/>
                    </a:lnTo>
                    <a:lnTo>
                      <a:pt x="10" y="2"/>
                    </a:lnTo>
                    <a:lnTo>
                      <a:pt x="2" y="9"/>
                    </a:lnTo>
                    <a:lnTo>
                      <a:pt x="0" y="13"/>
                    </a:lnTo>
                    <a:lnTo>
                      <a:pt x="0" y="25"/>
                    </a:lnTo>
                    <a:lnTo>
                      <a:pt x="2" y="28"/>
                    </a:lnTo>
                    <a:lnTo>
                      <a:pt x="10" y="36"/>
                    </a:lnTo>
                    <a:lnTo>
                      <a:pt x="13" y="38"/>
                    </a:lnTo>
                    <a:lnTo>
                      <a:pt x="159" y="7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6" name="Google Shape;506;g28abd34dbfa_0_505"/>
              <p:cNvSpPr/>
              <p:nvPr/>
            </p:nvSpPr>
            <p:spPr>
              <a:xfrm>
                <a:off x="4564" y="2148"/>
                <a:ext cx="193" cy="79"/>
              </a:xfrm>
              <a:custGeom>
                <a:avLst/>
                <a:gdLst/>
                <a:ahLst/>
                <a:cxnLst/>
                <a:rect l="l" t="t" r="r" b="b"/>
                <a:pathLst>
                  <a:path w="193" h="79" extrusionOk="0">
                    <a:moveTo>
                      <a:pt x="179" y="38"/>
                    </a:moveTo>
                    <a:lnTo>
                      <a:pt x="183" y="36"/>
                    </a:lnTo>
                    <a:lnTo>
                      <a:pt x="191" y="28"/>
                    </a:lnTo>
                    <a:lnTo>
                      <a:pt x="193" y="25"/>
                    </a:lnTo>
                    <a:lnTo>
                      <a:pt x="193" y="13"/>
                    </a:lnTo>
                    <a:lnTo>
                      <a:pt x="191" y="10"/>
                    </a:lnTo>
                    <a:lnTo>
                      <a:pt x="183" y="2"/>
                    </a:lnTo>
                    <a:lnTo>
                      <a:pt x="179" y="0"/>
                    </a:lnTo>
                    <a:lnTo>
                      <a:pt x="168" y="0"/>
                    </a:lnTo>
                    <a:lnTo>
                      <a:pt x="13" y="42"/>
                    </a:lnTo>
                    <a:lnTo>
                      <a:pt x="10" y="44"/>
                    </a:lnTo>
                    <a:lnTo>
                      <a:pt x="2" y="51"/>
                    </a:lnTo>
                    <a:lnTo>
                      <a:pt x="0" y="55"/>
                    </a:lnTo>
                    <a:lnTo>
                      <a:pt x="0" y="66"/>
                    </a:lnTo>
                    <a:lnTo>
                      <a:pt x="2" y="70"/>
                    </a:lnTo>
                    <a:lnTo>
                      <a:pt x="10" y="77"/>
                    </a:lnTo>
                    <a:lnTo>
                      <a:pt x="13" y="79"/>
                    </a:lnTo>
                    <a:lnTo>
                      <a:pt x="25" y="79"/>
                    </a:lnTo>
                    <a:lnTo>
                      <a:pt x="179"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7" name="Google Shape;507;g28abd34dbfa_0_505"/>
              <p:cNvSpPr/>
              <p:nvPr/>
            </p:nvSpPr>
            <p:spPr>
              <a:xfrm>
                <a:off x="3098" y="2333"/>
                <a:ext cx="55" cy="190"/>
              </a:xfrm>
              <a:custGeom>
                <a:avLst/>
                <a:gdLst/>
                <a:ahLst/>
                <a:cxnLst/>
                <a:rect l="l" t="t" r="r" b="b"/>
                <a:pathLst>
                  <a:path w="55" h="190" extrusionOk="0">
                    <a:moveTo>
                      <a:pt x="38" y="17"/>
                    </a:moveTo>
                    <a:lnTo>
                      <a:pt x="36" y="11"/>
                    </a:lnTo>
                    <a:lnTo>
                      <a:pt x="34" y="7"/>
                    </a:lnTo>
                    <a:lnTo>
                      <a:pt x="30" y="3"/>
                    </a:lnTo>
                    <a:lnTo>
                      <a:pt x="23" y="0"/>
                    </a:lnTo>
                    <a:lnTo>
                      <a:pt x="17" y="0"/>
                    </a:lnTo>
                    <a:lnTo>
                      <a:pt x="11" y="1"/>
                    </a:lnTo>
                    <a:lnTo>
                      <a:pt x="8" y="3"/>
                    </a:lnTo>
                    <a:lnTo>
                      <a:pt x="4" y="7"/>
                    </a:lnTo>
                    <a:lnTo>
                      <a:pt x="0" y="15"/>
                    </a:lnTo>
                    <a:lnTo>
                      <a:pt x="0" y="20"/>
                    </a:lnTo>
                    <a:lnTo>
                      <a:pt x="17" y="173"/>
                    </a:lnTo>
                    <a:lnTo>
                      <a:pt x="19" y="179"/>
                    </a:lnTo>
                    <a:lnTo>
                      <a:pt x="21" y="182"/>
                    </a:lnTo>
                    <a:lnTo>
                      <a:pt x="25" y="186"/>
                    </a:lnTo>
                    <a:lnTo>
                      <a:pt x="32" y="190"/>
                    </a:lnTo>
                    <a:lnTo>
                      <a:pt x="38" y="190"/>
                    </a:lnTo>
                    <a:lnTo>
                      <a:pt x="43" y="188"/>
                    </a:lnTo>
                    <a:lnTo>
                      <a:pt x="47" y="186"/>
                    </a:lnTo>
                    <a:lnTo>
                      <a:pt x="51" y="182"/>
                    </a:lnTo>
                    <a:lnTo>
                      <a:pt x="55" y="175"/>
                    </a:lnTo>
                    <a:lnTo>
                      <a:pt x="55" y="169"/>
                    </a:lnTo>
                    <a:lnTo>
                      <a:pt x="38" y="1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08" name="Google Shape;508;g28abd34dbfa_0_505"/>
              <p:cNvSpPr/>
              <p:nvPr/>
            </p:nvSpPr>
            <p:spPr>
              <a:xfrm>
                <a:off x="3091" y="2340"/>
                <a:ext cx="141" cy="134"/>
              </a:xfrm>
              <a:custGeom>
                <a:avLst/>
                <a:gdLst/>
                <a:ahLst/>
                <a:cxnLst/>
                <a:rect l="l" t="t" r="r" b="b"/>
                <a:pathLst>
                  <a:path w="141" h="134" extrusionOk="0">
                    <a:moveTo>
                      <a:pt x="32" y="6"/>
                    </a:moveTo>
                    <a:lnTo>
                      <a:pt x="28" y="2"/>
                    </a:lnTo>
                    <a:lnTo>
                      <a:pt x="22" y="0"/>
                    </a:lnTo>
                    <a:lnTo>
                      <a:pt x="13" y="0"/>
                    </a:lnTo>
                    <a:lnTo>
                      <a:pt x="9" y="4"/>
                    </a:lnTo>
                    <a:lnTo>
                      <a:pt x="5" y="6"/>
                    </a:lnTo>
                    <a:lnTo>
                      <a:pt x="1" y="10"/>
                    </a:lnTo>
                    <a:lnTo>
                      <a:pt x="0" y="15"/>
                    </a:lnTo>
                    <a:lnTo>
                      <a:pt x="0" y="25"/>
                    </a:lnTo>
                    <a:lnTo>
                      <a:pt x="3" y="28"/>
                    </a:lnTo>
                    <a:lnTo>
                      <a:pt x="5" y="32"/>
                    </a:lnTo>
                    <a:lnTo>
                      <a:pt x="109" y="128"/>
                    </a:lnTo>
                    <a:lnTo>
                      <a:pt x="113" y="132"/>
                    </a:lnTo>
                    <a:lnTo>
                      <a:pt x="118" y="134"/>
                    </a:lnTo>
                    <a:lnTo>
                      <a:pt x="128" y="134"/>
                    </a:lnTo>
                    <a:lnTo>
                      <a:pt x="132" y="130"/>
                    </a:lnTo>
                    <a:lnTo>
                      <a:pt x="135" y="128"/>
                    </a:lnTo>
                    <a:lnTo>
                      <a:pt x="139" y="125"/>
                    </a:lnTo>
                    <a:lnTo>
                      <a:pt x="141" y="119"/>
                    </a:lnTo>
                    <a:lnTo>
                      <a:pt x="141" y="109"/>
                    </a:lnTo>
                    <a:lnTo>
                      <a:pt x="137" y="106"/>
                    </a:lnTo>
                    <a:lnTo>
                      <a:pt x="135" y="102"/>
                    </a:lnTo>
                    <a:lnTo>
                      <a:pt x="32" y="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grpSp>
        <p:nvGrpSpPr>
          <p:cNvPr id="509" name="Google Shape;509;g28abd34dbfa_0_505"/>
          <p:cNvGrpSpPr/>
          <p:nvPr/>
        </p:nvGrpSpPr>
        <p:grpSpPr>
          <a:xfrm>
            <a:off x="4512733" y="3694113"/>
            <a:ext cx="5837767" cy="1416049"/>
            <a:chOff x="2132" y="2327"/>
            <a:chExt cx="2758" cy="892"/>
          </a:xfrm>
        </p:grpSpPr>
        <p:sp>
          <p:nvSpPr>
            <p:cNvPr id="510" name="Google Shape;510;g28abd34dbfa_0_505"/>
            <p:cNvSpPr/>
            <p:nvPr/>
          </p:nvSpPr>
          <p:spPr>
            <a:xfrm>
              <a:off x="2149" y="2348"/>
              <a:ext cx="2741" cy="846"/>
            </a:xfrm>
            <a:custGeom>
              <a:avLst/>
              <a:gdLst/>
              <a:ahLst/>
              <a:cxnLst/>
              <a:rect l="l" t="t" r="r" b="b"/>
              <a:pathLst>
                <a:path w="2741" h="846" extrusionOk="0">
                  <a:moveTo>
                    <a:pt x="2737" y="30"/>
                  </a:moveTo>
                  <a:lnTo>
                    <a:pt x="2739" y="24"/>
                  </a:lnTo>
                  <a:lnTo>
                    <a:pt x="2741" y="20"/>
                  </a:lnTo>
                  <a:lnTo>
                    <a:pt x="2741" y="15"/>
                  </a:lnTo>
                  <a:lnTo>
                    <a:pt x="2737" y="7"/>
                  </a:lnTo>
                  <a:lnTo>
                    <a:pt x="2733" y="3"/>
                  </a:lnTo>
                  <a:lnTo>
                    <a:pt x="2728" y="2"/>
                  </a:lnTo>
                  <a:lnTo>
                    <a:pt x="2724" y="0"/>
                  </a:lnTo>
                  <a:lnTo>
                    <a:pt x="2718" y="0"/>
                  </a:lnTo>
                  <a:lnTo>
                    <a:pt x="2711" y="3"/>
                  </a:lnTo>
                  <a:lnTo>
                    <a:pt x="2707" y="7"/>
                  </a:lnTo>
                  <a:lnTo>
                    <a:pt x="2681" y="43"/>
                  </a:lnTo>
                  <a:lnTo>
                    <a:pt x="2601" y="145"/>
                  </a:lnTo>
                  <a:lnTo>
                    <a:pt x="2549" y="209"/>
                  </a:lnTo>
                  <a:lnTo>
                    <a:pt x="2520" y="239"/>
                  </a:lnTo>
                  <a:lnTo>
                    <a:pt x="2496" y="269"/>
                  </a:lnTo>
                  <a:lnTo>
                    <a:pt x="2469" y="298"/>
                  </a:lnTo>
                  <a:lnTo>
                    <a:pt x="2413" y="354"/>
                  </a:lnTo>
                  <a:lnTo>
                    <a:pt x="2328" y="433"/>
                  </a:lnTo>
                  <a:lnTo>
                    <a:pt x="2301" y="456"/>
                  </a:lnTo>
                  <a:lnTo>
                    <a:pt x="2273" y="479"/>
                  </a:lnTo>
                  <a:lnTo>
                    <a:pt x="2243" y="501"/>
                  </a:lnTo>
                  <a:lnTo>
                    <a:pt x="2215" y="524"/>
                  </a:lnTo>
                  <a:lnTo>
                    <a:pt x="2154" y="565"/>
                  </a:lnTo>
                  <a:lnTo>
                    <a:pt x="2126" y="586"/>
                  </a:lnTo>
                  <a:lnTo>
                    <a:pt x="2098" y="603"/>
                  </a:lnTo>
                  <a:lnTo>
                    <a:pt x="2066" y="620"/>
                  </a:lnTo>
                  <a:lnTo>
                    <a:pt x="2035" y="639"/>
                  </a:lnTo>
                  <a:lnTo>
                    <a:pt x="2005" y="656"/>
                  </a:lnTo>
                  <a:lnTo>
                    <a:pt x="1911" y="701"/>
                  </a:lnTo>
                  <a:lnTo>
                    <a:pt x="1847" y="728"/>
                  </a:lnTo>
                  <a:lnTo>
                    <a:pt x="1815" y="739"/>
                  </a:lnTo>
                  <a:lnTo>
                    <a:pt x="1783" y="752"/>
                  </a:lnTo>
                  <a:lnTo>
                    <a:pt x="1784" y="752"/>
                  </a:lnTo>
                  <a:lnTo>
                    <a:pt x="1784" y="750"/>
                  </a:lnTo>
                  <a:lnTo>
                    <a:pt x="1752" y="760"/>
                  </a:lnTo>
                  <a:lnTo>
                    <a:pt x="1717" y="767"/>
                  </a:lnTo>
                  <a:lnTo>
                    <a:pt x="1683" y="775"/>
                  </a:lnTo>
                  <a:lnTo>
                    <a:pt x="1645" y="782"/>
                  </a:lnTo>
                  <a:lnTo>
                    <a:pt x="1573" y="794"/>
                  </a:lnTo>
                  <a:lnTo>
                    <a:pt x="1498" y="801"/>
                  </a:lnTo>
                  <a:lnTo>
                    <a:pt x="1458" y="805"/>
                  </a:lnTo>
                  <a:lnTo>
                    <a:pt x="1420" y="807"/>
                  </a:lnTo>
                  <a:lnTo>
                    <a:pt x="1381" y="807"/>
                  </a:lnTo>
                  <a:lnTo>
                    <a:pt x="1341" y="809"/>
                  </a:lnTo>
                  <a:lnTo>
                    <a:pt x="1301" y="807"/>
                  </a:lnTo>
                  <a:lnTo>
                    <a:pt x="1262" y="807"/>
                  </a:lnTo>
                  <a:lnTo>
                    <a:pt x="1222" y="805"/>
                  </a:lnTo>
                  <a:lnTo>
                    <a:pt x="1186" y="803"/>
                  </a:lnTo>
                  <a:lnTo>
                    <a:pt x="1068" y="792"/>
                  </a:lnTo>
                  <a:lnTo>
                    <a:pt x="956" y="775"/>
                  </a:lnTo>
                  <a:lnTo>
                    <a:pt x="920" y="767"/>
                  </a:lnTo>
                  <a:lnTo>
                    <a:pt x="883" y="760"/>
                  </a:lnTo>
                  <a:lnTo>
                    <a:pt x="849" y="752"/>
                  </a:lnTo>
                  <a:lnTo>
                    <a:pt x="813" y="745"/>
                  </a:lnTo>
                  <a:lnTo>
                    <a:pt x="781" y="735"/>
                  </a:lnTo>
                  <a:lnTo>
                    <a:pt x="717" y="718"/>
                  </a:lnTo>
                  <a:lnTo>
                    <a:pt x="656" y="695"/>
                  </a:lnTo>
                  <a:lnTo>
                    <a:pt x="630" y="686"/>
                  </a:lnTo>
                  <a:lnTo>
                    <a:pt x="632" y="686"/>
                  </a:lnTo>
                  <a:lnTo>
                    <a:pt x="603" y="673"/>
                  </a:lnTo>
                  <a:lnTo>
                    <a:pt x="577" y="662"/>
                  </a:lnTo>
                  <a:lnTo>
                    <a:pt x="526" y="635"/>
                  </a:lnTo>
                  <a:lnTo>
                    <a:pt x="501" y="620"/>
                  </a:lnTo>
                  <a:lnTo>
                    <a:pt x="475" y="605"/>
                  </a:lnTo>
                  <a:lnTo>
                    <a:pt x="452" y="592"/>
                  </a:lnTo>
                  <a:lnTo>
                    <a:pt x="430" y="577"/>
                  </a:lnTo>
                  <a:lnTo>
                    <a:pt x="362" y="526"/>
                  </a:lnTo>
                  <a:lnTo>
                    <a:pt x="343" y="507"/>
                  </a:lnTo>
                  <a:lnTo>
                    <a:pt x="322" y="492"/>
                  </a:lnTo>
                  <a:lnTo>
                    <a:pt x="283" y="452"/>
                  </a:lnTo>
                  <a:lnTo>
                    <a:pt x="247" y="411"/>
                  </a:lnTo>
                  <a:lnTo>
                    <a:pt x="228" y="390"/>
                  </a:lnTo>
                  <a:lnTo>
                    <a:pt x="211" y="369"/>
                  </a:lnTo>
                  <a:lnTo>
                    <a:pt x="194" y="347"/>
                  </a:lnTo>
                  <a:lnTo>
                    <a:pt x="177" y="322"/>
                  </a:lnTo>
                  <a:lnTo>
                    <a:pt x="147" y="277"/>
                  </a:lnTo>
                  <a:lnTo>
                    <a:pt x="134" y="252"/>
                  </a:lnTo>
                  <a:lnTo>
                    <a:pt x="118" y="226"/>
                  </a:lnTo>
                  <a:lnTo>
                    <a:pt x="92" y="175"/>
                  </a:lnTo>
                  <a:lnTo>
                    <a:pt x="79" y="147"/>
                  </a:lnTo>
                  <a:lnTo>
                    <a:pt x="68" y="120"/>
                  </a:lnTo>
                  <a:lnTo>
                    <a:pt x="45" y="64"/>
                  </a:lnTo>
                  <a:lnTo>
                    <a:pt x="35" y="35"/>
                  </a:lnTo>
                  <a:lnTo>
                    <a:pt x="34" y="30"/>
                  </a:lnTo>
                  <a:lnTo>
                    <a:pt x="32" y="26"/>
                  </a:lnTo>
                  <a:lnTo>
                    <a:pt x="26" y="24"/>
                  </a:lnTo>
                  <a:lnTo>
                    <a:pt x="22" y="22"/>
                  </a:lnTo>
                  <a:lnTo>
                    <a:pt x="17" y="22"/>
                  </a:lnTo>
                  <a:lnTo>
                    <a:pt x="13" y="24"/>
                  </a:lnTo>
                  <a:lnTo>
                    <a:pt x="7" y="26"/>
                  </a:lnTo>
                  <a:lnTo>
                    <a:pt x="3" y="28"/>
                  </a:lnTo>
                  <a:lnTo>
                    <a:pt x="2" y="34"/>
                  </a:lnTo>
                  <a:lnTo>
                    <a:pt x="0" y="37"/>
                  </a:lnTo>
                  <a:lnTo>
                    <a:pt x="0" y="43"/>
                  </a:lnTo>
                  <a:lnTo>
                    <a:pt x="2" y="47"/>
                  </a:lnTo>
                  <a:lnTo>
                    <a:pt x="11" y="75"/>
                  </a:lnTo>
                  <a:lnTo>
                    <a:pt x="22" y="107"/>
                  </a:lnTo>
                  <a:lnTo>
                    <a:pt x="34" y="135"/>
                  </a:lnTo>
                  <a:lnTo>
                    <a:pt x="45" y="162"/>
                  </a:lnTo>
                  <a:lnTo>
                    <a:pt x="58" y="190"/>
                  </a:lnTo>
                  <a:lnTo>
                    <a:pt x="85" y="245"/>
                  </a:lnTo>
                  <a:lnTo>
                    <a:pt x="100" y="271"/>
                  </a:lnTo>
                  <a:lnTo>
                    <a:pt x="113" y="296"/>
                  </a:lnTo>
                  <a:lnTo>
                    <a:pt x="132" y="322"/>
                  </a:lnTo>
                  <a:lnTo>
                    <a:pt x="147" y="345"/>
                  </a:lnTo>
                  <a:lnTo>
                    <a:pt x="164" y="369"/>
                  </a:lnTo>
                  <a:lnTo>
                    <a:pt x="181" y="392"/>
                  </a:lnTo>
                  <a:lnTo>
                    <a:pt x="198" y="413"/>
                  </a:lnTo>
                  <a:lnTo>
                    <a:pt x="217" y="437"/>
                  </a:lnTo>
                  <a:lnTo>
                    <a:pt x="256" y="479"/>
                  </a:lnTo>
                  <a:lnTo>
                    <a:pt x="296" y="518"/>
                  </a:lnTo>
                  <a:lnTo>
                    <a:pt x="317" y="537"/>
                  </a:lnTo>
                  <a:lnTo>
                    <a:pt x="339" y="556"/>
                  </a:lnTo>
                  <a:lnTo>
                    <a:pt x="407" y="607"/>
                  </a:lnTo>
                  <a:lnTo>
                    <a:pt x="434" y="622"/>
                  </a:lnTo>
                  <a:lnTo>
                    <a:pt x="456" y="639"/>
                  </a:lnTo>
                  <a:lnTo>
                    <a:pt x="483" y="654"/>
                  </a:lnTo>
                  <a:lnTo>
                    <a:pt x="507" y="669"/>
                  </a:lnTo>
                  <a:lnTo>
                    <a:pt x="562" y="695"/>
                  </a:lnTo>
                  <a:lnTo>
                    <a:pt x="588" y="707"/>
                  </a:lnTo>
                  <a:lnTo>
                    <a:pt x="617" y="720"/>
                  </a:lnTo>
                  <a:lnTo>
                    <a:pt x="618" y="720"/>
                  </a:lnTo>
                  <a:lnTo>
                    <a:pt x="645" y="729"/>
                  </a:lnTo>
                  <a:lnTo>
                    <a:pt x="705" y="752"/>
                  </a:lnTo>
                  <a:lnTo>
                    <a:pt x="769" y="773"/>
                  </a:lnTo>
                  <a:lnTo>
                    <a:pt x="805" y="782"/>
                  </a:lnTo>
                  <a:lnTo>
                    <a:pt x="841" y="790"/>
                  </a:lnTo>
                  <a:lnTo>
                    <a:pt x="875" y="797"/>
                  </a:lnTo>
                  <a:lnTo>
                    <a:pt x="913" y="805"/>
                  </a:lnTo>
                  <a:lnTo>
                    <a:pt x="949" y="812"/>
                  </a:lnTo>
                  <a:lnTo>
                    <a:pt x="1064" y="829"/>
                  </a:lnTo>
                  <a:lnTo>
                    <a:pt x="1183" y="841"/>
                  </a:lnTo>
                  <a:lnTo>
                    <a:pt x="1222" y="843"/>
                  </a:lnTo>
                  <a:lnTo>
                    <a:pt x="1262" y="844"/>
                  </a:lnTo>
                  <a:lnTo>
                    <a:pt x="1301" y="844"/>
                  </a:lnTo>
                  <a:lnTo>
                    <a:pt x="1341" y="846"/>
                  </a:lnTo>
                  <a:lnTo>
                    <a:pt x="1381" y="844"/>
                  </a:lnTo>
                  <a:lnTo>
                    <a:pt x="1420" y="844"/>
                  </a:lnTo>
                  <a:lnTo>
                    <a:pt x="1462" y="843"/>
                  </a:lnTo>
                  <a:lnTo>
                    <a:pt x="1501" y="839"/>
                  </a:lnTo>
                  <a:lnTo>
                    <a:pt x="1577" y="831"/>
                  </a:lnTo>
                  <a:lnTo>
                    <a:pt x="1617" y="826"/>
                  </a:lnTo>
                  <a:lnTo>
                    <a:pt x="1652" y="820"/>
                  </a:lnTo>
                  <a:lnTo>
                    <a:pt x="1690" y="812"/>
                  </a:lnTo>
                  <a:lnTo>
                    <a:pt x="1724" y="805"/>
                  </a:lnTo>
                  <a:lnTo>
                    <a:pt x="1760" y="797"/>
                  </a:lnTo>
                  <a:lnTo>
                    <a:pt x="1796" y="788"/>
                  </a:lnTo>
                  <a:lnTo>
                    <a:pt x="1796" y="786"/>
                  </a:lnTo>
                  <a:lnTo>
                    <a:pt x="1798" y="786"/>
                  </a:lnTo>
                  <a:lnTo>
                    <a:pt x="1830" y="773"/>
                  </a:lnTo>
                  <a:lnTo>
                    <a:pt x="1862" y="761"/>
                  </a:lnTo>
                  <a:lnTo>
                    <a:pt x="1926" y="735"/>
                  </a:lnTo>
                  <a:lnTo>
                    <a:pt x="2024" y="690"/>
                  </a:lnTo>
                  <a:lnTo>
                    <a:pt x="2054" y="673"/>
                  </a:lnTo>
                  <a:lnTo>
                    <a:pt x="2084" y="654"/>
                  </a:lnTo>
                  <a:lnTo>
                    <a:pt x="2117" y="637"/>
                  </a:lnTo>
                  <a:lnTo>
                    <a:pt x="2149" y="616"/>
                  </a:lnTo>
                  <a:lnTo>
                    <a:pt x="2177" y="596"/>
                  </a:lnTo>
                  <a:lnTo>
                    <a:pt x="2237" y="554"/>
                  </a:lnTo>
                  <a:lnTo>
                    <a:pt x="2266" y="531"/>
                  </a:lnTo>
                  <a:lnTo>
                    <a:pt x="2296" y="509"/>
                  </a:lnTo>
                  <a:lnTo>
                    <a:pt x="2324" y="486"/>
                  </a:lnTo>
                  <a:lnTo>
                    <a:pt x="2354" y="460"/>
                  </a:lnTo>
                  <a:lnTo>
                    <a:pt x="2439" y="381"/>
                  </a:lnTo>
                  <a:lnTo>
                    <a:pt x="2496" y="324"/>
                  </a:lnTo>
                  <a:lnTo>
                    <a:pt x="2522" y="296"/>
                  </a:lnTo>
                  <a:lnTo>
                    <a:pt x="2550" y="266"/>
                  </a:lnTo>
                  <a:lnTo>
                    <a:pt x="2579" y="232"/>
                  </a:lnTo>
                  <a:lnTo>
                    <a:pt x="2632" y="167"/>
                  </a:lnTo>
                  <a:lnTo>
                    <a:pt x="2711" y="66"/>
                  </a:lnTo>
                  <a:lnTo>
                    <a:pt x="2737" y="30"/>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11" name="Google Shape;511;g28abd34dbfa_0_505"/>
            <p:cNvSpPr/>
            <p:nvPr/>
          </p:nvSpPr>
          <p:spPr>
            <a:xfrm>
              <a:off x="3232" y="2919"/>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6666FF"/>
                  </a:solidFill>
                  <a:latin typeface="Arial"/>
                  <a:ea typeface="Arial"/>
                  <a:cs typeface="Arial"/>
                  <a:sym typeface="Arial"/>
                </a:rPr>
                <a:t>0/0</a:t>
              </a:r>
              <a:endParaRPr sz="3200" b="1" i="0" u="none" strike="noStrike" cap="none">
                <a:solidFill>
                  <a:srgbClr val="6666FF"/>
                </a:solidFill>
                <a:latin typeface="Times New Roman"/>
                <a:ea typeface="Times New Roman"/>
                <a:cs typeface="Times New Roman"/>
                <a:sym typeface="Times New Roman"/>
              </a:endParaRPr>
            </a:p>
          </p:txBody>
        </p:sp>
        <p:sp>
          <p:nvSpPr>
            <p:cNvPr id="512" name="Google Shape;512;g28abd34dbfa_0_505"/>
            <p:cNvSpPr/>
            <p:nvPr/>
          </p:nvSpPr>
          <p:spPr>
            <a:xfrm>
              <a:off x="2140" y="2327"/>
              <a:ext cx="47" cy="213"/>
            </a:xfrm>
            <a:custGeom>
              <a:avLst/>
              <a:gdLst/>
              <a:ahLst/>
              <a:cxnLst/>
              <a:rect l="l" t="t" r="r" b="b"/>
              <a:pathLst>
                <a:path w="47" h="213" extrusionOk="0">
                  <a:moveTo>
                    <a:pt x="37" y="17"/>
                  </a:moveTo>
                  <a:lnTo>
                    <a:pt x="37" y="14"/>
                  </a:lnTo>
                  <a:lnTo>
                    <a:pt x="34" y="10"/>
                  </a:lnTo>
                  <a:lnTo>
                    <a:pt x="32" y="6"/>
                  </a:lnTo>
                  <a:lnTo>
                    <a:pt x="28" y="2"/>
                  </a:lnTo>
                  <a:lnTo>
                    <a:pt x="22" y="0"/>
                  </a:lnTo>
                  <a:lnTo>
                    <a:pt x="13" y="0"/>
                  </a:lnTo>
                  <a:lnTo>
                    <a:pt x="9" y="4"/>
                  </a:lnTo>
                  <a:lnTo>
                    <a:pt x="5" y="6"/>
                  </a:lnTo>
                  <a:lnTo>
                    <a:pt x="2" y="10"/>
                  </a:lnTo>
                  <a:lnTo>
                    <a:pt x="0" y="15"/>
                  </a:lnTo>
                  <a:lnTo>
                    <a:pt x="0" y="21"/>
                  </a:lnTo>
                  <a:lnTo>
                    <a:pt x="9" y="196"/>
                  </a:lnTo>
                  <a:lnTo>
                    <a:pt x="9" y="200"/>
                  </a:lnTo>
                  <a:lnTo>
                    <a:pt x="13" y="204"/>
                  </a:lnTo>
                  <a:lnTo>
                    <a:pt x="15" y="208"/>
                  </a:lnTo>
                  <a:lnTo>
                    <a:pt x="19" y="212"/>
                  </a:lnTo>
                  <a:lnTo>
                    <a:pt x="24" y="213"/>
                  </a:lnTo>
                  <a:lnTo>
                    <a:pt x="34" y="213"/>
                  </a:lnTo>
                  <a:lnTo>
                    <a:pt x="37" y="210"/>
                  </a:lnTo>
                  <a:lnTo>
                    <a:pt x="41" y="208"/>
                  </a:lnTo>
                  <a:lnTo>
                    <a:pt x="45" y="204"/>
                  </a:lnTo>
                  <a:lnTo>
                    <a:pt x="47" y="198"/>
                  </a:lnTo>
                  <a:lnTo>
                    <a:pt x="47" y="193"/>
                  </a:lnTo>
                  <a:lnTo>
                    <a:pt x="37" y="17"/>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13" name="Google Shape;513;g28abd34dbfa_0_505"/>
            <p:cNvSpPr/>
            <p:nvPr/>
          </p:nvSpPr>
          <p:spPr>
            <a:xfrm>
              <a:off x="2132" y="2342"/>
              <a:ext cx="134" cy="159"/>
            </a:xfrm>
            <a:custGeom>
              <a:avLst/>
              <a:gdLst/>
              <a:ahLst/>
              <a:cxnLst/>
              <a:rect l="l" t="t" r="r" b="b"/>
              <a:pathLst>
                <a:path w="134" h="159" extrusionOk="0">
                  <a:moveTo>
                    <a:pt x="34" y="8"/>
                  </a:moveTo>
                  <a:lnTo>
                    <a:pt x="30" y="4"/>
                  </a:lnTo>
                  <a:lnTo>
                    <a:pt x="27" y="2"/>
                  </a:lnTo>
                  <a:lnTo>
                    <a:pt x="21" y="0"/>
                  </a:lnTo>
                  <a:lnTo>
                    <a:pt x="17" y="0"/>
                  </a:lnTo>
                  <a:lnTo>
                    <a:pt x="11" y="2"/>
                  </a:lnTo>
                  <a:lnTo>
                    <a:pt x="8" y="4"/>
                  </a:lnTo>
                  <a:lnTo>
                    <a:pt x="4" y="8"/>
                  </a:lnTo>
                  <a:lnTo>
                    <a:pt x="2" y="12"/>
                  </a:lnTo>
                  <a:lnTo>
                    <a:pt x="0" y="17"/>
                  </a:lnTo>
                  <a:lnTo>
                    <a:pt x="0" y="21"/>
                  </a:lnTo>
                  <a:lnTo>
                    <a:pt x="2" y="27"/>
                  </a:lnTo>
                  <a:lnTo>
                    <a:pt x="4" y="31"/>
                  </a:lnTo>
                  <a:lnTo>
                    <a:pt x="100" y="151"/>
                  </a:lnTo>
                  <a:lnTo>
                    <a:pt x="104" y="155"/>
                  </a:lnTo>
                  <a:lnTo>
                    <a:pt x="108" y="157"/>
                  </a:lnTo>
                  <a:lnTo>
                    <a:pt x="113" y="159"/>
                  </a:lnTo>
                  <a:lnTo>
                    <a:pt x="117" y="159"/>
                  </a:lnTo>
                  <a:lnTo>
                    <a:pt x="123" y="157"/>
                  </a:lnTo>
                  <a:lnTo>
                    <a:pt x="127" y="155"/>
                  </a:lnTo>
                  <a:lnTo>
                    <a:pt x="130" y="151"/>
                  </a:lnTo>
                  <a:lnTo>
                    <a:pt x="132" y="148"/>
                  </a:lnTo>
                  <a:lnTo>
                    <a:pt x="134" y="142"/>
                  </a:lnTo>
                  <a:lnTo>
                    <a:pt x="134" y="138"/>
                  </a:lnTo>
                  <a:lnTo>
                    <a:pt x="132" y="132"/>
                  </a:lnTo>
                  <a:lnTo>
                    <a:pt x="130" y="129"/>
                  </a:lnTo>
                  <a:lnTo>
                    <a:pt x="34" y="8"/>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514" name="Google Shape;514;g28abd34dbfa_0_505"/>
          <p:cNvGrpSpPr/>
          <p:nvPr/>
        </p:nvGrpSpPr>
        <p:grpSpPr>
          <a:xfrm>
            <a:off x="4309533" y="2392363"/>
            <a:ext cx="1202267" cy="723900"/>
            <a:chOff x="2036" y="1507"/>
            <a:chExt cx="568" cy="456"/>
          </a:xfrm>
        </p:grpSpPr>
        <p:sp>
          <p:nvSpPr>
            <p:cNvPr id="515" name="Google Shape;515;g28abd34dbfa_0_505"/>
            <p:cNvSpPr/>
            <p:nvPr/>
          </p:nvSpPr>
          <p:spPr>
            <a:xfrm>
              <a:off x="2036" y="1548"/>
              <a:ext cx="287" cy="410"/>
            </a:xfrm>
            <a:custGeom>
              <a:avLst/>
              <a:gdLst/>
              <a:ahLst/>
              <a:cxnLst/>
              <a:rect l="l" t="t" r="r" b="b"/>
              <a:pathLst>
                <a:path w="287" h="410" extrusionOk="0">
                  <a:moveTo>
                    <a:pt x="209" y="380"/>
                  </a:moveTo>
                  <a:lnTo>
                    <a:pt x="207" y="383"/>
                  </a:lnTo>
                  <a:lnTo>
                    <a:pt x="206" y="389"/>
                  </a:lnTo>
                  <a:lnTo>
                    <a:pt x="206" y="395"/>
                  </a:lnTo>
                  <a:lnTo>
                    <a:pt x="209" y="402"/>
                  </a:lnTo>
                  <a:lnTo>
                    <a:pt x="213" y="406"/>
                  </a:lnTo>
                  <a:lnTo>
                    <a:pt x="217" y="408"/>
                  </a:lnTo>
                  <a:lnTo>
                    <a:pt x="223" y="410"/>
                  </a:lnTo>
                  <a:lnTo>
                    <a:pt x="228" y="410"/>
                  </a:lnTo>
                  <a:lnTo>
                    <a:pt x="236" y="406"/>
                  </a:lnTo>
                  <a:lnTo>
                    <a:pt x="239" y="402"/>
                  </a:lnTo>
                  <a:lnTo>
                    <a:pt x="243" y="395"/>
                  </a:lnTo>
                  <a:lnTo>
                    <a:pt x="245" y="391"/>
                  </a:lnTo>
                  <a:lnTo>
                    <a:pt x="247" y="389"/>
                  </a:lnTo>
                  <a:lnTo>
                    <a:pt x="255" y="374"/>
                  </a:lnTo>
                  <a:lnTo>
                    <a:pt x="256" y="368"/>
                  </a:lnTo>
                  <a:lnTo>
                    <a:pt x="260" y="361"/>
                  </a:lnTo>
                  <a:lnTo>
                    <a:pt x="262" y="355"/>
                  </a:lnTo>
                  <a:lnTo>
                    <a:pt x="264" y="351"/>
                  </a:lnTo>
                  <a:lnTo>
                    <a:pt x="268" y="340"/>
                  </a:lnTo>
                  <a:lnTo>
                    <a:pt x="270" y="336"/>
                  </a:lnTo>
                  <a:lnTo>
                    <a:pt x="272" y="331"/>
                  </a:lnTo>
                  <a:lnTo>
                    <a:pt x="275" y="323"/>
                  </a:lnTo>
                  <a:lnTo>
                    <a:pt x="275" y="317"/>
                  </a:lnTo>
                  <a:lnTo>
                    <a:pt x="279" y="306"/>
                  </a:lnTo>
                  <a:lnTo>
                    <a:pt x="279" y="300"/>
                  </a:lnTo>
                  <a:lnTo>
                    <a:pt x="281" y="295"/>
                  </a:lnTo>
                  <a:lnTo>
                    <a:pt x="281" y="291"/>
                  </a:lnTo>
                  <a:lnTo>
                    <a:pt x="283" y="285"/>
                  </a:lnTo>
                  <a:lnTo>
                    <a:pt x="283" y="274"/>
                  </a:lnTo>
                  <a:lnTo>
                    <a:pt x="285" y="268"/>
                  </a:lnTo>
                  <a:lnTo>
                    <a:pt x="285" y="236"/>
                  </a:lnTo>
                  <a:lnTo>
                    <a:pt x="287" y="227"/>
                  </a:lnTo>
                  <a:lnTo>
                    <a:pt x="285" y="217"/>
                  </a:lnTo>
                  <a:lnTo>
                    <a:pt x="285" y="195"/>
                  </a:lnTo>
                  <a:lnTo>
                    <a:pt x="281" y="172"/>
                  </a:lnTo>
                  <a:lnTo>
                    <a:pt x="273" y="132"/>
                  </a:lnTo>
                  <a:lnTo>
                    <a:pt x="266" y="114"/>
                  </a:lnTo>
                  <a:lnTo>
                    <a:pt x="258" y="95"/>
                  </a:lnTo>
                  <a:lnTo>
                    <a:pt x="247" y="70"/>
                  </a:lnTo>
                  <a:lnTo>
                    <a:pt x="236" y="55"/>
                  </a:lnTo>
                  <a:lnTo>
                    <a:pt x="232" y="50"/>
                  </a:lnTo>
                  <a:lnTo>
                    <a:pt x="226" y="44"/>
                  </a:lnTo>
                  <a:lnTo>
                    <a:pt x="223" y="38"/>
                  </a:lnTo>
                  <a:lnTo>
                    <a:pt x="213" y="29"/>
                  </a:lnTo>
                  <a:lnTo>
                    <a:pt x="207" y="25"/>
                  </a:lnTo>
                  <a:lnTo>
                    <a:pt x="202" y="19"/>
                  </a:lnTo>
                  <a:lnTo>
                    <a:pt x="192" y="14"/>
                  </a:lnTo>
                  <a:lnTo>
                    <a:pt x="187" y="12"/>
                  </a:lnTo>
                  <a:lnTo>
                    <a:pt x="181" y="8"/>
                  </a:lnTo>
                  <a:lnTo>
                    <a:pt x="173" y="4"/>
                  </a:lnTo>
                  <a:lnTo>
                    <a:pt x="158" y="0"/>
                  </a:lnTo>
                  <a:lnTo>
                    <a:pt x="126" y="0"/>
                  </a:lnTo>
                  <a:lnTo>
                    <a:pt x="111" y="4"/>
                  </a:lnTo>
                  <a:lnTo>
                    <a:pt x="104" y="8"/>
                  </a:lnTo>
                  <a:lnTo>
                    <a:pt x="98" y="12"/>
                  </a:lnTo>
                  <a:lnTo>
                    <a:pt x="92" y="14"/>
                  </a:lnTo>
                  <a:lnTo>
                    <a:pt x="83" y="19"/>
                  </a:lnTo>
                  <a:lnTo>
                    <a:pt x="77" y="25"/>
                  </a:lnTo>
                  <a:lnTo>
                    <a:pt x="72" y="29"/>
                  </a:lnTo>
                  <a:lnTo>
                    <a:pt x="62" y="38"/>
                  </a:lnTo>
                  <a:lnTo>
                    <a:pt x="58" y="44"/>
                  </a:lnTo>
                  <a:lnTo>
                    <a:pt x="53" y="50"/>
                  </a:lnTo>
                  <a:lnTo>
                    <a:pt x="49" y="55"/>
                  </a:lnTo>
                  <a:lnTo>
                    <a:pt x="38" y="70"/>
                  </a:lnTo>
                  <a:lnTo>
                    <a:pt x="26" y="95"/>
                  </a:lnTo>
                  <a:lnTo>
                    <a:pt x="19" y="114"/>
                  </a:lnTo>
                  <a:lnTo>
                    <a:pt x="11" y="132"/>
                  </a:lnTo>
                  <a:lnTo>
                    <a:pt x="4" y="172"/>
                  </a:lnTo>
                  <a:lnTo>
                    <a:pt x="0" y="195"/>
                  </a:lnTo>
                  <a:lnTo>
                    <a:pt x="0" y="268"/>
                  </a:lnTo>
                  <a:lnTo>
                    <a:pt x="2" y="274"/>
                  </a:lnTo>
                  <a:lnTo>
                    <a:pt x="2" y="283"/>
                  </a:lnTo>
                  <a:lnTo>
                    <a:pt x="4" y="289"/>
                  </a:lnTo>
                  <a:lnTo>
                    <a:pt x="4" y="293"/>
                  </a:lnTo>
                  <a:lnTo>
                    <a:pt x="6" y="298"/>
                  </a:lnTo>
                  <a:lnTo>
                    <a:pt x="6" y="302"/>
                  </a:lnTo>
                  <a:lnTo>
                    <a:pt x="9" y="314"/>
                  </a:lnTo>
                  <a:lnTo>
                    <a:pt x="9" y="317"/>
                  </a:lnTo>
                  <a:lnTo>
                    <a:pt x="11" y="321"/>
                  </a:lnTo>
                  <a:lnTo>
                    <a:pt x="11" y="327"/>
                  </a:lnTo>
                  <a:lnTo>
                    <a:pt x="15" y="334"/>
                  </a:lnTo>
                  <a:lnTo>
                    <a:pt x="17" y="340"/>
                  </a:lnTo>
                  <a:lnTo>
                    <a:pt x="19" y="344"/>
                  </a:lnTo>
                  <a:lnTo>
                    <a:pt x="19" y="349"/>
                  </a:lnTo>
                  <a:lnTo>
                    <a:pt x="32" y="376"/>
                  </a:lnTo>
                  <a:lnTo>
                    <a:pt x="34" y="383"/>
                  </a:lnTo>
                  <a:lnTo>
                    <a:pt x="41" y="391"/>
                  </a:lnTo>
                  <a:lnTo>
                    <a:pt x="38" y="387"/>
                  </a:lnTo>
                  <a:lnTo>
                    <a:pt x="45" y="395"/>
                  </a:lnTo>
                  <a:lnTo>
                    <a:pt x="49" y="397"/>
                  </a:lnTo>
                  <a:lnTo>
                    <a:pt x="60" y="397"/>
                  </a:lnTo>
                  <a:lnTo>
                    <a:pt x="64" y="395"/>
                  </a:lnTo>
                  <a:lnTo>
                    <a:pt x="72" y="387"/>
                  </a:lnTo>
                  <a:lnTo>
                    <a:pt x="73" y="383"/>
                  </a:lnTo>
                  <a:lnTo>
                    <a:pt x="73" y="372"/>
                  </a:lnTo>
                  <a:lnTo>
                    <a:pt x="72" y="368"/>
                  </a:lnTo>
                  <a:lnTo>
                    <a:pt x="68" y="364"/>
                  </a:lnTo>
                  <a:lnTo>
                    <a:pt x="66" y="361"/>
                  </a:lnTo>
                  <a:lnTo>
                    <a:pt x="56" y="342"/>
                  </a:lnTo>
                  <a:lnTo>
                    <a:pt x="56" y="336"/>
                  </a:lnTo>
                  <a:lnTo>
                    <a:pt x="51" y="325"/>
                  </a:lnTo>
                  <a:lnTo>
                    <a:pt x="49" y="319"/>
                  </a:lnTo>
                  <a:lnTo>
                    <a:pt x="49" y="314"/>
                  </a:lnTo>
                  <a:lnTo>
                    <a:pt x="47" y="310"/>
                  </a:lnTo>
                  <a:lnTo>
                    <a:pt x="47" y="306"/>
                  </a:lnTo>
                  <a:lnTo>
                    <a:pt x="43" y="295"/>
                  </a:lnTo>
                  <a:lnTo>
                    <a:pt x="43" y="291"/>
                  </a:lnTo>
                  <a:lnTo>
                    <a:pt x="41" y="285"/>
                  </a:lnTo>
                  <a:lnTo>
                    <a:pt x="41" y="281"/>
                  </a:lnTo>
                  <a:lnTo>
                    <a:pt x="40" y="276"/>
                  </a:lnTo>
                  <a:lnTo>
                    <a:pt x="40" y="266"/>
                  </a:lnTo>
                  <a:lnTo>
                    <a:pt x="38" y="261"/>
                  </a:lnTo>
                  <a:lnTo>
                    <a:pt x="38" y="231"/>
                  </a:lnTo>
                  <a:lnTo>
                    <a:pt x="38" y="198"/>
                  </a:lnTo>
                  <a:lnTo>
                    <a:pt x="40" y="191"/>
                  </a:lnTo>
                  <a:lnTo>
                    <a:pt x="41" y="180"/>
                  </a:lnTo>
                  <a:lnTo>
                    <a:pt x="49" y="144"/>
                  </a:lnTo>
                  <a:lnTo>
                    <a:pt x="53" y="134"/>
                  </a:lnTo>
                  <a:lnTo>
                    <a:pt x="53" y="125"/>
                  </a:lnTo>
                  <a:lnTo>
                    <a:pt x="56" y="119"/>
                  </a:lnTo>
                  <a:lnTo>
                    <a:pt x="60" y="110"/>
                  </a:lnTo>
                  <a:lnTo>
                    <a:pt x="72" y="89"/>
                  </a:lnTo>
                  <a:lnTo>
                    <a:pt x="73" y="85"/>
                  </a:lnTo>
                  <a:lnTo>
                    <a:pt x="79" y="78"/>
                  </a:lnTo>
                  <a:lnTo>
                    <a:pt x="83" y="72"/>
                  </a:lnTo>
                  <a:lnTo>
                    <a:pt x="89" y="66"/>
                  </a:lnTo>
                  <a:lnTo>
                    <a:pt x="92" y="61"/>
                  </a:lnTo>
                  <a:lnTo>
                    <a:pt x="94" y="59"/>
                  </a:lnTo>
                  <a:lnTo>
                    <a:pt x="100" y="55"/>
                  </a:lnTo>
                  <a:lnTo>
                    <a:pt x="106" y="50"/>
                  </a:lnTo>
                  <a:lnTo>
                    <a:pt x="107" y="48"/>
                  </a:lnTo>
                  <a:lnTo>
                    <a:pt x="113" y="46"/>
                  </a:lnTo>
                  <a:lnTo>
                    <a:pt x="119" y="42"/>
                  </a:lnTo>
                  <a:lnTo>
                    <a:pt x="123" y="42"/>
                  </a:lnTo>
                  <a:lnTo>
                    <a:pt x="130" y="40"/>
                  </a:lnTo>
                  <a:lnTo>
                    <a:pt x="134" y="38"/>
                  </a:lnTo>
                  <a:lnTo>
                    <a:pt x="143" y="38"/>
                  </a:lnTo>
                  <a:lnTo>
                    <a:pt x="151" y="38"/>
                  </a:lnTo>
                  <a:lnTo>
                    <a:pt x="155" y="40"/>
                  </a:lnTo>
                  <a:lnTo>
                    <a:pt x="162" y="42"/>
                  </a:lnTo>
                  <a:lnTo>
                    <a:pt x="166" y="42"/>
                  </a:lnTo>
                  <a:lnTo>
                    <a:pt x="172" y="46"/>
                  </a:lnTo>
                  <a:lnTo>
                    <a:pt x="177" y="48"/>
                  </a:lnTo>
                  <a:lnTo>
                    <a:pt x="179" y="50"/>
                  </a:lnTo>
                  <a:lnTo>
                    <a:pt x="185" y="55"/>
                  </a:lnTo>
                  <a:lnTo>
                    <a:pt x="190" y="59"/>
                  </a:lnTo>
                  <a:lnTo>
                    <a:pt x="192" y="61"/>
                  </a:lnTo>
                  <a:lnTo>
                    <a:pt x="196" y="66"/>
                  </a:lnTo>
                  <a:lnTo>
                    <a:pt x="202" y="72"/>
                  </a:lnTo>
                  <a:lnTo>
                    <a:pt x="206" y="78"/>
                  </a:lnTo>
                  <a:lnTo>
                    <a:pt x="211" y="85"/>
                  </a:lnTo>
                  <a:lnTo>
                    <a:pt x="213" y="89"/>
                  </a:lnTo>
                  <a:lnTo>
                    <a:pt x="224" y="110"/>
                  </a:lnTo>
                  <a:lnTo>
                    <a:pt x="228" y="119"/>
                  </a:lnTo>
                  <a:lnTo>
                    <a:pt x="232" y="125"/>
                  </a:lnTo>
                  <a:lnTo>
                    <a:pt x="232" y="134"/>
                  </a:lnTo>
                  <a:lnTo>
                    <a:pt x="236" y="144"/>
                  </a:lnTo>
                  <a:lnTo>
                    <a:pt x="243" y="180"/>
                  </a:lnTo>
                  <a:lnTo>
                    <a:pt x="245" y="191"/>
                  </a:lnTo>
                  <a:lnTo>
                    <a:pt x="247" y="198"/>
                  </a:lnTo>
                  <a:lnTo>
                    <a:pt x="247" y="221"/>
                  </a:lnTo>
                  <a:lnTo>
                    <a:pt x="249" y="234"/>
                  </a:lnTo>
                  <a:lnTo>
                    <a:pt x="251" y="225"/>
                  </a:lnTo>
                  <a:lnTo>
                    <a:pt x="247" y="232"/>
                  </a:lnTo>
                  <a:lnTo>
                    <a:pt x="247" y="261"/>
                  </a:lnTo>
                  <a:lnTo>
                    <a:pt x="245" y="266"/>
                  </a:lnTo>
                  <a:lnTo>
                    <a:pt x="245" y="278"/>
                  </a:lnTo>
                  <a:lnTo>
                    <a:pt x="243" y="283"/>
                  </a:lnTo>
                  <a:lnTo>
                    <a:pt x="243" y="287"/>
                  </a:lnTo>
                  <a:lnTo>
                    <a:pt x="241" y="293"/>
                  </a:lnTo>
                  <a:lnTo>
                    <a:pt x="241" y="298"/>
                  </a:lnTo>
                  <a:lnTo>
                    <a:pt x="238" y="310"/>
                  </a:lnTo>
                  <a:lnTo>
                    <a:pt x="238" y="315"/>
                  </a:lnTo>
                  <a:lnTo>
                    <a:pt x="236" y="321"/>
                  </a:lnTo>
                  <a:lnTo>
                    <a:pt x="234" y="325"/>
                  </a:lnTo>
                  <a:lnTo>
                    <a:pt x="230" y="336"/>
                  </a:lnTo>
                  <a:lnTo>
                    <a:pt x="228" y="340"/>
                  </a:lnTo>
                  <a:lnTo>
                    <a:pt x="226" y="346"/>
                  </a:lnTo>
                  <a:lnTo>
                    <a:pt x="223" y="353"/>
                  </a:lnTo>
                  <a:lnTo>
                    <a:pt x="221" y="359"/>
                  </a:lnTo>
                  <a:lnTo>
                    <a:pt x="217" y="366"/>
                  </a:lnTo>
                  <a:lnTo>
                    <a:pt x="211" y="372"/>
                  </a:lnTo>
                  <a:lnTo>
                    <a:pt x="209" y="380"/>
                  </a:lnTo>
                  <a:lnTo>
                    <a:pt x="207" y="383"/>
                  </a:lnTo>
                  <a:lnTo>
                    <a:pt x="209" y="380"/>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16" name="Google Shape;516;g28abd34dbfa_0_505"/>
            <p:cNvSpPr/>
            <p:nvPr/>
          </p:nvSpPr>
          <p:spPr>
            <a:xfrm>
              <a:off x="2304" y="150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6666FF"/>
                  </a:solidFill>
                  <a:latin typeface="Arial"/>
                  <a:ea typeface="Arial"/>
                  <a:cs typeface="Arial"/>
                  <a:sym typeface="Arial"/>
                </a:rPr>
                <a:t>0/0</a:t>
              </a:r>
              <a:endParaRPr sz="3200" b="1" i="0" u="none" strike="noStrike" cap="none">
                <a:solidFill>
                  <a:srgbClr val="6666FF"/>
                </a:solidFill>
                <a:latin typeface="Times New Roman"/>
                <a:ea typeface="Times New Roman"/>
                <a:cs typeface="Times New Roman"/>
                <a:sym typeface="Times New Roman"/>
              </a:endParaRPr>
            </a:p>
          </p:txBody>
        </p:sp>
        <p:sp>
          <p:nvSpPr>
            <p:cNvPr id="517" name="Google Shape;517;g28abd34dbfa_0_505"/>
            <p:cNvSpPr/>
            <p:nvPr/>
          </p:nvSpPr>
          <p:spPr>
            <a:xfrm>
              <a:off x="2232" y="1807"/>
              <a:ext cx="43" cy="149"/>
            </a:xfrm>
            <a:custGeom>
              <a:avLst/>
              <a:gdLst/>
              <a:ahLst/>
              <a:cxnLst/>
              <a:rect l="l" t="t" r="r" b="b"/>
              <a:pathLst>
                <a:path w="43" h="149" extrusionOk="0">
                  <a:moveTo>
                    <a:pt x="0" y="128"/>
                  </a:moveTo>
                  <a:lnTo>
                    <a:pt x="0" y="134"/>
                  </a:lnTo>
                  <a:lnTo>
                    <a:pt x="2" y="139"/>
                  </a:lnTo>
                  <a:lnTo>
                    <a:pt x="6" y="143"/>
                  </a:lnTo>
                  <a:lnTo>
                    <a:pt x="10" y="145"/>
                  </a:lnTo>
                  <a:lnTo>
                    <a:pt x="13" y="149"/>
                  </a:lnTo>
                  <a:lnTo>
                    <a:pt x="23" y="149"/>
                  </a:lnTo>
                  <a:lnTo>
                    <a:pt x="28" y="147"/>
                  </a:lnTo>
                  <a:lnTo>
                    <a:pt x="32" y="143"/>
                  </a:lnTo>
                  <a:lnTo>
                    <a:pt x="34" y="139"/>
                  </a:lnTo>
                  <a:lnTo>
                    <a:pt x="38" y="136"/>
                  </a:lnTo>
                  <a:lnTo>
                    <a:pt x="38" y="132"/>
                  </a:lnTo>
                  <a:lnTo>
                    <a:pt x="43" y="21"/>
                  </a:lnTo>
                  <a:lnTo>
                    <a:pt x="43" y="15"/>
                  </a:lnTo>
                  <a:lnTo>
                    <a:pt x="42" y="9"/>
                  </a:lnTo>
                  <a:lnTo>
                    <a:pt x="38" y="6"/>
                  </a:lnTo>
                  <a:lnTo>
                    <a:pt x="34" y="4"/>
                  </a:lnTo>
                  <a:lnTo>
                    <a:pt x="30" y="0"/>
                  </a:lnTo>
                  <a:lnTo>
                    <a:pt x="21" y="0"/>
                  </a:lnTo>
                  <a:lnTo>
                    <a:pt x="15" y="2"/>
                  </a:lnTo>
                  <a:lnTo>
                    <a:pt x="11" y="6"/>
                  </a:lnTo>
                  <a:lnTo>
                    <a:pt x="10" y="9"/>
                  </a:lnTo>
                  <a:lnTo>
                    <a:pt x="6" y="13"/>
                  </a:lnTo>
                  <a:lnTo>
                    <a:pt x="6" y="17"/>
                  </a:lnTo>
                  <a:lnTo>
                    <a:pt x="0" y="128"/>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18" name="Google Shape;518;g28abd34dbfa_0_505"/>
            <p:cNvSpPr/>
            <p:nvPr/>
          </p:nvSpPr>
          <p:spPr>
            <a:xfrm>
              <a:off x="2238" y="1831"/>
              <a:ext cx="115" cy="132"/>
            </a:xfrm>
            <a:custGeom>
              <a:avLst/>
              <a:gdLst/>
              <a:ahLst/>
              <a:cxnLst/>
              <a:rect l="l" t="t" r="r" b="b"/>
              <a:pathLst>
                <a:path w="115" h="132" extrusionOk="0">
                  <a:moveTo>
                    <a:pt x="4" y="102"/>
                  </a:moveTo>
                  <a:lnTo>
                    <a:pt x="0" y="110"/>
                  </a:lnTo>
                  <a:lnTo>
                    <a:pt x="0" y="115"/>
                  </a:lnTo>
                  <a:lnTo>
                    <a:pt x="2" y="121"/>
                  </a:lnTo>
                  <a:lnTo>
                    <a:pt x="4" y="125"/>
                  </a:lnTo>
                  <a:lnTo>
                    <a:pt x="7" y="129"/>
                  </a:lnTo>
                  <a:lnTo>
                    <a:pt x="15" y="132"/>
                  </a:lnTo>
                  <a:lnTo>
                    <a:pt x="21" y="132"/>
                  </a:lnTo>
                  <a:lnTo>
                    <a:pt x="26" y="130"/>
                  </a:lnTo>
                  <a:lnTo>
                    <a:pt x="30" y="129"/>
                  </a:lnTo>
                  <a:lnTo>
                    <a:pt x="34" y="125"/>
                  </a:lnTo>
                  <a:lnTo>
                    <a:pt x="111" y="31"/>
                  </a:lnTo>
                  <a:lnTo>
                    <a:pt x="115" y="23"/>
                  </a:lnTo>
                  <a:lnTo>
                    <a:pt x="115" y="17"/>
                  </a:lnTo>
                  <a:lnTo>
                    <a:pt x="113" y="12"/>
                  </a:lnTo>
                  <a:lnTo>
                    <a:pt x="111" y="8"/>
                  </a:lnTo>
                  <a:lnTo>
                    <a:pt x="107" y="4"/>
                  </a:lnTo>
                  <a:lnTo>
                    <a:pt x="100" y="0"/>
                  </a:lnTo>
                  <a:lnTo>
                    <a:pt x="94" y="0"/>
                  </a:lnTo>
                  <a:lnTo>
                    <a:pt x="88" y="2"/>
                  </a:lnTo>
                  <a:lnTo>
                    <a:pt x="85" y="4"/>
                  </a:lnTo>
                  <a:lnTo>
                    <a:pt x="81" y="8"/>
                  </a:lnTo>
                  <a:lnTo>
                    <a:pt x="4" y="102"/>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519" name="Google Shape;519;g28abd34dbfa_0_505"/>
          <p:cNvGrpSpPr/>
          <p:nvPr/>
        </p:nvGrpSpPr>
        <p:grpSpPr>
          <a:xfrm>
            <a:off x="8263467" y="2392363"/>
            <a:ext cx="1140883" cy="777875"/>
            <a:chOff x="3904" y="1507"/>
            <a:chExt cx="539" cy="490"/>
          </a:xfrm>
        </p:grpSpPr>
        <p:sp>
          <p:nvSpPr>
            <p:cNvPr id="520" name="Google Shape;520;g28abd34dbfa_0_505"/>
            <p:cNvSpPr/>
            <p:nvPr/>
          </p:nvSpPr>
          <p:spPr>
            <a:xfrm>
              <a:off x="3904" y="1571"/>
              <a:ext cx="286" cy="409"/>
            </a:xfrm>
            <a:custGeom>
              <a:avLst/>
              <a:gdLst/>
              <a:ahLst/>
              <a:cxnLst/>
              <a:rect l="l" t="t" r="r" b="b"/>
              <a:pathLst>
                <a:path w="286" h="409" extrusionOk="0">
                  <a:moveTo>
                    <a:pt x="209" y="379"/>
                  </a:moveTo>
                  <a:lnTo>
                    <a:pt x="207" y="383"/>
                  </a:lnTo>
                  <a:lnTo>
                    <a:pt x="205" y="389"/>
                  </a:lnTo>
                  <a:lnTo>
                    <a:pt x="205" y="394"/>
                  </a:lnTo>
                  <a:lnTo>
                    <a:pt x="209" y="402"/>
                  </a:lnTo>
                  <a:lnTo>
                    <a:pt x="213" y="406"/>
                  </a:lnTo>
                  <a:lnTo>
                    <a:pt x="217" y="407"/>
                  </a:lnTo>
                  <a:lnTo>
                    <a:pt x="222" y="409"/>
                  </a:lnTo>
                  <a:lnTo>
                    <a:pt x="228" y="409"/>
                  </a:lnTo>
                  <a:lnTo>
                    <a:pt x="236" y="406"/>
                  </a:lnTo>
                  <a:lnTo>
                    <a:pt x="239" y="402"/>
                  </a:lnTo>
                  <a:lnTo>
                    <a:pt x="243" y="394"/>
                  </a:lnTo>
                  <a:lnTo>
                    <a:pt x="245" y="390"/>
                  </a:lnTo>
                  <a:lnTo>
                    <a:pt x="247" y="389"/>
                  </a:lnTo>
                  <a:lnTo>
                    <a:pt x="254" y="374"/>
                  </a:lnTo>
                  <a:lnTo>
                    <a:pt x="256" y="368"/>
                  </a:lnTo>
                  <a:lnTo>
                    <a:pt x="260" y="360"/>
                  </a:lnTo>
                  <a:lnTo>
                    <a:pt x="262" y="355"/>
                  </a:lnTo>
                  <a:lnTo>
                    <a:pt x="264" y="351"/>
                  </a:lnTo>
                  <a:lnTo>
                    <a:pt x="268" y="340"/>
                  </a:lnTo>
                  <a:lnTo>
                    <a:pt x="270" y="336"/>
                  </a:lnTo>
                  <a:lnTo>
                    <a:pt x="271" y="330"/>
                  </a:lnTo>
                  <a:lnTo>
                    <a:pt x="275" y="323"/>
                  </a:lnTo>
                  <a:lnTo>
                    <a:pt x="275" y="317"/>
                  </a:lnTo>
                  <a:lnTo>
                    <a:pt x="279" y="306"/>
                  </a:lnTo>
                  <a:lnTo>
                    <a:pt x="279" y="300"/>
                  </a:lnTo>
                  <a:lnTo>
                    <a:pt x="281" y="294"/>
                  </a:lnTo>
                  <a:lnTo>
                    <a:pt x="281" y="291"/>
                  </a:lnTo>
                  <a:lnTo>
                    <a:pt x="283" y="285"/>
                  </a:lnTo>
                  <a:lnTo>
                    <a:pt x="283" y="274"/>
                  </a:lnTo>
                  <a:lnTo>
                    <a:pt x="285" y="268"/>
                  </a:lnTo>
                  <a:lnTo>
                    <a:pt x="285" y="236"/>
                  </a:lnTo>
                  <a:lnTo>
                    <a:pt x="286" y="226"/>
                  </a:lnTo>
                  <a:lnTo>
                    <a:pt x="285" y="217"/>
                  </a:lnTo>
                  <a:lnTo>
                    <a:pt x="285" y="194"/>
                  </a:lnTo>
                  <a:lnTo>
                    <a:pt x="281" y="172"/>
                  </a:lnTo>
                  <a:lnTo>
                    <a:pt x="273" y="132"/>
                  </a:lnTo>
                  <a:lnTo>
                    <a:pt x="266" y="113"/>
                  </a:lnTo>
                  <a:lnTo>
                    <a:pt x="258" y="94"/>
                  </a:lnTo>
                  <a:lnTo>
                    <a:pt x="247" y="70"/>
                  </a:lnTo>
                  <a:lnTo>
                    <a:pt x="236" y="55"/>
                  </a:lnTo>
                  <a:lnTo>
                    <a:pt x="232" y="49"/>
                  </a:lnTo>
                  <a:lnTo>
                    <a:pt x="226" y="43"/>
                  </a:lnTo>
                  <a:lnTo>
                    <a:pt x="222" y="38"/>
                  </a:lnTo>
                  <a:lnTo>
                    <a:pt x="213" y="28"/>
                  </a:lnTo>
                  <a:lnTo>
                    <a:pt x="207" y="25"/>
                  </a:lnTo>
                  <a:lnTo>
                    <a:pt x="202" y="19"/>
                  </a:lnTo>
                  <a:lnTo>
                    <a:pt x="192" y="13"/>
                  </a:lnTo>
                  <a:lnTo>
                    <a:pt x="187" y="11"/>
                  </a:lnTo>
                  <a:lnTo>
                    <a:pt x="181" y="8"/>
                  </a:lnTo>
                  <a:lnTo>
                    <a:pt x="173" y="4"/>
                  </a:lnTo>
                  <a:lnTo>
                    <a:pt x="158" y="0"/>
                  </a:lnTo>
                  <a:lnTo>
                    <a:pt x="126" y="0"/>
                  </a:lnTo>
                  <a:lnTo>
                    <a:pt x="111" y="4"/>
                  </a:lnTo>
                  <a:lnTo>
                    <a:pt x="103" y="8"/>
                  </a:lnTo>
                  <a:lnTo>
                    <a:pt x="98" y="11"/>
                  </a:lnTo>
                  <a:lnTo>
                    <a:pt x="92" y="13"/>
                  </a:lnTo>
                  <a:lnTo>
                    <a:pt x="83" y="19"/>
                  </a:lnTo>
                  <a:lnTo>
                    <a:pt x="77" y="25"/>
                  </a:lnTo>
                  <a:lnTo>
                    <a:pt x="71" y="28"/>
                  </a:lnTo>
                  <a:lnTo>
                    <a:pt x="62" y="38"/>
                  </a:lnTo>
                  <a:lnTo>
                    <a:pt x="58" y="43"/>
                  </a:lnTo>
                  <a:lnTo>
                    <a:pt x="53" y="49"/>
                  </a:lnTo>
                  <a:lnTo>
                    <a:pt x="49" y="55"/>
                  </a:lnTo>
                  <a:lnTo>
                    <a:pt x="37" y="70"/>
                  </a:lnTo>
                  <a:lnTo>
                    <a:pt x="26" y="94"/>
                  </a:lnTo>
                  <a:lnTo>
                    <a:pt x="19" y="113"/>
                  </a:lnTo>
                  <a:lnTo>
                    <a:pt x="11" y="132"/>
                  </a:lnTo>
                  <a:lnTo>
                    <a:pt x="3" y="172"/>
                  </a:lnTo>
                  <a:lnTo>
                    <a:pt x="0" y="194"/>
                  </a:lnTo>
                  <a:lnTo>
                    <a:pt x="0" y="268"/>
                  </a:lnTo>
                  <a:lnTo>
                    <a:pt x="2" y="274"/>
                  </a:lnTo>
                  <a:lnTo>
                    <a:pt x="2" y="283"/>
                  </a:lnTo>
                  <a:lnTo>
                    <a:pt x="3" y="289"/>
                  </a:lnTo>
                  <a:lnTo>
                    <a:pt x="3" y="292"/>
                  </a:lnTo>
                  <a:lnTo>
                    <a:pt x="5" y="298"/>
                  </a:lnTo>
                  <a:lnTo>
                    <a:pt x="5" y="302"/>
                  </a:lnTo>
                  <a:lnTo>
                    <a:pt x="9" y="313"/>
                  </a:lnTo>
                  <a:lnTo>
                    <a:pt x="9" y="317"/>
                  </a:lnTo>
                  <a:lnTo>
                    <a:pt x="11" y="321"/>
                  </a:lnTo>
                  <a:lnTo>
                    <a:pt x="11" y="326"/>
                  </a:lnTo>
                  <a:lnTo>
                    <a:pt x="15" y="334"/>
                  </a:lnTo>
                  <a:lnTo>
                    <a:pt x="17" y="340"/>
                  </a:lnTo>
                  <a:lnTo>
                    <a:pt x="19" y="343"/>
                  </a:lnTo>
                  <a:lnTo>
                    <a:pt x="19" y="349"/>
                  </a:lnTo>
                  <a:lnTo>
                    <a:pt x="32" y="375"/>
                  </a:lnTo>
                  <a:lnTo>
                    <a:pt x="34" y="383"/>
                  </a:lnTo>
                  <a:lnTo>
                    <a:pt x="41" y="390"/>
                  </a:lnTo>
                  <a:lnTo>
                    <a:pt x="37" y="387"/>
                  </a:lnTo>
                  <a:lnTo>
                    <a:pt x="45" y="394"/>
                  </a:lnTo>
                  <a:lnTo>
                    <a:pt x="49" y="396"/>
                  </a:lnTo>
                  <a:lnTo>
                    <a:pt x="60" y="396"/>
                  </a:lnTo>
                  <a:lnTo>
                    <a:pt x="64" y="394"/>
                  </a:lnTo>
                  <a:lnTo>
                    <a:pt x="71" y="387"/>
                  </a:lnTo>
                  <a:lnTo>
                    <a:pt x="73" y="383"/>
                  </a:lnTo>
                  <a:lnTo>
                    <a:pt x="73" y="372"/>
                  </a:lnTo>
                  <a:lnTo>
                    <a:pt x="71" y="368"/>
                  </a:lnTo>
                  <a:lnTo>
                    <a:pt x="68" y="364"/>
                  </a:lnTo>
                  <a:lnTo>
                    <a:pt x="66" y="360"/>
                  </a:lnTo>
                  <a:lnTo>
                    <a:pt x="56" y="341"/>
                  </a:lnTo>
                  <a:lnTo>
                    <a:pt x="56" y="336"/>
                  </a:lnTo>
                  <a:lnTo>
                    <a:pt x="51" y="324"/>
                  </a:lnTo>
                  <a:lnTo>
                    <a:pt x="49" y="319"/>
                  </a:lnTo>
                  <a:lnTo>
                    <a:pt x="49" y="313"/>
                  </a:lnTo>
                  <a:lnTo>
                    <a:pt x="47" y="309"/>
                  </a:lnTo>
                  <a:lnTo>
                    <a:pt x="47" y="306"/>
                  </a:lnTo>
                  <a:lnTo>
                    <a:pt x="43" y="294"/>
                  </a:lnTo>
                  <a:lnTo>
                    <a:pt x="43" y="291"/>
                  </a:lnTo>
                  <a:lnTo>
                    <a:pt x="41" y="285"/>
                  </a:lnTo>
                  <a:lnTo>
                    <a:pt x="41" y="281"/>
                  </a:lnTo>
                  <a:lnTo>
                    <a:pt x="39" y="275"/>
                  </a:lnTo>
                  <a:lnTo>
                    <a:pt x="39" y="266"/>
                  </a:lnTo>
                  <a:lnTo>
                    <a:pt x="37" y="260"/>
                  </a:lnTo>
                  <a:lnTo>
                    <a:pt x="37" y="230"/>
                  </a:lnTo>
                  <a:lnTo>
                    <a:pt x="37" y="198"/>
                  </a:lnTo>
                  <a:lnTo>
                    <a:pt x="39" y="191"/>
                  </a:lnTo>
                  <a:lnTo>
                    <a:pt x="41" y="179"/>
                  </a:lnTo>
                  <a:lnTo>
                    <a:pt x="49" y="143"/>
                  </a:lnTo>
                  <a:lnTo>
                    <a:pt x="53" y="134"/>
                  </a:lnTo>
                  <a:lnTo>
                    <a:pt x="53" y="125"/>
                  </a:lnTo>
                  <a:lnTo>
                    <a:pt x="56" y="119"/>
                  </a:lnTo>
                  <a:lnTo>
                    <a:pt x="60" y="109"/>
                  </a:lnTo>
                  <a:lnTo>
                    <a:pt x="71" y="89"/>
                  </a:lnTo>
                  <a:lnTo>
                    <a:pt x="73" y="85"/>
                  </a:lnTo>
                  <a:lnTo>
                    <a:pt x="79" y="77"/>
                  </a:lnTo>
                  <a:lnTo>
                    <a:pt x="83" y="72"/>
                  </a:lnTo>
                  <a:lnTo>
                    <a:pt x="88" y="66"/>
                  </a:lnTo>
                  <a:lnTo>
                    <a:pt x="92" y="60"/>
                  </a:lnTo>
                  <a:lnTo>
                    <a:pt x="94" y="59"/>
                  </a:lnTo>
                  <a:lnTo>
                    <a:pt x="100" y="55"/>
                  </a:lnTo>
                  <a:lnTo>
                    <a:pt x="105" y="49"/>
                  </a:lnTo>
                  <a:lnTo>
                    <a:pt x="107" y="47"/>
                  </a:lnTo>
                  <a:lnTo>
                    <a:pt x="113" y="45"/>
                  </a:lnTo>
                  <a:lnTo>
                    <a:pt x="119" y="42"/>
                  </a:lnTo>
                  <a:lnTo>
                    <a:pt x="122" y="42"/>
                  </a:lnTo>
                  <a:lnTo>
                    <a:pt x="130" y="40"/>
                  </a:lnTo>
                  <a:lnTo>
                    <a:pt x="134" y="38"/>
                  </a:lnTo>
                  <a:lnTo>
                    <a:pt x="143" y="38"/>
                  </a:lnTo>
                  <a:lnTo>
                    <a:pt x="151" y="38"/>
                  </a:lnTo>
                  <a:lnTo>
                    <a:pt x="154" y="40"/>
                  </a:lnTo>
                  <a:lnTo>
                    <a:pt x="162" y="42"/>
                  </a:lnTo>
                  <a:lnTo>
                    <a:pt x="166" y="42"/>
                  </a:lnTo>
                  <a:lnTo>
                    <a:pt x="171" y="45"/>
                  </a:lnTo>
                  <a:lnTo>
                    <a:pt x="177" y="47"/>
                  </a:lnTo>
                  <a:lnTo>
                    <a:pt x="179" y="49"/>
                  </a:lnTo>
                  <a:lnTo>
                    <a:pt x="185" y="55"/>
                  </a:lnTo>
                  <a:lnTo>
                    <a:pt x="190" y="59"/>
                  </a:lnTo>
                  <a:lnTo>
                    <a:pt x="192" y="60"/>
                  </a:lnTo>
                  <a:lnTo>
                    <a:pt x="196" y="66"/>
                  </a:lnTo>
                  <a:lnTo>
                    <a:pt x="202" y="72"/>
                  </a:lnTo>
                  <a:lnTo>
                    <a:pt x="205" y="77"/>
                  </a:lnTo>
                  <a:lnTo>
                    <a:pt x="211" y="85"/>
                  </a:lnTo>
                  <a:lnTo>
                    <a:pt x="213" y="89"/>
                  </a:lnTo>
                  <a:lnTo>
                    <a:pt x="224" y="109"/>
                  </a:lnTo>
                  <a:lnTo>
                    <a:pt x="228" y="119"/>
                  </a:lnTo>
                  <a:lnTo>
                    <a:pt x="232" y="125"/>
                  </a:lnTo>
                  <a:lnTo>
                    <a:pt x="232" y="134"/>
                  </a:lnTo>
                  <a:lnTo>
                    <a:pt x="236" y="143"/>
                  </a:lnTo>
                  <a:lnTo>
                    <a:pt x="243" y="179"/>
                  </a:lnTo>
                  <a:lnTo>
                    <a:pt x="245" y="191"/>
                  </a:lnTo>
                  <a:lnTo>
                    <a:pt x="247" y="198"/>
                  </a:lnTo>
                  <a:lnTo>
                    <a:pt x="247" y="221"/>
                  </a:lnTo>
                  <a:lnTo>
                    <a:pt x="249" y="234"/>
                  </a:lnTo>
                  <a:lnTo>
                    <a:pt x="251" y="225"/>
                  </a:lnTo>
                  <a:lnTo>
                    <a:pt x="247" y="232"/>
                  </a:lnTo>
                  <a:lnTo>
                    <a:pt x="247" y="260"/>
                  </a:lnTo>
                  <a:lnTo>
                    <a:pt x="245" y="266"/>
                  </a:lnTo>
                  <a:lnTo>
                    <a:pt x="245" y="277"/>
                  </a:lnTo>
                  <a:lnTo>
                    <a:pt x="243" y="283"/>
                  </a:lnTo>
                  <a:lnTo>
                    <a:pt x="243" y="287"/>
                  </a:lnTo>
                  <a:lnTo>
                    <a:pt x="241" y="292"/>
                  </a:lnTo>
                  <a:lnTo>
                    <a:pt x="241" y="298"/>
                  </a:lnTo>
                  <a:lnTo>
                    <a:pt x="237" y="309"/>
                  </a:lnTo>
                  <a:lnTo>
                    <a:pt x="237" y="315"/>
                  </a:lnTo>
                  <a:lnTo>
                    <a:pt x="236" y="321"/>
                  </a:lnTo>
                  <a:lnTo>
                    <a:pt x="234" y="324"/>
                  </a:lnTo>
                  <a:lnTo>
                    <a:pt x="230" y="336"/>
                  </a:lnTo>
                  <a:lnTo>
                    <a:pt x="228" y="340"/>
                  </a:lnTo>
                  <a:lnTo>
                    <a:pt x="226" y="345"/>
                  </a:lnTo>
                  <a:lnTo>
                    <a:pt x="222" y="353"/>
                  </a:lnTo>
                  <a:lnTo>
                    <a:pt x="220" y="358"/>
                  </a:lnTo>
                  <a:lnTo>
                    <a:pt x="217" y="366"/>
                  </a:lnTo>
                  <a:lnTo>
                    <a:pt x="211" y="372"/>
                  </a:lnTo>
                  <a:lnTo>
                    <a:pt x="209" y="379"/>
                  </a:lnTo>
                  <a:lnTo>
                    <a:pt x="207" y="383"/>
                  </a:lnTo>
                  <a:lnTo>
                    <a:pt x="209" y="379"/>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21" name="Google Shape;521;g28abd34dbfa_0_505"/>
            <p:cNvSpPr/>
            <p:nvPr/>
          </p:nvSpPr>
          <p:spPr>
            <a:xfrm>
              <a:off x="4143" y="150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6666FF"/>
                  </a:solidFill>
                  <a:latin typeface="Arial"/>
                  <a:ea typeface="Arial"/>
                  <a:cs typeface="Arial"/>
                  <a:sym typeface="Arial"/>
                </a:rPr>
                <a:t>1/0</a:t>
              </a:r>
              <a:endParaRPr sz="3200" b="1" i="0" u="none" strike="noStrike" cap="none">
                <a:solidFill>
                  <a:srgbClr val="6666FF"/>
                </a:solidFill>
                <a:latin typeface="Times New Roman"/>
                <a:ea typeface="Times New Roman"/>
                <a:cs typeface="Times New Roman"/>
                <a:sym typeface="Times New Roman"/>
              </a:endParaRPr>
            </a:p>
          </p:txBody>
        </p:sp>
        <p:sp>
          <p:nvSpPr>
            <p:cNvPr id="522" name="Google Shape;522;g28abd34dbfa_0_505"/>
            <p:cNvSpPr/>
            <p:nvPr/>
          </p:nvSpPr>
          <p:spPr>
            <a:xfrm>
              <a:off x="4102" y="1831"/>
              <a:ext cx="38" cy="149"/>
            </a:xfrm>
            <a:custGeom>
              <a:avLst/>
              <a:gdLst/>
              <a:ahLst/>
              <a:cxnLst/>
              <a:rect l="l" t="t" r="r" b="b"/>
              <a:pathLst>
                <a:path w="38" h="149" extrusionOk="0">
                  <a:moveTo>
                    <a:pt x="0" y="130"/>
                  </a:moveTo>
                  <a:lnTo>
                    <a:pt x="0" y="136"/>
                  </a:lnTo>
                  <a:lnTo>
                    <a:pt x="2" y="140"/>
                  </a:lnTo>
                  <a:lnTo>
                    <a:pt x="9" y="147"/>
                  </a:lnTo>
                  <a:lnTo>
                    <a:pt x="13" y="149"/>
                  </a:lnTo>
                  <a:lnTo>
                    <a:pt x="24" y="149"/>
                  </a:lnTo>
                  <a:lnTo>
                    <a:pt x="28" y="147"/>
                  </a:lnTo>
                  <a:lnTo>
                    <a:pt x="36" y="140"/>
                  </a:lnTo>
                  <a:lnTo>
                    <a:pt x="38" y="136"/>
                  </a:lnTo>
                  <a:lnTo>
                    <a:pt x="38" y="14"/>
                  </a:lnTo>
                  <a:lnTo>
                    <a:pt x="36" y="10"/>
                  </a:lnTo>
                  <a:lnTo>
                    <a:pt x="28" y="2"/>
                  </a:lnTo>
                  <a:lnTo>
                    <a:pt x="24" y="0"/>
                  </a:lnTo>
                  <a:lnTo>
                    <a:pt x="13" y="0"/>
                  </a:lnTo>
                  <a:lnTo>
                    <a:pt x="9" y="2"/>
                  </a:lnTo>
                  <a:lnTo>
                    <a:pt x="2" y="10"/>
                  </a:lnTo>
                  <a:lnTo>
                    <a:pt x="0" y="14"/>
                  </a:lnTo>
                  <a:lnTo>
                    <a:pt x="0" y="19"/>
                  </a:lnTo>
                  <a:lnTo>
                    <a:pt x="0" y="130"/>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23" name="Google Shape;523;g28abd34dbfa_0_505"/>
            <p:cNvSpPr/>
            <p:nvPr/>
          </p:nvSpPr>
          <p:spPr>
            <a:xfrm>
              <a:off x="4107" y="1884"/>
              <a:ext cx="121" cy="113"/>
            </a:xfrm>
            <a:custGeom>
              <a:avLst/>
              <a:gdLst/>
              <a:ahLst/>
              <a:cxnLst/>
              <a:rect l="l" t="t" r="r" b="b"/>
              <a:pathLst>
                <a:path w="121" h="113" extrusionOk="0">
                  <a:moveTo>
                    <a:pt x="6" y="81"/>
                  </a:moveTo>
                  <a:lnTo>
                    <a:pt x="4" y="85"/>
                  </a:lnTo>
                  <a:lnTo>
                    <a:pt x="0" y="89"/>
                  </a:lnTo>
                  <a:lnTo>
                    <a:pt x="0" y="98"/>
                  </a:lnTo>
                  <a:lnTo>
                    <a:pt x="2" y="104"/>
                  </a:lnTo>
                  <a:lnTo>
                    <a:pt x="6" y="108"/>
                  </a:lnTo>
                  <a:lnTo>
                    <a:pt x="10" y="110"/>
                  </a:lnTo>
                  <a:lnTo>
                    <a:pt x="14" y="113"/>
                  </a:lnTo>
                  <a:lnTo>
                    <a:pt x="23" y="113"/>
                  </a:lnTo>
                  <a:lnTo>
                    <a:pt x="29" y="111"/>
                  </a:lnTo>
                  <a:lnTo>
                    <a:pt x="33" y="108"/>
                  </a:lnTo>
                  <a:lnTo>
                    <a:pt x="116" y="32"/>
                  </a:lnTo>
                  <a:lnTo>
                    <a:pt x="117" y="28"/>
                  </a:lnTo>
                  <a:lnTo>
                    <a:pt x="121" y="25"/>
                  </a:lnTo>
                  <a:lnTo>
                    <a:pt x="121" y="15"/>
                  </a:lnTo>
                  <a:lnTo>
                    <a:pt x="119" y="10"/>
                  </a:lnTo>
                  <a:lnTo>
                    <a:pt x="116" y="6"/>
                  </a:lnTo>
                  <a:lnTo>
                    <a:pt x="112" y="4"/>
                  </a:lnTo>
                  <a:lnTo>
                    <a:pt x="108" y="0"/>
                  </a:lnTo>
                  <a:lnTo>
                    <a:pt x="99" y="0"/>
                  </a:lnTo>
                  <a:lnTo>
                    <a:pt x="93" y="2"/>
                  </a:lnTo>
                  <a:lnTo>
                    <a:pt x="89" y="6"/>
                  </a:lnTo>
                  <a:lnTo>
                    <a:pt x="6" y="81"/>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524" name="Google Shape;524;g28abd34dbfa_0_505"/>
          <p:cNvGrpSpPr/>
          <p:nvPr/>
        </p:nvGrpSpPr>
        <p:grpSpPr>
          <a:xfrm>
            <a:off x="4777317" y="3616325"/>
            <a:ext cx="1519766" cy="841375"/>
            <a:chOff x="2257" y="2278"/>
            <a:chExt cx="718" cy="530"/>
          </a:xfrm>
        </p:grpSpPr>
        <p:sp>
          <p:nvSpPr>
            <p:cNvPr id="525" name="Google Shape;525;g28abd34dbfa_0_505"/>
            <p:cNvSpPr/>
            <p:nvPr/>
          </p:nvSpPr>
          <p:spPr>
            <a:xfrm>
              <a:off x="2274" y="2278"/>
              <a:ext cx="668" cy="253"/>
            </a:xfrm>
            <a:custGeom>
              <a:avLst/>
              <a:gdLst/>
              <a:ahLst/>
              <a:cxnLst/>
              <a:rect l="l" t="t" r="r" b="b"/>
              <a:pathLst>
                <a:path w="668" h="253" extrusionOk="0">
                  <a:moveTo>
                    <a:pt x="666" y="29"/>
                  </a:moveTo>
                  <a:lnTo>
                    <a:pt x="668" y="25"/>
                  </a:lnTo>
                  <a:lnTo>
                    <a:pt x="668" y="15"/>
                  </a:lnTo>
                  <a:lnTo>
                    <a:pt x="666" y="10"/>
                  </a:lnTo>
                  <a:lnTo>
                    <a:pt x="658" y="2"/>
                  </a:lnTo>
                  <a:lnTo>
                    <a:pt x="654" y="0"/>
                  </a:lnTo>
                  <a:lnTo>
                    <a:pt x="645" y="0"/>
                  </a:lnTo>
                  <a:lnTo>
                    <a:pt x="639" y="2"/>
                  </a:lnTo>
                  <a:lnTo>
                    <a:pt x="632" y="10"/>
                  </a:lnTo>
                  <a:lnTo>
                    <a:pt x="634" y="8"/>
                  </a:lnTo>
                  <a:lnTo>
                    <a:pt x="626" y="17"/>
                  </a:lnTo>
                  <a:lnTo>
                    <a:pt x="615" y="36"/>
                  </a:lnTo>
                  <a:lnTo>
                    <a:pt x="609" y="44"/>
                  </a:lnTo>
                  <a:lnTo>
                    <a:pt x="601" y="53"/>
                  </a:lnTo>
                  <a:lnTo>
                    <a:pt x="596" y="63"/>
                  </a:lnTo>
                  <a:lnTo>
                    <a:pt x="590" y="68"/>
                  </a:lnTo>
                  <a:lnTo>
                    <a:pt x="583" y="76"/>
                  </a:lnTo>
                  <a:lnTo>
                    <a:pt x="577" y="85"/>
                  </a:lnTo>
                  <a:lnTo>
                    <a:pt x="573" y="93"/>
                  </a:lnTo>
                  <a:lnTo>
                    <a:pt x="566" y="98"/>
                  </a:lnTo>
                  <a:lnTo>
                    <a:pt x="558" y="106"/>
                  </a:lnTo>
                  <a:lnTo>
                    <a:pt x="534" y="130"/>
                  </a:lnTo>
                  <a:lnTo>
                    <a:pt x="526" y="138"/>
                  </a:lnTo>
                  <a:lnTo>
                    <a:pt x="520" y="146"/>
                  </a:lnTo>
                  <a:lnTo>
                    <a:pt x="507" y="155"/>
                  </a:lnTo>
                  <a:lnTo>
                    <a:pt x="501" y="159"/>
                  </a:lnTo>
                  <a:lnTo>
                    <a:pt x="488" y="168"/>
                  </a:lnTo>
                  <a:lnTo>
                    <a:pt x="471" y="178"/>
                  </a:lnTo>
                  <a:lnTo>
                    <a:pt x="466" y="183"/>
                  </a:lnTo>
                  <a:lnTo>
                    <a:pt x="424" y="204"/>
                  </a:lnTo>
                  <a:lnTo>
                    <a:pt x="426" y="204"/>
                  </a:lnTo>
                  <a:lnTo>
                    <a:pt x="428" y="202"/>
                  </a:lnTo>
                  <a:lnTo>
                    <a:pt x="418" y="204"/>
                  </a:lnTo>
                  <a:lnTo>
                    <a:pt x="403" y="208"/>
                  </a:lnTo>
                  <a:lnTo>
                    <a:pt x="384" y="212"/>
                  </a:lnTo>
                  <a:lnTo>
                    <a:pt x="379" y="213"/>
                  </a:lnTo>
                  <a:lnTo>
                    <a:pt x="369" y="213"/>
                  </a:lnTo>
                  <a:lnTo>
                    <a:pt x="360" y="215"/>
                  </a:lnTo>
                  <a:lnTo>
                    <a:pt x="300" y="215"/>
                  </a:lnTo>
                  <a:lnTo>
                    <a:pt x="290" y="213"/>
                  </a:lnTo>
                  <a:lnTo>
                    <a:pt x="281" y="213"/>
                  </a:lnTo>
                  <a:lnTo>
                    <a:pt x="271" y="212"/>
                  </a:lnTo>
                  <a:lnTo>
                    <a:pt x="262" y="212"/>
                  </a:lnTo>
                  <a:lnTo>
                    <a:pt x="254" y="210"/>
                  </a:lnTo>
                  <a:lnTo>
                    <a:pt x="245" y="208"/>
                  </a:lnTo>
                  <a:lnTo>
                    <a:pt x="235" y="208"/>
                  </a:lnTo>
                  <a:lnTo>
                    <a:pt x="230" y="206"/>
                  </a:lnTo>
                  <a:lnTo>
                    <a:pt x="220" y="204"/>
                  </a:lnTo>
                  <a:lnTo>
                    <a:pt x="200" y="200"/>
                  </a:lnTo>
                  <a:lnTo>
                    <a:pt x="192" y="196"/>
                  </a:lnTo>
                  <a:lnTo>
                    <a:pt x="177" y="191"/>
                  </a:lnTo>
                  <a:lnTo>
                    <a:pt x="166" y="189"/>
                  </a:lnTo>
                  <a:lnTo>
                    <a:pt x="168" y="189"/>
                  </a:lnTo>
                  <a:lnTo>
                    <a:pt x="160" y="185"/>
                  </a:lnTo>
                  <a:lnTo>
                    <a:pt x="154" y="183"/>
                  </a:lnTo>
                  <a:lnTo>
                    <a:pt x="149" y="179"/>
                  </a:lnTo>
                  <a:lnTo>
                    <a:pt x="135" y="172"/>
                  </a:lnTo>
                  <a:lnTo>
                    <a:pt x="130" y="170"/>
                  </a:lnTo>
                  <a:lnTo>
                    <a:pt x="117" y="161"/>
                  </a:lnTo>
                  <a:lnTo>
                    <a:pt x="107" y="151"/>
                  </a:lnTo>
                  <a:lnTo>
                    <a:pt x="98" y="146"/>
                  </a:lnTo>
                  <a:lnTo>
                    <a:pt x="94" y="140"/>
                  </a:lnTo>
                  <a:lnTo>
                    <a:pt x="88" y="136"/>
                  </a:lnTo>
                  <a:lnTo>
                    <a:pt x="81" y="125"/>
                  </a:lnTo>
                  <a:lnTo>
                    <a:pt x="75" y="121"/>
                  </a:lnTo>
                  <a:lnTo>
                    <a:pt x="60" y="98"/>
                  </a:lnTo>
                  <a:lnTo>
                    <a:pt x="58" y="93"/>
                  </a:lnTo>
                  <a:lnTo>
                    <a:pt x="51" y="78"/>
                  </a:lnTo>
                  <a:lnTo>
                    <a:pt x="47" y="74"/>
                  </a:lnTo>
                  <a:lnTo>
                    <a:pt x="45" y="68"/>
                  </a:lnTo>
                  <a:lnTo>
                    <a:pt x="41" y="61"/>
                  </a:lnTo>
                  <a:lnTo>
                    <a:pt x="41" y="57"/>
                  </a:lnTo>
                  <a:lnTo>
                    <a:pt x="39" y="49"/>
                  </a:lnTo>
                  <a:lnTo>
                    <a:pt x="35" y="44"/>
                  </a:lnTo>
                  <a:lnTo>
                    <a:pt x="34" y="38"/>
                  </a:lnTo>
                  <a:lnTo>
                    <a:pt x="32" y="36"/>
                  </a:lnTo>
                  <a:lnTo>
                    <a:pt x="26" y="32"/>
                  </a:lnTo>
                  <a:lnTo>
                    <a:pt x="22" y="30"/>
                  </a:lnTo>
                  <a:lnTo>
                    <a:pt x="17" y="30"/>
                  </a:lnTo>
                  <a:lnTo>
                    <a:pt x="13" y="32"/>
                  </a:lnTo>
                  <a:lnTo>
                    <a:pt x="7" y="34"/>
                  </a:lnTo>
                  <a:lnTo>
                    <a:pt x="5" y="36"/>
                  </a:lnTo>
                  <a:lnTo>
                    <a:pt x="1" y="42"/>
                  </a:lnTo>
                  <a:lnTo>
                    <a:pt x="0" y="46"/>
                  </a:lnTo>
                  <a:lnTo>
                    <a:pt x="0" y="51"/>
                  </a:lnTo>
                  <a:lnTo>
                    <a:pt x="1" y="55"/>
                  </a:lnTo>
                  <a:lnTo>
                    <a:pt x="1" y="61"/>
                  </a:lnTo>
                  <a:lnTo>
                    <a:pt x="3" y="68"/>
                  </a:lnTo>
                  <a:lnTo>
                    <a:pt x="7" y="76"/>
                  </a:lnTo>
                  <a:lnTo>
                    <a:pt x="11" y="83"/>
                  </a:lnTo>
                  <a:lnTo>
                    <a:pt x="13" y="89"/>
                  </a:lnTo>
                  <a:lnTo>
                    <a:pt x="17" y="96"/>
                  </a:lnTo>
                  <a:lnTo>
                    <a:pt x="20" y="104"/>
                  </a:lnTo>
                  <a:lnTo>
                    <a:pt x="24" y="108"/>
                  </a:lnTo>
                  <a:lnTo>
                    <a:pt x="26" y="113"/>
                  </a:lnTo>
                  <a:lnTo>
                    <a:pt x="49" y="147"/>
                  </a:lnTo>
                  <a:lnTo>
                    <a:pt x="54" y="151"/>
                  </a:lnTo>
                  <a:lnTo>
                    <a:pt x="62" y="162"/>
                  </a:lnTo>
                  <a:lnTo>
                    <a:pt x="68" y="166"/>
                  </a:lnTo>
                  <a:lnTo>
                    <a:pt x="71" y="172"/>
                  </a:lnTo>
                  <a:lnTo>
                    <a:pt x="85" y="181"/>
                  </a:lnTo>
                  <a:lnTo>
                    <a:pt x="94" y="191"/>
                  </a:lnTo>
                  <a:lnTo>
                    <a:pt x="115" y="204"/>
                  </a:lnTo>
                  <a:lnTo>
                    <a:pt x="120" y="206"/>
                  </a:lnTo>
                  <a:lnTo>
                    <a:pt x="130" y="213"/>
                  </a:lnTo>
                  <a:lnTo>
                    <a:pt x="139" y="217"/>
                  </a:lnTo>
                  <a:lnTo>
                    <a:pt x="145" y="219"/>
                  </a:lnTo>
                  <a:lnTo>
                    <a:pt x="152" y="223"/>
                  </a:lnTo>
                  <a:lnTo>
                    <a:pt x="154" y="223"/>
                  </a:lnTo>
                  <a:lnTo>
                    <a:pt x="166" y="228"/>
                  </a:lnTo>
                  <a:lnTo>
                    <a:pt x="181" y="230"/>
                  </a:lnTo>
                  <a:lnTo>
                    <a:pt x="188" y="234"/>
                  </a:lnTo>
                  <a:lnTo>
                    <a:pt x="213" y="242"/>
                  </a:lnTo>
                  <a:lnTo>
                    <a:pt x="222" y="244"/>
                  </a:lnTo>
                  <a:lnTo>
                    <a:pt x="232" y="245"/>
                  </a:lnTo>
                  <a:lnTo>
                    <a:pt x="241" y="245"/>
                  </a:lnTo>
                  <a:lnTo>
                    <a:pt x="247" y="247"/>
                  </a:lnTo>
                  <a:lnTo>
                    <a:pt x="258" y="249"/>
                  </a:lnTo>
                  <a:lnTo>
                    <a:pt x="268" y="249"/>
                  </a:lnTo>
                  <a:lnTo>
                    <a:pt x="277" y="251"/>
                  </a:lnTo>
                  <a:lnTo>
                    <a:pt x="286" y="251"/>
                  </a:lnTo>
                  <a:lnTo>
                    <a:pt x="296" y="253"/>
                  </a:lnTo>
                  <a:lnTo>
                    <a:pt x="364" y="253"/>
                  </a:lnTo>
                  <a:lnTo>
                    <a:pt x="373" y="251"/>
                  </a:lnTo>
                  <a:lnTo>
                    <a:pt x="383" y="251"/>
                  </a:lnTo>
                  <a:lnTo>
                    <a:pt x="392" y="249"/>
                  </a:lnTo>
                  <a:lnTo>
                    <a:pt x="411" y="245"/>
                  </a:lnTo>
                  <a:lnTo>
                    <a:pt x="426" y="242"/>
                  </a:lnTo>
                  <a:lnTo>
                    <a:pt x="435" y="240"/>
                  </a:lnTo>
                  <a:lnTo>
                    <a:pt x="437" y="238"/>
                  </a:lnTo>
                  <a:lnTo>
                    <a:pt x="439" y="238"/>
                  </a:lnTo>
                  <a:lnTo>
                    <a:pt x="488" y="213"/>
                  </a:lnTo>
                  <a:lnTo>
                    <a:pt x="494" y="208"/>
                  </a:lnTo>
                  <a:lnTo>
                    <a:pt x="507" y="202"/>
                  </a:lnTo>
                  <a:lnTo>
                    <a:pt x="524" y="189"/>
                  </a:lnTo>
                  <a:lnTo>
                    <a:pt x="530" y="185"/>
                  </a:lnTo>
                  <a:lnTo>
                    <a:pt x="547" y="172"/>
                  </a:lnTo>
                  <a:lnTo>
                    <a:pt x="552" y="164"/>
                  </a:lnTo>
                  <a:lnTo>
                    <a:pt x="560" y="161"/>
                  </a:lnTo>
                  <a:lnTo>
                    <a:pt x="588" y="132"/>
                  </a:lnTo>
                  <a:lnTo>
                    <a:pt x="592" y="125"/>
                  </a:lnTo>
                  <a:lnTo>
                    <a:pt x="600" y="119"/>
                  </a:lnTo>
                  <a:lnTo>
                    <a:pt x="607" y="108"/>
                  </a:lnTo>
                  <a:lnTo>
                    <a:pt x="613" y="102"/>
                  </a:lnTo>
                  <a:lnTo>
                    <a:pt x="620" y="95"/>
                  </a:lnTo>
                  <a:lnTo>
                    <a:pt x="626" y="85"/>
                  </a:lnTo>
                  <a:lnTo>
                    <a:pt x="632" y="76"/>
                  </a:lnTo>
                  <a:lnTo>
                    <a:pt x="639" y="66"/>
                  </a:lnTo>
                  <a:lnTo>
                    <a:pt x="645" y="59"/>
                  </a:lnTo>
                  <a:lnTo>
                    <a:pt x="656" y="40"/>
                  </a:lnTo>
                  <a:lnTo>
                    <a:pt x="664" y="30"/>
                  </a:lnTo>
                  <a:lnTo>
                    <a:pt x="666" y="29"/>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26" name="Google Shape;526;g28abd34dbfa_0_505"/>
            <p:cNvSpPr/>
            <p:nvPr/>
          </p:nvSpPr>
          <p:spPr>
            <a:xfrm>
              <a:off x="2675" y="2508"/>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6666FF"/>
                  </a:solidFill>
                  <a:latin typeface="Arial"/>
                  <a:ea typeface="Arial"/>
                  <a:cs typeface="Arial"/>
                  <a:sym typeface="Arial"/>
                </a:rPr>
                <a:t>0/0</a:t>
              </a:r>
              <a:endParaRPr sz="3200" b="1" i="0" u="none" strike="noStrike" cap="none">
                <a:solidFill>
                  <a:srgbClr val="6666FF"/>
                </a:solidFill>
                <a:latin typeface="Times New Roman"/>
                <a:ea typeface="Times New Roman"/>
                <a:cs typeface="Times New Roman"/>
                <a:sym typeface="Times New Roman"/>
              </a:endParaRPr>
            </a:p>
          </p:txBody>
        </p:sp>
        <p:sp>
          <p:nvSpPr>
            <p:cNvPr id="527" name="Google Shape;527;g28abd34dbfa_0_505"/>
            <p:cNvSpPr/>
            <p:nvPr/>
          </p:nvSpPr>
          <p:spPr>
            <a:xfrm>
              <a:off x="2262" y="2290"/>
              <a:ext cx="127" cy="109"/>
            </a:xfrm>
            <a:custGeom>
              <a:avLst/>
              <a:gdLst/>
              <a:ahLst/>
              <a:cxnLst/>
              <a:rect l="l" t="t" r="r" b="b"/>
              <a:pathLst>
                <a:path w="127" h="109" extrusionOk="0">
                  <a:moveTo>
                    <a:pt x="30" y="3"/>
                  </a:moveTo>
                  <a:lnTo>
                    <a:pt x="23" y="0"/>
                  </a:lnTo>
                  <a:lnTo>
                    <a:pt x="17" y="0"/>
                  </a:lnTo>
                  <a:lnTo>
                    <a:pt x="12" y="1"/>
                  </a:lnTo>
                  <a:lnTo>
                    <a:pt x="8" y="3"/>
                  </a:lnTo>
                  <a:lnTo>
                    <a:pt x="4" y="7"/>
                  </a:lnTo>
                  <a:lnTo>
                    <a:pt x="0" y="15"/>
                  </a:lnTo>
                  <a:lnTo>
                    <a:pt x="0" y="20"/>
                  </a:lnTo>
                  <a:lnTo>
                    <a:pt x="2" y="26"/>
                  </a:lnTo>
                  <a:lnTo>
                    <a:pt x="4" y="30"/>
                  </a:lnTo>
                  <a:lnTo>
                    <a:pt x="8" y="34"/>
                  </a:lnTo>
                  <a:lnTo>
                    <a:pt x="97" y="105"/>
                  </a:lnTo>
                  <a:lnTo>
                    <a:pt x="104" y="109"/>
                  </a:lnTo>
                  <a:lnTo>
                    <a:pt x="110" y="109"/>
                  </a:lnTo>
                  <a:lnTo>
                    <a:pt x="115" y="107"/>
                  </a:lnTo>
                  <a:lnTo>
                    <a:pt x="119" y="105"/>
                  </a:lnTo>
                  <a:lnTo>
                    <a:pt x="123" y="101"/>
                  </a:lnTo>
                  <a:lnTo>
                    <a:pt x="127" y="94"/>
                  </a:lnTo>
                  <a:lnTo>
                    <a:pt x="127" y="88"/>
                  </a:lnTo>
                  <a:lnTo>
                    <a:pt x="125" y="83"/>
                  </a:lnTo>
                  <a:lnTo>
                    <a:pt x="123" y="79"/>
                  </a:lnTo>
                  <a:lnTo>
                    <a:pt x="119" y="75"/>
                  </a:lnTo>
                  <a:lnTo>
                    <a:pt x="30" y="3"/>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28" name="Google Shape;528;g28abd34dbfa_0_505"/>
            <p:cNvSpPr/>
            <p:nvPr/>
          </p:nvSpPr>
          <p:spPr>
            <a:xfrm>
              <a:off x="2257" y="2290"/>
              <a:ext cx="60" cy="162"/>
            </a:xfrm>
            <a:custGeom>
              <a:avLst/>
              <a:gdLst/>
              <a:ahLst/>
              <a:cxnLst/>
              <a:rect l="l" t="t" r="r" b="b"/>
              <a:pathLst>
                <a:path w="60" h="162" extrusionOk="0">
                  <a:moveTo>
                    <a:pt x="37" y="15"/>
                  </a:moveTo>
                  <a:lnTo>
                    <a:pt x="34" y="7"/>
                  </a:lnTo>
                  <a:lnTo>
                    <a:pt x="30" y="3"/>
                  </a:lnTo>
                  <a:lnTo>
                    <a:pt x="24" y="1"/>
                  </a:lnTo>
                  <a:lnTo>
                    <a:pt x="20" y="0"/>
                  </a:lnTo>
                  <a:lnTo>
                    <a:pt x="15" y="0"/>
                  </a:lnTo>
                  <a:lnTo>
                    <a:pt x="7" y="3"/>
                  </a:lnTo>
                  <a:lnTo>
                    <a:pt x="3" y="7"/>
                  </a:lnTo>
                  <a:lnTo>
                    <a:pt x="2" y="13"/>
                  </a:lnTo>
                  <a:lnTo>
                    <a:pt x="0" y="17"/>
                  </a:lnTo>
                  <a:lnTo>
                    <a:pt x="0" y="22"/>
                  </a:lnTo>
                  <a:lnTo>
                    <a:pt x="22" y="147"/>
                  </a:lnTo>
                  <a:lnTo>
                    <a:pt x="26" y="154"/>
                  </a:lnTo>
                  <a:lnTo>
                    <a:pt x="30" y="158"/>
                  </a:lnTo>
                  <a:lnTo>
                    <a:pt x="35" y="160"/>
                  </a:lnTo>
                  <a:lnTo>
                    <a:pt x="39" y="162"/>
                  </a:lnTo>
                  <a:lnTo>
                    <a:pt x="45" y="162"/>
                  </a:lnTo>
                  <a:lnTo>
                    <a:pt x="52" y="158"/>
                  </a:lnTo>
                  <a:lnTo>
                    <a:pt x="56" y="154"/>
                  </a:lnTo>
                  <a:lnTo>
                    <a:pt x="58" y="149"/>
                  </a:lnTo>
                  <a:lnTo>
                    <a:pt x="60" y="145"/>
                  </a:lnTo>
                  <a:lnTo>
                    <a:pt x="60" y="139"/>
                  </a:lnTo>
                  <a:lnTo>
                    <a:pt x="37" y="15"/>
                  </a:lnTo>
                  <a:close/>
                </a:path>
              </a:pathLst>
            </a:custGeom>
            <a:solidFill>
              <a:srgbClr val="6666FF"/>
            </a:solidFill>
            <a:ln w="9525" cap="flat" cmpd="sng">
              <a:solidFill>
                <a:srgbClr val="6666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529" name="Google Shape;529;g28abd34dbfa_0_505"/>
          <p:cNvSpPr txBox="1"/>
          <p:nvPr/>
        </p:nvSpPr>
        <p:spPr>
          <a:xfrm>
            <a:off x="6473300" y="3116275"/>
            <a:ext cx="294300" cy="8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B</a:t>
            </a:r>
            <a:endParaRPr sz="2800" b="1">
              <a:solidFill>
                <a:schemeClr val="dk1"/>
              </a:solidFill>
              <a:latin typeface="Calibri"/>
              <a:ea typeface="Calibri"/>
              <a:cs typeface="Calibri"/>
              <a:sym typeface="Calibri"/>
            </a:endParaRPr>
          </a:p>
        </p:txBody>
      </p:sp>
      <p:sp>
        <p:nvSpPr>
          <p:cNvPr id="530" name="Google Shape;530;g28abd34dbfa_0_505"/>
          <p:cNvSpPr txBox="1"/>
          <p:nvPr/>
        </p:nvSpPr>
        <p:spPr>
          <a:xfrm>
            <a:off x="8337600" y="3278825"/>
            <a:ext cx="4395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C</a:t>
            </a:r>
            <a:endParaRPr sz="2800">
              <a:solidFill>
                <a:schemeClr val="dk1"/>
              </a:solidFill>
              <a:latin typeface="Calibri"/>
              <a:ea typeface="Calibri"/>
              <a:cs typeface="Calibri"/>
              <a:sym typeface="Calibri"/>
            </a:endParaRPr>
          </a:p>
        </p:txBody>
      </p:sp>
      <p:sp>
        <p:nvSpPr>
          <p:cNvPr id="531" name="Google Shape;531;g28abd34dbfa_0_505"/>
          <p:cNvSpPr txBox="1"/>
          <p:nvPr/>
        </p:nvSpPr>
        <p:spPr>
          <a:xfrm>
            <a:off x="10361725" y="3318775"/>
            <a:ext cx="3861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D</a:t>
            </a:r>
            <a:endParaRPr sz="2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28abd34dbfa_1_715"/>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Example: Recognize 1101</a:t>
            </a:r>
            <a:r>
              <a:rPr lang="en-US" b="0"/>
              <a:t> (continued)</a:t>
            </a:r>
            <a:endParaRPr/>
          </a:p>
        </p:txBody>
      </p:sp>
      <p:pic>
        <p:nvPicPr>
          <p:cNvPr id="537" name="Google Shape;537;g28abd34dbfa_1_715"/>
          <p:cNvPicPr preferRelativeResize="0"/>
          <p:nvPr/>
        </p:nvPicPr>
        <p:blipFill>
          <a:blip r:embed="rId3">
            <a:alphaModFix/>
          </a:blip>
          <a:stretch>
            <a:fillRect/>
          </a:stretch>
        </p:blipFill>
        <p:spPr>
          <a:xfrm>
            <a:off x="2203125" y="1785850"/>
            <a:ext cx="7048500" cy="3914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28abd34dbfa_0_607"/>
          <p:cNvSpPr txBox="1">
            <a:spLocks noGrp="1"/>
          </p:cNvSpPr>
          <p:nvPr>
            <p:ph type="title"/>
          </p:nvPr>
        </p:nvSpPr>
        <p:spPr>
          <a:xfrm>
            <a:off x="1272823" y="0"/>
            <a:ext cx="13817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Formulation: Find State Table </a:t>
            </a:r>
            <a:endParaRPr/>
          </a:p>
        </p:txBody>
      </p:sp>
      <p:sp>
        <p:nvSpPr>
          <p:cNvPr id="543" name="Google Shape;543;g28abd34dbfa_0_607"/>
          <p:cNvSpPr txBox="1">
            <a:spLocks noGrp="1"/>
          </p:cNvSpPr>
          <p:nvPr>
            <p:ph type="body" idx="1"/>
          </p:nvPr>
        </p:nvSpPr>
        <p:spPr>
          <a:xfrm>
            <a:off x="637125" y="1228725"/>
            <a:ext cx="10363200" cy="497700"/>
          </a:xfrm>
          <a:prstGeom prst="rect">
            <a:avLst/>
          </a:prstGeom>
          <a:noFill/>
          <a:ln>
            <a:noFill/>
          </a:ln>
        </p:spPr>
        <p:txBody>
          <a:bodyPr spcFirstLastPara="1" wrap="square" lIns="91425" tIns="45700" rIns="91425" bIns="45700" anchor="t" anchorCtr="0">
            <a:noAutofit/>
          </a:bodyPr>
          <a:lstStyle/>
          <a:p>
            <a:pPr marL="288925" lvl="0" indent="-288925" algn="l" rtl="0">
              <a:lnSpc>
                <a:spcPct val="100000"/>
              </a:lnSpc>
              <a:spcBef>
                <a:spcPts val="0"/>
              </a:spcBef>
              <a:spcAft>
                <a:spcPts val="0"/>
              </a:spcAft>
              <a:buSzPts val="2400"/>
              <a:buChar char="▪"/>
            </a:pPr>
            <a:r>
              <a:rPr lang="en-US" sz="2400" b="0"/>
              <a:t>F</a:t>
            </a:r>
            <a:r>
              <a:rPr lang="en-US" sz="2400"/>
              <a:t>rom the </a:t>
            </a:r>
            <a:r>
              <a:rPr lang="en-US" sz="2400" u="sng"/>
              <a:t>State Diagram</a:t>
            </a:r>
            <a:r>
              <a:rPr lang="en-US" sz="2400"/>
              <a:t>, we can fill in the </a:t>
            </a:r>
            <a:r>
              <a:rPr lang="en-US" sz="2400" u="sng"/>
              <a:t>State Table</a:t>
            </a:r>
            <a:r>
              <a:rPr lang="en-US" sz="2400"/>
              <a:t>.</a:t>
            </a:r>
            <a:endParaRPr/>
          </a:p>
          <a:p>
            <a:pPr marL="0" lvl="0" indent="0" algn="l" rtl="0">
              <a:lnSpc>
                <a:spcPct val="100000"/>
              </a:lnSpc>
              <a:spcBef>
                <a:spcPts val="1200"/>
              </a:spcBef>
              <a:spcAft>
                <a:spcPts val="0"/>
              </a:spcAft>
              <a:buNone/>
            </a:pPr>
            <a:r>
              <a:rPr lang="en-US" sz="2400"/>
              <a:t>                                                 </a:t>
            </a:r>
            <a:endParaRPr/>
          </a:p>
        </p:txBody>
      </p:sp>
      <p:grpSp>
        <p:nvGrpSpPr>
          <p:cNvPr id="544" name="Google Shape;544;g28abd34dbfa_0_607"/>
          <p:cNvGrpSpPr/>
          <p:nvPr/>
        </p:nvGrpSpPr>
        <p:grpSpPr>
          <a:xfrm>
            <a:off x="5778500" y="1939925"/>
            <a:ext cx="5784851" cy="2355851"/>
            <a:chOff x="2730" y="1222"/>
            <a:chExt cx="2733" cy="1484"/>
          </a:xfrm>
        </p:grpSpPr>
        <p:sp>
          <p:nvSpPr>
            <p:cNvPr id="545" name="Google Shape;545;g28abd34dbfa_0_607"/>
            <p:cNvSpPr/>
            <p:nvPr/>
          </p:nvSpPr>
          <p:spPr>
            <a:xfrm>
              <a:off x="4381" y="1276"/>
              <a:ext cx="240" cy="343"/>
            </a:xfrm>
            <a:custGeom>
              <a:avLst/>
              <a:gdLst/>
              <a:ahLst/>
              <a:cxnLst/>
              <a:rect l="l" t="t" r="r" b="b"/>
              <a:pathLst>
                <a:path w="240" h="343" extrusionOk="0">
                  <a:moveTo>
                    <a:pt x="176" y="318"/>
                  </a:moveTo>
                  <a:lnTo>
                    <a:pt x="174" y="321"/>
                  </a:lnTo>
                  <a:lnTo>
                    <a:pt x="172" y="325"/>
                  </a:lnTo>
                  <a:lnTo>
                    <a:pt x="172" y="330"/>
                  </a:lnTo>
                  <a:lnTo>
                    <a:pt x="176" y="336"/>
                  </a:lnTo>
                  <a:lnTo>
                    <a:pt x="179" y="340"/>
                  </a:lnTo>
                  <a:lnTo>
                    <a:pt x="182" y="341"/>
                  </a:lnTo>
                  <a:lnTo>
                    <a:pt x="187" y="343"/>
                  </a:lnTo>
                  <a:lnTo>
                    <a:pt x="191" y="343"/>
                  </a:lnTo>
                  <a:lnTo>
                    <a:pt x="198" y="340"/>
                  </a:lnTo>
                  <a:lnTo>
                    <a:pt x="201" y="336"/>
                  </a:lnTo>
                  <a:lnTo>
                    <a:pt x="204" y="330"/>
                  </a:lnTo>
                  <a:lnTo>
                    <a:pt x="206" y="327"/>
                  </a:lnTo>
                  <a:lnTo>
                    <a:pt x="207" y="325"/>
                  </a:lnTo>
                  <a:lnTo>
                    <a:pt x="214" y="313"/>
                  </a:lnTo>
                  <a:lnTo>
                    <a:pt x="215" y="308"/>
                  </a:lnTo>
                  <a:lnTo>
                    <a:pt x="218" y="302"/>
                  </a:lnTo>
                  <a:lnTo>
                    <a:pt x="220" y="297"/>
                  </a:lnTo>
                  <a:lnTo>
                    <a:pt x="221" y="294"/>
                  </a:lnTo>
                  <a:lnTo>
                    <a:pt x="225" y="284"/>
                  </a:lnTo>
                  <a:lnTo>
                    <a:pt x="226" y="281"/>
                  </a:lnTo>
                  <a:lnTo>
                    <a:pt x="228" y="276"/>
                  </a:lnTo>
                  <a:lnTo>
                    <a:pt x="231" y="270"/>
                  </a:lnTo>
                  <a:lnTo>
                    <a:pt x="231" y="265"/>
                  </a:lnTo>
                  <a:lnTo>
                    <a:pt x="234" y="256"/>
                  </a:lnTo>
                  <a:lnTo>
                    <a:pt x="234" y="251"/>
                  </a:lnTo>
                  <a:lnTo>
                    <a:pt x="236" y="246"/>
                  </a:lnTo>
                  <a:lnTo>
                    <a:pt x="236" y="243"/>
                  </a:lnTo>
                  <a:lnTo>
                    <a:pt x="237" y="238"/>
                  </a:lnTo>
                  <a:lnTo>
                    <a:pt x="237" y="229"/>
                  </a:lnTo>
                  <a:lnTo>
                    <a:pt x="239" y="224"/>
                  </a:lnTo>
                  <a:lnTo>
                    <a:pt x="239" y="197"/>
                  </a:lnTo>
                  <a:lnTo>
                    <a:pt x="240" y="189"/>
                  </a:lnTo>
                  <a:lnTo>
                    <a:pt x="239" y="182"/>
                  </a:lnTo>
                  <a:lnTo>
                    <a:pt x="239" y="163"/>
                  </a:lnTo>
                  <a:lnTo>
                    <a:pt x="236" y="144"/>
                  </a:lnTo>
                  <a:lnTo>
                    <a:pt x="229" y="110"/>
                  </a:lnTo>
                  <a:lnTo>
                    <a:pt x="223" y="95"/>
                  </a:lnTo>
                  <a:lnTo>
                    <a:pt x="217" y="79"/>
                  </a:lnTo>
                  <a:lnTo>
                    <a:pt x="207" y="58"/>
                  </a:lnTo>
                  <a:lnTo>
                    <a:pt x="198" y="46"/>
                  </a:lnTo>
                  <a:lnTo>
                    <a:pt x="195" y="41"/>
                  </a:lnTo>
                  <a:lnTo>
                    <a:pt x="190" y="36"/>
                  </a:lnTo>
                  <a:lnTo>
                    <a:pt x="187" y="31"/>
                  </a:lnTo>
                  <a:lnTo>
                    <a:pt x="179" y="23"/>
                  </a:lnTo>
                  <a:lnTo>
                    <a:pt x="174" y="20"/>
                  </a:lnTo>
                  <a:lnTo>
                    <a:pt x="169" y="16"/>
                  </a:lnTo>
                  <a:lnTo>
                    <a:pt x="161" y="11"/>
                  </a:lnTo>
                  <a:lnTo>
                    <a:pt x="157" y="9"/>
                  </a:lnTo>
                  <a:lnTo>
                    <a:pt x="152" y="6"/>
                  </a:lnTo>
                  <a:lnTo>
                    <a:pt x="146" y="3"/>
                  </a:lnTo>
                  <a:lnTo>
                    <a:pt x="133" y="0"/>
                  </a:lnTo>
                  <a:lnTo>
                    <a:pt x="106" y="0"/>
                  </a:lnTo>
                  <a:lnTo>
                    <a:pt x="93" y="3"/>
                  </a:lnTo>
                  <a:lnTo>
                    <a:pt x="87" y="6"/>
                  </a:lnTo>
                  <a:lnTo>
                    <a:pt x="82" y="9"/>
                  </a:lnTo>
                  <a:lnTo>
                    <a:pt x="78" y="11"/>
                  </a:lnTo>
                  <a:lnTo>
                    <a:pt x="70" y="16"/>
                  </a:lnTo>
                  <a:lnTo>
                    <a:pt x="65" y="20"/>
                  </a:lnTo>
                  <a:lnTo>
                    <a:pt x="60" y="23"/>
                  </a:lnTo>
                  <a:lnTo>
                    <a:pt x="52" y="31"/>
                  </a:lnTo>
                  <a:lnTo>
                    <a:pt x="49" y="36"/>
                  </a:lnTo>
                  <a:lnTo>
                    <a:pt x="44" y="41"/>
                  </a:lnTo>
                  <a:lnTo>
                    <a:pt x="41" y="46"/>
                  </a:lnTo>
                  <a:lnTo>
                    <a:pt x="32" y="58"/>
                  </a:lnTo>
                  <a:lnTo>
                    <a:pt x="22" y="79"/>
                  </a:lnTo>
                  <a:lnTo>
                    <a:pt x="16" y="95"/>
                  </a:lnTo>
                  <a:lnTo>
                    <a:pt x="10" y="110"/>
                  </a:lnTo>
                  <a:lnTo>
                    <a:pt x="3" y="144"/>
                  </a:lnTo>
                  <a:lnTo>
                    <a:pt x="0" y="163"/>
                  </a:lnTo>
                  <a:lnTo>
                    <a:pt x="0" y="224"/>
                  </a:lnTo>
                  <a:lnTo>
                    <a:pt x="2" y="229"/>
                  </a:lnTo>
                  <a:lnTo>
                    <a:pt x="2" y="237"/>
                  </a:lnTo>
                  <a:lnTo>
                    <a:pt x="3" y="242"/>
                  </a:lnTo>
                  <a:lnTo>
                    <a:pt x="3" y="245"/>
                  </a:lnTo>
                  <a:lnTo>
                    <a:pt x="5" y="250"/>
                  </a:lnTo>
                  <a:lnTo>
                    <a:pt x="5" y="253"/>
                  </a:lnTo>
                  <a:lnTo>
                    <a:pt x="8" y="262"/>
                  </a:lnTo>
                  <a:lnTo>
                    <a:pt x="8" y="265"/>
                  </a:lnTo>
                  <a:lnTo>
                    <a:pt x="10" y="269"/>
                  </a:lnTo>
                  <a:lnTo>
                    <a:pt x="10" y="273"/>
                  </a:lnTo>
                  <a:lnTo>
                    <a:pt x="13" y="280"/>
                  </a:lnTo>
                  <a:lnTo>
                    <a:pt x="14" y="284"/>
                  </a:lnTo>
                  <a:lnTo>
                    <a:pt x="16" y="287"/>
                  </a:lnTo>
                  <a:lnTo>
                    <a:pt x="16" y="292"/>
                  </a:lnTo>
                  <a:lnTo>
                    <a:pt x="27" y="314"/>
                  </a:lnTo>
                  <a:lnTo>
                    <a:pt x="29" y="321"/>
                  </a:lnTo>
                  <a:lnTo>
                    <a:pt x="35" y="327"/>
                  </a:lnTo>
                  <a:lnTo>
                    <a:pt x="32" y="324"/>
                  </a:lnTo>
                  <a:lnTo>
                    <a:pt x="38" y="330"/>
                  </a:lnTo>
                  <a:lnTo>
                    <a:pt x="41" y="332"/>
                  </a:lnTo>
                  <a:lnTo>
                    <a:pt x="51" y="332"/>
                  </a:lnTo>
                  <a:lnTo>
                    <a:pt x="54" y="330"/>
                  </a:lnTo>
                  <a:lnTo>
                    <a:pt x="60" y="324"/>
                  </a:lnTo>
                  <a:lnTo>
                    <a:pt x="62" y="321"/>
                  </a:lnTo>
                  <a:lnTo>
                    <a:pt x="62" y="311"/>
                  </a:lnTo>
                  <a:lnTo>
                    <a:pt x="60" y="308"/>
                  </a:lnTo>
                  <a:lnTo>
                    <a:pt x="57" y="305"/>
                  </a:lnTo>
                  <a:lnTo>
                    <a:pt x="55" y="302"/>
                  </a:lnTo>
                  <a:lnTo>
                    <a:pt x="48" y="286"/>
                  </a:lnTo>
                  <a:lnTo>
                    <a:pt x="48" y="281"/>
                  </a:lnTo>
                  <a:lnTo>
                    <a:pt x="43" y="272"/>
                  </a:lnTo>
                  <a:lnTo>
                    <a:pt x="41" y="267"/>
                  </a:lnTo>
                  <a:lnTo>
                    <a:pt x="41" y="262"/>
                  </a:lnTo>
                  <a:lnTo>
                    <a:pt x="40" y="259"/>
                  </a:lnTo>
                  <a:lnTo>
                    <a:pt x="40" y="256"/>
                  </a:lnTo>
                  <a:lnTo>
                    <a:pt x="36" y="246"/>
                  </a:lnTo>
                  <a:lnTo>
                    <a:pt x="36" y="243"/>
                  </a:lnTo>
                  <a:lnTo>
                    <a:pt x="35" y="238"/>
                  </a:lnTo>
                  <a:lnTo>
                    <a:pt x="35" y="235"/>
                  </a:lnTo>
                  <a:lnTo>
                    <a:pt x="33" y="231"/>
                  </a:lnTo>
                  <a:lnTo>
                    <a:pt x="33" y="223"/>
                  </a:lnTo>
                  <a:lnTo>
                    <a:pt x="32" y="218"/>
                  </a:lnTo>
                  <a:lnTo>
                    <a:pt x="32" y="193"/>
                  </a:lnTo>
                  <a:lnTo>
                    <a:pt x="32" y="166"/>
                  </a:lnTo>
                  <a:lnTo>
                    <a:pt x="33" y="159"/>
                  </a:lnTo>
                  <a:lnTo>
                    <a:pt x="35" y="150"/>
                  </a:lnTo>
                  <a:lnTo>
                    <a:pt x="41" y="120"/>
                  </a:lnTo>
                  <a:lnTo>
                    <a:pt x="44" y="112"/>
                  </a:lnTo>
                  <a:lnTo>
                    <a:pt x="44" y="104"/>
                  </a:lnTo>
                  <a:lnTo>
                    <a:pt x="48" y="99"/>
                  </a:lnTo>
                  <a:lnTo>
                    <a:pt x="51" y="91"/>
                  </a:lnTo>
                  <a:lnTo>
                    <a:pt x="60" y="74"/>
                  </a:lnTo>
                  <a:lnTo>
                    <a:pt x="62" y="71"/>
                  </a:lnTo>
                  <a:lnTo>
                    <a:pt x="67" y="65"/>
                  </a:lnTo>
                  <a:lnTo>
                    <a:pt x="70" y="60"/>
                  </a:lnTo>
                  <a:lnTo>
                    <a:pt x="74" y="55"/>
                  </a:lnTo>
                  <a:lnTo>
                    <a:pt x="78" y="50"/>
                  </a:lnTo>
                  <a:lnTo>
                    <a:pt x="79" y="49"/>
                  </a:lnTo>
                  <a:lnTo>
                    <a:pt x="84" y="46"/>
                  </a:lnTo>
                  <a:lnTo>
                    <a:pt x="89" y="41"/>
                  </a:lnTo>
                  <a:lnTo>
                    <a:pt x="90" y="39"/>
                  </a:lnTo>
                  <a:lnTo>
                    <a:pt x="95" y="38"/>
                  </a:lnTo>
                  <a:lnTo>
                    <a:pt x="100" y="35"/>
                  </a:lnTo>
                  <a:lnTo>
                    <a:pt x="103" y="35"/>
                  </a:lnTo>
                  <a:lnTo>
                    <a:pt x="109" y="33"/>
                  </a:lnTo>
                  <a:lnTo>
                    <a:pt x="112" y="31"/>
                  </a:lnTo>
                  <a:lnTo>
                    <a:pt x="120" y="31"/>
                  </a:lnTo>
                  <a:lnTo>
                    <a:pt x="127" y="31"/>
                  </a:lnTo>
                  <a:lnTo>
                    <a:pt x="130" y="33"/>
                  </a:lnTo>
                  <a:lnTo>
                    <a:pt x="136" y="35"/>
                  </a:lnTo>
                  <a:lnTo>
                    <a:pt x="139" y="35"/>
                  </a:lnTo>
                  <a:lnTo>
                    <a:pt x="144" y="38"/>
                  </a:lnTo>
                  <a:lnTo>
                    <a:pt x="149" y="39"/>
                  </a:lnTo>
                  <a:lnTo>
                    <a:pt x="150" y="41"/>
                  </a:lnTo>
                  <a:lnTo>
                    <a:pt x="155" y="46"/>
                  </a:lnTo>
                  <a:lnTo>
                    <a:pt x="160" y="49"/>
                  </a:lnTo>
                  <a:lnTo>
                    <a:pt x="161" y="50"/>
                  </a:lnTo>
                  <a:lnTo>
                    <a:pt x="165" y="55"/>
                  </a:lnTo>
                  <a:lnTo>
                    <a:pt x="169" y="60"/>
                  </a:lnTo>
                  <a:lnTo>
                    <a:pt x="172" y="65"/>
                  </a:lnTo>
                  <a:lnTo>
                    <a:pt x="177" y="71"/>
                  </a:lnTo>
                  <a:lnTo>
                    <a:pt x="179" y="74"/>
                  </a:lnTo>
                  <a:lnTo>
                    <a:pt x="188" y="91"/>
                  </a:lnTo>
                  <a:lnTo>
                    <a:pt x="191" y="99"/>
                  </a:lnTo>
                  <a:lnTo>
                    <a:pt x="195" y="104"/>
                  </a:lnTo>
                  <a:lnTo>
                    <a:pt x="195" y="112"/>
                  </a:lnTo>
                  <a:lnTo>
                    <a:pt x="198" y="120"/>
                  </a:lnTo>
                  <a:lnTo>
                    <a:pt x="204" y="150"/>
                  </a:lnTo>
                  <a:lnTo>
                    <a:pt x="206" y="159"/>
                  </a:lnTo>
                  <a:lnTo>
                    <a:pt x="207" y="166"/>
                  </a:lnTo>
                  <a:lnTo>
                    <a:pt x="207" y="185"/>
                  </a:lnTo>
                  <a:lnTo>
                    <a:pt x="209" y="196"/>
                  </a:lnTo>
                  <a:lnTo>
                    <a:pt x="210" y="188"/>
                  </a:lnTo>
                  <a:lnTo>
                    <a:pt x="207" y="194"/>
                  </a:lnTo>
                  <a:lnTo>
                    <a:pt x="207" y="218"/>
                  </a:lnTo>
                  <a:lnTo>
                    <a:pt x="206" y="223"/>
                  </a:lnTo>
                  <a:lnTo>
                    <a:pt x="206" y="232"/>
                  </a:lnTo>
                  <a:lnTo>
                    <a:pt x="204" y="237"/>
                  </a:lnTo>
                  <a:lnTo>
                    <a:pt x="204" y="240"/>
                  </a:lnTo>
                  <a:lnTo>
                    <a:pt x="203" y="245"/>
                  </a:lnTo>
                  <a:lnTo>
                    <a:pt x="203" y="250"/>
                  </a:lnTo>
                  <a:lnTo>
                    <a:pt x="199" y="259"/>
                  </a:lnTo>
                  <a:lnTo>
                    <a:pt x="199" y="264"/>
                  </a:lnTo>
                  <a:lnTo>
                    <a:pt x="198" y="269"/>
                  </a:lnTo>
                  <a:lnTo>
                    <a:pt x="196" y="272"/>
                  </a:lnTo>
                  <a:lnTo>
                    <a:pt x="193" y="281"/>
                  </a:lnTo>
                  <a:lnTo>
                    <a:pt x="191" y="284"/>
                  </a:lnTo>
                  <a:lnTo>
                    <a:pt x="190" y="289"/>
                  </a:lnTo>
                  <a:lnTo>
                    <a:pt x="187" y="295"/>
                  </a:lnTo>
                  <a:lnTo>
                    <a:pt x="185" y="300"/>
                  </a:lnTo>
                  <a:lnTo>
                    <a:pt x="182" y="306"/>
                  </a:lnTo>
                  <a:lnTo>
                    <a:pt x="177" y="311"/>
                  </a:lnTo>
                  <a:lnTo>
                    <a:pt x="176" y="318"/>
                  </a:lnTo>
                  <a:lnTo>
                    <a:pt x="174" y="321"/>
                  </a:lnTo>
                  <a:lnTo>
                    <a:pt x="176" y="31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46" name="Google Shape;546;g28abd34dbfa_0_607"/>
            <p:cNvSpPr/>
            <p:nvPr/>
          </p:nvSpPr>
          <p:spPr>
            <a:xfrm>
              <a:off x="4582" y="122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547" name="Google Shape;547;g28abd34dbfa_0_607"/>
            <p:cNvSpPr/>
            <p:nvPr/>
          </p:nvSpPr>
          <p:spPr>
            <a:xfrm>
              <a:off x="3015" y="1869"/>
              <a:ext cx="560" cy="211"/>
            </a:xfrm>
            <a:custGeom>
              <a:avLst/>
              <a:gdLst/>
              <a:ahLst/>
              <a:cxnLst/>
              <a:rect l="l" t="t" r="r" b="b"/>
              <a:pathLst>
                <a:path w="560" h="211" extrusionOk="0">
                  <a:moveTo>
                    <a:pt x="558" y="23"/>
                  </a:moveTo>
                  <a:lnTo>
                    <a:pt x="560" y="20"/>
                  </a:lnTo>
                  <a:lnTo>
                    <a:pt x="560" y="12"/>
                  </a:lnTo>
                  <a:lnTo>
                    <a:pt x="558" y="8"/>
                  </a:lnTo>
                  <a:lnTo>
                    <a:pt x="552" y="1"/>
                  </a:lnTo>
                  <a:lnTo>
                    <a:pt x="548" y="0"/>
                  </a:lnTo>
                  <a:lnTo>
                    <a:pt x="541" y="0"/>
                  </a:lnTo>
                  <a:lnTo>
                    <a:pt x="536" y="1"/>
                  </a:lnTo>
                  <a:lnTo>
                    <a:pt x="529" y="8"/>
                  </a:lnTo>
                  <a:lnTo>
                    <a:pt x="531" y="6"/>
                  </a:lnTo>
                  <a:lnTo>
                    <a:pt x="525" y="14"/>
                  </a:lnTo>
                  <a:lnTo>
                    <a:pt x="515" y="30"/>
                  </a:lnTo>
                  <a:lnTo>
                    <a:pt x="510" y="36"/>
                  </a:lnTo>
                  <a:lnTo>
                    <a:pt x="504" y="44"/>
                  </a:lnTo>
                  <a:lnTo>
                    <a:pt x="499" y="52"/>
                  </a:lnTo>
                  <a:lnTo>
                    <a:pt x="495" y="57"/>
                  </a:lnTo>
                  <a:lnTo>
                    <a:pt x="488" y="63"/>
                  </a:lnTo>
                  <a:lnTo>
                    <a:pt x="484" y="71"/>
                  </a:lnTo>
                  <a:lnTo>
                    <a:pt x="480" y="77"/>
                  </a:lnTo>
                  <a:lnTo>
                    <a:pt x="474" y="82"/>
                  </a:lnTo>
                  <a:lnTo>
                    <a:pt x="468" y="88"/>
                  </a:lnTo>
                  <a:lnTo>
                    <a:pt x="447" y="109"/>
                  </a:lnTo>
                  <a:lnTo>
                    <a:pt x="441" y="115"/>
                  </a:lnTo>
                  <a:lnTo>
                    <a:pt x="436" y="121"/>
                  </a:lnTo>
                  <a:lnTo>
                    <a:pt x="425" y="129"/>
                  </a:lnTo>
                  <a:lnTo>
                    <a:pt x="420" y="132"/>
                  </a:lnTo>
                  <a:lnTo>
                    <a:pt x="409" y="140"/>
                  </a:lnTo>
                  <a:lnTo>
                    <a:pt x="395" y="148"/>
                  </a:lnTo>
                  <a:lnTo>
                    <a:pt x="390" y="153"/>
                  </a:lnTo>
                  <a:lnTo>
                    <a:pt x="356" y="170"/>
                  </a:lnTo>
                  <a:lnTo>
                    <a:pt x="357" y="170"/>
                  </a:lnTo>
                  <a:lnTo>
                    <a:pt x="359" y="169"/>
                  </a:lnTo>
                  <a:lnTo>
                    <a:pt x="351" y="170"/>
                  </a:lnTo>
                  <a:lnTo>
                    <a:pt x="338" y="174"/>
                  </a:lnTo>
                  <a:lnTo>
                    <a:pt x="322" y="177"/>
                  </a:lnTo>
                  <a:lnTo>
                    <a:pt x="318" y="178"/>
                  </a:lnTo>
                  <a:lnTo>
                    <a:pt x="310" y="178"/>
                  </a:lnTo>
                  <a:lnTo>
                    <a:pt x="302" y="180"/>
                  </a:lnTo>
                  <a:lnTo>
                    <a:pt x="251" y="180"/>
                  </a:lnTo>
                  <a:lnTo>
                    <a:pt x="243" y="178"/>
                  </a:lnTo>
                  <a:lnTo>
                    <a:pt x="235" y="178"/>
                  </a:lnTo>
                  <a:lnTo>
                    <a:pt x="227" y="177"/>
                  </a:lnTo>
                  <a:lnTo>
                    <a:pt x="219" y="177"/>
                  </a:lnTo>
                  <a:lnTo>
                    <a:pt x="213" y="175"/>
                  </a:lnTo>
                  <a:lnTo>
                    <a:pt x="205" y="174"/>
                  </a:lnTo>
                  <a:lnTo>
                    <a:pt x="197" y="174"/>
                  </a:lnTo>
                  <a:lnTo>
                    <a:pt x="193" y="172"/>
                  </a:lnTo>
                  <a:lnTo>
                    <a:pt x="185" y="170"/>
                  </a:lnTo>
                  <a:lnTo>
                    <a:pt x="167" y="167"/>
                  </a:lnTo>
                  <a:lnTo>
                    <a:pt x="161" y="164"/>
                  </a:lnTo>
                  <a:lnTo>
                    <a:pt x="148" y="159"/>
                  </a:lnTo>
                  <a:lnTo>
                    <a:pt x="139" y="158"/>
                  </a:lnTo>
                  <a:lnTo>
                    <a:pt x="140" y="158"/>
                  </a:lnTo>
                  <a:lnTo>
                    <a:pt x="134" y="155"/>
                  </a:lnTo>
                  <a:lnTo>
                    <a:pt x="129" y="153"/>
                  </a:lnTo>
                  <a:lnTo>
                    <a:pt x="125" y="150"/>
                  </a:lnTo>
                  <a:lnTo>
                    <a:pt x="114" y="143"/>
                  </a:lnTo>
                  <a:lnTo>
                    <a:pt x="109" y="142"/>
                  </a:lnTo>
                  <a:lnTo>
                    <a:pt x="98" y="134"/>
                  </a:lnTo>
                  <a:lnTo>
                    <a:pt x="90" y="126"/>
                  </a:lnTo>
                  <a:lnTo>
                    <a:pt x="82" y="121"/>
                  </a:lnTo>
                  <a:lnTo>
                    <a:pt x="79" y="117"/>
                  </a:lnTo>
                  <a:lnTo>
                    <a:pt x="74" y="113"/>
                  </a:lnTo>
                  <a:lnTo>
                    <a:pt x="68" y="104"/>
                  </a:lnTo>
                  <a:lnTo>
                    <a:pt x="63" y="101"/>
                  </a:lnTo>
                  <a:lnTo>
                    <a:pt x="50" y="82"/>
                  </a:lnTo>
                  <a:lnTo>
                    <a:pt x="49" y="77"/>
                  </a:lnTo>
                  <a:lnTo>
                    <a:pt x="42" y="64"/>
                  </a:lnTo>
                  <a:lnTo>
                    <a:pt x="39" y="61"/>
                  </a:lnTo>
                  <a:lnTo>
                    <a:pt x="38" y="57"/>
                  </a:lnTo>
                  <a:lnTo>
                    <a:pt x="34" y="50"/>
                  </a:lnTo>
                  <a:lnTo>
                    <a:pt x="34" y="47"/>
                  </a:lnTo>
                  <a:lnTo>
                    <a:pt x="33" y="41"/>
                  </a:lnTo>
                  <a:lnTo>
                    <a:pt x="30" y="36"/>
                  </a:lnTo>
                  <a:lnTo>
                    <a:pt x="28" y="31"/>
                  </a:lnTo>
                  <a:lnTo>
                    <a:pt x="27" y="30"/>
                  </a:lnTo>
                  <a:lnTo>
                    <a:pt x="22" y="26"/>
                  </a:lnTo>
                  <a:lnTo>
                    <a:pt x="19" y="25"/>
                  </a:lnTo>
                  <a:lnTo>
                    <a:pt x="14" y="25"/>
                  </a:lnTo>
                  <a:lnTo>
                    <a:pt x="11" y="26"/>
                  </a:lnTo>
                  <a:lnTo>
                    <a:pt x="6" y="28"/>
                  </a:lnTo>
                  <a:lnTo>
                    <a:pt x="4" y="30"/>
                  </a:lnTo>
                  <a:lnTo>
                    <a:pt x="1" y="34"/>
                  </a:lnTo>
                  <a:lnTo>
                    <a:pt x="0" y="38"/>
                  </a:lnTo>
                  <a:lnTo>
                    <a:pt x="0" y="42"/>
                  </a:lnTo>
                  <a:lnTo>
                    <a:pt x="1" y="45"/>
                  </a:lnTo>
                  <a:lnTo>
                    <a:pt x="1" y="50"/>
                  </a:lnTo>
                  <a:lnTo>
                    <a:pt x="3" y="57"/>
                  </a:lnTo>
                  <a:lnTo>
                    <a:pt x="6" y="63"/>
                  </a:lnTo>
                  <a:lnTo>
                    <a:pt x="9" y="69"/>
                  </a:lnTo>
                  <a:lnTo>
                    <a:pt x="11" y="74"/>
                  </a:lnTo>
                  <a:lnTo>
                    <a:pt x="14" y="80"/>
                  </a:lnTo>
                  <a:lnTo>
                    <a:pt x="17" y="87"/>
                  </a:lnTo>
                  <a:lnTo>
                    <a:pt x="20" y="90"/>
                  </a:lnTo>
                  <a:lnTo>
                    <a:pt x="22" y="94"/>
                  </a:lnTo>
                  <a:lnTo>
                    <a:pt x="41" y="123"/>
                  </a:lnTo>
                  <a:lnTo>
                    <a:pt x="46" y="126"/>
                  </a:lnTo>
                  <a:lnTo>
                    <a:pt x="52" y="136"/>
                  </a:lnTo>
                  <a:lnTo>
                    <a:pt x="57" y="139"/>
                  </a:lnTo>
                  <a:lnTo>
                    <a:pt x="60" y="143"/>
                  </a:lnTo>
                  <a:lnTo>
                    <a:pt x="71" y="151"/>
                  </a:lnTo>
                  <a:lnTo>
                    <a:pt x="79" y="159"/>
                  </a:lnTo>
                  <a:lnTo>
                    <a:pt x="96" y="170"/>
                  </a:lnTo>
                  <a:lnTo>
                    <a:pt x="101" y="172"/>
                  </a:lnTo>
                  <a:lnTo>
                    <a:pt x="109" y="178"/>
                  </a:lnTo>
                  <a:lnTo>
                    <a:pt x="117" y="181"/>
                  </a:lnTo>
                  <a:lnTo>
                    <a:pt x="121" y="183"/>
                  </a:lnTo>
                  <a:lnTo>
                    <a:pt x="128" y="186"/>
                  </a:lnTo>
                  <a:lnTo>
                    <a:pt x="129" y="186"/>
                  </a:lnTo>
                  <a:lnTo>
                    <a:pt x="139" y="191"/>
                  </a:lnTo>
                  <a:lnTo>
                    <a:pt x="151" y="192"/>
                  </a:lnTo>
                  <a:lnTo>
                    <a:pt x="158" y="196"/>
                  </a:lnTo>
                  <a:lnTo>
                    <a:pt x="178" y="202"/>
                  </a:lnTo>
                  <a:lnTo>
                    <a:pt x="186" y="204"/>
                  </a:lnTo>
                  <a:lnTo>
                    <a:pt x="194" y="205"/>
                  </a:lnTo>
                  <a:lnTo>
                    <a:pt x="202" y="205"/>
                  </a:lnTo>
                  <a:lnTo>
                    <a:pt x="207" y="207"/>
                  </a:lnTo>
                  <a:lnTo>
                    <a:pt x="216" y="208"/>
                  </a:lnTo>
                  <a:lnTo>
                    <a:pt x="224" y="208"/>
                  </a:lnTo>
                  <a:lnTo>
                    <a:pt x="232" y="210"/>
                  </a:lnTo>
                  <a:lnTo>
                    <a:pt x="240" y="210"/>
                  </a:lnTo>
                  <a:lnTo>
                    <a:pt x="248" y="211"/>
                  </a:lnTo>
                  <a:lnTo>
                    <a:pt x="305" y="211"/>
                  </a:lnTo>
                  <a:lnTo>
                    <a:pt x="313" y="210"/>
                  </a:lnTo>
                  <a:lnTo>
                    <a:pt x="321" y="210"/>
                  </a:lnTo>
                  <a:lnTo>
                    <a:pt x="329" y="208"/>
                  </a:lnTo>
                  <a:lnTo>
                    <a:pt x="344" y="205"/>
                  </a:lnTo>
                  <a:lnTo>
                    <a:pt x="357" y="202"/>
                  </a:lnTo>
                  <a:lnTo>
                    <a:pt x="365" y="200"/>
                  </a:lnTo>
                  <a:lnTo>
                    <a:pt x="367" y="199"/>
                  </a:lnTo>
                  <a:lnTo>
                    <a:pt x="368" y="199"/>
                  </a:lnTo>
                  <a:lnTo>
                    <a:pt x="409" y="178"/>
                  </a:lnTo>
                  <a:lnTo>
                    <a:pt x="414" y="174"/>
                  </a:lnTo>
                  <a:lnTo>
                    <a:pt x="425" y="169"/>
                  </a:lnTo>
                  <a:lnTo>
                    <a:pt x="439" y="158"/>
                  </a:lnTo>
                  <a:lnTo>
                    <a:pt x="444" y="155"/>
                  </a:lnTo>
                  <a:lnTo>
                    <a:pt x="458" y="143"/>
                  </a:lnTo>
                  <a:lnTo>
                    <a:pt x="463" y="137"/>
                  </a:lnTo>
                  <a:lnTo>
                    <a:pt x="469" y="134"/>
                  </a:lnTo>
                  <a:lnTo>
                    <a:pt x="493" y="110"/>
                  </a:lnTo>
                  <a:lnTo>
                    <a:pt x="496" y="104"/>
                  </a:lnTo>
                  <a:lnTo>
                    <a:pt x="503" y="99"/>
                  </a:lnTo>
                  <a:lnTo>
                    <a:pt x="509" y="90"/>
                  </a:lnTo>
                  <a:lnTo>
                    <a:pt x="514" y="85"/>
                  </a:lnTo>
                  <a:lnTo>
                    <a:pt x="520" y="79"/>
                  </a:lnTo>
                  <a:lnTo>
                    <a:pt x="525" y="71"/>
                  </a:lnTo>
                  <a:lnTo>
                    <a:pt x="529" y="63"/>
                  </a:lnTo>
                  <a:lnTo>
                    <a:pt x="536" y="55"/>
                  </a:lnTo>
                  <a:lnTo>
                    <a:pt x="541" y="49"/>
                  </a:lnTo>
                  <a:lnTo>
                    <a:pt x="550" y="33"/>
                  </a:lnTo>
                  <a:lnTo>
                    <a:pt x="556" y="25"/>
                  </a:lnTo>
                  <a:lnTo>
                    <a:pt x="558" y="2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48" name="Google Shape;548;g28abd34dbfa_0_607"/>
            <p:cNvSpPr/>
            <p:nvPr/>
          </p:nvSpPr>
          <p:spPr>
            <a:xfrm>
              <a:off x="3352" y="206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549" name="Google Shape;549;g28abd34dbfa_0_607"/>
            <p:cNvSpPr/>
            <p:nvPr/>
          </p:nvSpPr>
          <p:spPr>
            <a:xfrm>
              <a:off x="2917" y="1933"/>
              <a:ext cx="2298" cy="710"/>
            </a:xfrm>
            <a:custGeom>
              <a:avLst/>
              <a:gdLst/>
              <a:ahLst/>
              <a:cxnLst/>
              <a:rect l="l" t="t" r="r" b="b"/>
              <a:pathLst>
                <a:path w="2298" h="710" extrusionOk="0">
                  <a:moveTo>
                    <a:pt x="2294" y="26"/>
                  </a:moveTo>
                  <a:lnTo>
                    <a:pt x="2296" y="21"/>
                  </a:lnTo>
                  <a:lnTo>
                    <a:pt x="2298" y="18"/>
                  </a:lnTo>
                  <a:lnTo>
                    <a:pt x="2298" y="13"/>
                  </a:lnTo>
                  <a:lnTo>
                    <a:pt x="2294" y="7"/>
                  </a:lnTo>
                  <a:lnTo>
                    <a:pt x="2291" y="4"/>
                  </a:lnTo>
                  <a:lnTo>
                    <a:pt x="2286" y="2"/>
                  </a:lnTo>
                  <a:lnTo>
                    <a:pt x="2283" y="0"/>
                  </a:lnTo>
                  <a:lnTo>
                    <a:pt x="2279" y="0"/>
                  </a:lnTo>
                  <a:lnTo>
                    <a:pt x="2272" y="4"/>
                  </a:lnTo>
                  <a:lnTo>
                    <a:pt x="2269" y="7"/>
                  </a:lnTo>
                  <a:lnTo>
                    <a:pt x="2247" y="37"/>
                  </a:lnTo>
                  <a:lnTo>
                    <a:pt x="2181" y="122"/>
                  </a:lnTo>
                  <a:lnTo>
                    <a:pt x="2136" y="176"/>
                  </a:lnTo>
                  <a:lnTo>
                    <a:pt x="2113" y="201"/>
                  </a:lnTo>
                  <a:lnTo>
                    <a:pt x="2092" y="226"/>
                  </a:lnTo>
                  <a:lnTo>
                    <a:pt x="2070" y="250"/>
                  </a:lnTo>
                  <a:lnTo>
                    <a:pt x="2022" y="298"/>
                  </a:lnTo>
                  <a:lnTo>
                    <a:pt x="1951" y="364"/>
                  </a:lnTo>
                  <a:lnTo>
                    <a:pt x="1929" y="383"/>
                  </a:lnTo>
                  <a:lnTo>
                    <a:pt x="1905" y="402"/>
                  </a:lnTo>
                  <a:lnTo>
                    <a:pt x="1880" y="421"/>
                  </a:lnTo>
                  <a:lnTo>
                    <a:pt x="1856" y="440"/>
                  </a:lnTo>
                  <a:lnTo>
                    <a:pt x="1806" y="475"/>
                  </a:lnTo>
                  <a:lnTo>
                    <a:pt x="1782" y="492"/>
                  </a:lnTo>
                  <a:lnTo>
                    <a:pt x="1758" y="506"/>
                  </a:lnTo>
                  <a:lnTo>
                    <a:pt x="1731" y="521"/>
                  </a:lnTo>
                  <a:lnTo>
                    <a:pt x="1706" y="536"/>
                  </a:lnTo>
                  <a:lnTo>
                    <a:pt x="1681" y="551"/>
                  </a:lnTo>
                  <a:lnTo>
                    <a:pt x="1602" y="589"/>
                  </a:lnTo>
                  <a:lnTo>
                    <a:pt x="1548" y="611"/>
                  </a:lnTo>
                  <a:lnTo>
                    <a:pt x="1521" y="620"/>
                  </a:lnTo>
                  <a:lnTo>
                    <a:pt x="1494" y="631"/>
                  </a:lnTo>
                  <a:lnTo>
                    <a:pt x="1496" y="631"/>
                  </a:lnTo>
                  <a:lnTo>
                    <a:pt x="1496" y="630"/>
                  </a:lnTo>
                  <a:lnTo>
                    <a:pt x="1469" y="638"/>
                  </a:lnTo>
                  <a:lnTo>
                    <a:pt x="1439" y="644"/>
                  </a:lnTo>
                  <a:lnTo>
                    <a:pt x="1410" y="650"/>
                  </a:lnTo>
                  <a:lnTo>
                    <a:pt x="1379" y="657"/>
                  </a:lnTo>
                  <a:lnTo>
                    <a:pt x="1319" y="666"/>
                  </a:lnTo>
                  <a:lnTo>
                    <a:pt x="1255" y="672"/>
                  </a:lnTo>
                  <a:lnTo>
                    <a:pt x="1222" y="675"/>
                  </a:lnTo>
                  <a:lnTo>
                    <a:pt x="1190" y="677"/>
                  </a:lnTo>
                  <a:lnTo>
                    <a:pt x="1157" y="677"/>
                  </a:lnTo>
                  <a:lnTo>
                    <a:pt x="1124" y="679"/>
                  </a:lnTo>
                  <a:lnTo>
                    <a:pt x="1091" y="677"/>
                  </a:lnTo>
                  <a:lnTo>
                    <a:pt x="1058" y="677"/>
                  </a:lnTo>
                  <a:lnTo>
                    <a:pt x="1024" y="675"/>
                  </a:lnTo>
                  <a:lnTo>
                    <a:pt x="994" y="674"/>
                  </a:lnTo>
                  <a:lnTo>
                    <a:pt x="895" y="664"/>
                  </a:lnTo>
                  <a:lnTo>
                    <a:pt x="801" y="650"/>
                  </a:lnTo>
                  <a:lnTo>
                    <a:pt x="771" y="644"/>
                  </a:lnTo>
                  <a:lnTo>
                    <a:pt x="740" y="638"/>
                  </a:lnTo>
                  <a:lnTo>
                    <a:pt x="711" y="631"/>
                  </a:lnTo>
                  <a:lnTo>
                    <a:pt x="681" y="625"/>
                  </a:lnTo>
                  <a:lnTo>
                    <a:pt x="654" y="617"/>
                  </a:lnTo>
                  <a:lnTo>
                    <a:pt x="601" y="603"/>
                  </a:lnTo>
                  <a:lnTo>
                    <a:pt x="550" y="584"/>
                  </a:lnTo>
                  <a:lnTo>
                    <a:pt x="528" y="576"/>
                  </a:lnTo>
                  <a:lnTo>
                    <a:pt x="529" y="576"/>
                  </a:lnTo>
                  <a:lnTo>
                    <a:pt x="506" y="565"/>
                  </a:lnTo>
                  <a:lnTo>
                    <a:pt x="484" y="555"/>
                  </a:lnTo>
                  <a:lnTo>
                    <a:pt x="441" y="533"/>
                  </a:lnTo>
                  <a:lnTo>
                    <a:pt x="420" y="521"/>
                  </a:lnTo>
                  <a:lnTo>
                    <a:pt x="398" y="508"/>
                  </a:lnTo>
                  <a:lnTo>
                    <a:pt x="379" y="497"/>
                  </a:lnTo>
                  <a:lnTo>
                    <a:pt x="360" y="484"/>
                  </a:lnTo>
                  <a:lnTo>
                    <a:pt x="303" y="441"/>
                  </a:lnTo>
                  <a:lnTo>
                    <a:pt x="287" y="426"/>
                  </a:lnTo>
                  <a:lnTo>
                    <a:pt x="270" y="413"/>
                  </a:lnTo>
                  <a:lnTo>
                    <a:pt x="237" y="380"/>
                  </a:lnTo>
                  <a:lnTo>
                    <a:pt x="207" y="345"/>
                  </a:lnTo>
                  <a:lnTo>
                    <a:pt x="191" y="328"/>
                  </a:lnTo>
                  <a:lnTo>
                    <a:pt x="177" y="310"/>
                  </a:lnTo>
                  <a:lnTo>
                    <a:pt x="163" y="291"/>
                  </a:lnTo>
                  <a:lnTo>
                    <a:pt x="148" y="271"/>
                  </a:lnTo>
                  <a:lnTo>
                    <a:pt x="123" y="233"/>
                  </a:lnTo>
                  <a:lnTo>
                    <a:pt x="112" y="212"/>
                  </a:lnTo>
                  <a:lnTo>
                    <a:pt x="99" y="190"/>
                  </a:lnTo>
                  <a:lnTo>
                    <a:pt x="77" y="147"/>
                  </a:lnTo>
                  <a:lnTo>
                    <a:pt x="66" y="124"/>
                  </a:lnTo>
                  <a:lnTo>
                    <a:pt x="57" y="102"/>
                  </a:lnTo>
                  <a:lnTo>
                    <a:pt x="38" y="54"/>
                  </a:lnTo>
                  <a:lnTo>
                    <a:pt x="30" y="30"/>
                  </a:lnTo>
                  <a:lnTo>
                    <a:pt x="28" y="26"/>
                  </a:lnTo>
                  <a:lnTo>
                    <a:pt x="27" y="23"/>
                  </a:lnTo>
                  <a:lnTo>
                    <a:pt x="22" y="21"/>
                  </a:lnTo>
                  <a:lnTo>
                    <a:pt x="19" y="19"/>
                  </a:lnTo>
                  <a:lnTo>
                    <a:pt x="14" y="19"/>
                  </a:lnTo>
                  <a:lnTo>
                    <a:pt x="11" y="21"/>
                  </a:lnTo>
                  <a:lnTo>
                    <a:pt x="6" y="23"/>
                  </a:lnTo>
                  <a:lnTo>
                    <a:pt x="3" y="24"/>
                  </a:lnTo>
                  <a:lnTo>
                    <a:pt x="1" y="29"/>
                  </a:lnTo>
                  <a:lnTo>
                    <a:pt x="0" y="32"/>
                  </a:lnTo>
                  <a:lnTo>
                    <a:pt x="0" y="37"/>
                  </a:lnTo>
                  <a:lnTo>
                    <a:pt x="1" y="40"/>
                  </a:lnTo>
                  <a:lnTo>
                    <a:pt x="9" y="64"/>
                  </a:lnTo>
                  <a:lnTo>
                    <a:pt x="19" y="91"/>
                  </a:lnTo>
                  <a:lnTo>
                    <a:pt x="28" y="114"/>
                  </a:lnTo>
                  <a:lnTo>
                    <a:pt x="38" y="136"/>
                  </a:lnTo>
                  <a:lnTo>
                    <a:pt x="49" y="160"/>
                  </a:lnTo>
                  <a:lnTo>
                    <a:pt x="71" y="206"/>
                  </a:lnTo>
                  <a:lnTo>
                    <a:pt x="83" y="228"/>
                  </a:lnTo>
                  <a:lnTo>
                    <a:pt x="95" y="249"/>
                  </a:lnTo>
                  <a:lnTo>
                    <a:pt x="110" y="271"/>
                  </a:lnTo>
                  <a:lnTo>
                    <a:pt x="123" y="290"/>
                  </a:lnTo>
                  <a:lnTo>
                    <a:pt x="137" y="310"/>
                  </a:lnTo>
                  <a:lnTo>
                    <a:pt x="151" y="329"/>
                  </a:lnTo>
                  <a:lnTo>
                    <a:pt x="166" y="347"/>
                  </a:lnTo>
                  <a:lnTo>
                    <a:pt x="181" y="367"/>
                  </a:lnTo>
                  <a:lnTo>
                    <a:pt x="215" y="402"/>
                  </a:lnTo>
                  <a:lnTo>
                    <a:pt x="248" y="435"/>
                  </a:lnTo>
                  <a:lnTo>
                    <a:pt x="265" y="451"/>
                  </a:lnTo>
                  <a:lnTo>
                    <a:pt x="284" y="467"/>
                  </a:lnTo>
                  <a:lnTo>
                    <a:pt x="341" y="509"/>
                  </a:lnTo>
                  <a:lnTo>
                    <a:pt x="363" y="522"/>
                  </a:lnTo>
                  <a:lnTo>
                    <a:pt x="382" y="536"/>
                  </a:lnTo>
                  <a:lnTo>
                    <a:pt x="404" y="549"/>
                  </a:lnTo>
                  <a:lnTo>
                    <a:pt x="425" y="562"/>
                  </a:lnTo>
                  <a:lnTo>
                    <a:pt x="471" y="584"/>
                  </a:lnTo>
                  <a:lnTo>
                    <a:pt x="493" y="593"/>
                  </a:lnTo>
                  <a:lnTo>
                    <a:pt x="517" y="604"/>
                  </a:lnTo>
                  <a:lnTo>
                    <a:pt x="518" y="604"/>
                  </a:lnTo>
                  <a:lnTo>
                    <a:pt x="540" y="612"/>
                  </a:lnTo>
                  <a:lnTo>
                    <a:pt x="591" y="631"/>
                  </a:lnTo>
                  <a:lnTo>
                    <a:pt x="645" y="649"/>
                  </a:lnTo>
                  <a:lnTo>
                    <a:pt x="675" y="657"/>
                  </a:lnTo>
                  <a:lnTo>
                    <a:pt x="705" y="663"/>
                  </a:lnTo>
                  <a:lnTo>
                    <a:pt x="733" y="669"/>
                  </a:lnTo>
                  <a:lnTo>
                    <a:pt x="765" y="675"/>
                  </a:lnTo>
                  <a:lnTo>
                    <a:pt x="795" y="682"/>
                  </a:lnTo>
                  <a:lnTo>
                    <a:pt x="892" y="696"/>
                  </a:lnTo>
                  <a:lnTo>
                    <a:pt x="991" y="706"/>
                  </a:lnTo>
                  <a:lnTo>
                    <a:pt x="1024" y="707"/>
                  </a:lnTo>
                  <a:lnTo>
                    <a:pt x="1058" y="709"/>
                  </a:lnTo>
                  <a:lnTo>
                    <a:pt x="1091" y="709"/>
                  </a:lnTo>
                  <a:lnTo>
                    <a:pt x="1124" y="710"/>
                  </a:lnTo>
                  <a:lnTo>
                    <a:pt x="1157" y="709"/>
                  </a:lnTo>
                  <a:lnTo>
                    <a:pt x="1190" y="709"/>
                  </a:lnTo>
                  <a:lnTo>
                    <a:pt x="1225" y="707"/>
                  </a:lnTo>
                  <a:lnTo>
                    <a:pt x="1258" y="704"/>
                  </a:lnTo>
                  <a:lnTo>
                    <a:pt x="1322" y="698"/>
                  </a:lnTo>
                  <a:lnTo>
                    <a:pt x="1355" y="693"/>
                  </a:lnTo>
                  <a:lnTo>
                    <a:pt x="1385" y="688"/>
                  </a:lnTo>
                  <a:lnTo>
                    <a:pt x="1417" y="682"/>
                  </a:lnTo>
                  <a:lnTo>
                    <a:pt x="1445" y="675"/>
                  </a:lnTo>
                  <a:lnTo>
                    <a:pt x="1475" y="669"/>
                  </a:lnTo>
                  <a:lnTo>
                    <a:pt x="1505" y="661"/>
                  </a:lnTo>
                  <a:lnTo>
                    <a:pt x="1505" y="660"/>
                  </a:lnTo>
                  <a:lnTo>
                    <a:pt x="1507" y="660"/>
                  </a:lnTo>
                  <a:lnTo>
                    <a:pt x="1534" y="649"/>
                  </a:lnTo>
                  <a:lnTo>
                    <a:pt x="1561" y="639"/>
                  </a:lnTo>
                  <a:lnTo>
                    <a:pt x="1614" y="617"/>
                  </a:lnTo>
                  <a:lnTo>
                    <a:pt x="1697" y="579"/>
                  </a:lnTo>
                  <a:lnTo>
                    <a:pt x="1722" y="565"/>
                  </a:lnTo>
                  <a:lnTo>
                    <a:pt x="1747" y="549"/>
                  </a:lnTo>
                  <a:lnTo>
                    <a:pt x="1774" y="535"/>
                  </a:lnTo>
                  <a:lnTo>
                    <a:pt x="1801" y="517"/>
                  </a:lnTo>
                  <a:lnTo>
                    <a:pt x="1825" y="500"/>
                  </a:lnTo>
                  <a:lnTo>
                    <a:pt x="1875" y="465"/>
                  </a:lnTo>
                  <a:lnTo>
                    <a:pt x="1899" y="446"/>
                  </a:lnTo>
                  <a:lnTo>
                    <a:pt x="1924" y="427"/>
                  </a:lnTo>
                  <a:lnTo>
                    <a:pt x="1948" y="408"/>
                  </a:lnTo>
                  <a:lnTo>
                    <a:pt x="1973" y="386"/>
                  </a:lnTo>
                  <a:lnTo>
                    <a:pt x="2045" y="320"/>
                  </a:lnTo>
                  <a:lnTo>
                    <a:pt x="2092" y="272"/>
                  </a:lnTo>
                  <a:lnTo>
                    <a:pt x="2114" y="249"/>
                  </a:lnTo>
                  <a:lnTo>
                    <a:pt x="2138" y="223"/>
                  </a:lnTo>
                  <a:lnTo>
                    <a:pt x="2162" y="195"/>
                  </a:lnTo>
                  <a:lnTo>
                    <a:pt x="2206" y="141"/>
                  </a:lnTo>
                  <a:lnTo>
                    <a:pt x="2272" y="56"/>
                  </a:lnTo>
                  <a:lnTo>
                    <a:pt x="2294" y="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50" name="Google Shape;550;g28abd34dbfa_0_607"/>
            <p:cNvSpPr/>
            <p:nvPr/>
          </p:nvSpPr>
          <p:spPr>
            <a:xfrm>
              <a:off x="3818" y="2406"/>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551" name="Google Shape;551;g28abd34dbfa_0_607"/>
            <p:cNvSpPr/>
            <p:nvPr/>
          </p:nvSpPr>
          <p:spPr>
            <a:xfrm>
              <a:off x="4394" y="210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1/1</a:t>
              </a:r>
              <a:endParaRPr sz="2800" b="1" i="0" u="none" strike="noStrike" cap="none">
                <a:solidFill>
                  <a:srgbClr val="00FF00"/>
                </a:solidFill>
                <a:latin typeface="Times New Roman"/>
                <a:ea typeface="Times New Roman"/>
                <a:cs typeface="Times New Roman"/>
                <a:sym typeface="Times New Roman"/>
              </a:endParaRPr>
            </a:p>
          </p:txBody>
        </p:sp>
        <p:sp>
          <p:nvSpPr>
            <p:cNvPr id="552" name="Google Shape;552;g28abd34dbfa_0_607"/>
            <p:cNvSpPr/>
            <p:nvPr/>
          </p:nvSpPr>
          <p:spPr>
            <a:xfrm>
              <a:off x="3707" y="1867"/>
              <a:ext cx="1435" cy="430"/>
            </a:xfrm>
            <a:custGeom>
              <a:avLst/>
              <a:gdLst/>
              <a:ahLst/>
              <a:cxnLst/>
              <a:rect l="l" t="t" r="r" b="b"/>
              <a:pathLst>
                <a:path w="1435" h="430" extrusionOk="0">
                  <a:moveTo>
                    <a:pt x="1432" y="25"/>
                  </a:moveTo>
                  <a:lnTo>
                    <a:pt x="1433" y="22"/>
                  </a:lnTo>
                  <a:lnTo>
                    <a:pt x="1435" y="17"/>
                  </a:lnTo>
                  <a:lnTo>
                    <a:pt x="1435" y="14"/>
                  </a:lnTo>
                  <a:lnTo>
                    <a:pt x="1433" y="10"/>
                  </a:lnTo>
                  <a:lnTo>
                    <a:pt x="1432" y="6"/>
                  </a:lnTo>
                  <a:lnTo>
                    <a:pt x="1428" y="3"/>
                  </a:lnTo>
                  <a:lnTo>
                    <a:pt x="1425" y="2"/>
                  </a:lnTo>
                  <a:lnTo>
                    <a:pt x="1421" y="0"/>
                  </a:lnTo>
                  <a:lnTo>
                    <a:pt x="1417" y="0"/>
                  </a:lnTo>
                  <a:lnTo>
                    <a:pt x="1413" y="2"/>
                  </a:lnTo>
                  <a:lnTo>
                    <a:pt x="1409" y="3"/>
                  </a:lnTo>
                  <a:lnTo>
                    <a:pt x="1406" y="6"/>
                  </a:lnTo>
                  <a:lnTo>
                    <a:pt x="1378" y="40"/>
                  </a:lnTo>
                  <a:lnTo>
                    <a:pt x="1364" y="57"/>
                  </a:lnTo>
                  <a:lnTo>
                    <a:pt x="1351" y="74"/>
                  </a:lnTo>
                  <a:lnTo>
                    <a:pt x="1310" y="120"/>
                  </a:lnTo>
                  <a:lnTo>
                    <a:pt x="1253" y="177"/>
                  </a:lnTo>
                  <a:lnTo>
                    <a:pt x="1212" y="213"/>
                  </a:lnTo>
                  <a:lnTo>
                    <a:pt x="1196" y="226"/>
                  </a:lnTo>
                  <a:lnTo>
                    <a:pt x="1182" y="239"/>
                  </a:lnTo>
                  <a:lnTo>
                    <a:pt x="1166" y="250"/>
                  </a:lnTo>
                  <a:lnTo>
                    <a:pt x="1152" y="261"/>
                  </a:lnTo>
                  <a:lnTo>
                    <a:pt x="1137" y="270"/>
                  </a:lnTo>
                  <a:lnTo>
                    <a:pt x="1120" y="281"/>
                  </a:lnTo>
                  <a:lnTo>
                    <a:pt x="1107" y="291"/>
                  </a:lnTo>
                  <a:lnTo>
                    <a:pt x="1076" y="308"/>
                  </a:lnTo>
                  <a:lnTo>
                    <a:pt x="1046" y="324"/>
                  </a:lnTo>
                  <a:lnTo>
                    <a:pt x="1028" y="332"/>
                  </a:lnTo>
                  <a:lnTo>
                    <a:pt x="1013" y="340"/>
                  </a:lnTo>
                  <a:lnTo>
                    <a:pt x="995" y="348"/>
                  </a:lnTo>
                  <a:lnTo>
                    <a:pt x="979" y="354"/>
                  </a:lnTo>
                  <a:lnTo>
                    <a:pt x="945" y="367"/>
                  </a:lnTo>
                  <a:lnTo>
                    <a:pt x="929" y="373"/>
                  </a:lnTo>
                  <a:lnTo>
                    <a:pt x="930" y="372"/>
                  </a:lnTo>
                  <a:lnTo>
                    <a:pt x="932" y="372"/>
                  </a:lnTo>
                  <a:lnTo>
                    <a:pt x="913" y="376"/>
                  </a:lnTo>
                  <a:lnTo>
                    <a:pt x="895" y="379"/>
                  </a:lnTo>
                  <a:lnTo>
                    <a:pt x="878" y="384"/>
                  </a:lnTo>
                  <a:lnTo>
                    <a:pt x="842" y="391"/>
                  </a:lnTo>
                  <a:lnTo>
                    <a:pt x="821" y="392"/>
                  </a:lnTo>
                  <a:lnTo>
                    <a:pt x="802" y="395"/>
                  </a:lnTo>
                  <a:lnTo>
                    <a:pt x="783" y="397"/>
                  </a:lnTo>
                  <a:lnTo>
                    <a:pt x="763" y="397"/>
                  </a:lnTo>
                  <a:lnTo>
                    <a:pt x="744" y="398"/>
                  </a:lnTo>
                  <a:lnTo>
                    <a:pt x="661" y="398"/>
                  </a:lnTo>
                  <a:lnTo>
                    <a:pt x="641" y="397"/>
                  </a:lnTo>
                  <a:lnTo>
                    <a:pt x="620" y="397"/>
                  </a:lnTo>
                  <a:lnTo>
                    <a:pt x="581" y="394"/>
                  </a:lnTo>
                  <a:lnTo>
                    <a:pt x="560" y="391"/>
                  </a:lnTo>
                  <a:lnTo>
                    <a:pt x="541" y="389"/>
                  </a:lnTo>
                  <a:lnTo>
                    <a:pt x="522" y="386"/>
                  </a:lnTo>
                  <a:lnTo>
                    <a:pt x="446" y="373"/>
                  </a:lnTo>
                  <a:lnTo>
                    <a:pt x="429" y="368"/>
                  </a:lnTo>
                  <a:lnTo>
                    <a:pt x="412" y="365"/>
                  </a:lnTo>
                  <a:lnTo>
                    <a:pt x="396" y="360"/>
                  </a:lnTo>
                  <a:lnTo>
                    <a:pt x="378" y="356"/>
                  </a:lnTo>
                  <a:lnTo>
                    <a:pt x="364" y="353"/>
                  </a:lnTo>
                  <a:lnTo>
                    <a:pt x="336" y="345"/>
                  </a:lnTo>
                  <a:lnTo>
                    <a:pt x="337" y="345"/>
                  </a:lnTo>
                  <a:lnTo>
                    <a:pt x="321" y="338"/>
                  </a:lnTo>
                  <a:lnTo>
                    <a:pt x="309" y="334"/>
                  </a:lnTo>
                  <a:lnTo>
                    <a:pt x="295" y="327"/>
                  </a:lnTo>
                  <a:lnTo>
                    <a:pt x="280" y="323"/>
                  </a:lnTo>
                  <a:lnTo>
                    <a:pt x="244" y="304"/>
                  </a:lnTo>
                  <a:lnTo>
                    <a:pt x="231" y="296"/>
                  </a:lnTo>
                  <a:lnTo>
                    <a:pt x="209" y="283"/>
                  </a:lnTo>
                  <a:lnTo>
                    <a:pt x="165" y="251"/>
                  </a:lnTo>
                  <a:lnTo>
                    <a:pt x="157" y="245"/>
                  </a:lnTo>
                  <a:lnTo>
                    <a:pt x="147" y="236"/>
                  </a:lnTo>
                  <a:lnTo>
                    <a:pt x="138" y="228"/>
                  </a:lnTo>
                  <a:lnTo>
                    <a:pt x="119" y="209"/>
                  </a:lnTo>
                  <a:lnTo>
                    <a:pt x="111" y="199"/>
                  </a:lnTo>
                  <a:lnTo>
                    <a:pt x="95" y="180"/>
                  </a:lnTo>
                  <a:lnTo>
                    <a:pt x="72" y="149"/>
                  </a:lnTo>
                  <a:lnTo>
                    <a:pt x="60" y="126"/>
                  </a:lnTo>
                  <a:lnTo>
                    <a:pt x="53" y="114"/>
                  </a:lnTo>
                  <a:lnTo>
                    <a:pt x="46" y="103"/>
                  </a:lnTo>
                  <a:lnTo>
                    <a:pt x="41" y="92"/>
                  </a:lnTo>
                  <a:lnTo>
                    <a:pt x="35" y="79"/>
                  </a:lnTo>
                  <a:lnTo>
                    <a:pt x="30" y="66"/>
                  </a:lnTo>
                  <a:lnTo>
                    <a:pt x="29" y="63"/>
                  </a:lnTo>
                  <a:lnTo>
                    <a:pt x="26" y="60"/>
                  </a:lnTo>
                  <a:lnTo>
                    <a:pt x="23" y="59"/>
                  </a:lnTo>
                  <a:lnTo>
                    <a:pt x="18" y="57"/>
                  </a:lnTo>
                  <a:lnTo>
                    <a:pt x="15" y="57"/>
                  </a:lnTo>
                  <a:lnTo>
                    <a:pt x="10" y="59"/>
                  </a:lnTo>
                  <a:lnTo>
                    <a:pt x="7" y="60"/>
                  </a:lnTo>
                  <a:lnTo>
                    <a:pt x="4" y="63"/>
                  </a:lnTo>
                  <a:lnTo>
                    <a:pt x="2" y="66"/>
                  </a:lnTo>
                  <a:lnTo>
                    <a:pt x="0" y="71"/>
                  </a:lnTo>
                  <a:lnTo>
                    <a:pt x="0" y="74"/>
                  </a:lnTo>
                  <a:lnTo>
                    <a:pt x="2" y="79"/>
                  </a:lnTo>
                  <a:lnTo>
                    <a:pt x="7" y="92"/>
                  </a:lnTo>
                  <a:lnTo>
                    <a:pt x="13" y="104"/>
                  </a:lnTo>
                  <a:lnTo>
                    <a:pt x="18" y="115"/>
                  </a:lnTo>
                  <a:lnTo>
                    <a:pt x="24" y="130"/>
                  </a:lnTo>
                  <a:lnTo>
                    <a:pt x="32" y="142"/>
                  </a:lnTo>
                  <a:lnTo>
                    <a:pt x="46" y="164"/>
                  </a:lnTo>
                  <a:lnTo>
                    <a:pt x="70" y="199"/>
                  </a:lnTo>
                  <a:lnTo>
                    <a:pt x="86" y="218"/>
                  </a:lnTo>
                  <a:lnTo>
                    <a:pt x="97" y="231"/>
                  </a:lnTo>
                  <a:lnTo>
                    <a:pt x="116" y="250"/>
                  </a:lnTo>
                  <a:lnTo>
                    <a:pt x="125" y="258"/>
                  </a:lnTo>
                  <a:lnTo>
                    <a:pt x="135" y="267"/>
                  </a:lnTo>
                  <a:lnTo>
                    <a:pt x="146" y="277"/>
                  </a:lnTo>
                  <a:lnTo>
                    <a:pt x="190" y="308"/>
                  </a:lnTo>
                  <a:lnTo>
                    <a:pt x="204" y="318"/>
                  </a:lnTo>
                  <a:lnTo>
                    <a:pt x="215" y="324"/>
                  </a:lnTo>
                  <a:lnTo>
                    <a:pt x="228" y="332"/>
                  </a:lnTo>
                  <a:lnTo>
                    <a:pt x="268" y="351"/>
                  </a:lnTo>
                  <a:lnTo>
                    <a:pt x="282" y="356"/>
                  </a:lnTo>
                  <a:lnTo>
                    <a:pt x="296" y="362"/>
                  </a:lnTo>
                  <a:lnTo>
                    <a:pt x="309" y="367"/>
                  </a:lnTo>
                  <a:lnTo>
                    <a:pt x="325" y="373"/>
                  </a:lnTo>
                  <a:lnTo>
                    <a:pt x="326" y="373"/>
                  </a:lnTo>
                  <a:lnTo>
                    <a:pt x="355" y="384"/>
                  </a:lnTo>
                  <a:lnTo>
                    <a:pt x="372" y="387"/>
                  </a:lnTo>
                  <a:lnTo>
                    <a:pt x="386" y="392"/>
                  </a:lnTo>
                  <a:lnTo>
                    <a:pt x="405" y="397"/>
                  </a:lnTo>
                  <a:lnTo>
                    <a:pt x="423" y="400"/>
                  </a:lnTo>
                  <a:lnTo>
                    <a:pt x="440" y="405"/>
                  </a:lnTo>
                  <a:lnTo>
                    <a:pt x="516" y="417"/>
                  </a:lnTo>
                  <a:lnTo>
                    <a:pt x="538" y="421"/>
                  </a:lnTo>
                  <a:lnTo>
                    <a:pt x="557" y="422"/>
                  </a:lnTo>
                  <a:lnTo>
                    <a:pt x="578" y="425"/>
                  </a:lnTo>
                  <a:lnTo>
                    <a:pt x="620" y="428"/>
                  </a:lnTo>
                  <a:lnTo>
                    <a:pt x="641" y="428"/>
                  </a:lnTo>
                  <a:lnTo>
                    <a:pt x="661" y="430"/>
                  </a:lnTo>
                  <a:lnTo>
                    <a:pt x="744" y="430"/>
                  </a:lnTo>
                  <a:lnTo>
                    <a:pt x="763" y="428"/>
                  </a:lnTo>
                  <a:lnTo>
                    <a:pt x="783" y="428"/>
                  </a:lnTo>
                  <a:lnTo>
                    <a:pt x="805" y="427"/>
                  </a:lnTo>
                  <a:lnTo>
                    <a:pt x="824" y="424"/>
                  </a:lnTo>
                  <a:lnTo>
                    <a:pt x="845" y="422"/>
                  </a:lnTo>
                  <a:lnTo>
                    <a:pt x="884" y="416"/>
                  </a:lnTo>
                  <a:lnTo>
                    <a:pt x="902" y="411"/>
                  </a:lnTo>
                  <a:lnTo>
                    <a:pt x="919" y="408"/>
                  </a:lnTo>
                  <a:lnTo>
                    <a:pt x="938" y="403"/>
                  </a:lnTo>
                  <a:lnTo>
                    <a:pt x="940" y="403"/>
                  </a:lnTo>
                  <a:lnTo>
                    <a:pt x="941" y="402"/>
                  </a:lnTo>
                  <a:lnTo>
                    <a:pt x="957" y="395"/>
                  </a:lnTo>
                  <a:lnTo>
                    <a:pt x="992" y="383"/>
                  </a:lnTo>
                  <a:lnTo>
                    <a:pt x="1008" y="376"/>
                  </a:lnTo>
                  <a:lnTo>
                    <a:pt x="1025" y="368"/>
                  </a:lnTo>
                  <a:lnTo>
                    <a:pt x="1041" y="360"/>
                  </a:lnTo>
                  <a:lnTo>
                    <a:pt x="1058" y="353"/>
                  </a:lnTo>
                  <a:lnTo>
                    <a:pt x="1092" y="337"/>
                  </a:lnTo>
                  <a:lnTo>
                    <a:pt x="1123" y="316"/>
                  </a:lnTo>
                  <a:lnTo>
                    <a:pt x="1139" y="307"/>
                  </a:lnTo>
                  <a:lnTo>
                    <a:pt x="1153" y="296"/>
                  </a:lnTo>
                  <a:lnTo>
                    <a:pt x="1171" y="286"/>
                  </a:lnTo>
                  <a:lnTo>
                    <a:pt x="1185" y="275"/>
                  </a:lnTo>
                  <a:lnTo>
                    <a:pt x="1201" y="264"/>
                  </a:lnTo>
                  <a:lnTo>
                    <a:pt x="1215" y="251"/>
                  </a:lnTo>
                  <a:lnTo>
                    <a:pt x="1231" y="239"/>
                  </a:lnTo>
                  <a:lnTo>
                    <a:pt x="1275" y="199"/>
                  </a:lnTo>
                  <a:lnTo>
                    <a:pt x="1332" y="142"/>
                  </a:lnTo>
                  <a:lnTo>
                    <a:pt x="1376" y="93"/>
                  </a:lnTo>
                  <a:lnTo>
                    <a:pt x="1389" y="76"/>
                  </a:lnTo>
                  <a:lnTo>
                    <a:pt x="1403" y="62"/>
                  </a:lnTo>
                  <a:lnTo>
                    <a:pt x="1432" y="2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53" name="Google Shape;553;g28abd34dbfa_0_607"/>
            <p:cNvSpPr/>
            <p:nvPr/>
          </p:nvSpPr>
          <p:spPr>
            <a:xfrm>
              <a:off x="2730" y="1563"/>
              <a:ext cx="375" cy="375"/>
            </a:xfrm>
            <a:custGeom>
              <a:avLst/>
              <a:gdLst/>
              <a:ahLst/>
              <a:cxnLst/>
              <a:rect l="l" t="t" r="r" b="b"/>
              <a:pathLst>
                <a:path w="375" h="375" extrusionOk="0">
                  <a:moveTo>
                    <a:pt x="0" y="187"/>
                  </a:moveTo>
                  <a:lnTo>
                    <a:pt x="0" y="204"/>
                  </a:lnTo>
                  <a:lnTo>
                    <a:pt x="2" y="215"/>
                  </a:lnTo>
                  <a:lnTo>
                    <a:pt x="3" y="223"/>
                  </a:lnTo>
                  <a:lnTo>
                    <a:pt x="5" y="234"/>
                  </a:lnTo>
                  <a:lnTo>
                    <a:pt x="8" y="242"/>
                  </a:lnTo>
                  <a:lnTo>
                    <a:pt x="9" y="250"/>
                  </a:lnTo>
                  <a:lnTo>
                    <a:pt x="14" y="260"/>
                  </a:lnTo>
                  <a:lnTo>
                    <a:pt x="19" y="268"/>
                  </a:lnTo>
                  <a:lnTo>
                    <a:pt x="22" y="276"/>
                  </a:lnTo>
                  <a:lnTo>
                    <a:pt x="32" y="291"/>
                  </a:lnTo>
                  <a:lnTo>
                    <a:pt x="41" y="306"/>
                  </a:lnTo>
                  <a:lnTo>
                    <a:pt x="47" y="312"/>
                  </a:lnTo>
                  <a:lnTo>
                    <a:pt x="52" y="318"/>
                  </a:lnTo>
                  <a:lnTo>
                    <a:pt x="66" y="332"/>
                  </a:lnTo>
                  <a:lnTo>
                    <a:pt x="82" y="342"/>
                  </a:lnTo>
                  <a:lnTo>
                    <a:pt x="89" y="347"/>
                  </a:lnTo>
                  <a:lnTo>
                    <a:pt x="96" y="351"/>
                  </a:lnTo>
                  <a:lnTo>
                    <a:pt x="104" y="355"/>
                  </a:lnTo>
                  <a:lnTo>
                    <a:pt x="112" y="359"/>
                  </a:lnTo>
                  <a:lnTo>
                    <a:pt x="122" y="364"/>
                  </a:lnTo>
                  <a:lnTo>
                    <a:pt x="130" y="366"/>
                  </a:lnTo>
                  <a:lnTo>
                    <a:pt x="138" y="369"/>
                  </a:lnTo>
                  <a:lnTo>
                    <a:pt x="149" y="370"/>
                  </a:lnTo>
                  <a:lnTo>
                    <a:pt x="157" y="372"/>
                  </a:lnTo>
                  <a:lnTo>
                    <a:pt x="166" y="374"/>
                  </a:lnTo>
                  <a:lnTo>
                    <a:pt x="176" y="374"/>
                  </a:lnTo>
                  <a:lnTo>
                    <a:pt x="185" y="375"/>
                  </a:lnTo>
                  <a:lnTo>
                    <a:pt x="188" y="375"/>
                  </a:lnTo>
                  <a:lnTo>
                    <a:pt x="196" y="374"/>
                  </a:lnTo>
                  <a:lnTo>
                    <a:pt x="204" y="374"/>
                  </a:lnTo>
                  <a:lnTo>
                    <a:pt x="215" y="372"/>
                  </a:lnTo>
                  <a:lnTo>
                    <a:pt x="223" y="370"/>
                  </a:lnTo>
                  <a:lnTo>
                    <a:pt x="234" y="369"/>
                  </a:lnTo>
                  <a:lnTo>
                    <a:pt x="242" y="366"/>
                  </a:lnTo>
                  <a:lnTo>
                    <a:pt x="250" y="364"/>
                  </a:lnTo>
                  <a:lnTo>
                    <a:pt x="259" y="359"/>
                  </a:lnTo>
                  <a:lnTo>
                    <a:pt x="267" y="355"/>
                  </a:lnTo>
                  <a:lnTo>
                    <a:pt x="275" y="351"/>
                  </a:lnTo>
                  <a:lnTo>
                    <a:pt x="291" y="342"/>
                  </a:lnTo>
                  <a:lnTo>
                    <a:pt x="305" y="332"/>
                  </a:lnTo>
                  <a:lnTo>
                    <a:pt x="332" y="306"/>
                  </a:lnTo>
                  <a:lnTo>
                    <a:pt x="342" y="291"/>
                  </a:lnTo>
                  <a:lnTo>
                    <a:pt x="351" y="276"/>
                  </a:lnTo>
                  <a:lnTo>
                    <a:pt x="354" y="268"/>
                  </a:lnTo>
                  <a:lnTo>
                    <a:pt x="359" y="260"/>
                  </a:lnTo>
                  <a:lnTo>
                    <a:pt x="364" y="250"/>
                  </a:lnTo>
                  <a:lnTo>
                    <a:pt x="365" y="242"/>
                  </a:lnTo>
                  <a:lnTo>
                    <a:pt x="368" y="234"/>
                  </a:lnTo>
                  <a:lnTo>
                    <a:pt x="370" y="223"/>
                  </a:lnTo>
                  <a:lnTo>
                    <a:pt x="372" y="215"/>
                  </a:lnTo>
                  <a:lnTo>
                    <a:pt x="373" y="206"/>
                  </a:lnTo>
                  <a:lnTo>
                    <a:pt x="373" y="197"/>
                  </a:lnTo>
                  <a:lnTo>
                    <a:pt x="375" y="189"/>
                  </a:lnTo>
                  <a:lnTo>
                    <a:pt x="375" y="185"/>
                  </a:lnTo>
                  <a:lnTo>
                    <a:pt x="373" y="178"/>
                  </a:lnTo>
                  <a:lnTo>
                    <a:pt x="373" y="168"/>
                  </a:lnTo>
                  <a:lnTo>
                    <a:pt x="372" y="157"/>
                  </a:lnTo>
                  <a:lnTo>
                    <a:pt x="370" y="149"/>
                  </a:lnTo>
                  <a:lnTo>
                    <a:pt x="368" y="138"/>
                  </a:lnTo>
                  <a:lnTo>
                    <a:pt x="365" y="130"/>
                  </a:lnTo>
                  <a:lnTo>
                    <a:pt x="364" y="122"/>
                  </a:lnTo>
                  <a:lnTo>
                    <a:pt x="359" y="113"/>
                  </a:lnTo>
                  <a:lnTo>
                    <a:pt x="354" y="105"/>
                  </a:lnTo>
                  <a:lnTo>
                    <a:pt x="351" y="97"/>
                  </a:lnTo>
                  <a:lnTo>
                    <a:pt x="346" y="89"/>
                  </a:lnTo>
                  <a:lnTo>
                    <a:pt x="342" y="83"/>
                  </a:lnTo>
                  <a:lnTo>
                    <a:pt x="332" y="67"/>
                  </a:lnTo>
                  <a:lnTo>
                    <a:pt x="318" y="53"/>
                  </a:lnTo>
                  <a:lnTo>
                    <a:pt x="312" y="48"/>
                  </a:lnTo>
                  <a:lnTo>
                    <a:pt x="305" y="42"/>
                  </a:lnTo>
                  <a:lnTo>
                    <a:pt x="291" y="32"/>
                  </a:lnTo>
                  <a:lnTo>
                    <a:pt x="275" y="23"/>
                  </a:lnTo>
                  <a:lnTo>
                    <a:pt x="267" y="19"/>
                  </a:lnTo>
                  <a:lnTo>
                    <a:pt x="259" y="15"/>
                  </a:lnTo>
                  <a:lnTo>
                    <a:pt x="250" y="10"/>
                  </a:lnTo>
                  <a:lnTo>
                    <a:pt x="242" y="8"/>
                  </a:lnTo>
                  <a:lnTo>
                    <a:pt x="234" y="5"/>
                  </a:lnTo>
                  <a:lnTo>
                    <a:pt x="223" y="4"/>
                  </a:lnTo>
                  <a:lnTo>
                    <a:pt x="215" y="2"/>
                  </a:lnTo>
                  <a:lnTo>
                    <a:pt x="206" y="0"/>
                  </a:lnTo>
                  <a:lnTo>
                    <a:pt x="168" y="0"/>
                  </a:lnTo>
                  <a:lnTo>
                    <a:pt x="157" y="2"/>
                  </a:lnTo>
                  <a:lnTo>
                    <a:pt x="149" y="4"/>
                  </a:lnTo>
                  <a:lnTo>
                    <a:pt x="138" y="5"/>
                  </a:lnTo>
                  <a:lnTo>
                    <a:pt x="130" y="8"/>
                  </a:lnTo>
                  <a:lnTo>
                    <a:pt x="122" y="10"/>
                  </a:lnTo>
                  <a:lnTo>
                    <a:pt x="112" y="15"/>
                  </a:lnTo>
                  <a:lnTo>
                    <a:pt x="104" y="19"/>
                  </a:lnTo>
                  <a:lnTo>
                    <a:pt x="96" y="23"/>
                  </a:lnTo>
                  <a:lnTo>
                    <a:pt x="89" y="27"/>
                  </a:lnTo>
                  <a:lnTo>
                    <a:pt x="82" y="32"/>
                  </a:lnTo>
                  <a:lnTo>
                    <a:pt x="66" y="42"/>
                  </a:lnTo>
                  <a:lnTo>
                    <a:pt x="54" y="54"/>
                  </a:lnTo>
                  <a:lnTo>
                    <a:pt x="41" y="67"/>
                  </a:lnTo>
                  <a:lnTo>
                    <a:pt x="32" y="83"/>
                  </a:lnTo>
                  <a:lnTo>
                    <a:pt x="27" y="89"/>
                  </a:lnTo>
                  <a:lnTo>
                    <a:pt x="22" y="97"/>
                  </a:lnTo>
                  <a:lnTo>
                    <a:pt x="19" y="105"/>
                  </a:lnTo>
                  <a:lnTo>
                    <a:pt x="14" y="113"/>
                  </a:lnTo>
                  <a:lnTo>
                    <a:pt x="9" y="122"/>
                  </a:lnTo>
                  <a:lnTo>
                    <a:pt x="8" y="130"/>
                  </a:lnTo>
                  <a:lnTo>
                    <a:pt x="5" y="138"/>
                  </a:lnTo>
                  <a:lnTo>
                    <a:pt x="3" y="149"/>
                  </a:lnTo>
                  <a:lnTo>
                    <a:pt x="2" y="157"/>
                  </a:lnTo>
                  <a:lnTo>
                    <a:pt x="0" y="166"/>
                  </a:lnTo>
                  <a:lnTo>
                    <a:pt x="0" y="187"/>
                  </a:lnTo>
                  <a:lnTo>
                    <a:pt x="19" y="187"/>
                  </a:lnTo>
                  <a:lnTo>
                    <a:pt x="19" y="170"/>
                  </a:lnTo>
                  <a:lnTo>
                    <a:pt x="21" y="160"/>
                  </a:lnTo>
                  <a:lnTo>
                    <a:pt x="22" y="152"/>
                  </a:lnTo>
                  <a:lnTo>
                    <a:pt x="24" y="144"/>
                  </a:lnTo>
                  <a:lnTo>
                    <a:pt x="27" y="136"/>
                  </a:lnTo>
                  <a:lnTo>
                    <a:pt x="28" y="129"/>
                  </a:lnTo>
                  <a:lnTo>
                    <a:pt x="30" y="122"/>
                  </a:lnTo>
                  <a:lnTo>
                    <a:pt x="35" y="114"/>
                  </a:lnTo>
                  <a:lnTo>
                    <a:pt x="38" y="106"/>
                  </a:lnTo>
                  <a:lnTo>
                    <a:pt x="43" y="98"/>
                  </a:lnTo>
                  <a:lnTo>
                    <a:pt x="47" y="92"/>
                  </a:lnTo>
                  <a:lnTo>
                    <a:pt x="52" y="84"/>
                  </a:lnTo>
                  <a:lnTo>
                    <a:pt x="57" y="80"/>
                  </a:lnTo>
                  <a:lnTo>
                    <a:pt x="63" y="73"/>
                  </a:lnTo>
                  <a:lnTo>
                    <a:pt x="66" y="67"/>
                  </a:lnTo>
                  <a:lnTo>
                    <a:pt x="73" y="64"/>
                  </a:lnTo>
                  <a:lnTo>
                    <a:pt x="79" y="57"/>
                  </a:lnTo>
                  <a:lnTo>
                    <a:pt x="84" y="53"/>
                  </a:lnTo>
                  <a:lnTo>
                    <a:pt x="92" y="48"/>
                  </a:lnTo>
                  <a:lnTo>
                    <a:pt x="98" y="43"/>
                  </a:lnTo>
                  <a:lnTo>
                    <a:pt x="106" y="38"/>
                  </a:lnTo>
                  <a:lnTo>
                    <a:pt x="114" y="35"/>
                  </a:lnTo>
                  <a:lnTo>
                    <a:pt x="122" y="31"/>
                  </a:lnTo>
                  <a:lnTo>
                    <a:pt x="128" y="29"/>
                  </a:lnTo>
                  <a:lnTo>
                    <a:pt x="136" y="27"/>
                  </a:lnTo>
                  <a:lnTo>
                    <a:pt x="144" y="24"/>
                  </a:lnTo>
                  <a:lnTo>
                    <a:pt x="152" y="23"/>
                  </a:lnTo>
                  <a:lnTo>
                    <a:pt x="160" y="21"/>
                  </a:lnTo>
                  <a:lnTo>
                    <a:pt x="168" y="19"/>
                  </a:lnTo>
                  <a:lnTo>
                    <a:pt x="187" y="19"/>
                  </a:lnTo>
                  <a:lnTo>
                    <a:pt x="202" y="19"/>
                  </a:lnTo>
                  <a:lnTo>
                    <a:pt x="212" y="21"/>
                  </a:lnTo>
                  <a:lnTo>
                    <a:pt x="220" y="23"/>
                  </a:lnTo>
                  <a:lnTo>
                    <a:pt x="228" y="24"/>
                  </a:lnTo>
                  <a:lnTo>
                    <a:pt x="236" y="27"/>
                  </a:lnTo>
                  <a:lnTo>
                    <a:pt x="244" y="29"/>
                  </a:lnTo>
                  <a:lnTo>
                    <a:pt x="250" y="31"/>
                  </a:lnTo>
                  <a:lnTo>
                    <a:pt x="258" y="35"/>
                  </a:lnTo>
                  <a:lnTo>
                    <a:pt x="266" y="38"/>
                  </a:lnTo>
                  <a:lnTo>
                    <a:pt x="282" y="48"/>
                  </a:lnTo>
                  <a:lnTo>
                    <a:pt x="293" y="57"/>
                  </a:lnTo>
                  <a:lnTo>
                    <a:pt x="299" y="64"/>
                  </a:lnTo>
                  <a:lnTo>
                    <a:pt x="305" y="68"/>
                  </a:lnTo>
                  <a:lnTo>
                    <a:pt x="316" y="80"/>
                  </a:lnTo>
                  <a:lnTo>
                    <a:pt x="321" y="84"/>
                  </a:lnTo>
                  <a:lnTo>
                    <a:pt x="326" y="92"/>
                  </a:lnTo>
                  <a:lnTo>
                    <a:pt x="331" y="98"/>
                  </a:lnTo>
                  <a:lnTo>
                    <a:pt x="335" y="106"/>
                  </a:lnTo>
                  <a:lnTo>
                    <a:pt x="338" y="114"/>
                  </a:lnTo>
                  <a:lnTo>
                    <a:pt x="343" y="122"/>
                  </a:lnTo>
                  <a:lnTo>
                    <a:pt x="345" y="129"/>
                  </a:lnTo>
                  <a:lnTo>
                    <a:pt x="346" y="136"/>
                  </a:lnTo>
                  <a:lnTo>
                    <a:pt x="350" y="144"/>
                  </a:lnTo>
                  <a:lnTo>
                    <a:pt x="351" y="152"/>
                  </a:lnTo>
                  <a:lnTo>
                    <a:pt x="353" y="160"/>
                  </a:lnTo>
                  <a:lnTo>
                    <a:pt x="354" y="168"/>
                  </a:lnTo>
                  <a:lnTo>
                    <a:pt x="354" y="178"/>
                  </a:lnTo>
                  <a:lnTo>
                    <a:pt x="356" y="189"/>
                  </a:lnTo>
                  <a:lnTo>
                    <a:pt x="356" y="185"/>
                  </a:lnTo>
                  <a:lnTo>
                    <a:pt x="354" y="193"/>
                  </a:lnTo>
                  <a:lnTo>
                    <a:pt x="354" y="203"/>
                  </a:lnTo>
                  <a:lnTo>
                    <a:pt x="353" y="212"/>
                  </a:lnTo>
                  <a:lnTo>
                    <a:pt x="351" y="220"/>
                  </a:lnTo>
                  <a:lnTo>
                    <a:pt x="350" y="228"/>
                  </a:lnTo>
                  <a:lnTo>
                    <a:pt x="346" y="236"/>
                  </a:lnTo>
                  <a:lnTo>
                    <a:pt x="345" y="244"/>
                  </a:lnTo>
                  <a:lnTo>
                    <a:pt x="343" y="250"/>
                  </a:lnTo>
                  <a:lnTo>
                    <a:pt x="338" y="258"/>
                  </a:lnTo>
                  <a:lnTo>
                    <a:pt x="335" y="266"/>
                  </a:lnTo>
                  <a:lnTo>
                    <a:pt x="326" y="282"/>
                  </a:lnTo>
                  <a:lnTo>
                    <a:pt x="316" y="293"/>
                  </a:lnTo>
                  <a:lnTo>
                    <a:pt x="293" y="317"/>
                  </a:lnTo>
                  <a:lnTo>
                    <a:pt x="282" y="326"/>
                  </a:lnTo>
                  <a:lnTo>
                    <a:pt x="266" y="336"/>
                  </a:lnTo>
                  <a:lnTo>
                    <a:pt x="258" y="339"/>
                  </a:lnTo>
                  <a:lnTo>
                    <a:pt x="250" y="344"/>
                  </a:lnTo>
                  <a:lnTo>
                    <a:pt x="244" y="345"/>
                  </a:lnTo>
                  <a:lnTo>
                    <a:pt x="236" y="347"/>
                  </a:lnTo>
                  <a:lnTo>
                    <a:pt x="228" y="350"/>
                  </a:lnTo>
                  <a:lnTo>
                    <a:pt x="220" y="351"/>
                  </a:lnTo>
                  <a:lnTo>
                    <a:pt x="212" y="353"/>
                  </a:lnTo>
                  <a:lnTo>
                    <a:pt x="204" y="355"/>
                  </a:lnTo>
                  <a:lnTo>
                    <a:pt x="193" y="355"/>
                  </a:lnTo>
                  <a:lnTo>
                    <a:pt x="185" y="356"/>
                  </a:lnTo>
                  <a:lnTo>
                    <a:pt x="188" y="356"/>
                  </a:lnTo>
                  <a:lnTo>
                    <a:pt x="179" y="355"/>
                  </a:lnTo>
                  <a:lnTo>
                    <a:pt x="169" y="355"/>
                  </a:lnTo>
                  <a:lnTo>
                    <a:pt x="160" y="353"/>
                  </a:lnTo>
                  <a:lnTo>
                    <a:pt x="152" y="351"/>
                  </a:lnTo>
                  <a:lnTo>
                    <a:pt x="144" y="350"/>
                  </a:lnTo>
                  <a:lnTo>
                    <a:pt x="136" y="347"/>
                  </a:lnTo>
                  <a:lnTo>
                    <a:pt x="128" y="345"/>
                  </a:lnTo>
                  <a:lnTo>
                    <a:pt x="122" y="344"/>
                  </a:lnTo>
                  <a:lnTo>
                    <a:pt x="114" y="339"/>
                  </a:lnTo>
                  <a:lnTo>
                    <a:pt x="106" y="336"/>
                  </a:lnTo>
                  <a:lnTo>
                    <a:pt x="98" y="331"/>
                  </a:lnTo>
                  <a:lnTo>
                    <a:pt x="92" y="326"/>
                  </a:lnTo>
                  <a:lnTo>
                    <a:pt x="84" y="321"/>
                  </a:lnTo>
                  <a:lnTo>
                    <a:pt x="79" y="317"/>
                  </a:lnTo>
                  <a:lnTo>
                    <a:pt x="68" y="306"/>
                  </a:lnTo>
                  <a:lnTo>
                    <a:pt x="63" y="299"/>
                  </a:lnTo>
                  <a:lnTo>
                    <a:pt x="57" y="293"/>
                  </a:lnTo>
                  <a:lnTo>
                    <a:pt x="47" y="282"/>
                  </a:lnTo>
                  <a:lnTo>
                    <a:pt x="38" y="266"/>
                  </a:lnTo>
                  <a:lnTo>
                    <a:pt x="35" y="258"/>
                  </a:lnTo>
                  <a:lnTo>
                    <a:pt x="30" y="250"/>
                  </a:lnTo>
                  <a:lnTo>
                    <a:pt x="28" y="244"/>
                  </a:lnTo>
                  <a:lnTo>
                    <a:pt x="27" y="236"/>
                  </a:lnTo>
                  <a:lnTo>
                    <a:pt x="24" y="228"/>
                  </a:lnTo>
                  <a:lnTo>
                    <a:pt x="22" y="220"/>
                  </a:lnTo>
                  <a:lnTo>
                    <a:pt x="21" y="212"/>
                  </a:lnTo>
                  <a:lnTo>
                    <a:pt x="19" y="204"/>
                  </a:lnTo>
                  <a:lnTo>
                    <a:pt x="19" y="187"/>
                  </a:lnTo>
                  <a:lnTo>
                    <a:pt x="0" y="18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54" name="Google Shape;554;g28abd34dbfa_0_607"/>
            <p:cNvSpPr/>
            <p:nvPr/>
          </p:nvSpPr>
          <p:spPr>
            <a:xfrm>
              <a:off x="3511" y="1573"/>
              <a:ext cx="375" cy="375"/>
            </a:xfrm>
            <a:custGeom>
              <a:avLst/>
              <a:gdLst/>
              <a:ahLst/>
              <a:cxnLst/>
              <a:rect l="l" t="t" r="r" b="b"/>
              <a:pathLst>
                <a:path w="375" h="375" extrusionOk="0">
                  <a:moveTo>
                    <a:pt x="0" y="187"/>
                  </a:moveTo>
                  <a:lnTo>
                    <a:pt x="0" y="204"/>
                  </a:lnTo>
                  <a:lnTo>
                    <a:pt x="2" y="215"/>
                  </a:lnTo>
                  <a:lnTo>
                    <a:pt x="3" y="223"/>
                  </a:lnTo>
                  <a:lnTo>
                    <a:pt x="5" y="234"/>
                  </a:lnTo>
                  <a:lnTo>
                    <a:pt x="8" y="242"/>
                  </a:lnTo>
                  <a:lnTo>
                    <a:pt x="10" y="250"/>
                  </a:lnTo>
                  <a:lnTo>
                    <a:pt x="14" y="259"/>
                  </a:lnTo>
                  <a:lnTo>
                    <a:pt x="19" y="267"/>
                  </a:lnTo>
                  <a:lnTo>
                    <a:pt x="22" y="275"/>
                  </a:lnTo>
                  <a:lnTo>
                    <a:pt x="32" y="291"/>
                  </a:lnTo>
                  <a:lnTo>
                    <a:pt x="41" y="305"/>
                  </a:lnTo>
                  <a:lnTo>
                    <a:pt x="48" y="311"/>
                  </a:lnTo>
                  <a:lnTo>
                    <a:pt x="52" y="318"/>
                  </a:lnTo>
                  <a:lnTo>
                    <a:pt x="67" y="332"/>
                  </a:lnTo>
                  <a:lnTo>
                    <a:pt x="83" y="341"/>
                  </a:lnTo>
                  <a:lnTo>
                    <a:pt x="89" y="346"/>
                  </a:lnTo>
                  <a:lnTo>
                    <a:pt x="97" y="351"/>
                  </a:lnTo>
                  <a:lnTo>
                    <a:pt x="105" y="354"/>
                  </a:lnTo>
                  <a:lnTo>
                    <a:pt x="113" y="359"/>
                  </a:lnTo>
                  <a:lnTo>
                    <a:pt x="122" y="364"/>
                  </a:lnTo>
                  <a:lnTo>
                    <a:pt x="130" y="365"/>
                  </a:lnTo>
                  <a:lnTo>
                    <a:pt x="138" y="368"/>
                  </a:lnTo>
                  <a:lnTo>
                    <a:pt x="149" y="370"/>
                  </a:lnTo>
                  <a:lnTo>
                    <a:pt x="157" y="371"/>
                  </a:lnTo>
                  <a:lnTo>
                    <a:pt x="166" y="373"/>
                  </a:lnTo>
                  <a:lnTo>
                    <a:pt x="176" y="373"/>
                  </a:lnTo>
                  <a:lnTo>
                    <a:pt x="185" y="375"/>
                  </a:lnTo>
                  <a:lnTo>
                    <a:pt x="188" y="375"/>
                  </a:lnTo>
                  <a:lnTo>
                    <a:pt x="196" y="373"/>
                  </a:lnTo>
                  <a:lnTo>
                    <a:pt x="204" y="373"/>
                  </a:lnTo>
                  <a:lnTo>
                    <a:pt x="215" y="371"/>
                  </a:lnTo>
                  <a:lnTo>
                    <a:pt x="223" y="370"/>
                  </a:lnTo>
                  <a:lnTo>
                    <a:pt x="234" y="368"/>
                  </a:lnTo>
                  <a:lnTo>
                    <a:pt x="242" y="365"/>
                  </a:lnTo>
                  <a:lnTo>
                    <a:pt x="250" y="364"/>
                  </a:lnTo>
                  <a:lnTo>
                    <a:pt x="260" y="359"/>
                  </a:lnTo>
                  <a:lnTo>
                    <a:pt x="268" y="354"/>
                  </a:lnTo>
                  <a:lnTo>
                    <a:pt x="275" y="351"/>
                  </a:lnTo>
                  <a:lnTo>
                    <a:pt x="291" y="341"/>
                  </a:lnTo>
                  <a:lnTo>
                    <a:pt x="305" y="332"/>
                  </a:lnTo>
                  <a:lnTo>
                    <a:pt x="332" y="305"/>
                  </a:lnTo>
                  <a:lnTo>
                    <a:pt x="342" y="291"/>
                  </a:lnTo>
                  <a:lnTo>
                    <a:pt x="351" y="275"/>
                  </a:lnTo>
                  <a:lnTo>
                    <a:pt x="355" y="267"/>
                  </a:lnTo>
                  <a:lnTo>
                    <a:pt x="359" y="259"/>
                  </a:lnTo>
                  <a:lnTo>
                    <a:pt x="364" y="250"/>
                  </a:lnTo>
                  <a:lnTo>
                    <a:pt x="366" y="242"/>
                  </a:lnTo>
                  <a:lnTo>
                    <a:pt x="369" y="234"/>
                  </a:lnTo>
                  <a:lnTo>
                    <a:pt x="370" y="223"/>
                  </a:lnTo>
                  <a:lnTo>
                    <a:pt x="372" y="215"/>
                  </a:lnTo>
                  <a:lnTo>
                    <a:pt x="373" y="205"/>
                  </a:lnTo>
                  <a:lnTo>
                    <a:pt x="373" y="196"/>
                  </a:lnTo>
                  <a:lnTo>
                    <a:pt x="375" y="188"/>
                  </a:lnTo>
                  <a:lnTo>
                    <a:pt x="375" y="185"/>
                  </a:lnTo>
                  <a:lnTo>
                    <a:pt x="373" y="177"/>
                  </a:lnTo>
                  <a:lnTo>
                    <a:pt x="373" y="168"/>
                  </a:lnTo>
                  <a:lnTo>
                    <a:pt x="372" y="156"/>
                  </a:lnTo>
                  <a:lnTo>
                    <a:pt x="370" y="149"/>
                  </a:lnTo>
                  <a:lnTo>
                    <a:pt x="369" y="138"/>
                  </a:lnTo>
                  <a:lnTo>
                    <a:pt x="366" y="130"/>
                  </a:lnTo>
                  <a:lnTo>
                    <a:pt x="364" y="122"/>
                  </a:lnTo>
                  <a:lnTo>
                    <a:pt x="359" y="112"/>
                  </a:lnTo>
                  <a:lnTo>
                    <a:pt x="355" y="104"/>
                  </a:lnTo>
                  <a:lnTo>
                    <a:pt x="351" y="96"/>
                  </a:lnTo>
                  <a:lnTo>
                    <a:pt x="347" y="88"/>
                  </a:lnTo>
                  <a:lnTo>
                    <a:pt x="342" y="82"/>
                  </a:lnTo>
                  <a:lnTo>
                    <a:pt x="332" y="66"/>
                  </a:lnTo>
                  <a:lnTo>
                    <a:pt x="318" y="52"/>
                  </a:lnTo>
                  <a:lnTo>
                    <a:pt x="312" y="47"/>
                  </a:lnTo>
                  <a:lnTo>
                    <a:pt x="305" y="41"/>
                  </a:lnTo>
                  <a:lnTo>
                    <a:pt x="291" y="32"/>
                  </a:lnTo>
                  <a:lnTo>
                    <a:pt x="275" y="22"/>
                  </a:lnTo>
                  <a:lnTo>
                    <a:pt x="268" y="19"/>
                  </a:lnTo>
                  <a:lnTo>
                    <a:pt x="260" y="14"/>
                  </a:lnTo>
                  <a:lnTo>
                    <a:pt x="250" y="9"/>
                  </a:lnTo>
                  <a:lnTo>
                    <a:pt x="242" y="8"/>
                  </a:lnTo>
                  <a:lnTo>
                    <a:pt x="234" y="5"/>
                  </a:lnTo>
                  <a:lnTo>
                    <a:pt x="223" y="3"/>
                  </a:lnTo>
                  <a:lnTo>
                    <a:pt x="215" y="2"/>
                  </a:lnTo>
                  <a:lnTo>
                    <a:pt x="206" y="0"/>
                  </a:lnTo>
                  <a:lnTo>
                    <a:pt x="168" y="0"/>
                  </a:lnTo>
                  <a:lnTo>
                    <a:pt x="157" y="2"/>
                  </a:lnTo>
                  <a:lnTo>
                    <a:pt x="149" y="3"/>
                  </a:lnTo>
                  <a:lnTo>
                    <a:pt x="138" y="5"/>
                  </a:lnTo>
                  <a:lnTo>
                    <a:pt x="130" y="8"/>
                  </a:lnTo>
                  <a:lnTo>
                    <a:pt x="122" y="9"/>
                  </a:lnTo>
                  <a:lnTo>
                    <a:pt x="113" y="14"/>
                  </a:lnTo>
                  <a:lnTo>
                    <a:pt x="105" y="19"/>
                  </a:lnTo>
                  <a:lnTo>
                    <a:pt x="97" y="22"/>
                  </a:lnTo>
                  <a:lnTo>
                    <a:pt x="89" y="27"/>
                  </a:lnTo>
                  <a:lnTo>
                    <a:pt x="83" y="32"/>
                  </a:lnTo>
                  <a:lnTo>
                    <a:pt x="67" y="41"/>
                  </a:lnTo>
                  <a:lnTo>
                    <a:pt x="54" y="54"/>
                  </a:lnTo>
                  <a:lnTo>
                    <a:pt x="41" y="66"/>
                  </a:lnTo>
                  <a:lnTo>
                    <a:pt x="32" y="82"/>
                  </a:lnTo>
                  <a:lnTo>
                    <a:pt x="27" y="88"/>
                  </a:lnTo>
                  <a:lnTo>
                    <a:pt x="22" y="96"/>
                  </a:lnTo>
                  <a:lnTo>
                    <a:pt x="19" y="104"/>
                  </a:lnTo>
                  <a:lnTo>
                    <a:pt x="14" y="112"/>
                  </a:lnTo>
                  <a:lnTo>
                    <a:pt x="10" y="122"/>
                  </a:lnTo>
                  <a:lnTo>
                    <a:pt x="8" y="130"/>
                  </a:lnTo>
                  <a:lnTo>
                    <a:pt x="5" y="138"/>
                  </a:lnTo>
                  <a:lnTo>
                    <a:pt x="3" y="149"/>
                  </a:lnTo>
                  <a:lnTo>
                    <a:pt x="2" y="156"/>
                  </a:lnTo>
                  <a:lnTo>
                    <a:pt x="0" y="166"/>
                  </a:lnTo>
                  <a:lnTo>
                    <a:pt x="0" y="187"/>
                  </a:lnTo>
                  <a:lnTo>
                    <a:pt x="19" y="187"/>
                  </a:lnTo>
                  <a:lnTo>
                    <a:pt x="19" y="169"/>
                  </a:lnTo>
                  <a:lnTo>
                    <a:pt x="21" y="160"/>
                  </a:lnTo>
                  <a:lnTo>
                    <a:pt x="22" y="152"/>
                  </a:lnTo>
                  <a:lnTo>
                    <a:pt x="24" y="144"/>
                  </a:lnTo>
                  <a:lnTo>
                    <a:pt x="27" y="136"/>
                  </a:lnTo>
                  <a:lnTo>
                    <a:pt x="29" y="128"/>
                  </a:lnTo>
                  <a:lnTo>
                    <a:pt x="30" y="122"/>
                  </a:lnTo>
                  <a:lnTo>
                    <a:pt x="35" y="114"/>
                  </a:lnTo>
                  <a:lnTo>
                    <a:pt x="38" y="106"/>
                  </a:lnTo>
                  <a:lnTo>
                    <a:pt x="43" y="98"/>
                  </a:lnTo>
                  <a:lnTo>
                    <a:pt x="48" y="92"/>
                  </a:lnTo>
                  <a:lnTo>
                    <a:pt x="52" y="84"/>
                  </a:lnTo>
                  <a:lnTo>
                    <a:pt x="57" y="79"/>
                  </a:lnTo>
                  <a:lnTo>
                    <a:pt x="64" y="73"/>
                  </a:lnTo>
                  <a:lnTo>
                    <a:pt x="67" y="66"/>
                  </a:lnTo>
                  <a:lnTo>
                    <a:pt x="73" y="63"/>
                  </a:lnTo>
                  <a:lnTo>
                    <a:pt x="79" y="57"/>
                  </a:lnTo>
                  <a:lnTo>
                    <a:pt x="84" y="52"/>
                  </a:lnTo>
                  <a:lnTo>
                    <a:pt x="92" y="47"/>
                  </a:lnTo>
                  <a:lnTo>
                    <a:pt x="98" y="43"/>
                  </a:lnTo>
                  <a:lnTo>
                    <a:pt x="106" y="38"/>
                  </a:lnTo>
                  <a:lnTo>
                    <a:pt x="114" y="35"/>
                  </a:lnTo>
                  <a:lnTo>
                    <a:pt x="122" y="30"/>
                  </a:lnTo>
                  <a:lnTo>
                    <a:pt x="128" y="28"/>
                  </a:lnTo>
                  <a:lnTo>
                    <a:pt x="136" y="27"/>
                  </a:lnTo>
                  <a:lnTo>
                    <a:pt x="144" y="24"/>
                  </a:lnTo>
                  <a:lnTo>
                    <a:pt x="152" y="22"/>
                  </a:lnTo>
                  <a:lnTo>
                    <a:pt x="160" y="21"/>
                  </a:lnTo>
                  <a:lnTo>
                    <a:pt x="168" y="19"/>
                  </a:lnTo>
                  <a:lnTo>
                    <a:pt x="187" y="19"/>
                  </a:lnTo>
                  <a:lnTo>
                    <a:pt x="203" y="19"/>
                  </a:lnTo>
                  <a:lnTo>
                    <a:pt x="212" y="21"/>
                  </a:lnTo>
                  <a:lnTo>
                    <a:pt x="220" y="22"/>
                  </a:lnTo>
                  <a:lnTo>
                    <a:pt x="228" y="24"/>
                  </a:lnTo>
                  <a:lnTo>
                    <a:pt x="236" y="27"/>
                  </a:lnTo>
                  <a:lnTo>
                    <a:pt x="244" y="28"/>
                  </a:lnTo>
                  <a:lnTo>
                    <a:pt x="250" y="30"/>
                  </a:lnTo>
                  <a:lnTo>
                    <a:pt x="258" y="35"/>
                  </a:lnTo>
                  <a:lnTo>
                    <a:pt x="266" y="38"/>
                  </a:lnTo>
                  <a:lnTo>
                    <a:pt x="282" y="47"/>
                  </a:lnTo>
                  <a:lnTo>
                    <a:pt x="293" y="57"/>
                  </a:lnTo>
                  <a:lnTo>
                    <a:pt x="299" y="63"/>
                  </a:lnTo>
                  <a:lnTo>
                    <a:pt x="305" y="68"/>
                  </a:lnTo>
                  <a:lnTo>
                    <a:pt x="317" y="79"/>
                  </a:lnTo>
                  <a:lnTo>
                    <a:pt x="321" y="84"/>
                  </a:lnTo>
                  <a:lnTo>
                    <a:pt x="326" y="92"/>
                  </a:lnTo>
                  <a:lnTo>
                    <a:pt x="331" y="98"/>
                  </a:lnTo>
                  <a:lnTo>
                    <a:pt x="336" y="106"/>
                  </a:lnTo>
                  <a:lnTo>
                    <a:pt x="339" y="114"/>
                  </a:lnTo>
                  <a:lnTo>
                    <a:pt x="343" y="122"/>
                  </a:lnTo>
                  <a:lnTo>
                    <a:pt x="345" y="128"/>
                  </a:lnTo>
                  <a:lnTo>
                    <a:pt x="347" y="136"/>
                  </a:lnTo>
                  <a:lnTo>
                    <a:pt x="350" y="144"/>
                  </a:lnTo>
                  <a:lnTo>
                    <a:pt x="351" y="152"/>
                  </a:lnTo>
                  <a:lnTo>
                    <a:pt x="353" y="160"/>
                  </a:lnTo>
                  <a:lnTo>
                    <a:pt x="355" y="168"/>
                  </a:lnTo>
                  <a:lnTo>
                    <a:pt x="355" y="177"/>
                  </a:lnTo>
                  <a:lnTo>
                    <a:pt x="356" y="188"/>
                  </a:lnTo>
                  <a:lnTo>
                    <a:pt x="356" y="185"/>
                  </a:lnTo>
                  <a:lnTo>
                    <a:pt x="355" y="193"/>
                  </a:lnTo>
                  <a:lnTo>
                    <a:pt x="355" y="202"/>
                  </a:lnTo>
                  <a:lnTo>
                    <a:pt x="353" y="212"/>
                  </a:lnTo>
                  <a:lnTo>
                    <a:pt x="351" y="220"/>
                  </a:lnTo>
                  <a:lnTo>
                    <a:pt x="350" y="228"/>
                  </a:lnTo>
                  <a:lnTo>
                    <a:pt x="347" y="236"/>
                  </a:lnTo>
                  <a:lnTo>
                    <a:pt x="345" y="243"/>
                  </a:lnTo>
                  <a:lnTo>
                    <a:pt x="343" y="250"/>
                  </a:lnTo>
                  <a:lnTo>
                    <a:pt x="339" y="258"/>
                  </a:lnTo>
                  <a:lnTo>
                    <a:pt x="336" y="266"/>
                  </a:lnTo>
                  <a:lnTo>
                    <a:pt x="326" y="281"/>
                  </a:lnTo>
                  <a:lnTo>
                    <a:pt x="317" y="292"/>
                  </a:lnTo>
                  <a:lnTo>
                    <a:pt x="293" y="316"/>
                  </a:lnTo>
                  <a:lnTo>
                    <a:pt x="282" y="326"/>
                  </a:lnTo>
                  <a:lnTo>
                    <a:pt x="266" y="335"/>
                  </a:lnTo>
                  <a:lnTo>
                    <a:pt x="258" y="338"/>
                  </a:lnTo>
                  <a:lnTo>
                    <a:pt x="250" y="343"/>
                  </a:lnTo>
                  <a:lnTo>
                    <a:pt x="244" y="345"/>
                  </a:lnTo>
                  <a:lnTo>
                    <a:pt x="236" y="346"/>
                  </a:lnTo>
                  <a:lnTo>
                    <a:pt x="228" y="349"/>
                  </a:lnTo>
                  <a:lnTo>
                    <a:pt x="220" y="351"/>
                  </a:lnTo>
                  <a:lnTo>
                    <a:pt x="212" y="353"/>
                  </a:lnTo>
                  <a:lnTo>
                    <a:pt x="204" y="354"/>
                  </a:lnTo>
                  <a:lnTo>
                    <a:pt x="193" y="354"/>
                  </a:lnTo>
                  <a:lnTo>
                    <a:pt x="185" y="356"/>
                  </a:lnTo>
                  <a:lnTo>
                    <a:pt x="188" y="356"/>
                  </a:lnTo>
                  <a:lnTo>
                    <a:pt x="179" y="354"/>
                  </a:lnTo>
                  <a:lnTo>
                    <a:pt x="169" y="354"/>
                  </a:lnTo>
                  <a:lnTo>
                    <a:pt x="160" y="353"/>
                  </a:lnTo>
                  <a:lnTo>
                    <a:pt x="152" y="351"/>
                  </a:lnTo>
                  <a:lnTo>
                    <a:pt x="144" y="349"/>
                  </a:lnTo>
                  <a:lnTo>
                    <a:pt x="136" y="346"/>
                  </a:lnTo>
                  <a:lnTo>
                    <a:pt x="128" y="345"/>
                  </a:lnTo>
                  <a:lnTo>
                    <a:pt x="122" y="343"/>
                  </a:lnTo>
                  <a:lnTo>
                    <a:pt x="114" y="338"/>
                  </a:lnTo>
                  <a:lnTo>
                    <a:pt x="106" y="335"/>
                  </a:lnTo>
                  <a:lnTo>
                    <a:pt x="98" y="330"/>
                  </a:lnTo>
                  <a:lnTo>
                    <a:pt x="92" y="326"/>
                  </a:lnTo>
                  <a:lnTo>
                    <a:pt x="84" y="321"/>
                  </a:lnTo>
                  <a:lnTo>
                    <a:pt x="79" y="316"/>
                  </a:lnTo>
                  <a:lnTo>
                    <a:pt x="68" y="305"/>
                  </a:lnTo>
                  <a:lnTo>
                    <a:pt x="64" y="299"/>
                  </a:lnTo>
                  <a:lnTo>
                    <a:pt x="57" y="292"/>
                  </a:lnTo>
                  <a:lnTo>
                    <a:pt x="48" y="281"/>
                  </a:lnTo>
                  <a:lnTo>
                    <a:pt x="38" y="266"/>
                  </a:lnTo>
                  <a:lnTo>
                    <a:pt x="35" y="258"/>
                  </a:lnTo>
                  <a:lnTo>
                    <a:pt x="30" y="250"/>
                  </a:lnTo>
                  <a:lnTo>
                    <a:pt x="29" y="243"/>
                  </a:lnTo>
                  <a:lnTo>
                    <a:pt x="27" y="236"/>
                  </a:lnTo>
                  <a:lnTo>
                    <a:pt x="24" y="228"/>
                  </a:lnTo>
                  <a:lnTo>
                    <a:pt x="22" y="220"/>
                  </a:lnTo>
                  <a:lnTo>
                    <a:pt x="21" y="212"/>
                  </a:lnTo>
                  <a:lnTo>
                    <a:pt x="19" y="204"/>
                  </a:lnTo>
                  <a:lnTo>
                    <a:pt x="19" y="187"/>
                  </a:lnTo>
                  <a:lnTo>
                    <a:pt x="0" y="18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55" name="Google Shape;555;g28abd34dbfa_0_607"/>
            <p:cNvSpPr/>
            <p:nvPr/>
          </p:nvSpPr>
          <p:spPr>
            <a:xfrm>
              <a:off x="3087" y="1744"/>
              <a:ext cx="438" cy="34"/>
            </a:xfrm>
            <a:custGeom>
              <a:avLst/>
              <a:gdLst/>
              <a:ahLst/>
              <a:cxnLst/>
              <a:rect l="l" t="t" r="r" b="b"/>
              <a:pathLst>
                <a:path w="438" h="34" extrusionOk="0">
                  <a:moveTo>
                    <a:pt x="16" y="0"/>
                  </a:moveTo>
                  <a:lnTo>
                    <a:pt x="11" y="0"/>
                  </a:lnTo>
                  <a:lnTo>
                    <a:pt x="8" y="1"/>
                  </a:lnTo>
                  <a:lnTo>
                    <a:pt x="2" y="8"/>
                  </a:lnTo>
                  <a:lnTo>
                    <a:pt x="0" y="11"/>
                  </a:lnTo>
                  <a:lnTo>
                    <a:pt x="0" y="20"/>
                  </a:lnTo>
                  <a:lnTo>
                    <a:pt x="2" y="23"/>
                  </a:lnTo>
                  <a:lnTo>
                    <a:pt x="8" y="30"/>
                  </a:lnTo>
                  <a:lnTo>
                    <a:pt x="11" y="31"/>
                  </a:lnTo>
                  <a:lnTo>
                    <a:pt x="16" y="31"/>
                  </a:lnTo>
                  <a:lnTo>
                    <a:pt x="423" y="34"/>
                  </a:lnTo>
                  <a:lnTo>
                    <a:pt x="427" y="34"/>
                  </a:lnTo>
                  <a:lnTo>
                    <a:pt x="431" y="33"/>
                  </a:lnTo>
                  <a:lnTo>
                    <a:pt x="437" y="26"/>
                  </a:lnTo>
                  <a:lnTo>
                    <a:pt x="438" y="23"/>
                  </a:lnTo>
                  <a:lnTo>
                    <a:pt x="438" y="14"/>
                  </a:lnTo>
                  <a:lnTo>
                    <a:pt x="437" y="11"/>
                  </a:lnTo>
                  <a:lnTo>
                    <a:pt x="431" y="4"/>
                  </a:lnTo>
                  <a:lnTo>
                    <a:pt x="427" y="3"/>
                  </a:lnTo>
                  <a:lnTo>
                    <a:pt x="423" y="3"/>
                  </a:lnTo>
                  <a:lnTo>
                    <a:pt x="1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56" name="Google Shape;556;g28abd34dbfa_0_607"/>
            <p:cNvSpPr/>
            <p:nvPr/>
          </p:nvSpPr>
          <p:spPr>
            <a:xfrm>
              <a:off x="2858" y="1671"/>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a:t>SS</a:t>
              </a:r>
              <a:r>
                <a:rPr lang="en-US" sz="1700" b="1" i="0" u="none" strike="noStrike" cap="none">
                  <a:solidFill>
                    <a:srgbClr val="000000"/>
                  </a:solidFill>
                  <a:latin typeface="Arial"/>
                  <a:ea typeface="Arial"/>
                  <a:cs typeface="Arial"/>
                  <a:sym typeface="Arial"/>
                </a:rPr>
                <a:t>A</a:t>
              </a:r>
              <a:endParaRPr sz="2800" b="1" i="0" u="none" strike="noStrike" cap="none">
                <a:solidFill>
                  <a:srgbClr val="00FF00"/>
                </a:solidFill>
                <a:latin typeface="Times New Roman"/>
                <a:ea typeface="Times New Roman"/>
                <a:cs typeface="Times New Roman"/>
                <a:sym typeface="Times New Roman"/>
              </a:endParaRPr>
            </a:p>
          </p:txBody>
        </p:sp>
        <p:sp>
          <p:nvSpPr>
            <p:cNvPr id="557" name="Google Shape;557;g28abd34dbfa_0_607"/>
            <p:cNvSpPr/>
            <p:nvPr/>
          </p:nvSpPr>
          <p:spPr>
            <a:xfrm>
              <a:off x="3660" y="1671"/>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B</a:t>
              </a:r>
              <a:endParaRPr sz="2800" b="1" i="0" u="none" strike="noStrike" cap="none">
                <a:solidFill>
                  <a:srgbClr val="00FF00"/>
                </a:solidFill>
                <a:latin typeface="Times New Roman"/>
                <a:ea typeface="Times New Roman"/>
                <a:cs typeface="Times New Roman"/>
                <a:sym typeface="Times New Roman"/>
              </a:endParaRPr>
            </a:p>
          </p:txBody>
        </p:sp>
        <p:sp>
          <p:nvSpPr>
            <p:cNvPr id="558" name="Google Shape;558;g28abd34dbfa_0_607"/>
            <p:cNvSpPr/>
            <p:nvPr/>
          </p:nvSpPr>
          <p:spPr>
            <a:xfrm>
              <a:off x="3155" y="157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2"/>
                  </a:solidFill>
                  <a:latin typeface="Arial"/>
                  <a:ea typeface="Arial"/>
                  <a:cs typeface="Arial"/>
                  <a:sym typeface="Arial"/>
                </a:rPr>
                <a:t>1/0</a:t>
              </a:r>
              <a:endParaRPr sz="2800" b="1" i="0" u="none" strike="noStrike" cap="none">
                <a:solidFill>
                  <a:schemeClr val="dk2"/>
                </a:solidFill>
                <a:latin typeface="Times New Roman"/>
                <a:ea typeface="Times New Roman"/>
                <a:cs typeface="Times New Roman"/>
                <a:sym typeface="Times New Roman"/>
              </a:endParaRPr>
            </a:p>
          </p:txBody>
        </p:sp>
        <p:sp>
          <p:nvSpPr>
            <p:cNvPr id="559" name="Google Shape;559;g28abd34dbfa_0_607"/>
            <p:cNvSpPr/>
            <p:nvPr/>
          </p:nvSpPr>
          <p:spPr>
            <a:xfrm>
              <a:off x="4302" y="1594"/>
              <a:ext cx="375" cy="374"/>
            </a:xfrm>
            <a:custGeom>
              <a:avLst/>
              <a:gdLst/>
              <a:ahLst/>
              <a:cxnLst/>
              <a:rect l="l" t="t" r="r" b="b"/>
              <a:pathLst>
                <a:path w="375" h="374" extrusionOk="0">
                  <a:moveTo>
                    <a:pt x="0" y="186"/>
                  </a:moveTo>
                  <a:lnTo>
                    <a:pt x="0" y="203"/>
                  </a:lnTo>
                  <a:lnTo>
                    <a:pt x="2" y="215"/>
                  </a:lnTo>
                  <a:lnTo>
                    <a:pt x="3" y="222"/>
                  </a:lnTo>
                  <a:lnTo>
                    <a:pt x="5" y="233"/>
                  </a:lnTo>
                  <a:lnTo>
                    <a:pt x="8" y="241"/>
                  </a:lnTo>
                  <a:lnTo>
                    <a:pt x="10" y="249"/>
                  </a:lnTo>
                  <a:lnTo>
                    <a:pt x="14" y="259"/>
                  </a:lnTo>
                  <a:lnTo>
                    <a:pt x="19" y="267"/>
                  </a:lnTo>
                  <a:lnTo>
                    <a:pt x="22" y="275"/>
                  </a:lnTo>
                  <a:lnTo>
                    <a:pt x="32" y="290"/>
                  </a:lnTo>
                  <a:lnTo>
                    <a:pt x="41" y="305"/>
                  </a:lnTo>
                  <a:lnTo>
                    <a:pt x="47" y="311"/>
                  </a:lnTo>
                  <a:lnTo>
                    <a:pt x="52" y="317"/>
                  </a:lnTo>
                  <a:lnTo>
                    <a:pt x="66" y="332"/>
                  </a:lnTo>
                  <a:lnTo>
                    <a:pt x="82" y="341"/>
                  </a:lnTo>
                  <a:lnTo>
                    <a:pt x="89" y="346"/>
                  </a:lnTo>
                  <a:lnTo>
                    <a:pt x="96" y="350"/>
                  </a:lnTo>
                  <a:lnTo>
                    <a:pt x="104" y="354"/>
                  </a:lnTo>
                  <a:lnTo>
                    <a:pt x="112" y="358"/>
                  </a:lnTo>
                  <a:lnTo>
                    <a:pt x="122" y="363"/>
                  </a:lnTo>
                  <a:lnTo>
                    <a:pt x="130" y="365"/>
                  </a:lnTo>
                  <a:lnTo>
                    <a:pt x="138" y="368"/>
                  </a:lnTo>
                  <a:lnTo>
                    <a:pt x="149" y="369"/>
                  </a:lnTo>
                  <a:lnTo>
                    <a:pt x="157" y="371"/>
                  </a:lnTo>
                  <a:lnTo>
                    <a:pt x="166" y="373"/>
                  </a:lnTo>
                  <a:lnTo>
                    <a:pt x="176" y="373"/>
                  </a:lnTo>
                  <a:lnTo>
                    <a:pt x="185" y="374"/>
                  </a:lnTo>
                  <a:lnTo>
                    <a:pt x="188" y="374"/>
                  </a:lnTo>
                  <a:lnTo>
                    <a:pt x="196" y="373"/>
                  </a:lnTo>
                  <a:lnTo>
                    <a:pt x="204" y="373"/>
                  </a:lnTo>
                  <a:lnTo>
                    <a:pt x="215" y="371"/>
                  </a:lnTo>
                  <a:lnTo>
                    <a:pt x="223" y="369"/>
                  </a:lnTo>
                  <a:lnTo>
                    <a:pt x="234" y="368"/>
                  </a:lnTo>
                  <a:lnTo>
                    <a:pt x="242" y="365"/>
                  </a:lnTo>
                  <a:lnTo>
                    <a:pt x="250" y="363"/>
                  </a:lnTo>
                  <a:lnTo>
                    <a:pt x="259" y="358"/>
                  </a:lnTo>
                  <a:lnTo>
                    <a:pt x="267" y="354"/>
                  </a:lnTo>
                  <a:lnTo>
                    <a:pt x="275" y="350"/>
                  </a:lnTo>
                  <a:lnTo>
                    <a:pt x="291" y="341"/>
                  </a:lnTo>
                  <a:lnTo>
                    <a:pt x="305" y="332"/>
                  </a:lnTo>
                  <a:lnTo>
                    <a:pt x="332" y="305"/>
                  </a:lnTo>
                  <a:lnTo>
                    <a:pt x="342" y="290"/>
                  </a:lnTo>
                  <a:lnTo>
                    <a:pt x="351" y="275"/>
                  </a:lnTo>
                  <a:lnTo>
                    <a:pt x="354" y="267"/>
                  </a:lnTo>
                  <a:lnTo>
                    <a:pt x="359" y="259"/>
                  </a:lnTo>
                  <a:lnTo>
                    <a:pt x="364" y="249"/>
                  </a:lnTo>
                  <a:lnTo>
                    <a:pt x="365" y="241"/>
                  </a:lnTo>
                  <a:lnTo>
                    <a:pt x="369" y="233"/>
                  </a:lnTo>
                  <a:lnTo>
                    <a:pt x="370" y="222"/>
                  </a:lnTo>
                  <a:lnTo>
                    <a:pt x="372" y="215"/>
                  </a:lnTo>
                  <a:lnTo>
                    <a:pt x="373" y="205"/>
                  </a:lnTo>
                  <a:lnTo>
                    <a:pt x="373" y="196"/>
                  </a:lnTo>
                  <a:lnTo>
                    <a:pt x="375" y="188"/>
                  </a:lnTo>
                  <a:lnTo>
                    <a:pt x="375" y="184"/>
                  </a:lnTo>
                  <a:lnTo>
                    <a:pt x="373" y="177"/>
                  </a:lnTo>
                  <a:lnTo>
                    <a:pt x="373" y="167"/>
                  </a:lnTo>
                  <a:lnTo>
                    <a:pt x="372" y="156"/>
                  </a:lnTo>
                  <a:lnTo>
                    <a:pt x="370" y="148"/>
                  </a:lnTo>
                  <a:lnTo>
                    <a:pt x="369" y="137"/>
                  </a:lnTo>
                  <a:lnTo>
                    <a:pt x="365" y="129"/>
                  </a:lnTo>
                  <a:lnTo>
                    <a:pt x="364" y="121"/>
                  </a:lnTo>
                  <a:lnTo>
                    <a:pt x="359" y="112"/>
                  </a:lnTo>
                  <a:lnTo>
                    <a:pt x="354" y="104"/>
                  </a:lnTo>
                  <a:lnTo>
                    <a:pt x="351" y="96"/>
                  </a:lnTo>
                  <a:lnTo>
                    <a:pt x="346" y="88"/>
                  </a:lnTo>
                  <a:lnTo>
                    <a:pt x="342" y="82"/>
                  </a:lnTo>
                  <a:lnTo>
                    <a:pt x="332" y="66"/>
                  </a:lnTo>
                  <a:lnTo>
                    <a:pt x="318" y="52"/>
                  </a:lnTo>
                  <a:lnTo>
                    <a:pt x="312" y="47"/>
                  </a:lnTo>
                  <a:lnTo>
                    <a:pt x="305" y="41"/>
                  </a:lnTo>
                  <a:lnTo>
                    <a:pt x="291" y="31"/>
                  </a:lnTo>
                  <a:lnTo>
                    <a:pt x="275" y="22"/>
                  </a:lnTo>
                  <a:lnTo>
                    <a:pt x="267" y="18"/>
                  </a:lnTo>
                  <a:lnTo>
                    <a:pt x="259" y="14"/>
                  </a:lnTo>
                  <a:lnTo>
                    <a:pt x="250" y="9"/>
                  </a:lnTo>
                  <a:lnTo>
                    <a:pt x="242" y="7"/>
                  </a:lnTo>
                  <a:lnTo>
                    <a:pt x="234" y="4"/>
                  </a:lnTo>
                  <a:lnTo>
                    <a:pt x="223" y="3"/>
                  </a:lnTo>
                  <a:lnTo>
                    <a:pt x="215" y="1"/>
                  </a:lnTo>
                  <a:lnTo>
                    <a:pt x="206" y="0"/>
                  </a:lnTo>
                  <a:lnTo>
                    <a:pt x="168" y="0"/>
                  </a:lnTo>
                  <a:lnTo>
                    <a:pt x="157" y="1"/>
                  </a:lnTo>
                  <a:lnTo>
                    <a:pt x="149" y="3"/>
                  </a:lnTo>
                  <a:lnTo>
                    <a:pt x="138" y="4"/>
                  </a:lnTo>
                  <a:lnTo>
                    <a:pt x="130" y="7"/>
                  </a:lnTo>
                  <a:lnTo>
                    <a:pt x="122" y="9"/>
                  </a:lnTo>
                  <a:lnTo>
                    <a:pt x="112" y="14"/>
                  </a:lnTo>
                  <a:lnTo>
                    <a:pt x="104" y="18"/>
                  </a:lnTo>
                  <a:lnTo>
                    <a:pt x="96" y="22"/>
                  </a:lnTo>
                  <a:lnTo>
                    <a:pt x="89" y="26"/>
                  </a:lnTo>
                  <a:lnTo>
                    <a:pt x="82" y="31"/>
                  </a:lnTo>
                  <a:lnTo>
                    <a:pt x="66" y="41"/>
                  </a:lnTo>
                  <a:lnTo>
                    <a:pt x="54" y="53"/>
                  </a:lnTo>
                  <a:lnTo>
                    <a:pt x="41" y="66"/>
                  </a:lnTo>
                  <a:lnTo>
                    <a:pt x="32" y="82"/>
                  </a:lnTo>
                  <a:lnTo>
                    <a:pt x="27" y="88"/>
                  </a:lnTo>
                  <a:lnTo>
                    <a:pt x="22" y="96"/>
                  </a:lnTo>
                  <a:lnTo>
                    <a:pt x="19" y="104"/>
                  </a:lnTo>
                  <a:lnTo>
                    <a:pt x="14" y="112"/>
                  </a:lnTo>
                  <a:lnTo>
                    <a:pt x="10" y="121"/>
                  </a:lnTo>
                  <a:lnTo>
                    <a:pt x="8" y="129"/>
                  </a:lnTo>
                  <a:lnTo>
                    <a:pt x="5" y="137"/>
                  </a:lnTo>
                  <a:lnTo>
                    <a:pt x="3" y="148"/>
                  </a:lnTo>
                  <a:lnTo>
                    <a:pt x="2" y="156"/>
                  </a:lnTo>
                  <a:lnTo>
                    <a:pt x="0" y="166"/>
                  </a:lnTo>
                  <a:lnTo>
                    <a:pt x="0" y="186"/>
                  </a:lnTo>
                  <a:lnTo>
                    <a:pt x="19" y="186"/>
                  </a:lnTo>
                  <a:lnTo>
                    <a:pt x="19" y="169"/>
                  </a:lnTo>
                  <a:lnTo>
                    <a:pt x="21" y="159"/>
                  </a:lnTo>
                  <a:lnTo>
                    <a:pt x="22" y="151"/>
                  </a:lnTo>
                  <a:lnTo>
                    <a:pt x="24" y="143"/>
                  </a:lnTo>
                  <a:lnTo>
                    <a:pt x="27" y="135"/>
                  </a:lnTo>
                  <a:lnTo>
                    <a:pt x="28" y="128"/>
                  </a:lnTo>
                  <a:lnTo>
                    <a:pt x="30" y="121"/>
                  </a:lnTo>
                  <a:lnTo>
                    <a:pt x="35" y="113"/>
                  </a:lnTo>
                  <a:lnTo>
                    <a:pt x="38" y="105"/>
                  </a:lnTo>
                  <a:lnTo>
                    <a:pt x="43" y="98"/>
                  </a:lnTo>
                  <a:lnTo>
                    <a:pt x="47" y="91"/>
                  </a:lnTo>
                  <a:lnTo>
                    <a:pt x="52" y="83"/>
                  </a:lnTo>
                  <a:lnTo>
                    <a:pt x="57" y="79"/>
                  </a:lnTo>
                  <a:lnTo>
                    <a:pt x="63" y="72"/>
                  </a:lnTo>
                  <a:lnTo>
                    <a:pt x="66" y="66"/>
                  </a:lnTo>
                  <a:lnTo>
                    <a:pt x="73" y="63"/>
                  </a:lnTo>
                  <a:lnTo>
                    <a:pt x="79" y="56"/>
                  </a:lnTo>
                  <a:lnTo>
                    <a:pt x="84" y="52"/>
                  </a:lnTo>
                  <a:lnTo>
                    <a:pt x="92" y="47"/>
                  </a:lnTo>
                  <a:lnTo>
                    <a:pt x="98" y="42"/>
                  </a:lnTo>
                  <a:lnTo>
                    <a:pt x="106" y="37"/>
                  </a:lnTo>
                  <a:lnTo>
                    <a:pt x="114" y="34"/>
                  </a:lnTo>
                  <a:lnTo>
                    <a:pt x="122" y="30"/>
                  </a:lnTo>
                  <a:lnTo>
                    <a:pt x="128" y="28"/>
                  </a:lnTo>
                  <a:lnTo>
                    <a:pt x="136" y="26"/>
                  </a:lnTo>
                  <a:lnTo>
                    <a:pt x="144" y="23"/>
                  </a:lnTo>
                  <a:lnTo>
                    <a:pt x="152" y="22"/>
                  </a:lnTo>
                  <a:lnTo>
                    <a:pt x="160" y="20"/>
                  </a:lnTo>
                  <a:lnTo>
                    <a:pt x="168" y="18"/>
                  </a:lnTo>
                  <a:lnTo>
                    <a:pt x="187" y="18"/>
                  </a:lnTo>
                  <a:lnTo>
                    <a:pt x="202" y="18"/>
                  </a:lnTo>
                  <a:lnTo>
                    <a:pt x="212" y="20"/>
                  </a:lnTo>
                  <a:lnTo>
                    <a:pt x="220" y="22"/>
                  </a:lnTo>
                  <a:lnTo>
                    <a:pt x="228" y="23"/>
                  </a:lnTo>
                  <a:lnTo>
                    <a:pt x="236" y="26"/>
                  </a:lnTo>
                  <a:lnTo>
                    <a:pt x="244" y="28"/>
                  </a:lnTo>
                  <a:lnTo>
                    <a:pt x="250" y="30"/>
                  </a:lnTo>
                  <a:lnTo>
                    <a:pt x="258" y="34"/>
                  </a:lnTo>
                  <a:lnTo>
                    <a:pt x="266" y="37"/>
                  </a:lnTo>
                  <a:lnTo>
                    <a:pt x="282" y="47"/>
                  </a:lnTo>
                  <a:lnTo>
                    <a:pt x="293" y="56"/>
                  </a:lnTo>
                  <a:lnTo>
                    <a:pt x="299" y="63"/>
                  </a:lnTo>
                  <a:lnTo>
                    <a:pt x="305" y="67"/>
                  </a:lnTo>
                  <a:lnTo>
                    <a:pt x="316" y="79"/>
                  </a:lnTo>
                  <a:lnTo>
                    <a:pt x="321" y="83"/>
                  </a:lnTo>
                  <a:lnTo>
                    <a:pt x="326" y="91"/>
                  </a:lnTo>
                  <a:lnTo>
                    <a:pt x="331" y="98"/>
                  </a:lnTo>
                  <a:lnTo>
                    <a:pt x="335" y="105"/>
                  </a:lnTo>
                  <a:lnTo>
                    <a:pt x="338" y="113"/>
                  </a:lnTo>
                  <a:lnTo>
                    <a:pt x="343" y="121"/>
                  </a:lnTo>
                  <a:lnTo>
                    <a:pt x="345" y="128"/>
                  </a:lnTo>
                  <a:lnTo>
                    <a:pt x="346" y="135"/>
                  </a:lnTo>
                  <a:lnTo>
                    <a:pt x="350" y="143"/>
                  </a:lnTo>
                  <a:lnTo>
                    <a:pt x="351" y="151"/>
                  </a:lnTo>
                  <a:lnTo>
                    <a:pt x="353" y="159"/>
                  </a:lnTo>
                  <a:lnTo>
                    <a:pt x="354" y="167"/>
                  </a:lnTo>
                  <a:lnTo>
                    <a:pt x="354" y="177"/>
                  </a:lnTo>
                  <a:lnTo>
                    <a:pt x="356" y="188"/>
                  </a:lnTo>
                  <a:lnTo>
                    <a:pt x="356" y="184"/>
                  </a:lnTo>
                  <a:lnTo>
                    <a:pt x="354" y="192"/>
                  </a:lnTo>
                  <a:lnTo>
                    <a:pt x="354" y="202"/>
                  </a:lnTo>
                  <a:lnTo>
                    <a:pt x="353" y="211"/>
                  </a:lnTo>
                  <a:lnTo>
                    <a:pt x="351" y="219"/>
                  </a:lnTo>
                  <a:lnTo>
                    <a:pt x="350" y="227"/>
                  </a:lnTo>
                  <a:lnTo>
                    <a:pt x="346" y="235"/>
                  </a:lnTo>
                  <a:lnTo>
                    <a:pt x="345" y="243"/>
                  </a:lnTo>
                  <a:lnTo>
                    <a:pt x="343" y="249"/>
                  </a:lnTo>
                  <a:lnTo>
                    <a:pt x="338" y="257"/>
                  </a:lnTo>
                  <a:lnTo>
                    <a:pt x="335" y="265"/>
                  </a:lnTo>
                  <a:lnTo>
                    <a:pt x="326" y="281"/>
                  </a:lnTo>
                  <a:lnTo>
                    <a:pt x="316" y="292"/>
                  </a:lnTo>
                  <a:lnTo>
                    <a:pt x="293" y="316"/>
                  </a:lnTo>
                  <a:lnTo>
                    <a:pt x="282" y="325"/>
                  </a:lnTo>
                  <a:lnTo>
                    <a:pt x="266" y="335"/>
                  </a:lnTo>
                  <a:lnTo>
                    <a:pt x="258" y="338"/>
                  </a:lnTo>
                  <a:lnTo>
                    <a:pt x="250" y="343"/>
                  </a:lnTo>
                  <a:lnTo>
                    <a:pt x="244" y="344"/>
                  </a:lnTo>
                  <a:lnTo>
                    <a:pt x="236" y="346"/>
                  </a:lnTo>
                  <a:lnTo>
                    <a:pt x="228" y="349"/>
                  </a:lnTo>
                  <a:lnTo>
                    <a:pt x="220" y="350"/>
                  </a:lnTo>
                  <a:lnTo>
                    <a:pt x="212" y="352"/>
                  </a:lnTo>
                  <a:lnTo>
                    <a:pt x="204" y="354"/>
                  </a:lnTo>
                  <a:lnTo>
                    <a:pt x="193" y="354"/>
                  </a:lnTo>
                  <a:lnTo>
                    <a:pt x="185" y="355"/>
                  </a:lnTo>
                  <a:lnTo>
                    <a:pt x="188" y="355"/>
                  </a:lnTo>
                  <a:lnTo>
                    <a:pt x="179" y="354"/>
                  </a:lnTo>
                  <a:lnTo>
                    <a:pt x="169" y="354"/>
                  </a:lnTo>
                  <a:lnTo>
                    <a:pt x="160" y="352"/>
                  </a:lnTo>
                  <a:lnTo>
                    <a:pt x="152" y="350"/>
                  </a:lnTo>
                  <a:lnTo>
                    <a:pt x="144" y="349"/>
                  </a:lnTo>
                  <a:lnTo>
                    <a:pt x="136" y="346"/>
                  </a:lnTo>
                  <a:lnTo>
                    <a:pt x="128" y="344"/>
                  </a:lnTo>
                  <a:lnTo>
                    <a:pt x="122" y="343"/>
                  </a:lnTo>
                  <a:lnTo>
                    <a:pt x="114" y="338"/>
                  </a:lnTo>
                  <a:lnTo>
                    <a:pt x="106" y="335"/>
                  </a:lnTo>
                  <a:lnTo>
                    <a:pt x="98" y="330"/>
                  </a:lnTo>
                  <a:lnTo>
                    <a:pt x="92" y="325"/>
                  </a:lnTo>
                  <a:lnTo>
                    <a:pt x="84" y="320"/>
                  </a:lnTo>
                  <a:lnTo>
                    <a:pt x="79" y="316"/>
                  </a:lnTo>
                  <a:lnTo>
                    <a:pt x="68" y="305"/>
                  </a:lnTo>
                  <a:lnTo>
                    <a:pt x="63" y="298"/>
                  </a:lnTo>
                  <a:lnTo>
                    <a:pt x="57" y="292"/>
                  </a:lnTo>
                  <a:lnTo>
                    <a:pt x="47" y="281"/>
                  </a:lnTo>
                  <a:lnTo>
                    <a:pt x="38" y="265"/>
                  </a:lnTo>
                  <a:lnTo>
                    <a:pt x="35" y="257"/>
                  </a:lnTo>
                  <a:lnTo>
                    <a:pt x="30" y="249"/>
                  </a:lnTo>
                  <a:lnTo>
                    <a:pt x="28" y="243"/>
                  </a:lnTo>
                  <a:lnTo>
                    <a:pt x="27" y="235"/>
                  </a:lnTo>
                  <a:lnTo>
                    <a:pt x="24" y="227"/>
                  </a:lnTo>
                  <a:lnTo>
                    <a:pt x="22" y="219"/>
                  </a:lnTo>
                  <a:lnTo>
                    <a:pt x="21" y="211"/>
                  </a:lnTo>
                  <a:lnTo>
                    <a:pt x="19" y="203"/>
                  </a:lnTo>
                  <a:lnTo>
                    <a:pt x="19" y="186"/>
                  </a:lnTo>
                  <a:lnTo>
                    <a:pt x="0" y="18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0" name="Google Shape;560;g28abd34dbfa_0_607"/>
            <p:cNvSpPr/>
            <p:nvPr/>
          </p:nvSpPr>
          <p:spPr>
            <a:xfrm>
              <a:off x="3856" y="1748"/>
              <a:ext cx="460" cy="34"/>
            </a:xfrm>
            <a:custGeom>
              <a:avLst/>
              <a:gdLst/>
              <a:ahLst/>
              <a:cxnLst/>
              <a:rect l="l" t="t" r="r" b="b"/>
              <a:pathLst>
                <a:path w="460" h="34" extrusionOk="0">
                  <a:moveTo>
                    <a:pt x="16" y="0"/>
                  </a:moveTo>
                  <a:lnTo>
                    <a:pt x="11" y="0"/>
                  </a:lnTo>
                  <a:lnTo>
                    <a:pt x="8" y="2"/>
                  </a:lnTo>
                  <a:lnTo>
                    <a:pt x="2" y="8"/>
                  </a:lnTo>
                  <a:lnTo>
                    <a:pt x="0" y="12"/>
                  </a:lnTo>
                  <a:lnTo>
                    <a:pt x="0" y="21"/>
                  </a:lnTo>
                  <a:lnTo>
                    <a:pt x="2" y="24"/>
                  </a:lnTo>
                  <a:lnTo>
                    <a:pt x="8" y="30"/>
                  </a:lnTo>
                  <a:lnTo>
                    <a:pt x="11" y="32"/>
                  </a:lnTo>
                  <a:lnTo>
                    <a:pt x="16" y="32"/>
                  </a:lnTo>
                  <a:lnTo>
                    <a:pt x="444" y="34"/>
                  </a:lnTo>
                  <a:lnTo>
                    <a:pt x="449" y="34"/>
                  </a:lnTo>
                  <a:lnTo>
                    <a:pt x="452" y="32"/>
                  </a:lnTo>
                  <a:lnTo>
                    <a:pt x="459" y="26"/>
                  </a:lnTo>
                  <a:lnTo>
                    <a:pt x="460" y="23"/>
                  </a:lnTo>
                  <a:lnTo>
                    <a:pt x="460" y="13"/>
                  </a:lnTo>
                  <a:lnTo>
                    <a:pt x="459" y="10"/>
                  </a:lnTo>
                  <a:lnTo>
                    <a:pt x="452" y="4"/>
                  </a:lnTo>
                  <a:lnTo>
                    <a:pt x="449" y="2"/>
                  </a:lnTo>
                  <a:lnTo>
                    <a:pt x="444" y="2"/>
                  </a:lnTo>
                  <a:lnTo>
                    <a:pt x="1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1" name="Google Shape;561;g28abd34dbfa_0_607"/>
            <p:cNvSpPr/>
            <p:nvPr/>
          </p:nvSpPr>
          <p:spPr>
            <a:xfrm>
              <a:off x="4421" y="169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C</a:t>
              </a:r>
              <a:endParaRPr sz="2800" b="1" i="0" u="none" strike="noStrike" cap="none">
                <a:solidFill>
                  <a:srgbClr val="00FF00"/>
                </a:solidFill>
                <a:latin typeface="Times New Roman"/>
                <a:ea typeface="Times New Roman"/>
                <a:cs typeface="Times New Roman"/>
                <a:sym typeface="Times New Roman"/>
              </a:endParaRPr>
            </a:p>
          </p:txBody>
        </p:sp>
        <p:sp>
          <p:nvSpPr>
            <p:cNvPr id="562" name="Google Shape;562;g28abd34dbfa_0_607"/>
            <p:cNvSpPr/>
            <p:nvPr/>
          </p:nvSpPr>
          <p:spPr>
            <a:xfrm>
              <a:off x="3916" y="1573"/>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563" name="Google Shape;563;g28abd34dbfa_0_607"/>
            <p:cNvSpPr/>
            <p:nvPr/>
          </p:nvSpPr>
          <p:spPr>
            <a:xfrm>
              <a:off x="5088" y="1594"/>
              <a:ext cx="375" cy="374"/>
            </a:xfrm>
            <a:custGeom>
              <a:avLst/>
              <a:gdLst/>
              <a:ahLst/>
              <a:cxnLst/>
              <a:rect l="l" t="t" r="r" b="b"/>
              <a:pathLst>
                <a:path w="375" h="374" extrusionOk="0">
                  <a:moveTo>
                    <a:pt x="0" y="186"/>
                  </a:moveTo>
                  <a:lnTo>
                    <a:pt x="0" y="203"/>
                  </a:lnTo>
                  <a:lnTo>
                    <a:pt x="2" y="215"/>
                  </a:lnTo>
                  <a:lnTo>
                    <a:pt x="3" y="222"/>
                  </a:lnTo>
                  <a:lnTo>
                    <a:pt x="5" y="233"/>
                  </a:lnTo>
                  <a:lnTo>
                    <a:pt x="8" y="241"/>
                  </a:lnTo>
                  <a:lnTo>
                    <a:pt x="10" y="249"/>
                  </a:lnTo>
                  <a:lnTo>
                    <a:pt x="14" y="259"/>
                  </a:lnTo>
                  <a:lnTo>
                    <a:pt x="19" y="267"/>
                  </a:lnTo>
                  <a:lnTo>
                    <a:pt x="22" y="275"/>
                  </a:lnTo>
                  <a:lnTo>
                    <a:pt x="32" y="290"/>
                  </a:lnTo>
                  <a:lnTo>
                    <a:pt x="41" y="305"/>
                  </a:lnTo>
                  <a:lnTo>
                    <a:pt x="47" y="311"/>
                  </a:lnTo>
                  <a:lnTo>
                    <a:pt x="52" y="317"/>
                  </a:lnTo>
                  <a:lnTo>
                    <a:pt x="66" y="332"/>
                  </a:lnTo>
                  <a:lnTo>
                    <a:pt x="82" y="341"/>
                  </a:lnTo>
                  <a:lnTo>
                    <a:pt x="89" y="346"/>
                  </a:lnTo>
                  <a:lnTo>
                    <a:pt x="96" y="350"/>
                  </a:lnTo>
                  <a:lnTo>
                    <a:pt x="104" y="354"/>
                  </a:lnTo>
                  <a:lnTo>
                    <a:pt x="112" y="358"/>
                  </a:lnTo>
                  <a:lnTo>
                    <a:pt x="122" y="363"/>
                  </a:lnTo>
                  <a:lnTo>
                    <a:pt x="130" y="365"/>
                  </a:lnTo>
                  <a:lnTo>
                    <a:pt x="138" y="368"/>
                  </a:lnTo>
                  <a:lnTo>
                    <a:pt x="149" y="369"/>
                  </a:lnTo>
                  <a:lnTo>
                    <a:pt x="157" y="371"/>
                  </a:lnTo>
                  <a:lnTo>
                    <a:pt x="166" y="373"/>
                  </a:lnTo>
                  <a:lnTo>
                    <a:pt x="176" y="373"/>
                  </a:lnTo>
                  <a:lnTo>
                    <a:pt x="185" y="374"/>
                  </a:lnTo>
                  <a:lnTo>
                    <a:pt x="188" y="374"/>
                  </a:lnTo>
                  <a:lnTo>
                    <a:pt x="196" y="373"/>
                  </a:lnTo>
                  <a:lnTo>
                    <a:pt x="204" y="373"/>
                  </a:lnTo>
                  <a:lnTo>
                    <a:pt x="215" y="371"/>
                  </a:lnTo>
                  <a:lnTo>
                    <a:pt x="223" y="369"/>
                  </a:lnTo>
                  <a:lnTo>
                    <a:pt x="234" y="368"/>
                  </a:lnTo>
                  <a:lnTo>
                    <a:pt x="242" y="365"/>
                  </a:lnTo>
                  <a:lnTo>
                    <a:pt x="250" y="363"/>
                  </a:lnTo>
                  <a:lnTo>
                    <a:pt x="259" y="358"/>
                  </a:lnTo>
                  <a:lnTo>
                    <a:pt x="267" y="354"/>
                  </a:lnTo>
                  <a:lnTo>
                    <a:pt x="275" y="350"/>
                  </a:lnTo>
                  <a:lnTo>
                    <a:pt x="291" y="341"/>
                  </a:lnTo>
                  <a:lnTo>
                    <a:pt x="305" y="332"/>
                  </a:lnTo>
                  <a:lnTo>
                    <a:pt x="332" y="305"/>
                  </a:lnTo>
                  <a:lnTo>
                    <a:pt x="342" y="290"/>
                  </a:lnTo>
                  <a:lnTo>
                    <a:pt x="351" y="275"/>
                  </a:lnTo>
                  <a:lnTo>
                    <a:pt x="354" y="267"/>
                  </a:lnTo>
                  <a:lnTo>
                    <a:pt x="359" y="259"/>
                  </a:lnTo>
                  <a:lnTo>
                    <a:pt x="364" y="249"/>
                  </a:lnTo>
                  <a:lnTo>
                    <a:pt x="365" y="241"/>
                  </a:lnTo>
                  <a:lnTo>
                    <a:pt x="369" y="233"/>
                  </a:lnTo>
                  <a:lnTo>
                    <a:pt x="370" y="222"/>
                  </a:lnTo>
                  <a:lnTo>
                    <a:pt x="372" y="215"/>
                  </a:lnTo>
                  <a:lnTo>
                    <a:pt x="373" y="205"/>
                  </a:lnTo>
                  <a:lnTo>
                    <a:pt x="373" y="196"/>
                  </a:lnTo>
                  <a:lnTo>
                    <a:pt x="375" y="188"/>
                  </a:lnTo>
                  <a:lnTo>
                    <a:pt x="375" y="184"/>
                  </a:lnTo>
                  <a:lnTo>
                    <a:pt x="373" y="177"/>
                  </a:lnTo>
                  <a:lnTo>
                    <a:pt x="373" y="167"/>
                  </a:lnTo>
                  <a:lnTo>
                    <a:pt x="372" y="156"/>
                  </a:lnTo>
                  <a:lnTo>
                    <a:pt x="370" y="148"/>
                  </a:lnTo>
                  <a:lnTo>
                    <a:pt x="369" y="137"/>
                  </a:lnTo>
                  <a:lnTo>
                    <a:pt x="365" y="129"/>
                  </a:lnTo>
                  <a:lnTo>
                    <a:pt x="364" y="121"/>
                  </a:lnTo>
                  <a:lnTo>
                    <a:pt x="359" y="112"/>
                  </a:lnTo>
                  <a:lnTo>
                    <a:pt x="354" y="104"/>
                  </a:lnTo>
                  <a:lnTo>
                    <a:pt x="351" y="96"/>
                  </a:lnTo>
                  <a:lnTo>
                    <a:pt x="346" y="88"/>
                  </a:lnTo>
                  <a:lnTo>
                    <a:pt x="342" y="82"/>
                  </a:lnTo>
                  <a:lnTo>
                    <a:pt x="332" y="66"/>
                  </a:lnTo>
                  <a:lnTo>
                    <a:pt x="318" y="52"/>
                  </a:lnTo>
                  <a:lnTo>
                    <a:pt x="312" y="47"/>
                  </a:lnTo>
                  <a:lnTo>
                    <a:pt x="305" y="41"/>
                  </a:lnTo>
                  <a:lnTo>
                    <a:pt x="291" y="31"/>
                  </a:lnTo>
                  <a:lnTo>
                    <a:pt x="275" y="22"/>
                  </a:lnTo>
                  <a:lnTo>
                    <a:pt x="267" y="18"/>
                  </a:lnTo>
                  <a:lnTo>
                    <a:pt x="259" y="14"/>
                  </a:lnTo>
                  <a:lnTo>
                    <a:pt x="250" y="9"/>
                  </a:lnTo>
                  <a:lnTo>
                    <a:pt x="242" y="7"/>
                  </a:lnTo>
                  <a:lnTo>
                    <a:pt x="234" y="4"/>
                  </a:lnTo>
                  <a:lnTo>
                    <a:pt x="223" y="3"/>
                  </a:lnTo>
                  <a:lnTo>
                    <a:pt x="215" y="1"/>
                  </a:lnTo>
                  <a:lnTo>
                    <a:pt x="206" y="0"/>
                  </a:lnTo>
                  <a:lnTo>
                    <a:pt x="168" y="0"/>
                  </a:lnTo>
                  <a:lnTo>
                    <a:pt x="157" y="1"/>
                  </a:lnTo>
                  <a:lnTo>
                    <a:pt x="149" y="3"/>
                  </a:lnTo>
                  <a:lnTo>
                    <a:pt x="138" y="4"/>
                  </a:lnTo>
                  <a:lnTo>
                    <a:pt x="130" y="7"/>
                  </a:lnTo>
                  <a:lnTo>
                    <a:pt x="122" y="9"/>
                  </a:lnTo>
                  <a:lnTo>
                    <a:pt x="112" y="14"/>
                  </a:lnTo>
                  <a:lnTo>
                    <a:pt x="104" y="18"/>
                  </a:lnTo>
                  <a:lnTo>
                    <a:pt x="96" y="22"/>
                  </a:lnTo>
                  <a:lnTo>
                    <a:pt x="89" y="26"/>
                  </a:lnTo>
                  <a:lnTo>
                    <a:pt x="82" y="31"/>
                  </a:lnTo>
                  <a:lnTo>
                    <a:pt x="66" y="41"/>
                  </a:lnTo>
                  <a:lnTo>
                    <a:pt x="54" y="53"/>
                  </a:lnTo>
                  <a:lnTo>
                    <a:pt x="41" y="66"/>
                  </a:lnTo>
                  <a:lnTo>
                    <a:pt x="32" y="82"/>
                  </a:lnTo>
                  <a:lnTo>
                    <a:pt x="27" y="88"/>
                  </a:lnTo>
                  <a:lnTo>
                    <a:pt x="22" y="96"/>
                  </a:lnTo>
                  <a:lnTo>
                    <a:pt x="19" y="104"/>
                  </a:lnTo>
                  <a:lnTo>
                    <a:pt x="14" y="112"/>
                  </a:lnTo>
                  <a:lnTo>
                    <a:pt x="10" y="121"/>
                  </a:lnTo>
                  <a:lnTo>
                    <a:pt x="8" y="129"/>
                  </a:lnTo>
                  <a:lnTo>
                    <a:pt x="5" y="137"/>
                  </a:lnTo>
                  <a:lnTo>
                    <a:pt x="3" y="148"/>
                  </a:lnTo>
                  <a:lnTo>
                    <a:pt x="2" y="156"/>
                  </a:lnTo>
                  <a:lnTo>
                    <a:pt x="0" y="166"/>
                  </a:lnTo>
                  <a:lnTo>
                    <a:pt x="0" y="186"/>
                  </a:lnTo>
                  <a:lnTo>
                    <a:pt x="19" y="186"/>
                  </a:lnTo>
                  <a:lnTo>
                    <a:pt x="19" y="169"/>
                  </a:lnTo>
                  <a:lnTo>
                    <a:pt x="21" y="159"/>
                  </a:lnTo>
                  <a:lnTo>
                    <a:pt x="22" y="151"/>
                  </a:lnTo>
                  <a:lnTo>
                    <a:pt x="24" y="143"/>
                  </a:lnTo>
                  <a:lnTo>
                    <a:pt x="27" y="135"/>
                  </a:lnTo>
                  <a:lnTo>
                    <a:pt x="28" y="128"/>
                  </a:lnTo>
                  <a:lnTo>
                    <a:pt x="30" y="121"/>
                  </a:lnTo>
                  <a:lnTo>
                    <a:pt x="35" y="113"/>
                  </a:lnTo>
                  <a:lnTo>
                    <a:pt x="38" y="105"/>
                  </a:lnTo>
                  <a:lnTo>
                    <a:pt x="43" y="98"/>
                  </a:lnTo>
                  <a:lnTo>
                    <a:pt x="47" y="91"/>
                  </a:lnTo>
                  <a:lnTo>
                    <a:pt x="52" y="83"/>
                  </a:lnTo>
                  <a:lnTo>
                    <a:pt x="57" y="79"/>
                  </a:lnTo>
                  <a:lnTo>
                    <a:pt x="63" y="72"/>
                  </a:lnTo>
                  <a:lnTo>
                    <a:pt x="66" y="66"/>
                  </a:lnTo>
                  <a:lnTo>
                    <a:pt x="73" y="63"/>
                  </a:lnTo>
                  <a:lnTo>
                    <a:pt x="79" y="56"/>
                  </a:lnTo>
                  <a:lnTo>
                    <a:pt x="84" y="52"/>
                  </a:lnTo>
                  <a:lnTo>
                    <a:pt x="92" y="47"/>
                  </a:lnTo>
                  <a:lnTo>
                    <a:pt x="98" y="42"/>
                  </a:lnTo>
                  <a:lnTo>
                    <a:pt x="106" y="37"/>
                  </a:lnTo>
                  <a:lnTo>
                    <a:pt x="114" y="34"/>
                  </a:lnTo>
                  <a:lnTo>
                    <a:pt x="122" y="30"/>
                  </a:lnTo>
                  <a:lnTo>
                    <a:pt x="128" y="28"/>
                  </a:lnTo>
                  <a:lnTo>
                    <a:pt x="136" y="26"/>
                  </a:lnTo>
                  <a:lnTo>
                    <a:pt x="144" y="23"/>
                  </a:lnTo>
                  <a:lnTo>
                    <a:pt x="152" y="22"/>
                  </a:lnTo>
                  <a:lnTo>
                    <a:pt x="160" y="20"/>
                  </a:lnTo>
                  <a:lnTo>
                    <a:pt x="168" y="18"/>
                  </a:lnTo>
                  <a:lnTo>
                    <a:pt x="187" y="18"/>
                  </a:lnTo>
                  <a:lnTo>
                    <a:pt x="202" y="18"/>
                  </a:lnTo>
                  <a:lnTo>
                    <a:pt x="212" y="20"/>
                  </a:lnTo>
                  <a:lnTo>
                    <a:pt x="220" y="22"/>
                  </a:lnTo>
                  <a:lnTo>
                    <a:pt x="228" y="23"/>
                  </a:lnTo>
                  <a:lnTo>
                    <a:pt x="236" y="26"/>
                  </a:lnTo>
                  <a:lnTo>
                    <a:pt x="244" y="28"/>
                  </a:lnTo>
                  <a:lnTo>
                    <a:pt x="250" y="30"/>
                  </a:lnTo>
                  <a:lnTo>
                    <a:pt x="258" y="34"/>
                  </a:lnTo>
                  <a:lnTo>
                    <a:pt x="266" y="37"/>
                  </a:lnTo>
                  <a:lnTo>
                    <a:pt x="282" y="47"/>
                  </a:lnTo>
                  <a:lnTo>
                    <a:pt x="293" y="56"/>
                  </a:lnTo>
                  <a:lnTo>
                    <a:pt x="299" y="63"/>
                  </a:lnTo>
                  <a:lnTo>
                    <a:pt x="305" y="67"/>
                  </a:lnTo>
                  <a:lnTo>
                    <a:pt x="316" y="79"/>
                  </a:lnTo>
                  <a:lnTo>
                    <a:pt x="321" y="83"/>
                  </a:lnTo>
                  <a:lnTo>
                    <a:pt x="326" y="91"/>
                  </a:lnTo>
                  <a:lnTo>
                    <a:pt x="331" y="98"/>
                  </a:lnTo>
                  <a:lnTo>
                    <a:pt x="335" y="105"/>
                  </a:lnTo>
                  <a:lnTo>
                    <a:pt x="338" y="113"/>
                  </a:lnTo>
                  <a:lnTo>
                    <a:pt x="343" y="121"/>
                  </a:lnTo>
                  <a:lnTo>
                    <a:pt x="345" y="128"/>
                  </a:lnTo>
                  <a:lnTo>
                    <a:pt x="346" y="135"/>
                  </a:lnTo>
                  <a:lnTo>
                    <a:pt x="350" y="143"/>
                  </a:lnTo>
                  <a:lnTo>
                    <a:pt x="351" y="151"/>
                  </a:lnTo>
                  <a:lnTo>
                    <a:pt x="353" y="159"/>
                  </a:lnTo>
                  <a:lnTo>
                    <a:pt x="354" y="167"/>
                  </a:lnTo>
                  <a:lnTo>
                    <a:pt x="354" y="177"/>
                  </a:lnTo>
                  <a:lnTo>
                    <a:pt x="356" y="188"/>
                  </a:lnTo>
                  <a:lnTo>
                    <a:pt x="356" y="184"/>
                  </a:lnTo>
                  <a:lnTo>
                    <a:pt x="354" y="192"/>
                  </a:lnTo>
                  <a:lnTo>
                    <a:pt x="354" y="202"/>
                  </a:lnTo>
                  <a:lnTo>
                    <a:pt x="353" y="211"/>
                  </a:lnTo>
                  <a:lnTo>
                    <a:pt x="351" y="219"/>
                  </a:lnTo>
                  <a:lnTo>
                    <a:pt x="350" y="227"/>
                  </a:lnTo>
                  <a:lnTo>
                    <a:pt x="346" y="235"/>
                  </a:lnTo>
                  <a:lnTo>
                    <a:pt x="345" y="243"/>
                  </a:lnTo>
                  <a:lnTo>
                    <a:pt x="343" y="249"/>
                  </a:lnTo>
                  <a:lnTo>
                    <a:pt x="338" y="257"/>
                  </a:lnTo>
                  <a:lnTo>
                    <a:pt x="335" y="265"/>
                  </a:lnTo>
                  <a:lnTo>
                    <a:pt x="326" y="281"/>
                  </a:lnTo>
                  <a:lnTo>
                    <a:pt x="316" y="292"/>
                  </a:lnTo>
                  <a:lnTo>
                    <a:pt x="293" y="316"/>
                  </a:lnTo>
                  <a:lnTo>
                    <a:pt x="282" y="325"/>
                  </a:lnTo>
                  <a:lnTo>
                    <a:pt x="266" y="335"/>
                  </a:lnTo>
                  <a:lnTo>
                    <a:pt x="258" y="338"/>
                  </a:lnTo>
                  <a:lnTo>
                    <a:pt x="250" y="343"/>
                  </a:lnTo>
                  <a:lnTo>
                    <a:pt x="244" y="344"/>
                  </a:lnTo>
                  <a:lnTo>
                    <a:pt x="236" y="346"/>
                  </a:lnTo>
                  <a:lnTo>
                    <a:pt x="228" y="349"/>
                  </a:lnTo>
                  <a:lnTo>
                    <a:pt x="220" y="350"/>
                  </a:lnTo>
                  <a:lnTo>
                    <a:pt x="212" y="352"/>
                  </a:lnTo>
                  <a:lnTo>
                    <a:pt x="204" y="354"/>
                  </a:lnTo>
                  <a:lnTo>
                    <a:pt x="193" y="354"/>
                  </a:lnTo>
                  <a:lnTo>
                    <a:pt x="185" y="355"/>
                  </a:lnTo>
                  <a:lnTo>
                    <a:pt x="188" y="355"/>
                  </a:lnTo>
                  <a:lnTo>
                    <a:pt x="179" y="354"/>
                  </a:lnTo>
                  <a:lnTo>
                    <a:pt x="169" y="354"/>
                  </a:lnTo>
                  <a:lnTo>
                    <a:pt x="160" y="352"/>
                  </a:lnTo>
                  <a:lnTo>
                    <a:pt x="152" y="350"/>
                  </a:lnTo>
                  <a:lnTo>
                    <a:pt x="144" y="349"/>
                  </a:lnTo>
                  <a:lnTo>
                    <a:pt x="136" y="346"/>
                  </a:lnTo>
                  <a:lnTo>
                    <a:pt x="128" y="344"/>
                  </a:lnTo>
                  <a:lnTo>
                    <a:pt x="122" y="343"/>
                  </a:lnTo>
                  <a:lnTo>
                    <a:pt x="114" y="338"/>
                  </a:lnTo>
                  <a:lnTo>
                    <a:pt x="106" y="335"/>
                  </a:lnTo>
                  <a:lnTo>
                    <a:pt x="98" y="330"/>
                  </a:lnTo>
                  <a:lnTo>
                    <a:pt x="92" y="325"/>
                  </a:lnTo>
                  <a:lnTo>
                    <a:pt x="84" y="320"/>
                  </a:lnTo>
                  <a:lnTo>
                    <a:pt x="79" y="316"/>
                  </a:lnTo>
                  <a:lnTo>
                    <a:pt x="68" y="305"/>
                  </a:lnTo>
                  <a:lnTo>
                    <a:pt x="63" y="298"/>
                  </a:lnTo>
                  <a:lnTo>
                    <a:pt x="57" y="292"/>
                  </a:lnTo>
                  <a:lnTo>
                    <a:pt x="47" y="281"/>
                  </a:lnTo>
                  <a:lnTo>
                    <a:pt x="38" y="265"/>
                  </a:lnTo>
                  <a:lnTo>
                    <a:pt x="35" y="257"/>
                  </a:lnTo>
                  <a:lnTo>
                    <a:pt x="30" y="249"/>
                  </a:lnTo>
                  <a:lnTo>
                    <a:pt x="28" y="243"/>
                  </a:lnTo>
                  <a:lnTo>
                    <a:pt x="27" y="235"/>
                  </a:lnTo>
                  <a:lnTo>
                    <a:pt x="24" y="227"/>
                  </a:lnTo>
                  <a:lnTo>
                    <a:pt x="22" y="219"/>
                  </a:lnTo>
                  <a:lnTo>
                    <a:pt x="21" y="211"/>
                  </a:lnTo>
                  <a:lnTo>
                    <a:pt x="19" y="203"/>
                  </a:lnTo>
                  <a:lnTo>
                    <a:pt x="19" y="186"/>
                  </a:lnTo>
                  <a:lnTo>
                    <a:pt x="0" y="18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4" name="Google Shape;564;g28abd34dbfa_0_607"/>
            <p:cNvSpPr/>
            <p:nvPr/>
          </p:nvSpPr>
          <p:spPr>
            <a:xfrm>
              <a:off x="4656" y="1761"/>
              <a:ext cx="451" cy="33"/>
            </a:xfrm>
            <a:custGeom>
              <a:avLst/>
              <a:gdLst/>
              <a:ahLst/>
              <a:cxnLst/>
              <a:rect l="l" t="t" r="r" b="b"/>
              <a:pathLst>
                <a:path w="451" h="33" extrusionOk="0">
                  <a:moveTo>
                    <a:pt x="16" y="2"/>
                  </a:moveTo>
                  <a:lnTo>
                    <a:pt x="11" y="2"/>
                  </a:lnTo>
                  <a:lnTo>
                    <a:pt x="8" y="3"/>
                  </a:lnTo>
                  <a:lnTo>
                    <a:pt x="2" y="10"/>
                  </a:lnTo>
                  <a:lnTo>
                    <a:pt x="0" y="13"/>
                  </a:lnTo>
                  <a:lnTo>
                    <a:pt x="0" y="22"/>
                  </a:lnTo>
                  <a:lnTo>
                    <a:pt x="2" y="25"/>
                  </a:lnTo>
                  <a:lnTo>
                    <a:pt x="8" y="32"/>
                  </a:lnTo>
                  <a:lnTo>
                    <a:pt x="11" y="33"/>
                  </a:lnTo>
                  <a:lnTo>
                    <a:pt x="16" y="33"/>
                  </a:lnTo>
                  <a:lnTo>
                    <a:pt x="435" y="32"/>
                  </a:lnTo>
                  <a:lnTo>
                    <a:pt x="440" y="32"/>
                  </a:lnTo>
                  <a:lnTo>
                    <a:pt x="443" y="30"/>
                  </a:lnTo>
                  <a:lnTo>
                    <a:pt x="449" y="24"/>
                  </a:lnTo>
                  <a:lnTo>
                    <a:pt x="451" y="21"/>
                  </a:lnTo>
                  <a:lnTo>
                    <a:pt x="451" y="11"/>
                  </a:lnTo>
                  <a:lnTo>
                    <a:pt x="449" y="8"/>
                  </a:lnTo>
                  <a:lnTo>
                    <a:pt x="443" y="2"/>
                  </a:lnTo>
                  <a:lnTo>
                    <a:pt x="440" y="0"/>
                  </a:lnTo>
                  <a:lnTo>
                    <a:pt x="435" y="0"/>
                  </a:lnTo>
                  <a:lnTo>
                    <a:pt x="16"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5" name="Google Shape;565;g28abd34dbfa_0_607"/>
            <p:cNvSpPr/>
            <p:nvPr/>
          </p:nvSpPr>
          <p:spPr>
            <a:xfrm>
              <a:off x="5235" y="169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D</a:t>
              </a:r>
              <a:endParaRPr sz="2800" b="1" i="0" u="none" strike="noStrike" cap="none">
                <a:solidFill>
                  <a:srgbClr val="00FF00"/>
                </a:solidFill>
                <a:latin typeface="Times New Roman"/>
                <a:ea typeface="Times New Roman"/>
                <a:cs typeface="Times New Roman"/>
                <a:sym typeface="Times New Roman"/>
              </a:endParaRPr>
            </a:p>
          </p:txBody>
        </p:sp>
        <p:sp>
          <p:nvSpPr>
            <p:cNvPr id="566" name="Google Shape;566;g28abd34dbfa_0_607"/>
            <p:cNvSpPr/>
            <p:nvPr/>
          </p:nvSpPr>
          <p:spPr>
            <a:xfrm>
              <a:off x="4732" y="1573"/>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567" name="Google Shape;567;g28abd34dbfa_0_607"/>
            <p:cNvSpPr/>
            <p:nvPr/>
          </p:nvSpPr>
          <p:spPr>
            <a:xfrm>
              <a:off x="3378" y="1706"/>
              <a:ext cx="154" cy="64"/>
            </a:xfrm>
            <a:custGeom>
              <a:avLst/>
              <a:gdLst/>
              <a:ahLst/>
              <a:cxnLst/>
              <a:rect l="l" t="t" r="r" b="b"/>
              <a:pathLst>
                <a:path w="154" h="64" extrusionOk="0">
                  <a:moveTo>
                    <a:pt x="133" y="64"/>
                  </a:moveTo>
                  <a:lnTo>
                    <a:pt x="143" y="64"/>
                  </a:lnTo>
                  <a:lnTo>
                    <a:pt x="146" y="63"/>
                  </a:lnTo>
                  <a:lnTo>
                    <a:pt x="152" y="57"/>
                  </a:lnTo>
                  <a:lnTo>
                    <a:pt x="154" y="53"/>
                  </a:lnTo>
                  <a:lnTo>
                    <a:pt x="154" y="44"/>
                  </a:lnTo>
                  <a:lnTo>
                    <a:pt x="152" y="41"/>
                  </a:lnTo>
                  <a:lnTo>
                    <a:pt x="146" y="34"/>
                  </a:lnTo>
                  <a:lnTo>
                    <a:pt x="143" y="33"/>
                  </a:lnTo>
                  <a:lnTo>
                    <a:pt x="21" y="0"/>
                  </a:lnTo>
                  <a:lnTo>
                    <a:pt x="11" y="0"/>
                  </a:lnTo>
                  <a:lnTo>
                    <a:pt x="8" y="1"/>
                  </a:lnTo>
                  <a:lnTo>
                    <a:pt x="2" y="8"/>
                  </a:lnTo>
                  <a:lnTo>
                    <a:pt x="0" y="11"/>
                  </a:lnTo>
                  <a:lnTo>
                    <a:pt x="0" y="20"/>
                  </a:lnTo>
                  <a:lnTo>
                    <a:pt x="2" y="23"/>
                  </a:lnTo>
                  <a:lnTo>
                    <a:pt x="8" y="30"/>
                  </a:lnTo>
                  <a:lnTo>
                    <a:pt x="11" y="31"/>
                  </a:lnTo>
                  <a:lnTo>
                    <a:pt x="133" y="64"/>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8" name="Google Shape;568;g28abd34dbfa_0_607"/>
            <p:cNvSpPr/>
            <p:nvPr/>
          </p:nvSpPr>
          <p:spPr>
            <a:xfrm>
              <a:off x="3378" y="1747"/>
              <a:ext cx="160" cy="65"/>
            </a:xfrm>
            <a:custGeom>
              <a:avLst/>
              <a:gdLst/>
              <a:ahLst/>
              <a:cxnLst/>
              <a:rect l="l" t="t" r="r" b="b"/>
              <a:pathLst>
                <a:path w="160" h="65" extrusionOk="0">
                  <a:moveTo>
                    <a:pt x="149" y="31"/>
                  </a:moveTo>
                  <a:lnTo>
                    <a:pt x="152" y="30"/>
                  </a:lnTo>
                  <a:lnTo>
                    <a:pt x="159" y="23"/>
                  </a:lnTo>
                  <a:lnTo>
                    <a:pt x="160" y="20"/>
                  </a:lnTo>
                  <a:lnTo>
                    <a:pt x="160" y="11"/>
                  </a:lnTo>
                  <a:lnTo>
                    <a:pt x="159" y="8"/>
                  </a:lnTo>
                  <a:lnTo>
                    <a:pt x="152" y="1"/>
                  </a:lnTo>
                  <a:lnTo>
                    <a:pt x="149" y="0"/>
                  </a:lnTo>
                  <a:lnTo>
                    <a:pt x="140" y="0"/>
                  </a:lnTo>
                  <a:lnTo>
                    <a:pt x="11" y="33"/>
                  </a:lnTo>
                  <a:lnTo>
                    <a:pt x="8" y="35"/>
                  </a:lnTo>
                  <a:lnTo>
                    <a:pt x="2" y="41"/>
                  </a:lnTo>
                  <a:lnTo>
                    <a:pt x="0" y="44"/>
                  </a:lnTo>
                  <a:lnTo>
                    <a:pt x="0" y="54"/>
                  </a:lnTo>
                  <a:lnTo>
                    <a:pt x="2" y="57"/>
                  </a:lnTo>
                  <a:lnTo>
                    <a:pt x="8" y="63"/>
                  </a:lnTo>
                  <a:lnTo>
                    <a:pt x="11" y="65"/>
                  </a:lnTo>
                  <a:lnTo>
                    <a:pt x="21" y="65"/>
                  </a:lnTo>
                  <a:lnTo>
                    <a:pt x="149" y="3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69" name="Google Shape;569;g28abd34dbfa_0_607"/>
            <p:cNvSpPr/>
            <p:nvPr/>
          </p:nvSpPr>
          <p:spPr>
            <a:xfrm>
              <a:off x="4128" y="1704"/>
              <a:ext cx="153" cy="67"/>
            </a:xfrm>
            <a:custGeom>
              <a:avLst/>
              <a:gdLst/>
              <a:ahLst/>
              <a:cxnLst/>
              <a:rect l="l" t="t" r="r" b="b"/>
              <a:pathLst>
                <a:path w="153" h="67" extrusionOk="0">
                  <a:moveTo>
                    <a:pt x="133" y="67"/>
                  </a:moveTo>
                  <a:lnTo>
                    <a:pt x="141" y="67"/>
                  </a:lnTo>
                  <a:lnTo>
                    <a:pt x="146" y="65"/>
                  </a:lnTo>
                  <a:lnTo>
                    <a:pt x="152" y="59"/>
                  </a:lnTo>
                  <a:lnTo>
                    <a:pt x="153" y="56"/>
                  </a:lnTo>
                  <a:lnTo>
                    <a:pt x="153" y="48"/>
                  </a:lnTo>
                  <a:lnTo>
                    <a:pt x="152" y="43"/>
                  </a:lnTo>
                  <a:lnTo>
                    <a:pt x="146" y="37"/>
                  </a:lnTo>
                  <a:lnTo>
                    <a:pt x="142" y="35"/>
                  </a:lnTo>
                  <a:lnTo>
                    <a:pt x="21" y="0"/>
                  </a:lnTo>
                  <a:lnTo>
                    <a:pt x="13" y="0"/>
                  </a:lnTo>
                  <a:lnTo>
                    <a:pt x="8" y="2"/>
                  </a:lnTo>
                  <a:lnTo>
                    <a:pt x="2" y="8"/>
                  </a:lnTo>
                  <a:lnTo>
                    <a:pt x="0" y="11"/>
                  </a:lnTo>
                  <a:lnTo>
                    <a:pt x="0" y="19"/>
                  </a:lnTo>
                  <a:lnTo>
                    <a:pt x="2" y="24"/>
                  </a:lnTo>
                  <a:lnTo>
                    <a:pt x="8" y="30"/>
                  </a:lnTo>
                  <a:lnTo>
                    <a:pt x="11" y="32"/>
                  </a:lnTo>
                  <a:lnTo>
                    <a:pt x="133" y="6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0" name="Google Shape;570;g28abd34dbfa_0_607"/>
            <p:cNvSpPr/>
            <p:nvPr/>
          </p:nvSpPr>
          <p:spPr>
            <a:xfrm>
              <a:off x="4128" y="1745"/>
              <a:ext cx="161" cy="65"/>
            </a:xfrm>
            <a:custGeom>
              <a:avLst/>
              <a:gdLst/>
              <a:ahLst/>
              <a:cxnLst/>
              <a:rect l="l" t="t" r="r" b="b"/>
              <a:pathLst>
                <a:path w="161" h="65" extrusionOk="0">
                  <a:moveTo>
                    <a:pt x="149" y="32"/>
                  </a:moveTo>
                  <a:lnTo>
                    <a:pt x="153" y="30"/>
                  </a:lnTo>
                  <a:lnTo>
                    <a:pt x="160" y="24"/>
                  </a:lnTo>
                  <a:lnTo>
                    <a:pt x="161" y="21"/>
                  </a:lnTo>
                  <a:lnTo>
                    <a:pt x="161" y="13"/>
                  </a:lnTo>
                  <a:lnTo>
                    <a:pt x="160" y="8"/>
                  </a:lnTo>
                  <a:lnTo>
                    <a:pt x="153" y="2"/>
                  </a:lnTo>
                  <a:lnTo>
                    <a:pt x="150" y="0"/>
                  </a:lnTo>
                  <a:lnTo>
                    <a:pt x="142" y="0"/>
                  </a:lnTo>
                  <a:lnTo>
                    <a:pt x="13" y="33"/>
                  </a:lnTo>
                  <a:lnTo>
                    <a:pt x="8" y="35"/>
                  </a:lnTo>
                  <a:lnTo>
                    <a:pt x="2" y="41"/>
                  </a:lnTo>
                  <a:lnTo>
                    <a:pt x="0" y="45"/>
                  </a:lnTo>
                  <a:lnTo>
                    <a:pt x="0" y="52"/>
                  </a:lnTo>
                  <a:lnTo>
                    <a:pt x="2" y="57"/>
                  </a:lnTo>
                  <a:lnTo>
                    <a:pt x="8" y="64"/>
                  </a:lnTo>
                  <a:lnTo>
                    <a:pt x="11" y="65"/>
                  </a:lnTo>
                  <a:lnTo>
                    <a:pt x="19" y="65"/>
                  </a:lnTo>
                  <a:lnTo>
                    <a:pt x="149" y="3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1" name="Google Shape;571;g28abd34dbfa_0_607"/>
            <p:cNvSpPr/>
            <p:nvPr/>
          </p:nvSpPr>
          <p:spPr>
            <a:xfrm>
              <a:off x="4935" y="1720"/>
              <a:ext cx="153" cy="65"/>
            </a:xfrm>
            <a:custGeom>
              <a:avLst/>
              <a:gdLst/>
              <a:ahLst/>
              <a:cxnLst/>
              <a:rect l="l" t="t" r="r" b="b"/>
              <a:pathLst>
                <a:path w="153" h="65" extrusionOk="0">
                  <a:moveTo>
                    <a:pt x="132" y="65"/>
                  </a:moveTo>
                  <a:lnTo>
                    <a:pt x="142" y="65"/>
                  </a:lnTo>
                  <a:lnTo>
                    <a:pt x="145" y="63"/>
                  </a:lnTo>
                  <a:lnTo>
                    <a:pt x="151" y="57"/>
                  </a:lnTo>
                  <a:lnTo>
                    <a:pt x="153" y="54"/>
                  </a:lnTo>
                  <a:lnTo>
                    <a:pt x="153" y="44"/>
                  </a:lnTo>
                  <a:lnTo>
                    <a:pt x="151" y="41"/>
                  </a:lnTo>
                  <a:lnTo>
                    <a:pt x="145" y="35"/>
                  </a:lnTo>
                  <a:lnTo>
                    <a:pt x="142" y="33"/>
                  </a:lnTo>
                  <a:lnTo>
                    <a:pt x="20" y="0"/>
                  </a:lnTo>
                  <a:lnTo>
                    <a:pt x="11" y="0"/>
                  </a:lnTo>
                  <a:lnTo>
                    <a:pt x="8" y="2"/>
                  </a:lnTo>
                  <a:lnTo>
                    <a:pt x="1" y="8"/>
                  </a:lnTo>
                  <a:lnTo>
                    <a:pt x="0" y="11"/>
                  </a:lnTo>
                  <a:lnTo>
                    <a:pt x="0" y="21"/>
                  </a:lnTo>
                  <a:lnTo>
                    <a:pt x="1" y="24"/>
                  </a:lnTo>
                  <a:lnTo>
                    <a:pt x="8" y="30"/>
                  </a:lnTo>
                  <a:lnTo>
                    <a:pt x="11" y="32"/>
                  </a:lnTo>
                  <a:lnTo>
                    <a:pt x="132" y="6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2" name="Google Shape;572;g28abd34dbfa_0_607"/>
            <p:cNvSpPr/>
            <p:nvPr/>
          </p:nvSpPr>
          <p:spPr>
            <a:xfrm>
              <a:off x="4935" y="1760"/>
              <a:ext cx="161" cy="66"/>
            </a:xfrm>
            <a:custGeom>
              <a:avLst/>
              <a:gdLst/>
              <a:ahLst/>
              <a:cxnLst/>
              <a:rect l="l" t="t" r="r" b="b"/>
              <a:pathLst>
                <a:path w="161" h="66" extrusionOk="0">
                  <a:moveTo>
                    <a:pt x="150" y="31"/>
                  </a:moveTo>
                  <a:lnTo>
                    <a:pt x="153" y="30"/>
                  </a:lnTo>
                  <a:lnTo>
                    <a:pt x="159" y="23"/>
                  </a:lnTo>
                  <a:lnTo>
                    <a:pt x="161" y="20"/>
                  </a:lnTo>
                  <a:lnTo>
                    <a:pt x="161" y="11"/>
                  </a:lnTo>
                  <a:lnTo>
                    <a:pt x="159" y="7"/>
                  </a:lnTo>
                  <a:lnTo>
                    <a:pt x="153" y="1"/>
                  </a:lnTo>
                  <a:lnTo>
                    <a:pt x="150" y="0"/>
                  </a:lnTo>
                  <a:lnTo>
                    <a:pt x="140" y="0"/>
                  </a:lnTo>
                  <a:lnTo>
                    <a:pt x="11" y="34"/>
                  </a:lnTo>
                  <a:lnTo>
                    <a:pt x="8" y="36"/>
                  </a:lnTo>
                  <a:lnTo>
                    <a:pt x="1" y="42"/>
                  </a:lnTo>
                  <a:lnTo>
                    <a:pt x="0" y="45"/>
                  </a:lnTo>
                  <a:lnTo>
                    <a:pt x="0" y="55"/>
                  </a:lnTo>
                  <a:lnTo>
                    <a:pt x="1" y="58"/>
                  </a:lnTo>
                  <a:lnTo>
                    <a:pt x="8" y="64"/>
                  </a:lnTo>
                  <a:lnTo>
                    <a:pt x="11" y="66"/>
                  </a:lnTo>
                  <a:lnTo>
                    <a:pt x="20" y="66"/>
                  </a:lnTo>
                  <a:lnTo>
                    <a:pt x="150" y="3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3" name="Google Shape;573;g28abd34dbfa_0_607"/>
            <p:cNvSpPr/>
            <p:nvPr/>
          </p:nvSpPr>
          <p:spPr>
            <a:xfrm>
              <a:off x="3706" y="1921"/>
              <a:ext cx="46" cy="159"/>
            </a:xfrm>
            <a:custGeom>
              <a:avLst/>
              <a:gdLst/>
              <a:ahLst/>
              <a:cxnLst/>
              <a:rect l="l" t="t" r="r" b="b"/>
              <a:pathLst>
                <a:path w="46" h="159" extrusionOk="0">
                  <a:moveTo>
                    <a:pt x="31" y="14"/>
                  </a:moveTo>
                  <a:lnTo>
                    <a:pt x="30" y="9"/>
                  </a:lnTo>
                  <a:lnTo>
                    <a:pt x="28" y="6"/>
                  </a:lnTo>
                  <a:lnTo>
                    <a:pt x="25" y="3"/>
                  </a:lnTo>
                  <a:lnTo>
                    <a:pt x="19" y="0"/>
                  </a:lnTo>
                  <a:lnTo>
                    <a:pt x="14" y="0"/>
                  </a:lnTo>
                  <a:lnTo>
                    <a:pt x="9" y="1"/>
                  </a:lnTo>
                  <a:lnTo>
                    <a:pt x="6" y="3"/>
                  </a:lnTo>
                  <a:lnTo>
                    <a:pt x="3" y="6"/>
                  </a:lnTo>
                  <a:lnTo>
                    <a:pt x="0" y="12"/>
                  </a:lnTo>
                  <a:lnTo>
                    <a:pt x="0" y="17"/>
                  </a:lnTo>
                  <a:lnTo>
                    <a:pt x="14" y="145"/>
                  </a:lnTo>
                  <a:lnTo>
                    <a:pt x="16" y="150"/>
                  </a:lnTo>
                  <a:lnTo>
                    <a:pt x="17" y="153"/>
                  </a:lnTo>
                  <a:lnTo>
                    <a:pt x="20" y="156"/>
                  </a:lnTo>
                  <a:lnTo>
                    <a:pt x="27" y="159"/>
                  </a:lnTo>
                  <a:lnTo>
                    <a:pt x="31" y="159"/>
                  </a:lnTo>
                  <a:lnTo>
                    <a:pt x="36" y="158"/>
                  </a:lnTo>
                  <a:lnTo>
                    <a:pt x="39" y="156"/>
                  </a:lnTo>
                  <a:lnTo>
                    <a:pt x="42" y="153"/>
                  </a:lnTo>
                  <a:lnTo>
                    <a:pt x="46" y="147"/>
                  </a:lnTo>
                  <a:lnTo>
                    <a:pt x="46" y="142"/>
                  </a:lnTo>
                  <a:lnTo>
                    <a:pt x="31" y="1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4" name="Google Shape;574;g28abd34dbfa_0_607"/>
            <p:cNvSpPr/>
            <p:nvPr/>
          </p:nvSpPr>
          <p:spPr>
            <a:xfrm>
              <a:off x="3699" y="1927"/>
              <a:ext cx="119" cy="112"/>
            </a:xfrm>
            <a:custGeom>
              <a:avLst/>
              <a:gdLst/>
              <a:ahLst/>
              <a:cxnLst/>
              <a:rect l="l" t="t" r="r" b="b"/>
              <a:pathLst>
                <a:path w="119" h="112" extrusionOk="0">
                  <a:moveTo>
                    <a:pt x="27" y="5"/>
                  </a:moveTo>
                  <a:lnTo>
                    <a:pt x="24" y="2"/>
                  </a:lnTo>
                  <a:lnTo>
                    <a:pt x="19" y="0"/>
                  </a:lnTo>
                  <a:lnTo>
                    <a:pt x="12" y="0"/>
                  </a:lnTo>
                  <a:lnTo>
                    <a:pt x="8" y="3"/>
                  </a:lnTo>
                  <a:lnTo>
                    <a:pt x="5" y="5"/>
                  </a:lnTo>
                  <a:lnTo>
                    <a:pt x="2" y="8"/>
                  </a:lnTo>
                  <a:lnTo>
                    <a:pt x="0" y="13"/>
                  </a:lnTo>
                  <a:lnTo>
                    <a:pt x="0" y="21"/>
                  </a:lnTo>
                  <a:lnTo>
                    <a:pt x="4" y="24"/>
                  </a:lnTo>
                  <a:lnTo>
                    <a:pt x="5" y="27"/>
                  </a:lnTo>
                  <a:lnTo>
                    <a:pt x="92" y="108"/>
                  </a:lnTo>
                  <a:lnTo>
                    <a:pt x="95" y="111"/>
                  </a:lnTo>
                  <a:lnTo>
                    <a:pt x="100" y="112"/>
                  </a:lnTo>
                  <a:lnTo>
                    <a:pt x="108" y="112"/>
                  </a:lnTo>
                  <a:lnTo>
                    <a:pt x="111" y="109"/>
                  </a:lnTo>
                  <a:lnTo>
                    <a:pt x="114" y="108"/>
                  </a:lnTo>
                  <a:lnTo>
                    <a:pt x="117" y="104"/>
                  </a:lnTo>
                  <a:lnTo>
                    <a:pt x="119" y="100"/>
                  </a:lnTo>
                  <a:lnTo>
                    <a:pt x="119" y="92"/>
                  </a:lnTo>
                  <a:lnTo>
                    <a:pt x="116" y="89"/>
                  </a:lnTo>
                  <a:lnTo>
                    <a:pt x="114" y="85"/>
                  </a:lnTo>
                  <a:lnTo>
                    <a:pt x="27" y="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5" name="Google Shape;575;g28abd34dbfa_0_607"/>
            <p:cNvSpPr/>
            <p:nvPr/>
          </p:nvSpPr>
          <p:spPr>
            <a:xfrm>
              <a:off x="2902" y="1910"/>
              <a:ext cx="40" cy="178"/>
            </a:xfrm>
            <a:custGeom>
              <a:avLst/>
              <a:gdLst/>
              <a:ahLst/>
              <a:cxnLst/>
              <a:rect l="l" t="t" r="r" b="b"/>
              <a:pathLst>
                <a:path w="40" h="178" extrusionOk="0">
                  <a:moveTo>
                    <a:pt x="32" y="14"/>
                  </a:moveTo>
                  <a:lnTo>
                    <a:pt x="32" y="11"/>
                  </a:lnTo>
                  <a:lnTo>
                    <a:pt x="29" y="8"/>
                  </a:lnTo>
                  <a:lnTo>
                    <a:pt x="27" y="4"/>
                  </a:lnTo>
                  <a:lnTo>
                    <a:pt x="24" y="1"/>
                  </a:lnTo>
                  <a:lnTo>
                    <a:pt x="19" y="0"/>
                  </a:lnTo>
                  <a:lnTo>
                    <a:pt x="11" y="0"/>
                  </a:lnTo>
                  <a:lnTo>
                    <a:pt x="8" y="3"/>
                  </a:lnTo>
                  <a:lnTo>
                    <a:pt x="5" y="4"/>
                  </a:lnTo>
                  <a:lnTo>
                    <a:pt x="2" y="8"/>
                  </a:lnTo>
                  <a:lnTo>
                    <a:pt x="0" y="12"/>
                  </a:lnTo>
                  <a:lnTo>
                    <a:pt x="0" y="17"/>
                  </a:lnTo>
                  <a:lnTo>
                    <a:pt x="8" y="164"/>
                  </a:lnTo>
                  <a:lnTo>
                    <a:pt x="8" y="167"/>
                  </a:lnTo>
                  <a:lnTo>
                    <a:pt x="11" y="170"/>
                  </a:lnTo>
                  <a:lnTo>
                    <a:pt x="13" y="174"/>
                  </a:lnTo>
                  <a:lnTo>
                    <a:pt x="16" y="177"/>
                  </a:lnTo>
                  <a:lnTo>
                    <a:pt x="21" y="178"/>
                  </a:lnTo>
                  <a:lnTo>
                    <a:pt x="29" y="178"/>
                  </a:lnTo>
                  <a:lnTo>
                    <a:pt x="32" y="175"/>
                  </a:lnTo>
                  <a:lnTo>
                    <a:pt x="35" y="174"/>
                  </a:lnTo>
                  <a:lnTo>
                    <a:pt x="38" y="170"/>
                  </a:lnTo>
                  <a:lnTo>
                    <a:pt x="40" y="166"/>
                  </a:lnTo>
                  <a:lnTo>
                    <a:pt x="40" y="161"/>
                  </a:lnTo>
                  <a:lnTo>
                    <a:pt x="32" y="1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6" name="Google Shape;576;g28abd34dbfa_0_607"/>
            <p:cNvSpPr/>
            <p:nvPr/>
          </p:nvSpPr>
          <p:spPr>
            <a:xfrm>
              <a:off x="2896" y="1922"/>
              <a:ext cx="112" cy="133"/>
            </a:xfrm>
            <a:custGeom>
              <a:avLst/>
              <a:gdLst/>
              <a:ahLst/>
              <a:cxnLst/>
              <a:rect l="l" t="t" r="r" b="b"/>
              <a:pathLst>
                <a:path w="112" h="133" extrusionOk="0">
                  <a:moveTo>
                    <a:pt x="29" y="7"/>
                  </a:moveTo>
                  <a:lnTo>
                    <a:pt x="25" y="4"/>
                  </a:lnTo>
                  <a:lnTo>
                    <a:pt x="22" y="2"/>
                  </a:lnTo>
                  <a:lnTo>
                    <a:pt x="17" y="0"/>
                  </a:lnTo>
                  <a:lnTo>
                    <a:pt x="14" y="0"/>
                  </a:lnTo>
                  <a:lnTo>
                    <a:pt x="10" y="2"/>
                  </a:lnTo>
                  <a:lnTo>
                    <a:pt x="6" y="4"/>
                  </a:lnTo>
                  <a:lnTo>
                    <a:pt x="3" y="7"/>
                  </a:lnTo>
                  <a:lnTo>
                    <a:pt x="2" y="10"/>
                  </a:lnTo>
                  <a:lnTo>
                    <a:pt x="0" y="15"/>
                  </a:lnTo>
                  <a:lnTo>
                    <a:pt x="0" y="18"/>
                  </a:lnTo>
                  <a:lnTo>
                    <a:pt x="2" y="22"/>
                  </a:lnTo>
                  <a:lnTo>
                    <a:pt x="3" y="26"/>
                  </a:lnTo>
                  <a:lnTo>
                    <a:pt x="84" y="127"/>
                  </a:lnTo>
                  <a:lnTo>
                    <a:pt x="87" y="130"/>
                  </a:lnTo>
                  <a:lnTo>
                    <a:pt x="90" y="132"/>
                  </a:lnTo>
                  <a:lnTo>
                    <a:pt x="95" y="133"/>
                  </a:lnTo>
                  <a:lnTo>
                    <a:pt x="98" y="133"/>
                  </a:lnTo>
                  <a:lnTo>
                    <a:pt x="103" y="132"/>
                  </a:lnTo>
                  <a:lnTo>
                    <a:pt x="106" y="130"/>
                  </a:lnTo>
                  <a:lnTo>
                    <a:pt x="109" y="127"/>
                  </a:lnTo>
                  <a:lnTo>
                    <a:pt x="111" y="124"/>
                  </a:lnTo>
                  <a:lnTo>
                    <a:pt x="112" y="119"/>
                  </a:lnTo>
                  <a:lnTo>
                    <a:pt x="112" y="116"/>
                  </a:lnTo>
                  <a:lnTo>
                    <a:pt x="111" y="111"/>
                  </a:lnTo>
                  <a:lnTo>
                    <a:pt x="109" y="108"/>
                  </a:lnTo>
                  <a:lnTo>
                    <a:pt x="29" y="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nvGrpSpPr>
            <p:cNvPr id="577" name="Google Shape;577;g28abd34dbfa_0_607"/>
            <p:cNvGrpSpPr/>
            <p:nvPr/>
          </p:nvGrpSpPr>
          <p:grpSpPr>
            <a:xfrm>
              <a:off x="2815" y="1222"/>
              <a:ext cx="525" cy="383"/>
              <a:chOff x="2815" y="1222"/>
              <a:chExt cx="525" cy="383"/>
            </a:xfrm>
          </p:grpSpPr>
          <p:sp>
            <p:nvSpPr>
              <p:cNvPr id="578" name="Google Shape;578;g28abd34dbfa_0_607"/>
              <p:cNvSpPr/>
              <p:nvPr/>
            </p:nvSpPr>
            <p:spPr>
              <a:xfrm>
                <a:off x="2815" y="1257"/>
                <a:ext cx="241" cy="343"/>
              </a:xfrm>
              <a:custGeom>
                <a:avLst/>
                <a:gdLst/>
                <a:ahLst/>
                <a:cxnLst/>
                <a:rect l="l" t="t" r="r" b="b"/>
                <a:pathLst>
                  <a:path w="241" h="343" extrusionOk="0">
                    <a:moveTo>
                      <a:pt x="176" y="318"/>
                    </a:moveTo>
                    <a:lnTo>
                      <a:pt x="174" y="321"/>
                    </a:lnTo>
                    <a:lnTo>
                      <a:pt x="173" y="325"/>
                    </a:lnTo>
                    <a:lnTo>
                      <a:pt x="173" y="330"/>
                    </a:lnTo>
                    <a:lnTo>
                      <a:pt x="176" y="337"/>
                    </a:lnTo>
                    <a:lnTo>
                      <a:pt x="179" y="340"/>
                    </a:lnTo>
                    <a:lnTo>
                      <a:pt x="182" y="341"/>
                    </a:lnTo>
                    <a:lnTo>
                      <a:pt x="187" y="343"/>
                    </a:lnTo>
                    <a:lnTo>
                      <a:pt x="192" y="343"/>
                    </a:lnTo>
                    <a:lnTo>
                      <a:pt x="198" y="340"/>
                    </a:lnTo>
                    <a:lnTo>
                      <a:pt x="201" y="337"/>
                    </a:lnTo>
                    <a:lnTo>
                      <a:pt x="204" y="330"/>
                    </a:lnTo>
                    <a:lnTo>
                      <a:pt x="206" y="327"/>
                    </a:lnTo>
                    <a:lnTo>
                      <a:pt x="208" y="325"/>
                    </a:lnTo>
                    <a:lnTo>
                      <a:pt x="214" y="313"/>
                    </a:lnTo>
                    <a:lnTo>
                      <a:pt x="215" y="308"/>
                    </a:lnTo>
                    <a:lnTo>
                      <a:pt x="219" y="302"/>
                    </a:lnTo>
                    <a:lnTo>
                      <a:pt x="220" y="297"/>
                    </a:lnTo>
                    <a:lnTo>
                      <a:pt x="222" y="294"/>
                    </a:lnTo>
                    <a:lnTo>
                      <a:pt x="225" y="284"/>
                    </a:lnTo>
                    <a:lnTo>
                      <a:pt x="227" y="281"/>
                    </a:lnTo>
                    <a:lnTo>
                      <a:pt x="228" y="276"/>
                    </a:lnTo>
                    <a:lnTo>
                      <a:pt x="231" y="270"/>
                    </a:lnTo>
                    <a:lnTo>
                      <a:pt x="231" y="265"/>
                    </a:lnTo>
                    <a:lnTo>
                      <a:pt x="234" y="256"/>
                    </a:lnTo>
                    <a:lnTo>
                      <a:pt x="234" y="251"/>
                    </a:lnTo>
                    <a:lnTo>
                      <a:pt x="236" y="246"/>
                    </a:lnTo>
                    <a:lnTo>
                      <a:pt x="236" y="243"/>
                    </a:lnTo>
                    <a:lnTo>
                      <a:pt x="238" y="239"/>
                    </a:lnTo>
                    <a:lnTo>
                      <a:pt x="238" y="229"/>
                    </a:lnTo>
                    <a:lnTo>
                      <a:pt x="239" y="224"/>
                    </a:lnTo>
                    <a:lnTo>
                      <a:pt x="239" y="197"/>
                    </a:lnTo>
                    <a:lnTo>
                      <a:pt x="241" y="189"/>
                    </a:lnTo>
                    <a:lnTo>
                      <a:pt x="239" y="182"/>
                    </a:lnTo>
                    <a:lnTo>
                      <a:pt x="239" y="163"/>
                    </a:lnTo>
                    <a:lnTo>
                      <a:pt x="236" y="144"/>
                    </a:lnTo>
                    <a:lnTo>
                      <a:pt x="230" y="110"/>
                    </a:lnTo>
                    <a:lnTo>
                      <a:pt x="223" y="95"/>
                    </a:lnTo>
                    <a:lnTo>
                      <a:pt x="217" y="79"/>
                    </a:lnTo>
                    <a:lnTo>
                      <a:pt x="208" y="58"/>
                    </a:lnTo>
                    <a:lnTo>
                      <a:pt x="198" y="46"/>
                    </a:lnTo>
                    <a:lnTo>
                      <a:pt x="195" y="41"/>
                    </a:lnTo>
                    <a:lnTo>
                      <a:pt x="190" y="36"/>
                    </a:lnTo>
                    <a:lnTo>
                      <a:pt x="187" y="31"/>
                    </a:lnTo>
                    <a:lnTo>
                      <a:pt x="179" y="23"/>
                    </a:lnTo>
                    <a:lnTo>
                      <a:pt x="174" y="20"/>
                    </a:lnTo>
                    <a:lnTo>
                      <a:pt x="170" y="16"/>
                    </a:lnTo>
                    <a:lnTo>
                      <a:pt x="162" y="11"/>
                    </a:lnTo>
                    <a:lnTo>
                      <a:pt x="157" y="9"/>
                    </a:lnTo>
                    <a:lnTo>
                      <a:pt x="152" y="6"/>
                    </a:lnTo>
                    <a:lnTo>
                      <a:pt x="146" y="3"/>
                    </a:lnTo>
                    <a:lnTo>
                      <a:pt x="133" y="0"/>
                    </a:lnTo>
                    <a:lnTo>
                      <a:pt x="106" y="0"/>
                    </a:lnTo>
                    <a:lnTo>
                      <a:pt x="94" y="3"/>
                    </a:lnTo>
                    <a:lnTo>
                      <a:pt x="87" y="6"/>
                    </a:lnTo>
                    <a:lnTo>
                      <a:pt x="83" y="9"/>
                    </a:lnTo>
                    <a:lnTo>
                      <a:pt x="78" y="11"/>
                    </a:lnTo>
                    <a:lnTo>
                      <a:pt x="70" y="16"/>
                    </a:lnTo>
                    <a:lnTo>
                      <a:pt x="65" y="20"/>
                    </a:lnTo>
                    <a:lnTo>
                      <a:pt x="60" y="23"/>
                    </a:lnTo>
                    <a:lnTo>
                      <a:pt x="53" y="31"/>
                    </a:lnTo>
                    <a:lnTo>
                      <a:pt x="49" y="36"/>
                    </a:lnTo>
                    <a:lnTo>
                      <a:pt x="45" y="41"/>
                    </a:lnTo>
                    <a:lnTo>
                      <a:pt x="42" y="46"/>
                    </a:lnTo>
                    <a:lnTo>
                      <a:pt x="32" y="58"/>
                    </a:lnTo>
                    <a:lnTo>
                      <a:pt x="23" y="79"/>
                    </a:lnTo>
                    <a:lnTo>
                      <a:pt x="16" y="95"/>
                    </a:lnTo>
                    <a:lnTo>
                      <a:pt x="10" y="110"/>
                    </a:lnTo>
                    <a:lnTo>
                      <a:pt x="4" y="144"/>
                    </a:lnTo>
                    <a:lnTo>
                      <a:pt x="0" y="163"/>
                    </a:lnTo>
                    <a:lnTo>
                      <a:pt x="0" y="224"/>
                    </a:lnTo>
                    <a:lnTo>
                      <a:pt x="2" y="229"/>
                    </a:lnTo>
                    <a:lnTo>
                      <a:pt x="2" y="237"/>
                    </a:lnTo>
                    <a:lnTo>
                      <a:pt x="4" y="242"/>
                    </a:lnTo>
                    <a:lnTo>
                      <a:pt x="4" y="245"/>
                    </a:lnTo>
                    <a:lnTo>
                      <a:pt x="5" y="250"/>
                    </a:lnTo>
                    <a:lnTo>
                      <a:pt x="5" y="253"/>
                    </a:lnTo>
                    <a:lnTo>
                      <a:pt x="8" y="262"/>
                    </a:lnTo>
                    <a:lnTo>
                      <a:pt x="8" y="265"/>
                    </a:lnTo>
                    <a:lnTo>
                      <a:pt x="10" y="269"/>
                    </a:lnTo>
                    <a:lnTo>
                      <a:pt x="10" y="273"/>
                    </a:lnTo>
                    <a:lnTo>
                      <a:pt x="13" y="280"/>
                    </a:lnTo>
                    <a:lnTo>
                      <a:pt x="15" y="284"/>
                    </a:lnTo>
                    <a:lnTo>
                      <a:pt x="16" y="288"/>
                    </a:lnTo>
                    <a:lnTo>
                      <a:pt x="16" y="292"/>
                    </a:lnTo>
                    <a:lnTo>
                      <a:pt x="27" y="314"/>
                    </a:lnTo>
                    <a:lnTo>
                      <a:pt x="29" y="321"/>
                    </a:lnTo>
                    <a:lnTo>
                      <a:pt x="35" y="327"/>
                    </a:lnTo>
                    <a:lnTo>
                      <a:pt x="32" y="324"/>
                    </a:lnTo>
                    <a:lnTo>
                      <a:pt x="38" y="330"/>
                    </a:lnTo>
                    <a:lnTo>
                      <a:pt x="42" y="332"/>
                    </a:lnTo>
                    <a:lnTo>
                      <a:pt x="51" y="332"/>
                    </a:lnTo>
                    <a:lnTo>
                      <a:pt x="54" y="330"/>
                    </a:lnTo>
                    <a:lnTo>
                      <a:pt x="60" y="324"/>
                    </a:lnTo>
                    <a:lnTo>
                      <a:pt x="62" y="321"/>
                    </a:lnTo>
                    <a:lnTo>
                      <a:pt x="62" y="311"/>
                    </a:lnTo>
                    <a:lnTo>
                      <a:pt x="60" y="308"/>
                    </a:lnTo>
                    <a:lnTo>
                      <a:pt x="57" y="305"/>
                    </a:lnTo>
                    <a:lnTo>
                      <a:pt x="56" y="302"/>
                    </a:lnTo>
                    <a:lnTo>
                      <a:pt x="48" y="286"/>
                    </a:lnTo>
                    <a:lnTo>
                      <a:pt x="48" y="281"/>
                    </a:lnTo>
                    <a:lnTo>
                      <a:pt x="43" y="272"/>
                    </a:lnTo>
                    <a:lnTo>
                      <a:pt x="42" y="267"/>
                    </a:lnTo>
                    <a:lnTo>
                      <a:pt x="42" y="262"/>
                    </a:lnTo>
                    <a:lnTo>
                      <a:pt x="40" y="259"/>
                    </a:lnTo>
                    <a:lnTo>
                      <a:pt x="40" y="256"/>
                    </a:lnTo>
                    <a:lnTo>
                      <a:pt x="37" y="246"/>
                    </a:lnTo>
                    <a:lnTo>
                      <a:pt x="37" y="243"/>
                    </a:lnTo>
                    <a:lnTo>
                      <a:pt x="35" y="239"/>
                    </a:lnTo>
                    <a:lnTo>
                      <a:pt x="35" y="235"/>
                    </a:lnTo>
                    <a:lnTo>
                      <a:pt x="34" y="231"/>
                    </a:lnTo>
                    <a:lnTo>
                      <a:pt x="34" y="223"/>
                    </a:lnTo>
                    <a:lnTo>
                      <a:pt x="32" y="218"/>
                    </a:lnTo>
                    <a:lnTo>
                      <a:pt x="32" y="193"/>
                    </a:lnTo>
                    <a:lnTo>
                      <a:pt x="32" y="166"/>
                    </a:lnTo>
                    <a:lnTo>
                      <a:pt x="34" y="159"/>
                    </a:lnTo>
                    <a:lnTo>
                      <a:pt x="35" y="150"/>
                    </a:lnTo>
                    <a:lnTo>
                      <a:pt x="42" y="120"/>
                    </a:lnTo>
                    <a:lnTo>
                      <a:pt x="45" y="112"/>
                    </a:lnTo>
                    <a:lnTo>
                      <a:pt x="45" y="104"/>
                    </a:lnTo>
                    <a:lnTo>
                      <a:pt x="48" y="99"/>
                    </a:lnTo>
                    <a:lnTo>
                      <a:pt x="51" y="91"/>
                    </a:lnTo>
                    <a:lnTo>
                      <a:pt x="60" y="74"/>
                    </a:lnTo>
                    <a:lnTo>
                      <a:pt x="62" y="71"/>
                    </a:lnTo>
                    <a:lnTo>
                      <a:pt x="67" y="65"/>
                    </a:lnTo>
                    <a:lnTo>
                      <a:pt x="70" y="60"/>
                    </a:lnTo>
                    <a:lnTo>
                      <a:pt x="75" y="55"/>
                    </a:lnTo>
                    <a:lnTo>
                      <a:pt x="78" y="50"/>
                    </a:lnTo>
                    <a:lnTo>
                      <a:pt x="79" y="49"/>
                    </a:lnTo>
                    <a:lnTo>
                      <a:pt x="84" y="46"/>
                    </a:lnTo>
                    <a:lnTo>
                      <a:pt x="89" y="41"/>
                    </a:lnTo>
                    <a:lnTo>
                      <a:pt x="91" y="39"/>
                    </a:lnTo>
                    <a:lnTo>
                      <a:pt x="95" y="38"/>
                    </a:lnTo>
                    <a:lnTo>
                      <a:pt x="100" y="35"/>
                    </a:lnTo>
                    <a:lnTo>
                      <a:pt x="103" y="35"/>
                    </a:lnTo>
                    <a:lnTo>
                      <a:pt x="110" y="33"/>
                    </a:lnTo>
                    <a:lnTo>
                      <a:pt x="113" y="31"/>
                    </a:lnTo>
                    <a:lnTo>
                      <a:pt x="121" y="31"/>
                    </a:lnTo>
                    <a:lnTo>
                      <a:pt x="127" y="31"/>
                    </a:lnTo>
                    <a:lnTo>
                      <a:pt x="130" y="33"/>
                    </a:lnTo>
                    <a:lnTo>
                      <a:pt x="136" y="35"/>
                    </a:lnTo>
                    <a:lnTo>
                      <a:pt x="140" y="35"/>
                    </a:lnTo>
                    <a:lnTo>
                      <a:pt x="144" y="38"/>
                    </a:lnTo>
                    <a:lnTo>
                      <a:pt x="149" y="39"/>
                    </a:lnTo>
                    <a:lnTo>
                      <a:pt x="151" y="41"/>
                    </a:lnTo>
                    <a:lnTo>
                      <a:pt x="155" y="46"/>
                    </a:lnTo>
                    <a:lnTo>
                      <a:pt x="160" y="49"/>
                    </a:lnTo>
                    <a:lnTo>
                      <a:pt x="162" y="50"/>
                    </a:lnTo>
                    <a:lnTo>
                      <a:pt x="165" y="55"/>
                    </a:lnTo>
                    <a:lnTo>
                      <a:pt x="170" y="60"/>
                    </a:lnTo>
                    <a:lnTo>
                      <a:pt x="173" y="65"/>
                    </a:lnTo>
                    <a:lnTo>
                      <a:pt x="178" y="71"/>
                    </a:lnTo>
                    <a:lnTo>
                      <a:pt x="179" y="74"/>
                    </a:lnTo>
                    <a:lnTo>
                      <a:pt x="189" y="91"/>
                    </a:lnTo>
                    <a:lnTo>
                      <a:pt x="192" y="99"/>
                    </a:lnTo>
                    <a:lnTo>
                      <a:pt x="195" y="104"/>
                    </a:lnTo>
                    <a:lnTo>
                      <a:pt x="195" y="112"/>
                    </a:lnTo>
                    <a:lnTo>
                      <a:pt x="198" y="120"/>
                    </a:lnTo>
                    <a:lnTo>
                      <a:pt x="204" y="150"/>
                    </a:lnTo>
                    <a:lnTo>
                      <a:pt x="206" y="159"/>
                    </a:lnTo>
                    <a:lnTo>
                      <a:pt x="208" y="166"/>
                    </a:lnTo>
                    <a:lnTo>
                      <a:pt x="208" y="185"/>
                    </a:lnTo>
                    <a:lnTo>
                      <a:pt x="209" y="196"/>
                    </a:lnTo>
                    <a:lnTo>
                      <a:pt x="211" y="188"/>
                    </a:lnTo>
                    <a:lnTo>
                      <a:pt x="208" y="194"/>
                    </a:lnTo>
                    <a:lnTo>
                      <a:pt x="208" y="218"/>
                    </a:lnTo>
                    <a:lnTo>
                      <a:pt x="206" y="223"/>
                    </a:lnTo>
                    <a:lnTo>
                      <a:pt x="206" y="232"/>
                    </a:lnTo>
                    <a:lnTo>
                      <a:pt x="204" y="237"/>
                    </a:lnTo>
                    <a:lnTo>
                      <a:pt x="204" y="240"/>
                    </a:lnTo>
                    <a:lnTo>
                      <a:pt x="203" y="245"/>
                    </a:lnTo>
                    <a:lnTo>
                      <a:pt x="203" y="250"/>
                    </a:lnTo>
                    <a:lnTo>
                      <a:pt x="200" y="259"/>
                    </a:lnTo>
                    <a:lnTo>
                      <a:pt x="200" y="264"/>
                    </a:lnTo>
                    <a:lnTo>
                      <a:pt x="198" y="269"/>
                    </a:lnTo>
                    <a:lnTo>
                      <a:pt x="197" y="272"/>
                    </a:lnTo>
                    <a:lnTo>
                      <a:pt x="193" y="281"/>
                    </a:lnTo>
                    <a:lnTo>
                      <a:pt x="192" y="284"/>
                    </a:lnTo>
                    <a:lnTo>
                      <a:pt x="190" y="289"/>
                    </a:lnTo>
                    <a:lnTo>
                      <a:pt x="187" y="295"/>
                    </a:lnTo>
                    <a:lnTo>
                      <a:pt x="185" y="300"/>
                    </a:lnTo>
                    <a:lnTo>
                      <a:pt x="182" y="306"/>
                    </a:lnTo>
                    <a:lnTo>
                      <a:pt x="178" y="311"/>
                    </a:lnTo>
                    <a:lnTo>
                      <a:pt x="176" y="318"/>
                    </a:lnTo>
                    <a:lnTo>
                      <a:pt x="174" y="321"/>
                    </a:lnTo>
                    <a:lnTo>
                      <a:pt x="176" y="318"/>
                    </a:lnTo>
                    <a:close/>
                  </a:path>
                </a:pathLst>
              </a:custGeom>
              <a:solidFill>
                <a:schemeClr val="dk2"/>
              </a:solidFill>
              <a:ln w="127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79" name="Google Shape;579;g28abd34dbfa_0_607"/>
              <p:cNvSpPr/>
              <p:nvPr/>
            </p:nvSpPr>
            <p:spPr>
              <a:xfrm>
                <a:off x="3040" y="122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Arial"/>
                    <a:ea typeface="Arial"/>
                    <a:cs typeface="Arial"/>
                    <a:sym typeface="Arial"/>
                  </a:rPr>
                  <a:t>0/0</a:t>
                </a:r>
                <a:endParaRPr sz="2800" b="1" i="0" u="none" strike="noStrike" cap="none">
                  <a:solidFill>
                    <a:schemeClr val="dk1"/>
                  </a:solidFill>
                  <a:latin typeface="Times New Roman"/>
                  <a:ea typeface="Times New Roman"/>
                  <a:cs typeface="Times New Roman"/>
                  <a:sym typeface="Times New Roman"/>
                </a:endParaRPr>
              </a:p>
            </p:txBody>
          </p:sp>
          <p:sp>
            <p:nvSpPr>
              <p:cNvPr id="580" name="Google Shape;580;g28abd34dbfa_0_607"/>
              <p:cNvSpPr/>
              <p:nvPr/>
            </p:nvSpPr>
            <p:spPr>
              <a:xfrm>
                <a:off x="2980" y="1473"/>
                <a:ext cx="36" cy="125"/>
              </a:xfrm>
              <a:custGeom>
                <a:avLst/>
                <a:gdLst/>
                <a:ahLst/>
                <a:cxnLst/>
                <a:rect l="l" t="t" r="r" b="b"/>
                <a:pathLst>
                  <a:path w="36" h="125" extrusionOk="0">
                    <a:moveTo>
                      <a:pt x="0" y="108"/>
                    </a:moveTo>
                    <a:lnTo>
                      <a:pt x="0" y="113"/>
                    </a:lnTo>
                    <a:lnTo>
                      <a:pt x="1" y="117"/>
                    </a:lnTo>
                    <a:lnTo>
                      <a:pt x="5" y="121"/>
                    </a:lnTo>
                    <a:lnTo>
                      <a:pt x="8" y="122"/>
                    </a:lnTo>
                    <a:lnTo>
                      <a:pt x="11" y="125"/>
                    </a:lnTo>
                    <a:lnTo>
                      <a:pt x="19" y="125"/>
                    </a:lnTo>
                    <a:lnTo>
                      <a:pt x="24" y="124"/>
                    </a:lnTo>
                    <a:lnTo>
                      <a:pt x="27" y="121"/>
                    </a:lnTo>
                    <a:lnTo>
                      <a:pt x="28" y="117"/>
                    </a:lnTo>
                    <a:lnTo>
                      <a:pt x="32" y="114"/>
                    </a:lnTo>
                    <a:lnTo>
                      <a:pt x="32" y="111"/>
                    </a:lnTo>
                    <a:lnTo>
                      <a:pt x="36" y="18"/>
                    </a:lnTo>
                    <a:lnTo>
                      <a:pt x="36" y="13"/>
                    </a:lnTo>
                    <a:lnTo>
                      <a:pt x="35" y="8"/>
                    </a:lnTo>
                    <a:lnTo>
                      <a:pt x="32" y="5"/>
                    </a:lnTo>
                    <a:lnTo>
                      <a:pt x="28" y="4"/>
                    </a:lnTo>
                    <a:lnTo>
                      <a:pt x="25" y="0"/>
                    </a:lnTo>
                    <a:lnTo>
                      <a:pt x="17" y="0"/>
                    </a:lnTo>
                    <a:lnTo>
                      <a:pt x="13" y="2"/>
                    </a:lnTo>
                    <a:lnTo>
                      <a:pt x="9" y="5"/>
                    </a:lnTo>
                    <a:lnTo>
                      <a:pt x="8" y="8"/>
                    </a:lnTo>
                    <a:lnTo>
                      <a:pt x="5" y="11"/>
                    </a:lnTo>
                    <a:lnTo>
                      <a:pt x="5" y="15"/>
                    </a:lnTo>
                    <a:lnTo>
                      <a:pt x="0" y="1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81" name="Google Shape;581;g28abd34dbfa_0_607"/>
              <p:cNvSpPr/>
              <p:nvPr/>
            </p:nvSpPr>
            <p:spPr>
              <a:xfrm>
                <a:off x="2985" y="1494"/>
                <a:ext cx="96" cy="111"/>
              </a:xfrm>
              <a:custGeom>
                <a:avLst/>
                <a:gdLst/>
                <a:ahLst/>
                <a:cxnLst/>
                <a:rect l="l" t="t" r="r" b="b"/>
                <a:pathLst>
                  <a:path w="96" h="111" extrusionOk="0">
                    <a:moveTo>
                      <a:pt x="3" y="85"/>
                    </a:moveTo>
                    <a:lnTo>
                      <a:pt x="0" y="92"/>
                    </a:lnTo>
                    <a:lnTo>
                      <a:pt x="0" y="96"/>
                    </a:lnTo>
                    <a:lnTo>
                      <a:pt x="1" y="101"/>
                    </a:lnTo>
                    <a:lnTo>
                      <a:pt x="3" y="104"/>
                    </a:lnTo>
                    <a:lnTo>
                      <a:pt x="6" y="107"/>
                    </a:lnTo>
                    <a:lnTo>
                      <a:pt x="12" y="111"/>
                    </a:lnTo>
                    <a:lnTo>
                      <a:pt x="17" y="111"/>
                    </a:lnTo>
                    <a:lnTo>
                      <a:pt x="22" y="109"/>
                    </a:lnTo>
                    <a:lnTo>
                      <a:pt x="25" y="107"/>
                    </a:lnTo>
                    <a:lnTo>
                      <a:pt x="28" y="104"/>
                    </a:lnTo>
                    <a:lnTo>
                      <a:pt x="93" y="25"/>
                    </a:lnTo>
                    <a:lnTo>
                      <a:pt x="96" y="19"/>
                    </a:lnTo>
                    <a:lnTo>
                      <a:pt x="96" y="14"/>
                    </a:lnTo>
                    <a:lnTo>
                      <a:pt x="95" y="9"/>
                    </a:lnTo>
                    <a:lnTo>
                      <a:pt x="93" y="6"/>
                    </a:lnTo>
                    <a:lnTo>
                      <a:pt x="90" y="3"/>
                    </a:lnTo>
                    <a:lnTo>
                      <a:pt x="83" y="0"/>
                    </a:lnTo>
                    <a:lnTo>
                      <a:pt x="79" y="0"/>
                    </a:lnTo>
                    <a:lnTo>
                      <a:pt x="74" y="2"/>
                    </a:lnTo>
                    <a:lnTo>
                      <a:pt x="71" y="3"/>
                    </a:lnTo>
                    <a:lnTo>
                      <a:pt x="68" y="6"/>
                    </a:lnTo>
                    <a:lnTo>
                      <a:pt x="3" y="85"/>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582" name="Google Shape;582;g28abd34dbfa_0_607"/>
            <p:cNvSpPr/>
            <p:nvPr/>
          </p:nvSpPr>
          <p:spPr>
            <a:xfrm>
              <a:off x="4547" y="1494"/>
              <a:ext cx="32" cy="125"/>
            </a:xfrm>
            <a:custGeom>
              <a:avLst/>
              <a:gdLst/>
              <a:ahLst/>
              <a:cxnLst/>
              <a:rect l="l" t="t" r="r" b="b"/>
              <a:pathLst>
                <a:path w="32" h="125" extrusionOk="0">
                  <a:moveTo>
                    <a:pt x="0" y="109"/>
                  </a:moveTo>
                  <a:lnTo>
                    <a:pt x="0" y="114"/>
                  </a:lnTo>
                  <a:lnTo>
                    <a:pt x="2" y="117"/>
                  </a:lnTo>
                  <a:lnTo>
                    <a:pt x="8" y="123"/>
                  </a:lnTo>
                  <a:lnTo>
                    <a:pt x="11" y="125"/>
                  </a:lnTo>
                  <a:lnTo>
                    <a:pt x="21" y="125"/>
                  </a:lnTo>
                  <a:lnTo>
                    <a:pt x="24" y="123"/>
                  </a:lnTo>
                  <a:lnTo>
                    <a:pt x="30" y="117"/>
                  </a:lnTo>
                  <a:lnTo>
                    <a:pt x="32" y="114"/>
                  </a:lnTo>
                  <a:lnTo>
                    <a:pt x="32" y="11"/>
                  </a:lnTo>
                  <a:lnTo>
                    <a:pt x="30" y="8"/>
                  </a:lnTo>
                  <a:lnTo>
                    <a:pt x="24" y="2"/>
                  </a:lnTo>
                  <a:lnTo>
                    <a:pt x="21" y="0"/>
                  </a:lnTo>
                  <a:lnTo>
                    <a:pt x="11" y="0"/>
                  </a:lnTo>
                  <a:lnTo>
                    <a:pt x="8" y="2"/>
                  </a:lnTo>
                  <a:lnTo>
                    <a:pt x="2" y="8"/>
                  </a:lnTo>
                  <a:lnTo>
                    <a:pt x="0" y="11"/>
                  </a:lnTo>
                  <a:lnTo>
                    <a:pt x="0" y="16"/>
                  </a:lnTo>
                  <a:lnTo>
                    <a:pt x="0" y="10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83" name="Google Shape;583;g28abd34dbfa_0_607"/>
            <p:cNvSpPr/>
            <p:nvPr/>
          </p:nvSpPr>
          <p:spPr>
            <a:xfrm>
              <a:off x="4552" y="1538"/>
              <a:ext cx="101" cy="95"/>
            </a:xfrm>
            <a:custGeom>
              <a:avLst/>
              <a:gdLst/>
              <a:ahLst/>
              <a:cxnLst/>
              <a:rect l="l" t="t" r="r" b="b"/>
              <a:pathLst>
                <a:path w="101" h="95" extrusionOk="0">
                  <a:moveTo>
                    <a:pt x="5" y="68"/>
                  </a:moveTo>
                  <a:lnTo>
                    <a:pt x="3" y="71"/>
                  </a:lnTo>
                  <a:lnTo>
                    <a:pt x="0" y="74"/>
                  </a:lnTo>
                  <a:lnTo>
                    <a:pt x="0" y="82"/>
                  </a:lnTo>
                  <a:lnTo>
                    <a:pt x="1" y="87"/>
                  </a:lnTo>
                  <a:lnTo>
                    <a:pt x="5" y="90"/>
                  </a:lnTo>
                  <a:lnTo>
                    <a:pt x="8" y="92"/>
                  </a:lnTo>
                  <a:lnTo>
                    <a:pt x="11" y="95"/>
                  </a:lnTo>
                  <a:lnTo>
                    <a:pt x="19" y="95"/>
                  </a:lnTo>
                  <a:lnTo>
                    <a:pt x="24" y="93"/>
                  </a:lnTo>
                  <a:lnTo>
                    <a:pt x="27" y="90"/>
                  </a:lnTo>
                  <a:lnTo>
                    <a:pt x="96" y="27"/>
                  </a:lnTo>
                  <a:lnTo>
                    <a:pt x="98" y="24"/>
                  </a:lnTo>
                  <a:lnTo>
                    <a:pt x="101" y="21"/>
                  </a:lnTo>
                  <a:lnTo>
                    <a:pt x="101" y="13"/>
                  </a:lnTo>
                  <a:lnTo>
                    <a:pt x="100" y="8"/>
                  </a:lnTo>
                  <a:lnTo>
                    <a:pt x="96" y="5"/>
                  </a:lnTo>
                  <a:lnTo>
                    <a:pt x="93" y="3"/>
                  </a:lnTo>
                  <a:lnTo>
                    <a:pt x="90" y="0"/>
                  </a:lnTo>
                  <a:lnTo>
                    <a:pt x="82" y="0"/>
                  </a:lnTo>
                  <a:lnTo>
                    <a:pt x="77" y="2"/>
                  </a:lnTo>
                  <a:lnTo>
                    <a:pt x="74" y="5"/>
                  </a:lnTo>
                  <a:lnTo>
                    <a:pt x="5" y="6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84" name="Google Shape;584;g28abd34dbfa_0_607"/>
            <p:cNvSpPr/>
            <p:nvPr/>
          </p:nvSpPr>
          <p:spPr>
            <a:xfrm>
              <a:off x="3005" y="1878"/>
              <a:ext cx="106" cy="92"/>
            </a:xfrm>
            <a:custGeom>
              <a:avLst/>
              <a:gdLst/>
              <a:ahLst/>
              <a:cxnLst/>
              <a:rect l="l" t="t" r="r" b="b"/>
              <a:pathLst>
                <a:path w="106" h="92" extrusionOk="0">
                  <a:moveTo>
                    <a:pt x="25" y="3"/>
                  </a:moveTo>
                  <a:lnTo>
                    <a:pt x="19" y="0"/>
                  </a:lnTo>
                  <a:lnTo>
                    <a:pt x="14" y="0"/>
                  </a:lnTo>
                  <a:lnTo>
                    <a:pt x="10" y="2"/>
                  </a:lnTo>
                  <a:lnTo>
                    <a:pt x="7" y="3"/>
                  </a:lnTo>
                  <a:lnTo>
                    <a:pt x="3" y="6"/>
                  </a:lnTo>
                  <a:lnTo>
                    <a:pt x="0" y="13"/>
                  </a:lnTo>
                  <a:lnTo>
                    <a:pt x="0" y="17"/>
                  </a:lnTo>
                  <a:lnTo>
                    <a:pt x="2" y="22"/>
                  </a:lnTo>
                  <a:lnTo>
                    <a:pt x="3" y="25"/>
                  </a:lnTo>
                  <a:lnTo>
                    <a:pt x="7" y="29"/>
                  </a:lnTo>
                  <a:lnTo>
                    <a:pt x="81" y="89"/>
                  </a:lnTo>
                  <a:lnTo>
                    <a:pt x="87" y="92"/>
                  </a:lnTo>
                  <a:lnTo>
                    <a:pt x="92" y="92"/>
                  </a:lnTo>
                  <a:lnTo>
                    <a:pt x="97" y="90"/>
                  </a:lnTo>
                  <a:lnTo>
                    <a:pt x="100" y="89"/>
                  </a:lnTo>
                  <a:lnTo>
                    <a:pt x="103" y="85"/>
                  </a:lnTo>
                  <a:lnTo>
                    <a:pt x="106" y="79"/>
                  </a:lnTo>
                  <a:lnTo>
                    <a:pt x="106" y="74"/>
                  </a:lnTo>
                  <a:lnTo>
                    <a:pt x="105" y="70"/>
                  </a:lnTo>
                  <a:lnTo>
                    <a:pt x="103" y="66"/>
                  </a:lnTo>
                  <a:lnTo>
                    <a:pt x="100" y="63"/>
                  </a:lnTo>
                  <a:lnTo>
                    <a:pt x="25" y="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85" name="Google Shape;585;g28abd34dbfa_0_607"/>
            <p:cNvSpPr/>
            <p:nvPr/>
          </p:nvSpPr>
          <p:spPr>
            <a:xfrm>
              <a:off x="3000" y="1878"/>
              <a:ext cx="51" cy="136"/>
            </a:xfrm>
            <a:custGeom>
              <a:avLst/>
              <a:gdLst/>
              <a:ahLst/>
              <a:cxnLst/>
              <a:rect l="l" t="t" r="r" b="b"/>
              <a:pathLst>
                <a:path w="51" h="136" extrusionOk="0">
                  <a:moveTo>
                    <a:pt x="32" y="13"/>
                  </a:moveTo>
                  <a:lnTo>
                    <a:pt x="29" y="6"/>
                  </a:lnTo>
                  <a:lnTo>
                    <a:pt x="26" y="3"/>
                  </a:lnTo>
                  <a:lnTo>
                    <a:pt x="21" y="2"/>
                  </a:lnTo>
                  <a:lnTo>
                    <a:pt x="18" y="0"/>
                  </a:lnTo>
                  <a:lnTo>
                    <a:pt x="13" y="0"/>
                  </a:lnTo>
                  <a:lnTo>
                    <a:pt x="7" y="3"/>
                  </a:lnTo>
                  <a:lnTo>
                    <a:pt x="4" y="6"/>
                  </a:lnTo>
                  <a:lnTo>
                    <a:pt x="2" y="11"/>
                  </a:lnTo>
                  <a:lnTo>
                    <a:pt x="0" y="14"/>
                  </a:lnTo>
                  <a:lnTo>
                    <a:pt x="0" y="19"/>
                  </a:lnTo>
                  <a:lnTo>
                    <a:pt x="19" y="123"/>
                  </a:lnTo>
                  <a:lnTo>
                    <a:pt x="23" y="130"/>
                  </a:lnTo>
                  <a:lnTo>
                    <a:pt x="26" y="133"/>
                  </a:lnTo>
                  <a:lnTo>
                    <a:pt x="30" y="134"/>
                  </a:lnTo>
                  <a:lnTo>
                    <a:pt x="34" y="136"/>
                  </a:lnTo>
                  <a:lnTo>
                    <a:pt x="38" y="136"/>
                  </a:lnTo>
                  <a:lnTo>
                    <a:pt x="45" y="133"/>
                  </a:lnTo>
                  <a:lnTo>
                    <a:pt x="48" y="130"/>
                  </a:lnTo>
                  <a:lnTo>
                    <a:pt x="49" y="125"/>
                  </a:lnTo>
                  <a:lnTo>
                    <a:pt x="51" y="122"/>
                  </a:lnTo>
                  <a:lnTo>
                    <a:pt x="51" y="117"/>
                  </a:lnTo>
                  <a:lnTo>
                    <a:pt x="32" y="1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586" name="Google Shape;586;g28abd34dbfa_0_607"/>
          <p:cNvSpPr/>
          <p:nvPr/>
        </p:nvSpPr>
        <p:spPr>
          <a:xfrm>
            <a:off x="8100484" y="5027613"/>
            <a:ext cx="0" cy="365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6666FF"/>
              </a:solidFill>
              <a:latin typeface="Times New Roman"/>
              <a:ea typeface="Times New Roman"/>
              <a:cs typeface="Times New Roman"/>
              <a:sym typeface="Times New Roman"/>
            </a:endParaRPr>
          </a:p>
        </p:txBody>
      </p:sp>
      <p:sp>
        <p:nvSpPr>
          <p:cNvPr id="587" name="Google Shape;587;g28abd34dbfa_0_607"/>
          <p:cNvSpPr/>
          <p:nvPr/>
        </p:nvSpPr>
        <p:spPr>
          <a:xfrm>
            <a:off x="8741833" y="5027613"/>
            <a:ext cx="0" cy="2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1" i="0" u="none" strike="noStrike" cap="none">
              <a:solidFill>
                <a:srgbClr val="FF3300"/>
              </a:solidFill>
              <a:latin typeface="Times New Roman"/>
              <a:ea typeface="Times New Roman"/>
              <a:cs typeface="Times New Roman"/>
              <a:sym typeface="Times New Roman"/>
            </a:endParaRPr>
          </a:p>
        </p:txBody>
      </p:sp>
      <p:sp>
        <p:nvSpPr>
          <p:cNvPr id="588" name="Google Shape;588;g28abd34dbfa_0_607"/>
          <p:cNvSpPr/>
          <p:nvPr/>
        </p:nvSpPr>
        <p:spPr>
          <a:xfrm>
            <a:off x="11741151" y="6192838"/>
            <a:ext cx="19200" cy="78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nvGrpSpPr>
          <p:cNvPr id="589" name="Google Shape;589;g28abd34dbfa_0_607"/>
          <p:cNvGrpSpPr/>
          <p:nvPr/>
        </p:nvGrpSpPr>
        <p:grpSpPr>
          <a:xfrm>
            <a:off x="6483351" y="2511425"/>
            <a:ext cx="1005417" cy="476250"/>
            <a:chOff x="3063" y="1574"/>
            <a:chExt cx="475" cy="300"/>
          </a:xfrm>
        </p:grpSpPr>
        <p:sp>
          <p:nvSpPr>
            <p:cNvPr id="590" name="Google Shape;590;g28abd34dbfa_0_607"/>
            <p:cNvSpPr/>
            <p:nvPr/>
          </p:nvSpPr>
          <p:spPr>
            <a:xfrm>
              <a:off x="3155" y="157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591" name="Google Shape;591;g28abd34dbfa_0_607"/>
            <p:cNvSpPr/>
            <p:nvPr/>
          </p:nvSpPr>
          <p:spPr>
            <a:xfrm>
              <a:off x="3378" y="1706"/>
              <a:ext cx="154" cy="64"/>
            </a:xfrm>
            <a:custGeom>
              <a:avLst/>
              <a:gdLst/>
              <a:ahLst/>
              <a:cxnLst/>
              <a:rect l="l" t="t" r="r" b="b"/>
              <a:pathLst>
                <a:path w="154" h="64" extrusionOk="0">
                  <a:moveTo>
                    <a:pt x="133" y="64"/>
                  </a:moveTo>
                  <a:lnTo>
                    <a:pt x="143" y="64"/>
                  </a:lnTo>
                  <a:lnTo>
                    <a:pt x="146" y="63"/>
                  </a:lnTo>
                  <a:lnTo>
                    <a:pt x="152" y="57"/>
                  </a:lnTo>
                  <a:lnTo>
                    <a:pt x="154" y="53"/>
                  </a:lnTo>
                  <a:lnTo>
                    <a:pt x="154" y="44"/>
                  </a:lnTo>
                  <a:lnTo>
                    <a:pt x="152" y="41"/>
                  </a:lnTo>
                  <a:lnTo>
                    <a:pt x="146" y="34"/>
                  </a:lnTo>
                  <a:lnTo>
                    <a:pt x="143" y="33"/>
                  </a:lnTo>
                  <a:lnTo>
                    <a:pt x="21" y="0"/>
                  </a:lnTo>
                  <a:lnTo>
                    <a:pt x="11" y="0"/>
                  </a:lnTo>
                  <a:lnTo>
                    <a:pt x="8" y="1"/>
                  </a:lnTo>
                  <a:lnTo>
                    <a:pt x="2" y="8"/>
                  </a:lnTo>
                  <a:lnTo>
                    <a:pt x="0" y="11"/>
                  </a:lnTo>
                  <a:lnTo>
                    <a:pt x="0" y="20"/>
                  </a:lnTo>
                  <a:lnTo>
                    <a:pt x="2" y="23"/>
                  </a:lnTo>
                  <a:lnTo>
                    <a:pt x="8" y="30"/>
                  </a:lnTo>
                  <a:lnTo>
                    <a:pt x="11" y="31"/>
                  </a:lnTo>
                  <a:lnTo>
                    <a:pt x="133" y="64"/>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92" name="Google Shape;592;g28abd34dbfa_0_607"/>
            <p:cNvSpPr/>
            <p:nvPr/>
          </p:nvSpPr>
          <p:spPr>
            <a:xfrm>
              <a:off x="3378" y="1747"/>
              <a:ext cx="160" cy="65"/>
            </a:xfrm>
            <a:custGeom>
              <a:avLst/>
              <a:gdLst/>
              <a:ahLst/>
              <a:cxnLst/>
              <a:rect l="l" t="t" r="r" b="b"/>
              <a:pathLst>
                <a:path w="160" h="65" extrusionOk="0">
                  <a:moveTo>
                    <a:pt x="149" y="31"/>
                  </a:moveTo>
                  <a:lnTo>
                    <a:pt x="152" y="30"/>
                  </a:lnTo>
                  <a:lnTo>
                    <a:pt x="159" y="23"/>
                  </a:lnTo>
                  <a:lnTo>
                    <a:pt x="160" y="20"/>
                  </a:lnTo>
                  <a:lnTo>
                    <a:pt x="160" y="11"/>
                  </a:lnTo>
                  <a:lnTo>
                    <a:pt x="159" y="8"/>
                  </a:lnTo>
                  <a:lnTo>
                    <a:pt x="152" y="1"/>
                  </a:lnTo>
                  <a:lnTo>
                    <a:pt x="149" y="0"/>
                  </a:lnTo>
                  <a:lnTo>
                    <a:pt x="140" y="0"/>
                  </a:lnTo>
                  <a:lnTo>
                    <a:pt x="11" y="33"/>
                  </a:lnTo>
                  <a:lnTo>
                    <a:pt x="8" y="35"/>
                  </a:lnTo>
                  <a:lnTo>
                    <a:pt x="2" y="41"/>
                  </a:lnTo>
                  <a:lnTo>
                    <a:pt x="0" y="44"/>
                  </a:lnTo>
                  <a:lnTo>
                    <a:pt x="0" y="54"/>
                  </a:lnTo>
                  <a:lnTo>
                    <a:pt x="2" y="57"/>
                  </a:lnTo>
                  <a:lnTo>
                    <a:pt x="8" y="63"/>
                  </a:lnTo>
                  <a:lnTo>
                    <a:pt x="11" y="65"/>
                  </a:lnTo>
                  <a:lnTo>
                    <a:pt x="21" y="65"/>
                  </a:lnTo>
                  <a:lnTo>
                    <a:pt x="149" y="31"/>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93" name="Google Shape;593;g28abd34dbfa_0_607"/>
            <p:cNvSpPr/>
            <p:nvPr/>
          </p:nvSpPr>
          <p:spPr>
            <a:xfrm>
              <a:off x="3063" y="1744"/>
              <a:ext cx="414" cy="34"/>
            </a:xfrm>
            <a:custGeom>
              <a:avLst/>
              <a:gdLst/>
              <a:ahLst/>
              <a:cxnLst/>
              <a:rect l="l" t="t" r="r" b="b"/>
              <a:pathLst>
                <a:path w="438" h="34" extrusionOk="0">
                  <a:moveTo>
                    <a:pt x="16" y="0"/>
                  </a:moveTo>
                  <a:lnTo>
                    <a:pt x="11" y="0"/>
                  </a:lnTo>
                  <a:lnTo>
                    <a:pt x="8" y="1"/>
                  </a:lnTo>
                  <a:lnTo>
                    <a:pt x="2" y="8"/>
                  </a:lnTo>
                  <a:lnTo>
                    <a:pt x="0" y="11"/>
                  </a:lnTo>
                  <a:lnTo>
                    <a:pt x="0" y="20"/>
                  </a:lnTo>
                  <a:lnTo>
                    <a:pt x="2" y="23"/>
                  </a:lnTo>
                  <a:lnTo>
                    <a:pt x="8" y="30"/>
                  </a:lnTo>
                  <a:lnTo>
                    <a:pt x="11" y="31"/>
                  </a:lnTo>
                  <a:lnTo>
                    <a:pt x="16" y="31"/>
                  </a:lnTo>
                  <a:lnTo>
                    <a:pt x="423" y="34"/>
                  </a:lnTo>
                  <a:lnTo>
                    <a:pt x="427" y="34"/>
                  </a:lnTo>
                  <a:lnTo>
                    <a:pt x="431" y="33"/>
                  </a:lnTo>
                  <a:lnTo>
                    <a:pt x="437" y="26"/>
                  </a:lnTo>
                  <a:lnTo>
                    <a:pt x="438" y="23"/>
                  </a:lnTo>
                  <a:lnTo>
                    <a:pt x="438" y="14"/>
                  </a:lnTo>
                  <a:lnTo>
                    <a:pt x="437" y="11"/>
                  </a:lnTo>
                  <a:lnTo>
                    <a:pt x="431" y="4"/>
                  </a:lnTo>
                  <a:lnTo>
                    <a:pt x="427" y="3"/>
                  </a:lnTo>
                  <a:lnTo>
                    <a:pt x="423" y="3"/>
                  </a:lnTo>
                  <a:lnTo>
                    <a:pt x="16" y="0"/>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594" name="Google Shape;594;g28abd34dbfa_0_607"/>
          <p:cNvGrpSpPr/>
          <p:nvPr/>
        </p:nvGrpSpPr>
        <p:grpSpPr>
          <a:xfrm>
            <a:off x="5941484" y="1939925"/>
            <a:ext cx="4751916" cy="3475038"/>
            <a:chOff x="2807" y="1222"/>
            <a:chExt cx="2245" cy="2189"/>
          </a:xfrm>
        </p:grpSpPr>
        <p:grpSp>
          <p:nvGrpSpPr>
            <p:cNvPr id="595" name="Google Shape;595;g28abd34dbfa_0_607"/>
            <p:cNvGrpSpPr/>
            <p:nvPr/>
          </p:nvGrpSpPr>
          <p:grpSpPr>
            <a:xfrm>
              <a:off x="2807" y="1222"/>
              <a:ext cx="525" cy="383"/>
              <a:chOff x="1343" y="1110"/>
              <a:chExt cx="525" cy="383"/>
            </a:xfrm>
          </p:grpSpPr>
          <p:sp>
            <p:nvSpPr>
              <p:cNvPr id="596" name="Google Shape;596;g28abd34dbfa_0_607"/>
              <p:cNvSpPr/>
              <p:nvPr/>
            </p:nvSpPr>
            <p:spPr>
              <a:xfrm>
                <a:off x="1343" y="1145"/>
                <a:ext cx="241" cy="343"/>
              </a:xfrm>
              <a:custGeom>
                <a:avLst/>
                <a:gdLst/>
                <a:ahLst/>
                <a:cxnLst/>
                <a:rect l="l" t="t" r="r" b="b"/>
                <a:pathLst>
                  <a:path w="241" h="343" extrusionOk="0">
                    <a:moveTo>
                      <a:pt x="176" y="318"/>
                    </a:moveTo>
                    <a:lnTo>
                      <a:pt x="174" y="321"/>
                    </a:lnTo>
                    <a:lnTo>
                      <a:pt x="173" y="325"/>
                    </a:lnTo>
                    <a:lnTo>
                      <a:pt x="173" y="330"/>
                    </a:lnTo>
                    <a:lnTo>
                      <a:pt x="176" y="337"/>
                    </a:lnTo>
                    <a:lnTo>
                      <a:pt x="179" y="340"/>
                    </a:lnTo>
                    <a:lnTo>
                      <a:pt x="182" y="341"/>
                    </a:lnTo>
                    <a:lnTo>
                      <a:pt x="187" y="343"/>
                    </a:lnTo>
                    <a:lnTo>
                      <a:pt x="192" y="343"/>
                    </a:lnTo>
                    <a:lnTo>
                      <a:pt x="198" y="340"/>
                    </a:lnTo>
                    <a:lnTo>
                      <a:pt x="201" y="337"/>
                    </a:lnTo>
                    <a:lnTo>
                      <a:pt x="204" y="330"/>
                    </a:lnTo>
                    <a:lnTo>
                      <a:pt x="206" y="327"/>
                    </a:lnTo>
                    <a:lnTo>
                      <a:pt x="208" y="325"/>
                    </a:lnTo>
                    <a:lnTo>
                      <a:pt x="214" y="313"/>
                    </a:lnTo>
                    <a:lnTo>
                      <a:pt x="215" y="308"/>
                    </a:lnTo>
                    <a:lnTo>
                      <a:pt x="219" y="302"/>
                    </a:lnTo>
                    <a:lnTo>
                      <a:pt x="220" y="297"/>
                    </a:lnTo>
                    <a:lnTo>
                      <a:pt x="222" y="294"/>
                    </a:lnTo>
                    <a:lnTo>
                      <a:pt x="225" y="284"/>
                    </a:lnTo>
                    <a:lnTo>
                      <a:pt x="227" y="281"/>
                    </a:lnTo>
                    <a:lnTo>
                      <a:pt x="228" y="276"/>
                    </a:lnTo>
                    <a:lnTo>
                      <a:pt x="231" y="270"/>
                    </a:lnTo>
                    <a:lnTo>
                      <a:pt x="231" y="265"/>
                    </a:lnTo>
                    <a:lnTo>
                      <a:pt x="234" y="256"/>
                    </a:lnTo>
                    <a:lnTo>
                      <a:pt x="234" y="251"/>
                    </a:lnTo>
                    <a:lnTo>
                      <a:pt x="236" y="246"/>
                    </a:lnTo>
                    <a:lnTo>
                      <a:pt x="236" y="243"/>
                    </a:lnTo>
                    <a:lnTo>
                      <a:pt x="238" y="239"/>
                    </a:lnTo>
                    <a:lnTo>
                      <a:pt x="238" y="229"/>
                    </a:lnTo>
                    <a:lnTo>
                      <a:pt x="239" y="224"/>
                    </a:lnTo>
                    <a:lnTo>
                      <a:pt x="239" y="197"/>
                    </a:lnTo>
                    <a:lnTo>
                      <a:pt x="241" y="189"/>
                    </a:lnTo>
                    <a:lnTo>
                      <a:pt x="239" y="182"/>
                    </a:lnTo>
                    <a:lnTo>
                      <a:pt x="239" y="163"/>
                    </a:lnTo>
                    <a:lnTo>
                      <a:pt x="236" y="144"/>
                    </a:lnTo>
                    <a:lnTo>
                      <a:pt x="230" y="110"/>
                    </a:lnTo>
                    <a:lnTo>
                      <a:pt x="223" y="95"/>
                    </a:lnTo>
                    <a:lnTo>
                      <a:pt x="217" y="79"/>
                    </a:lnTo>
                    <a:lnTo>
                      <a:pt x="208" y="58"/>
                    </a:lnTo>
                    <a:lnTo>
                      <a:pt x="198" y="46"/>
                    </a:lnTo>
                    <a:lnTo>
                      <a:pt x="195" y="41"/>
                    </a:lnTo>
                    <a:lnTo>
                      <a:pt x="190" y="36"/>
                    </a:lnTo>
                    <a:lnTo>
                      <a:pt x="187" y="31"/>
                    </a:lnTo>
                    <a:lnTo>
                      <a:pt x="179" y="23"/>
                    </a:lnTo>
                    <a:lnTo>
                      <a:pt x="174" y="20"/>
                    </a:lnTo>
                    <a:lnTo>
                      <a:pt x="170" y="16"/>
                    </a:lnTo>
                    <a:lnTo>
                      <a:pt x="162" y="11"/>
                    </a:lnTo>
                    <a:lnTo>
                      <a:pt x="157" y="9"/>
                    </a:lnTo>
                    <a:lnTo>
                      <a:pt x="152" y="6"/>
                    </a:lnTo>
                    <a:lnTo>
                      <a:pt x="146" y="3"/>
                    </a:lnTo>
                    <a:lnTo>
                      <a:pt x="133" y="0"/>
                    </a:lnTo>
                    <a:lnTo>
                      <a:pt x="106" y="0"/>
                    </a:lnTo>
                    <a:lnTo>
                      <a:pt x="94" y="3"/>
                    </a:lnTo>
                    <a:lnTo>
                      <a:pt x="87" y="6"/>
                    </a:lnTo>
                    <a:lnTo>
                      <a:pt x="83" y="9"/>
                    </a:lnTo>
                    <a:lnTo>
                      <a:pt x="78" y="11"/>
                    </a:lnTo>
                    <a:lnTo>
                      <a:pt x="70" y="16"/>
                    </a:lnTo>
                    <a:lnTo>
                      <a:pt x="65" y="20"/>
                    </a:lnTo>
                    <a:lnTo>
                      <a:pt x="60" y="23"/>
                    </a:lnTo>
                    <a:lnTo>
                      <a:pt x="53" y="31"/>
                    </a:lnTo>
                    <a:lnTo>
                      <a:pt x="49" y="36"/>
                    </a:lnTo>
                    <a:lnTo>
                      <a:pt x="45" y="41"/>
                    </a:lnTo>
                    <a:lnTo>
                      <a:pt x="42" y="46"/>
                    </a:lnTo>
                    <a:lnTo>
                      <a:pt x="32" y="58"/>
                    </a:lnTo>
                    <a:lnTo>
                      <a:pt x="23" y="79"/>
                    </a:lnTo>
                    <a:lnTo>
                      <a:pt x="16" y="95"/>
                    </a:lnTo>
                    <a:lnTo>
                      <a:pt x="10" y="110"/>
                    </a:lnTo>
                    <a:lnTo>
                      <a:pt x="4" y="144"/>
                    </a:lnTo>
                    <a:lnTo>
                      <a:pt x="0" y="163"/>
                    </a:lnTo>
                    <a:lnTo>
                      <a:pt x="0" y="224"/>
                    </a:lnTo>
                    <a:lnTo>
                      <a:pt x="2" y="229"/>
                    </a:lnTo>
                    <a:lnTo>
                      <a:pt x="2" y="237"/>
                    </a:lnTo>
                    <a:lnTo>
                      <a:pt x="4" y="242"/>
                    </a:lnTo>
                    <a:lnTo>
                      <a:pt x="4" y="245"/>
                    </a:lnTo>
                    <a:lnTo>
                      <a:pt x="5" y="250"/>
                    </a:lnTo>
                    <a:lnTo>
                      <a:pt x="5" y="253"/>
                    </a:lnTo>
                    <a:lnTo>
                      <a:pt x="8" y="262"/>
                    </a:lnTo>
                    <a:lnTo>
                      <a:pt x="8" y="265"/>
                    </a:lnTo>
                    <a:lnTo>
                      <a:pt x="10" y="269"/>
                    </a:lnTo>
                    <a:lnTo>
                      <a:pt x="10" y="273"/>
                    </a:lnTo>
                    <a:lnTo>
                      <a:pt x="13" y="280"/>
                    </a:lnTo>
                    <a:lnTo>
                      <a:pt x="15" y="284"/>
                    </a:lnTo>
                    <a:lnTo>
                      <a:pt x="16" y="288"/>
                    </a:lnTo>
                    <a:lnTo>
                      <a:pt x="16" y="292"/>
                    </a:lnTo>
                    <a:lnTo>
                      <a:pt x="27" y="314"/>
                    </a:lnTo>
                    <a:lnTo>
                      <a:pt x="29" y="321"/>
                    </a:lnTo>
                    <a:lnTo>
                      <a:pt x="35" y="327"/>
                    </a:lnTo>
                    <a:lnTo>
                      <a:pt x="32" y="324"/>
                    </a:lnTo>
                    <a:lnTo>
                      <a:pt x="38" y="330"/>
                    </a:lnTo>
                    <a:lnTo>
                      <a:pt x="42" y="332"/>
                    </a:lnTo>
                    <a:lnTo>
                      <a:pt x="51" y="332"/>
                    </a:lnTo>
                    <a:lnTo>
                      <a:pt x="54" y="330"/>
                    </a:lnTo>
                    <a:lnTo>
                      <a:pt x="60" y="324"/>
                    </a:lnTo>
                    <a:lnTo>
                      <a:pt x="62" y="321"/>
                    </a:lnTo>
                    <a:lnTo>
                      <a:pt x="62" y="311"/>
                    </a:lnTo>
                    <a:lnTo>
                      <a:pt x="60" y="308"/>
                    </a:lnTo>
                    <a:lnTo>
                      <a:pt x="57" y="305"/>
                    </a:lnTo>
                    <a:lnTo>
                      <a:pt x="56" y="302"/>
                    </a:lnTo>
                    <a:lnTo>
                      <a:pt x="48" y="286"/>
                    </a:lnTo>
                    <a:lnTo>
                      <a:pt x="48" y="281"/>
                    </a:lnTo>
                    <a:lnTo>
                      <a:pt x="43" y="272"/>
                    </a:lnTo>
                    <a:lnTo>
                      <a:pt x="42" y="267"/>
                    </a:lnTo>
                    <a:lnTo>
                      <a:pt x="42" y="262"/>
                    </a:lnTo>
                    <a:lnTo>
                      <a:pt x="40" y="259"/>
                    </a:lnTo>
                    <a:lnTo>
                      <a:pt x="40" y="256"/>
                    </a:lnTo>
                    <a:lnTo>
                      <a:pt x="37" y="246"/>
                    </a:lnTo>
                    <a:lnTo>
                      <a:pt x="37" y="243"/>
                    </a:lnTo>
                    <a:lnTo>
                      <a:pt x="35" y="239"/>
                    </a:lnTo>
                    <a:lnTo>
                      <a:pt x="35" y="235"/>
                    </a:lnTo>
                    <a:lnTo>
                      <a:pt x="34" y="231"/>
                    </a:lnTo>
                    <a:lnTo>
                      <a:pt x="34" y="223"/>
                    </a:lnTo>
                    <a:lnTo>
                      <a:pt x="32" y="218"/>
                    </a:lnTo>
                    <a:lnTo>
                      <a:pt x="32" y="193"/>
                    </a:lnTo>
                    <a:lnTo>
                      <a:pt x="32" y="166"/>
                    </a:lnTo>
                    <a:lnTo>
                      <a:pt x="34" y="159"/>
                    </a:lnTo>
                    <a:lnTo>
                      <a:pt x="35" y="150"/>
                    </a:lnTo>
                    <a:lnTo>
                      <a:pt x="42" y="120"/>
                    </a:lnTo>
                    <a:lnTo>
                      <a:pt x="45" y="112"/>
                    </a:lnTo>
                    <a:lnTo>
                      <a:pt x="45" y="104"/>
                    </a:lnTo>
                    <a:lnTo>
                      <a:pt x="48" y="99"/>
                    </a:lnTo>
                    <a:lnTo>
                      <a:pt x="51" y="91"/>
                    </a:lnTo>
                    <a:lnTo>
                      <a:pt x="60" y="74"/>
                    </a:lnTo>
                    <a:lnTo>
                      <a:pt x="62" y="71"/>
                    </a:lnTo>
                    <a:lnTo>
                      <a:pt x="67" y="65"/>
                    </a:lnTo>
                    <a:lnTo>
                      <a:pt x="70" y="60"/>
                    </a:lnTo>
                    <a:lnTo>
                      <a:pt x="75" y="55"/>
                    </a:lnTo>
                    <a:lnTo>
                      <a:pt x="78" y="50"/>
                    </a:lnTo>
                    <a:lnTo>
                      <a:pt x="79" y="49"/>
                    </a:lnTo>
                    <a:lnTo>
                      <a:pt x="84" y="46"/>
                    </a:lnTo>
                    <a:lnTo>
                      <a:pt x="89" y="41"/>
                    </a:lnTo>
                    <a:lnTo>
                      <a:pt x="91" y="39"/>
                    </a:lnTo>
                    <a:lnTo>
                      <a:pt x="95" y="38"/>
                    </a:lnTo>
                    <a:lnTo>
                      <a:pt x="100" y="35"/>
                    </a:lnTo>
                    <a:lnTo>
                      <a:pt x="103" y="35"/>
                    </a:lnTo>
                    <a:lnTo>
                      <a:pt x="110" y="33"/>
                    </a:lnTo>
                    <a:lnTo>
                      <a:pt x="113" y="31"/>
                    </a:lnTo>
                    <a:lnTo>
                      <a:pt x="121" y="31"/>
                    </a:lnTo>
                    <a:lnTo>
                      <a:pt x="127" y="31"/>
                    </a:lnTo>
                    <a:lnTo>
                      <a:pt x="130" y="33"/>
                    </a:lnTo>
                    <a:lnTo>
                      <a:pt x="136" y="35"/>
                    </a:lnTo>
                    <a:lnTo>
                      <a:pt x="140" y="35"/>
                    </a:lnTo>
                    <a:lnTo>
                      <a:pt x="144" y="38"/>
                    </a:lnTo>
                    <a:lnTo>
                      <a:pt x="149" y="39"/>
                    </a:lnTo>
                    <a:lnTo>
                      <a:pt x="151" y="41"/>
                    </a:lnTo>
                    <a:lnTo>
                      <a:pt x="155" y="46"/>
                    </a:lnTo>
                    <a:lnTo>
                      <a:pt x="160" y="49"/>
                    </a:lnTo>
                    <a:lnTo>
                      <a:pt x="162" y="50"/>
                    </a:lnTo>
                    <a:lnTo>
                      <a:pt x="165" y="55"/>
                    </a:lnTo>
                    <a:lnTo>
                      <a:pt x="170" y="60"/>
                    </a:lnTo>
                    <a:lnTo>
                      <a:pt x="173" y="65"/>
                    </a:lnTo>
                    <a:lnTo>
                      <a:pt x="178" y="71"/>
                    </a:lnTo>
                    <a:lnTo>
                      <a:pt x="179" y="74"/>
                    </a:lnTo>
                    <a:lnTo>
                      <a:pt x="189" y="91"/>
                    </a:lnTo>
                    <a:lnTo>
                      <a:pt x="192" y="99"/>
                    </a:lnTo>
                    <a:lnTo>
                      <a:pt x="195" y="104"/>
                    </a:lnTo>
                    <a:lnTo>
                      <a:pt x="195" y="112"/>
                    </a:lnTo>
                    <a:lnTo>
                      <a:pt x="198" y="120"/>
                    </a:lnTo>
                    <a:lnTo>
                      <a:pt x="204" y="150"/>
                    </a:lnTo>
                    <a:lnTo>
                      <a:pt x="206" y="159"/>
                    </a:lnTo>
                    <a:lnTo>
                      <a:pt x="208" y="166"/>
                    </a:lnTo>
                    <a:lnTo>
                      <a:pt x="208" y="185"/>
                    </a:lnTo>
                    <a:lnTo>
                      <a:pt x="209" y="196"/>
                    </a:lnTo>
                    <a:lnTo>
                      <a:pt x="211" y="188"/>
                    </a:lnTo>
                    <a:lnTo>
                      <a:pt x="208" y="194"/>
                    </a:lnTo>
                    <a:lnTo>
                      <a:pt x="208" y="218"/>
                    </a:lnTo>
                    <a:lnTo>
                      <a:pt x="206" y="223"/>
                    </a:lnTo>
                    <a:lnTo>
                      <a:pt x="206" y="232"/>
                    </a:lnTo>
                    <a:lnTo>
                      <a:pt x="204" y="237"/>
                    </a:lnTo>
                    <a:lnTo>
                      <a:pt x="204" y="240"/>
                    </a:lnTo>
                    <a:lnTo>
                      <a:pt x="203" y="245"/>
                    </a:lnTo>
                    <a:lnTo>
                      <a:pt x="203" y="250"/>
                    </a:lnTo>
                    <a:lnTo>
                      <a:pt x="200" y="259"/>
                    </a:lnTo>
                    <a:lnTo>
                      <a:pt x="200" y="264"/>
                    </a:lnTo>
                    <a:lnTo>
                      <a:pt x="198" y="269"/>
                    </a:lnTo>
                    <a:lnTo>
                      <a:pt x="197" y="272"/>
                    </a:lnTo>
                    <a:lnTo>
                      <a:pt x="193" y="281"/>
                    </a:lnTo>
                    <a:lnTo>
                      <a:pt x="192" y="284"/>
                    </a:lnTo>
                    <a:lnTo>
                      <a:pt x="190" y="289"/>
                    </a:lnTo>
                    <a:lnTo>
                      <a:pt x="187" y="295"/>
                    </a:lnTo>
                    <a:lnTo>
                      <a:pt x="185" y="300"/>
                    </a:lnTo>
                    <a:lnTo>
                      <a:pt x="182" y="306"/>
                    </a:lnTo>
                    <a:lnTo>
                      <a:pt x="178" y="311"/>
                    </a:lnTo>
                    <a:lnTo>
                      <a:pt x="176" y="318"/>
                    </a:lnTo>
                    <a:lnTo>
                      <a:pt x="174" y="321"/>
                    </a:lnTo>
                    <a:lnTo>
                      <a:pt x="176" y="318"/>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97" name="Google Shape;597;g28abd34dbfa_0_607"/>
              <p:cNvSpPr/>
              <p:nvPr/>
            </p:nvSpPr>
            <p:spPr>
              <a:xfrm>
                <a:off x="1568" y="111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FF"/>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598" name="Google Shape;598;g28abd34dbfa_0_607"/>
              <p:cNvSpPr/>
              <p:nvPr/>
            </p:nvSpPr>
            <p:spPr>
              <a:xfrm>
                <a:off x="1508" y="1361"/>
                <a:ext cx="36" cy="125"/>
              </a:xfrm>
              <a:custGeom>
                <a:avLst/>
                <a:gdLst/>
                <a:ahLst/>
                <a:cxnLst/>
                <a:rect l="l" t="t" r="r" b="b"/>
                <a:pathLst>
                  <a:path w="36" h="125" extrusionOk="0">
                    <a:moveTo>
                      <a:pt x="0" y="108"/>
                    </a:moveTo>
                    <a:lnTo>
                      <a:pt x="0" y="113"/>
                    </a:lnTo>
                    <a:lnTo>
                      <a:pt x="1" y="117"/>
                    </a:lnTo>
                    <a:lnTo>
                      <a:pt x="5" y="121"/>
                    </a:lnTo>
                    <a:lnTo>
                      <a:pt x="8" y="122"/>
                    </a:lnTo>
                    <a:lnTo>
                      <a:pt x="11" y="125"/>
                    </a:lnTo>
                    <a:lnTo>
                      <a:pt x="19" y="125"/>
                    </a:lnTo>
                    <a:lnTo>
                      <a:pt x="24" y="124"/>
                    </a:lnTo>
                    <a:lnTo>
                      <a:pt x="27" y="121"/>
                    </a:lnTo>
                    <a:lnTo>
                      <a:pt x="28" y="117"/>
                    </a:lnTo>
                    <a:lnTo>
                      <a:pt x="32" y="114"/>
                    </a:lnTo>
                    <a:lnTo>
                      <a:pt x="32" y="111"/>
                    </a:lnTo>
                    <a:lnTo>
                      <a:pt x="36" y="18"/>
                    </a:lnTo>
                    <a:lnTo>
                      <a:pt x="36" y="13"/>
                    </a:lnTo>
                    <a:lnTo>
                      <a:pt x="35" y="8"/>
                    </a:lnTo>
                    <a:lnTo>
                      <a:pt x="32" y="5"/>
                    </a:lnTo>
                    <a:lnTo>
                      <a:pt x="28" y="4"/>
                    </a:lnTo>
                    <a:lnTo>
                      <a:pt x="25" y="0"/>
                    </a:lnTo>
                    <a:lnTo>
                      <a:pt x="17" y="0"/>
                    </a:lnTo>
                    <a:lnTo>
                      <a:pt x="13" y="2"/>
                    </a:lnTo>
                    <a:lnTo>
                      <a:pt x="9" y="5"/>
                    </a:lnTo>
                    <a:lnTo>
                      <a:pt x="8" y="8"/>
                    </a:lnTo>
                    <a:lnTo>
                      <a:pt x="5" y="11"/>
                    </a:lnTo>
                    <a:lnTo>
                      <a:pt x="5" y="15"/>
                    </a:lnTo>
                    <a:lnTo>
                      <a:pt x="0" y="108"/>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599" name="Google Shape;599;g28abd34dbfa_0_607"/>
              <p:cNvSpPr/>
              <p:nvPr/>
            </p:nvSpPr>
            <p:spPr>
              <a:xfrm>
                <a:off x="1513" y="1382"/>
                <a:ext cx="96" cy="111"/>
              </a:xfrm>
              <a:custGeom>
                <a:avLst/>
                <a:gdLst/>
                <a:ahLst/>
                <a:cxnLst/>
                <a:rect l="l" t="t" r="r" b="b"/>
                <a:pathLst>
                  <a:path w="96" h="111" extrusionOk="0">
                    <a:moveTo>
                      <a:pt x="3" y="85"/>
                    </a:moveTo>
                    <a:lnTo>
                      <a:pt x="0" y="92"/>
                    </a:lnTo>
                    <a:lnTo>
                      <a:pt x="0" y="96"/>
                    </a:lnTo>
                    <a:lnTo>
                      <a:pt x="1" y="101"/>
                    </a:lnTo>
                    <a:lnTo>
                      <a:pt x="3" y="104"/>
                    </a:lnTo>
                    <a:lnTo>
                      <a:pt x="6" y="107"/>
                    </a:lnTo>
                    <a:lnTo>
                      <a:pt x="12" y="111"/>
                    </a:lnTo>
                    <a:lnTo>
                      <a:pt x="17" y="111"/>
                    </a:lnTo>
                    <a:lnTo>
                      <a:pt x="22" y="109"/>
                    </a:lnTo>
                    <a:lnTo>
                      <a:pt x="25" y="107"/>
                    </a:lnTo>
                    <a:lnTo>
                      <a:pt x="28" y="104"/>
                    </a:lnTo>
                    <a:lnTo>
                      <a:pt x="93" y="25"/>
                    </a:lnTo>
                    <a:lnTo>
                      <a:pt x="96" y="19"/>
                    </a:lnTo>
                    <a:lnTo>
                      <a:pt x="96" y="14"/>
                    </a:lnTo>
                    <a:lnTo>
                      <a:pt x="95" y="9"/>
                    </a:lnTo>
                    <a:lnTo>
                      <a:pt x="93" y="6"/>
                    </a:lnTo>
                    <a:lnTo>
                      <a:pt x="90" y="3"/>
                    </a:lnTo>
                    <a:lnTo>
                      <a:pt x="83" y="0"/>
                    </a:lnTo>
                    <a:lnTo>
                      <a:pt x="79" y="0"/>
                    </a:lnTo>
                    <a:lnTo>
                      <a:pt x="74" y="2"/>
                    </a:lnTo>
                    <a:lnTo>
                      <a:pt x="71" y="3"/>
                    </a:lnTo>
                    <a:lnTo>
                      <a:pt x="68" y="6"/>
                    </a:lnTo>
                    <a:lnTo>
                      <a:pt x="3" y="85"/>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600" name="Google Shape;600;g28abd34dbfa_0_607"/>
            <p:cNvSpPr/>
            <p:nvPr/>
          </p:nvSpPr>
          <p:spPr>
            <a:xfrm>
              <a:off x="3735" y="3111"/>
              <a:ext cx="300" cy="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1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g28abd34dbfa_0_607"/>
            <p:cNvSpPr/>
            <p:nvPr/>
          </p:nvSpPr>
          <p:spPr>
            <a:xfrm>
              <a:off x="4752" y="3095"/>
              <a:ext cx="300" cy="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100"/>
                <a:buFont typeface="Arial"/>
                <a:buNone/>
              </a:pPr>
              <a:endParaRPr sz="1400" b="0" i="0" u="none" strike="noStrike" cap="none">
                <a:solidFill>
                  <a:srgbClr val="000000"/>
                </a:solidFill>
                <a:latin typeface="Arial"/>
                <a:ea typeface="Arial"/>
                <a:cs typeface="Arial"/>
                <a:sym typeface="Arial"/>
              </a:endParaRPr>
            </a:p>
          </p:txBody>
        </p:sp>
      </p:grpSp>
      <p:sp>
        <p:nvSpPr>
          <p:cNvPr id="602" name="Google Shape;602;g28abd34dbfa_0_607"/>
          <p:cNvSpPr txBox="1"/>
          <p:nvPr/>
        </p:nvSpPr>
        <p:spPr>
          <a:xfrm>
            <a:off x="5850475" y="2453200"/>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S0</a:t>
            </a:r>
            <a:endParaRPr sz="2800">
              <a:solidFill>
                <a:schemeClr val="dk1"/>
              </a:solidFill>
              <a:latin typeface="Calibri"/>
              <a:ea typeface="Calibri"/>
              <a:cs typeface="Calibri"/>
              <a:sym typeface="Calibri"/>
            </a:endParaRPr>
          </a:p>
        </p:txBody>
      </p:sp>
      <p:sp>
        <p:nvSpPr>
          <p:cNvPr id="603" name="Google Shape;603;g28abd34dbfa_0_607"/>
          <p:cNvSpPr txBox="1"/>
          <p:nvPr/>
        </p:nvSpPr>
        <p:spPr>
          <a:xfrm>
            <a:off x="7494325" y="2453200"/>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S1</a:t>
            </a:r>
            <a:endParaRPr sz="2800">
              <a:solidFill>
                <a:schemeClr val="dk1"/>
              </a:solidFill>
              <a:latin typeface="Calibri"/>
              <a:ea typeface="Calibri"/>
              <a:cs typeface="Calibri"/>
              <a:sym typeface="Calibri"/>
            </a:endParaRPr>
          </a:p>
        </p:txBody>
      </p:sp>
      <p:sp>
        <p:nvSpPr>
          <p:cNvPr id="604" name="Google Shape;604;g28abd34dbfa_0_607"/>
          <p:cNvSpPr txBox="1"/>
          <p:nvPr/>
        </p:nvSpPr>
        <p:spPr>
          <a:xfrm>
            <a:off x="9138175" y="2511425"/>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S2</a:t>
            </a:r>
            <a:endParaRPr sz="2800">
              <a:solidFill>
                <a:schemeClr val="dk1"/>
              </a:solidFill>
              <a:latin typeface="Calibri"/>
              <a:ea typeface="Calibri"/>
              <a:cs typeface="Calibri"/>
              <a:sym typeface="Calibri"/>
            </a:endParaRPr>
          </a:p>
        </p:txBody>
      </p:sp>
      <p:sp>
        <p:nvSpPr>
          <p:cNvPr id="605" name="Google Shape;605;g28abd34dbfa_0_607"/>
          <p:cNvSpPr txBox="1"/>
          <p:nvPr/>
        </p:nvSpPr>
        <p:spPr>
          <a:xfrm>
            <a:off x="10933100" y="2511425"/>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S3</a:t>
            </a:r>
            <a:endParaRPr sz="2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94"/>
                                        </p:tgtEl>
                                        <p:attrNameLst>
                                          <p:attrName>style.visibility</p:attrName>
                                        </p:attrNameLst>
                                      </p:cBhvr>
                                      <p:to>
                                        <p:strVal val="visible"/>
                                      </p:to>
                                    </p:set>
                                    <p:anim calcmode="lin" valueType="num">
                                      <p:cBhvr additive="base">
                                        <p:cTn id="7" dur="500"/>
                                        <p:tgtEl>
                                          <p:spTgt spid="5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g28abd34dbfa_1_1"/>
          <p:cNvSpPr txBox="1">
            <a:spLocks noGrp="1"/>
          </p:cNvSpPr>
          <p:nvPr>
            <p:ph type="body" idx="1"/>
          </p:nvPr>
        </p:nvSpPr>
        <p:spPr>
          <a:xfrm>
            <a:off x="639209" y="981750"/>
            <a:ext cx="10363200" cy="1684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a:t> </a:t>
            </a:r>
            <a:r>
              <a:rPr lang="en-US" b="1">
                <a:latin typeface="Times New Roman"/>
                <a:ea typeface="Times New Roman"/>
                <a:cs typeface="Times New Roman"/>
                <a:sym typeface="Times New Roman"/>
              </a:rPr>
              <a:t>Assignment  1: A = 0 0, B = 0 1, C = 1 0, D = 1 1</a:t>
            </a:r>
            <a:endParaRPr/>
          </a:p>
          <a:p>
            <a:pPr marL="342900" lvl="0" indent="-342900" algn="l" rtl="0">
              <a:lnSpc>
                <a:spcPct val="100000"/>
              </a:lnSpc>
              <a:spcBef>
                <a:spcPts val="560"/>
              </a:spcBef>
              <a:spcAft>
                <a:spcPts val="0"/>
              </a:spcAft>
              <a:buSzPts val="2800"/>
              <a:buChar char="▪"/>
            </a:pPr>
            <a:r>
              <a:rPr lang="en-US" sz="2800"/>
              <a:t>The resulting coded state table:</a:t>
            </a:r>
            <a:endParaRPr/>
          </a:p>
          <a:p>
            <a:pPr marL="742950" lvl="1" indent="-133350" algn="l" rtl="0">
              <a:lnSpc>
                <a:spcPct val="100000"/>
              </a:lnSpc>
              <a:spcBef>
                <a:spcPts val="480"/>
              </a:spcBef>
              <a:spcAft>
                <a:spcPts val="0"/>
              </a:spcAft>
              <a:buSzPts val="2400"/>
              <a:buFont typeface="Times New Roman"/>
              <a:buNone/>
            </a:pPr>
            <a:endParaRPr sz="2400"/>
          </a:p>
          <a:p>
            <a:pPr marL="742950" lvl="1" indent="-158750" algn="l" rtl="0">
              <a:lnSpc>
                <a:spcPct val="100000"/>
              </a:lnSpc>
              <a:spcBef>
                <a:spcPts val="400"/>
              </a:spcBef>
              <a:spcAft>
                <a:spcPts val="0"/>
              </a:spcAft>
              <a:buSzPts val="2000"/>
              <a:buFont typeface="Times New Roman"/>
              <a:buNone/>
            </a:pPr>
            <a:endParaRPr sz="2000"/>
          </a:p>
          <a:p>
            <a:pPr marL="742950" lvl="1" indent="-158750" algn="l" rtl="0">
              <a:lnSpc>
                <a:spcPct val="100000"/>
              </a:lnSpc>
              <a:spcBef>
                <a:spcPts val="400"/>
              </a:spcBef>
              <a:spcAft>
                <a:spcPts val="0"/>
              </a:spcAft>
              <a:buSzPts val="2000"/>
              <a:buFont typeface="Times New Roman"/>
              <a:buNone/>
            </a:pPr>
            <a:endParaRPr sz="2000"/>
          </a:p>
        </p:txBody>
      </p:sp>
      <p:graphicFrame>
        <p:nvGraphicFramePr>
          <p:cNvPr id="612" name="Google Shape;612;g28abd34dbfa_1_1"/>
          <p:cNvGraphicFramePr/>
          <p:nvPr/>
        </p:nvGraphicFramePr>
        <p:xfrm>
          <a:off x="362833" y="3176575"/>
          <a:ext cx="5578650" cy="3163355"/>
        </p:xfrm>
        <a:graphic>
          <a:graphicData uri="http://schemas.openxmlformats.org/drawingml/2006/table">
            <a:tbl>
              <a:tblPr>
                <a:noFill/>
                <a:tableStyleId>{98732EFA-0825-498C-8C52-A404604A5D0E}</a:tableStyleId>
              </a:tblPr>
              <a:tblGrid>
                <a:gridCol w="1520175">
                  <a:extLst>
                    <a:ext uri="{9D8B030D-6E8A-4147-A177-3AD203B41FA5}">
                      <a16:colId xmlns:a16="http://schemas.microsoft.com/office/drawing/2014/main" val="20000"/>
                    </a:ext>
                  </a:extLst>
                </a:gridCol>
                <a:gridCol w="961775">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78025">
                  <a:extLst>
                    <a:ext uri="{9D8B030D-6E8A-4147-A177-3AD203B41FA5}">
                      <a16:colId xmlns:a16="http://schemas.microsoft.com/office/drawing/2014/main" val="20003"/>
                    </a:ext>
                  </a:extLst>
                </a:gridCol>
                <a:gridCol w="989975">
                  <a:extLst>
                    <a:ext uri="{9D8B030D-6E8A-4147-A177-3AD203B41FA5}">
                      <a16:colId xmlns:a16="http://schemas.microsoft.com/office/drawing/2014/main" val="20004"/>
                    </a:ext>
                  </a:extLst>
                </a:gridCol>
              </a:tblGrid>
              <a:tr h="109067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Present State</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Next State</a:t>
                      </a:r>
                      <a:endParaRPr sz="1400" u="none" strike="noStrike" cap="none"/>
                    </a:p>
                    <a:p>
                      <a:pPr marL="0" marR="0" lvl="0" indent="0" algn="l" rtl="0">
                        <a:lnSpc>
                          <a:spcPct val="100000"/>
                        </a:lnSpc>
                        <a:spcBef>
                          <a:spcPts val="56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x = 0 x =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Output</a:t>
                      </a:r>
                      <a:endParaRPr sz="1400" u="none" strike="noStrike" cap="none"/>
                    </a:p>
                    <a:p>
                      <a:pPr marL="0" marR="0" lvl="0" indent="0" algn="ctr" rtl="0">
                        <a:lnSpc>
                          <a:spcPct val="100000"/>
                        </a:lnSpc>
                        <a:spcBef>
                          <a:spcPts val="56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 x = 0 x = 1</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19300">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2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19300">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19300">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1 0</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19300">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613" name="Google Shape;613;g28abd34dbfa_1_1"/>
          <p:cNvPicPr preferRelativeResize="0"/>
          <p:nvPr/>
        </p:nvPicPr>
        <p:blipFill rotWithShape="1">
          <a:blip r:embed="rId3">
            <a:alphaModFix/>
          </a:blip>
          <a:srcRect/>
          <a:stretch/>
        </p:blipFill>
        <p:spPr>
          <a:xfrm>
            <a:off x="6028267" y="3333750"/>
            <a:ext cx="101600" cy="190500"/>
          </a:xfrm>
          <a:prstGeom prst="rect">
            <a:avLst/>
          </a:prstGeom>
          <a:noFill/>
          <a:ln>
            <a:noFill/>
          </a:ln>
        </p:spPr>
      </p:pic>
      <p:pic>
        <p:nvPicPr>
          <p:cNvPr id="614" name="Google Shape;614;g28abd34dbfa_1_1"/>
          <p:cNvPicPr preferRelativeResize="0"/>
          <p:nvPr/>
        </p:nvPicPr>
        <p:blipFill rotWithShape="1">
          <a:blip r:embed="rId3">
            <a:alphaModFix/>
          </a:blip>
          <a:srcRect/>
          <a:stretch/>
        </p:blipFill>
        <p:spPr>
          <a:xfrm>
            <a:off x="7313083" y="4390681"/>
            <a:ext cx="101600" cy="190500"/>
          </a:xfrm>
          <a:prstGeom prst="rect">
            <a:avLst/>
          </a:prstGeom>
          <a:noFill/>
          <a:ln>
            <a:noFill/>
          </a:ln>
        </p:spPr>
      </p:pic>
      <p:grpSp>
        <p:nvGrpSpPr>
          <p:cNvPr id="615" name="Google Shape;615;g28abd34dbfa_1_1"/>
          <p:cNvGrpSpPr/>
          <p:nvPr/>
        </p:nvGrpSpPr>
        <p:grpSpPr>
          <a:xfrm>
            <a:off x="5778500" y="1939925"/>
            <a:ext cx="5784851" cy="2355851"/>
            <a:chOff x="2730" y="1222"/>
            <a:chExt cx="2733" cy="1484"/>
          </a:xfrm>
        </p:grpSpPr>
        <p:sp>
          <p:nvSpPr>
            <p:cNvPr id="616" name="Google Shape;616;g28abd34dbfa_1_1"/>
            <p:cNvSpPr/>
            <p:nvPr/>
          </p:nvSpPr>
          <p:spPr>
            <a:xfrm>
              <a:off x="4381" y="1276"/>
              <a:ext cx="240" cy="343"/>
            </a:xfrm>
            <a:custGeom>
              <a:avLst/>
              <a:gdLst/>
              <a:ahLst/>
              <a:cxnLst/>
              <a:rect l="l" t="t" r="r" b="b"/>
              <a:pathLst>
                <a:path w="240" h="343" extrusionOk="0">
                  <a:moveTo>
                    <a:pt x="176" y="318"/>
                  </a:moveTo>
                  <a:lnTo>
                    <a:pt x="174" y="321"/>
                  </a:lnTo>
                  <a:lnTo>
                    <a:pt x="172" y="325"/>
                  </a:lnTo>
                  <a:lnTo>
                    <a:pt x="172" y="330"/>
                  </a:lnTo>
                  <a:lnTo>
                    <a:pt x="176" y="336"/>
                  </a:lnTo>
                  <a:lnTo>
                    <a:pt x="179" y="340"/>
                  </a:lnTo>
                  <a:lnTo>
                    <a:pt x="182" y="341"/>
                  </a:lnTo>
                  <a:lnTo>
                    <a:pt x="187" y="343"/>
                  </a:lnTo>
                  <a:lnTo>
                    <a:pt x="191" y="343"/>
                  </a:lnTo>
                  <a:lnTo>
                    <a:pt x="198" y="340"/>
                  </a:lnTo>
                  <a:lnTo>
                    <a:pt x="201" y="336"/>
                  </a:lnTo>
                  <a:lnTo>
                    <a:pt x="204" y="330"/>
                  </a:lnTo>
                  <a:lnTo>
                    <a:pt x="206" y="327"/>
                  </a:lnTo>
                  <a:lnTo>
                    <a:pt x="207" y="325"/>
                  </a:lnTo>
                  <a:lnTo>
                    <a:pt x="214" y="313"/>
                  </a:lnTo>
                  <a:lnTo>
                    <a:pt x="215" y="308"/>
                  </a:lnTo>
                  <a:lnTo>
                    <a:pt x="218" y="302"/>
                  </a:lnTo>
                  <a:lnTo>
                    <a:pt x="220" y="297"/>
                  </a:lnTo>
                  <a:lnTo>
                    <a:pt x="221" y="294"/>
                  </a:lnTo>
                  <a:lnTo>
                    <a:pt x="225" y="284"/>
                  </a:lnTo>
                  <a:lnTo>
                    <a:pt x="226" y="281"/>
                  </a:lnTo>
                  <a:lnTo>
                    <a:pt x="228" y="276"/>
                  </a:lnTo>
                  <a:lnTo>
                    <a:pt x="231" y="270"/>
                  </a:lnTo>
                  <a:lnTo>
                    <a:pt x="231" y="265"/>
                  </a:lnTo>
                  <a:lnTo>
                    <a:pt x="234" y="256"/>
                  </a:lnTo>
                  <a:lnTo>
                    <a:pt x="234" y="251"/>
                  </a:lnTo>
                  <a:lnTo>
                    <a:pt x="236" y="246"/>
                  </a:lnTo>
                  <a:lnTo>
                    <a:pt x="236" y="243"/>
                  </a:lnTo>
                  <a:lnTo>
                    <a:pt x="237" y="238"/>
                  </a:lnTo>
                  <a:lnTo>
                    <a:pt x="237" y="229"/>
                  </a:lnTo>
                  <a:lnTo>
                    <a:pt x="239" y="224"/>
                  </a:lnTo>
                  <a:lnTo>
                    <a:pt x="239" y="197"/>
                  </a:lnTo>
                  <a:lnTo>
                    <a:pt x="240" y="189"/>
                  </a:lnTo>
                  <a:lnTo>
                    <a:pt x="239" y="182"/>
                  </a:lnTo>
                  <a:lnTo>
                    <a:pt x="239" y="163"/>
                  </a:lnTo>
                  <a:lnTo>
                    <a:pt x="236" y="144"/>
                  </a:lnTo>
                  <a:lnTo>
                    <a:pt x="229" y="110"/>
                  </a:lnTo>
                  <a:lnTo>
                    <a:pt x="223" y="95"/>
                  </a:lnTo>
                  <a:lnTo>
                    <a:pt x="217" y="79"/>
                  </a:lnTo>
                  <a:lnTo>
                    <a:pt x="207" y="58"/>
                  </a:lnTo>
                  <a:lnTo>
                    <a:pt x="198" y="46"/>
                  </a:lnTo>
                  <a:lnTo>
                    <a:pt x="195" y="41"/>
                  </a:lnTo>
                  <a:lnTo>
                    <a:pt x="190" y="36"/>
                  </a:lnTo>
                  <a:lnTo>
                    <a:pt x="187" y="31"/>
                  </a:lnTo>
                  <a:lnTo>
                    <a:pt x="179" y="23"/>
                  </a:lnTo>
                  <a:lnTo>
                    <a:pt x="174" y="20"/>
                  </a:lnTo>
                  <a:lnTo>
                    <a:pt x="169" y="16"/>
                  </a:lnTo>
                  <a:lnTo>
                    <a:pt x="161" y="11"/>
                  </a:lnTo>
                  <a:lnTo>
                    <a:pt x="157" y="9"/>
                  </a:lnTo>
                  <a:lnTo>
                    <a:pt x="152" y="6"/>
                  </a:lnTo>
                  <a:lnTo>
                    <a:pt x="146" y="3"/>
                  </a:lnTo>
                  <a:lnTo>
                    <a:pt x="133" y="0"/>
                  </a:lnTo>
                  <a:lnTo>
                    <a:pt x="106" y="0"/>
                  </a:lnTo>
                  <a:lnTo>
                    <a:pt x="93" y="3"/>
                  </a:lnTo>
                  <a:lnTo>
                    <a:pt x="87" y="6"/>
                  </a:lnTo>
                  <a:lnTo>
                    <a:pt x="82" y="9"/>
                  </a:lnTo>
                  <a:lnTo>
                    <a:pt x="78" y="11"/>
                  </a:lnTo>
                  <a:lnTo>
                    <a:pt x="70" y="16"/>
                  </a:lnTo>
                  <a:lnTo>
                    <a:pt x="65" y="20"/>
                  </a:lnTo>
                  <a:lnTo>
                    <a:pt x="60" y="23"/>
                  </a:lnTo>
                  <a:lnTo>
                    <a:pt x="52" y="31"/>
                  </a:lnTo>
                  <a:lnTo>
                    <a:pt x="49" y="36"/>
                  </a:lnTo>
                  <a:lnTo>
                    <a:pt x="44" y="41"/>
                  </a:lnTo>
                  <a:lnTo>
                    <a:pt x="41" y="46"/>
                  </a:lnTo>
                  <a:lnTo>
                    <a:pt x="32" y="58"/>
                  </a:lnTo>
                  <a:lnTo>
                    <a:pt x="22" y="79"/>
                  </a:lnTo>
                  <a:lnTo>
                    <a:pt x="16" y="95"/>
                  </a:lnTo>
                  <a:lnTo>
                    <a:pt x="10" y="110"/>
                  </a:lnTo>
                  <a:lnTo>
                    <a:pt x="3" y="144"/>
                  </a:lnTo>
                  <a:lnTo>
                    <a:pt x="0" y="163"/>
                  </a:lnTo>
                  <a:lnTo>
                    <a:pt x="0" y="224"/>
                  </a:lnTo>
                  <a:lnTo>
                    <a:pt x="2" y="229"/>
                  </a:lnTo>
                  <a:lnTo>
                    <a:pt x="2" y="237"/>
                  </a:lnTo>
                  <a:lnTo>
                    <a:pt x="3" y="242"/>
                  </a:lnTo>
                  <a:lnTo>
                    <a:pt x="3" y="245"/>
                  </a:lnTo>
                  <a:lnTo>
                    <a:pt x="5" y="250"/>
                  </a:lnTo>
                  <a:lnTo>
                    <a:pt x="5" y="253"/>
                  </a:lnTo>
                  <a:lnTo>
                    <a:pt x="8" y="262"/>
                  </a:lnTo>
                  <a:lnTo>
                    <a:pt x="8" y="265"/>
                  </a:lnTo>
                  <a:lnTo>
                    <a:pt x="10" y="269"/>
                  </a:lnTo>
                  <a:lnTo>
                    <a:pt x="10" y="273"/>
                  </a:lnTo>
                  <a:lnTo>
                    <a:pt x="13" y="280"/>
                  </a:lnTo>
                  <a:lnTo>
                    <a:pt x="14" y="284"/>
                  </a:lnTo>
                  <a:lnTo>
                    <a:pt x="16" y="287"/>
                  </a:lnTo>
                  <a:lnTo>
                    <a:pt x="16" y="292"/>
                  </a:lnTo>
                  <a:lnTo>
                    <a:pt x="27" y="314"/>
                  </a:lnTo>
                  <a:lnTo>
                    <a:pt x="29" y="321"/>
                  </a:lnTo>
                  <a:lnTo>
                    <a:pt x="35" y="327"/>
                  </a:lnTo>
                  <a:lnTo>
                    <a:pt x="32" y="324"/>
                  </a:lnTo>
                  <a:lnTo>
                    <a:pt x="38" y="330"/>
                  </a:lnTo>
                  <a:lnTo>
                    <a:pt x="41" y="332"/>
                  </a:lnTo>
                  <a:lnTo>
                    <a:pt x="51" y="332"/>
                  </a:lnTo>
                  <a:lnTo>
                    <a:pt x="54" y="330"/>
                  </a:lnTo>
                  <a:lnTo>
                    <a:pt x="60" y="324"/>
                  </a:lnTo>
                  <a:lnTo>
                    <a:pt x="62" y="321"/>
                  </a:lnTo>
                  <a:lnTo>
                    <a:pt x="62" y="311"/>
                  </a:lnTo>
                  <a:lnTo>
                    <a:pt x="60" y="308"/>
                  </a:lnTo>
                  <a:lnTo>
                    <a:pt x="57" y="305"/>
                  </a:lnTo>
                  <a:lnTo>
                    <a:pt x="55" y="302"/>
                  </a:lnTo>
                  <a:lnTo>
                    <a:pt x="48" y="286"/>
                  </a:lnTo>
                  <a:lnTo>
                    <a:pt x="48" y="281"/>
                  </a:lnTo>
                  <a:lnTo>
                    <a:pt x="43" y="272"/>
                  </a:lnTo>
                  <a:lnTo>
                    <a:pt x="41" y="267"/>
                  </a:lnTo>
                  <a:lnTo>
                    <a:pt x="41" y="262"/>
                  </a:lnTo>
                  <a:lnTo>
                    <a:pt x="40" y="259"/>
                  </a:lnTo>
                  <a:lnTo>
                    <a:pt x="40" y="256"/>
                  </a:lnTo>
                  <a:lnTo>
                    <a:pt x="36" y="246"/>
                  </a:lnTo>
                  <a:lnTo>
                    <a:pt x="36" y="243"/>
                  </a:lnTo>
                  <a:lnTo>
                    <a:pt x="35" y="238"/>
                  </a:lnTo>
                  <a:lnTo>
                    <a:pt x="35" y="235"/>
                  </a:lnTo>
                  <a:lnTo>
                    <a:pt x="33" y="231"/>
                  </a:lnTo>
                  <a:lnTo>
                    <a:pt x="33" y="223"/>
                  </a:lnTo>
                  <a:lnTo>
                    <a:pt x="32" y="218"/>
                  </a:lnTo>
                  <a:lnTo>
                    <a:pt x="32" y="193"/>
                  </a:lnTo>
                  <a:lnTo>
                    <a:pt x="32" y="166"/>
                  </a:lnTo>
                  <a:lnTo>
                    <a:pt x="33" y="159"/>
                  </a:lnTo>
                  <a:lnTo>
                    <a:pt x="35" y="150"/>
                  </a:lnTo>
                  <a:lnTo>
                    <a:pt x="41" y="120"/>
                  </a:lnTo>
                  <a:lnTo>
                    <a:pt x="44" y="112"/>
                  </a:lnTo>
                  <a:lnTo>
                    <a:pt x="44" y="104"/>
                  </a:lnTo>
                  <a:lnTo>
                    <a:pt x="48" y="99"/>
                  </a:lnTo>
                  <a:lnTo>
                    <a:pt x="51" y="91"/>
                  </a:lnTo>
                  <a:lnTo>
                    <a:pt x="60" y="74"/>
                  </a:lnTo>
                  <a:lnTo>
                    <a:pt x="62" y="71"/>
                  </a:lnTo>
                  <a:lnTo>
                    <a:pt x="67" y="65"/>
                  </a:lnTo>
                  <a:lnTo>
                    <a:pt x="70" y="60"/>
                  </a:lnTo>
                  <a:lnTo>
                    <a:pt x="74" y="55"/>
                  </a:lnTo>
                  <a:lnTo>
                    <a:pt x="78" y="50"/>
                  </a:lnTo>
                  <a:lnTo>
                    <a:pt x="79" y="49"/>
                  </a:lnTo>
                  <a:lnTo>
                    <a:pt x="84" y="46"/>
                  </a:lnTo>
                  <a:lnTo>
                    <a:pt x="89" y="41"/>
                  </a:lnTo>
                  <a:lnTo>
                    <a:pt x="90" y="39"/>
                  </a:lnTo>
                  <a:lnTo>
                    <a:pt x="95" y="38"/>
                  </a:lnTo>
                  <a:lnTo>
                    <a:pt x="100" y="35"/>
                  </a:lnTo>
                  <a:lnTo>
                    <a:pt x="103" y="35"/>
                  </a:lnTo>
                  <a:lnTo>
                    <a:pt x="109" y="33"/>
                  </a:lnTo>
                  <a:lnTo>
                    <a:pt x="112" y="31"/>
                  </a:lnTo>
                  <a:lnTo>
                    <a:pt x="120" y="31"/>
                  </a:lnTo>
                  <a:lnTo>
                    <a:pt x="127" y="31"/>
                  </a:lnTo>
                  <a:lnTo>
                    <a:pt x="130" y="33"/>
                  </a:lnTo>
                  <a:lnTo>
                    <a:pt x="136" y="35"/>
                  </a:lnTo>
                  <a:lnTo>
                    <a:pt x="139" y="35"/>
                  </a:lnTo>
                  <a:lnTo>
                    <a:pt x="144" y="38"/>
                  </a:lnTo>
                  <a:lnTo>
                    <a:pt x="149" y="39"/>
                  </a:lnTo>
                  <a:lnTo>
                    <a:pt x="150" y="41"/>
                  </a:lnTo>
                  <a:lnTo>
                    <a:pt x="155" y="46"/>
                  </a:lnTo>
                  <a:lnTo>
                    <a:pt x="160" y="49"/>
                  </a:lnTo>
                  <a:lnTo>
                    <a:pt x="161" y="50"/>
                  </a:lnTo>
                  <a:lnTo>
                    <a:pt x="165" y="55"/>
                  </a:lnTo>
                  <a:lnTo>
                    <a:pt x="169" y="60"/>
                  </a:lnTo>
                  <a:lnTo>
                    <a:pt x="172" y="65"/>
                  </a:lnTo>
                  <a:lnTo>
                    <a:pt x="177" y="71"/>
                  </a:lnTo>
                  <a:lnTo>
                    <a:pt x="179" y="74"/>
                  </a:lnTo>
                  <a:lnTo>
                    <a:pt x="188" y="91"/>
                  </a:lnTo>
                  <a:lnTo>
                    <a:pt x="191" y="99"/>
                  </a:lnTo>
                  <a:lnTo>
                    <a:pt x="195" y="104"/>
                  </a:lnTo>
                  <a:lnTo>
                    <a:pt x="195" y="112"/>
                  </a:lnTo>
                  <a:lnTo>
                    <a:pt x="198" y="120"/>
                  </a:lnTo>
                  <a:lnTo>
                    <a:pt x="204" y="150"/>
                  </a:lnTo>
                  <a:lnTo>
                    <a:pt x="206" y="159"/>
                  </a:lnTo>
                  <a:lnTo>
                    <a:pt x="207" y="166"/>
                  </a:lnTo>
                  <a:lnTo>
                    <a:pt x="207" y="185"/>
                  </a:lnTo>
                  <a:lnTo>
                    <a:pt x="209" y="196"/>
                  </a:lnTo>
                  <a:lnTo>
                    <a:pt x="210" y="188"/>
                  </a:lnTo>
                  <a:lnTo>
                    <a:pt x="207" y="194"/>
                  </a:lnTo>
                  <a:lnTo>
                    <a:pt x="207" y="218"/>
                  </a:lnTo>
                  <a:lnTo>
                    <a:pt x="206" y="223"/>
                  </a:lnTo>
                  <a:lnTo>
                    <a:pt x="206" y="232"/>
                  </a:lnTo>
                  <a:lnTo>
                    <a:pt x="204" y="237"/>
                  </a:lnTo>
                  <a:lnTo>
                    <a:pt x="204" y="240"/>
                  </a:lnTo>
                  <a:lnTo>
                    <a:pt x="203" y="245"/>
                  </a:lnTo>
                  <a:lnTo>
                    <a:pt x="203" y="250"/>
                  </a:lnTo>
                  <a:lnTo>
                    <a:pt x="199" y="259"/>
                  </a:lnTo>
                  <a:lnTo>
                    <a:pt x="199" y="264"/>
                  </a:lnTo>
                  <a:lnTo>
                    <a:pt x="198" y="269"/>
                  </a:lnTo>
                  <a:lnTo>
                    <a:pt x="196" y="272"/>
                  </a:lnTo>
                  <a:lnTo>
                    <a:pt x="193" y="281"/>
                  </a:lnTo>
                  <a:lnTo>
                    <a:pt x="191" y="284"/>
                  </a:lnTo>
                  <a:lnTo>
                    <a:pt x="190" y="289"/>
                  </a:lnTo>
                  <a:lnTo>
                    <a:pt x="187" y="295"/>
                  </a:lnTo>
                  <a:lnTo>
                    <a:pt x="185" y="300"/>
                  </a:lnTo>
                  <a:lnTo>
                    <a:pt x="182" y="306"/>
                  </a:lnTo>
                  <a:lnTo>
                    <a:pt x="177" y="311"/>
                  </a:lnTo>
                  <a:lnTo>
                    <a:pt x="176" y="318"/>
                  </a:lnTo>
                  <a:lnTo>
                    <a:pt x="174" y="321"/>
                  </a:lnTo>
                  <a:lnTo>
                    <a:pt x="176" y="31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17" name="Google Shape;617;g28abd34dbfa_1_1"/>
            <p:cNvSpPr/>
            <p:nvPr/>
          </p:nvSpPr>
          <p:spPr>
            <a:xfrm>
              <a:off x="4582" y="122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618" name="Google Shape;618;g28abd34dbfa_1_1"/>
            <p:cNvSpPr/>
            <p:nvPr/>
          </p:nvSpPr>
          <p:spPr>
            <a:xfrm>
              <a:off x="3015" y="1869"/>
              <a:ext cx="560" cy="211"/>
            </a:xfrm>
            <a:custGeom>
              <a:avLst/>
              <a:gdLst/>
              <a:ahLst/>
              <a:cxnLst/>
              <a:rect l="l" t="t" r="r" b="b"/>
              <a:pathLst>
                <a:path w="560" h="211" extrusionOk="0">
                  <a:moveTo>
                    <a:pt x="558" y="23"/>
                  </a:moveTo>
                  <a:lnTo>
                    <a:pt x="560" y="20"/>
                  </a:lnTo>
                  <a:lnTo>
                    <a:pt x="560" y="12"/>
                  </a:lnTo>
                  <a:lnTo>
                    <a:pt x="558" y="8"/>
                  </a:lnTo>
                  <a:lnTo>
                    <a:pt x="552" y="1"/>
                  </a:lnTo>
                  <a:lnTo>
                    <a:pt x="548" y="0"/>
                  </a:lnTo>
                  <a:lnTo>
                    <a:pt x="541" y="0"/>
                  </a:lnTo>
                  <a:lnTo>
                    <a:pt x="536" y="1"/>
                  </a:lnTo>
                  <a:lnTo>
                    <a:pt x="529" y="8"/>
                  </a:lnTo>
                  <a:lnTo>
                    <a:pt x="531" y="6"/>
                  </a:lnTo>
                  <a:lnTo>
                    <a:pt x="525" y="14"/>
                  </a:lnTo>
                  <a:lnTo>
                    <a:pt x="515" y="30"/>
                  </a:lnTo>
                  <a:lnTo>
                    <a:pt x="510" y="36"/>
                  </a:lnTo>
                  <a:lnTo>
                    <a:pt x="504" y="44"/>
                  </a:lnTo>
                  <a:lnTo>
                    <a:pt x="499" y="52"/>
                  </a:lnTo>
                  <a:lnTo>
                    <a:pt x="495" y="57"/>
                  </a:lnTo>
                  <a:lnTo>
                    <a:pt x="488" y="63"/>
                  </a:lnTo>
                  <a:lnTo>
                    <a:pt x="484" y="71"/>
                  </a:lnTo>
                  <a:lnTo>
                    <a:pt x="480" y="77"/>
                  </a:lnTo>
                  <a:lnTo>
                    <a:pt x="474" y="82"/>
                  </a:lnTo>
                  <a:lnTo>
                    <a:pt x="468" y="88"/>
                  </a:lnTo>
                  <a:lnTo>
                    <a:pt x="447" y="109"/>
                  </a:lnTo>
                  <a:lnTo>
                    <a:pt x="441" y="115"/>
                  </a:lnTo>
                  <a:lnTo>
                    <a:pt x="436" y="121"/>
                  </a:lnTo>
                  <a:lnTo>
                    <a:pt x="425" y="129"/>
                  </a:lnTo>
                  <a:lnTo>
                    <a:pt x="420" y="132"/>
                  </a:lnTo>
                  <a:lnTo>
                    <a:pt x="409" y="140"/>
                  </a:lnTo>
                  <a:lnTo>
                    <a:pt x="395" y="148"/>
                  </a:lnTo>
                  <a:lnTo>
                    <a:pt x="390" y="153"/>
                  </a:lnTo>
                  <a:lnTo>
                    <a:pt x="356" y="170"/>
                  </a:lnTo>
                  <a:lnTo>
                    <a:pt x="357" y="170"/>
                  </a:lnTo>
                  <a:lnTo>
                    <a:pt x="359" y="169"/>
                  </a:lnTo>
                  <a:lnTo>
                    <a:pt x="351" y="170"/>
                  </a:lnTo>
                  <a:lnTo>
                    <a:pt x="338" y="174"/>
                  </a:lnTo>
                  <a:lnTo>
                    <a:pt x="322" y="177"/>
                  </a:lnTo>
                  <a:lnTo>
                    <a:pt x="318" y="178"/>
                  </a:lnTo>
                  <a:lnTo>
                    <a:pt x="310" y="178"/>
                  </a:lnTo>
                  <a:lnTo>
                    <a:pt x="302" y="180"/>
                  </a:lnTo>
                  <a:lnTo>
                    <a:pt x="251" y="180"/>
                  </a:lnTo>
                  <a:lnTo>
                    <a:pt x="243" y="178"/>
                  </a:lnTo>
                  <a:lnTo>
                    <a:pt x="235" y="178"/>
                  </a:lnTo>
                  <a:lnTo>
                    <a:pt x="227" y="177"/>
                  </a:lnTo>
                  <a:lnTo>
                    <a:pt x="219" y="177"/>
                  </a:lnTo>
                  <a:lnTo>
                    <a:pt x="213" y="175"/>
                  </a:lnTo>
                  <a:lnTo>
                    <a:pt x="205" y="174"/>
                  </a:lnTo>
                  <a:lnTo>
                    <a:pt x="197" y="174"/>
                  </a:lnTo>
                  <a:lnTo>
                    <a:pt x="193" y="172"/>
                  </a:lnTo>
                  <a:lnTo>
                    <a:pt x="185" y="170"/>
                  </a:lnTo>
                  <a:lnTo>
                    <a:pt x="167" y="167"/>
                  </a:lnTo>
                  <a:lnTo>
                    <a:pt x="161" y="164"/>
                  </a:lnTo>
                  <a:lnTo>
                    <a:pt x="148" y="159"/>
                  </a:lnTo>
                  <a:lnTo>
                    <a:pt x="139" y="158"/>
                  </a:lnTo>
                  <a:lnTo>
                    <a:pt x="140" y="158"/>
                  </a:lnTo>
                  <a:lnTo>
                    <a:pt x="134" y="155"/>
                  </a:lnTo>
                  <a:lnTo>
                    <a:pt x="129" y="153"/>
                  </a:lnTo>
                  <a:lnTo>
                    <a:pt x="125" y="150"/>
                  </a:lnTo>
                  <a:lnTo>
                    <a:pt x="114" y="143"/>
                  </a:lnTo>
                  <a:lnTo>
                    <a:pt x="109" y="142"/>
                  </a:lnTo>
                  <a:lnTo>
                    <a:pt x="98" y="134"/>
                  </a:lnTo>
                  <a:lnTo>
                    <a:pt x="90" y="126"/>
                  </a:lnTo>
                  <a:lnTo>
                    <a:pt x="82" y="121"/>
                  </a:lnTo>
                  <a:lnTo>
                    <a:pt x="79" y="117"/>
                  </a:lnTo>
                  <a:lnTo>
                    <a:pt x="74" y="113"/>
                  </a:lnTo>
                  <a:lnTo>
                    <a:pt x="68" y="104"/>
                  </a:lnTo>
                  <a:lnTo>
                    <a:pt x="63" y="101"/>
                  </a:lnTo>
                  <a:lnTo>
                    <a:pt x="50" y="82"/>
                  </a:lnTo>
                  <a:lnTo>
                    <a:pt x="49" y="77"/>
                  </a:lnTo>
                  <a:lnTo>
                    <a:pt x="42" y="64"/>
                  </a:lnTo>
                  <a:lnTo>
                    <a:pt x="39" y="61"/>
                  </a:lnTo>
                  <a:lnTo>
                    <a:pt x="38" y="57"/>
                  </a:lnTo>
                  <a:lnTo>
                    <a:pt x="34" y="50"/>
                  </a:lnTo>
                  <a:lnTo>
                    <a:pt x="34" y="47"/>
                  </a:lnTo>
                  <a:lnTo>
                    <a:pt x="33" y="41"/>
                  </a:lnTo>
                  <a:lnTo>
                    <a:pt x="30" y="36"/>
                  </a:lnTo>
                  <a:lnTo>
                    <a:pt x="28" y="31"/>
                  </a:lnTo>
                  <a:lnTo>
                    <a:pt x="27" y="30"/>
                  </a:lnTo>
                  <a:lnTo>
                    <a:pt x="22" y="26"/>
                  </a:lnTo>
                  <a:lnTo>
                    <a:pt x="19" y="25"/>
                  </a:lnTo>
                  <a:lnTo>
                    <a:pt x="14" y="25"/>
                  </a:lnTo>
                  <a:lnTo>
                    <a:pt x="11" y="26"/>
                  </a:lnTo>
                  <a:lnTo>
                    <a:pt x="6" y="28"/>
                  </a:lnTo>
                  <a:lnTo>
                    <a:pt x="4" y="30"/>
                  </a:lnTo>
                  <a:lnTo>
                    <a:pt x="1" y="34"/>
                  </a:lnTo>
                  <a:lnTo>
                    <a:pt x="0" y="38"/>
                  </a:lnTo>
                  <a:lnTo>
                    <a:pt x="0" y="42"/>
                  </a:lnTo>
                  <a:lnTo>
                    <a:pt x="1" y="45"/>
                  </a:lnTo>
                  <a:lnTo>
                    <a:pt x="1" y="50"/>
                  </a:lnTo>
                  <a:lnTo>
                    <a:pt x="3" y="57"/>
                  </a:lnTo>
                  <a:lnTo>
                    <a:pt x="6" y="63"/>
                  </a:lnTo>
                  <a:lnTo>
                    <a:pt x="9" y="69"/>
                  </a:lnTo>
                  <a:lnTo>
                    <a:pt x="11" y="74"/>
                  </a:lnTo>
                  <a:lnTo>
                    <a:pt x="14" y="80"/>
                  </a:lnTo>
                  <a:lnTo>
                    <a:pt x="17" y="87"/>
                  </a:lnTo>
                  <a:lnTo>
                    <a:pt x="20" y="90"/>
                  </a:lnTo>
                  <a:lnTo>
                    <a:pt x="22" y="94"/>
                  </a:lnTo>
                  <a:lnTo>
                    <a:pt x="41" y="123"/>
                  </a:lnTo>
                  <a:lnTo>
                    <a:pt x="46" y="126"/>
                  </a:lnTo>
                  <a:lnTo>
                    <a:pt x="52" y="136"/>
                  </a:lnTo>
                  <a:lnTo>
                    <a:pt x="57" y="139"/>
                  </a:lnTo>
                  <a:lnTo>
                    <a:pt x="60" y="143"/>
                  </a:lnTo>
                  <a:lnTo>
                    <a:pt x="71" y="151"/>
                  </a:lnTo>
                  <a:lnTo>
                    <a:pt x="79" y="159"/>
                  </a:lnTo>
                  <a:lnTo>
                    <a:pt x="96" y="170"/>
                  </a:lnTo>
                  <a:lnTo>
                    <a:pt x="101" y="172"/>
                  </a:lnTo>
                  <a:lnTo>
                    <a:pt x="109" y="178"/>
                  </a:lnTo>
                  <a:lnTo>
                    <a:pt x="117" y="181"/>
                  </a:lnTo>
                  <a:lnTo>
                    <a:pt x="121" y="183"/>
                  </a:lnTo>
                  <a:lnTo>
                    <a:pt x="128" y="186"/>
                  </a:lnTo>
                  <a:lnTo>
                    <a:pt x="129" y="186"/>
                  </a:lnTo>
                  <a:lnTo>
                    <a:pt x="139" y="191"/>
                  </a:lnTo>
                  <a:lnTo>
                    <a:pt x="151" y="192"/>
                  </a:lnTo>
                  <a:lnTo>
                    <a:pt x="158" y="196"/>
                  </a:lnTo>
                  <a:lnTo>
                    <a:pt x="178" y="202"/>
                  </a:lnTo>
                  <a:lnTo>
                    <a:pt x="186" y="204"/>
                  </a:lnTo>
                  <a:lnTo>
                    <a:pt x="194" y="205"/>
                  </a:lnTo>
                  <a:lnTo>
                    <a:pt x="202" y="205"/>
                  </a:lnTo>
                  <a:lnTo>
                    <a:pt x="207" y="207"/>
                  </a:lnTo>
                  <a:lnTo>
                    <a:pt x="216" y="208"/>
                  </a:lnTo>
                  <a:lnTo>
                    <a:pt x="224" y="208"/>
                  </a:lnTo>
                  <a:lnTo>
                    <a:pt x="232" y="210"/>
                  </a:lnTo>
                  <a:lnTo>
                    <a:pt x="240" y="210"/>
                  </a:lnTo>
                  <a:lnTo>
                    <a:pt x="248" y="211"/>
                  </a:lnTo>
                  <a:lnTo>
                    <a:pt x="305" y="211"/>
                  </a:lnTo>
                  <a:lnTo>
                    <a:pt x="313" y="210"/>
                  </a:lnTo>
                  <a:lnTo>
                    <a:pt x="321" y="210"/>
                  </a:lnTo>
                  <a:lnTo>
                    <a:pt x="329" y="208"/>
                  </a:lnTo>
                  <a:lnTo>
                    <a:pt x="344" y="205"/>
                  </a:lnTo>
                  <a:lnTo>
                    <a:pt x="357" y="202"/>
                  </a:lnTo>
                  <a:lnTo>
                    <a:pt x="365" y="200"/>
                  </a:lnTo>
                  <a:lnTo>
                    <a:pt x="367" y="199"/>
                  </a:lnTo>
                  <a:lnTo>
                    <a:pt x="368" y="199"/>
                  </a:lnTo>
                  <a:lnTo>
                    <a:pt x="409" y="178"/>
                  </a:lnTo>
                  <a:lnTo>
                    <a:pt x="414" y="174"/>
                  </a:lnTo>
                  <a:lnTo>
                    <a:pt x="425" y="169"/>
                  </a:lnTo>
                  <a:lnTo>
                    <a:pt x="439" y="158"/>
                  </a:lnTo>
                  <a:lnTo>
                    <a:pt x="444" y="155"/>
                  </a:lnTo>
                  <a:lnTo>
                    <a:pt x="458" y="143"/>
                  </a:lnTo>
                  <a:lnTo>
                    <a:pt x="463" y="137"/>
                  </a:lnTo>
                  <a:lnTo>
                    <a:pt x="469" y="134"/>
                  </a:lnTo>
                  <a:lnTo>
                    <a:pt x="493" y="110"/>
                  </a:lnTo>
                  <a:lnTo>
                    <a:pt x="496" y="104"/>
                  </a:lnTo>
                  <a:lnTo>
                    <a:pt x="503" y="99"/>
                  </a:lnTo>
                  <a:lnTo>
                    <a:pt x="509" y="90"/>
                  </a:lnTo>
                  <a:lnTo>
                    <a:pt x="514" y="85"/>
                  </a:lnTo>
                  <a:lnTo>
                    <a:pt x="520" y="79"/>
                  </a:lnTo>
                  <a:lnTo>
                    <a:pt x="525" y="71"/>
                  </a:lnTo>
                  <a:lnTo>
                    <a:pt x="529" y="63"/>
                  </a:lnTo>
                  <a:lnTo>
                    <a:pt x="536" y="55"/>
                  </a:lnTo>
                  <a:lnTo>
                    <a:pt x="541" y="49"/>
                  </a:lnTo>
                  <a:lnTo>
                    <a:pt x="550" y="33"/>
                  </a:lnTo>
                  <a:lnTo>
                    <a:pt x="556" y="25"/>
                  </a:lnTo>
                  <a:lnTo>
                    <a:pt x="558" y="2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19" name="Google Shape;619;g28abd34dbfa_1_1"/>
            <p:cNvSpPr/>
            <p:nvPr/>
          </p:nvSpPr>
          <p:spPr>
            <a:xfrm>
              <a:off x="3352" y="2061"/>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620" name="Google Shape;620;g28abd34dbfa_1_1"/>
            <p:cNvSpPr/>
            <p:nvPr/>
          </p:nvSpPr>
          <p:spPr>
            <a:xfrm>
              <a:off x="2917" y="1933"/>
              <a:ext cx="2298" cy="710"/>
            </a:xfrm>
            <a:custGeom>
              <a:avLst/>
              <a:gdLst/>
              <a:ahLst/>
              <a:cxnLst/>
              <a:rect l="l" t="t" r="r" b="b"/>
              <a:pathLst>
                <a:path w="2298" h="710" extrusionOk="0">
                  <a:moveTo>
                    <a:pt x="2294" y="26"/>
                  </a:moveTo>
                  <a:lnTo>
                    <a:pt x="2296" y="21"/>
                  </a:lnTo>
                  <a:lnTo>
                    <a:pt x="2298" y="18"/>
                  </a:lnTo>
                  <a:lnTo>
                    <a:pt x="2298" y="13"/>
                  </a:lnTo>
                  <a:lnTo>
                    <a:pt x="2294" y="7"/>
                  </a:lnTo>
                  <a:lnTo>
                    <a:pt x="2291" y="4"/>
                  </a:lnTo>
                  <a:lnTo>
                    <a:pt x="2286" y="2"/>
                  </a:lnTo>
                  <a:lnTo>
                    <a:pt x="2283" y="0"/>
                  </a:lnTo>
                  <a:lnTo>
                    <a:pt x="2279" y="0"/>
                  </a:lnTo>
                  <a:lnTo>
                    <a:pt x="2272" y="4"/>
                  </a:lnTo>
                  <a:lnTo>
                    <a:pt x="2269" y="7"/>
                  </a:lnTo>
                  <a:lnTo>
                    <a:pt x="2247" y="37"/>
                  </a:lnTo>
                  <a:lnTo>
                    <a:pt x="2181" y="122"/>
                  </a:lnTo>
                  <a:lnTo>
                    <a:pt x="2136" y="176"/>
                  </a:lnTo>
                  <a:lnTo>
                    <a:pt x="2113" y="201"/>
                  </a:lnTo>
                  <a:lnTo>
                    <a:pt x="2092" y="226"/>
                  </a:lnTo>
                  <a:lnTo>
                    <a:pt x="2070" y="250"/>
                  </a:lnTo>
                  <a:lnTo>
                    <a:pt x="2022" y="298"/>
                  </a:lnTo>
                  <a:lnTo>
                    <a:pt x="1951" y="364"/>
                  </a:lnTo>
                  <a:lnTo>
                    <a:pt x="1929" y="383"/>
                  </a:lnTo>
                  <a:lnTo>
                    <a:pt x="1905" y="402"/>
                  </a:lnTo>
                  <a:lnTo>
                    <a:pt x="1880" y="421"/>
                  </a:lnTo>
                  <a:lnTo>
                    <a:pt x="1856" y="440"/>
                  </a:lnTo>
                  <a:lnTo>
                    <a:pt x="1806" y="475"/>
                  </a:lnTo>
                  <a:lnTo>
                    <a:pt x="1782" y="492"/>
                  </a:lnTo>
                  <a:lnTo>
                    <a:pt x="1758" y="506"/>
                  </a:lnTo>
                  <a:lnTo>
                    <a:pt x="1731" y="521"/>
                  </a:lnTo>
                  <a:lnTo>
                    <a:pt x="1706" y="536"/>
                  </a:lnTo>
                  <a:lnTo>
                    <a:pt x="1681" y="551"/>
                  </a:lnTo>
                  <a:lnTo>
                    <a:pt x="1602" y="589"/>
                  </a:lnTo>
                  <a:lnTo>
                    <a:pt x="1548" y="611"/>
                  </a:lnTo>
                  <a:lnTo>
                    <a:pt x="1521" y="620"/>
                  </a:lnTo>
                  <a:lnTo>
                    <a:pt x="1494" y="631"/>
                  </a:lnTo>
                  <a:lnTo>
                    <a:pt x="1496" y="631"/>
                  </a:lnTo>
                  <a:lnTo>
                    <a:pt x="1496" y="630"/>
                  </a:lnTo>
                  <a:lnTo>
                    <a:pt x="1469" y="638"/>
                  </a:lnTo>
                  <a:lnTo>
                    <a:pt x="1439" y="644"/>
                  </a:lnTo>
                  <a:lnTo>
                    <a:pt x="1410" y="650"/>
                  </a:lnTo>
                  <a:lnTo>
                    <a:pt x="1379" y="657"/>
                  </a:lnTo>
                  <a:lnTo>
                    <a:pt x="1319" y="666"/>
                  </a:lnTo>
                  <a:lnTo>
                    <a:pt x="1255" y="672"/>
                  </a:lnTo>
                  <a:lnTo>
                    <a:pt x="1222" y="675"/>
                  </a:lnTo>
                  <a:lnTo>
                    <a:pt x="1190" y="677"/>
                  </a:lnTo>
                  <a:lnTo>
                    <a:pt x="1157" y="677"/>
                  </a:lnTo>
                  <a:lnTo>
                    <a:pt x="1124" y="679"/>
                  </a:lnTo>
                  <a:lnTo>
                    <a:pt x="1091" y="677"/>
                  </a:lnTo>
                  <a:lnTo>
                    <a:pt x="1058" y="677"/>
                  </a:lnTo>
                  <a:lnTo>
                    <a:pt x="1024" y="675"/>
                  </a:lnTo>
                  <a:lnTo>
                    <a:pt x="994" y="674"/>
                  </a:lnTo>
                  <a:lnTo>
                    <a:pt x="895" y="664"/>
                  </a:lnTo>
                  <a:lnTo>
                    <a:pt x="801" y="650"/>
                  </a:lnTo>
                  <a:lnTo>
                    <a:pt x="771" y="644"/>
                  </a:lnTo>
                  <a:lnTo>
                    <a:pt x="740" y="638"/>
                  </a:lnTo>
                  <a:lnTo>
                    <a:pt x="711" y="631"/>
                  </a:lnTo>
                  <a:lnTo>
                    <a:pt x="681" y="625"/>
                  </a:lnTo>
                  <a:lnTo>
                    <a:pt x="654" y="617"/>
                  </a:lnTo>
                  <a:lnTo>
                    <a:pt x="601" y="603"/>
                  </a:lnTo>
                  <a:lnTo>
                    <a:pt x="550" y="584"/>
                  </a:lnTo>
                  <a:lnTo>
                    <a:pt x="528" y="576"/>
                  </a:lnTo>
                  <a:lnTo>
                    <a:pt x="529" y="576"/>
                  </a:lnTo>
                  <a:lnTo>
                    <a:pt x="506" y="565"/>
                  </a:lnTo>
                  <a:lnTo>
                    <a:pt x="484" y="555"/>
                  </a:lnTo>
                  <a:lnTo>
                    <a:pt x="441" y="533"/>
                  </a:lnTo>
                  <a:lnTo>
                    <a:pt x="420" y="521"/>
                  </a:lnTo>
                  <a:lnTo>
                    <a:pt x="398" y="508"/>
                  </a:lnTo>
                  <a:lnTo>
                    <a:pt x="379" y="497"/>
                  </a:lnTo>
                  <a:lnTo>
                    <a:pt x="360" y="484"/>
                  </a:lnTo>
                  <a:lnTo>
                    <a:pt x="303" y="441"/>
                  </a:lnTo>
                  <a:lnTo>
                    <a:pt x="287" y="426"/>
                  </a:lnTo>
                  <a:lnTo>
                    <a:pt x="270" y="413"/>
                  </a:lnTo>
                  <a:lnTo>
                    <a:pt x="237" y="380"/>
                  </a:lnTo>
                  <a:lnTo>
                    <a:pt x="207" y="345"/>
                  </a:lnTo>
                  <a:lnTo>
                    <a:pt x="191" y="328"/>
                  </a:lnTo>
                  <a:lnTo>
                    <a:pt x="177" y="310"/>
                  </a:lnTo>
                  <a:lnTo>
                    <a:pt x="163" y="291"/>
                  </a:lnTo>
                  <a:lnTo>
                    <a:pt x="148" y="271"/>
                  </a:lnTo>
                  <a:lnTo>
                    <a:pt x="123" y="233"/>
                  </a:lnTo>
                  <a:lnTo>
                    <a:pt x="112" y="212"/>
                  </a:lnTo>
                  <a:lnTo>
                    <a:pt x="99" y="190"/>
                  </a:lnTo>
                  <a:lnTo>
                    <a:pt x="77" y="147"/>
                  </a:lnTo>
                  <a:lnTo>
                    <a:pt x="66" y="124"/>
                  </a:lnTo>
                  <a:lnTo>
                    <a:pt x="57" y="102"/>
                  </a:lnTo>
                  <a:lnTo>
                    <a:pt x="38" y="54"/>
                  </a:lnTo>
                  <a:lnTo>
                    <a:pt x="30" y="30"/>
                  </a:lnTo>
                  <a:lnTo>
                    <a:pt x="28" y="26"/>
                  </a:lnTo>
                  <a:lnTo>
                    <a:pt x="27" y="23"/>
                  </a:lnTo>
                  <a:lnTo>
                    <a:pt x="22" y="21"/>
                  </a:lnTo>
                  <a:lnTo>
                    <a:pt x="19" y="19"/>
                  </a:lnTo>
                  <a:lnTo>
                    <a:pt x="14" y="19"/>
                  </a:lnTo>
                  <a:lnTo>
                    <a:pt x="11" y="21"/>
                  </a:lnTo>
                  <a:lnTo>
                    <a:pt x="6" y="23"/>
                  </a:lnTo>
                  <a:lnTo>
                    <a:pt x="3" y="24"/>
                  </a:lnTo>
                  <a:lnTo>
                    <a:pt x="1" y="29"/>
                  </a:lnTo>
                  <a:lnTo>
                    <a:pt x="0" y="32"/>
                  </a:lnTo>
                  <a:lnTo>
                    <a:pt x="0" y="37"/>
                  </a:lnTo>
                  <a:lnTo>
                    <a:pt x="1" y="40"/>
                  </a:lnTo>
                  <a:lnTo>
                    <a:pt x="9" y="64"/>
                  </a:lnTo>
                  <a:lnTo>
                    <a:pt x="19" y="91"/>
                  </a:lnTo>
                  <a:lnTo>
                    <a:pt x="28" y="114"/>
                  </a:lnTo>
                  <a:lnTo>
                    <a:pt x="38" y="136"/>
                  </a:lnTo>
                  <a:lnTo>
                    <a:pt x="49" y="160"/>
                  </a:lnTo>
                  <a:lnTo>
                    <a:pt x="71" y="206"/>
                  </a:lnTo>
                  <a:lnTo>
                    <a:pt x="83" y="228"/>
                  </a:lnTo>
                  <a:lnTo>
                    <a:pt x="95" y="249"/>
                  </a:lnTo>
                  <a:lnTo>
                    <a:pt x="110" y="271"/>
                  </a:lnTo>
                  <a:lnTo>
                    <a:pt x="123" y="290"/>
                  </a:lnTo>
                  <a:lnTo>
                    <a:pt x="137" y="310"/>
                  </a:lnTo>
                  <a:lnTo>
                    <a:pt x="151" y="329"/>
                  </a:lnTo>
                  <a:lnTo>
                    <a:pt x="166" y="347"/>
                  </a:lnTo>
                  <a:lnTo>
                    <a:pt x="181" y="367"/>
                  </a:lnTo>
                  <a:lnTo>
                    <a:pt x="215" y="402"/>
                  </a:lnTo>
                  <a:lnTo>
                    <a:pt x="248" y="435"/>
                  </a:lnTo>
                  <a:lnTo>
                    <a:pt x="265" y="451"/>
                  </a:lnTo>
                  <a:lnTo>
                    <a:pt x="284" y="467"/>
                  </a:lnTo>
                  <a:lnTo>
                    <a:pt x="341" y="509"/>
                  </a:lnTo>
                  <a:lnTo>
                    <a:pt x="363" y="522"/>
                  </a:lnTo>
                  <a:lnTo>
                    <a:pt x="382" y="536"/>
                  </a:lnTo>
                  <a:lnTo>
                    <a:pt x="404" y="549"/>
                  </a:lnTo>
                  <a:lnTo>
                    <a:pt x="425" y="562"/>
                  </a:lnTo>
                  <a:lnTo>
                    <a:pt x="471" y="584"/>
                  </a:lnTo>
                  <a:lnTo>
                    <a:pt x="493" y="593"/>
                  </a:lnTo>
                  <a:lnTo>
                    <a:pt x="517" y="604"/>
                  </a:lnTo>
                  <a:lnTo>
                    <a:pt x="518" y="604"/>
                  </a:lnTo>
                  <a:lnTo>
                    <a:pt x="540" y="612"/>
                  </a:lnTo>
                  <a:lnTo>
                    <a:pt x="591" y="631"/>
                  </a:lnTo>
                  <a:lnTo>
                    <a:pt x="645" y="649"/>
                  </a:lnTo>
                  <a:lnTo>
                    <a:pt x="675" y="657"/>
                  </a:lnTo>
                  <a:lnTo>
                    <a:pt x="705" y="663"/>
                  </a:lnTo>
                  <a:lnTo>
                    <a:pt x="733" y="669"/>
                  </a:lnTo>
                  <a:lnTo>
                    <a:pt x="765" y="675"/>
                  </a:lnTo>
                  <a:lnTo>
                    <a:pt x="795" y="682"/>
                  </a:lnTo>
                  <a:lnTo>
                    <a:pt x="892" y="696"/>
                  </a:lnTo>
                  <a:lnTo>
                    <a:pt x="991" y="706"/>
                  </a:lnTo>
                  <a:lnTo>
                    <a:pt x="1024" y="707"/>
                  </a:lnTo>
                  <a:lnTo>
                    <a:pt x="1058" y="709"/>
                  </a:lnTo>
                  <a:lnTo>
                    <a:pt x="1091" y="709"/>
                  </a:lnTo>
                  <a:lnTo>
                    <a:pt x="1124" y="710"/>
                  </a:lnTo>
                  <a:lnTo>
                    <a:pt x="1157" y="709"/>
                  </a:lnTo>
                  <a:lnTo>
                    <a:pt x="1190" y="709"/>
                  </a:lnTo>
                  <a:lnTo>
                    <a:pt x="1225" y="707"/>
                  </a:lnTo>
                  <a:lnTo>
                    <a:pt x="1258" y="704"/>
                  </a:lnTo>
                  <a:lnTo>
                    <a:pt x="1322" y="698"/>
                  </a:lnTo>
                  <a:lnTo>
                    <a:pt x="1355" y="693"/>
                  </a:lnTo>
                  <a:lnTo>
                    <a:pt x="1385" y="688"/>
                  </a:lnTo>
                  <a:lnTo>
                    <a:pt x="1417" y="682"/>
                  </a:lnTo>
                  <a:lnTo>
                    <a:pt x="1445" y="675"/>
                  </a:lnTo>
                  <a:lnTo>
                    <a:pt x="1475" y="669"/>
                  </a:lnTo>
                  <a:lnTo>
                    <a:pt x="1505" y="661"/>
                  </a:lnTo>
                  <a:lnTo>
                    <a:pt x="1505" y="660"/>
                  </a:lnTo>
                  <a:lnTo>
                    <a:pt x="1507" y="660"/>
                  </a:lnTo>
                  <a:lnTo>
                    <a:pt x="1534" y="649"/>
                  </a:lnTo>
                  <a:lnTo>
                    <a:pt x="1561" y="639"/>
                  </a:lnTo>
                  <a:lnTo>
                    <a:pt x="1614" y="617"/>
                  </a:lnTo>
                  <a:lnTo>
                    <a:pt x="1697" y="579"/>
                  </a:lnTo>
                  <a:lnTo>
                    <a:pt x="1722" y="565"/>
                  </a:lnTo>
                  <a:lnTo>
                    <a:pt x="1747" y="549"/>
                  </a:lnTo>
                  <a:lnTo>
                    <a:pt x="1774" y="535"/>
                  </a:lnTo>
                  <a:lnTo>
                    <a:pt x="1801" y="517"/>
                  </a:lnTo>
                  <a:lnTo>
                    <a:pt x="1825" y="500"/>
                  </a:lnTo>
                  <a:lnTo>
                    <a:pt x="1875" y="465"/>
                  </a:lnTo>
                  <a:lnTo>
                    <a:pt x="1899" y="446"/>
                  </a:lnTo>
                  <a:lnTo>
                    <a:pt x="1924" y="427"/>
                  </a:lnTo>
                  <a:lnTo>
                    <a:pt x="1948" y="408"/>
                  </a:lnTo>
                  <a:lnTo>
                    <a:pt x="1973" y="386"/>
                  </a:lnTo>
                  <a:lnTo>
                    <a:pt x="2045" y="320"/>
                  </a:lnTo>
                  <a:lnTo>
                    <a:pt x="2092" y="272"/>
                  </a:lnTo>
                  <a:lnTo>
                    <a:pt x="2114" y="249"/>
                  </a:lnTo>
                  <a:lnTo>
                    <a:pt x="2138" y="223"/>
                  </a:lnTo>
                  <a:lnTo>
                    <a:pt x="2162" y="195"/>
                  </a:lnTo>
                  <a:lnTo>
                    <a:pt x="2206" y="141"/>
                  </a:lnTo>
                  <a:lnTo>
                    <a:pt x="2272" y="56"/>
                  </a:lnTo>
                  <a:lnTo>
                    <a:pt x="2294" y="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21" name="Google Shape;621;g28abd34dbfa_1_1"/>
            <p:cNvSpPr/>
            <p:nvPr/>
          </p:nvSpPr>
          <p:spPr>
            <a:xfrm>
              <a:off x="3818" y="2406"/>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622" name="Google Shape;622;g28abd34dbfa_1_1"/>
            <p:cNvSpPr/>
            <p:nvPr/>
          </p:nvSpPr>
          <p:spPr>
            <a:xfrm>
              <a:off x="4394" y="2107"/>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1/1</a:t>
              </a:r>
              <a:endParaRPr sz="2800" b="1" i="0" u="none" strike="noStrike" cap="none">
                <a:solidFill>
                  <a:srgbClr val="00FF00"/>
                </a:solidFill>
                <a:latin typeface="Times New Roman"/>
                <a:ea typeface="Times New Roman"/>
                <a:cs typeface="Times New Roman"/>
                <a:sym typeface="Times New Roman"/>
              </a:endParaRPr>
            </a:p>
          </p:txBody>
        </p:sp>
        <p:sp>
          <p:nvSpPr>
            <p:cNvPr id="623" name="Google Shape;623;g28abd34dbfa_1_1"/>
            <p:cNvSpPr/>
            <p:nvPr/>
          </p:nvSpPr>
          <p:spPr>
            <a:xfrm>
              <a:off x="3707" y="1867"/>
              <a:ext cx="1435" cy="430"/>
            </a:xfrm>
            <a:custGeom>
              <a:avLst/>
              <a:gdLst/>
              <a:ahLst/>
              <a:cxnLst/>
              <a:rect l="l" t="t" r="r" b="b"/>
              <a:pathLst>
                <a:path w="1435" h="430" extrusionOk="0">
                  <a:moveTo>
                    <a:pt x="1432" y="25"/>
                  </a:moveTo>
                  <a:lnTo>
                    <a:pt x="1433" y="22"/>
                  </a:lnTo>
                  <a:lnTo>
                    <a:pt x="1435" y="17"/>
                  </a:lnTo>
                  <a:lnTo>
                    <a:pt x="1435" y="14"/>
                  </a:lnTo>
                  <a:lnTo>
                    <a:pt x="1433" y="10"/>
                  </a:lnTo>
                  <a:lnTo>
                    <a:pt x="1432" y="6"/>
                  </a:lnTo>
                  <a:lnTo>
                    <a:pt x="1428" y="3"/>
                  </a:lnTo>
                  <a:lnTo>
                    <a:pt x="1425" y="2"/>
                  </a:lnTo>
                  <a:lnTo>
                    <a:pt x="1421" y="0"/>
                  </a:lnTo>
                  <a:lnTo>
                    <a:pt x="1417" y="0"/>
                  </a:lnTo>
                  <a:lnTo>
                    <a:pt x="1413" y="2"/>
                  </a:lnTo>
                  <a:lnTo>
                    <a:pt x="1409" y="3"/>
                  </a:lnTo>
                  <a:lnTo>
                    <a:pt x="1406" y="6"/>
                  </a:lnTo>
                  <a:lnTo>
                    <a:pt x="1378" y="40"/>
                  </a:lnTo>
                  <a:lnTo>
                    <a:pt x="1364" y="57"/>
                  </a:lnTo>
                  <a:lnTo>
                    <a:pt x="1351" y="74"/>
                  </a:lnTo>
                  <a:lnTo>
                    <a:pt x="1310" y="120"/>
                  </a:lnTo>
                  <a:lnTo>
                    <a:pt x="1253" y="177"/>
                  </a:lnTo>
                  <a:lnTo>
                    <a:pt x="1212" y="213"/>
                  </a:lnTo>
                  <a:lnTo>
                    <a:pt x="1196" y="226"/>
                  </a:lnTo>
                  <a:lnTo>
                    <a:pt x="1182" y="239"/>
                  </a:lnTo>
                  <a:lnTo>
                    <a:pt x="1166" y="250"/>
                  </a:lnTo>
                  <a:lnTo>
                    <a:pt x="1152" y="261"/>
                  </a:lnTo>
                  <a:lnTo>
                    <a:pt x="1137" y="270"/>
                  </a:lnTo>
                  <a:lnTo>
                    <a:pt x="1120" y="281"/>
                  </a:lnTo>
                  <a:lnTo>
                    <a:pt x="1107" y="291"/>
                  </a:lnTo>
                  <a:lnTo>
                    <a:pt x="1076" y="308"/>
                  </a:lnTo>
                  <a:lnTo>
                    <a:pt x="1046" y="324"/>
                  </a:lnTo>
                  <a:lnTo>
                    <a:pt x="1028" y="332"/>
                  </a:lnTo>
                  <a:lnTo>
                    <a:pt x="1013" y="340"/>
                  </a:lnTo>
                  <a:lnTo>
                    <a:pt x="995" y="348"/>
                  </a:lnTo>
                  <a:lnTo>
                    <a:pt x="979" y="354"/>
                  </a:lnTo>
                  <a:lnTo>
                    <a:pt x="945" y="367"/>
                  </a:lnTo>
                  <a:lnTo>
                    <a:pt x="929" y="373"/>
                  </a:lnTo>
                  <a:lnTo>
                    <a:pt x="930" y="372"/>
                  </a:lnTo>
                  <a:lnTo>
                    <a:pt x="932" y="372"/>
                  </a:lnTo>
                  <a:lnTo>
                    <a:pt x="913" y="376"/>
                  </a:lnTo>
                  <a:lnTo>
                    <a:pt x="895" y="379"/>
                  </a:lnTo>
                  <a:lnTo>
                    <a:pt x="878" y="384"/>
                  </a:lnTo>
                  <a:lnTo>
                    <a:pt x="842" y="391"/>
                  </a:lnTo>
                  <a:lnTo>
                    <a:pt x="821" y="392"/>
                  </a:lnTo>
                  <a:lnTo>
                    <a:pt x="802" y="395"/>
                  </a:lnTo>
                  <a:lnTo>
                    <a:pt x="783" y="397"/>
                  </a:lnTo>
                  <a:lnTo>
                    <a:pt x="763" y="397"/>
                  </a:lnTo>
                  <a:lnTo>
                    <a:pt x="744" y="398"/>
                  </a:lnTo>
                  <a:lnTo>
                    <a:pt x="661" y="398"/>
                  </a:lnTo>
                  <a:lnTo>
                    <a:pt x="641" y="397"/>
                  </a:lnTo>
                  <a:lnTo>
                    <a:pt x="620" y="397"/>
                  </a:lnTo>
                  <a:lnTo>
                    <a:pt x="581" y="394"/>
                  </a:lnTo>
                  <a:lnTo>
                    <a:pt x="560" y="391"/>
                  </a:lnTo>
                  <a:lnTo>
                    <a:pt x="541" y="389"/>
                  </a:lnTo>
                  <a:lnTo>
                    <a:pt x="522" y="386"/>
                  </a:lnTo>
                  <a:lnTo>
                    <a:pt x="446" y="373"/>
                  </a:lnTo>
                  <a:lnTo>
                    <a:pt x="429" y="368"/>
                  </a:lnTo>
                  <a:lnTo>
                    <a:pt x="412" y="365"/>
                  </a:lnTo>
                  <a:lnTo>
                    <a:pt x="396" y="360"/>
                  </a:lnTo>
                  <a:lnTo>
                    <a:pt x="378" y="356"/>
                  </a:lnTo>
                  <a:lnTo>
                    <a:pt x="364" y="353"/>
                  </a:lnTo>
                  <a:lnTo>
                    <a:pt x="336" y="345"/>
                  </a:lnTo>
                  <a:lnTo>
                    <a:pt x="337" y="345"/>
                  </a:lnTo>
                  <a:lnTo>
                    <a:pt x="321" y="338"/>
                  </a:lnTo>
                  <a:lnTo>
                    <a:pt x="309" y="334"/>
                  </a:lnTo>
                  <a:lnTo>
                    <a:pt x="295" y="327"/>
                  </a:lnTo>
                  <a:lnTo>
                    <a:pt x="280" y="323"/>
                  </a:lnTo>
                  <a:lnTo>
                    <a:pt x="244" y="304"/>
                  </a:lnTo>
                  <a:lnTo>
                    <a:pt x="231" y="296"/>
                  </a:lnTo>
                  <a:lnTo>
                    <a:pt x="209" y="283"/>
                  </a:lnTo>
                  <a:lnTo>
                    <a:pt x="165" y="251"/>
                  </a:lnTo>
                  <a:lnTo>
                    <a:pt x="157" y="245"/>
                  </a:lnTo>
                  <a:lnTo>
                    <a:pt x="147" y="236"/>
                  </a:lnTo>
                  <a:lnTo>
                    <a:pt x="138" y="228"/>
                  </a:lnTo>
                  <a:lnTo>
                    <a:pt x="119" y="209"/>
                  </a:lnTo>
                  <a:lnTo>
                    <a:pt x="111" y="199"/>
                  </a:lnTo>
                  <a:lnTo>
                    <a:pt x="95" y="180"/>
                  </a:lnTo>
                  <a:lnTo>
                    <a:pt x="72" y="149"/>
                  </a:lnTo>
                  <a:lnTo>
                    <a:pt x="60" y="126"/>
                  </a:lnTo>
                  <a:lnTo>
                    <a:pt x="53" y="114"/>
                  </a:lnTo>
                  <a:lnTo>
                    <a:pt x="46" y="103"/>
                  </a:lnTo>
                  <a:lnTo>
                    <a:pt x="41" y="92"/>
                  </a:lnTo>
                  <a:lnTo>
                    <a:pt x="35" y="79"/>
                  </a:lnTo>
                  <a:lnTo>
                    <a:pt x="30" y="66"/>
                  </a:lnTo>
                  <a:lnTo>
                    <a:pt x="29" y="63"/>
                  </a:lnTo>
                  <a:lnTo>
                    <a:pt x="26" y="60"/>
                  </a:lnTo>
                  <a:lnTo>
                    <a:pt x="23" y="59"/>
                  </a:lnTo>
                  <a:lnTo>
                    <a:pt x="18" y="57"/>
                  </a:lnTo>
                  <a:lnTo>
                    <a:pt x="15" y="57"/>
                  </a:lnTo>
                  <a:lnTo>
                    <a:pt x="10" y="59"/>
                  </a:lnTo>
                  <a:lnTo>
                    <a:pt x="7" y="60"/>
                  </a:lnTo>
                  <a:lnTo>
                    <a:pt x="4" y="63"/>
                  </a:lnTo>
                  <a:lnTo>
                    <a:pt x="2" y="66"/>
                  </a:lnTo>
                  <a:lnTo>
                    <a:pt x="0" y="71"/>
                  </a:lnTo>
                  <a:lnTo>
                    <a:pt x="0" y="74"/>
                  </a:lnTo>
                  <a:lnTo>
                    <a:pt x="2" y="79"/>
                  </a:lnTo>
                  <a:lnTo>
                    <a:pt x="7" y="92"/>
                  </a:lnTo>
                  <a:lnTo>
                    <a:pt x="13" y="104"/>
                  </a:lnTo>
                  <a:lnTo>
                    <a:pt x="18" y="115"/>
                  </a:lnTo>
                  <a:lnTo>
                    <a:pt x="24" y="130"/>
                  </a:lnTo>
                  <a:lnTo>
                    <a:pt x="32" y="142"/>
                  </a:lnTo>
                  <a:lnTo>
                    <a:pt x="46" y="164"/>
                  </a:lnTo>
                  <a:lnTo>
                    <a:pt x="70" y="199"/>
                  </a:lnTo>
                  <a:lnTo>
                    <a:pt x="86" y="218"/>
                  </a:lnTo>
                  <a:lnTo>
                    <a:pt x="97" y="231"/>
                  </a:lnTo>
                  <a:lnTo>
                    <a:pt x="116" y="250"/>
                  </a:lnTo>
                  <a:lnTo>
                    <a:pt x="125" y="258"/>
                  </a:lnTo>
                  <a:lnTo>
                    <a:pt x="135" y="267"/>
                  </a:lnTo>
                  <a:lnTo>
                    <a:pt x="146" y="277"/>
                  </a:lnTo>
                  <a:lnTo>
                    <a:pt x="190" y="308"/>
                  </a:lnTo>
                  <a:lnTo>
                    <a:pt x="204" y="318"/>
                  </a:lnTo>
                  <a:lnTo>
                    <a:pt x="215" y="324"/>
                  </a:lnTo>
                  <a:lnTo>
                    <a:pt x="228" y="332"/>
                  </a:lnTo>
                  <a:lnTo>
                    <a:pt x="268" y="351"/>
                  </a:lnTo>
                  <a:lnTo>
                    <a:pt x="282" y="356"/>
                  </a:lnTo>
                  <a:lnTo>
                    <a:pt x="296" y="362"/>
                  </a:lnTo>
                  <a:lnTo>
                    <a:pt x="309" y="367"/>
                  </a:lnTo>
                  <a:lnTo>
                    <a:pt x="325" y="373"/>
                  </a:lnTo>
                  <a:lnTo>
                    <a:pt x="326" y="373"/>
                  </a:lnTo>
                  <a:lnTo>
                    <a:pt x="355" y="384"/>
                  </a:lnTo>
                  <a:lnTo>
                    <a:pt x="372" y="387"/>
                  </a:lnTo>
                  <a:lnTo>
                    <a:pt x="386" y="392"/>
                  </a:lnTo>
                  <a:lnTo>
                    <a:pt x="405" y="397"/>
                  </a:lnTo>
                  <a:lnTo>
                    <a:pt x="423" y="400"/>
                  </a:lnTo>
                  <a:lnTo>
                    <a:pt x="440" y="405"/>
                  </a:lnTo>
                  <a:lnTo>
                    <a:pt x="516" y="417"/>
                  </a:lnTo>
                  <a:lnTo>
                    <a:pt x="538" y="421"/>
                  </a:lnTo>
                  <a:lnTo>
                    <a:pt x="557" y="422"/>
                  </a:lnTo>
                  <a:lnTo>
                    <a:pt x="578" y="425"/>
                  </a:lnTo>
                  <a:lnTo>
                    <a:pt x="620" y="428"/>
                  </a:lnTo>
                  <a:lnTo>
                    <a:pt x="641" y="428"/>
                  </a:lnTo>
                  <a:lnTo>
                    <a:pt x="661" y="430"/>
                  </a:lnTo>
                  <a:lnTo>
                    <a:pt x="744" y="430"/>
                  </a:lnTo>
                  <a:lnTo>
                    <a:pt x="763" y="428"/>
                  </a:lnTo>
                  <a:lnTo>
                    <a:pt x="783" y="428"/>
                  </a:lnTo>
                  <a:lnTo>
                    <a:pt x="805" y="427"/>
                  </a:lnTo>
                  <a:lnTo>
                    <a:pt x="824" y="424"/>
                  </a:lnTo>
                  <a:lnTo>
                    <a:pt x="845" y="422"/>
                  </a:lnTo>
                  <a:lnTo>
                    <a:pt x="884" y="416"/>
                  </a:lnTo>
                  <a:lnTo>
                    <a:pt x="902" y="411"/>
                  </a:lnTo>
                  <a:lnTo>
                    <a:pt x="919" y="408"/>
                  </a:lnTo>
                  <a:lnTo>
                    <a:pt x="938" y="403"/>
                  </a:lnTo>
                  <a:lnTo>
                    <a:pt x="940" y="403"/>
                  </a:lnTo>
                  <a:lnTo>
                    <a:pt x="941" y="402"/>
                  </a:lnTo>
                  <a:lnTo>
                    <a:pt x="957" y="395"/>
                  </a:lnTo>
                  <a:lnTo>
                    <a:pt x="992" y="383"/>
                  </a:lnTo>
                  <a:lnTo>
                    <a:pt x="1008" y="376"/>
                  </a:lnTo>
                  <a:lnTo>
                    <a:pt x="1025" y="368"/>
                  </a:lnTo>
                  <a:lnTo>
                    <a:pt x="1041" y="360"/>
                  </a:lnTo>
                  <a:lnTo>
                    <a:pt x="1058" y="353"/>
                  </a:lnTo>
                  <a:lnTo>
                    <a:pt x="1092" y="337"/>
                  </a:lnTo>
                  <a:lnTo>
                    <a:pt x="1123" y="316"/>
                  </a:lnTo>
                  <a:lnTo>
                    <a:pt x="1139" y="307"/>
                  </a:lnTo>
                  <a:lnTo>
                    <a:pt x="1153" y="296"/>
                  </a:lnTo>
                  <a:lnTo>
                    <a:pt x="1171" y="286"/>
                  </a:lnTo>
                  <a:lnTo>
                    <a:pt x="1185" y="275"/>
                  </a:lnTo>
                  <a:lnTo>
                    <a:pt x="1201" y="264"/>
                  </a:lnTo>
                  <a:lnTo>
                    <a:pt x="1215" y="251"/>
                  </a:lnTo>
                  <a:lnTo>
                    <a:pt x="1231" y="239"/>
                  </a:lnTo>
                  <a:lnTo>
                    <a:pt x="1275" y="199"/>
                  </a:lnTo>
                  <a:lnTo>
                    <a:pt x="1332" y="142"/>
                  </a:lnTo>
                  <a:lnTo>
                    <a:pt x="1376" y="93"/>
                  </a:lnTo>
                  <a:lnTo>
                    <a:pt x="1389" y="76"/>
                  </a:lnTo>
                  <a:lnTo>
                    <a:pt x="1403" y="62"/>
                  </a:lnTo>
                  <a:lnTo>
                    <a:pt x="1432" y="2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24" name="Google Shape;624;g28abd34dbfa_1_1"/>
            <p:cNvSpPr/>
            <p:nvPr/>
          </p:nvSpPr>
          <p:spPr>
            <a:xfrm>
              <a:off x="2730" y="1563"/>
              <a:ext cx="375" cy="375"/>
            </a:xfrm>
            <a:custGeom>
              <a:avLst/>
              <a:gdLst/>
              <a:ahLst/>
              <a:cxnLst/>
              <a:rect l="l" t="t" r="r" b="b"/>
              <a:pathLst>
                <a:path w="375" h="375" extrusionOk="0">
                  <a:moveTo>
                    <a:pt x="0" y="187"/>
                  </a:moveTo>
                  <a:lnTo>
                    <a:pt x="0" y="204"/>
                  </a:lnTo>
                  <a:lnTo>
                    <a:pt x="2" y="215"/>
                  </a:lnTo>
                  <a:lnTo>
                    <a:pt x="3" y="223"/>
                  </a:lnTo>
                  <a:lnTo>
                    <a:pt x="5" y="234"/>
                  </a:lnTo>
                  <a:lnTo>
                    <a:pt x="8" y="242"/>
                  </a:lnTo>
                  <a:lnTo>
                    <a:pt x="9" y="250"/>
                  </a:lnTo>
                  <a:lnTo>
                    <a:pt x="14" y="260"/>
                  </a:lnTo>
                  <a:lnTo>
                    <a:pt x="19" y="268"/>
                  </a:lnTo>
                  <a:lnTo>
                    <a:pt x="22" y="276"/>
                  </a:lnTo>
                  <a:lnTo>
                    <a:pt x="32" y="291"/>
                  </a:lnTo>
                  <a:lnTo>
                    <a:pt x="41" y="306"/>
                  </a:lnTo>
                  <a:lnTo>
                    <a:pt x="47" y="312"/>
                  </a:lnTo>
                  <a:lnTo>
                    <a:pt x="52" y="318"/>
                  </a:lnTo>
                  <a:lnTo>
                    <a:pt x="66" y="332"/>
                  </a:lnTo>
                  <a:lnTo>
                    <a:pt x="82" y="342"/>
                  </a:lnTo>
                  <a:lnTo>
                    <a:pt x="89" y="347"/>
                  </a:lnTo>
                  <a:lnTo>
                    <a:pt x="96" y="351"/>
                  </a:lnTo>
                  <a:lnTo>
                    <a:pt x="104" y="355"/>
                  </a:lnTo>
                  <a:lnTo>
                    <a:pt x="112" y="359"/>
                  </a:lnTo>
                  <a:lnTo>
                    <a:pt x="122" y="364"/>
                  </a:lnTo>
                  <a:lnTo>
                    <a:pt x="130" y="366"/>
                  </a:lnTo>
                  <a:lnTo>
                    <a:pt x="138" y="369"/>
                  </a:lnTo>
                  <a:lnTo>
                    <a:pt x="149" y="370"/>
                  </a:lnTo>
                  <a:lnTo>
                    <a:pt x="157" y="372"/>
                  </a:lnTo>
                  <a:lnTo>
                    <a:pt x="166" y="374"/>
                  </a:lnTo>
                  <a:lnTo>
                    <a:pt x="176" y="374"/>
                  </a:lnTo>
                  <a:lnTo>
                    <a:pt x="185" y="375"/>
                  </a:lnTo>
                  <a:lnTo>
                    <a:pt x="188" y="375"/>
                  </a:lnTo>
                  <a:lnTo>
                    <a:pt x="196" y="374"/>
                  </a:lnTo>
                  <a:lnTo>
                    <a:pt x="204" y="374"/>
                  </a:lnTo>
                  <a:lnTo>
                    <a:pt x="215" y="372"/>
                  </a:lnTo>
                  <a:lnTo>
                    <a:pt x="223" y="370"/>
                  </a:lnTo>
                  <a:lnTo>
                    <a:pt x="234" y="369"/>
                  </a:lnTo>
                  <a:lnTo>
                    <a:pt x="242" y="366"/>
                  </a:lnTo>
                  <a:lnTo>
                    <a:pt x="250" y="364"/>
                  </a:lnTo>
                  <a:lnTo>
                    <a:pt x="259" y="359"/>
                  </a:lnTo>
                  <a:lnTo>
                    <a:pt x="267" y="355"/>
                  </a:lnTo>
                  <a:lnTo>
                    <a:pt x="275" y="351"/>
                  </a:lnTo>
                  <a:lnTo>
                    <a:pt x="291" y="342"/>
                  </a:lnTo>
                  <a:lnTo>
                    <a:pt x="305" y="332"/>
                  </a:lnTo>
                  <a:lnTo>
                    <a:pt x="332" y="306"/>
                  </a:lnTo>
                  <a:lnTo>
                    <a:pt x="342" y="291"/>
                  </a:lnTo>
                  <a:lnTo>
                    <a:pt x="351" y="276"/>
                  </a:lnTo>
                  <a:lnTo>
                    <a:pt x="354" y="268"/>
                  </a:lnTo>
                  <a:lnTo>
                    <a:pt x="359" y="260"/>
                  </a:lnTo>
                  <a:lnTo>
                    <a:pt x="364" y="250"/>
                  </a:lnTo>
                  <a:lnTo>
                    <a:pt x="365" y="242"/>
                  </a:lnTo>
                  <a:lnTo>
                    <a:pt x="368" y="234"/>
                  </a:lnTo>
                  <a:lnTo>
                    <a:pt x="370" y="223"/>
                  </a:lnTo>
                  <a:lnTo>
                    <a:pt x="372" y="215"/>
                  </a:lnTo>
                  <a:lnTo>
                    <a:pt x="373" y="206"/>
                  </a:lnTo>
                  <a:lnTo>
                    <a:pt x="373" y="197"/>
                  </a:lnTo>
                  <a:lnTo>
                    <a:pt x="375" y="189"/>
                  </a:lnTo>
                  <a:lnTo>
                    <a:pt x="375" y="185"/>
                  </a:lnTo>
                  <a:lnTo>
                    <a:pt x="373" y="178"/>
                  </a:lnTo>
                  <a:lnTo>
                    <a:pt x="373" y="168"/>
                  </a:lnTo>
                  <a:lnTo>
                    <a:pt x="372" y="157"/>
                  </a:lnTo>
                  <a:lnTo>
                    <a:pt x="370" y="149"/>
                  </a:lnTo>
                  <a:lnTo>
                    <a:pt x="368" y="138"/>
                  </a:lnTo>
                  <a:lnTo>
                    <a:pt x="365" y="130"/>
                  </a:lnTo>
                  <a:lnTo>
                    <a:pt x="364" y="122"/>
                  </a:lnTo>
                  <a:lnTo>
                    <a:pt x="359" y="113"/>
                  </a:lnTo>
                  <a:lnTo>
                    <a:pt x="354" y="105"/>
                  </a:lnTo>
                  <a:lnTo>
                    <a:pt x="351" y="97"/>
                  </a:lnTo>
                  <a:lnTo>
                    <a:pt x="346" y="89"/>
                  </a:lnTo>
                  <a:lnTo>
                    <a:pt x="342" y="83"/>
                  </a:lnTo>
                  <a:lnTo>
                    <a:pt x="332" y="67"/>
                  </a:lnTo>
                  <a:lnTo>
                    <a:pt x="318" y="53"/>
                  </a:lnTo>
                  <a:lnTo>
                    <a:pt x="312" y="48"/>
                  </a:lnTo>
                  <a:lnTo>
                    <a:pt x="305" y="42"/>
                  </a:lnTo>
                  <a:lnTo>
                    <a:pt x="291" y="32"/>
                  </a:lnTo>
                  <a:lnTo>
                    <a:pt x="275" y="23"/>
                  </a:lnTo>
                  <a:lnTo>
                    <a:pt x="267" y="19"/>
                  </a:lnTo>
                  <a:lnTo>
                    <a:pt x="259" y="15"/>
                  </a:lnTo>
                  <a:lnTo>
                    <a:pt x="250" y="10"/>
                  </a:lnTo>
                  <a:lnTo>
                    <a:pt x="242" y="8"/>
                  </a:lnTo>
                  <a:lnTo>
                    <a:pt x="234" y="5"/>
                  </a:lnTo>
                  <a:lnTo>
                    <a:pt x="223" y="4"/>
                  </a:lnTo>
                  <a:lnTo>
                    <a:pt x="215" y="2"/>
                  </a:lnTo>
                  <a:lnTo>
                    <a:pt x="206" y="0"/>
                  </a:lnTo>
                  <a:lnTo>
                    <a:pt x="168" y="0"/>
                  </a:lnTo>
                  <a:lnTo>
                    <a:pt x="157" y="2"/>
                  </a:lnTo>
                  <a:lnTo>
                    <a:pt x="149" y="4"/>
                  </a:lnTo>
                  <a:lnTo>
                    <a:pt x="138" y="5"/>
                  </a:lnTo>
                  <a:lnTo>
                    <a:pt x="130" y="8"/>
                  </a:lnTo>
                  <a:lnTo>
                    <a:pt x="122" y="10"/>
                  </a:lnTo>
                  <a:lnTo>
                    <a:pt x="112" y="15"/>
                  </a:lnTo>
                  <a:lnTo>
                    <a:pt x="104" y="19"/>
                  </a:lnTo>
                  <a:lnTo>
                    <a:pt x="96" y="23"/>
                  </a:lnTo>
                  <a:lnTo>
                    <a:pt x="89" y="27"/>
                  </a:lnTo>
                  <a:lnTo>
                    <a:pt x="82" y="32"/>
                  </a:lnTo>
                  <a:lnTo>
                    <a:pt x="66" y="42"/>
                  </a:lnTo>
                  <a:lnTo>
                    <a:pt x="54" y="54"/>
                  </a:lnTo>
                  <a:lnTo>
                    <a:pt x="41" y="67"/>
                  </a:lnTo>
                  <a:lnTo>
                    <a:pt x="32" y="83"/>
                  </a:lnTo>
                  <a:lnTo>
                    <a:pt x="27" y="89"/>
                  </a:lnTo>
                  <a:lnTo>
                    <a:pt x="22" y="97"/>
                  </a:lnTo>
                  <a:lnTo>
                    <a:pt x="19" y="105"/>
                  </a:lnTo>
                  <a:lnTo>
                    <a:pt x="14" y="113"/>
                  </a:lnTo>
                  <a:lnTo>
                    <a:pt x="9" y="122"/>
                  </a:lnTo>
                  <a:lnTo>
                    <a:pt x="8" y="130"/>
                  </a:lnTo>
                  <a:lnTo>
                    <a:pt x="5" y="138"/>
                  </a:lnTo>
                  <a:lnTo>
                    <a:pt x="3" y="149"/>
                  </a:lnTo>
                  <a:lnTo>
                    <a:pt x="2" y="157"/>
                  </a:lnTo>
                  <a:lnTo>
                    <a:pt x="0" y="166"/>
                  </a:lnTo>
                  <a:lnTo>
                    <a:pt x="0" y="187"/>
                  </a:lnTo>
                  <a:lnTo>
                    <a:pt x="19" y="187"/>
                  </a:lnTo>
                  <a:lnTo>
                    <a:pt x="19" y="170"/>
                  </a:lnTo>
                  <a:lnTo>
                    <a:pt x="21" y="160"/>
                  </a:lnTo>
                  <a:lnTo>
                    <a:pt x="22" y="152"/>
                  </a:lnTo>
                  <a:lnTo>
                    <a:pt x="24" y="144"/>
                  </a:lnTo>
                  <a:lnTo>
                    <a:pt x="27" y="136"/>
                  </a:lnTo>
                  <a:lnTo>
                    <a:pt x="28" y="129"/>
                  </a:lnTo>
                  <a:lnTo>
                    <a:pt x="30" y="122"/>
                  </a:lnTo>
                  <a:lnTo>
                    <a:pt x="35" y="114"/>
                  </a:lnTo>
                  <a:lnTo>
                    <a:pt x="38" y="106"/>
                  </a:lnTo>
                  <a:lnTo>
                    <a:pt x="43" y="98"/>
                  </a:lnTo>
                  <a:lnTo>
                    <a:pt x="47" y="92"/>
                  </a:lnTo>
                  <a:lnTo>
                    <a:pt x="52" y="84"/>
                  </a:lnTo>
                  <a:lnTo>
                    <a:pt x="57" y="80"/>
                  </a:lnTo>
                  <a:lnTo>
                    <a:pt x="63" y="73"/>
                  </a:lnTo>
                  <a:lnTo>
                    <a:pt x="66" y="67"/>
                  </a:lnTo>
                  <a:lnTo>
                    <a:pt x="73" y="64"/>
                  </a:lnTo>
                  <a:lnTo>
                    <a:pt x="79" y="57"/>
                  </a:lnTo>
                  <a:lnTo>
                    <a:pt x="84" y="53"/>
                  </a:lnTo>
                  <a:lnTo>
                    <a:pt x="92" y="48"/>
                  </a:lnTo>
                  <a:lnTo>
                    <a:pt x="98" y="43"/>
                  </a:lnTo>
                  <a:lnTo>
                    <a:pt x="106" y="38"/>
                  </a:lnTo>
                  <a:lnTo>
                    <a:pt x="114" y="35"/>
                  </a:lnTo>
                  <a:lnTo>
                    <a:pt x="122" y="31"/>
                  </a:lnTo>
                  <a:lnTo>
                    <a:pt x="128" y="29"/>
                  </a:lnTo>
                  <a:lnTo>
                    <a:pt x="136" y="27"/>
                  </a:lnTo>
                  <a:lnTo>
                    <a:pt x="144" y="24"/>
                  </a:lnTo>
                  <a:lnTo>
                    <a:pt x="152" y="23"/>
                  </a:lnTo>
                  <a:lnTo>
                    <a:pt x="160" y="21"/>
                  </a:lnTo>
                  <a:lnTo>
                    <a:pt x="168" y="19"/>
                  </a:lnTo>
                  <a:lnTo>
                    <a:pt x="187" y="19"/>
                  </a:lnTo>
                  <a:lnTo>
                    <a:pt x="202" y="19"/>
                  </a:lnTo>
                  <a:lnTo>
                    <a:pt x="212" y="21"/>
                  </a:lnTo>
                  <a:lnTo>
                    <a:pt x="220" y="23"/>
                  </a:lnTo>
                  <a:lnTo>
                    <a:pt x="228" y="24"/>
                  </a:lnTo>
                  <a:lnTo>
                    <a:pt x="236" y="27"/>
                  </a:lnTo>
                  <a:lnTo>
                    <a:pt x="244" y="29"/>
                  </a:lnTo>
                  <a:lnTo>
                    <a:pt x="250" y="31"/>
                  </a:lnTo>
                  <a:lnTo>
                    <a:pt x="258" y="35"/>
                  </a:lnTo>
                  <a:lnTo>
                    <a:pt x="266" y="38"/>
                  </a:lnTo>
                  <a:lnTo>
                    <a:pt x="282" y="48"/>
                  </a:lnTo>
                  <a:lnTo>
                    <a:pt x="293" y="57"/>
                  </a:lnTo>
                  <a:lnTo>
                    <a:pt x="299" y="64"/>
                  </a:lnTo>
                  <a:lnTo>
                    <a:pt x="305" y="68"/>
                  </a:lnTo>
                  <a:lnTo>
                    <a:pt x="316" y="80"/>
                  </a:lnTo>
                  <a:lnTo>
                    <a:pt x="321" y="84"/>
                  </a:lnTo>
                  <a:lnTo>
                    <a:pt x="326" y="92"/>
                  </a:lnTo>
                  <a:lnTo>
                    <a:pt x="331" y="98"/>
                  </a:lnTo>
                  <a:lnTo>
                    <a:pt x="335" y="106"/>
                  </a:lnTo>
                  <a:lnTo>
                    <a:pt x="338" y="114"/>
                  </a:lnTo>
                  <a:lnTo>
                    <a:pt x="343" y="122"/>
                  </a:lnTo>
                  <a:lnTo>
                    <a:pt x="345" y="129"/>
                  </a:lnTo>
                  <a:lnTo>
                    <a:pt x="346" y="136"/>
                  </a:lnTo>
                  <a:lnTo>
                    <a:pt x="350" y="144"/>
                  </a:lnTo>
                  <a:lnTo>
                    <a:pt x="351" y="152"/>
                  </a:lnTo>
                  <a:lnTo>
                    <a:pt x="353" y="160"/>
                  </a:lnTo>
                  <a:lnTo>
                    <a:pt x="354" y="168"/>
                  </a:lnTo>
                  <a:lnTo>
                    <a:pt x="354" y="178"/>
                  </a:lnTo>
                  <a:lnTo>
                    <a:pt x="356" y="189"/>
                  </a:lnTo>
                  <a:lnTo>
                    <a:pt x="356" y="185"/>
                  </a:lnTo>
                  <a:lnTo>
                    <a:pt x="354" y="193"/>
                  </a:lnTo>
                  <a:lnTo>
                    <a:pt x="354" y="203"/>
                  </a:lnTo>
                  <a:lnTo>
                    <a:pt x="353" y="212"/>
                  </a:lnTo>
                  <a:lnTo>
                    <a:pt x="351" y="220"/>
                  </a:lnTo>
                  <a:lnTo>
                    <a:pt x="350" y="228"/>
                  </a:lnTo>
                  <a:lnTo>
                    <a:pt x="346" y="236"/>
                  </a:lnTo>
                  <a:lnTo>
                    <a:pt x="345" y="244"/>
                  </a:lnTo>
                  <a:lnTo>
                    <a:pt x="343" y="250"/>
                  </a:lnTo>
                  <a:lnTo>
                    <a:pt x="338" y="258"/>
                  </a:lnTo>
                  <a:lnTo>
                    <a:pt x="335" y="266"/>
                  </a:lnTo>
                  <a:lnTo>
                    <a:pt x="326" y="282"/>
                  </a:lnTo>
                  <a:lnTo>
                    <a:pt x="316" y="293"/>
                  </a:lnTo>
                  <a:lnTo>
                    <a:pt x="293" y="317"/>
                  </a:lnTo>
                  <a:lnTo>
                    <a:pt x="282" y="326"/>
                  </a:lnTo>
                  <a:lnTo>
                    <a:pt x="266" y="336"/>
                  </a:lnTo>
                  <a:lnTo>
                    <a:pt x="258" y="339"/>
                  </a:lnTo>
                  <a:lnTo>
                    <a:pt x="250" y="344"/>
                  </a:lnTo>
                  <a:lnTo>
                    <a:pt x="244" y="345"/>
                  </a:lnTo>
                  <a:lnTo>
                    <a:pt x="236" y="347"/>
                  </a:lnTo>
                  <a:lnTo>
                    <a:pt x="228" y="350"/>
                  </a:lnTo>
                  <a:lnTo>
                    <a:pt x="220" y="351"/>
                  </a:lnTo>
                  <a:lnTo>
                    <a:pt x="212" y="353"/>
                  </a:lnTo>
                  <a:lnTo>
                    <a:pt x="204" y="355"/>
                  </a:lnTo>
                  <a:lnTo>
                    <a:pt x="193" y="355"/>
                  </a:lnTo>
                  <a:lnTo>
                    <a:pt x="185" y="356"/>
                  </a:lnTo>
                  <a:lnTo>
                    <a:pt x="188" y="356"/>
                  </a:lnTo>
                  <a:lnTo>
                    <a:pt x="179" y="355"/>
                  </a:lnTo>
                  <a:lnTo>
                    <a:pt x="169" y="355"/>
                  </a:lnTo>
                  <a:lnTo>
                    <a:pt x="160" y="353"/>
                  </a:lnTo>
                  <a:lnTo>
                    <a:pt x="152" y="351"/>
                  </a:lnTo>
                  <a:lnTo>
                    <a:pt x="144" y="350"/>
                  </a:lnTo>
                  <a:lnTo>
                    <a:pt x="136" y="347"/>
                  </a:lnTo>
                  <a:lnTo>
                    <a:pt x="128" y="345"/>
                  </a:lnTo>
                  <a:lnTo>
                    <a:pt x="122" y="344"/>
                  </a:lnTo>
                  <a:lnTo>
                    <a:pt x="114" y="339"/>
                  </a:lnTo>
                  <a:lnTo>
                    <a:pt x="106" y="336"/>
                  </a:lnTo>
                  <a:lnTo>
                    <a:pt x="98" y="331"/>
                  </a:lnTo>
                  <a:lnTo>
                    <a:pt x="92" y="326"/>
                  </a:lnTo>
                  <a:lnTo>
                    <a:pt x="84" y="321"/>
                  </a:lnTo>
                  <a:lnTo>
                    <a:pt x="79" y="317"/>
                  </a:lnTo>
                  <a:lnTo>
                    <a:pt x="68" y="306"/>
                  </a:lnTo>
                  <a:lnTo>
                    <a:pt x="63" y="299"/>
                  </a:lnTo>
                  <a:lnTo>
                    <a:pt x="57" y="293"/>
                  </a:lnTo>
                  <a:lnTo>
                    <a:pt x="47" y="282"/>
                  </a:lnTo>
                  <a:lnTo>
                    <a:pt x="38" y="266"/>
                  </a:lnTo>
                  <a:lnTo>
                    <a:pt x="35" y="258"/>
                  </a:lnTo>
                  <a:lnTo>
                    <a:pt x="30" y="250"/>
                  </a:lnTo>
                  <a:lnTo>
                    <a:pt x="28" y="244"/>
                  </a:lnTo>
                  <a:lnTo>
                    <a:pt x="27" y="236"/>
                  </a:lnTo>
                  <a:lnTo>
                    <a:pt x="24" y="228"/>
                  </a:lnTo>
                  <a:lnTo>
                    <a:pt x="22" y="220"/>
                  </a:lnTo>
                  <a:lnTo>
                    <a:pt x="21" y="212"/>
                  </a:lnTo>
                  <a:lnTo>
                    <a:pt x="19" y="204"/>
                  </a:lnTo>
                  <a:lnTo>
                    <a:pt x="19" y="187"/>
                  </a:lnTo>
                  <a:lnTo>
                    <a:pt x="0" y="18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25" name="Google Shape;625;g28abd34dbfa_1_1"/>
            <p:cNvSpPr/>
            <p:nvPr/>
          </p:nvSpPr>
          <p:spPr>
            <a:xfrm>
              <a:off x="3511" y="1573"/>
              <a:ext cx="375" cy="375"/>
            </a:xfrm>
            <a:custGeom>
              <a:avLst/>
              <a:gdLst/>
              <a:ahLst/>
              <a:cxnLst/>
              <a:rect l="l" t="t" r="r" b="b"/>
              <a:pathLst>
                <a:path w="375" h="375" extrusionOk="0">
                  <a:moveTo>
                    <a:pt x="0" y="187"/>
                  </a:moveTo>
                  <a:lnTo>
                    <a:pt x="0" y="204"/>
                  </a:lnTo>
                  <a:lnTo>
                    <a:pt x="2" y="215"/>
                  </a:lnTo>
                  <a:lnTo>
                    <a:pt x="3" y="223"/>
                  </a:lnTo>
                  <a:lnTo>
                    <a:pt x="5" y="234"/>
                  </a:lnTo>
                  <a:lnTo>
                    <a:pt x="8" y="242"/>
                  </a:lnTo>
                  <a:lnTo>
                    <a:pt x="10" y="250"/>
                  </a:lnTo>
                  <a:lnTo>
                    <a:pt x="14" y="259"/>
                  </a:lnTo>
                  <a:lnTo>
                    <a:pt x="19" y="267"/>
                  </a:lnTo>
                  <a:lnTo>
                    <a:pt x="22" y="275"/>
                  </a:lnTo>
                  <a:lnTo>
                    <a:pt x="32" y="291"/>
                  </a:lnTo>
                  <a:lnTo>
                    <a:pt x="41" y="305"/>
                  </a:lnTo>
                  <a:lnTo>
                    <a:pt x="48" y="311"/>
                  </a:lnTo>
                  <a:lnTo>
                    <a:pt x="52" y="318"/>
                  </a:lnTo>
                  <a:lnTo>
                    <a:pt x="67" y="332"/>
                  </a:lnTo>
                  <a:lnTo>
                    <a:pt x="83" y="341"/>
                  </a:lnTo>
                  <a:lnTo>
                    <a:pt x="89" y="346"/>
                  </a:lnTo>
                  <a:lnTo>
                    <a:pt x="97" y="351"/>
                  </a:lnTo>
                  <a:lnTo>
                    <a:pt x="105" y="354"/>
                  </a:lnTo>
                  <a:lnTo>
                    <a:pt x="113" y="359"/>
                  </a:lnTo>
                  <a:lnTo>
                    <a:pt x="122" y="364"/>
                  </a:lnTo>
                  <a:lnTo>
                    <a:pt x="130" y="365"/>
                  </a:lnTo>
                  <a:lnTo>
                    <a:pt x="138" y="368"/>
                  </a:lnTo>
                  <a:lnTo>
                    <a:pt x="149" y="370"/>
                  </a:lnTo>
                  <a:lnTo>
                    <a:pt x="157" y="371"/>
                  </a:lnTo>
                  <a:lnTo>
                    <a:pt x="166" y="373"/>
                  </a:lnTo>
                  <a:lnTo>
                    <a:pt x="176" y="373"/>
                  </a:lnTo>
                  <a:lnTo>
                    <a:pt x="185" y="375"/>
                  </a:lnTo>
                  <a:lnTo>
                    <a:pt x="188" y="375"/>
                  </a:lnTo>
                  <a:lnTo>
                    <a:pt x="196" y="373"/>
                  </a:lnTo>
                  <a:lnTo>
                    <a:pt x="204" y="373"/>
                  </a:lnTo>
                  <a:lnTo>
                    <a:pt x="215" y="371"/>
                  </a:lnTo>
                  <a:lnTo>
                    <a:pt x="223" y="370"/>
                  </a:lnTo>
                  <a:lnTo>
                    <a:pt x="234" y="368"/>
                  </a:lnTo>
                  <a:lnTo>
                    <a:pt x="242" y="365"/>
                  </a:lnTo>
                  <a:lnTo>
                    <a:pt x="250" y="364"/>
                  </a:lnTo>
                  <a:lnTo>
                    <a:pt x="260" y="359"/>
                  </a:lnTo>
                  <a:lnTo>
                    <a:pt x="268" y="354"/>
                  </a:lnTo>
                  <a:lnTo>
                    <a:pt x="275" y="351"/>
                  </a:lnTo>
                  <a:lnTo>
                    <a:pt x="291" y="341"/>
                  </a:lnTo>
                  <a:lnTo>
                    <a:pt x="305" y="332"/>
                  </a:lnTo>
                  <a:lnTo>
                    <a:pt x="332" y="305"/>
                  </a:lnTo>
                  <a:lnTo>
                    <a:pt x="342" y="291"/>
                  </a:lnTo>
                  <a:lnTo>
                    <a:pt x="351" y="275"/>
                  </a:lnTo>
                  <a:lnTo>
                    <a:pt x="355" y="267"/>
                  </a:lnTo>
                  <a:lnTo>
                    <a:pt x="359" y="259"/>
                  </a:lnTo>
                  <a:lnTo>
                    <a:pt x="364" y="250"/>
                  </a:lnTo>
                  <a:lnTo>
                    <a:pt x="366" y="242"/>
                  </a:lnTo>
                  <a:lnTo>
                    <a:pt x="369" y="234"/>
                  </a:lnTo>
                  <a:lnTo>
                    <a:pt x="370" y="223"/>
                  </a:lnTo>
                  <a:lnTo>
                    <a:pt x="372" y="215"/>
                  </a:lnTo>
                  <a:lnTo>
                    <a:pt x="373" y="205"/>
                  </a:lnTo>
                  <a:lnTo>
                    <a:pt x="373" y="196"/>
                  </a:lnTo>
                  <a:lnTo>
                    <a:pt x="375" y="188"/>
                  </a:lnTo>
                  <a:lnTo>
                    <a:pt x="375" y="185"/>
                  </a:lnTo>
                  <a:lnTo>
                    <a:pt x="373" y="177"/>
                  </a:lnTo>
                  <a:lnTo>
                    <a:pt x="373" y="168"/>
                  </a:lnTo>
                  <a:lnTo>
                    <a:pt x="372" y="156"/>
                  </a:lnTo>
                  <a:lnTo>
                    <a:pt x="370" y="149"/>
                  </a:lnTo>
                  <a:lnTo>
                    <a:pt x="369" y="138"/>
                  </a:lnTo>
                  <a:lnTo>
                    <a:pt x="366" y="130"/>
                  </a:lnTo>
                  <a:lnTo>
                    <a:pt x="364" y="122"/>
                  </a:lnTo>
                  <a:lnTo>
                    <a:pt x="359" y="112"/>
                  </a:lnTo>
                  <a:lnTo>
                    <a:pt x="355" y="104"/>
                  </a:lnTo>
                  <a:lnTo>
                    <a:pt x="351" y="96"/>
                  </a:lnTo>
                  <a:lnTo>
                    <a:pt x="347" y="88"/>
                  </a:lnTo>
                  <a:lnTo>
                    <a:pt x="342" y="82"/>
                  </a:lnTo>
                  <a:lnTo>
                    <a:pt x="332" y="66"/>
                  </a:lnTo>
                  <a:lnTo>
                    <a:pt x="318" y="52"/>
                  </a:lnTo>
                  <a:lnTo>
                    <a:pt x="312" y="47"/>
                  </a:lnTo>
                  <a:lnTo>
                    <a:pt x="305" y="41"/>
                  </a:lnTo>
                  <a:lnTo>
                    <a:pt x="291" y="32"/>
                  </a:lnTo>
                  <a:lnTo>
                    <a:pt x="275" y="22"/>
                  </a:lnTo>
                  <a:lnTo>
                    <a:pt x="268" y="19"/>
                  </a:lnTo>
                  <a:lnTo>
                    <a:pt x="260" y="14"/>
                  </a:lnTo>
                  <a:lnTo>
                    <a:pt x="250" y="9"/>
                  </a:lnTo>
                  <a:lnTo>
                    <a:pt x="242" y="8"/>
                  </a:lnTo>
                  <a:lnTo>
                    <a:pt x="234" y="5"/>
                  </a:lnTo>
                  <a:lnTo>
                    <a:pt x="223" y="3"/>
                  </a:lnTo>
                  <a:lnTo>
                    <a:pt x="215" y="2"/>
                  </a:lnTo>
                  <a:lnTo>
                    <a:pt x="206" y="0"/>
                  </a:lnTo>
                  <a:lnTo>
                    <a:pt x="168" y="0"/>
                  </a:lnTo>
                  <a:lnTo>
                    <a:pt x="157" y="2"/>
                  </a:lnTo>
                  <a:lnTo>
                    <a:pt x="149" y="3"/>
                  </a:lnTo>
                  <a:lnTo>
                    <a:pt x="138" y="5"/>
                  </a:lnTo>
                  <a:lnTo>
                    <a:pt x="130" y="8"/>
                  </a:lnTo>
                  <a:lnTo>
                    <a:pt x="122" y="9"/>
                  </a:lnTo>
                  <a:lnTo>
                    <a:pt x="113" y="14"/>
                  </a:lnTo>
                  <a:lnTo>
                    <a:pt x="105" y="19"/>
                  </a:lnTo>
                  <a:lnTo>
                    <a:pt x="97" y="22"/>
                  </a:lnTo>
                  <a:lnTo>
                    <a:pt x="89" y="27"/>
                  </a:lnTo>
                  <a:lnTo>
                    <a:pt x="83" y="32"/>
                  </a:lnTo>
                  <a:lnTo>
                    <a:pt x="67" y="41"/>
                  </a:lnTo>
                  <a:lnTo>
                    <a:pt x="54" y="54"/>
                  </a:lnTo>
                  <a:lnTo>
                    <a:pt x="41" y="66"/>
                  </a:lnTo>
                  <a:lnTo>
                    <a:pt x="32" y="82"/>
                  </a:lnTo>
                  <a:lnTo>
                    <a:pt x="27" y="88"/>
                  </a:lnTo>
                  <a:lnTo>
                    <a:pt x="22" y="96"/>
                  </a:lnTo>
                  <a:lnTo>
                    <a:pt x="19" y="104"/>
                  </a:lnTo>
                  <a:lnTo>
                    <a:pt x="14" y="112"/>
                  </a:lnTo>
                  <a:lnTo>
                    <a:pt x="10" y="122"/>
                  </a:lnTo>
                  <a:lnTo>
                    <a:pt x="8" y="130"/>
                  </a:lnTo>
                  <a:lnTo>
                    <a:pt x="5" y="138"/>
                  </a:lnTo>
                  <a:lnTo>
                    <a:pt x="3" y="149"/>
                  </a:lnTo>
                  <a:lnTo>
                    <a:pt x="2" y="156"/>
                  </a:lnTo>
                  <a:lnTo>
                    <a:pt x="0" y="166"/>
                  </a:lnTo>
                  <a:lnTo>
                    <a:pt x="0" y="187"/>
                  </a:lnTo>
                  <a:lnTo>
                    <a:pt x="19" y="187"/>
                  </a:lnTo>
                  <a:lnTo>
                    <a:pt x="19" y="169"/>
                  </a:lnTo>
                  <a:lnTo>
                    <a:pt x="21" y="160"/>
                  </a:lnTo>
                  <a:lnTo>
                    <a:pt x="22" y="152"/>
                  </a:lnTo>
                  <a:lnTo>
                    <a:pt x="24" y="144"/>
                  </a:lnTo>
                  <a:lnTo>
                    <a:pt x="27" y="136"/>
                  </a:lnTo>
                  <a:lnTo>
                    <a:pt x="29" y="128"/>
                  </a:lnTo>
                  <a:lnTo>
                    <a:pt x="30" y="122"/>
                  </a:lnTo>
                  <a:lnTo>
                    <a:pt x="35" y="114"/>
                  </a:lnTo>
                  <a:lnTo>
                    <a:pt x="38" y="106"/>
                  </a:lnTo>
                  <a:lnTo>
                    <a:pt x="43" y="98"/>
                  </a:lnTo>
                  <a:lnTo>
                    <a:pt x="48" y="92"/>
                  </a:lnTo>
                  <a:lnTo>
                    <a:pt x="52" y="84"/>
                  </a:lnTo>
                  <a:lnTo>
                    <a:pt x="57" y="79"/>
                  </a:lnTo>
                  <a:lnTo>
                    <a:pt x="64" y="73"/>
                  </a:lnTo>
                  <a:lnTo>
                    <a:pt x="67" y="66"/>
                  </a:lnTo>
                  <a:lnTo>
                    <a:pt x="73" y="63"/>
                  </a:lnTo>
                  <a:lnTo>
                    <a:pt x="79" y="57"/>
                  </a:lnTo>
                  <a:lnTo>
                    <a:pt x="84" y="52"/>
                  </a:lnTo>
                  <a:lnTo>
                    <a:pt x="92" y="47"/>
                  </a:lnTo>
                  <a:lnTo>
                    <a:pt x="98" y="43"/>
                  </a:lnTo>
                  <a:lnTo>
                    <a:pt x="106" y="38"/>
                  </a:lnTo>
                  <a:lnTo>
                    <a:pt x="114" y="35"/>
                  </a:lnTo>
                  <a:lnTo>
                    <a:pt x="122" y="30"/>
                  </a:lnTo>
                  <a:lnTo>
                    <a:pt x="128" y="28"/>
                  </a:lnTo>
                  <a:lnTo>
                    <a:pt x="136" y="27"/>
                  </a:lnTo>
                  <a:lnTo>
                    <a:pt x="144" y="24"/>
                  </a:lnTo>
                  <a:lnTo>
                    <a:pt x="152" y="22"/>
                  </a:lnTo>
                  <a:lnTo>
                    <a:pt x="160" y="21"/>
                  </a:lnTo>
                  <a:lnTo>
                    <a:pt x="168" y="19"/>
                  </a:lnTo>
                  <a:lnTo>
                    <a:pt x="187" y="19"/>
                  </a:lnTo>
                  <a:lnTo>
                    <a:pt x="203" y="19"/>
                  </a:lnTo>
                  <a:lnTo>
                    <a:pt x="212" y="21"/>
                  </a:lnTo>
                  <a:lnTo>
                    <a:pt x="220" y="22"/>
                  </a:lnTo>
                  <a:lnTo>
                    <a:pt x="228" y="24"/>
                  </a:lnTo>
                  <a:lnTo>
                    <a:pt x="236" y="27"/>
                  </a:lnTo>
                  <a:lnTo>
                    <a:pt x="244" y="28"/>
                  </a:lnTo>
                  <a:lnTo>
                    <a:pt x="250" y="30"/>
                  </a:lnTo>
                  <a:lnTo>
                    <a:pt x="258" y="35"/>
                  </a:lnTo>
                  <a:lnTo>
                    <a:pt x="266" y="38"/>
                  </a:lnTo>
                  <a:lnTo>
                    <a:pt x="282" y="47"/>
                  </a:lnTo>
                  <a:lnTo>
                    <a:pt x="293" y="57"/>
                  </a:lnTo>
                  <a:lnTo>
                    <a:pt x="299" y="63"/>
                  </a:lnTo>
                  <a:lnTo>
                    <a:pt x="305" y="68"/>
                  </a:lnTo>
                  <a:lnTo>
                    <a:pt x="317" y="79"/>
                  </a:lnTo>
                  <a:lnTo>
                    <a:pt x="321" y="84"/>
                  </a:lnTo>
                  <a:lnTo>
                    <a:pt x="326" y="92"/>
                  </a:lnTo>
                  <a:lnTo>
                    <a:pt x="331" y="98"/>
                  </a:lnTo>
                  <a:lnTo>
                    <a:pt x="336" y="106"/>
                  </a:lnTo>
                  <a:lnTo>
                    <a:pt x="339" y="114"/>
                  </a:lnTo>
                  <a:lnTo>
                    <a:pt x="343" y="122"/>
                  </a:lnTo>
                  <a:lnTo>
                    <a:pt x="345" y="128"/>
                  </a:lnTo>
                  <a:lnTo>
                    <a:pt x="347" y="136"/>
                  </a:lnTo>
                  <a:lnTo>
                    <a:pt x="350" y="144"/>
                  </a:lnTo>
                  <a:lnTo>
                    <a:pt x="351" y="152"/>
                  </a:lnTo>
                  <a:lnTo>
                    <a:pt x="353" y="160"/>
                  </a:lnTo>
                  <a:lnTo>
                    <a:pt x="355" y="168"/>
                  </a:lnTo>
                  <a:lnTo>
                    <a:pt x="355" y="177"/>
                  </a:lnTo>
                  <a:lnTo>
                    <a:pt x="356" y="188"/>
                  </a:lnTo>
                  <a:lnTo>
                    <a:pt x="356" y="185"/>
                  </a:lnTo>
                  <a:lnTo>
                    <a:pt x="355" y="193"/>
                  </a:lnTo>
                  <a:lnTo>
                    <a:pt x="355" y="202"/>
                  </a:lnTo>
                  <a:lnTo>
                    <a:pt x="353" y="212"/>
                  </a:lnTo>
                  <a:lnTo>
                    <a:pt x="351" y="220"/>
                  </a:lnTo>
                  <a:lnTo>
                    <a:pt x="350" y="228"/>
                  </a:lnTo>
                  <a:lnTo>
                    <a:pt x="347" y="236"/>
                  </a:lnTo>
                  <a:lnTo>
                    <a:pt x="345" y="243"/>
                  </a:lnTo>
                  <a:lnTo>
                    <a:pt x="343" y="250"/>
                  </a:lnTo>
                  <a:lnTo>
                    <a:pt x="339" y="258"/>
                  </a:lnTo>
                  <a:lnTo>
                    <a:pt x="336" y="266"/>
                  </a:lnTo>
                  <a:lnTo>
                    <a:pt x="326" y="281"/>
                  </a:lnTo>
                  <a:lnTo>
                    <a:pt x="317" y="292"/>
                  </a:lnTo>
                  <a:lnTo>
                    <a:pt x="293" y="316"/>
                  </a:lnTo>
                  <a:lnTo>
                    <a:pt x="282" y="326"/>
                  </a:lnTo>
                  <a:lnTo>
                    <a:pt x="266" y="335"/>
                  </a:lnTo>
                  <a:lnTo>
                    <a:pt x="258" y="338"/>
                  </a:lnTo>
                  <a:lnTo>
                    <a:pt x="250" y="343"/>
                  </a:lnTo>
                  <a:lnTo>
                    <a:pt x="244" y="345"/>
                  </a:lnTo>
                  <a:lnTo>
                    <a:pt x="236" y="346"/>
                  </a:lnTo>
                  <a:lnTo>
                    <a:pt x="228" y="349"/>
                  </a:lnTo>
                  <a:lnTo>
                    <a:pt x="220" y="351"/>
                  </a:lnTo>
                  <a:lnTo>
                    <a:pt x="212" y="353"/>
                  </a:lnTo>
                  <a:lnTo>
                    <a:pt x="204" y="354"/>
                  </a:lnTo>
                  <a:lnTo>
                    <a:pt x="193" y="354"/>
                  </a:lnTo>
                  <a:lnTo>
                    <a:pt x="185" y="356"/>
                  </a:lnTo>
                  <a:lnTo>
                    <a:pt x="188" y="356"/>
                  </a:lnTo>
                  <a:lnTo>
                    <a:pt x="179" y="354"/>
                  </a:lnTo>
                  <a:lnTo>
                    <a:pt x="169" y="354"/>
                  </a:lnTo>
                  <a:lnTo>
                    <a:pt x="160" y="353"/>
                  </a:lnTo>
                  <a:lnTo>
                    <a:pt x="152" y="351"/>
                  </a:lnTo>
                  <a:lnTo>
                    <a:pt x="144" y="349"/>
                  </a:lnTo>
                  <a:lnTo>
                    <a:pt x="136" y="346"/>
                  </a:lnTo>
                  <a:lnTo>
                    <a:pt x="128" y="345"/>
                  </a:lnTo>
                  <a:lnTo>
                    <a:pt x="122" y="343"/>
                  </a:lnTo>
                  <a:lnTo>
                    <a:pt x="114" y="338"/>
                  </a:lnTo>
                  <a:lnTo>
                    <a:pt x="106" y="335"/>
                  </a:lnTo>
                  <a:lnTo>
                    <a:pt x="98" y="330"/>
                  </a:lnTo>
                  <a:lnTo>
                    <a:pt x="92" y="326"/>
                  </a:lnTo>
                  <a:lnTo>
                    <a:pt x="84" y="321"/>
                  </a:lnTo>
                  <a:lnTo>
                    <a:pt x="79" y="316"/>
                  </a:lnTo>
                  <a:lnTo>
                    <a:pt x="68" y="305"/>
                  </a:lnTo>
                  <a:lnTo>
                    <a:pt x="64" y="299"/>
                  </a:lnTo>
                  <a:lnTo>
                    <a:pt x="57" y="292"/>
                  </a:lnTo>
                  <a:lnTo>
                    <a:pt x="48" y="281"/>
                  </a:lnTo>
                  <a:lnTo>
                    <a:pt x="38" y="266"/>
                  </a:lnTo>
                  <a:lnTo>
                    <a:pt x="35" y="258"/>
                  </a:lnTo>
                  <a:lnTo>
                    <a:pt x="30" y="250"/>
                  </a:lnTo>
                  <a:lnTo>
                    <a:pt x="29" y="243"/>
                  </a:lnTo>
                  <a:lnTo>
                    <a:pt x="27" y="236"/>
                  </a:lnTo>
                  <a:lnTo>
                    <a:pt x="24" y="228"/>
                  </a:lnTo>
                  <a:lnTo>
                    <a:pt x="22" y="220"/>
                  </a:lnTo>
                  <a:lnTo>
                    <a:pt x="21" y="212"/>
                  </a:lnTo>
                  <a:lnTo>
                    <a:pt x="19" y="204"/>
                  </a:lnTo>
                  <a:lnTo>
                    <a:pt x="19" y="187"/>
                  </a:lnTo>
                  <a:lnTo>
                    <a:pt x="0" y="18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26" name="Google Shape;626;g28abd34dbfa_1_1"/>
            <p:cNvSpPr/>
            <p:nvPr/>
          </p:nvSpPr>
          <p:spPr>
            <a:xfrm>
              <a:off x="3087" y="1744"/>
              <a:ext cx="438" cy="34"/>
            </a:xfrm>
            <a:custGeom>
              <a:avLst/>
              <a:gdLst/>
              <a:ahLst/>
              <a:cxnLst/>
              <a:rect l="l" t="t" r="r" b="b"/>
              <a:pathLst>
                <a:path w="438" h="34" extrusionOk="0">
                  <a:moveTo>
                    <a:pt x="16" y="0"/>
                  </a:moveTo>
                  <a:lnTo>
                    <a:pt x="11" y="0"/>
                  </a:lnTo>
                  <a:lnTo>
                    <a:pt x="8" y="1"/>
                  </a:lnTo>
                  <a:lnTo>
                    <a:pt x="2" y="8"/>
                  </a:lnTo>
                  <a:lnTo>
                    <a:pt x="0" y="11"/>
                  </a:lnTo>
                  <a:lnTo>
                    <a:pt x="0" y="20"/>
                  </a:lnTo>
                  <a:lnTo>
                    <a:pt x="2" y="23"/>
                  </a:lnTo>
                  <a:lnTo>
                    <a:pt x="8" y="30"/>
                  </a:lnTo>
                  <a:lnTo>
                    <a:pt x="11" y="31"/>
                  </a:lnTo>
                  <a:lnTo>
                    <a:pt x="16" y="31"/>
                  </a:lnTo>
                  <a:lnTo>
                    <a:pt x="423" y="34"/>
                  </a:lnTo>
                  <a:lnTo>
                    <a:pt x="427" y="34"/>
                  </a:lnTo>
                  <a:lnTo>
                    <a:pt x="431" y="33"/>
                  </a:lnTo>
                  <a:lnTo>
                    <a:pt x="437" y="26"/>
                  </a:lnTo>
                  <a:lnTo>
                    <a:pt x="438" y="23"/>
                  </a:lnTo>
                  <a:lnTo>
                    <a:pt x="438" y="14"/>
                  </a:lnTo>
                  <a:lnTo>
                    <a:pt x="437" y="11"/>
                  </a:lnTo>
                  <a:lnTo>
                    <a:pt x="431" y="4"/>
                  </a:lnTo>
                  <a:lnTo>
                    <a:pt x="427" y="3"/>
                  </a:lnTo>
                  <a:lnTo>
                    <a:pt x="423" y="3"/>
                  </a:lnTo>
                  <a:lnTo>
                    <a:pt x="1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28" name="Google Shape;628;g28abd34dbfa_1_1"/>
            <p:cNvSpPr/>
            <p:nvPr/>
          </p:nvSpPr>
          <p:spPr>
            <a:xfrm>
              <a:off x="3660" y="1671"/>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B</a:t>
              </a:r>
              <a:endParaRPr sz="2800" b="1" i="0" u="none" strike="noStrike" cap="none">
                <a:solidFill>
                  <a:srgbClr val="00FF00"/>
                </a:solidFill>
                <a:latin typeface="Times New Roman"/>
                <a:ea typeface="Times New Roman"/>
                <a:cs typeface="Times New Roman"/>
                <a:sym typeface="Times New Roman"/>
              </a:endParaRPr>
            </a:p>
          </p:txBody>
        </p:sp>
        <p:sp>
          <p:nvSpPr>
            <p:cNvPr id="629" name="Google Shape;629;g28abd34dbfa_1_1"/>
            <p:cNvSpPr/>
            <p:nvPr/>
          </p:nvSpPr>
          <p:spPr>
            <a:xfrm>
              <a:off x="3155" y="157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2"/>
                  </a:solidFill>
                  <a:latin typeface="Arial"/>
                  <a:ea typeface="Arial"/>
                  <a:cs typeface="Arial"/>
                  <a:sym typeface="Arial"/>
                </a:rPr>
                <a:t>1/0</a:t>
              </a:r>
              <a:endParaRPr sz="2800" b="1" i="0" u="none" strike="noStrike" cap="none">
                <a:solidFill>
                  <a:schemeClr val="dk2"/>
                </a:solidFill>
                <a:latin typeface="Times New Roman"/>
                <a:ea typeface="Times New Roman"/>
                <a:cs typeface="Times New Roman"/>
                <a:sym typeface="Times New Roman"/>
              </a:endParaRPr>
            </a:p>
          </p:txBody>
        </p:sp>
        <p:sp>
          <p:nvSpPr>
            <p:cNvPr id="630" name="Google Shape;630;g28abd34dbfa_1_1"/>
            <p:cNvSpPr/>
            <p:nvPr/>
          </p:nvSpPr>
          <p:spPr>
            <a:xfrm>
              <a:off x="4302" y="1594"/>
              <a:ext cx="375" cy="374"/>
            </a:xfrm>
            <a:custGeom>
              <a:avLst/>
              <a:gdLst/>
              <a:ahLst/>
              <a:cxnLst/>
              <a:rect l="l" t="t" r="r" b="b"/>
              <a:pathLst>
                <a:path w="375" h="374" extrusionOk="0">
                  <a:moveTo>
                    <a:pt x="0" y="186"/>
                  </a:moveTo>
                  <a:lnTo>
                    <a:pt x="0" y="203"/>
                  </a:lnTo>
                  <a:lnTo>
                    <a:pt x="2" y="215"/>
                  </a:lnTo>
                  <a:lnTo>
                    <a:pt x="3" y="222"/>
                  </a:lnTo>
                  <a:lnTo>
                    <a:pt x="5" y="233"/>
                  </a:lnTo>
                  <a:lnTo>
                    <a:pt x="8" y="241"/>
                  </a:lnTo>
                  <a:lnTo>
                    <a:pt x="10" y="249"/>
                  </a:lnTo>
                  <a:lnTo>
                    <a:pt x="14" y="259"/>
                  </a:lnTo>
                  <a:lnTo>
                    <a:pt x="19" y="267"/>
                  </a:lnTo>
                  <a:lnTo>
                    <a:pt x="22" y="275"/>
                  </a:lnTo>
                  <a:lnTo>
                    <a:pt x="32" y="290"/>
                  </a:lnTo>
                  <a:lnTo>
                    <a:pt x="41" y="305"/>
                  </a:lnTo>
                  <a:lnTo>
                    <a:pt x="47" y="311"/>
                  </a:lnTo>
                  <a:lnTo>
                    <a:pt x="52" y="317"/>
                  </a:lnTo>
                  <a:lnTo>
                    <a:pt x="66" y="332"/>
                  </a:lnTo>
                  <a:lnTo>
                    <a:pt x="82" y="341"/>
                  </a:lnTo>
                  <a:lnTo>
                    <a:pt x="89" y="346"/>
                  </a:lnTo>
                  <a:lnTo>
                    <a:pt x="96" y="350"/>
                  </a:lnTo>
                  <a:lnTo>
                    <a:pt x="104" y="354"/>
                  </a:lnTo>
                  <a:lnTo>
                    <a:pt x="112" y="358"/>
                  </a:lnTo>
                  <a:lnTo>
                    <a:pt x="122" y="363"/>
                  </a:lnTo>
                  <a:lnTo>
                    <a:pt x="130" y="365"/>
                  </a:lnTo>
                  <a:lnTo>
                    <a:pt x="138" y="368"/>
                  </a:lnTo>
                  <a:lnTo>
                    <a:pt x="149" y="369"/>
                  </a:lnTo>
                  <a:lnTo>
                    <a:pt x="157" y="371"/>
                  </a:lnTo>
                  <a:lnTo>
                    <a:pt x="166" y="373"/>
                  </a:lnTo>
                  <a:lnTo>
                    <a:pt x="176" y="373"/>
                  </a:lnTo>
                  <a:lnTo>
                    <a:pt x="185" y="374"/>
                  </a:lnTo>
                  <a:lnTo>
                    <a:pt x="188" y="374"/>
                  </a:lnTo>
                  <a:lnTo>
                    <a:pt x="196" y="373"/>
                  </a:lnTo>
                  <a:lnTo>
                    <a:pt x="204" y="373"/>
                  </a:lnTo>
                  <a:lnTo>
                    <a:pt x="215" y="371"/>
                  </a:lnTo>
                  <a:lnTo>
                    <a:pt x="223" y="369"/>
                  </a:lnTo>
                  <a:lnTo>
                    <a:pt x="234" y="368"/>
                  </a:lnTo>
                  <a:lnTo>
                    <a:pt x="242" y="365"/>
                  </a:lnTo>
                  <a:lnTo>
                    <a:pt x="250" y="363"/>
                  </a:lnTo>
                  <a:lnTo>
                    <a:pt x="259" y="358"/>
                  </a:lnTo>
                  <a:lnTo>
                    <a:pt x="267" y="354"/>
                  </a:lnTo>
                  <a:lnTo>
                    <a:pt x="275" y="350"/>
                  </a:lnTo>
                  <a:lnTo>
                    <a:pt x="291" y="341"/>
                  </a:lnTo>
                  <a:lnTo>
                    <a:pt x="305" y="332"/>
                  </a:lnTo>
                  <a:lnTo>
                    <a:pt x="332" y="305"/>
                  </a:lnTo>
                  <a:lnTo>
                    <a:pt x="342" y="290"/>
                  </a:lnTo>
                  <a:lnTo>
                    <a:pt x="351" y="275"/>
                  </a:lnTo>
                  <a:lnTo>
                    <a:pt x="354" y="267"/>
                  </a:lnTo>
                  <a:lnTo>
                    <a:pt x="359" y="259"/>
                  </a:lnTo>
                  <a:lnTo>
                    <a:pt x="364" y="249"/>
                  </a:lnTo>
                  <a:lnTo>
                    <a:pt x="365" y="241"/>
                  </a:lnTo>
                  <a:lnTo>
                    <a:pt x="369" y="233"/>
                  </a:lnTo>
                  <a:lnTo>
                    <a:pt x="370" y="222"/>
                  </a:lnTo>
                  <a:lnTo>
                    <a:pt x="372" y="215"/>
                  </a:lnTo>
                  <a:lnTo>
                    <a:pt x="373" y="205"/>
                  </a:lnTo>
                  <a:lnTo>
                    <a:pt x="373" y="196"/>
                  </a:lnTo>
                  <a:lnTo>
                    <a:pt x="375" y="188"/>
                  </a:lnTo>
                  <a:lnTo>
                    <a:pt x="375" y="184"/>
                  </a:lnTo>
                  <a:lnTo>
                    <a:pt x="373" y="177"/>
                  </a:lnTo>
                  <a:lnTo>
                    <a:pt x="373" y="167"/>
                  </a:lnTo>
                  <a:lnTo>
                    <a:pt x="372" y="156"/>
                  </a:lnTo>
                  <a:lnTo>
                    <a:pt x="370" y="148"/>
                  </a:lnTo>
                  <a:lnTo>
                    <a:pt x="369" y="137"/>
                  </a:lnTo>
                  <a:lnTo>
                    <a:pt x="365" y="129"/>
                  </a:lnTo>
                  <a:lnTo>
                    <a:pt x="364" y="121"/>
                  </a:lnTo>
                  <a:lnTo>
                    <a:pt x="359" y="112"/>
                  </a:lnTo>
                  <a:lnTo>
                    <a:pt x="354" y="104"/>
                  </a:lnTo>
                  <a:lnTo>
                    <a:pt x="351" y="96"/>
                  </a:lnTo>
                  <a:lnTo>
                    <a:pt x="346" y="88"/>
                  </a:lnTo>
                  <a:lnTo>
                    <a:pt x="342" y="82"/>
                  </a:lnTo>
                  <a:lnTo>
                    <a:pt x="332" y="66"/>
                  </a:lnTo>
                  <a:lnTo>
                    <a:pt x="318" y="52"/>
                  </a:lnTo>
                  <a:lnTo>
                    <a:pt x="312" y="47"/>
                  </a:lnTo>
                  <a:lnTo>
                    <a:pt x="305" y="41"/>
                  </a:lnTo>
                  <a:lnTo>
                    <a:pt x="291" y="31"/>
                  </a:lnTo>
                  <a:lnTo>
                    <a:pt x="275" y="22"/>
                  </a:lnTo>
                  <a:lnTo>
                    <a:pt x="267" y="18"/>
                  </a:lnTo>
                  <a:lnTo>
                    <a:pt x="259" y="14"/>
                  </a:lnTo>
                  <a:lnTo>
                    <a:pt x="250" y="9"/>
                  </a:lnTo>
                  <a:lnTo>
                    <a:pt x="242" y="7"/>
                  </a:lnTo>
                  <a:lnTo>
                    <a:pt x="234" y="4"/>
                  </a:lnTo>
                  <a:lnTo>
                    <a:pt x="223" y="3"/>
                  </a:lnTo>
                  <a:lnTo>
                    <a:pt x="215" y="1"/>
                  </a:lnTo>
                  <a:lnTo>
                    <a:pt x="206" y="0"/>
                  </a:lnTo>
                  <a:lnTo>
                    <a:pt x="168" y="0"/>
                  </a:lnTo>
                  <a:lnTo>
                    <a:pt x="157" y="1"/>
                  </a:lnTo>
                  <a:lnTo>
                    <a:pt x="149" y="3"/>
                  </a:lnTo>
                  <a:lnTo>
                    <a:pt x="138" y="4"/>
                  </a:lnTo>
                  <a:lnTo>
                    <a:pt x="130" y="7"/>
                  </a:lnTo>
                  <a:lnTo>
                    <a:pt x="122" y="9"/>
                  </a:lnTo>
                  <a:lnTo>
                    <a:pt x="112" y="14"/>
                  </a:lnTo>
                  <a:lnTo>
                    <a:pt x="104" y="18"/>
                  </a:lnTo>
                  <a:lnTo>
                    <a:pt x="96" y="22"/>
                  </a:lnTo>
                  <a:lnTo>
                    <a:pt x="89" y="26"/>
                  </a:lnTo>
                  <a:lnTo>
                    <a:pt x="82" y="31"/>
                  </a:lnTo>
                  <a:lnTo>
                    <a:pt x="66" y="41"/>
                  </a:lnTo>
                  <a:lnTo>
                    <a:pt x="54" y="53"/>
                  </a:lnTo>
                  <a:lnTo>
                    <a:pt x="41" y="66"/>
                  </a:lnTo>
                  <a:lnTo>
                    <a:pt x="32" y="82"/>
                  </a:lnTo>
                  <a:lnTo>
                    <a:pt x="27" y="88"/>
                  </a:lnTo>
                  <a:lnTo>
                    <a:pt x="22" y="96"/>
                  </a:lnTo>
                  <a:lnTo>
                    <a:pt x="19" y="104"/>
                  </a:lnTo>
                  <a:lnTo>
                    <a:pt x="14" y="112"/>
                  </a:lnTo>
                  <a:lnTo>
                    <a:pt x="10" y="121"/>
                  </a:lnTo>
                  <a:lnTo>
                    <a:pt x="8" y="129"/>
                  </a:lnTo>
                  <a:lnTo>
                    <a:pt x="5" y="137"/>
                  </a:lnTo>
                  <a:lnTo>
                    <a:pt x="3" y="148"/>
                  </a:lnTo>
                  <a:lnTo>
                    <a:pt x="2" y="156"/>
                  </a:lnTo>
                  <a:lnTo>
                    <a:pt x="0" y="166"/>
                  </a:lnTo>
                  <a:lnTo>
                    <a:pt x="0" y="186"/>
                  </a:lnTo>
                  <a:lnTo>
                    <a:pt x="19" y="186"/>
                  </a:lnTo>
                  <a:lnTo>
                    <a:pt x="19" y="169"/>
                  </a:lnTo>
                  <a:lnTo>
                    <a:pt x="21" y="159"/>
                  </a:lnTo>
                  <a:lnTo>
                    <a:pt x="22" y="151"/>
                  </a:lnTo>
                  <a:lnTo>
                    <a:pt x="24" y="143"/>
                  </a:lnTo>
                  <a:lnTo>
                    <a:pt x="27" y="135"/>
                  </a:lnTo>
                  <a:lnTo>
                    <a:pt x="28" y="128"/>
                  </a:lnTo>
                  <a:lnTo>
                    <a:pt x="30" y="121"/>
                  </a:lnTo>
                  <a:lnTo>
                    <a:pt x="35" y="113"/>
                  </a:lnTo>
                  <a:lnTo>
                    <a:pt x="38" y="105"/>
                  </a:lnTo>
                  <a:lnTo>
                    <a:pt x="43" y="98"/>
                  </a:lnTo>
                  <a:lnTo>
                    <a:pt x="47" y="91"/>
                  </a:lnTo>
                  <a:lnTo>
                    <a:pt x="52" y="83"/>
                  </a:lnTo>
                  <a:lnTo>
                    <a:pt x="57" y="79"/>
                  </a:lnTo>
                  <a:lnTo>
                    <a:pt x="63" y="72"/>
                  </a:lnTo>
                  <a:lnTo>
                    <a:pt x="66" y="66"/>
                  </a:lnTo>
                  <a:lnTo>
                    <a:pt x="73" y="63"/>
                  </a:lnTo>
                  <a:lnTo>
                    <a:pt x="79" y="56"/>
                  </a:lnTo>
                  <a:lnTo>
                    <a:pt x="84" y="52"/>
                  </a:lnTo>
                  <a:lnTo>
                    <a:pt x="92" y="47"/>
                  </a:lnTo>
                  <a:lnTo>
                    <a:pt x="98" y="42"/>
                  </a:lnTo>
                  <a:lnTo>
                    <a:pt x="106" y="37"/>
                  </a:lnTo>
                  <a:lnTo>
                    <a:pt x="114" y="34"/>
                  </a:lnTo>
                  <a:lnTo>
                    <a:pt x="122" y="30"/>
                  </a:lnTo>
                  <a:lnTo>
                    <a:pt x="128" y="28"/>
                  </a:lnTo>
                  <a:lnTo>
                    <a:pt x="136" y="26"/>
                  </a:lnTo>
                  <a:lnTo>
                    <a:pt x="144" y="23"/>
                  </a:lnTo>
                  <a:lnTo>
                    <a:pt x="152" y="22"/>
                  </a:lnTo>
                  <a:lnTo>
                    <a:pt x="160" y="20"/>
                  </a:lnTo>
                  <a:lnTo>
                    <a:pt x="168" y="18"/>
                  </a:lnTo>
                  <a:lnTo>
                    <a:pt x="187" y="18"/>
                  </a:lnTo>
                  <a:lnTo>
                    <a:pt x="202" y="18"/>
                  </a:lnTo>
                  <a:lnTo>
                    <a:pt x="212" y="20"/>
                  </a:lnTo>
                  <a:lnTo>
                    <a:pt x="220" y="22"/>
                  </a:lnTo>
                  <a:lnTo>
                    <a:pt x="228" y="23"/>
                  </a:lnTo>
                  <a:lnTo>
                    <a:pt x="236" y="26"/>
                  </a:lnTo>
                  <a:lnTo>
                    <a:pt x="244" y="28"/>
                  </a:lnTo>
                  <a:lnTo>
                    <a:pt x="250" y="30"/>
                  </a:lnTo>
                  <a:lnTo>
                    <a:pt x="258" y="34"/>
                  </a:lnTo>
                  <a:lnTo>
                    <a:pt x="266" y="37"/>
                  </a:lnTo>
                  <a:lnTo>
                    <a:pt x="282" y="47"/>
                  </a:lnTo>
                  <a:lnTo>
                    <a:pt x="293" y="56"/>
                  </a:lnTo>
                  <a:lnTo>
                    <a:pt x="299" y="63"/>
                  </a:lnTo>
                  <a:lnTo>
                    <a:pt x="305" y="67"/>
                  </a:lnTo>
                  <a:lnTo>
                    <a:pt x="316" y="79"/>
                  </a:lnTo>
                  <a:lnTo>
                    <a:pt x="321" y="83"/>
                  </a:lnTo>
                  <a:lnTo>
                    <a:pt x="326" y="91"/>
                  </a:lnTo>
                  <a:lnTo>
                    <a:pt x="331" y="98"/>
                  </a:lnTo>
                  <a:lnTo>
                    <a:pt x="335" y="105"/>
                  </a:lnTo>
                  <a:lnTo>
                    <a:pt x="338" y="113"/>
                  </a:lnTo>
                  <a:lnTo>
                    <a:pt x="343" y="121"/>
                  </a:lnTo>
                  <a:lnTo>
                    <a:pt x="345" y="128"/>
                  </a:lnTo>
                  <a:lnTo>
                    <a:pt x="346" y="135"/>
                  </a:lnTo>
                  <a:lnTo>
                    <a:pt x="350" y="143"/>
                  </a:lnTo>
                  <a:lnTo>
                    <a:pt x="351" y="151"/>
                  </a:lnTo>
                  <a:lnTo>
                    <a:pt x="353" y="159"/>
                  </a:lnTo>
                  <a:lnTo>
                    <a:pt x="354" y="167"/>
                  </a:lnTo>
                  <a:lnTo>
                    <a:pt x="354" y="177"/>
                  </a:lnTo>
                  <a:lnTo>
                    <a:pt x="356" y="188"/>
                  </a:lnTo>
                  <a:lnTo>
                    <a:pt x="356" y="184"/>
                  </a:lnTo>
                  <a:lnTo>
                    <a:pt x="354" y="192"/>
                  </a:lnTo>
                  <a:lnTo>
                    <a:pt x="354" y="202"/>
                  </a:lnTo>
                  <a:lnTo>
                    <a:pt x="353" y="211"/>
                  </a:lnTo>
                  <a:lnTo>
                    <a:pt x="351" y="219"/>
                  </a:lnTo>
                  <a:lnTo>
                    <a:pt x="350" y="227"/>
                  </a:lnTo>
                  <a:lnTo>
                    <a:pt x="346" y="235"/>
                  </a:lnTo>
                  <a:lnTo>
                    <a:pt x="345" y="243"/>
                  </a:lnTo>
                  <a:lnTo>
                    <a:pt x="343" y="249"/>
                  </a:lnTo>
                  <a:lnTo>
                    <a:pt x="338" y="257"/>
                  </a:lnTo>
                  <a:lnTo>
                    <a:pt x="335" y="265"/>
                  </a:lnTo>
                  <a:lnTo>
                    <a:pt x="326" y="281"/>
                  </a:lnTo>
                  <a:lnTo>
                    <a:pt x="316" y="292"/>
                  </a:lnTo>
                  <a:lnTo>
                    <a:pt x="293" y="316"/>
                  </a:lnTo>
                  <a:lnTo>
                    <a:pt x="282" y="325"/>
                  </a:lnTo>
                  <a:lnTo>
                    <a:pt x="266" y="335"/>
                  </a:lnTo>
                  <a:lnTo>
                    <a:pt x="258" y="338"/>
                  </a:lnTo>
                  <a:lnTo>
                    <a:pt x="250" y="343"/>
                  </a:lnTo>
                  <a:lnTo>
                    <a:pt x="244" y="344"/>
                  </a:lnTo>
                  <a:lnTo>
                    <a:pt x="236" y="346"/>
                  </a:lnTo>
                  <a:lnTo>
                    <a:pt x="228" y="349"/>
                  </a:lnTo>
                  <a:lnTo>
                    <a:pt x="220" y="350"/>
                  </a:lnTo>
                  <a:lnTo>
                    <a:pt x="212" y="352"/>
                  </a:lnTo>
                  <a:lnTo>
                    <a:pt x="204" y="354"/>
                  </a:lnTo>
                  <a:lnTo>
                    <a:pt x="193" y="354"/>
                  </a:lnTo>
                  <a:lnTo>
                    <a:pt x="185" y="355"/>
                  </a:lnTo>
                  <a:lnTo>
                    <a:pt x="188" y="355"/>
                  </a:lnTo>
                  <a:lnTo>
                    <a:pt x="179" y="354"/>
                  </a:lnTo>
                  <a:lnTo>
                    <a:pt x="169" y="354"/>
                  </a:lnTo>
                  <a:lnTo>
                    <a:pt x="160" y="352"/>
                  </a:lnTo>
                  <a:lnTo>
                    <a:pt x="152" y="350"/>
                  </a:lnTo>
                  <a:lnTo>
                    <a:pt x="144" y="349"/>
                  </a:lnTo>
                  <a:lnTo>
                    <a:pt x="136" y="346"/>
                  </a:lnTo>
                  <a:lnTo>
                    <a:pt x="128" y="344"/>
                  </a:lnTo>
                  <a:lnTo>
                    <a:pt x="122" y="343"/>
                  </a:lnTo>
                  <a:lnTo>
                    <a:pt x="114" y="338"/>
                  </a:lnTo>
                  <a:lnTo>
                    <a:pt x="106" y="335"/>
                  </a:lnTo>
                  <a:lnTo>
                    <a:pt x="98" y="330"/>
                  </a:lnTo>
                  <a:lnTo>
                    <a:pt x="92" y="325"/>
                  </a:lnTo>
                  <a:lnTo>
                    <a:pt x="84" y="320"/>
                  </a:lnTo>
                  <a:lnTo>
                    <a:pt x="79" y="316"/>
                  </a:lnTo>
                  <a:lnTo>
                    <a:pt x="68" y="305"/>
                  </a:lnTo>
                  <a:lnTo>
                    <a:pt x="63" y="298"/>
                  </a:lnTo>
                  <a:lnTo>
                    <a:pt x="57" y="292"/>
                  </a:lnTo>
                  <a:lnTo>
                    <a:pt x="47" y="281"/>
                  </a:lnTo>
                  <a:lnTo>
                    <a:pt x="38" y="265"/>
                  </a:lnTo>
                  <a:lnTo>
                    <a:pt x="35" y="257"/>
                  </a:lnTo>
                  <a:lnTo>
                    <a:pt x="30" y="249"/>
                  </a:lnTo>
                  <a:lnTo>
                    <a:pt x="28" y="243"/>
                  </a:lnTo>
                  <a:lnTo>
                    <a:pt x="27" y="235"/>
                  </a:lnTo>
                  <a:lnTo>
                    <a:pt x="24" y="227"/>
                  </a:lnTo>
                  <a:lnTo>
                    <a:pt x="22" y="219"/>
                  </a:lnTo>
                  <a:lnTo>
                    <a:pt x="21" y="211"/>
                  </a:lnTo>
                  <a:lnTo>
                    <a:pt x="19" y="203"/>
                  </a:lnTo>
                  <a:lnTo>
                    <a:pt x="19" y="186"/>
                  </a:lnTo>
                  <a:lnTo>
                    <a:pt x="0" y="18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31" name="Google Shape;631;g28abd34dbfa_1_1"/>
            <p:cNvSpPr/>
            <p:nvPr/>
          </p:nvSpPr>
          <p:spPr>
            <a:xfrm>
              <a:off x="3856" y="1748"/>
              <a:ext cx="460" cy="34"/>
            </a:xfrm>
            <a:custGeom>
              <a:avLst/>
              <a:gdLst/>
              <a:ahLst/>
              <a:cxnLst/>
              <a:rect l="l" t="t" r="r" b="b"/>
              <a:pathLst>
                <a:path w="460" h="34" extrusionOk="0">
                  <a:moveTo>
                    <a:pt x="16" y="0"/>
                  </a:moveTo>
                  <a:lnTo>
                    <a:pt x="11" y="0"/>
                  </a:lnTo>
                  <a:lnTo>
                    <a:pt x="8" y="2"/>
                  </a:lnTo>
                  <a:lnTo>
                    <a:pt x="2" y="8"/>
                  </a:lnTo>
                  <a:lnTo>
                    <a:pt x="0" y="12"/>
                  </a:lnTo>
                  <a:lnTo>
                    <a:pt x="0" y="21"/>
                  </a:lnTo>
                  <a:lnTo>
                    <a:pt x="2" y="24"/>
                  </a:lnTo>
                  <a:lnTo>
                    <a:pt x="8" y="30"/>
                  </a:lnTo>
                  <a:lnTo>
                    <a:pt x="11" y="32"/>
                  </a:lnTo>
                  <a:lnTo>
                    <a:pt x="16" y="32"/>
                  </a:lnTo>
                  <a:lnTo>
                    <a:pt x="444" y="34"/>
                  </a:lnTo>
                  <a:lnTo>
                    <a:pt x="449" y="34"/>
                  </a:lnTo>
                  <a:lnTo>
                    <a:pt x="452" y="32"/>
                  </a:lnTo>
                  <a:lnTo>
                    <a:pt x="459" y="26"/>
                  </a:lnTo>
                  <a:lnTo>
                    <a:pt x="460" y="23"/>
                  </a:lnTo>
                  <a:lnTo>
                    <a:pt x="460" y="13"/>
                  </a:lnTo>
                  <a:lnTo>
                    <a:pt x="459" y="10"/>
                  </a:lnTo>
                  <a:lnTo>
                    <a:pt x="452" y="4"/>
                  </a:lnTo>
                  <a:lnTo>
                    <a:pt x="449" y="2"/>
                  </a:lnTo>
                  <a:lnTo>
                    <a:pt x="444" y="2"/>
                  </a:lnTo>
                  <a:lnTo>
                    <a:pt x="1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32" name="Google Shape;632;g28abd34dbfa_1_1"/>
            <p:cNvSpPr/>
            <p:nvPr/>
          </p:nvSpPr>
          <p:spPr>
            <a:xfrm>
              <a:off x="4421" y="169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C</a:t>
              </a:r>
              <a:endParaRPr sz="2800" b="1" i="0" u="none" strike="noStrike" cap="none">
                <a:solidFill>
                  <a:srgbClr val="00FF00"/>
                </a:solidFill>
                <a:latin typeface="Times New Roman"/>
                <a:ea typeface="Times New Roman"/>
                <a:cs typeface="Times New Roman"/>
                <a:sym typeface="Times New Roman"/>
              </a:endParaRPr>
            </a:p>
          </p:txBody>
        </p:sp>
        <p:sp>
          <p:nvSpPr>
            <p:cNvPr id="633" name="Google Shape;633;g28abd34dbfa_1_1"/>
            <p:cNvSpPr/>
            <p:nvPr/>
          </p:nvSpPr>
          <p:spPr>
            <a:xfrm>
              <a:off x="3916" y="1573"/>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634" name="Google Shape;634;g28abd34dbfa_1_1"/>
            <p:cNvSpPr/>
            <p:nvPr/>
          </p:nvSpPr>
          <p:spPr>
            <a:xfrm>
              <a:off x="5088" y="1594"/>
              <a:ext cx="375" cy="374"/>
            </a:xfrm>
            <a:custGeom>
              <a:avLst/>
              <a:gdLst/>
              <a:ahLst/>
              <a:cxnLst/>
              <a:rect l="l" t="t" r="r" b="b"/>
              <a:pathLst>
                <a:path w="375" h="374" extrusionOk="0">
                  <a:moveTo>
                    <a:pt x="0" y="186"/>
                  </a:moveTo>
                  <a:lnTo>
                    <a:pt x="0" y="203"/>
                  </a:lnTo>
                  <a:lnTo>
                    <a:pt x="2" y="215"/>
                  </a:lnTo>
                  <a:lnTo>
                    <a:pt x="3" y="222"/>
                  </a:lnTo>
                  <a:lnTo>
                    <a:pt x="5" y="233"/>
                  </a:lnTo>
                  <a:lnTo>
                    <a:pt x="8" y="241"/>
                  </a:lnTo>
                  <a:lnTo>
                    <a:pt x="10" y="249"/>
                  </a:lnTo>
                  <a:lnTo>
                    <a:pt x="14" y="259"/>
                  </a:lnTo>
                  <a:lnTo>
                    <a:pt x="19" y="267"/>
                  </a:lnTo>
                  <a:lnTo>
                    <a:pt x="22" y="275"/>
                  </a:lnTo>
                  <a:lnTo>
                    <a:pt x="32" y="290"/>
                  </a:lnTo>
                  <a:lnTo>
                    <a:pt x="41" y="305"/>
                  </a:lnTo>
                  <a:lnTo>
                    <a:pt x="47" y="311"/>
                  </a:lnTo>
                  <a:lnTo>
                    <a:pt x="52" y="317"/>
                  </a:lnTo>
                  <a:lnTo>
                    <a:pt x="66" y="332"/>
                  </a:lnTo>
                  <a:lnTo>
                    <a:pt x="82" y="341"/>
                  </a:lnTo>
                  <a:lnTo>
                    <a:pt x="89" y="346"/>
                  </a:lnTo>
                  <a:lnTo>
                    <a:pt x="96" y="350"/>
                  </a:lnTo>
                  <a:lnTo>
                    <a:pt x="104" y="354"/>
                  </a:lnTo>
                  <a:lnTo>
                    <a:pt x="112" y="358"/>
                  </a:lnTo>
                  <a:lnTo>
                    <a:pt x="122" y="363"/>
                  </a:lnTo>
                  <a:lnTo>
                    <a:pt x="130" y="365"/>
                  </a:lnTo>
                  <a:lnTo>
                    <a:pt x="138" y="368"/>
                  </a:lnTo>
                  <a:lnTo>
                    <a:pt x="149" y="369"/>
                  </a:lnTo>
                  <a:lnTo>
                    <a:pt x="157" y="371"/>
                  </a:lnTo>
                  <a:lnTo>
                    <a:pt x="166" y="373"/>
                  </a:lnTo>
                  <a:lnTo>
                    <a:pt x="176" y="373"/>
                  </a:lnTo>
                  <a:lnTo>
                    <a:pt x="185" y="374"/>
                  </a:lnTo>
                  <a:lnTo>
                    <a:pt x="188" y="374"/>
                  </a:lnTo>
                  <a:lnTo>
                    <a:pt x="196" y="373"/>
                  </a:lnTo>
                  <a:lnTo>
                    <a:pt x="204" y="373"/>
                  </a:lnTo>
                  <a:lnTo>
                    <a:pt x="215" y="371"/>
                  </a:lnTo>
                  <a:lnTo>
                    <a:pt x="223" y="369"/>
                  </a:lnTo>
                  <a:lnTo>
                    <a:pt x="234" y="368"/>
                  </a:lnTo>
                  <a:lnTo>
                    <a:pt x="242" y="365"/>
                  </a:lnTo>
                  <a:lnTo>
                    <a:pt x="250" y="363"/>
                  </a:lnTo>
                  <a:lnTo>
                    <a:pt x="259" y="358"/>
                  </a:lnTo>
                  <a:lnTo>
                    <a:pt x="267" y="354"/>
                  </a:lnTo>
                  <a:lnTo>
                    <a:pt x="275" y="350"/>
                  </a:lnTo>
                  <a:lnTo>
                    <a:pt x="291" y="341"/>
                  </a:lnTo>
                  <a:lnTo>
                    <a:pt x="305" y="332"/>
                  </a:lnTo>
                  <a:lnTo>
                    <a:pt x="332" y="305"/>
                  </a:lnTo>
                  <a:lnTo>
                    <a:pt x="342" y="290"/>
                  </a:lnTo>
                  <a:lnTo>
                    <a:pt x="351" y="275"/>
                  </a:lnTo>
                  <a:lnTo>
                    <a:pt x="354" y="267"/>
                  </a:lnTo>
                  <a:lnTo>
                    <a:pt x="359" y="259"/>
                  </a:lnTo>
                  <a:lnTo>
                    <a:pt x="364" y="249"/>
                  </a:lnTo>
                  <a:lnTo>
                    <a:pt x="365" y="241"/>
                  </a:lnTo>
                  <a:lnTo>
                    <a:pt x="369" y="233"/>
                  </a:lnTo>
                  <a:lnTo>
                    <a:pt x="370" y="222"/>
                  </a:lnTo>
                  <a:lnTo>
                    <a:pt x="372" y="215"/>
                  </a:lnTo>
                  <a:lnTo>
                    <a:pt x="373" y="205"/>
                  </a:lnTo>
                  <a:lnTo>
                    <a:pt x="373" y="196"/>
                  </a:lnTo>
                  <a:lnTo>
                    <a:pt x="375" y="188"/>
                  </a:lnTo>
                  <a:lnTo>
                    <a:pt x="375" y="184"/>
                  </a:lnTo>
                  <a:lnTo>
                    <a:pt x="373" y="177"/>
                  </a:lnTo>
                  <a:lnTo>
                    <a:pt x="373" y="167"/>
                  </a:lnTo>
                  <a:lnTo>
                    <a:pt x="372" y="156"/>
                  </a:lnTo>
                  <a:lnTo>
                    <a:pt x="370" y="148"/>
                  </a:lnTo>
                  <a:lnTo>
                    <a:pt x="369" y="137"/>
                  </a:lnTo>
                  <a:lnTo>
                    <a:pt x="365" y="129"/>
                  </a:lnTo>
                  <a:lnTo>
                    <a:pt x="364" y="121"/>
                  </a:lnTo>
                  <a:lnTo>
                    <a:pt x="359" y="112"/>
                  </a:lnTo>
                  <a:lnTo>
                    <a:pt x="354" y="104"/>
                  </a:lnTo>
                  <a:lnTo>
                    <a:pt x="351" y="96"/>
                  </a:lnTo>
                  <a:lnTo>
                    <a:pt x="346" y="88"/>
                  </a:lnTo>
                  <a:lnTo>
                    <a:pt x="342" y="82"/>
                  </a:lnTo>
                  <a:lnTo>
                    <a:pt x="332" y="66"/>
                  </a:lnTo>
                  <a:lnTo>
                    <a:pt x="318" y="52"/>
                  </a:lnTo>
                  <a:lnTo>
                    <a:pt x="312" y="47"/>
                  </a:lnTo>
                  <a:lnTo>
                    <a:pt x="305" y="41"/>
                  </a:lnTo>
                  <a:lnTo>
                    <a:pt x="291" y="31"/>
                  </a:lnTo>
                  <a:lnTo>
                    <a:pt x="275" y="22"/>
                  </a:lnTo>
                  <a:lnTo>
                    <a:pt x="267" y="18"/>
                  </a:lnTo>
                  <a:lnTo>
                    <a:pt x="259" y="14"/>
                  </a:lnTo>
                  <a:lnTo>
                    <a:pt x="250" y="9"/>
                  </a:lnTo>
                  <a:lnTo>
                    <a:pt x="242" y="7"/>
                  </a:lnTo>
                  <a:lnTo>
                    <a:pt x="234" y="4"/>
                  </a:lnTo>
                  <a:lnTo>
                    <a:pt x="223" y="3"/>
                  </a:lnTo>
                  <a:lnTo>
                    <a:pt x="215" y="1"/>
                  </a:lnTo>
                  <a:lnTo>
                    <a:pt x="206" y="0"/>
                  </a:lnTo>
                  <a:lnTo>
                    <a:pt x="168" y="0"/>
                  </a:lnTo>
                  <a:lnTo>
                    <a:pt x="157" y="1"/>
                  </a:lnTo>
                  <a:lnTo>
                    <a:pt x="149" y="3"/>
                  </a:lnTo>
                  <a:lnTo>
                    <a:pt x="138" y="4"/>
                  </a:lnTo>
                  <a:lnTo>
                    <a:pt x="130" y="7"/>
                  </a:lnTo>
                  <a:lnTo>
                    <a:pt x="122" y="9"/>
                  </a:lnTo>
                  <a:lnTo>
                    <a:pt x="112" y="14"/>
                  </a:lnTo>
                  <a:lnTo>
                    <a:pt x="104" y="18"/>
                  </a:lnTo>
                  <a:lnTo>
                    <a:pt x="96" y="22"/>
                  </a:lnTo>
                  <a:lnTo>
                    <a:pt x="89" y="26"/>
                  </a:lnTo>
                  <a:lnTo>
                    <a:pt x="82" y="31"/>
                  </a:lnTo>
                  <a:lnTo>
                    <a:pt x="66" y="41"/>
                  </a:lnTo>
                  <a:lnTo>
                    <a:pt x="54" y="53"/>
                  </a:lnTo>
                  <a:lnTo>
                    <a:pt x="41" y="66"/>
                  </a:lnTo>
                  <a:lnTo>
                    <a:pt x="32" y="82"/>
                  </a:lnTo>
                  <a:lnTo>
                    <a:pt x="27" y="88"/>
                  </a:lnTo>
                  <a:lnTo>
                    <a:pt x="22" y="96"/>
                  </a:lnTo>
                  <a:lnTo>
                    <a:pt x="19" y="104"/>
                  </a:lnTo>
                  <a:lnTo>
                    <a:pt x="14" y="112"/>
                  </a:lnTo>
                  <a:lnTo>
                    <a:pt x="10" y="121"/>
                  </a:lnTo>
                  <a:lnTo>
                    <a:pt x="8" y="129"/>
                  </a:lnTo>
                  <a:lnTo>
                    <a:pt x="5" y="137"/>
                  </a:lnTo>
                  <a:lnTo>
                    <a:pt x="3" y="148"/>
                  </a:lnTo>
                  <a:lnTo>
                    <a:pt x="2" y="156"/>
                  </a:lnTo>
                  <a:lnTo>
                    <a:pt x="0" y="166"/>
                  </a:lnTo>
                  <a:lnTo>
                    <a:pt x="0" y="186"/>
                  </a:lnTo>
                  <a:lnTo>
                    <a:pt x="19" y="186"/>
                  </a:lnTo>
                  <a:lnTo>
                    <a:pt x="19" y="169"/>
                  </a:lnTo>
                  <a:lnTo>
                    <a:pt x="21" y="159"/>
                  </a:lnTo>
                  <a:lnTo>
                    <a:pt x="22" y="151"/>
                  </a:lnTo>
                  <a:lnTo>
                    <a:pt x="24" y="143"/>
                  </a:lnTo>
                  <a:lnTo>
                    <a:pt x="27" y="135"/>
                  </a:lnTo>
                  <a:lnTo>
                    <a:pt x="28" y="128"/>
                  </a:lnTo>
                  <a:lnTo>
                    <a:pt x="30" y="121"/>
                  </a:lnTo>
                  <a:lnTo>
                    <a:pt x="35" y="113"/>
                  </a:lnTo>
                  <a:lnTo>
                    <a:pt x="38" y="105"/>
                  </a:lnTo>
                  <a:lnTo>
                    <a:pt x="43" y="98"/>
                  </a:lnTo>
                  <a:lnTo>
                    <a:pt x="47" y="91"/>
                  </a:lnTo>
                  <a:lnTo>
                    <a:pt x="52" y="83"/>
                  </a:lnTo>
                  <a:lnTo>
                    <a:pt x="57" y="79"/>
                  </a:lnTo>
                  <a:lnTo>
                    <a:pt x="63" y="72"/>
                  </a:lnTo>
                  <a:lnTo>
                    <a:pt x="66" y="66"/>
                  </a:lnTo>
                  <a:lnTo>
                    <a:pt x="73" y="63"/>
                  </a:lnTo>
                  <a:lnTo>
                    <a:pt x="79" y="56"/>
                  </a:lnTo>
                  <a:lnTo>
                    <a:pt x="84" y="52"/>
                  </a:lnTo>
                  <a:lnTo>
                    <a:pt x="92" y="47"/>
                  </a:lnTo>
                  <a:lnTo>
                    <a:pt x="98" y="42"/>
                  </a:lnTo>
                  <a:lnTo>
                    <a:pt x="106" y="37"/>
                  </a:lnTo>
                  <a:lnTo>
                    <a:pt x="114" y="34"/>
                  </a:lnTo>
                  <a:lnTo>
                    <a:pt x="122" y="30"/>
                  </a:lnTo>
                  <a:lnTo>
                    <a:pt x="128" y="28"/>
                  </a:lnTo>
                  <a:lnTo>
                    <a:pt x="136" y="26"/>
                  </a:lnTo>
                  <a:lnTo>
                    <a:pt x="144" y="23"/>
                  </a:lnTo>
                  <a:lnTo>
                    <a:pt x="152" y="22"/>
                  </a:lnTo>
                  <a:lnTo>
                    <a:pt x="160" y="20"/>
                  </a:lnTo>
                  <a:lnTo>
                    <a:pt x="168" y="18"/>
                  </a:lnTo>
                  <a:lnTo>
                    <a:pt x="187" y="18"/>
                  </a:lnTo>
                  <a:lnTo>
                    <a:pt x="202" y="18"/>
                  </a:lnTo>
                  <a:lnTo>
                    <a:pt x="212" y="20"/>
                  </a:lnTo>
                  <a:lnTo>
                    <a:pt x="220" y="22"/>
                  </a:lnTo>
                  <a:lnTo>
                    <a:pt x="228" y="23"/>
                  </a:lnTo>
                  <a:lnTo>
                    <a:pt x="236" y="26"/>
                  </a:lnTo>
                  <a:lnTo>
                    <a:pt x="244" y="28"/>
                  </a:lnTo>
                  <a:lnTo>
                    <a:pt x="250" y="30"/>
                  </a:lnTo>
                  <a:lnTo>
                    <a:pt x="258" y="34"/>
                  </a:lnTo>
                  <a:lnTo>
                    <a:pt x="266" y="37"/>
                  </a:lnTo>
                  <a:lnTo>
                    <a:pt x="282" y="47"/>
                  </a:lnTo>
                  <a:lnTo>
                    <a:pt x="293" y="56"/>
                  </a:lnTo>
                  <a:lnTo>
                    <a:pt x="299" y="63"/>
                  </a:lnTo>
                  <a:lnTo>
                    <a:pt x="305" y="67"/>
                  </a:lnTo>
                  <a:lnTo>
                    <a:pt x="316" y="79"/>
                  </a:lnTo>
                  <a:lnTo>
                    <a:pt x="321" y="83"/>
                  </a:lnTo>
                  <a:lnTo>
                    <a:pt x="326" y="91"/>
                  </a:lnTo>
                  <a:lnTo>
                    <a:pt x="331" y="98"/>
                  </a:lnTo>
                  <a:lnTo>
                    <a:pt x="335" y="105"/>
                  </a:lnTo>
                  <a:lnTo>
                    <a:pt x="338" y="113"/>
                  </a:lnTo>
                  <a:lnTo>
                    <a:pt x="343" y="121"/>
                  </a:lnTo>
                  <a:lnTo>
                    <a:pt x="345" y="128"/>
                  </a:lnTo>
                  <a:lnTo>
                    <a:pt x="346" y="135"/>
                  </a:lnTo>
                  <a:lnTo>
                    <a:pt x="350" y="143"/>
                  </a:lnTo>
                  <a:lnTo>
                    <a:pt x="351" y="151"/>
                  </a:lnTo>
                  <a:lnTo>
                    <a:pt x="353" y="159"/>
                  </a:lnTo>
                  <a:lnTo>
                    <a:pt x="354" y="167"/>
                  </a:lnTo>
                  <a:lnTo>
                    <a:pt x="354" y="177"/>
                  </a:lnTo>
                  <a:lnTo>
                    <a:pt x="356" y="188"/>
                  </a:lnTo>
                  <a:lnTo>
                    <a:pt x="356" y="184"/>
                  </a:lnTo>
                  <a:lnTo>
                    <a:pt x="354" y="192"/>
                  </a:lnTo>
                  <a:lnTo>
                    <a:pt x="354" y="202"/>
                  </a:lnTo>
                  <a:lnTo>
                    <a:pt x="353" y="211"/>
                  </a:lnTo>
                  <a:lnTo>
                    <a:pt x="351" y="219"/>
                  </a:lnTo>
                  <a:lnTo>
                    <a:pt x="350" y="227"/>
                  </a:lnTo>
                  <a:lnTo>
                    <a:pt x="346" y="235"/>
                  </a:lnTo>
                  <a:lnTo>
                    <a:pt x="345" y="243"/>
                  </a:lnTo>
                  <a:lnTo>
                    <a:pt x="343" y="249"/>
                  </a:lnTo>
                  <a:lnTo>
                    <a:pt x="338" y="257"/>
                  </a:lnTo>
                  <a:lnTo>
                    <a:pt x="335" y="265"/>
                  </a:lnTo>
                  <a:lnTo>
                    <a:pt x="326" y="281"/>
                  </a:lnTo>
                  <a:lnTo>
                    <a:pt x="316" y="292"/>
                  </a:lnTo>
                  <a:lnTo>
                    <a:pt x="293" y="316"/>
                  </a:lnTo>
                  <a:lnTo>
                    <a:pt x="282" y="325"/>
                  </a:lnTo>
                  <a:lnTo>
                    <a:pt x="266" y="335"/>
                  </a:lnTo>
                  <a:lnTo>
                    <a:pt x="258" y="338"/>
                  </a:lnTo>
                  <a:lnTo>
                    <a:pt x="250" y="343"/>
                  </a:lnTo>
                  <a:lnTo>
                    <a:pt x="244" y="344"/>
                  </a:lnTo>
                  <a:lnTo>
                    <a:pt x="236" y="346"/>
                  </a:lnTo>
                  <a:lnTo>
                    <a:pt x="228" y="349"/>
                  </a:lnTo>
                  <a:lnTo>
                    <a:pt x="220" y="350"/>
                  </a:lnTo>
                  <a:lnTo>
                    <a:pt x="212" y="352"/>
                  </a:lnTo>
                  <a:lnTo>
                    <a:pt x="204" y="354"/>
                  </a:lnTo>
                  <a:lnTo>
                    <a:pt x="193" y="354"/>
                  </a:lnTo>
                  <a:lnTo>
                    <a:pt x="185" y="355"/>
                  </a:lnTo>
                  <a:lnTo>
                    <a:pt x="188" y="355"/>
                  </a:lnTo>
                  <a:lnTo>
                    <a:pt x="179" y="354"/>
                  </a:lnTo>
                  <a:lnTo>
                    <a:pt x="169" y="354"/>
                  </a:lnTo>
                  <a:lnTo>
                    <a:pt x="160" y="352"/>
                  </a:lnTo>
                  <a:lnTo>
                    <a:pt x="152" y="350"/>
                  </a:lnTo>
                  <a:lnTo>
                    <a:pt x="144" y="349"/>
                  </a:lnTo>
                  <a:lnTo>
                    <a:pt x="136" y="346"/>
                  </a:lnTo>
                  <a:lnTo>
                    <a:pt x="128" y="344"/>
                  </a:lnTo>
                  <a:lnTo>
                    <a:pt x="122" y="343"/>
                  </a:lnTo>
                  <a:lnTo>
                    <a:pt x="114" y="338"/>
                  </a:lnTo>
                  <a:lnTo>
                    <a:pt x="106" y="335"/>
                  </a:lnTo>
                  <a:lnTo>
                    <a:pt x="98" y="330"/>
                  </a:lnTo>
                  <a:lnTo>
                    <a:pt x="92" y="325"/>
                  </a:lnTo>
                  <a:lnTo>
                    <a:pt x="84" y="320"/>
                  </a:lnTo>
                  <a:lnTo>
                    <a:pt x="79" y="316"/>
                  </a:lnTo>
                  <a:lnTo>
                    <a:pt x="68" y="305"/>
                  </a:lnTo>
                  <a:lnTo>
                    <a:pt x="63" y="298"/>
                  </a:lnTo>
                  <a:lnTo>
                    <a:pt x="57" y="292"/>
                  </a:lnTo>
                  <a:lnTo>
                    <a:pt x="47" y="281"/>
                  </a:lnTo>
                  <a:lnTo>
                    <a:pt x="38" y="265"/>
                  </a:lnTo>
                  <a:lnTo>
                    <a:pt x="35" y="257"/>
                  </a:lnTo>
                  <a:lnTo>
                    <a:pt x="30" y="249"/>
                  </a:lnTo>
                  <a:lnTo>
                    <a:pt x="28" y="243"/>
                  </a:lnTo>
                  <a:lnTo>
                    <a:pt x="27" y="235"/>
                  </a:lnTo>
                  <a:lnTo>
                    <a:pt x="24" y="227"/>
                  </a:lnTo>
                  <a:lnTo>
                    <a:pt x="22" y="219"/>
                  </a:lnTo>
                  <a:lnTo>
                    <a:pt x="21" y="211"/>
                  </a:lnTo>
                  <a:lnTo>
                    <a:pt x="19" y="203"/>
                  </a:lnTo>
                  <a:lnTo>
                    <a:pt x="19" y="186"/>
                  </a:lnTo>
                  <a:lnTo>
                    <a:pt x="0" y="18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35" name="Google Shape;635;g28abd34dbfa_1_1"/>
            <p:cNvSpPr/>
            <p:nvPr/>
          </p:nvSpPr>
          <p:spPr>
            <a:xfrm>
              <a:off x="4656" y="1761"/>
              <a:ext cx="451" cy="33"/>
            </a:xfrm>
            <a:custGeom>
              <a:avLst/>
              <a:gdLst/>
              <a:ahLst/>
              <a:cxnLst/>
              <a:rect l="l" t="t" r="r" b="b"/>
              <a:pathLst>
                <a:path w="451" h="33" extrusionOk="0">
                  <a:moveTo>
                    <a:pt x="16" y="2"/>
                  </a:moveTo>
                  <a:lnTo>
                    <a:pt x="11" y="2"/>
                  </a:lnTo>
                  <a:lnTo>
                    <a:pt x="8" y="3"/>
                  </a:lnTo>
                  <a:lnTo>
                    <a:pt x="2" y="10"/>
                  </a:lnTo>
                  <a:lnTo>
                    <a:pt x="0" y="13"/>
                  </a:lnTo>
                  <a:lnTo>
                    <a:pt x="0" y="22"/>
                  </a:lnTo>
                  <a:lnTo>
                    <a:pt x="2" y="25"/>
                  </a:lnTo>
                  <a:lnTo>
                    <a:pt x="8" y="32"/>
                  </a:lnTo>
                  <a:lnTo>
                    <a:pt x="11" y="33"/>
                  </a:lnTo>
                  <a:lnTo>
                    <a:pt x="16" y="33"/>
                  </a:lnTo>
                  <a:lnTo>
                    <a:pt x="435" y="32"/>
                  </a:lnTo>
                  <a:lnTo>
                    <a:pt x="440" y="32"/>
                  </a:lnTo>
                  <a:lnTo>
                    <a:pt x="443" y="30"/>
                  </a:lnTo>
                  <a:lnTo>
                    <a:pt x="449" y="24"/>
                  </a:lnTo>
                  <a:lnTo>
                    <a:pt x="451" y="21"/>
                  </a:lnTo>
                  <a:lnTo>
                    <a:pt x="451" y="11"/>
                  </a:lnTo>
                  <a:lnTo>
                    <a:pt x="449" y="8"/>
                  </a:lnTo>
                  <a:lnTo>
                    <a:pt x="443" y="2"/>
                  </a:lnTo>
                  <a:lnTo>
                    <a:pt x="440" y="0"/>
                  </a:lnTo>
                  <a:lnTo>
                    <a:pt x="435" y="0"/>
                  </a:lnTo>
                  <a:lnTo>
                    <a:pt x="16" y="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36" name="Google Shape;636;g28abd34dbfa_1_1"/>
            <p:cNvSpPr/>
            <p:nvPr/>
          </p:nvSpPr>
          <p:spPr>
            <a:xfrm>
              <a:off x="5235" y="1692"/>
              <a:ext cx="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D</a:t>
              </a:r>
              <a:endParaRPr sz="2800" b="1" i="0" u="none" strike="noStrike" cap="none">
                <a:solidFill>
                  <a:srgbClr val="00FF00"/>
                </a:solidFill>
                <a:latin typeface="Times New Roman"/>
                <a:ea typeface="Times New Roman"/>
                <a:cs typeface="Times New Roman"/>
                <a:sym typeface="Times New Roman"/>
              </a:endParaRPr>
            </a:p>
          </p:txBody>
        </p:sp>
        <p:sp>
          <p:nvSpPr>
            <p:cNvPr id="637" name="Google Shape;637;g28abd34dbfa_1_1"/>
            <p:cNvSpPr/>
            <p:nvPr/>
          </p:nvSpPr>
          <p:spPr>
            <a:xfrm>
              <a:off x="4732" y="1573"/>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638" name="Google Shape;638;g28abd34dbfa_1_1"/>
            <p:cNvSpPr/>
            <p:nvPr/>
          </p:nvSpPr>
          <p:spPr>
            <a:xfrm>
              <a:off x="3378" y="1706"/>
              <a:ext cx="154" cy="64"/>
            </a:xfrm>
            <a:custGeom>
              <a:avLst/>
              <a:gdLst/>
              <a:ahLst/>
              <a:cxnLst/>
              <a:rect l="l" t="t" r="r" b="b"/>
              <a:pathLst>
                <a:path w="154" h="64" extrusionOk="0">
                  <a:moveTo>
                    <a:pt x="133" y="64"/>
                  </a:moveTo>
                  <a:lnTo>
                    <a:pt x="143" y="64"/>
                  </a:lnTo>
                  <a:lnTo>
                    <a:pt x="146" y="63"/>
                  </a:lnTo>
                  <a:lnTo>
                    <a:pt x="152" y="57"/>
                  </a:lnTo>
                  <a:lnTo>
                    <a:pt x="154" y="53"/>
                  </a:lnTo>
                  <a:lnTo>
                    <a:pt x="154" y="44"/>
                  </a:lnTo>
                  <a:lnTo>
                    <a:pt x="152" y="41"/>
                  </a:lnTo>
                  <a:lnTo>
                    <a:pt x="146" y="34"/>
                  </a:lnTo>
                  <a:lnTo>
                    <a:pt x="143" y="33"/>
                  </a:lnTo>
                  <a:lnTo>
                    <a:pt x="21" y="0"/>
                  </a:lnTo>
                  <a:lnTo>
                    <a:pt x="11" y="0"/>
                  </a:lnTo>
                  <a:lnTo>
                    <a:pt x="8" y="1"/>
                  </a:lnTo>
                  <a:lnTo>
                    <a:pt x="2" y="8"/>
                  </a:lnTo>
                  <a:lnTo>
                    <a:pt x="0" y="11"/>
                  </a:lnTo>
                  <a:lnTo>
                    <a:pt x="0" y="20"/>
                  </a:lnTo>
                  <a:lnTo>
                    <a:pt x="2" y="23"/>
                  </a:lnTo>
                  <a:lnTo>
                    <a:pt x="8" y="30"/>
                  </a:lnTo>
                  <a:lnTo>
                    <a:pt x="11" y="31"/>
                  </a:lnTo>
                  <a:lnTo>
                    <a:pt x="133" y="64"/>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39" name="Google Shape;639;g28abd34dbfa_1_1"/>
            <p:cNvSpPr/>
            <p:nvPr/>
          </p:nvSpPr>
          <p:spPr>
            <a:xfrm>
              <a:off x="3378" y="1747"/>
              <a:ext cx="160" cy="65"/>
            </a:xfrm>
            <a:custGeom>
              <a:avLst/>
              <a:gdLst/>
              <a:ahLst/>
              <a:cxnLst/>
              <a:rect l="l" t="t" r="r" b="b"/>
              <a:pathLst>
                <a:path w="160" h="65" extrusionOk="0">
                  <a:moveTo>
                    <a:pt x="149" y="31"/>
                  </a:moveTo>
                  <a:lnTo>
                    <a:pt x="152" y="30"/>
                  </a:lnTo>
                  <a:lnTo>
                    <a:pt x="159" y="23"/>
                  </a:lnTo>
                  <a:lnTo>
                    <a:pt x="160" y="20"/>
                  </a:lnTo>
                  <a:lnTo>
                    <a:pt x="160" y="11"/>
                  </a:lnTo>
                  <a:lnTo>
                    <a:pt x="159" y="8"/>
                  </a:lnTo>
                  <a:lnTo>
                    <a:pt x="152" y="1"/>
                  </a:lnTo>
                  <a:lnTo>
                    <a:pt x="149" y="0"/>
                  </a:lnTo>
                  <a:lnTo>
                    <a:pt x="140" y="0"/>
                  </a:lnTo>
                  <a:lnTo>
                    <a:pt x="11" y="33"/>
                  </a:lnTo>
                  <a:lnTo>
                    <a:pt x="8" y="35"/>
                  </a:lnTo>
                  <a:lnTo>
                    <a:pt x="2" y="41"/>
                  </a:lnTo>
                  <a:lnTo>
                    <a:pt x="0" y="44"/>
                  </a:lnTo>
                  <a:lnTo>
                    <a:pt x="0" y="54"/>
                  </a:lnTo>
                  <a:lnTo>
                    <a:pt x="2" y="57"/>
                  </a:lnTo>
                  <a:lnTo>
                    <a:pt x="8" y="63"/>
                  </a:lnTo>
                  <a:lnTo>
                    <a:pt x="11" y="65"/>
                  </a:lnTo>
                  <a:lnTo>
                    <a:pt x="21" y="65"/>
                  </a:lnTo>
                  <a:lnTo>
                    <a:pt x="149" y="3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0" name="Google Shape;640;g28abd34dbfa_1_1"/>
            <p:cNvSpPr/>
            <p:nvPr/>
          </p:nvSpPr>
          <p:spPr>
            <a:xfrm>
              <a:off x="4128" y="1704"/>
              <a:ext cx="153" cy="67"/>
            </a:xfrm>
            <a:custGeom>
              <a:avLst/>
              <a:gdLst/>
              <a:ahLst/>
              <a:cxnLst/>
              <a:rect l="l" t="t" r="r" b="b"/>
              <a:pathLst>
                <a:path w="153" h="67" extrusionOk="0">
                  <a:moveTo>
                    <a:pt x="133" y="67"/>
                  </a:moveTo>
                  <a:lnTo>
                    <a:pt x="141" y="67"/>
                  </a:lnTo>
                  <a:lnTo>
                    <a:pt x="146" y="65"/>
                  </a:lnTo>
                  <a:lnTo>
                    <a:pt x="152" y="59"/>
                  </a:lnTo>
                  <a:lnTo>
                    <a:pt x="153" y="56"/>
                  </a:lnTo>
                  <a:lnTo>
                    <a:pt x="153" y="48"/>
                  </a:lnTo>
                  <a:lnTo>
                    <a:pt x="152" y="43"/>
                  </a:lnTo>
                  <a:lnTo>
                    <a:pt x="146" y="37"/>
                  </a:lnTo>
                  <a:lnTo>
                    <a:pt x="142" y="35"/>
                  </a:lnTo>
                  <a:lnTo>
                    <a:pt x="21" y="0"/>
                  </a:lnTo>
                  <a:lnTo>
                    <a:pt x="13" y="0"/>
                  </a:lnTo>
                  <a:lnTo>
                    <a:pt x="8" y="2"/>
                  </a:lnTo>
                  <a:lnTo>
                    <a:pt x="2" y="8"/>
                  </a:lnTo>
                  <a:lnTo>
                    <a:pt x="0" y="11"/>
                  </a:lnTo>
                  <a:lnTo>
                    <a:pt x="0" y="19"/>
                  </a:lnTo>
                  <a:lnTo>
                    <a:pt x="2" y="24"/>
                  </a:lnTo>
                  <a:lnTo>
                    <a:pt x="8" y="30"/>
                  </a:lnTo>
                  <a:lnTo>
                    <a:pt x="11" y="32"/>
                  </a:lnTo>
                  <a:lnTo>
                    <a:pt x="133" y="6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1" name="Google Shape;641;g28abd34dbfa_1_1"/>
            <p:cNvSpPr/>
            <p:nvPr/>
          </p:nvSpPr>
          <p:spPr>
            <a:xfrm>
              <a:off x="4128" y="1745"/>
              <a:ext cx="161" cy="65"/>
            </a:xfrm>
            <a:custGeom>
              <a:avLst/>
              <a:gdLst/>
              <a:ahLst/>
              <a:cxnLst/>
              <a:rect l="l" t="t" r="r" b="b"/>
              <a:pathLst>
                <a:path w="161" h="65" extrusionOk="0">
                  <a:moveTo>
                    <a:pt x="149" y="32"/>
                  </a:moveTo>
                  <a:lnTo>
                    <a:pt x="153" y="30"/>
                  </a:lnTo>
                  <a:lnTo>
                    <a:pt x="160" y="24"/>
                  </a:lnTo>
                  <a:lnTo>
                    <a:pt x="161" y="21"/>
                  </a:lnTo>
                  <a:lnTo>
                    <a:pt x="161" y="13"/>
                  </a:lnTo>
                  <a:lnTo>
                    <a:pt x="160" y="8"/>
                  </a:lnTo>
                  <a:lnTo>
                    <a:pt x="153" y="2"/>
                  </a:lnTo>
                  <a:lnTo>
                    <a:pt x="150" y="0"/>
                  </a:lnTo>
                  <a:lnTo>
                    <a:pt x="142" y="0"/>
                  </a:lnTo>
                  <a:lnTo>
                    <a:pt x="13" y="33"/>
                  </a:lnTo>
                  <a:lnTo>
                    <a:pt x="8" y="35"/>
                  </a:lnTo>
                  <a:lnTo>
                    <a:pt x="2" y="41"/>
                  </a:lnTo>
                  <a:lnTo>
                    <a:pt x="0" y="45"/>
                  </a:lnTo>
                  <a:lnTo>
                    <a:pt x="0" y="52"/>
                  </a:lnTo>
                  <a:lnTo>
                    <a:pt x="2" y="57"/>
                  </a:lnTo>
                  <a:lnTo>
                    <a:pt x="8" y="64"/>
                  </a:lnTo>
                  <a:lnTo>
                    <a:pt x="11" y="65"/>
                  </a:lnTo>
                  <a:lnTo>
                    <a:pt x="19" y="65"/>
                  </a:lnTo>
                  <a:lnTo>
                    <a:pt x="149" y="32"/>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2" name="Google Shape;642;g28abd34dbfa_1_1"/>
            <p:cNvSpPr/>
            <p:nvPr/>
          </p:nvSpPr>
          <p:spPr>
            <a:xfrm>
              <a:off x="4935" y="1720"/>
              <a:ext cx="153" cy="65"/>
            </a:xfrm>
            <a:custGeom>
              <a:avLst/>
              <a:gdLst/>
              <a:ahLst/>
              <a:cxnLst/>
              <a:rect l="l" t="t" r="r" b="b"/>
              <a:pathLst>
                <a:path w="153" h="65" extrusionOk="0">
                  <a:moveTo>
                    <a:pt x="132" y="65"/>
                  </a:moveTo>
                  <a:lnTo>
                    <a:pt x="142" y="65"/>
                  </a:lnTo>
                  <a:lnTo>
                    <a:pt x="145" y="63"/>
                  </a:lnTo>
                  <a:lnTo>
                    <a:pt x="151" y="57"/>
                  </a:lnTo>
                  <a:lnTo>
                    <a:pt x="153" y="54"/>
                  </a:lnTo>
                  <a:lnTo>
                    <a:pt x="153" y="44"/>
                  </a:lnTo>
                  <a:lnTo>
                    <a:pt x="151" y="41"/>
                  </a:lnTo>
                  <a:lnTo>
                    <a:pt x="145" y="35"/>
                  </a:lnTo>
                  <a:lnTo>
                    <a:pt x="142" y="33"/>
                  </a:lnTo>
                  <a:lnTo>
                    <a:pt x="20" y="0"/>
                  </a:lnTo>
                  <a:lnTo>
                    <a:pt x="11" y="0"/>
                  </a:lnTo>
                  <a:lnTo>
                    <a:pt x="8" y="2"/>
                  </a:lnTo>
                  <a:lnTo>
                    <a:pt x="1" y="8"/>
                  </a:lnTo>
                  <a:lnTo>
                    <a:pt x="0" y="11"/>
                  </a:lnTo>
                  <a:lnTo>
                    <a:pt x="0" y="21"/>
                  </a:lnTo>
                  <a:lnTo>
                    <a:pt x="1" y="24"/>
                  </a:lnTo>
                  <a:lnTo>
                    <a:pt x="8" y="30"/>
                  </a:lnTo>
                  <a:lnTo>
                    <a:pt x="11" y="32"/>
                  </a:lnTo>
                  <a:lnTo>
                    <a:pt x="132" y="6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3" name="Google Shape;643;g28abd34dbfa_1_1"/>
            <p:cNvSpPr/>
            <p:nvPr/>
          </p:nvSpPr>
          <p:spPr>
            <a:xfrm>
              <a:off x="4935" y="1760"/>
              <a:ext cx="161" cy="66"/>
            </a:xfrm>
            <a:custGeom>
              <a:avLst/>
              <a:gdLst/>
              <a:ahLst/>
              <a:cxnLst/>
              <a:rect l="l" t="t" r="r" b="b"/>
              <a:pathLst>
                <a:path w="161" h="66" extrusionOk="0">
                  <a:moveTo>
                    <a:pt x="150" y="31"/>
                  </a:moveTo>
                  <a:lnTo>
                    <a:pt x="153" y="30"/>
                  </a:lnTo>
                  <a:lnTo>
                    <a:pt x="159" y="23"/>
                  </a:lnTo>
                  <a:lnTo>
                    <a:pt x="161" y="20"/>
                  </a:lnTo>
                  <a:lnTo>
                    <a:pt x="161" y="11"/>
                  </a:lnTo>
                  <a:lnTo>
                    <a:pt x="159" y="7"/>
                  </a:lnTo>
                  <a:lnTo>
                    <a:pt x="153" y="1"/>
                  </a:lnTo>
                  <a:lnTo>
                    <a:pt x="150" y="0"/>
                  </a:lnTo>
                  <a:lnTo>
                    <a:pt x="140" y="0"/>
                  </a:lnTo>
                  <a:lnTo>
                    <a:pt x="11" y="34"/>
                  </a:lnTo>
                  <a:lnTo>
                    <a:pt x="8" y="36"/>
                  </a:lnTo>
                  <a:lnTo>
                    <a:pt x="1" y="42"/>
                  </a:lnTo>
                  <a:lnTo>
                    <a:pt x="0" y="45"/>
                  </a:lnTo>
                  <a:lnTo>
                    <a:pt x="0" y="55"/>
                  </a:lnTo>
                  <a:lnTo>
                    <a:pt x="1" y="58"/>
                  </a:lnTo>
                  <a:lnTo>
                    <a:pt x="8" y="64"/>
                  </a:lnTo>
                  <a:lnTo>
                    <a:pt x="11" y="66"/>
                  </a:lnTo>
                  <a:lnTo>
                    <a:pt x="20" y="66"/>
                  </a:lnTo>
                  <a:lnTo>
                    <a:pt x="150" y="3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4" name="Google Shape;644;g28abd34dbfa_1_1"/>
            <p:cNvSpPr/>
            <p:nvPr/>
          </p:nvSpPr>
          <p:spPr>
            <a:xfrm>
              <a:off x="3706" y="1921"/>
              <a:ext cx="46" cy="159"/>
            </a:xfrm>
            <a:custGeom>
              <a:avLst/>
              <a:gdLst/>
              <a:ahLst/>
              <a:cxnLst/>
              <a:rect l="l" t="t" r="r" b="b"/>
              <a:pathLst>
                <a:path w="46" h="159" extrusionOk="0">
                  <a:moveTo>
                    <a:pt x="31" y="14"/>
                  </a:moveTo>
                  <a:lnTo>
                    <a:pt x="30" y="9"/>
                  </a:lnTo>
                  <a:lnTo>
                    <a:pt x="28" y="6"/>
                  </a:lnTo>
                  <a:lnTo>
                    <a:pt x="25" y="3"/>
                  </a:lnTo>
                  <a:lnTo>
                    <a:pt x="19" y="0"/>
                  </a:lnTo>
                  <a:lnTo>
                    <a:pt x="14" y="0"/>
                  </a:lnTo>
                  <a:lnTo>
                    <a:pt x="9" y="1"/>
                  </a:lnTo>
                  <a:lnTo>
                    <a:pt x="6" y="3"/>
                  </a:lnTo>
                  <a:lnTo>
                    <a:pt x="3" y="6"/>
                  </a:lnTo>
                  <a:lnTo>
                    <a:pt x="0" y="12"/>
                  </a:lnTo>
                  <a:lnTo>
                    <a:pt x="0" y="17"/>
                  </a:lnTo>
                  <a:lnTo>
                    <a:pt x="14" y="145"/>
                  </a:lnTo>
                  <a:lnTo>
                    <a:pt x="16" y="150"/>
                  </a:lnTo>
                  <a:lnTo>
                    <a:pt x="17" y="153"/>
                  </a:lnTo>
                  <a:lnTo>
                    <a:pt x="20" y="156"/>
                  </a:lnTo>
                  <a:lnTo>
                    <a:pt x="27" y="159"/>
                  </a:lnTo>
                  <a:lnTo>
                    <a:pt x="31" y="159"/>
                  </a:lnTo>
                  <a:lnTo>
                    <a:pt x="36" y="158"/>
                  </a:lnTo>
                  <a:lnTo>
                    <a:pt x="39" y="156"/>
                  </a:lnTo>
                  <a:lnTo>
                    <a:pt x="42" y="153"/>
                  </a:lnTo>
                  <a:lnTo>
                    <a:pt x="46" y="147"/>
                  </a:lnTo>
                  <a:lnTo>
                    <a:pt x="46" y="142"/>
                  </a:lnTo>
                  <a:lnTo>
                    <a:pt x="31" y="1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5" name="Google Shape;645;g28abd34dbfa_1_1"/>
            <p:cNvSpPr/>
            <p:nvPr/>
          </p:nvSpPr>
          <p:spPr>
            <a:xfrm>
              <a:off x="3699" y="1927"/>
              <a:ext cx="119" cy="112"/>
            </a:xfrm>
            <a:custGeom>
              <a:avLst/>
              <a:gdLst/>
              <a:ahLst/>
              <a:cxnLst/>
              <a:rect l="l" t="t" r="r" b="b"/>
              <a:pathLst>
                <a:path w="119" h="112" extrusionOk="0">
                  <a:moveTo>
                    <a:pt x="27" y="5"/>
                  </a:moveTo>
                  <a:lnTo>
                    <a:pt x="24" y="2"/>
                  </a:lnTo>
                  <a:lnTo>
                    <a:pt x="19" y="0"/>
                  </a:lnTo>
                  <a:lnTo>
                    <a:pt x="12" y="0"/>
                  </a:lnTo>
                  <a:lnTo>
                    <a:pt x="8" y="3"/>
                  </a:lnTo>
                  <a:lnTo>
                    <a:pt x="5" y="5"/>
                  </a:lnTo>
                  <a:lnTo>
                    <a:pt x="2" y="8"/>
                  </a:lnTo>
                  <a:lnTo>
                    <a:pt x="0" y="13"/>
                  </a:lnTo>
                  <a:lnTo>
                    <a:pt x="0" y="21"/>
                  </a:lnTo>
                  <a:lnTo>
                    <a:pt x="4" y="24"/>
                  </a:lnTo>
                  <a:lnTo>
                    <a:pt x="5" y="27"/>
                  </a:lnTo>
                  <a:lnTo>
                    <a:pt x="92" y="108"/>
                  </a:lnTo>
                  <a:lnTo>
                    <a:pt x="95" y="111"/>
                  </a:lnTo>
                  <a:lnTo>
                    <a:pt x="100" y="112"/>
                  </a:lnTo>
                  <a:lnTo>
                    <a:pt x="108" y="112"/>
                  </a:lnTo>
                  <a:lnTo>
                    <a:pt x="111" y="109"/>
                  </a:lnTo>
                  <a:lnTo>
                    <a:pt x="114" y="108"/>
                  </a:lnTo>
                  <a:lnTo>
                    <a:pt x="117" y="104"/>
                  </a:lnTo>
                  <a:lnTo>
                    <a:pt x="119" y="100"/>
                  </a:lnTo>
                  <a:lnTo>
                    <a:pt x="119" y="92"/>
                  </a:lnTo>
                  <a:lnTo>
                    <a:pt x="116" y="89"/>
                  </a:lnTo>
                  <a:lnTo>
                    <a:pt x="114" y="85"/>
                  </a:lnTo>
                  <a:lnTo>
                    <a:pt x="27" y="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6" name="Google Shape;646;g28abd34dbfa_1_1"/>
            <p:cNvSpPr/>
            <p:nvPr/>
          </p:nvSpPr>
          <p:spPr>
            <a:xfrm>
              <a:off x="2902" y="1910"/>
              <a:ext cx="40" cy="178"/>
            </a:xfrm>
            <a:custGeom>
              <a:avLst/>
              <a:gdLst/>
              <a:ahLst/>
              <a:cxnLst/>
              <a:rect l="l" t="t" r="r" b="b"/>
              <a:pathLst>
                <a:path w="40" h="178" extrusionOk="0">
                  <a:moveTo>
                    <a:pt x="32" y="14"/>
                  </a:moveTo>
                  <a:lnTo>
                    <a:pt x="32" y="11"/>
                  </a:lnTo>
                  <a:lnTo>
                    <a:pt x="29" y="8"/>
                  </a:lnTo>
                  <a:lnTo>
                    <a:pt x="27" y="4"/>
                  </a:lnTo>
                  <a:lnTo>
                    <a:pt x="24" y="1"/>
                  </a:lnTo>
                  <a:lnTo>
                    <a:pt x="19" y="0"/>
                  </a:lnTo>
                  <a:lnTo>
                    <a:pt x="11" y="0"/>
                  </a:lnTo>
                  <a:lnTo>
                    <a:pt x="8" y="3"/>
                  </a:lnTo>
                  <a:lnTo>
                    <a:pt x="5" y="4"/>
                  </a:lnTo>
                  <a:lnTo>
                    <a:pt x="2" y="8"/>
                  </a:lnTo>
                  <a:lnTo>
                    <a:pt x="0" y="12"/>
                  </a:lnTo>
                  <a:lnTo>
                    <a:pt x="0" y="17"/>
                  </a:lnTo>
                  <a:lnTo>
                    <a:pt x="8" y="164"/>
                  </a:lnTo>
                  <a:lnTo>
                    <a:pt x="8" y="167"/>
                  </a:lnTo>
                  <a:lnTo>
                    <a:pt x="11" y="170"/>
                  </a:lnTo>
                  <a:lnTo>
                    <a:pt x="13" y="174"/>
                  </a:lnTo>
                  <a:lnTo>
                    <a:pt x="16" y="177"/>
                  </a:lnTo>
                  <a:lnTo>
                    <a:pt x="21" y="178"/>
                  </a:lnTo>
                  <a:lnTo>
                    <a:pt x="29" y="178"/>
                  </a:lnTo>
                  <a:lnTo>
                    <a:pt x="32" y="175"/>
                  </a:lnTo>
                  <a:lnTo>
                    <a:pt x="35" y="174"/>
                  </a:lnTo>
                  <a:lnTo>
                    <a:pt x="38" y="170"/>
                  </a:lnTo>
                  <a:lnTo>
                    <a:pt x="40" y="166"/>
                  </a:lnTo>
                  <a:lnTo>
                    <a:pt x="40" y="161"/>
                  </a:lnTo>
                  <a:lnTo>
                    <a:pt x="32" y="1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47" name="Google Shape;647;g28abd34dbfa_1_1"/>
            <p:cNvSpPr/>
            <p:nvPr/>
          </p:nvSpPr>
          <p:spPr>
            <a:xfrm>
              <a:off x="2896" y="1922"/>
              <a:ext cx="112" cy="133"/>
            </a:xfrm>
            <a:custGeom>
              <a:avLst/>
              <a:gdLst/>
              <a:ahLst/>
              <a:cxnLst/>
              <a:rect l="l" t="t" r="r" b="b"/>
              <a:pathLst>
                <a:path w="112" h="133" extrusionOk="0">
                  <a:moveTo>
                    <a:pt x="29" y="7"/>
                  </a:moveTo>
                  <a:lnTo>
                    <a:pt x="25" y="4"/>
                  </a:lnTo>
                  <a:lnTo>
                    <a:pt x="22" y="2"/>
                  </a:lnTo>
                  <a:lnTo>
                    <a:pt x="17" y="0"/>
                  </a:lnTo>
                  <a:lnTo>
                    <a:pt x="14" y="0"/>
                  </a:lnTo>
                  <a:lnTo>
                    <a:pt x="10" y="2"/>
                  </a:lnTo>
                  <a:lnTo>
                    <a:pt x="6" y="4"/>
                  </a:lnTo>
                  <a:lnTo>
                    <a:pt x="3" y="7"/>
                  </a:lnTo>
                  <a:lnTo>
                    <a:pt x="2" y="10"/>
                  </a:lnTo>
                  <a:lnTo>
                    <a:pt x="0" y="15"/>
                  </a:lnTo>
                  <a:lnTo>
                    <a:pt x="0" y="18"/>
                  </a:lnTo>
                  <a:lnTo>
                    <a:pt x="2" y="22"/>
                  </a:lnTo>
                  <a:lnTo>
                    <a:pt x="3" y="26"/>
                  </a:lnTo>
                  <a:lnTo>
                    <a:pt x="84" y="127"/>
                  </a:lnTo>
                  <a:lnTo>
                    <a:pt x="87" y="130"/>
                  </a:lnTo>
                  <a:lnTo>
                    <a:pt x="90" y="132"/>
                  </a:lnTo>
                  <a:lnTo>
                    <a:pt x="95" y="133"/>
                  </a:lnTo>
                  <a:lnTo>
                    <a:pt x="98" y="133"/>
                  </a:lnTo>
                  <a:lnTo>
                    <a:pt x="103" y="132"/>
                  </a:lnTo>
                  <a:lnTo>
                    <a:pt x="106" y="130"/>
                  </a:lnTo>
                  <a:lnTo>
                    <a:pt x="109" y="127"/>
                  </a:lnTo>
                  <a:lnTo>
                    <a:pt x="111" y="124"/>
                  </a:lnTo>
                  <a:lnTo>
                    <a:pt x="112" y="119"/>
                  </a:lnTo>
                  <a:lnTo>
                    <a:pt x="112" y="116"/>
                  </a:lnTo>
                  <a:lnTo>
                    <a:pt x="111" y="111"/>
                  </a:lnTo>
                  <a:lnTo>
                    <a:pt x="109" y="108"/>
                  </a:lnTo>
                  <a:lnTo>
                    <a:pt x="29" y="7"/>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nvGrpSpPr>
            <p:cNvPr id="648" name="Google Shape;648;g28abd34dbfa_1_1"/>
            <p:cNvGrpSpPr/>
            <p:nvPr/>
          </p:nvGrpSpPr>
          <p:grpSpPr>
            <a:xfrm>
              <a:off x="2815" y="1222"/>
              <a:ext cx="525" cy="383"/>
              <a:chOff x="2815" y="1222"/>
              <a:chExt cx="525" cy="383"/>
            </a:xfrm>
          </p:grpSpPr>
          <p:sp>
            <p:nvSpPr>
              <p:cNvPr id="649" name="Google Shape;649;g28abd34dbfa_1_1"/>
              <p:cNvSpPr/>
              <p:nvPr/>
            </p:nvSpPr>
            <p:spPr>
              <a:xfrm>
                <a:off x="2815" y="1257"/>
                <a:ext cx="241" cy="343"/>
              </a:xfrm>
              <a:custGeom>
                <a:avLst/>
                <a:gdLst/>
                <a:ahLst/>
                <a:cxnLst/>
                <a:rect l="l" t="t" r="r" b="b"/>
                <a:pathLst>
                  <a:path w="241" h="343" extrusionOk="0">
                    <a:moveTo>
                      <a:pt x="176" y="318"/>
                    </a:moveTo>
                    <a:lnTo>
                      <a:pt x="174" y="321"/>
                    </a:lnTo>
                    <a:lnTo>
                      <a:pt x="173" y="325"/>
                    </a:lnTo>
                    <a:lnTo>
                      <a:pt x="173" y="330"/>
                    </a:lnTo>
                    <a:lnTo>
                      <a:pt x="176" y="337"/>
                    </a:lnTo>
                    <a:lnTo>
                      <a:pt x="179" y="340"/>
                    </a:lnTo>
                    <a:lnTo>
                      <a:pt x="182" y="341"/>
                    </a:lnTo>
                    <a:lnTo>
                      <a:pt x="187" y="343"/>
                    </a:lnTo>
                    <a:lnTo>
                      <a:pt x="192" y="343"/>
                    </a:lnTo>
                    <a:lnTo>
                      <a:pt x="198" y="340"/>
                    </a:lnTo>
                    <a:lnTo>
                      <a:pt x="201" y="337"/>
                    </a:lnTo>
                    <a:lnTo>
                      <a:pt x="204" y="330"/>
                    </a:lnTo>
                    <a:lnTo>
                      <a:pt x="206" y="327"/>
                    </a:lnTo>
                    <a:lnTo>
                      <a:pt x="208" y="325"/>
                    </a:lnTo>
                    <a:lnTo>
                      <a:pt x="214" y="313"/>
                    </a:lnTo>
                    <a:lnTo>
                      <a:pt x="215" y="308"/>
                    </a:lnTo>
                    <a:lnTo>
                      <a:pt x="219" y="302"/>
                    </a:lnTo>
                    <a:lnTo>
                      <a:pt x="220" y="297"/>
                    </a:lnTo>
                    <a:lnTo>
                      <a:pt x="222" y="294"/>
                    </a:lnTo>
                    <a:lnTo>
                      <a:pt x="225" y="284"/>
                    </a:lnTo>
                    <a:lnTo>
                      <a:pt x="227" y="281"/>
                    </a:lnTo>
                    <a:lnTo>
                      <a:pt x="228" y="276"/>
                    </a:lnTo>
                    <a:lnTo>
                      <a:pt x="231" y="270"/>
                    </a:lnTo>
                    <a:lnTo>
                      <a:pt x="231" y="265"/>
                    </a:lnTo>
                    <a:lnTo>
                      <a:pt x="234" y="256"/>
                    </a:lnTo>
                    <a:lnTo>
                      <a:pt x="234" y="251"/>
                    </a:lnTo>
                    <a:lnTo>
                      <a:pt x="236" y="246"/>
                    </a:lnTo>
                    <a:lnTo>
                      <a:pt x="236" y="243"/>
                    </a:lnTo>
                    <a:lnTo>
                      <a:pt x="238" y="239"/>
                    </a:lnTo>
                    <a:lnTo>
                      <a:pt x="238" y="229"/>
                    </a:lnTo>
                    <a:lnTo>
                      <a:pt x="239" y="224"/>
                    </a:lnTo>
                    <a:lnTo>
                      <a:pt x="239" y="197"/>
                    </a:lnTo>
                    <a:lnTo>
                      <a:pt x="241" y="189"/>
                    </a:lnTo>
                    <a:lnTo>
                      <a:pt x="239" y="182"/>
                    </a:lnTo>
                    <a:lnTo>
                      <a:pt x="239" y="163"/>
                    </a:lnTo>
                    <a:lnTo>
                      <a:pt x="236" y="144"/>
                    </a:lnTo>
                    <a:lnTo>
                      <a:pt x="230" y="110"/>
                    </a:lnTo>
                    <a:lnTo>
                      <a:pt x="223" y="95"/>
                    </a:lnTo>
                    <a:lnTo>
                      <a:pt x="217" y="79"/>
                    </a:lnTo>
                    <a:lnTo>
                      <a:pt x="208" y="58"/>
                    </a:lnTo>
                    <a:lnTo>
                      <a:pt x="198" y="46"/>
                    </a:lnTo>
                    <a:lnTo>
                      <a:pt x="195" y="41"/>
                    </a:lnTo>
                    <a:lnTo>
                      <a:pt x="190" y="36"/>
                    </a:lnTo>
                    <a:lnTo>
                      <a:pt x="187" y="31"/>
                    </a:lnTo>
                    <a:lnTo>
                      <a:pt x="179" y="23"/>
                    </a:lnTo>
                    <a:lnTo>
                      <a:pt x="174" y="20"/>
                    </a:lnTo>
                    <a:lnTo>
                      <a:pt x="170" y="16"/>
                    </a:lnTo>
                    <a:lnTo>
                      <a:pt x="162" y="11"/>
                    </a:lnTo>
                    <a:lnTo>
                      <a:pt x="157" y="9"/>
                    </a:lnTo>
                    <a:lnTo>
                      <a:pt x="152" y="6"/>
                    </a:lnTo>
                    <a:lnTo>
                      <a:pt x="146" y="3"/>
                    </a:lnTo>
                    <a:lnTo>
                      <a:pt x="133" y="0"/>
                    </a:lnTo>
                    <a:lnTo>
                      <a:pt x="106" y="0"/>
                    </a:lnTo>
                    <a:lnTo>
                      <a:pt x="94" y="3"/>
                    </a:lnTo>
                    <a:lnTo>
                      <a:pt x="87" y="6"/>
                    </a:lnTo>
                    <a:lnTo>
                      <a:pt x="83" y="9"/>
                    </a:lnTo>
                    <a:lnTo>
                      <a:pt x="78" y="11"/>
                    </a:lnTo>
                    <a:lnTo>
                      <a:pt x="70" y="16"/>
                    </a:lnTo>
                    <a:lnTo>
                      <a:pt x="65" y="20"/>
                    </a:lnTo>
                    <a:lnTo>
                      <a:pt x="60" y="23"/>
                    </a:lnTo>
                    <a:lnTo>
                      <a:pt x="53" y="31"/>
                    </a:lnTo>
                    <a:lnTo>
                      <a:pt x="49" y="36"/>
                    </a:lnTo>
                    <a:lnTo>
                      <a:pt x="45" y="41"/>
                    </a:lnTo>
                    <a:lnTo>
                      <a:pt x="42" y="46"/>
                    </a:lnTo>
                    <a:lnTo>
                      <a:pt x="32" y="58"/>
                    </a:lnTo>
                    <a:lnTo>
                      <a:pt x="23" y="79"/>
                    </a:lnTo>
                    <a:lnTo>
                      <a:pt x="16" y="95"/>
                    </a:lnTo>
                    <a:lnTo>
                      <a:pt x="10" y="110"/>
                    </a:lnTo>
                    <a:lnTo>
                      <a:pt x="4" y="144"/>
                    </a:lnTo>
                    <a:lnTo>
                      <a:pt x="0" y="163"/>
                    </a:lnTo>
                    <a:lnTo>
                      <a:pt x="0" y="224"/>
                    </a:lnTo>
                    <a:lnTo>
                      <a:pt x="2" y="229"/>
                    </a:lnTo>
                    <a:lnTo>
                      <a:pt x="2" y="237"/>
                    </a:lnTo>
                    <a:lnTo>
                      <a:pt x="4" y="242"/>
                    </a:lnTo>
                    <a:lnTo>
                      <a:pt x="4" y="245"/>
                    </a:lnTo>
                    <a:lnTo>
                      <a:pt x="5" y="250"/>
                    </a:lnTo>
                    <a:lnTo>
                      <a:pt x="5" y="253"/>
                    </a:lnTo>
                    <a:lnTo>
                      <a:pt x="8" y="262"/>
                    </a:lnTo>
                    <a:lnTo>
                      <a:pt x="8" y="265"/>
                    </a:lnTo>
                    <a:lnTo>
                      <a:pt x="10" y="269"/>
                    </a:lnTo>
                    <a:lnTo>
                      <a:pt x="10" y="273"/>
                    </a:lnTo>
                    <a:lnTo>
                      <a:pt x="13" y="280"/>
                    </a:lnTo>
                    <a:lnTo>
                      <a:pt x="15" y="284"/>
                    </a:lnTo>
                    <a:lnTo>
                      <a:pt x="16" y="288"/>
                    </a:lnTo>
                    <a:lnTo>
                      <a:pt x="16" y="292"/>
                    </a:lnTo>
                    <a:lnTo>
                      <a:pt x="27" y="314"/>
                    </a:lnTo>
                    <a:lnTo>
                      <a:pt x="29" y="321"/>
                    </a:lnTo>
                    <a:lnTo>
                      <a:pt x="35" y="327"/>
                    </a:lnTo>
                    <a:lnTo>
                      <a:pt x="32" y="324"/>
                    </a:lnTo>
                    <a:lnTo>
                      <a:pt x="38" y="330"/>
                    </a:lnTo>
                    <a:lnTo>
                      <a:pt x="42" y="332"/>
                    </a:lnTo>
                    <a:lnTo>
                      <a:pt x="51" y="332"/>
                    </a:lnTo>
                    <a:lnTo>
                      <a:pt x="54" y="330"/>
                    </a:lnTo>
                    <a:lnTo>
                      <a:pt x="60" y="324"/>
                    </a:lnTo>
                    <a:lnTo>
                      <a:pt x="62" y="321"/>
                    </a:lnTo>
                    <a:lnTo>
                      <a:pt x="62" y="311"/>
                    </a:lnTo>
                    <a:lnTo>
                      <a:pt x="60" y="308"/>
                    </a:lnTo>
                    <a:lnTo>
                      <a:pt x="57" y="305"/>
                    </a:lnTo>
                    <a:lnTo>
                      <a:pt x="56" y="302"/>
                    </a:lnTo>
                    <a:lnTo>
                      <a:pt x="48" y="286"/>
                    </a:lnTo>
                    <a:lnTo>
                      <a:pt x="48" y="281"/>
                    </a:lnTo>
                    <a:lnTo>
                      <a:pt x="43" y="272"/>
                    </a:lnTo>
                    <a:lnTo>
                      <a:pt x="42" y="267"/>
                    </a:lnTo>
                    <a:lnTo>
                      <a:pt x="42" y="262"/>
                    </a:lnTo>
                    <a:lnTo>
                      <a:pt x="40" y="259"/>
                    </a:lnTo>
                    <a:lnTo>
                      <a:pt x="40" y="256"/>
                    </a:lnTo>
                    <a:lnTo>
                      <a:pt x="37" y="246"/>
                    </a:lnTo>
                    <a:lnTo>
                      <a:pt x="37" y="243"/>
                    </a:lnTo>
                    <a:lnTo>
                      <a:pt x="35" y="239"/>
                    </a:lnTo>
                    <a:lnTo>
                      <a:pt x="35" y="235"/>
                    </a:lnTo>
                    <a:lnTo>
                      <a:pt x="34" y="231"/>
                    </a:lnTo>
                    <a:lnTo>
                      <a:pt x="34" y="223"/>
                    </a:lnTo>
                    <a:lnTo>
                      <a:pt x="32" y="218"/>
                    </a:lnTo>
                    <a:lnTo>
                      <a:pt x="32" y="193"/>
                    </a:lnTo>
                    <a:lnTo>
                      <a:pt x="32" y="166"/>
                    </a:lnTo>
                    <a:lnTo>
                      <a:pt x="34" y="159"/>
                    </a:lnTo>
                    <a:lnTo>
                      <a:pt x="35" y="150"/>
                    </a:lnTo>
                    <a:lnTo>
                      <a:pt x="42" y="120"/>
                    </a:lnTo>
                    <a:lnTo>
                      <a:pt x="45" y="112"/>
                    </a:lnTo>
                    <a:lnTo>
                      <a:pt x="45" y="104"/>
                    </a:lnTo>
                    <a:lnTo>
                      <a:pt x="48" y="99"/>
                    </a:lnTo>
                    <a:lnTo>
                      <a:pt x="51" y="91"/>
                    </a:lnTo>
                    <a:lnTo>
                      <a:pt x="60" y="74"/>
                    </a:lnTo>
                    <a:lnTo>
                      <a:pt x="62" y="71"/>
                    </a:lnTo>
                    <a:lnTo>
                      <a:pt x="67" y="65"/>
                    </a:lnTo>
                    <a:lnTo>
                      <a:pt x="70" y="60"/>
                    </a:lnTo>
                    <a:lnTo>
                      <a:pt x="75" y="55"/>
                    </a:lnTo>
                    <a:lnTo>
                      <a:pt x="78" y="50"/>
                    </a:lnTo>
                    <a:lnTo>
                      <a:pt x="79" y="49"/>
                    </a:lnTo>
                    <a:lnTo>
                      <a:pt x="84" y="46"/>
                    </a:lnTo>
                    <a:lnTo>
                      <a:pt x="89" y="41"/>
                    </a:lnTo>
                    <a:lnTo>
                      <a:pt x="91" y="39"/>
                    </a:lnTo>
                    <a:lnTo>
                      <a:pt x="95" y="38"/>
                    </a:lnTo>
                    <a:lnTo>
                      <a:pt x="100" y="35"/>
                    </a:lnTo>
                    <a:lnTo>
                      <a:pt x="103" y="35"/>
                    </a:lnTo>
                    <a:lnTo>
                      <a:pt x="110" y="33"/>
                    </a:lnTo>
                    <a:lnTo>
                      <a:pt x="113" y="31"/>
                    </a:lnTo>
                    <a:lnTo>
                      <a:pt x="121" y="31"/>
                    </a:lnTo>
                    <a:lnTo>
                      <a:pt x="127" y="31"/>
                    </a:lnTo>
                    <a:lnTo>
                      <a:pt x="130" y="33"/>
                    </a:lnTo>
                    <a:lnTo>
                      <a:pt x="136" y="35"/>
                    </a:lnTo>
                    <a:lnTo>
                      <a:pt x="140" y="35"/>
                    </a:lnTo>
                    <a:lnTo>
                      <a:pt x="144" y="38"/>
                    </a:lnTo>
                    <a:lnTo>
                      <a:pt x="149" y="39"/>
                    </a:lnTo>
                    <a:lnTo>
                      <a:pt x="151" y="41"/>
                    </a:lnTo>
                    <a:lnTo>
                      <a:pt x="155" y="46"/>
                    </a:lnTo>
                    <a:lnTo>
                      <a:pt x="160" y="49"/>
                    </a:lnTo>
                    <a:lnTo>
                      <a:pt x="162" y="50"/>
                    </a:lnTo>
                    <a:lnTo>
                      <a:pt x="165" y="55"/>
                    </a:lnTo>
                    <a:lnTo>
                      <a:pt x="170" y="60"/>
                    </a:lnTo>
                    <a:lnTo>
                      <a:pt x="173" y="65"/>
                    </a:lnTo>
                    <a:lnTo>
                      <a:pt x="178" y="71"/>
                    </a:lnTo>
                    <a:lnTo>
                      <a:pt x="179" y="74"/>
                    </a:lnTo>
                    <a:lnTo>
                      <a:pt x="189" y="91"/>
                    </a:lnTo>
                    <a:lnTo>
                      <a:pt x="192" y="99"/>
                    </a:lnTo>
                    <a:lnTo>
                      <a:pt x="195" y="104"/>
                    </a:lnTo>
                    <a:lnTo>
                      <a:pt x="195" y="112"/>
                    </a:lnTo>
                    <a:lnTo>
                      <a:pt x="198" y="120"/>
                    </a:lnTo>
                    <a:lnTo>
                      <a:pt x="204" y="150"/>
                    </a:lnTo>
                    <a:lnTo>
                      <a:pt x="206" y="159"/>
                    </a:lnTo>
                    <a:lnTo>
                      <a:pt x="208" y="166"/>
                    </a:lnTo>
                    <a:lnTo>
                      <a:pt x="208" y="185"/>
                    </a:lnTo>
                    <a:lnTo>
                      <a:pt x="209" y="196"/>
                    </a:lnTo>
                    <a:lnTo>
                      <a:pt x="211" y="188"/>
                    </a:lnTo>
                    <a:lnTo>
                      <a:pt x="208" y="194"/>
                    </a:lnTo>
                    <a:lnTo>
                      <a:pt x="208" y="218"/>
                    </a:lnTo>
                    <a:lnTo>
                      <a:pt x="206" y="223"/>
                    </a:lnTo>
                    <a:lnTo>
                      <a:pt x="206" y="232"/>
                    </a:lnTo>
                    <a:lnTo>
                      <a:pt x="204" y="237"/>
                    </a:lnTo>
                    <a:lnTo>
                      <a:pt x="204" y="240"/>
                    </a:lnTo>
                    <a:lnTo>
                      <a:pt x="203" y="245"/>
                    </a:lnTo>
                    <a:lnTo>
                      <a:pt x="203" y="250"/>
                    </a:lnTo>
                    <a:lnTo>
                      <a:pt x="200" y="259"/>
                    </a:lnTo>
                    <a:lnTo>
                      <a:pt x="200" y="264"/>
                    </a:lnTo>
                    <a:lnTo>
                      <a:pt x="198" y="269"/>
                    </a:lnTo>
                    <a:lnTo>
                      <a:pt x="197" y="272"/>
                    </a:lnTo>
                    <a:lnTo>
                      <a:pt x="193" y="281"/>
                    </a:lnTo>
                    <a:lnTo>
                      <a:pt x="192" y="284"/>
                    </a:lnTo>
                    <a:lnTo>
                      <a:pt x="190" y="289"/>
                    </a:lnTo>
                    <a:lnTo>
                      <a:pt x="187" y="295"/>
                    </a:lnTo>
                    <a:lnTo>
                      <a:pt x="185" y="300"/>
                    </a:lnTo>
                    <a:lnTo>
                      <a:pt x="182" y="306"/>
                    </a:lnTo>
                    <a:lnTo>
                      <a:pt x="178" y="311"/>
                    </a:lnTo>
                    <a:lnTo>
                      <a:pt x="176" y="318"/>
                    </a:lnTo>
                    <a:lnTo>
                      <a:pt x="174" y="321"/>
                    </a:lnTo>
                    <a:lnTo>
                      <a:pt x="176" y="318"/>
                    </a:lnTo>
                    <a:close/>
                  </a:path>
                </a:pathLst>
              </a:custGeom>
              <a:solidFill>
                <a:schemeClr val="dk2"/>
              </a:solidFill>
              <a:ln w="127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50" name="Google Shape;650;g28abd34dbfa_1_1"/>
              <p:cNvSpPr/>
              <p:nvPr/>
            </p:nvSpPr>
            <p:spPr>
              <a:xfrm>
                <a:off x="3040" y="1222"/>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Arial"/>
                    <a:ea typeface="Arial"/>
                    <a:cs typeface="Arial"/>
                    <a:sym typeface="Arial"/>
                  </a:rPr>
                  <a:t>0/0</a:t>
                </a:r>
                <a:endParaRPr sz="2800" b="1" i="0" u="none" strike="noStrike" cap="none">
                  <a:solidFill>
                    <a:schemeClr val="dk1"/>
                  </a:solidFill>
                  <a:latin typeface="Times New Roman"/>
                  <a:ea typeface="Times New Roman"/>
                  <a:cs typeface="Times New Roman"/>
                  <a:sym typeface="Times New Roman"/>
                </a:endParaRPr>
              </a:p>
            </p:txBody>
          </p:sp>
          <p:sp>
            <p:nvSpPr>
              <p:cNvPr id="651" name="Google Shape;651;g28abd34dbfa_1_1"/>
              <p:cNvSpPr/>
              <p:nvPr/>
            </p:nvSpPr>
            <p:spPr>
              <a:xfrm>
                <a:off x="2980" y="1473"/>
                <a:ext cx="36" cy="125"/>
              </a:xfrm>
              <a:custGeom>
                <a:avLst/>
                <a:gdLst/>
                <a:ahLst/>
                <a:cxnLst/>
                <a:rect l="l" t="t" r="r" b="b"/>
                <a:pathLst>
                  <a:path w="36" h="125" extrusionOk="0">
                    <a:moveTo>
                      <a:pt x="0" y="108"/>
                    </a:moveTo>
                    <a:lnTo>
                      <a:pt x="0" y="113"/>
                    </a:lnTo>
                    <a:lnTo>
                      <a:pt x="1" y="117"/>
                    </a:lnTo>
                    <a:lnTo>
                      <a:pt x="5" y="121"/>
                    </a:lnTo>
                    <a:lnTo>
                      <a:pt x="8" y="122"/>
                    </a:lnTo>
                    <a:lnTo>
                      <a:pt x="11" y="125"/>
                    </a:lnTo>
                    <a:lnTo>
                      <a:pt x="19" y="125"/>
                    </a:lnTo>
                    <a:lnTo>
                      <a:pt x="24" y="124"/>
                    </a:lnTo>
                    <a:lnTo>
                      <a:pt x="27" y="121"/>
                    </a:lnTo>
                    <a:lnTo>
                      <a:pt x="28" y="117"/>
                    </a:lnTo>
                    <a:lnTo>
                      <a:pt x="32" y="114"/>
                    </a:lnTo>
                    <a:lnTo>
                      <a:pt x="32" y="111"/>
                    </a:lnTo>
                    <a:lnTo>
                      <a:pt x="36" y="18"/>
                    </a:lnTo>
                    <a:lnTo>
                      <a:pt x="36" y="13"/>
                    </a:lnTo>
                    <a:lnTo>
                      <a:pt x="35" y="8"/>
                    </a:lnTo>
                    <a:lnTo>
                      <a:pt x="32" y="5"/>
                    </a:lnTo>
                    <a:lnTo>
                      <a:pt x="28" y="4"/>
                    </a:lnTo>
                    <a:lnTo>
                      <a:pt x="25" y="0"/>
                    </a:lnTo>
                    <a:lnTo>
                      <a:pt x="17" y="0"/>
                    </a:lnTo>
                    <a:lnTo>
                      <a:pt x="13" y="2"/>
                    </a:lnTo>
                    <a:lnTo>
                      <a:pt x="9" y="5"/>
                    </a:lnTo>
                    <a:lnTo>
                      <a:pt x="8" y="8"/>
                    </a:lnTo>
                    <a:lnTo>
                      <a:pt x="5" y="11"/>
                    </a:lnTo>
                    <a:lnTo>
                      <a:pt x="5" y="15"/>
                    </a:lnTo>
                    <a:lnTo>
                      <a:pt x="0" y="108"/>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52" name="Google Shape;652;g28abd34dbfa_1_1"/>
              <p:cNvSpPr/>
              <p:nvPr/>
            </p:nvSpPr>
            <p:spPr>
              <a:xfrm>
                <a:off x="2985" y="1494"/>
                <a:ext cx="96" cy="111"/>
              </a:xfrm>
              <a:custGeom>
                <a:avLst/>
                <a:gdLst/>
                <a:ahLst/>
                <a:cxnLst/>
                <a:rect l="l" t="t" r="r" b="b"/>
                <a:pathLst>
                  <a:path w="96" h="111" extrusionOk="0">
                    <a:moveTo>
                      <a:pt x="3" y="85"/>
                    </a:moveTo>
                    <a:lnTo>
                      <a:pt x="0" y="92"/>
                    </a:lnTo>
                    <a:lnTo>
                      <a:pt x="0" y="96"/>
                    </a:lnTo>
                    <a:lnTo>
                      <a:pt x="1" y="101"/>
                    </a:lnTo>
                    <a:lnTo>
                      <a:pt x="3" y="104"/>
                    </a:lnTo>
                    <a:lnTo>
                      <a:pt x="6" y="107"/>
                    </a:lnTo>
                    <a:lnTo>
                      <a:pt x="12" y="111"/>
                    </a:lnTo>
                    <a:lnTo>
                      <a:pt x="17" y="111"/>
                    </a:lnTo>
                    <a:lnTo>
                      <a:pt x="22" y="109"/>
                    </a:lnTo>
                    <a:lnTo>
                      <a:pt x="25" y="107"/>
                    </a:lnTo>
                    <a:lnTo>
                      <a:pt x="28" y="104"/>
                    </a:lnTo>
                    <a:lnTo>
                      <a:pt x="93" y="25"/>
                    </a:lnTo>
                    <a:lnTo>
                      <a:pt x="96" y="19"/>
                    </a:lnTo>
                    <a:lnTo>
                      <a:pt x="96" y="14"/>
                    </a:lnTo>
                    <a:lnTo>
                      <a:pt x="95" y="9"/>
                    </a:lnTo>
                    <a:lnTo>
                      <a:pt x="93" y="6"/>
                    </a:lnTo>
                    <a:lnTo>
                      <a:pt x="90" y="3"/>
                    </a:lnTo>
                    <a:lnTo>
                      <a:pt x="83" y="0"/>
                    </a:lnTo>
                    <a:lnTo>
                      <a:pt x="79" y="0"/>
                    </a:lnTo>
                    <a:lnTo>
                      <a:pt x="74" y="2"/>
                    </a:lnTo>
                    <a:lnTo>
                      <a:pt x="71" y="3"/>
                    </a:lnTo>
                    <a:lnTo>
                      <a:pt x="68" y="6"/>
                    </a:lnTo>
                    <a:lnTo>
                      <a:pt x="3" y="85"/>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653" name="Google Shape;653;g28abd34dbfa_1_1"/>
            <p:cNvSpPr/>
            <p:nvPr/>
          </p:nvSpPr>
          <p:spPr>
            <a:xfrm>
              <a:off x="4547" y="1494"/>
              <a:ext cx="32" cy="125"/>
            </a:xfrm>
            <a:custGeom>
              <a:avLst/>
              <a:gdLst/>
              <a:ahLst/>
              <a:cxnLst/>
              <a:rect l="l" t="t" r="r" b="b"/>
              <a:pathLst>
                <a:path w="32" h="125" extrusionOk="0">
                  <a:moveTo>
                    <a:pt x="0" y="109"/>
                  </a:moveTo>
                  <a:lnTo>
                    <a:pt x="0" y="114"/>
                  </a:lnTo>
                  <a:lnTo>
                    <a:pt x="2" y="117"/>
                  </a:lnTo>
                  <a:lnTo>
                    <a:pt x="8" y="123"/>
                  </a:lnTo>
                  <a:lnTo>
                    <a:pt x="11" y="125"/>
                  </a:lnTo>
                  <a:lnTo>
                    <a:pt x="21" y="125"/>
                  </a:lnTo>
                  <a:lnTo>
                    <a:pt x="24" y="123"/>
                  </a:lnTo>
                  <a:lnTo>
                    <a:pt x="30" y="117"/>
                  </a:lnTo>
                  <a:lnTo>
                    <a:pt x="32" y="114"/>
                  </a:lnTo>
                  <a:lnTo>
                    <a:pt x="32" y="11"/>
                  </a:lnTo>
                  <a:lnTo>
                    <a:pt x="30" y="8"/>
                  </a:lnTo>
                  <a:lnTo>
                    <a:pt x="24" y="2"/>
                  </a:lnTo>
                  <a:lnTo>
                    <a:pt x="21" y="0"/>
                  </a:lnTo>
                  <a:lnTo>
                    <a:pt x="11" y="0"/>
                  </a:lnTo>
                  <a:lnTo>
                    <a:pt x="8" y="2"/>
                  </a:lnTo>
                  <a:lnTo>
                    <a:pt x="2" y="8"/>
                  </a:lnTo>
                  <a:lnTo>
                    <a:pt x="0" y="11"/>
                  </a:lnTo>
                  <a:lnTo>
                    <a:pt x="0" y="16"/>
                  </a:lnTo>
                  <a:lnTo>
                    <a:pt x="0" y="10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54" name="Google Shape;654;g28abd34dbfa_1_1"/>
            <p:cNvSpPr/>
            <p:nvPr/>
          </p:nvSpPr>
          <p:spPr>
            <a:xfrm>
              <a:off x="4552" y="1538"/>
              <a:ext cx="101" cy="95"/>
            </a:xfrm>
            <a:custGeom>
              <a:avLst/>
              <a:gdLst/>
              <a:ahLst/>
              <a:cxnLst/>
              <a:rect l="l" t="t" r="r" b="b"/>
              <a:pathLst>
                <a:path w="101" h="95" extrusionOk="0">
                  <a:moveTo>
                    <a:pt x="5" y="68"/>
                  </a:moveTo>
                  <a:lnTo>
                    <a:pt x="3" y="71"/>
                  </a:lnTo>
                  <a:lnTo>
                    <a:pt x="0" y="74"/>
                  </a:lnTo>
                  <a:lnTo>
                    <a:pt x="0" y="82"/>
                  </a:lnTo>
                  <a:lnTo>
                    <a:pt x="1" y="87"/>
                  </a:lnTo>
                  <a:lnTo>
                    <a:pt x="5" y="90"/>
                  </a:lnTo>
                  <a:lnTo>
                    <a:pt x="8" y="92"/>
                  </a:lnTo>
                  <a:lnTo>
                    <a:pt x="11" y="95"/>
                  </a:lnTo>
                  <a:lnTo>
                    <a:pt x="19" y="95"/>
                  </a:lnTo>
                  <a:lnTo>
                    <a:pt x="24" y="93"/>
                  </a:lnTo>
                  <a:lnTo>
                    <a:pt x="27" y="90"/>
                  </a:lnTo>
                  <a:lnTo>
                    <a:pt x="96" y="27"/>
                  </a:lnTo>
                  <a:lnTo>
                    <a:pt x="98" y="24"/>
                  </a:lnTo>
                  <a:lnTo>
                    <a:pt x="101" y="21"/>
                  </a:lnTo>
                  <a:lnTo>
                    <a:pt x="101" y="13"/>
                  </a:lnTo>
                  <a:lnTo>
                    <a:pt x="100" y="8"/>
                  </a:lnTo>
                  <a:lnTo>
                    <a:pt x="96" y="5"/>
                  </a:lnTo>
                  <a:lnTo>
                    <a:pt x="93" y="3"/>
                  </a:lnTo>
                  <a:lnTo>
                    <a:pt x="90" y="0"/>
                  </a:lnTo>
                  <a:lnTo>
                    <a:pt x="82" y="0"/>
                  </a:lnTo>
                  <a:lnTo>
                    <a:pt x="77" y="2"/>
                  </a:lnTo>
                  <a:lnTo>
                    <a:pt x="74" y="5"/>
                  </a:lnTo>
                  <a:lnTo>
                    <a:pt x="5" y="6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55" name="Google Shape;655;g28abd34dbfa_1_1"/>
            <p:cNvSpPr/>
            <p:nvPr/>
          </p:nvSpPr>
          <p:spPr>
            <a:xfrm>
              <a:off x="3005" y="1878"/>
              <a:ext cx="106" cy="92"/>
            </a:xfrm>
            <a:custGeom>
              <a:avLst/>
              <a:gdLst/>
              <a:ahLst/>
              <a:cxnLst/>
              <a:rect l="l" t="t" r="r" b="b"/>
              <a:pathLst>
                <a:path w="106" h="92" extrusionOk="0">
                  <a:moveTo>
                    <a:pt x="25" y="3"/>
                  </a:moveTo>
                  <a:lnTo>
                    <a:pt x="19" y="0"/>
                  </a:lnTo>
                  <a:lnTo>
                    <a:pt x="14" y="0"/>
                  </a:lnTo>
                  <a:lnTo>
                    <a:pt x="10" y="2"/>
                  </a:lnTo>
                  <a:lnTo>
                    <a:pt x="7" y="3"/>
                  </a:lnTo>
                  <a:lnTo>
                    <a:pt x="3" y="6"/>
                  </a:lnTo>
                  <a:lnTo>
                    <a:pt x="0" y="13"/>
                  </a:lnTo>
                  <a:lnTo>
                    <a:pt x="0" y="17"/>
                  </a:lnTo>
                  <a:lnTo>
                    <a:pt x="2" y="22"/>
                  </a:lnTo>
                  <a:lnTo>
                    <a:pt x="3" y="25"/>
                  </a:lnTo>
                  <a:lnTo>
                    <a:pt x="7" y="29"/>
                  </a:lnTo>
                  <a:lnTo>
                    <a:pt x="81" y="89"/>
                  </a:lnTo>
                  <a:lnTo>
                    <a:pt x="87" y="92"/>
                  </a:lnTo>
                  <a:lnTo>
                    <a:pt x="92" y="92"/>
                  </a:lnTo>
                  <a:lnTo>
                    <a:pt x="97" y="90"/>
                  </a:lnTo>
                  <a:lnTo>
                    <a:pt x="100" y="89"/>
                  </a:lnTo>
                  <a:lnTo>
                    <a:pt x="103" y="85"/>
                  </a:lnTo>
                  <a:lnTo>
                    <a:pt x="106" y="79"/>
                  </a:lnTo>
                  <a:lnTo>
                    <a:pt x="106" y="74"/>
                  </a:lnTo>
                  <a:lnTo>
                    <a:pt x="105" y="70"/>
                  </a:lnTo>
                  <a:lnTo>
                    <a:pt x="103" y="66"/>
                  </a:lnTo>
                  <a:lnTo>
                    <a:pt x="100" y="63"/>
                  </a:lnTo>
                  <a:lnTo>
                    <a:pt x="25" y="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56" name="Google Shape;656;g28abd34dbfa_1_1"/>
            <p:cNvSpPr/>
            <p:nvPr/>
          </p:nvSpPr>
          <p:spPr>
            <a:xfrm>
              <a:off x="3000" y="1878"/>
              <a:ext cx="51" cy="136"/>
            </a:xfrm>
            <a:custGeom>
              <a:avLst/>
              <a:gdLst/>
              <a:ahLst/>
              <a:cxnLst/>
              <a:rect l="l" t="t" r="r" b="b"/>
              <a:pathLst>
                <a:path w="51" h="136" extrusionOk="0">
                  <a:moveTo>
                    <a:pt x="32" y="13"/>
                  </a:moveTo>
                  <a:lnTo>
                    <a:pt x="29" y="6"/>
                  </a:lnTo>
                  <a:lnTo>
                    <a:pt x="26" y="3"/>
                  </a:lnTo>
                  <a:lnTo>
                    <a:pt x="21" y="2"/>
                  </a:lnTo>
                  <a:lnTo>
                    <a:pt x="18" y="0"/>
                  </a:lnTo>
                  <a:lnTo>
                    <a:pt x="13" y="0"/>
                  </a:lnTo>
                  <a:lnTo>
                    <a:pt x="7" y="3"/>
                  </a:lnTo>
                  <a:lnTo>
                    <a:pt x="4" y="6"/>
                  </a:lnTo>
                  <a:lnTo>
                    <a:pt x="2" y="11"/>
                  </a:lnTo>
                  <a:lnTo>
                    <a:pt x="0" y="14"/>
                  </a:lnTo>
                  <a:lnTo>
                    <a:pt x="0" y="19"/>
                  </a:lnTo>
                  <a:lnTo>
                    <a:pt x="19" y="123"/>
                  </a:lnTo>
                  <a:lnTo>
                    <a:pt x="23" y="130"/>
                  </a:lnTo>
                  <a:lnTo>
                    <a:pt x="26" y="133"/>
                  </a:lnTo>
                  <a:lnTo>
                    <a:pt x="30" y="134"/>
                  </a:lnTo>
                  <a:lnTo>
                    <a:pt x="34" y="136"/>
                  </a:lnTo>
                  <a:lnTo>
                    <a:pt x="38" y="136"/>
                  </a:lnTo>
                  <a:lnTo>
                    <a:pt x="45" y="133"/>
                  </a:lnTo>
                  <a:lnTo>
                    <a:pt x="48" y="130"/>
                  </a:lnTo>
                  <a:lnTo>
                    <a:pt x="49" y="125"/>
                  </a:lnTo>
                  <a:lnTo>
                    <a:pt x="51" y="122"/>
                  </a:lnTo>
                  <a:lnTo>
                    <a:pt x="51" y="117"/>
                  </a:lnTo>
                  <a:lnTo>
                    <a:pt x="32" y="13"/>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657" name="Google Shape;657;g28abd34dbfa_1_1"/>
          <p:cNvGrpSpPr/>
          <p:nvPr/>
        </p:nvGrpSpPr>
        <p:grpSpPr>
          <a:xfrm>
            <a:off x="6483351" y="2511425"/>
            <a:ext cx="1005417" cy="476250"/>
            <a:chOff x="3063" y="1574"/>
            <a:chExt cx="475" cy="300"/>
          </a:xfrm>
        </p:grpSpPr>
        <p:sp>
          <p:nvSpPr>
            <p:cNvPr id="658" name="Google Shape;658;g28abd34dbfa_1_1"/>
            <p:cNvSpPr/>
            <p:nvPr/>
          </p:nvSpPr>
          <p:spPr>
            <a:xfrm>
              <a:off x="3155" y="1574"/>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FF0000"/>
                  </a:solidFill>
                  <a:latin typeface="Arial"/>
                  <a:ea typeface="Arial"/>
                  <a:cs typeface="Arial"/>
                  <a:sym typeface="Arial"/>
                </a:rPr>
                <a:t>1/0</a:t>
              </a:r>
              <a:endParaRPr sz="2800" b="1" i="0" u="none" strike="noStrike" cap="none">
                <a:solidFill>
                  <a:srgbClr val="00FF00"/>
                </a:solidFill>
                <a:latin typeface="Times New Roman"/>
                <a:ea typeface="Times New Roman"/>
                <a:cs typeface="Times New Roman"/>
                <a:sym typeface="Times New Roman"/>
              </a:endParaRPr>
            </a:p>
          </p:txBody>
        </p:sp>
        <p:sp>
          <p:nvSpPr>
            <p:cNvPr id="659" name="Google Shape;659;g28abd34dbfa_1_1"/>
            <p:cNvSpPr/>
            <p:nvPr/>
          </p:nvSpPr>
          <p:spPr>
            <a:xfrm>
              <a:off x="3378" y="1706"/>
              <a:ext cx="154" cy="64"/>
            </a:xfrm>
            <a:custGeom>
              <a:avLst/>
              <a:gdLst/>
              <a:ahLst/>
              <a:cxnLst/>
              <a:rect l="l" t="t" r="r" b="b"/>
              <a:pathLst>
                <a:path w="154" h="64" extrusionOk="0">
                  <a:moveTo>
                    <a:pt x="133" y="64"/>
                  </a:moveTo>
                  <a:lnTo>
                    <a:pt x="143" y="64"/>
                  </a:lnTo>
                  <a:lnTo>
                    <a:pt x="146" y="63"/>
                  </a:lnTo>
                  <a:lnTo>
                    <a:pt x="152" y="57"/>
                  </a:lnTo>
                  <a:lnTo>
                    <a:pt x="154" y="53"/>
                  </a:lnTo>
                  <a:lnTo>
                    <a:pt x="154" y="44"/>
                  </a:lnTo>
                  <a:lnTo>
                    <a:pt x="152" y="41"/>
                  </a:lnTo>
                  <a:lnTo>
                    <a:pt x="146" y="34"/>
                  </a:lnTo>
                  <a:lnTo>
                    <a:pt x="143" y="33"/>
                  </a:lnTo>
                  <a:lnTo>
                    <a:pt x="21" y="0"/>
                  </a:lnTo>
                  <a:lnTo>
                    <a:pt x="11" y="0"/>
                  </a:lnTo>
                  <a:lnTo>
                    <a:pt x="8" y="1"/>
                  </a:lnTo>
                  <a:lnTo>
                    <a:pt x="2" y="8"/>
                  </a:lnTo>
                  <a:lnTo>
                    <a:pt x="0" y="11"/>
                  </a:lnTo>
                  <a:lnTo>
                    <a:pt x="0" y="20"/>
                  </a:lnTo>
                  <a:lnTo>
                    <a:pt x="2" y="23"/>
                  </a:lnTo>
                  <a:lnTo>
                    <a:pt x="8" y="30"/>
                  </a:lnTo>
                  <a:lnTo>
                    <a:pt x="11" y="31"/>
                  </a:lnTo>
                  <a:lnTo>
                    <a:pt x="133" y="64"/>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60" name="Google Shape;660;g28abd34dbfa_1_1"/>
            <p:cNvSpPr/>
            <p:nvPr/>
          </p:nvSpPr>
          <p:spPr>
            <a:xfrm>
              <a:off x="3378" y="1747"/>
              <a:ext cx="160" cy="65"/>
            </a:xfrm>
            <a:custGeom>
              <a:avLst/>
              <a:gdLst/>
              <a:ahLst/>
              <a:cxnLst/>
              <a:rect l="l" t="t" r="r" b="b"/>
              <a:pathLst>
                <a:path w="160" h="65" extrusionOk="0">
                  <a:moveTo>
                    <a:pt x="149" y="31"/>
                  </a:moveTo>
                  <a:lnTo>
                    <a:pt x="152" y="30"/>
                  </a:lnTo>
                  <a:lnTo>
                    <a:pt x="159" y="23"/>
                  </a:lnTo>
                  <a:lnTo>
                    <a:pt x="160" y="20"/>
                  </a:lnTo>
                  <a:lnTo>
                    <a:pt x="160" y="11"/>
                  </a:lnTo>
                  <a:lnTo>
                    <a:pt x="159" y="8"/>
                  </a:lnTo>
                  <a:lnTo>
                    <a:pt x="152" y="1"/>
                  </a:lnTo>
                  <a:lnTo>
                    <a:pt x="149" y="0"/>
                  </a:lnTo>
                  <a:lnTo>
                    <a:pt x="140" y="0"/>
                  </a:lnTo>
                  <a:lnTo>
                    <a:pt x="11" y="33"/>
                  </a:lnTo>
                  <a:lnTo>
                    <a:pt x="8" y="35"/>
                  </a:lnTo>
                  <a:lnTo>
                    <a:pt x="2" y="41"/>
                  </a:lnTo>
                  <a:lnTo>
                    <a:pt x="0" y="44"/>
                  </a:lnTo>
                  <a:lnTo>
                    <a:pt x="0" y="54"/>
                  </a:lnTo>
                  <a:lnTo>
                    <a:pt x="2" y="57"/>
                  </a:lnTo>
                  <a:lnTo>
                    <a:pt x="8" y="63"/>
                  </a:lnTo>
                  <a:lnTo>
                    <a:pt x="11" y="65"/>
                  </a:lnTo>
                  <a:lnTo>
                    <a:pt x="21" y="65"/>
                  </a:lnTo>
                  <a:lnTo>
                    <a:pt x="149" y="31"/>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61" name="Google Shape;661;g28abd34dbfa_1_1"/>
            <p:cNvSpPr/>
            <p:nvPr/>
          </p:nvSpPr>
          <p:spPr>
            <a:xfrm>
              <a:off x="3063" y="1744"/>
              <a:ext cx="414" cy="34"/>
            </a:xfrm>
            <a:custGeom>
              <a:avLst/>
              <a:gdLst/>
              <a:ahLst/>
              <a:cxnLst/>
              <a:rect l="l" t="t" r="r" b="b"/>
              <a:pathLst>
                <a:path w="438" h="34" extrusionOk="0">
                  <a:moveTo>
                    <a:pt x="16" y="0"/>
                  </a:moveTo>
                  <a:lnTo>
                    <a:pt x="11" y="0"/>
                  </a:lnTo>
                  <a:lnTo>
                    <a:pt x="8" y="1"/>
                  </a:lnTo>
                  <a:lnTo>
                    <a:pt x="2" y="8"/>
                  </a:lnTo>
                  <a:lnTo>
                    <a:pt x="0" y="11"/>
                  </a:lnTo>
                  <a:lnTo>
                    <a:pt x="0" y="20"/>
                  </a:lnTo>
                  <a:lnTo>
                    <a:pt x="2" y="23"/>
                  </a:lnTo>
                  <a:lnTo>
                    <a:pt x="8" y="30"/>
                  </a:lnTo>
                  <a:lnTo>
                    <a:pt x="11" y="31"/>
                  </a:lnTo>
                  <a:lnTo>
                    <a:pt x="16" y="31"/>
                  </a:lnTo>
                  <a:lnTo>
                    <a:pt x="423" y="34"/>
                  </a:lnTo>
                  <a:lnTo>
                    <a:pt x="427" y="34"/>
                  </a:lnTo>
                  <a:lnTo>
                    <a:pt x="431" y="33"/>
                  </a:lnTo>
                  <a:lnTo>
                    <a:pt x="437" y="26"/>
                  </a:lnTo>
                  <a:lnTo>
                    <a:pt x="438" y="23"/>
                  </a:lnTo>
                  <a:lnTo>
                    <a:pt x="438" y="14"/>
                  </a:lnTo>
                  <a:lnTo>
                    <a:pt x="437" y="11"/>
                  </a:lnTo>
                  <a:lnTo>
                    <a:pt x="431" y="4"/>
                  </a:lnTo>
                  <a:lnTo>
                    <a:pt x="427" y="3"/>
                  </a:lnTo>
                  <a:lnTo>
                    <a:pt x="423" y="3"/>
                  </a:lnTo>
                  <a:lnTo>
                    <a:pt x="16" y="0"/>
                  </a:lnTo>
                  <a:close/>
                </a:path>
              </a:pathLst>
            </a:cu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grpSp>
        <p:nvGrpSpPr>
          <p:cNvPr id="662" name="Google Shape;662;g28abd34dbfa_1_1"/>
          <p:cNvGrpSpPr/>
          <p:nvPr/>
        </p:nvGrpSpPr>
        <p:grpSpPr>
          <a:xfrm>
            <a:off x="5941484" y="1939925"/>
            <a:ext cx="4751916" cy="3475038"/>
            <a:chOff x="2807" y="1222"/>
            <a:chExt cx="2245" cy="2189"/>
          </a:xfrm>
        </p:grpSpPr>
        <p:grpSp>
          <p:nvGrpSpPr>
            <p:cNvPr id="663" name="Google Shape;663;g28abd34dbfa_1_1"/>
            <p:cNvGrpSpPr/>
            <p:nvPr/>
          </p:nvGrpSpPr>
          <p:grpSpPr>
            <a:xfrm>
              <a:off x="2807" y="1222"/>
              <a:ext cx="525" cy="383"/>
              <a:chOff x="1343" y="1110"/>
              <a:chExt cx="525" cy="383"/>
            </a:xfrm>
          </p:grpSpPr>
          <p:sp>
            <p:nvSpPr>
              <p:cNvPr id="664" name="Google Shape;664;g28abd34dbfa_1_1"/>
              <p:cNvSpPr/>
              <p:nvPr/>
            </p:nvSpPr>
            <p:spPr>
              <a:xfrm>
                <a:off x="1343" y="1145"/>
                <a:ext cx="241" cy="343"/>
              </a:xfrm>
              <a:custGeom>
                <a:avLst/>
                <a:gdLst/>
                <a:ahLst/>
                <a:cxnLst/>
                <a:rect l="l" t="t" r="r" b="b"/>
                <a:pathLst>
                  <a:path w="241" h="343" extrusionOk="0">
                    <a:moveTo>
                      <a:pt x="176" y="318"/>
                    </a:moveTo>
                    <a:lnTo>
                      <a:pt x="174" y="321"/>
                    </a:lnTo>
                    <a:lnTo>
                      <a:pt x="173" y="325"/>
                    </a:lnTo>
                    <a:lnTo>
                      <a:pt x="173" y="330"/>
                    </a:lnTo>
                    <a:lnTo>
                      <a:pt x="176" y="337"/>
                    </a:lnTo>
                    <a:lnTo>
                      <a:pt x="179" y="340"/>
                    </a:lnTo>
                    <a:lnTo>
                      <a:pt x="182" y="341"/>
                    </a:lnTo>
                    <a:lnTo>
                      <a:pt x="187" y="343"/>
                    </a:lnTo>
                    <a:lnTo>
                      <a:pt x="192" y="343"/>
                    </a:lnTo>
                    <a:lnTo>
                      <a:pt x="198" y="340"/>
                    </a:lnTo>
                    <a:lnTo>
                      <a:pt x="201" y="337"/>
                    </a:lnTo>
                    <a:lnTo>
                      <a:pt x="204" y="330"/>
                    </a:lnTo>
                    <a:lnTo>
                      <a:pt x="206" y="327"/>
                    </a:lnTo>
                    <a:lnTo>
                      <a:pt x="208" y="325"/>
                    </a:lnTo>
                    <a:lnTo>
                      <a:pt x="214" y="313"/>
                    </a:lnTo>
                    <a:lnTo>
                      <a:pt x="215" y="308"/>
                    </a:lnTo>
                    <a:lnTo>
                      <a:pt x="219" y="302"/>
                    </a:lnTo>
                    <a:lnTo>
                      <a:pt x="220" y="297"/>
                    </a:lnTo>
                    <a:lnTo>
                      <a:pt x="222" y="294"/>
                    </a:lnTo>
                    <a:lnTo>
                      <a:pt x="225" y="284"/>
                    </a:lnTo>
                    <a:lnTo>
                      <a:pt x="227" y="281"/>
                    </a:lnTo>
                    <a:lnTo>
                      <a:pt x="228" y="276"/>
                    </a:lnTo>
                    <a:lnTo>
                      <a:pt x="231" y="270"/>
                    </a:lnTo>
                    <a:lnTo>
                      <a:pt x="231" y="265"/>
                    </a:lnTo>
                    <a:lnTo>
                      <a:pt x="234" y="256"/>
                    </a:lnTo>
                    <a:lnTo>
                      <a:pt x="234" y="251"/>
                    </a:lnTo>
                    <a:lnTo>
                      <a:pt x="236" y="246"/>
                    </a:lnTo>
                    <a:lnTo>
                      <a:pt x="236" y="243"/>
                    </a:lnTo>
                    <a:lnTo>
                      <a:pt x="238" y="239"/>
                    </a:lnTo>
                    <a:lnTo>
                      <a:pt x="238" y="229"/>
                    </a:lnTo>
                    <a:lnTo>
                      <a:pt x="239" y="224"/>
                    </a:lnTo>
                    <a:lnTo>
                      <a:pt x="239" y="197"/>
                    </a:lnTo>
                    <a:lnTo>
                      <a:pt x="241" y="189"/>
                    </a:lnTo>
                    <a:lnTo>
                      <a:pt x="239" y="182"/>
                    </a:lnTo>
                    <a:lnTo>
                      <a:pt x="239" y="163"/>
                    </a:lnTo>
                    <a:lnTo>
                      <a:pt x="236" y="144"/>
                    </a:lnTo>
                    <a:lnTo>
                      <a:pt x="230" y="110"/>
                    </a:lnTo>
                    <a:lnTo>
                      <a:pt x="223" y="95"/>
                    </a:lnTo>
                    <a:lnTo>
                      <a:pt x="217" y="79"/>
                    </a:lnTo>
                    <a:lnTo>
                      <a:pt x="208" y="58"/>
                    </a:lnTo>
                    <a:lnTo>
                      <a:pt x="198" y="46"/>
                    </a:lnTo>
                    <a:lnTo>
                      <a:pt x="195" y="41"/>
                    </a:lnTo>
                    <a:lnTo>
                      <a:pt x="190" y="36"/>
                    </a:lnTo>
                    <a:lnTo>
                      <a:pt x="187" y="31"/>
                    </a:lnTo>
                    <a:lnTo>
                      <a:pt x="179" y="23"/>
                    </a:lnTo>
                    <a:lnTo>
                      <a:pt x="174" y="20"/>
                    </a:lnTo>
                    <a:lnTo>
                      <a:pt x="170" y="16"/>
                    </a:lnTo>
                    <a:lnTo>
                      <a:pt x="162" y="11"/>
                    </a:lnTo>
                    <a:lnTo>
                      <a:pt x="157" y="9"/>
                    </a:lnTo>
                    <a:lnTo>
                      <a:pt x="152" y="6"/>
                    </a:lnTo>
                    <a:lnTo>
                      <a:pt x="146" y="3"/>
                    </a:lnTo>
                    <a:lnTo>
                      <a:pt x="133" y="0"/>
                    </a:lnTo>
                    <a:lnTo>
                      <a:pt x="106" y="0"/>
                    </a:lnTo>
                    <a:lnTo>
                      <a:pt x="94" y="3"/>
                    </a:lnTo>
                    <a:lnTo>
                      <a:pt x="87" y="6"/>
                    </a:lnTo>
                    <a:lnTo>
                      <a:pt x="83" y="9"/>
                    </a:lnTo>
                    <a:lnTo>
                      <a:pt x="78" y="11"/>
                    </a:lnTo>
                    <a:lnTo>
                      <a:pt x="70" y="16"/>
                    </a:lnTo>
                    <a:lnTo>
                      <a:pt x="65" y="20"/>
                    </a:lnTo>
                    <a:lnTo>
                      <a:pt x="60" y="23"/>
                    </a:lnTo>
                    <a:lnTo>
                      <a:pt x="53" y="31"/>
                    </a:lnTo>
                    <a:lnTo>
                      <a:pt x="49" y="36"/>
                    </a:lnTo>
                    <a:lnTo>
                      <a:pt x="45" y="41"/>
                    </a:lnTo>
                    <a:lnTo>
                      <a:pt x="42" y="46"/>
                    </a:lnTo>
                    <a:lnTo>
                      <a:pt x="32" y="58"/>
                    </a:lnTo>
                    <a:lnTo>
                      <a:pt x="23" y="79"/>
                    </a:lnTo>
                    <a:lnTo>
                      <a:pt x="16" y="95"/>
                    </a:lnTo>
                    <a:lnTo>
                      <a:pt x="10" y="110"/>
                    </a:lnTo>
                    <a:lnTo>
                      <a:pt x="4" y="144"/>
                    </a:lnTo>
                    <a:lnTo>
                      <a:pt x="0" y="163"/>
                    </a:lnTo>
                    <a:lnTo>
                      <a:pt x="0" y="224"/>
                    </a:lnTo>
                    <a:lnTo>
                      <a:pt x="2" y="229"/>
                    </a:lnTo>
                    <a:lnTo>
                      <a:pt x="2" y="237"/>
                    </a:lnTo>
                    <a:lnTo>
                      <a:pt x="4" y="242"/>
                    </a:lnTo>
                    <a:lnTo>
                      <a:pt x="4" y="245"/>
                    </a:lnTo>
                    <a:lnTo>
                      <a:pt x="5" y="250"/>
                    </a:lnTo>
                    <a:lnTo>
                      <a:pt x="5" y="253"/>
                    </a:lnTo>
                    <a:lnTo>
                      <a:pt x="8" y="262"/>
                    </a:lnTo>
                    <a:lnTo>
                      <a:pt x="8" y="265"/>
                    </a:lnTo>
                    <a:lnTo>
                      <a:pt x="10" y="269"/>
                    </a:lnTo>
                    <a:lnTo>
                      <a:pt x="10" y="273"/>
                    </a:lnTo>
                    <a:lnTo>
                      <a:pt x="13" y="280"/>
                    </a:lnTo>
                    <a:lnTo>
                      <a:pt x="15" y="284"/>
                    </a:lnTo>
                    <a:lnTo>
                      <a:pt x="16" y="288"/>
                    </a:lnTo>
                    <a:lnTo>
                      <a:pt x="16" y="292"/>
                    </a:lnTo>
                    <a:lnTo>
                      <a:pt x="27" y="314"/>
                    </a:lnTo>
                    <a:lnTo>
                      <a:pt x="29" y="321"/>
                    </a:lnTo>
                    <a:lnTo>
                      <a:pt x="35" y="327"/>
                    </a:lnTo>
                    <a:lnTo>
                      <a:pt x="32" y="324"/>
                    </a:lnTo>
                    <a:lnTo>
                      <a:pt x="38" y="330"/>
                    </a:lnTo>
                    <a:lnTo>
                      <a:pt x="42" y="332"/>
                    </a:lnTo>
                    <a:lnTo>
                      <a:pt x="51" y="332"/>
                    </a:lnTo>
                    <a:lnTo>
                      <a:pt x="54" y="330"/>
                    </a:lnTo>
                    <a:lnTo>
                      <a:pt x="60" y="324"/>
                    </a:lnTo>
                    <a:lnTo>
                      <a:pt x="62" y="321"/>
                    </a:lnTo>
                    <a:lnTo>
                      <a:pt x="62" y="311"/>
                    </a:lnTo>
                    <a:lnTo>
                      <a:pt x="60" y="308"/>
                    </a:lnTo>
                    <a:lnTo>
                      <a:pt x="57" y="305"/>
                    </a:lnTo>
                    <a:lnTo>
                      <a:pt x="56" y="302"/>
                    </a:lnTo>
                    <a:lnTo>
                      <a:pt x="48" y="286"/>
                    </a:lnTo>
                    <a:lnTo>
                      <a:pt x="48" y="281"/>
                    </a:lnTo>
                    <a:lnTo>
                      <a:pt x="43" y="272"/>
                    </a:lnTo>
                    <a:lnTo>
                      <a:pt x="42" y="267"/>
                    </a:lnTo>
                    <a:lnTo>
                      <a:pt x="42" y="262"/>
                    </a:lnTo>
                    <a:lnTo>
                      <a:pt x="40" y="259"/>
                    </a:lnTo>
                    <a:lnTo>
                      <a:pt x="40" y="256"/>
                    </a:lnTo>
                    <a:lnTo>
                      <a:pt x="37" y="246"/>
                    </a:lnTo>
                    <a:lnTo>
                      <a:pt x="37" y="243"/>
                    </a:lnTo>
                    <a:lnTo>
                      <a:pt x="35" y="239"/>
                    </a:lnTo>
                    <a:lnTo>
                      <a:pt x="35" y="235"/>
                    </a:lnTo>
                    <a:lnTo>
                      <a:pt x="34" y="231"/>
                    </a:lnTo>
                    <a:lnTo>
                      <a:pt x="34" y="223"/>
                    </a:lnTo>
                    <a:lnTo>
                      <a:pt x="32" y="218"/>
                    </a:lnTo>
                    <a:lnTo>
                      <a:pt x="32" y="193"/>
                    </a:lnTo>
                    <a:lnTo>
                      <a:pt x="32" y="166"/>
                    </a:lnTo>
                    <a:lnTo>
                      <a:pt x="34" y="159"/>
                    </a:lnTo>
                    <a:lnTo>
                      <a:pt x="35" y="150"/>
                    </a:lnTo>
                    <a:lnTo>
                      <a:pt x="42" y="120"/>
                    </a:lnTo>
                    <a:lnTo>
                      <a:pt x="45" y="112"/>
                    </a:lnTo>
                    <a:lnTo>
                      <a:pt x="45" y="104"/>
                    </a:lnTo>
                    <a:lnTo>
                      <a:pt x="48" y="99"/>
                    </a:lnTo>
                    <a:lnTo>
                      <a:pt x="51" y="91"/>
                    </a:lnTo>
                    <a:lnTo>
                      <a:pt x="60" y="74"/>
                    </a:lnTo>
                    <a:lnTo>
                      <a:pt x="62" y="71"/>
                    </a:lnTo>
                    <a:lnTo>
                      <a:pt x="67" y="65"/>
                    </a:lnTo>
                    <a:lnTo>
                      <a:pt x="70" y="60"/>
                    </a:lnTo>
                    <a:lnTo>
                      <a:pt x="75" y="55"/>
                    </a:lnTo>
                    <a:lnTo>
                      <a:pt x="78" y="50"/>
                    </a:lnTo>
                    <a:lnTo>
                      <a:pt x="79" y="49"/>
                    </a:lnTo>
                    <a:lnTo>
                      <a:pt x="84" y="46"/>
                    </a:lnTo>
                    <a:lnTo>
                      <a:pt x="89" y="41"/>
                    </a:lnTo>
                    <a:lnTo>
                      <a:pt x="91" y="39"/>
                    </a:lnTo>
                    <a:lnTo>
                      <a:pt x="95" y="38"/>
                    </a:lnTo>
                    <a:lnTo>
                      <a:pt x="100" y="35"/>
                    </a:lnTo>
                    <a:lnTo>
                      <a:pt x="103" y="35"/>
                    </a:lnTo>
                    <a:lnTo>
                      <a:pt x="110" y="33"/>
                    </a:lnTo>
                    <a:lnTo>
                      <a:pt x="113" y="31"/>
                    </a:lnTo>
                    <a:lnTo>
                      <a:pt x="121" y="31"/>
                    </a:lnTo>
                    <a:lnTo>
                      <a:pt x="127" y="31"/>
                    </a:lnTo>
                    <a:lnTo>
                      <a:pt x="130" y="33"/>
                    </a:lnTo>
                    <a:lnTo>
                      <a:pt x="136" y="35"/>
                    </a:lnTo>
                    <a:lnTo>
                      <a:pt x="140" y="35"/>
                    </a:lnTo>
                    <a:lnTo>
                      <a:pt x="144" y="38"/>
                    </a:lnTo>
                    <a:lnTo>
                      <a:pt x="149" y="39"/>
                    </a:lnTo>
                    <a:lnTo>
                      <a:pt x="151" y="41"/>
                    </a:lnTo>
                    <a:lnTo>
                      <a:pt x="155" y="46"/>
                    </a:lnTo>
                    <a:lnTo>
                      <a:pt x="160" y="49"/>
                    </a:lnTo>
                    <a:lnTo>
                      <a:pt x="162" y="50"/>
                    </a:lnTo>
                    <a:lnTo>
                      <a:pt x="165" y="55"/>
                    </a:lnTo>
                    <a:lnTo>
                      <a:pt x="170" y="60"/>
                    </a:lnTo>
                    <a:lnTo>
                      <a:pt x="173" y="65"/>
                    </a:lnTo>
                    <a:lnTo>
                      <a:pt x="178" y="71"/>
                    </a:lnTo>
                    <a:lnTo>
                      <a:pt x="179" y="74"/>
                    </a:lnTo>
                    <a:lnTo>
                      <a:pt x="189" y="91"/>
                    </a:lnTo>
                    <a:lnTo>
                      <a:pt x="192" y="99"/>
                    </a:lnTo>
                    <a:lnTo>
                      <a:pt x="195" y="104"/>
                    </a:lnTo>
                    <a:lnTo>
                      <a:pt x="195" y="112"/>
                    </a:lnTo>
                    <a:lnTo>
                      <a:pt x="198" y="120"/>
                    </a:lnTo>
                    <a:lnTo>
                      <a:pt x="204" y="150"/>
                    </a:lnTo>
                    <a:lnTo>
                      <a:pt x="206" y="159"/>
                    </a:lnTo>
                    <a:lnTo>
                      <a:pt x="208" y="166"/>
                    </a:lnTo>
                    <a:lnTo>
                      <a:pt x="208" y="185"/>
                    </a:lnTo>
                    <a:lnTo>
                      <a:pt x="209" y="196"/>
                    </a:lnTo>
                    <a:lnTo>
                      <a:pt x="211" y="188"/>
                    </a:lnTo>
                    <a:lnTo>
                      <a:pt x="208" y="194"/>
                    </a:lnTo>
                    <a:lnTo>
                      <a:pt x="208" y="218"/>
                    </a:lnTo>
                    <a:lnTo>
                      <a:pt x="206" y="223"/>
                    </a:lnTo>
                    <a:lnTo>
                      <a:pt x="206" y="232"/>
                    </a:lnTo>
                    <a:lnTo>
                      <a:pt x="204" y="237"/>
                    </a:lnTo>
                    <a:lnTo>
                      <a:pt x="204" y="240"/>
                    </a:lnTo>
                    <a:lnTo>
                      <a:pt x="203" y="245"/>
                    </a:lnTo>
                    <a:lnTo>
                      <a:pt x="203" y="250"/>
                    </a:lnTo>
                    <a:lnTo>
                      <a:pt x="200" y="259"/>
                    </a:lnTo>
                    <a:lnTo>
                      <a:pt x="200" y="264"/>
                    </a:lnTo>
                    <a:lnTo>
                      <a:pt x="198" y="269"/>
                    </a:lnTo>
                    <a:lnTo>
                      <a:pt x="197" y="272"/>
                    </a:lnTo>
                    <a:lnTo>
                      <a:pt x="193" y="281"/>
                    </a:lnTo>
                    <a:lnTo>
                      <a:pt x="192" y="284"/>
                    </a:lnTo>
                    <a:lnTo>
                      <a:pt x="190" y="289"/>
                    </a:lnTo>
                    <a:lnTo>
                      <a:pt x="187" y="295"/>
                    </a:lnTo>
                    <a:lnTo>
                      <a:pt x="185" y="300"/>
                    </a:lnTo>
                    <a:lnTo>
                      <a:pt x="182" y="306"/>
                    </a:lnTo>
                    <a:lnTo>
                      <a:pt x="178" y="311"/>
                    </a:lnTo>
                    <a:lnTo>
                      <a:pt x="176" y="318"/>
                    </a:lnTo>
                    <a:lnTo>
                      <a:pt x="174" y="321"/>
                    </a:lnTo>
                    <a:lnTo>
                      <a:pt x="176" y="318"/>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65" name="Google Shape;665;g28abd34dbfa_1_1"/>
              <p:cNvSpPr/>
              <p:nvPr/>
            </p:nvSpPr>
            <p:spPr>
              <a:xfrm>
                <a:off x="1568" y="1110"/>
                <a:ext cx="300" cy="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FF"/>
                    </a:solidFill>
                    <a:latin typeface="Arial"/>
                    <a:ea typeface="Arial"/>
                    <a:cs typeface="Arial"/>
                    <a:sym typeface="Arial"/>
                  </a:rPr>
                  <a:t>0/0</a:t>
                </a:r>
                <a:endParaRPr sz="2800" b="1" i="0" u="none" strike="noStrike" cap="none">
                  <a:solidFill>
                    <a:srgbClr val="00FF00"/>
                  </a:solidFill>
                  <a:latin typeface="Times New Roman"/>
                  <a:ea typeface="Times New Roman"/>
                  <a:cs typeface="Times New Roman"/>
                  <a:sym typeface="Times New Roman"/>
                </a:endParaRPr>
              </a:p>
            </p:txBody>
          </p:sp>
          <p:sp>
            <p:nvSpPr>
              <p:cNvPr id="666" name="Google Shape;666;g28abd34dbfa_1_1"/>
              <p:cNvSpPr/>
              <p:nvPr/>
            </p:nvSpPr>
            <p:spPr>
              <a:xfrm>
                <a:off x="1508" y="1361"/>
                <a:ext cx="36" cy="125"/>
              </a:xfrm>
              <a:custGeom>
                <a:avLst/>
                <a:gdLst/>
                <a:ahLst/>
                <a:cxnLst/>
                <a:rect l="l" t="t" r="r" b="b"/>
                <a:pathLst>
                  <a:path w="36" h="125" extrusionOk="0">
                    <a:moveTo>
                      <a:pt x="0" y="108"/>
                    </a:moveTo>
                    <a:lnTo>
                      <a:pt x="0" y="113"/>
                    </a:lnTo>
                    <a:lnTo>
                      <a:pt x="1" y="117"/>
                    </a:lnTo>
                    <a:lnTo>
                      <a:pt x="5" y="121"/>
                    </a:lnTo>
                    <a:lnTo>
                      <a:pt x="8" y="122"/>
                    </a:lnTo>
                    <a:lnTo>
                      <a:pt x="11" y="125"/>
                    </a:lnTo>
                    <a:lnTo>
                      <a:pt x="19" y="125"/>
                    </a:lnTo>
                    <a:lnTo>
                      <a:pt x="24" y="124"/>
                    </a:lnTo>
                    <a:lnTo>
                      <a:pt x="27" y="121"/>
                    </a:lnTo>
                    <a:lnTo>
                      <a:pt x="28" y="117"/>
                    </a:lnTo>
                    <a:lnTo>
                      <a:pt x="32" y="114"/>
                    </a:lnTo>
                    <a:lnTo>
                      <a:pt x="32" y="111"/>
                    </a:lnTo>
                    <a:lnTo>
                      <a:pt x="36" y="18"/>
                    </a:lnTo>
                    <a:lnTo>
                      <a:pt x="36" y="13"/>
                    </a:lnTo>
                    <a:lnTo>
                      <a:pt x="35" y="8"/>
                    </a:lnTo>
                    <a:lnTo>
                      <a:pt x="32" y="5"/>
                    </a:lnTo>
                    <a:lnTo>
                      <a:pt x="28" y="4"/>
                    </a:lnTo>
                    <a:lnTo>
                      <a:pt x="25" y="0"/>
                    </a:lnTo>
                    <a:lnTo>
                      <a:pt x="17" y="0"/>
                    </a:lnTo>
                    <a:lnTo>
                      <a:pt x="13" y="2"/>
                    </a:lnTo>
                    <a:lnTo>
                      <a:pt x="9" y="5"/>
                    </a:lnTo>
                    <a:lnTo>
                      <a:pt x="8" y="8"/>
                    </a:lnTo>
                    <a:lnTo>
                      <a:pt x="5" y="11"/>
                    </a:lnTo>
                    <a:lnTo>
                      <a:pt x="5" y="15"/>
                    </a:lnTo>
                    <a:lnTo>
                      <a:pt x="0" y="108"/>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sp>
            <p:nvSpPr>
              <p:cNvPr id="667" name="Google Shape;667;g28abd34dbfa_1_1"/>
              <p:cNvSpPr/>
              <p:nvPr/>
            </p:nvSpPr>
            <p:spPr>
              <a:xfrm>
                <a:off x="1513" y="1382"/>
                <a:ext cx="96" cy="111"/>
              </a:xfrm>
              <a:custGeom>
                <a:avLst/>
                <a:gdLst/>
                <a:ahLst/>
                <a:cxnLst/>
                <a:rect l="l" t="t" r="r" b="b"/>
                <a:pathLst>
                  <a:path w="96" h="111" extrusionOk="0">
                    <a:moveTo>
                      <a:pt x="3" y="85"/>
                    </a:moveTo>
                    <a:lnTo>
                      <a:pt x="0" y="92"/>
                    </a:lnTo>
                    <a:lnTo>
                      <a:pt x="0" y="96"/>
                    </a:lnTo>
                    <a:lnTo>
                      <a:pt x="1" y="101"/>
                    </a:lnTo>
                    <a:lnTo>
                      <a:pt x="3" y="104"/>
                    </a:lnTo>
                    <a:lnTo>
                      <a:pt x="6" y="107"/>
                    </a:lnTo>
                    <a:lnTo>
                      <a:pt x="12" y="111"/>
                    </a:lnTo>
                    <a:lnTo>
                      <a:pt x="17" y="111"/>
                    </a:lnTo>
                    <a:lnTo>
                      <a:pt x="22" y="109"/>
                    </a:lnTo>
                    <a:lnTo>
                      <a:pt x="25" y="107"/>
                    </a:lnTo>
                    <a:lnTo>
                      <a:pt x="28" y="104"/>
                    </a:lnTo>
                    <a:lnTo>
                      <a:pt x="93" y="25"/>
                    </a:lnTo>
                    <a:lnTo>
                      <a:pt x="96" y="19"/>
                    </a:lnTo>
                    <a:lnTo>
                      <a:pt x="96" y="14"/>
                    </a:lnTo>
                    <a:lnTo>
                      <a:pt x="95" y="9"/>
                    </a:lnTo>
                    <a:lnTo>
                      <a:pt x="93" y="6"/>
                    </a:lnTo>
                    <a:lnTo>
                      <a:pt x="90" y="3"/>
                    </a:lnTo>
                    <a:lnTo>
                      <a:pt x="83" y="0"/>
                    </a:lnTo>
                    <a:lnTo>
                      <a:pt x="79" y="0"/>
                    </a:lnTo>
                    <a:lnTo>
                      <a:pt x="74" y="2"/>
                    </a:lnTo>
                    <a:lnTo>
                      <a:pt x="71" y="3"/>
                    </a:lnTo>
                    <a:lnTo>
                      <a:pt x="68" y="6"/>
                    </a:lnTo>
                    <a:lnTo>
                      <a:pt x="3" y="85"/>
                    </a:lnTo>
                    <a:close/>
                  </a:path>
                </a:pathLst>
              </a:custGeom>
              <a:solidFill>
                <a:srgbClr val="000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sng" strike="noStrike" cap="none" baseline="-25000">
                  <a:solidFill>
                    <a:schemeClr val="dk1"/>
                  </a:solidFill>
                  <a:latin typeface="Times New Roman"/>
                  <a:ea typeface="Times New Roman"/>
                  <a:cs typeface="Times New Roman"/>
                  <a:sym typeface="Times New Roman"/>
                </a:endParaRPr>
              </a:p>
            </p:txBody>
          </p:sp>
        </p:grpSp>
        <p:sp>
          <p:nvSpPr>
            <p:cNvPr id="668" name="Google Shape;668;g28abd34dbfa_1_1"/>
            <p:cNvSpPr/>
            <p:nvPr/>
          </p:nvSpPr>
          <p:spPr>
            <a:xfrm>
              <a:off x="3735" y="3111"/>
              <a:ext cx="300" cy="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1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g28abd34dbfa_1_1"/>
            <p:cNvSpPr/>
            <p:nvPr/>
          </p:nvSpPr>
          <p:spPr>
            <a:xfrm>
              <a:off x="4752" y="3095"/>
              <a:ext cx="300" cy="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100"/>
                <a:buFont typeface="Arial"/>
                <a:buNone/>
              </a:pPr>
              <a:endParaRPr sz="1400" b="0" i="0" u="none" strike="noStrike" cap="none">
                <a:solidFill>
                  <a:srgbClr val="000000"/>
                </a:solidFill>
                <a:latin typeface="Arial"/>
                <a:ea typeface="Arial"/>
                <a:cs typeface="Arial"/>
                <a:sym typeface="Arial"/>
              </a:endParaRPr>
            </a:p>
          </p:txBody>
        </p:sp>
      </p:grpSp>
      <p:sp>
        <p:nvSpPr>
          <p:cNvPr id="670" name="Google Shape;670;g28abd34dbfa_1_1"/>
          <p:cNvSpPr txBox="1"/>
          <p:nvPr/>
        </p:nvSpPr>
        <p:spPr>
          <a:xfrm>
            <a:off x="6061867" y="2437607"/>
            <a:ext cx="9189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dirty="0">
                <a:solidFill>
                  <a:schemeClr val="dk1"/>
                </a:solidFill>
                <a:latin typeface="Calibri"/>
                <a:ea typeface="Calibri"/>
                <a:cs typeface="Calibri"/>
                <a:sym typeface="Calibri"/>
              </a:rPr>
              <a:t>00</a:t>
            </a:r>
            <a:endParaRPr sz="2800" dirty="0">
              <a:solidFill>
                <a:schemeClr val="dk1"/>
              </a:solidFill>
              <a:latin typeface="Calibri"/>
              <a:ea typeface="Calibri"/>
              <a:cs typeface="Calibri"/>
              <a:sym typeface="Calibri"/>
            </a:endParaRPr>
          </a:p>
        </p:txBody>
      </p:sp>
      <p:sp>
        <p:nvSpPr>
          <p:cNvPr id="671" name="Google Shape;671;g28abd34dbfa_1_1"/>
          <p:cNvSpPr txBox="1"/>
          <p:nvPr/>
        </p:nvSpPr>
        <p:spPr>
          <a:xfrm>
            <a:off x="7567951" y="2618757"/>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dirty="0">
                <a:solidFill>
                  <a:schemeClr val="dk1"/>
                </a:solidFill>
                <a:latin typeface="Calibri"/>
                <a:ea typeface="Calibri"/>
                <a:cs typeface="Calibri"/>
                <a:sym typeface="Calibri"/>
              </a:rPr>
              <a:t>01</a:t>
            </a:r>
            <a:endParaRPr sz="2800" dirty="0">
              <a:solidFill>
                <a:schemeClr val="dk1"/>
              </a:solidFill>
              <a:latin typeface="Calibri"/>
              <a:ea typeface="Calibri"/>
              <a:cs typeface="Calibri"/>
              <a:sym typeface="Calibri"/>
            </a:endParaRPr>
          </a:p>
        </p:txBody>
      </p:sp>
      <p:sp>
        <p:nvSpPr>
          <p:cNvPr id="672" name="Google Shape;672;g28abd34dbfa_1_1"/>
          <p:cNvSpPr txBox="1"/>
          <p:nvPr/>
        </p:nvSpPr>
        <p:spPr>
          <a:xfrm>
            <a:off x="9273117" y="2632426"/>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dirty="0">
                <a:solidFill>
                  <a:schemeClr val="dk1"/>
                </a:solidFill>
                <a:latin typeface="Calibri"/>
                <a:ea typeface="Calibri"/>
                <a:cs typeface="Calibri"/>
                <a:sym typeface="Calibri"/>
              </a:rPr>
              <a:t>10</a:t>
            </a:r>
            <a:endParaRPr sz="2800" dirty="0">
              <a:solidFill>
                <a:schemeClr val="dk1"/>
              </a:solidFill>
              <a:latin typeface="Calibri"/>
              <a:ea typeface="Calibri"/>
              <a:cs typeface="Calibri"/>
              <a:sym typeface="Calibri"/>
            </a:endParaRPr>
          </a:p>
        </p:txBody>
      </p:sp>
      <p:sp>
        <p:nvSpPr>
          <p:cNvPr id="673" name="Google Shape;673;g28abd34dbfa_1_1"/>
          <p:cNvSpPr txBox="1"/>
          <p:nvPr/>
        </p:nvSpPr>
        <p:spPr>
          <a:xfrm>
            <a:off x="10887735" y="2647332"/>
            <a:ext cx="9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dirty="0">
                <a:solidFill>
                  <a:schemeClr val="dk1"/>
                </a:solidFill>
                <a:latin typeface="Calibri"/>
                <a:ea typeface="Calibri"/>
                <a:cs typeface="Calibri"/>
                <a:sym typeface="Calibri"/>
              </a:rPr>
              <a:t>11</a:t>
            </a:r>
            <a:endParaRPr sz="2800" dirty="0">
              <a:solidFill>
                <a:schemeClr val="dk1"/>
              </a:solidFill>
              <a:latin typeface="Calibri"/>
              <a:ea typeface="Calibri"/>
              <a:cs typeface="Calibri"/>
              <a:sym typeface="Calibri"/>
            </a:endParaRPr>
          </a:p>
        </p:txBody>
      </p:sp>
      <p:sp>
        <p:nvSpPr>
          <p:cNvPr id="674" name="Google Shape;674;g28abd34dbfa_1_1"/>
          <p:cNvSpPr txBox="1"/>
          <p:nvPr/>
        </p:nvSpPr>
        <p:spPr>
          <a:xfrm>
            <a:off x="-32625" y="119850"/>
            <a:ext cx="119199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400">
                <a:solidFill>
                  <a:schemeClr val="dk1"/>
                </a:solidFill>
                <a:latin typeface="Calibri"/>
                <a:ea typeface="Calibri"/>
                <a:cs typeface="Calibri"/>
                <a:sym typeface="Calibri"/>
              </a:rPr>
              <a:t>State Assignment 1 – Example 1 (continued)</a:t>
            </a:r>
            <a:endParaRPr sz="44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8abd34dbfa_1_424"/>
          <p:cNvSpPr txBox="1">
            <a:spLocks noGrp="1"/>
          </p:cNvSpPr>
          <p:nvPr>
            <p:ph type="body" idx="1"/>
          </p:nvPr>
        </p:nvSpPr>
        <p:spPr>
          <a:xfrm>
            <a:off x="848784" y="1260475"/>
            <a:ext cx="10363200" cy="1785900"/>
          </a:xfrm>
          <a:prstGeom prst="rect">
            <a:avLst/>
          </a:prstGeom>
          <a:noFill/>
          <a:ln>
            <a:noFill/>
          </a:ln>
        </p:spPr>
        <p:txBody>
          <a:bodyPr spcFirstLastPara="1" wrap="square" lIns="91425" tIns="45700" rIns="91425" bIns="45700" anchor="t" anchorCtr="0">
            <a:noAutofit/>
          </a:bodyPr>
          <a:lstStyle/>
          <a:p>
            <a:pPr marL="288925" lvl="0" indent="-288925" algn="l" rtl="0">
              <a:lnSpc>
                <a:spcPct val="100000"/>
              </a:lnSpc>
              <a:spcBef>
                <a:spcPts val="0"/>
              </a:spcBef>
              <a:spcAft>
                <a:spcPts val="0"/>
              </a:spcAft>
              <a:buSzPts val="2800"/>
              <a:buChar char="▪"/>
            </a:pPr>
            <a:r>
              <a:rPr lang="en-US" sz="2800" b="1"/>
              <a:t>Assignment 2: A = 0 0, B = 0 1, C = 1 1, D = 1 0</a:t>
            </a:r>
            <a:endParaRPr b="1"/>
          </a:p>
          <a:p>
            <a:pPr marL="288925" lvl="0" indent="-288925" algn="l" rtl="0">
              <a:lnSpc>
                <a:spcPct val="100000"/>
              </a:lnSpc>
              <a:spcBef>
                <a:spcPts val="560"/>
              </a:spcBef>
              <a:spcAft>
                <a:spcPts val="0"/>
              </a:spcAft>
              <a:buSzPts val="2800"/>
              <a:buChar char="▪"/>
            </a:pPr>
            <a:r>
              <a:rPr lang="en-US" sz="2800"/>
              <a:t>The resulting coded state table: </a:t>
            </a:r>
            <a:endParaRPr/>
          </a:p>
        </p:txBody>
      </p:sp>
      <p:sp>
        <p:nvSpPr>
          <p:cNvPr id="681" name="Google Shape;681;g28abd34dbfa_1_424"/>
          <p:cNvSpPr txBox="1">
            <a:spLocks noGrp="1"/>
          </p:cNvSpPr>
          <p:nvPr>
            <p:ph type="title"/>
          </p:nvPr>
        </p:nvSpPr>
        <p:spPr>
          <a:xfrm>
            <a:off x="819151" y="0"/>
            <a:ext cx="11372700" cy="102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State Assignment – Example 2 </a:t>
            </a:r>
            <a:r>
              <a:rPr lang="en-US" b="0"/>
              <a:t>(continued)</a:t>
            </a:r>
            <a:endParaRPr/>
          </a:p>
        </p:txBody>
      </p:sp>
      <p:graphicFrame>
        <p:nvGraphicFramePr>
          <p:cNvPr id="682" name="Google Shape;682;g28abd34dbfa_1_424"/>
          <p:cNvGraphicFramePr/>
          <p:nvPr/>
        </p:nvGraphicFramePr>
        <p:xfrm>
          <a:off x="2722033" y="2374900"/>
          <a:ext cx="6703500" cy="3093770"/>
        </p:xfrm>
        <a:graphic>
          <a:graphicData uri="http://schemas.openxmlformats.org/drawingml/2006/table">
            <a:tbl>
              <a:tblPr>
                <a:noFill/>
                <a:tableStyleId>{98732EFA-0825-498C-8C52-A404604A5D0E}</a:tableStyleId>
              </a:tblPr>
              <a:tblGrid>
                <a:gridCol w="1826700">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2361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189575">
                  <a:extLst>
                    <a:ext uri="{9D8B030D-6E8A-4147-A177-3AD203B41FA5}">
                      <a16:colId xmlns:a16="http://schemas.microsoft.com/office/drawing/2014/main" val="20004"/>
                    </a:ext>
                  </a:extLst>
                </a:gridCol>
              </a:tblGrid>
              <a:tr h="65722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Present State</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Next State</a:t>
                      </a:r>
                      <a:endParaRPr sz="1400" u="none" strike="noStrike" cap="none"/>
                    </a:p>
                    <a:p>
                      <a:pPr marL="0" marR="0" lvl="0" indent="0" algn="l" rtl="0">
                        <a:lnSpc>
                          <a:spcPct val="100000"/>
                        </a:lnSpc>
                        <a:spcBef>
                          <a:spcPts val="56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x = 0 x =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Output</a:t>
                      </a:r>
                      <a:endParaRPr sz="1400" u="none" strike="noStrike" cap="none"/>
                    </a:p>
                    <a:p>
                      <a:pPr marL="0" marR="0" lvl="0" indent="0" algn="ctr" rtl="0">
                        <a:lnSpc>
                          <a:spcPct val="100000"/>
                        </a:lnSpc>
                        <a:spcBef>
                          <a:spcPts val="56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 x = 0 x = 1</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35242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402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242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54025">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1 0</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0 1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9999"/>
                        </a:buClr>
                        <a:buSzPts val="2800"/>
                        <a:buFont typeface="Noto Sans Symbols"/>
                        <a:buNone/>
                      </a:pPr>
                      <a:r>
                        <a:rPr lang="en-US" sz="2800" b="0" i="0" u="none" strike="noStrike" cap="none">
                          <a:solidFill>
                            <a:schemeClr val="dk1"/>
                          </a:solidFill>
                          <a:latin typeface="Times New Roman"/>
                          <a:ea typeface="Times New Roman"/>
                          <a:cs typeface="Times New Roman"/>
                          <a:sym typeface="Times New Roman"/>
                        </a:rPr>
                        <a:t>1</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683" name="Google Shape;683;g28abd34dbfa_1_424"/>
          <p:cNvPicPr preferRelativeResize="0"/>
          <p:nvPr/>
        </p:nvPicPr>
        <p:blipFill rotWithShape="1">
          <a:blip r:embed="rId3">
            <a:alphaModFix/>
          </a:blip>
          <a:srcRect/>
          <a:stretch/>
        </p:blipFill>
        <p:spPr>
          <a:xfrm>
            <a:off x="6028267" y="3333750"/>
            <a:ext cx="101600" cy="190500"/>
          </a:xfrm>
          <a:prstGeom prst="rect">
            <a:avLst/>
          </a:prstGeom>
          <a:noFill/>
          <a:ln>
            <a:noFill/>
          </a:ln>
        </p:spPr>
      </p:pic>
      <p:pic>
        <p:nvPicPr>
          <p:cNvPr id="684" name="Google Shape;684;g28abd34dbfa_1_424"/>
          <p:cNvPicPr preferRelativeResize="0"/>
          <p:nvPr/>
        </p:nvPicPr>
        <p:blipFill rotWithShape="1">
          <a:blip r:embed="rId3">
            <a:alphaModFix/>
          </a:blip>
          <a:srcRect/>
          <a:stretch/>
        </p:blipFill>
        <p:spPr>
          <a:xfrm>
            <a:off x="6028267" y="3333750"/>
            <a:ext cx="101600" cy="190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4"/>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690" name="Google Shape;690;p1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691" name="Google Shape;691;p1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692" name="Google Shape;692;p1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693" name="Google Shape;693;p14"/>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8abd34dbfa_1_242"/>
          <p:cNvSpPr txBox="1">
            <a:spLocks noGrp="1"/>
          </p:cNvSpPr>
          <p:nvPr>
            <p:ph type="body" idx="1"/>
          </p:nvPr>
        </p:nvSpPr>
        <p:spPr>
          <a:xfrm>
            <a:off x="838200" y="1054809"/>
            <a:ext cx="10515600" cy="49491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699" name="Google Shape;699;g28abd34dbfa_1_242"/>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00" name="Google Shape;700;g28abd34dbfa_1_242"/>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701" name="Google Shape;701;g28abd34dbfa_1_242"/>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702" name="Google Shape;702;g28abd34dbfa_1_242"/>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703" name="Google Shape;703;g28abd34dbfa_1_242"/>
          <p:cNvSpPr txBox="1"/>
          <p:nvPr/>
        </p:nvSpPr>
        <p:spPr>
          <a:xfrm>
            <a:off x="1068350" y="1597975"/>
            <a:ext cx="10678200" cy="186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b="1">
                <a:solidFill>
                  <a:schemeClr val="dk1"/>
                </a:solidFill>
              </a:rPr>
              <a:t>Step 1 – </a:t>
            </a:r>
            <a:r>
              <a:rPr lang="en-US" sz="2000" b="1" u="sng">
                <a:solidFill>
                  <a:schemeClr val="dk1"/>
                </a:solidFill>
              </a:rPr>
              <a:t>Derive the State Diagram and State Table for the Problem</a:t>
            </a:r>
            <a:endParaRPr sz="2000" b="1" u="sng">
              <a:solidFill>
                <a:schemeClr val="dk1"/>
              </a:solidFill>
            </a:endParaRPr>
          </a:p>
          <a:p>
            <a:pPr marL="0" lvl="0" indent="0" algn="l" rtl="0">
              <a:lnSpc>
                <a:spcPct val="115000"/>
              </a:lnSpc>
              <a:spcBef>
                <a:spcPts val="1200"/>
              </a:spcBef>
              <a:spcAft>
                <a:spcPts val="0"/>
              </a:spcAft>
              <a:buNone/>
            </a:pPr>
            <a:r>
              <a:rPr lang="en-US" sz="2000" b="1">
                <a:solidFill>
                  <a:schemeClr val="dk1"/>
                </a:solidFill>
              </a:rPr>
              <a:t>Step 1a</a:t>
            </a:r>
            <a:r>
              <a:rPr lang="en-US" sz="2000">
                <a:solidFill>
                  <a:schemeClr val="dk1"/>
                </a:solidFill>
              </a:rPr>
              <a:t> – </a:t>
            </a:r>
            <a:r>
              <a:rPr lang="en-US" sz="2000" b="1" u="sng">
                <a:solidFill>
                  <a:schemeClr val="dk1"/>
                </a:solidFill>
              </a:rPr>
              <a:t>Determine the Number of States</a:t>
            </a:r>
            <a:endParaRPr sz="2000" b="1" u="sng">
              <a:solidFill>
                <a:schemeClr val="dk1"/>
              </a:solidFill>
            </a:endParaRPr>
          </a:p>
          <a:p>
            <a:pPr marL="0" lvl="0" indent="0" algn="l" rtl="0">
              <a:lnSpc>
                <a:spcPct val="115000"/>
              </a:lnSpc>
              <a:spcBef>
                <a:spcPts val="1200"/>
              </a:spcBef>
              <a:spcAft>
                <a:spcPts val="1200"/>
              </a:spcAft>
              <a:buNone/>
            </a:pPr>
            <a:r>
              <a:rPr lang="en-US" sz="2000">
                <a:solidFill>
                  <a:schemeClr val="dk1"/>
                </a:solidFill>
              </a:rPr>
              <a:t>We are designing a sequence detector for a 5-bit sequence, so we need 5 states. </a:t>
            </a:r>
            <a:br>
              <a:rPr lang="en-US" sz="2000">
                <a:solidFill>
                  <a:schemeClr val="dk1"/>
                </a:solidFill>
              </a:rPr>
            </a:br>
            <a:r>
              <a:rPr lang="en-US" sz="2000">
                <a:solidFill>
                  <a:schemeClr val="dk1"/>
                </a:solidFill>
              </a:rPr>
              <a:t>We label these states A, B, C, D, and E.  State A is the initial state.</a:t>
            </a:r>
            <a:endParaRPr sz="2000">
              <a:solidFill>
                <a:schemeClr val="dk1"/>
              </a:solidFill>
            </a:endParaRPr>
          </a:p>
        </p:txBody>
      </p:sp>
      <p:sp>
        <p:nvSpPr>
          <p:cNvPr id="704" name="Google Shape;704;g28abd34dbfa_1_242"/>
          <p:cNvSpPr txBox="1"/>
          <p:nvPr/>
        </p:nvSpPr>
        <p:spPr>
          <a:xfrm>
            <a:off x="1068350" y="3340525"/>
            <a:ext cx="9935700" cy="321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000" b="1">
                <a:solidFill>
                  <a:schemeClr val="dk1"/>
                </a:solidFill>
              </a:rPr>
              <a:t>Step 1b </a:t>
            </a:r>
            <a:r>
              <a:rPr lang="en-US" sz="2000">
                <a:solidFill>
                  <a:schemeClr val="dk1"/>
                </a:solidFill>
              </a:rPr>
              <a:t>– </a:t>
            </a:r>
            <a:r>
              <a:rPr lang="en-US" sz="2000" u="sng">
                <a:solidFill>
                  <a:schemeClr val="dk1"/>
                </a:solidFill>
              </a:rPr>
              <a:t>Characterize Each State by What has been Input and What is Expected</a:t>
            </a:r>
            <a:endParaRPr sz="2000" u="sng">
              <a:solidFill>
                <a:schemeClr val="dk1"/>
              </a:solidFill>
            </a:endParaRPr>
          </a:p>
          <a:p>
            <a:pPr marL="0" lvl="0" indent="0" algn="l" rtl="0">
              <a:lnSpc>
                <a:spcPct val="115000"/>
              </a:lnSpc>
              <a:spcBef>
                <a:spcPts val="1200"/>
              </a:spcBef>
              <a:spcAft>
                <a:spcPts val="0"/>
              </a:spcAft>
              <a:buNone/>
            </a:pPr>
            <a:r>
              <a:rPr lang="en-US" sz="2000">
                <a:solidFill>
                  <a:schemeClr val="dk1"/>
                </a:solidFill>
              </a:rPr>
              <a:t>  </a:t>
            </a:r>
            <a:r>
              <a:rPr lang="en-US" sz="1800">
                <a:solidFill>
                  <a:schemeClr val="dk1"/>
                </a:solidFill>
              </a:rPr>
              <a:t>        State        Has       Awaiting</a:t>
            </a:r>
            <a:br>
              <a:rPr lang="en-US" sz="1800">
                <a:solidFill>
                  <a:schemeClr val="dk1"/>
                </a:solidFill>
              </a:rPr>
            </a:br>
            <a:r>
              <a:rPr lang="en-US" sz="1800">
                <a:solidFill>
                  <a:schemeClr val="dk1"/>
                </a:solidFill>
              </a:rPr>
              <a:t>             A           --                11011</a:t>
            </a:r>
            <a:endParaRPr sz="1800">
              <a:solidFill>
                <a:schemeClr val="dk1"/>
              </a:solidFill>
            </a:endParaRPr>
          </a:p>
          <a:p>
            <a:pPr marL="0" lvl="0" indent="0" algn="l" rtl="0">
              <a:lnSpc>
                <a:spcPct val="115000"/>
              </a:lnSpc>
              <a:spcBef>
                <a:spcPts val="1200"/>
              </a:spcBef>
              <a:spcAft>
                <a:spcPts val="0"/>
              </a:spcAft>
              <a:buNone/>
            </a:pPr>
            <a:r>
              <a:rPr lang="en-US" sz="1800">
                <a:solidFill>
                  <a:schemeClr val="dk1"/>
                </a:solidFill>
              </a:rPr>
              <a:t>             B           1                  1011</a:t>
            </a:r>
            <a:endParaRPr sz="1800">
              <a:solidFill>
                <a:schemeClr val="dk1"/>
              </a:solidFill>
            </a:endParaRPr>
          </a:p>
          <a:p>
            <a:pPr marL="0" lvl="0" indent="0" algn="l" rtl="0">
              <a:lnSpc>
                <a:spcPct val="115000"/>
              </a:lnSpc>
              <a:spcBef>
                <a:spcPts val="1200"/>
              </a:spcBef>
              <a:spcAft>
                <a:spcPts val="0"/>
              </a:spcAft>
              <a:buNone/>
            </a:pPr>
            <a:r>
              <a:rPr lang="en-US" sz="1800">
                <a:solidFill>
                  <a:schemeClr val="dk1"/>
                </a:solidFill>
              </a:rPr>
              <a:t>             C           11                  011</a:t>
            </a:r>
            <a:endParaRPr sz="1800">
              <a:solidFill>
                <a:schemeClr val="dk1"/>
              </a:solidFill>
            </a:endParaRPr>
          </a:p>
          <a:p>
            <a:pPr marL="0" lvl="0" indent="0" algn="l" rtl="0">
              <a:lnSpc>
                <a:spcPct val="115000"/>
              </a:lnSpc>
              <a:spcBef>
                <a:spcPts val="1200"/>
              </a:spcBef>
              <a:spcAft>
                <a:spcPts val="0"/>
              </a:spcAft>
              <a:buNone/>
            </a:pPr>
            <a:r>
              <a:rPr lang="en-US" sz="1800">
                <a:solidFill>
                  <a:schemeClr val="dk1"/>
                </a:solidFill>
              </a:rPr>
              <a:t>             D           110                  11</a:t>
            </a:r>
            <a:endParaRPr sz="1800">
              <a:solidFill>
                <a:schemeClr val="dk1"/>
              </a:solidFill>
            </a:endParaRPr>
          </a:p>
          <a:p>
            <a:pPr marL="0" lvl="0" indent="0" algn="l" rtl="0">
              <a:lnSpc>
                <a:spcPct val="115000"/>
              </a:lnSpc>
              <a:spcBef>
                <a:spcPts val="1200"/>
              </a:spcBef>
              <a:spcAft>
                <a:spcPts val="1200"/>
              </a:spcAft>
              <a:buNone/>
            </a:pPr>
            <a:r>
              <a:rPr lang="en-US" sz="1800">
                <a:solidFill>
                  <a:schemeClr val="dk1"/>
                </a:solidFill>
              </a:rPr>
              <a:t>             E           1101                  1</a:t>
            </a:r>
            <a:endParaRPr sz="1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8abd34dbfa_1_254"/>
          <p:cNvSpPr txBox="1">
            <a:spLocks noGrp="1"/>
          </p:cNvSpPr>
          <p:nvPr>
            <p:ph type="body" idx="1"/>
          </p:nvPr>
        </p:nvSpPr>
        <p:spPr>
          <a:xfrm>
            <a:off x="958050" y="1054784"/>
            <a:ext cx="10515600" cy="49491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710" name="Google Shape;710;g28abd34dbfa_1_254"/>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11" name="Google Shape;711;g28abd34dbfa_1_254"/>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
        <p:nvSpPr>
          <p:cNvPr id="712" name="Google Shape;712;g28abd34dbfa_1_254"/>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pic>
        <p:nvPicPr>
          <p:cNvPr id="713" name="Google Shape;713;g28abd34dbfa_1_254"/>
          <p:cNvPicPr preferRelativeResize="0"/>
          <p:nvPr/>
        </p:nvPicPr>
        <p:blipFill>
          <a:blip r:embed="rId3">
            <a:alphaModFix/>
          </a:blip>
          <a:stretch>
            <a:fillRect/>
          </a:stretch>
        </p:blipFill>
        <p:spPr>
          <a:xfrm>
            <a:off x="2925113" y="2311381"/>
            <a:ext cx="5862436" cy="4181500"/>
          </a:xfrm>
          <a:prstGeom prst="rect">
            <a:avLst/>
          </a:prstGeom>
          <a:noFill/>
          <a:ln>
            <a:noFill/>
          </a:ln>
        </p:spPr>
      </p:pic>
      <p:sp>
        <p:nvSpPr>
          <p:cNvPr id="714" name="Google Shape;714;g28abd34dbfa_1_254"/>
          <p:cNvSpPr txBox="1"/>
          <p:nvPr/>
        </p:nvSpPr>
        <p:spPr>
          <a:xfrm>
            <a:off x="1451500" y="1558050"/>
            <a:ext cx="917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chemeClr val="dk1"/>
                </a:solidFill>
              </a:rPr>
              <a:t>Step 1c – </a:t>
            </a:r>
            <a:r>
              <a:rPr lang="en-US" sz="2000" b="1" u="sng">
                <a:solidFill>
                  <a:schemeClr val="dk1"/>
                </a:solidFill>
              </a:rPr>
              <a:t>Do the Transitions for the Expected Sequence</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g28abd34dbfa_1_269"/>
          <p:cNvSpPr txBox="1">
            <a:spLocks noGrp="1"/>
          </p:cNvSpPr>
          <p:nvPr>
            <p:ph type="body" idx="1"/>
          </p:nvPr>
        </p:nvSpPr>
        <p:spPr>
          <a:xfrm>
            <a:off x="918100" y="1068084"/>
            <a:ext cx="10515600" cy="49491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720" name="Google Shape;720;g28abd34dbfa_1_269"/>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21" name="Google Shape;721;g28abd34dbfa_1_269"/>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
        <p:nvSpPr>
          <p:cNvPr id="722" name="Google Shape;722;g28abd34dbfa_1_269"/>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pic>
        <p:nvPicPr>
          <p:cNvPr id="723" name="Google Shape;723;g28abd34dbfa_1_269"/>
          <p:cNvPicPr preferRelativeResize="0"/>
          <p:nvPr/>
        </p:nvPicPr>
        <p:blipFill>
          <a:blip r:embed="rId3">
            <a:alphaModFix/>
          </a:blip>
          <a:stretch>
            <a:fillRect/>
          </a:stretch>
        </p:blipFill>
        <p:spPr>
          <a:xfrm>
            <a:off x="918088" y="2197825"/>
            <a:ext cx="7607225" cy="4099025"/>
          </a:xfrm>
          <a:prstGeom prst="rect">
            <a:avLst/>
          </a:prstGeom>
          <a:noFill/>
          <a:ln>
            <a:noFill/>
          </a:ln>
        </p:spPr>
      </p:pic>
      <p:sp>
        <p:nvSpPr>
          <p:cNvPr id="724" name="Google Shape;724;g28abd34dbfa_1_269"/>
          <p:cNvSpPr txBox="1"/>
          <p:nvPr/>
        </p:nvSpPr>
        <p:spPr>
          <a:xfrm>
            <a:off x="1028250" y="1624600"/>
            <a:ext cx="10135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chemeClr val="dk1"/>
                </a:solidFill>
              </a:rPr>
              <a:t>Step 1d – </a:t>
            </a:r>
            <a:r>
              <a:rPr lang="en-US" sz="2000" b="1" u="sng">
                <a:solidFill>
                  <a:schemeClr val="dk1"/>
                </a:solidFill>
              </a:rPr>
              <a:t>Insert the Inputs That Break the Sequence</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8abd34dbfa_1_347"/>
          <p:cNvSpPr txBox="1">
            <a:spLocks noGrp="1"/>
          </p:cNvSpPr>
          <p:nvPr>
            <p:ph type="body" idx="1"/>
          </p:nvPr>
        </p:nvSpPr>
        <p:spPr>
          <a:xfrm>
            <a:off x="918100" y="1068084"/>
            <a:ext cx="10515600" cy="49491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730" name="Google Shape;730;g28abd34dbfa_1_347"/>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31" name="Google Shape;731;g28abd34dbfa_1_347"/>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732" name="Google Shape;732;g28abd34dbfa_1_347"/>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733" name="Google Shape;733;g28abd34dbfa_1_347"/>
          <p:cNvSpPr txBox="1"/>
          <p:nvPr/>
        </p:nvSpPr>
        <p:spPr>
          <a:xfrm>
            <a:off x="1028250" y="1624600"/>
            <a:ext cx="10135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chemeClr val="dk1"/>
                </a:solidFill>
              </a:rPr>
              <a:t>Step 1d – </a:t>
            </a:r>
            <a:r>
              <a:rPr lang="en-US" sz="2000" b="1" u="sng">
                <a:solidFill>
                  <a:schemeClr val="dk1"/>
                </a:solidFill>
              </a:rPr>
              <a:t>Insert the Inputs That Break the Sequence</a:t>
            </a:r>
            <a:endParaRPr b="1"/>
          </a:p>
        </p:txBody>
      </p:sp>
      <p:pic>
        <p:nvPicPr>
          <p:cNvPr id="734" name="Google Shape;734;g28abd34dbfa_1_347"/>
          <p:cNvPicPr preferRelativeResize="0"/>
          <p:nvPr/>
        </p:nvPicPr>
        <p:blipFill>
          <a:blip r:embed="rId3">
            <a:alphaModFix/>
          </a:blip>
          <a:stretch>
            <a:fillRect/>
          </a:stretch>
        </p:blipFill>
        <p:spPr>
          <a:xfrm>
            <a:off x="2071675" y="2438638"/>
            <a:ext cx="8048625" cy="3019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8abd34dbfa_1_279"/>
          <p:cNvSpPr txBox="1">
            <a:spLocks noGrp="1"/>
          </p:cNvSpPr>
          <p:nvPr>
            <p:ph type="body" idx="1"/>
          </p:nvPr>
        </p:nvSpPr>
        <p:spPr>
          <a:xfrm>
            <a:off x="958050" y="1054784"/>
            <a:ext cx="10515600" cy="49491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740" name="Google Shape;740;g28abd34dbfa_1_279"/>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41" name="Google Shape;741;g28abd34dbfa_1_279"/>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742" name="Google Shape;742;g28abd34dbfa_1_279"/>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
        <p:nvSpPr>
          <p:cNvPr id="743" name="Google Shape;743;g28abd34dbfa_1_279"/>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744" name="Google Shape;744;g28abd34dbfa_1_279"/>
          <p:cNvSpPr txBox="1"/>
          <p:nvPr/>
        </p:nvSpPr>
        <p:spPr>
          <a:xfrm>
            <a:off x="1454400" y="2336100"/>
            <a:ext cx="9283200" cy="218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1"/>
                </a:solidFill>
                <a:latin typeface="Courier New"/>
                <a:ea typeface="Courier New"/>
                <a:cs typeface="Courier New"/>
                <a:sym typeface="Courier New"/>
              </a:rPr>
              <a:t>   A = 000</a:t>
            </a:r>
            <a:endParaRPr sz="2600" b="1">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2600" b="1">
                <a:solidFill>
                  <a:schemeClr val="dk1"/>
                </a:solidFill>
              </a:rPr>
              <a:t>      </a:t>
            </a:r>
            <a:r>
              <a:rPr lang="en-US" sz="2600" b="1">
                <a:solidFill>
                  <a:schemeClr val="dk1"/>
                </a:solidFill>
                <a:latin typeface="Courier New"/>
                <a:ea typeface="Courier New"/>
                <a:cs typeface="Courier New"/>
                <a:sym typeface="Courier New"/>
              </a:rPr>
              <a:t>B = 001</a:t>
            </a:r>
            <a:endParaRPr sz="2600" b="1">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2600" b="1">
                <a:solidFill>
                  <a:schemeClr val="dk1"/>
                </a:solidFill>
              </a:rPr>
              <a:t>      </a:t>
            </a:r>
            <a:r>
              <a:rPr lang="en-US" sz="2600" b="1">
                <a:solidFill>
                  <a:schemeClr val="dk1"/>
                </a:solidFill>
                <a:latin typeface="Courier New"/>
                <a:ea typeface="Courier New"/>
                <a:cs typeface="Courier New"/>
                <a:sym typeface="Courier New"/>
              </a:rPr>
              <a:t>C = 011</a:t>
            </a:r>
            <a:r>
              <a:rPr lang="en-US" sz="2600" b="1">
                <a:solidFill>
                  <a:schemeClr val="dk1"/>
                </a:solidFill>
              </a:rPr>
              <a:t>             States 010, 110, and 111 are not used.</a:t>
            </a:r>
            <a:endParaRPr sz="2600" b="1">
              <a:solidFill>
                <a:schemeClr val="dk1"/>
              </a:solidFill>
            </a:endParaRPr>
          </a:p>
          <a:p>
            <a:pPr marL="0" lvl="0" indent="0" algn="l" rtl="0">
              <a:spcBef>
                <a:spcPts val="0"/>
              </a:spcBef>
              <a:spcAft>
                <a:spcPts val="0"/>
              </a:spcAft>
              <a:buNone/>
            </a:pPr>
            <a:r>
              <a:rPr lang="en-US" sz="2600" b="1">
                <a:solidFill>
                  <a:schemeClr val="dk1"/>
                </a:solidFill>
              </a:rPr>
              <a:t>      </a:t>
            </a:r>
            <a:r>
              <a:rPr lang="en-US" sz="2600" b="1">
                <a:solidFill>
                  <a:schemeClr val="dk1"/>
                </a:solidFill>
                <a:latin typeface="Courier New"/>
                <a:ea typeface="Courier New"/>
                <a:cs typeface="Courier New"/>
                <a:sym typeface="Courier New"/>
              </a:rPr>
              <a:t>D = 100</a:t>
            </a:r>
            <a:endParaRPr sz="2600" b="1">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2600" b="1">
                <a:solidFill>
                  <a:schemeClr val="dk1"/>
                </a:solidFill>
              </a:rPr>
              <a:t>      </a:t>
            </a:r>
            <a:r>
              <a:rPr lang="en-US" sz="2600" b="1">
                <a:solidFill>
                  <a:schemeClr val="dk1"/>
                </a:solidFill>
                <a:latin typeface="Courier New"/>
                <a:ea typeface="Courier New"/>
                <a:cs typeface="Courier New"/>
                <a:sym typeface="Courier New"/>
              </a:rPr>
              <a:t>E = 101</a:t>
            </a:r>
            <a:endParaRPr sz="1600"/>
          </a:p>
        </p:txBody>
      </p:sp>
      <p:sp>
        <p:nvSpPr>
          <p:cNvPr id="745" name="Google Shape;745;g28abd34dbfa_1_279"/>
          <p:cNvSpPr txBox="1"/>
          <p:nvPr/>
        </p:nvSpPr>
        <p:spPr>
          <a:xfrm>
            <a:off x="732425" y="1624625"/>
            <a:ext cx="10854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chemeClr val="dk1"/>
                </a:solidFill>
              </a:rPr>
              <a:t>Step 1e – Generate the State Table with Output</a:t>
            </a:r>
            <a:endParaRPr/>
          </a:p>
        </p:txBody>
      </p:sp>
      <p:sp>
        <p:nvSpPr>
          <p:cNvPr id="746" name="Google Shape;746;g28abd34dbfa_1_279"/>
          <p:cNvSpPr txBox="1"/>
          <p:nvPr/>
        </p:nvSpPr>
        <p:spPr>
          <a:xfrm>
            <a:off x="600725" y="4683887"/>
            <a:ext cx="103869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t>Occasionally, a better assignment can be detected by inspection of the next state table. I note that the next states in the table cluster into two disjoint sets for X = 0 and X = 1. For X = 0 the possible next states are A and D For X = 1 the possible next states are B, C, and E. For this reason, I elect to give even number assignments to states A and D, and to give odd number assignments to states B, C, and E.</a:t>
            </a:r>
            <a:r>
              <a:rPr lang="en-US" sz="1700" b="1"/>
              <a:t> </a:t>
            </a:r>
            <a:endParaRPr sz="17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8abd34dbfa_1_291"/>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52" name="Google Shape;752;g28abd34dbfa_1_291"/>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753" name="Google Shape;753;g28abd34dbfa_1_291"/>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754" name="Google Shape;754;g28abd34dbfa_1_291"/>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graphicFrame>
        <p:nvGraphicFramePr>
          <p:cNvPr id="755" name="Google Shape;755;g28abd34dbfa_1_291"/>
          <p:cNvGraphicFramePr/>
          <p:nvPr/>
        </p:nvGraphicFramePr>
        <p:xfrm>
          <a:off x="538575" y="1067663"/>
          <a:ext cx="3000000" cy="3000000"/>
        </p:xfrm>
        <a:graphic>
          <a:graphicData uri="http://schemas.openxmlformats.org/drawingml/2006/table">
            <a:tbl>
              <a:tblPr>
                <a:noFill/>
                <a:tableStyleId>{385F3249-B0E8-4262-97FA-B36170502DD2}</a:tableStyleId>
              </a:tblPr>
              <a:tblGrid>
                <a:gridCol w="1080500">
                  <a:extLst>
                    <a:ext uri="{9D8B030D-6E8A-4147-A177-3AD203B41FA5}">
                      <a16:colId xmlns:a16="http://schemas.microsoft.com/office/drawing/2014/main" val="20000"/>
                    </a:ext>
                  </a:extLst>
                </a:gridCol>
                <a:gridCol w="1301025">
                  <a:extLst>
                    <a:ext uri="{9D8B030D-6E8A-4147-A177-3AD203B41FA5}">
                      <a16:colId xmlns:a16="http://schemas.microsoft.com/office/drawing/2014/main" val="20001"/>
                    </a:ext>
                  </a:extLst>
                </a:gridCol>
                <a:gridCol w="1852275">
                  <a:extLst>
                    <a:ext uri="{9D8B030D-6E8A-4147-A177-3AD203B41FA5}">
                      <a16:colId xmlns:a16="http://schemas.microsoft.com/office/drawing/2014/main" val="20002"/>
                    </a:ext>
                  </a:extLst>
                </a:gridCol>
                <a:gridCol w="2219750">
                  <a:extLst>
                    <a:ext uri="{9D8B030D-6E8A-4147-A177-3AD203B41FA5}">
                      <a16:colId xmlns:a16="http://schemas.microsoft.com/office/drawing/2014/main" val="20003"/>
                    </a:ext>
                  </a:extLst>
                </a:gridCol>
                <a:gridCol w="2219750">
                  <a:extLst>
                    <a:ext uri="{9D8B030D-6E8A-4147-A177-3AD203B41FA5}">
                      <a16:colId xmlns:a16="http://schemas.microsoft.com/office/drawing/2014/main" val="20004"/>
                    </a:ext>
                  </a:extLst>
                </a:gridCol>
                <a:gridCol w="2219750">
                  <a:extLst>
                    <a:ext uri="{9D8B030D-6E8A-4147-A177-3AD203B41FA5}">
                      <a16:colId xmlns:a16="http://schemas.microsoft.com/office/drawing/2014/main" val="20005"/>
                    </a:ext>
                  </a:extLst>
                </a:gridCol>
              </a:tblGrid>
              <a:tr h="648200">
                <a:tc gridSpan="2">
                  <a:txBody>
                    <a:bodyPr/>
                    <a:lstStyle/>
                    <a:p>
                      <a:pPr marL="0" lvl="0" indent="0" algn="ctr" rtl="0">
                        <a:lnSpc>
                          <a:spcPct val="115000"/>
                        </a:lnSpc>
                        <a:spcBef>
                          <a:spcPts val="0"/>
                        </a:spcBef>
                        <a:spcAft>
                          <a:spcPts val="600"/>
                        </a:spcAft>
                        <a:buNone/>
                      </a:pPr>
                      <a:r>
                        <a:rPr lang="en-US" sz="2400" b="1"/>
                        <a:t>Present State</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hMerge="1">
                  <a:txBody>
                    <a:bodyPr/>
                    <a:lstStyle/>
                    <a:p>
                      <a:endParaRPr lang="en-US"/>
                    </a:p>
                  </a:txBody>
                  <a:tcPr/>
                </a:tc>
                <a:tc gridSpan="2">
                  <a:txBody>
                    <a:bodyPr/>
                    <a:lstStyle/>
                    <a:p>
                      <a:pPr marL="0" lvl="0" indent="0" algn="ctr" rtl="0">
                        <a:lnSpc>
                          <a:spcPct val="115000"/>
                        </a:lnSpc>
                        <a:spcBef>
                          <a:spcPts val="0"/>
                        </a:spcBef>
                        <a:spcAft>
                          <a:spcPts val="600"/>
                        </a:spcAft>
                        <a:buNone/>
                      </a:pPr>
                      <a:r>
                        <a:rPr lang="en-US" sz="2400" b="1"/>
                        <a:t>Next State / Output</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ctr" rtl="0">
                        <a:lnSpc>
                          <a:spcPct val="115000"/>
                        </a:lnSpc>
                        <a:spcBef>
                          <a:spcPts val="0"/>
                        </a:spcBef>
                        <a:spcAft>
                          <a:spcPts val="600"/>
                        </a:spcAft>
                        <a:buClr>
                          <a:schemeClr val="dk1"/>
                        </a:buClr>
                        <a:buSzPts val="1100"/>
                        <a:buFont typeface="Arial"/>
                        <a:buNone/>
                      </a:pPr>
                      <a:r>
                        <a:rPr lang="en-US" sz="2400" b="1">
                          <a:solidFill>
                            <a:schemeClr val="dk1"/>
                          </a:solidFill>
                        </a:rPr>
                        <a:t>Output</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endParaRPr sz="2400" b="1">
                        <a:solidFill>
                          <a:schemeClr val="dk1"/>
                        </a:solidFill>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48200">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48200">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2</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1</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0</a:t>
                      </a:r>
                      <a:endParaRPr sz="2500" b="1" baseline="-25000">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2</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1</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0</a:t>
                      </a:r>
                      <a:r>
                        <a:rPr lang="en-US" sz="2400" b="1">
                          <a:latin typeface="Courier New"/>
                          <a:ea typeface="Courier New"/>
                          <a:cs typeface="Courier New"/>
                          <a:sym typeface="Courier New"/>
                        </a:rPr>
                        <a:t>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2</a:t>
                      </a: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1</a:t>
                      </a: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0</a:t>
                      </a:r>
                      <a:r>
                        <a:rPr lang="en-US" sz="2400" b="1">
                          <a:latin typeface="Courier New"/>
                          <a:ea typeface="Courier New"/>
                          <a:cs typeface="Courier New"/>
                          <a:sym typeface="Courier New"/>
                        </a:rPr>
                        <a:t>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Y</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Y</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48200">
                <a:tc>
                  <a:txBody>
                    <a:bodyPr/>
                    <a:lstStyle/>
                    <a:p>
                      <a:pPr marL="0" lvl="0" indent="0" algn="ctr" rtl="0">
                        <a:lnSpc>
                          <a:spcPct val="115000"/>
                        </a:lnSpc>
                        <a:spcBef>
                          <a:spcPts val="0"/>
                        </a:spcBef>
                        <a:spcAft>
                          <a:spcPts val="600"/>
                        </a:spcAft>
                        <a:buNone/>
                      </a:pPr>
                      <a:r>
                        <a:rPr lang="en-US" sz="2400" b="1"/>
                        <a:t>A</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0  0  0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48200">
                <a:tc>
                  <a:txBody>
                    <a:bodyPr/>
                    <a:lstStyle/>
                    <a:p>
                      <a:pPr marL="0" lvl="0" indent="0" algn="ctr" rtl="0">
                        <a:lnSpc>
                          <a:spcPct val="115000"/>
                        </a:lnSpc>
                        <a:spcBef>
                          <a:spcPts val="0"/>
                        </a:spcBef>
                        <a:spcAft>
                          <a:spcPts val="600"/>
                        </a:spcAft>
                        <a:buNone/>
                      </a:pPr>
                      <a:r>
                        <a:rPr lang="en-US" sz="2400" b="1"/>
                        <a:t>B</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0  0  1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48200">
                <a:tc>
                  <a:txBody>
                    <a:bodyPr/>
                    <a:lstStyle/>
                    <a:p>
                      <a:pPr marL="0" lvl="0" indent="0" algn="ctr" rtl="0">
                        <a:lnSpc>
                          <a:spcPct val="115000"/>
                        </a:lnSpc>
                        <a:spcBef>
                          <a:spcPts val="0"/>
                        </a:spcBef>
                        <a:spcAft>
                          <a:spcPts val="600"/>
                        </a:spcAft>
                        <a:buNone/>
                      </a:pPr>
                      <a:r>
                        <a:rPr lang="en-US" sz="2400" b="1"/>
                        <a:t>C</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0  1  1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48200">
                <a:tc>
                  <a:txBody>
                    <a:bodyPr/>
                    <a:lstStyle/>
                    <a:p>
                      <a:pPr marL="0" lvl="0" indent="0" algn="ctr" rtl="0">
                        <a:lnSpc>
                          <a:spcPct val="115000"/>
                        </a:lnSpc>
                        <a:spcBef>
                          <a:spcPts val="0"/>
                        </a:spcBef>
                        <a:spcAft>
                          <a:spcPts val="600"/>
                        </a:spcAft>
                        <a:buNone/>
                      </a:pPr>
                      <a:r>
                        <a:rPr lang="en-US" sz="2400" b="1"/>
                        <a:t>D</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1  0  0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1 0 1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648200">
                <a:tc>
                  <a:txBody>
                    <a:bodyPr/>
                    <a:lstStyle/>
                    <a:p>
                      <a:pPr marL="0" lvl="0" indent="0" algn="ctr" rtl="0">
                        <a:lnSpc>
                          <a:spcPct val="115000"/>
                        </a:lnSpc>
                        <a:spcBef>
                          <a:spcPts val="0"/>
                        </a:spcBef>
                        <a:spcAft>
                          <a:spcPts val="600"/>
                        </a:spcAft>
                        <a:buNone/>
                      </a:pPr>
                      <a:r>
                        <a:rPr lang="en-US" sz="2400" b="1"/>
                        <a:t>E</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1  0  1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8abd34dbfa_1_302"/>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61" name="Google Shape;761;g28abd34dbfa_1_302"/>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762" name="Google Shape;762;g28abd34dbfa_1_302"/>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763" name="Google Shape;763;g28abd34dbfa_1_302"/>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sp>
        <p:nvSpPr>
          <p:cNvPr id="764" name="Google Shape;764;g28abd34dbfa_1_302"/>
          <p:cNvSpPr txBox="1"/>
          <p:nvPr/>
        </p:nvSpPr>
        <p:spPr>
          <a:xfrm>
            <a:off x="652500" y="1651225"/>
            <a:ext cx="4995300" cy="286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400">
                <a:solidFill>
                  <a:schemeClr val="dk1"/>
                </a:solidFill>
              </a:rPr>
              <a:t>         Q(T) Q(T + 1)   J       K</a:t>
            </a:r>
            <a:endParaRPr sz="2400">
              <a:solidFill>
                <a:schemeClr val="dk1"/>
              </a:solidFill>
            </a:endParaRPr>
          </a:p>
          <a:p>
            <a:pPr marL="0" lvl="0" indent="0" algn="l" rtl="0">
              <a:lnSpc>
                <a:spcPct val="115000"/>
              </a:lnSpc>
              <a:spcBef>
                <a:spcPts val="1200"/>
              </a:spcBef>
              <a:spcAft>
                <a:spcPts val="0"/>
              </a:spcAft>
              <a:buNone/>
            </a:pPr>
            <a:r>
              <a:rPr lang="en-US" sz="2400" b="1">
                <a:solidFill>
                  <a:schemeClr val="dk1"/>
                </a:solidFill>
              </a:rPr>
              <a:t>            0          0         0      X </a:t>
            </a:r>
            <a:endParaRPr sz="2400" b="1">
              <a:solidFill>
                <a:schemeClr val="dk1"/>
              </a:solidFill>
            </a:endParaRPr>
          </a:p>
          <a:p>
            <a:pPr marL="0" lvl="0" indent="0" algn="l" rtl="0">
              <a:lnSpc>
                <a:spcPct val="115000"/>
              </a:lnSpc>
              <a:spcBef>
                <a:spcPts val="1200"/>
              </a:spcBef>
              <a:spcAft>
                <a:spcPts val="0"/>
              </a:spcAft>
              <a:buNone/>
            </a:pPr>
            <a:r>
              <a:rPr lang="en-US" sz="2400" b="1">
                <a:solidFill>
                  <a:schemeClr val="dk1"/>
                </a:solidFill>
              </a:rPr>
              <a:t>            0          1         1       X </a:t>
            </a:r>
            <a:endParaRPr sz="2400" b="1">
              <a:solidFill>
                <a:schemeClr val="dk1"/>
              </a:solidFill>
            </a:endParaRPr>
          </a:p>
          <a:p>
            <a:pPr marL="0" lvl="0" indent="0" algn="l" rtl="0">
              <a:lnSpc>
                <a:spcPct val="115000"/>
              </a:lnSpc>
              <a:spcBef>
                <a:spcPts val="1200"/>
              </a:spcBef>
              <a:spcAft>
                <a:spcPts val="0"/>
              </a:spcAft>
              <a:buNone/>
            </a:pPr>
            <a:r>
              <a:rPr lang="en-US" sz="2400" b="1">
                <a:solidFill>
                  <a:schemeClr val="dk1"/>
                </a:solidFill>
              </a:rPr>
              <a:t>            1          0         X       1</a:t>
            </a:r>
            <a:endParaRPr sz="2400" b="1">
              <a:solidFill>
                <a:schemeClr val="dk1"/>
              </a:solidFill>
            </a:endParaRPr>
          </a:p>
          <a:p>
            <a:pPr marL="0" lvl="0" indent="0" algn="l" rtl="0">
              <a:lnSpc>
                <a:spcPct val="115000"/>
              </a:lnSpc>
              <a:spcBef>
                <a:spcPts val="1200"/>
              </a:spcBef>
              <a:spcAft>
                <a:spcPts val="1200"/>
              </a:spcAft>
              <a:buNone/>
            </a:pPr>
            <a:r>
              <a:rPr lang="en-US" sz="2400" b="1">
                <a:solidFill>
                  <a:schemeClr val="dk1"/>
                </a:solidFill>
              </a:rPr>
              <a:t>            1          1         X       0</a:t>
            </a:r>
            <a:endParaRPr sz="2400" b="1">
              <a:solidFill>
                <a:schemeClr val="dk1"/>
              </a:solidFill>
            </a:endParaRPr>
          </a:p>
        </p:txBody>
      </p:sp>
      <p:sp>
        <p:nvSpPr>
          <p:cNvPr id="765" name="Google Shape;765;g28abd34dbfa_1_302"/>
          <p:cNvSpPr txBox="1"/>
          <p:nvPr/>
        </p:nvSpPr>
        <p:spPr>
          <a:xfrm>
            <a:off x="6511750" y="2249550"/>
            <a:ext cx="4114800" cy="235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500">
                <a:solidFill>
                  <a:schemeClr val="dk1"/>
                </a:solidFill>
              </a:rPr>
              <a:t>Y = X·Q</a:t>
            </a:r>
            <a:r>
              <a:rPr lang="en-US" sz="2500" baseline="-25000">
                <a:solidFill>
                  <a:schemeClr val="dk1"/>
                </a:solidFill>
              </a:rPr>
              <a:t>2</a:t>
            </a:r>
            <a:r>
              <a:rPr lang="en-US" sz="2500">
                <a:solidFill>
                  <a:schemeClr val="dk1"/>
                </a:solidFill>
              </a:rPr>
              <a:t>·Q</a:t>
            </a:r>
            <a:r>
              <a:rPr lang="en-US" sz="2500" baseline="-25000">
                <a:solidFill>
                  <a:schemeClr val="dk1"/>
                </a:solidFill>
              </a:rPr>
              <a:t>0</a:t>
            </a:r>
            <a:endParaRPr sz="2500" baseline="-25000">
              <a:solidFill>
                <a:schemeClr val="dk1"/>
              </a:solidFill>
            </a:endParaRPr>
          </a:p>
          <a:p>
            <a:pPr marL="0" lvl="0" indent="0" algn="l" rtl="0">
              <a:lnSpc>
                <a:spcPct val="115000"/>
              </a:lnSpc>
              <a:spcBef>
                <a:spcPts val="1200"/>
              </a:spcBef>
              <a:spcAft>
                <a:spcPts val="0"/>
              </a:spcAft>
              <a:buNone/>
            </a:pPr>
            <a:r>
              <a:rPr lang="en-US" sz="2500">
                <a:solidFill>
                  <a:schemeClr val="dk1"/>
                </a:solidFill>
              </a:rPr>
              <a:t>J</a:t>
            </a:r>
            <a:r>
              <a:rPr lang="en-US" sz="2500" baseline="-25000">
                <a:solidFill>
                  <a:schemeClr val="dk1"/>
                </a:solidFill>
              </a:rPr>
              <a:t>2</a:t>
            </a:r>
            <a:r>
              <a:rPr lang="en-US" sz="2500">
                <a:solidFill>
                  <a:schemeClr val="dk1"/>
                </a:solidFill>
              </a:rPr>
              <a:t> = X’·Q</a:t>
            </a:r>
            <a:r>
              <a:rPr lang="en-US" sz="2500" baseline="-25000">
                <a:solidFill>
                  <a:schemeClr val="dk1"/>
                </a:solidFill>
              </a:rPr>
              <a:t>1</a:t>
            </a:r>
            <a:r>
              <a:rPr lang="en-US" sz="2500">
                <a:solidFill>
                  <a:schemeClr val="dk1"/>
                </a:solidFill>
              </a:rPr>
              <a:t> and K</a:t>
            </a:r>
            <a:r>
              <a:rPr lang="en-US" sz="2500" baseline="-25000">
                <a:solidFill>
                  <a:schemeClr val="dk1"/>
                </a:solidFill>
              </a:rPr>
              <a:t>2</a:t>
            </a:r>
            <a:r>
              <a:rPr lang="en-US" sz="2500">
                <a:solidFill>
                  <a:schemeClr val="dk1"/>
                </a:solidFill>
              </a:rPr>
              <a:t> = X’ + Q</a:t>
            </a:r>
            <a:r>
              <a:rPr lang="en-US" sz="2500" baseline="-25000">
                <a:solidFill>
                  <a:schemeClr val="dk1"/>
                </a:solidFill>
              </a:rPr>
              <a:t>0</a:t>
            </a:r>
            <a:endParaRPr sz="2500" baseline="-25000">
              <a:solidFill>
                <a:schemeClr val="dk1"/>
              </a:solidFill>
            </a:endParaRPr>
          </a:p>
          <a:p>
            <a:pPr marL="0" lvl="0" indent="0" algn="l" rtl="0">
              <a:lnSpc>
                <a:spcPct val="115000"/>
              </a:lnSpc>
              <a:spcBef>
                <a:spcPts val="1200"/>
              </a:spcBef>
              <a:spcAft>
                <a:spcPts val="0"/>
              </a:spcAft>
              <a:buNone/>
            </a:pPr>
            <a:r>
              <a:rPr lang="en-US" sz="2500">
                <a:solidFill>
                  <a:schemeClr val="dk1"/>
                </a:solidFill>
              </a:rPr>
              <a:t>J</a:t>
            </a:r>
            <a:r>
              <a:rPr lang="en-US" sz="2500" baseline="-25000">
                <a:solidFill>
                  <a:schemeClr val="dk1"/>
                </a:solidFill>
              </a:rPr>
              <a:t>1</a:t>
            </a:r>
            <a:r>
              <a:rPr lang="en-US" sz="2500">
                <a:solidFill>
                  <a:schemeClr val="dk1"/>
                </a:solidFill>
              </a:rPr>
              <a:t> = X·Q</a:t>
            </a:r>
            <a:r>
              <a:rPr lang="en-US" sz="2500" baseline="-25000">
                <a:solidFill>
                  <a:schemeClr val="dk1"/>
                </a:solidFill>
              </a:rPr>
              <a:t>0</a:t>
            </a:r>
            <a:r>
              <a:rPr lang="en-US" sz="2500">
                <a:solidFill>
                  <a:schemeClr val="dk1"/>
                </a:solidFill>
              </a:rPr>
              <a:t> and K</a:t>
            </a:r>
            <a:r>
              <a:rPr lang="en-US" sz="2500" baseline="-25000">
                <a:solidFill>
                  <a:schemeClr val="dk1"/>
                </a:solidFill>
              </a:rPr>
              <a:t>1</a:t>
            </a:r>
            <a:r>
              <a:rPr lang="en-US" sz="2500">
                <a:solidFill>
                  <a:schemeClr val="dk1"/>
                </a:solidFill>
              </a:rPr>
              <a:t> = X’</a:t>
            </a:r>
            <a:endParaRPr sz="2500">
              <a:solidFill>
                <a:schemeClr val="dk1"/>
              </a:solidFill>
            </a:endParaRPr>
          </a:p>
          <a:p>
            <a:pPr marL="0" lvl="0" indent="0" algn="l" rtl="0">
              <a:lnSpc>
                <a:spcPct val="115000"/>
              </a:lnSpc>
              <a:spcBef>
                <a:spcPts val="1200"/>
              </a:spcBef>
              <a:spcAft>
                <a:spcPts val="1200"/>
              </a:spcAft>
              <a:buNone/>
            </a:pPr>
            <a:r>
              <a:rPr lang="en-US" sz="2500">
                <a:solidFill>
                  <a:schemeClr val="dk1"/>
                </a:solidFill>
              </a:rPr>
              <a:t>J</a:t>
            </a:r>
            <a:r>
              <a:rPr lang="en-US" sz="2500" baseline="-25000">
                <a:solidFill>
                  <a:schemeClr val="dk1"/>
                </a:solidFill>
              </a:rPr>
              <a:t>0</a:t>
            </a:r>
            <a:r>
              <a:rPr lang="en-US" sz="2500">
                <a:solidFill>
                  <a:schemeClr val="dk1"/>
                </a:solidFill>
              </a:rPr>
              <a:t> = X and K</a:t>
            </a:r>
            <a:r>
              <a:rPr lang="en-US" sz="2500" baseline="-25000">
                <a:solidFill>
                  <a:schemeClr val="dk1"/>
                </a:solidFill>
              </a:rPr>
              <a:t>0</a:t>
            </a:r>
            <a:r>
              <a:rPr lang="en-US" sz="2500">
                <a:solidFill>
                  <a:schemeClr val="dk1"/>
                </a:solidFill>
              </a:rPr>
              <a:t> = X’</a:t>
            </a:r>
            <a:endParaRPr sz="2500">
              <a:solidFill>
                <a:schemeClr val="dk1"/>
              </a:solidFill>
            </a:endParaRPr>
          </a:p>
        </p:txBody>
      </p:sp>
      <p:sp>
        <p:nvSpPr>
          <p:cNvPr id="766" name="Google Shape;766;g28abd34dbfa_1_302"/>
          <p:cNvSpPr txBox="1"/>
          <p:nvPr/>
        </p:nvSpPr>
        <p:spPr>
          <a:xfrm>
            <a:off x="1025375" y="1052000"/>
            <a:ext cx="9789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chemeClr val="dk1"/>
                </a:solidFill>
              </a:rPr>
              <a:t>Step 2 – </a:t>
            </a:r>
            <a:r>
              <a:rPr lang="en-US" sz="2000" b="1" u="sng">
                <a:solidFill>
                  <a:schemeClr val="dk1"/>
                </a:solidFill>
              </a:rPr>
              <a:t>Determine the Number of Flip-Flops Required</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8abd34dbfa_1_336"/>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772" name="Google Shape;772;g28abd34dbfa_1_336"/>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773" name="Google Shape;773;g28abd34dbfa_1_336"/>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
        <p:nvSpPr>
          <p:cNvPr id="774" name="Google Shape;774;g28abd34dbfa_1_336"/>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graphicFrame>
        <p:nvGraphicFramePr>
          <p:cNvPr id="775" name="Google Shape;775;g28abd34dbfa_1_336"/>
          <p:cNvGraphicFramePr/>
          <p:nvPr/>
        </p:nvGraphicFramePr>
        <p:xfrm>
          <a:off x="538575" y="1067663"/>
          <a:ext cx="3000000" cy="3000000"/>
        </p:xfrm>
        <a:graphic>
          <a:graphicData uri="http://schemas.openxmlformats.org/drawingml/2006/table">
            <a:tbl>
              <a:tblPr>
                <a:noFill/>
                <a:tableStyleId>{385F3249-B0E8-4262-97FA-B36170502DD2}</a:tableStyleId>
              </a:tblPr>
              <a:tblGrid>
                <a:gridCol w="1080500">
                  <a:extLst>
                    <a:ext uri="{9D8B030D-6E8A-4147-A177-3AD203B41FA5}">
                      <a16:colId xmlns:a16="http://schemas.microsoft.com/office/drawing/2014/main" val="20000"/>
                    </a:ext>
                  </a:extLst>
                </a:gridCol>
                <a:gridCol w="1301025">
                  <a:extLst>
                    <a:ext uri="{9D8B030D-6E8A-4147-A177-3AD203B41FA5}">
                      <a16:colId xmlns:a16="http://schemas.microsoft.com/office/drawing/2014/main" val="20001"/>
                    </a:ext>
                  </a:extLst>
                </a:gridCol>
                <a:gridCol w="1852275">
                  <a:extLst>
                    <a:ext uri="{9D8B030D-6E8A-4147-A177-3AD203B41FA5}">
                      <a16:colId xmlns:a16="http://schemas.microsoft.com/office/drawing/2014/main" val="20002"/>
                    </a:ext>
                  </a:extLst>
                </a:gridCol>
                <a:gridCol w="2219750">
                  <a:extLst>
                    <a:ext uri="{9D8B030D-6E8A-4147-A177-3AD203B41FA5}">
                      <a16:colId xmlns:a16="http://schemas.microsoft.com/office/drawing/2014/main" val="20003"/>
                    </a:ext>
                  </a:extLst>
                </a:gridCol>
                <a:gridCol w="2219750">
                  <a:extLst>
                    <a:ext uri="{9D8B030D-6E8A-4147-A177-3AD203B41FA5}">
                      <a16:colId xmlns:a16="http://schemas.microsoft.com/office/drawing/2014/main" val="20004"/>
                    </a:ext>
                  </a:extLst>
                </a:gridCol>
                <a:gridCol w="2219750">
                  <a:extLst>
                    <a:ext uri="{9D8B030D-6E8A-4147-A177-3AD203B41FA5}">
                      <a16:colId xmlns:a16="http://schemas.microsoft.com/office/drawing/2014/main" val="20005"/>
                    </a:ext>
                  </a:extLst>
                </a:gridCol>
              </a:tblGrid>
              <a:tr h="648200">
                <a:tc gridSpan="2">
                  <a:txBody>
                    <a:bodyPr/>
                    <a:lstStyle/>
                    <a:p>
                      <a:pPr marL="0" lvl="0" indent="0" algn="ctr" rtl="0">
                        <a:lnSpc>
                          <a:spcPct val="115000"/>
                        </a:lnSpc>
                        <a:spcBef>
                          <a:spcPts val="0"/>
                        </a:spcBef>
                        <a:spcAft>
                          <a:spcPts val="600"/>
                        </a:spcAft>
                        <a:buNone/>
                      </a:pPr>
                      <a:r>
                        <a:rPr lang="en-US" sz="2400" b="1"/>
                        <a:t>Present State</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hMerge="1">
                  <a:txBody>
                    <a:bodyPr/>
                    <a:lstStyle/>
                    <a:p>
                      <a:endParaRPr lang="en-US"/>
                    </a:p>
                  </a:txBody>
                  <a:tcPr/>
                </a:tc>
                <a:tc gridSpan="2">
                  <a:txBody>
                    <a:bodyPr/>
                    <a:lstStyle/>
                    <a:p>
                      <a:pPr marL="0" lvl="0" indent="0" algn="ctr" rtl="0">
                        <a:lnSpc>
                          <a:spcPct val="115000"/>
                        </a:lnSpc>
                        <a:spcBef>
                          <a:spcPts val="0"/>
                        </a:spcBef>
                        <a:spcAft>
                          <a:spcPts val="600"/>
                        </a:spcAft>
                        <a:buNone/>
                      </a:pPr>
                      <a:r>
                        <a:rPr lang="en-US" sz="2400" b="1"/>
                        <a:t>Next State / Output</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ctr" rtl="0">
                        <a:lnSpc>
                          <a:spcPct val="115000"/>
                        </a:lnSpc>
                        <a:spcBef>
                          <a:spcPts val="0"/>
                        </a:spcBef>
                        <a:spcAft>
                          <a:spcPts val="600"/>
                        </a:spcAft>
                        <a:buNone/>
                      </a:pPr>
                      <a:r>
                        <a:rPr lang="en-US" sz="2400" b="1">
                          <a:solidFill>
                            <a:schemeClr val="dk1"/>
                          </a:solidFill>
                        </a:rPr>
                        <a:t>Output</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endParaRPr sz="2400" b="1">
                        <a:solidFill>
                          <a:schemeClr val="dk1"/>
                        </a:solidFill>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48200">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X =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48200">
                <a:tc>
                  <a:txBody>
                    <a:bodyPr/>
                    <a:lstStyle/>
                    <a:p>
                      <a:pPr marL="0" lvl="0" indent="0" algn="ctr" rtl="0">
                        <a:lnSpc>
                          <a:spcPct val="115000"/>
                        </a:lnSpc>
                        <a:spcBef>
                          <a:spcPts val="0"/>
                        </a:spcBef>
                        <a:spcAft>
                          <a:spcPts val="600"/>
                        </a:spcAft>
                        <a:buNone/>
                      </a:pPr>
                      <a:r>
                        <a:rPr lang="en-US" sz="2400" b="1"/>
                        <a:t> </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2</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1</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0</a:t>
                      </a:r>
                      <a:endParaRPr sz="2500" b="1" baseline="-25000">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2</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1</a:t>
                      </a:r>
                      <a:r>
                        <a:rPr lang="en-US" sz="2500" b="1">
                          <a:latin typeface="Courier New"/>
                          <a:ea typeface="Courier New"/>
                          <a:cs typeface="Courier New"/>
                          <a:sym typeface="Courier New"/>
                        </a:rPr>
                        <a:t>Q</a:t>
                      </a:r>
                      <a:r>
                        <a:rPr lang="en-US" sz="2500" b="1" baseline="-25000">
                          <a:latin typeface="Courier New"/>
                          <a:ea typeface="Courier New"/>
                          <a:cs typeface="Courier New"/>
                          <a:sym typeface="Courier New"/>
                        </a:rPr>
                        <a:t>0</a:t>
                      </a:r>
                      <a:r>
                        <a:rPr lang="en-US" sz="2400" b="1">
                          <a:latin typeface="Courier New"/>
                          <a:ea typeface="Courier New"/>
                          <a:cs typeface="Courier New"/>
                          <a:sym typeface="Courier New"/>
                        </a:rPr>
                        <a:t>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2</a:t>
                      </a: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1</a:t>
                      </a:r>
                      <a:r>
                        <a:rPr lang="en-US" sz="2400" b="1">
                          <a:latin typeface="Courier New"/>
                          <a:ea typeface="Courier New"/>
                          <a:cs typeface="Courier New"/>
                          <a:sym typeface="Courier New"/>
                        </a:rPr>
                        <a:t>Q</a:t>
                      </a:r>
                      <a:r>
                        <a:rPr lang="en-US" sz="2400" b="1" baseline="-25000">
                          <a:latin typeface="Courier New"/>
                          <a:ea typeface="Courier New"/>
                          <a:cs typeface="Courier New"/>
                          <a:sym typeface="Courier New"/>
                        </a:rPr>
                        <a:t>0</a:t>
                      </a:r>
                      <a:r>
                        <a:rPr lang="en-US" sz="2400" b="1">
                          <a:latin typeface="Courier New"/>
                          <a:ea typeface="Courier New"/>
                          <a:cs typeface="Courier New"/>
                          <a:sym typeface="Courier New"/>
                        </a:rPr>
                        <a:t>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Y</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Y</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48200">
                <a:tc>
                  <a:txBody>
                    <a:bodyPr/>
                    <a:lstStyle/>
                    <a:p>
                      <a:pPr marL="0" lvl="0" indent="0" algn="ctr" rtl="0">
                        <a:lnSpc>
                          <a:spcPct val="115000"/>
                        </a:lnSpc>
                        <a:spcBef>
                          <a:spcPts val="0"/>
                        </a:spcBef>
                        <a:spcAft>
                          <a:spcPts val="600"/>
                        </a:spcAft>
                        <a:buNone/>
                      </a:pPr>
                      <a:r>
                        <a:rPr lang="en-US" sz="2400" b="1"/>
                        <a:t>A</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0  0  0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48200">
                <a:tc>
                  <a:txBody>
                    <a:bodyPr/>
                    <a:lstStyle/>
                    <a:p>
                      <a:pPr marL="0" lvl="0" indent="0" algn="ctr" rtl="0">
                        <a:lnSpc>
                          <a:spcPct val="115000"/>
                        </a:lnSpc>
                        <a:spcBef>
                          <a:spcPts val="0"/>
                        </a:spcBef>
                        <a:spcAft>
                          <a:spcPts val="600"/>
                        </a:spcAft>
                        <a:buNone/>
                      </a:pPr>
                      <a:r>
                        <a:rPr lang="en-US" sz="2400" b="1"/>
                        <a:t>B</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0  0  1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48200">
                <a:tc>
                  <a:txBody>
                    <a:bodyPr/>
                    <a:lstStyle/>
                    <a:p>
                      <a:pPr marL="0" lvl="0" indent="0" algn="ctr" rtl="0">
                        <a:lnSpc>
                          <a:spcPct val="115000"/>
                        </a:lnSpc>
                        <a:spcBef>
                          <a:spcPts val="0"/>
                        </a:spcBef>
                        <a:spcAft>
                          <a:spcPts val="600"/>
                        </a:spcAft>
                        <a:buNone/>
                      </a:pPr>
                      <a:r>
                        <a:rPr lang="en-US" sz="2400" b="1"/>
                        <a:t>C</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0  1  1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48200">
                <a:tc>
                  <a:txBody>
                    <a:bodyPr/>
                    <a:lstStyle/>
                    <a:p>
                      <a:pPr marL="0" lvl="0" indent="0" algn="ctr" rtl="0">
                        <a:lnSpc>
                          <a:spcPct val="115000"/>
                        </a:lnSpc>
                        <a:spcBef>
                          <a:spcPts val="0"/>
                        </a:spcBef>
                        <a:spcAft>
                          <a:spcPts val="600"/>
                        </a:spcAft>
                        <a:buNone/>
                      </a:pPr>
                      <a:r>
                        <a:rPr lang="en-US" sz="2400" b="1"/>
                        <a:t>D</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1  0  0</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1 0 1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648200">
                <a:tc>
                  <a:txBody>
                    <a:bodyPr/>
                    <a:lstStyle/>
                    <a:p>
                      <a:pPr marL="0" lvl="0" indent="0" algn="ctr" rtl="0">
                        <a:lnSpc>
                          <a:spcPct val="115000"/>
                        </a:lnSpc>
                        <a:spcBef>
                          <a:spcPts val="0"/>
                        </a:spcBef>
                        <a:spcAft>
                          <a:spcPts val="600"/>
                        </a:spcAft>
                        <a:buNone/>
                      </a:pPr>
                      <a:r>
                        <a:rPr lang="en-US" sz="2400" b="1"/>
                        <a:t>E</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t>1  0  1</a:t>
                      </a:r>
                      <a:endParaRPr sz="2400" b="1"/>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0 0 0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0 1 1 </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0</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600"/>
                        </a:spcAft>
                        <a:buNone/>
                      </a:pPr>
                      <a:r>
                        <a:rPr lang="en-US" sz="2400" b="1">
                          <a:latin typeface="Courier New"/>
                          <a:ea typeface="Courier New"/>
                          <a:cs typeface="Courier New"/>
                          <a:sym typeface="Courier New"/>
                        </a:rPr>
                        <a:t>1</a:t>
                      </a:r>
                      <a:endParaRPr sz="2400" b="1">
                        <a:latin typeface="Courier New"/>
                        <a:ea typeface="Courier New"/>
                        <a:cs typeface="Courier New"/>
                        <a:sym typeface="Courier New"/>
                      </a:endParaRPr>
                    </a:p>
                  </a:txBody>
                  <a:tcPr marL="68575" marR="68575" marT="91425" marB="91425">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Design a sequence recognizer to detect the sequence </a:t>
            </a:r>
            <a:r>
              <a:rPr lang="en-US" b="1"/>
              <a:t>11011</a:t>
            </a:r>
            <a:endParaRPr b="1"/>
          </a:p>
        </p:txBody>
      </p:sp>
      <p:sp>
        <p:nvSpPr>
          <p:cNvPr id="781" name="Google Shape;781;p1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Saturday, April 1, 2023</a:t>
            </a:r>
            <a:endParaRPr/>
          </a:p>
        </p:txBody>
      </p:sp>
      <p:sp>
        <p:nvSpPr>
          <p:cNvPr id="782" name="Google Shape;782;p1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
        <p:nvSpPr>
          <p:cNvPr id="783" name="Google Shape;783;p1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Sequence Recognizer</a:t>
            </a:r>
            <a:endParaRPr/>
          </a:p>
        </p:txBody>
      </p:sp>
      <p:pic>
        <p:nvPicPr>
          <p:cNvPr id="784" name="Google Shape;784;p15"/>
          <p:cNvPicPr preferRelativeResize="0"/>
          <p:nvPr/>
        </p:nvPicPr>
        <p:blipFill rotWithShape="1">
          <a:blip r:embed="rId3">
            <a:alphaModFix/>
          </a:blip>
          <a:srcRect/>
          <a:stretch/>
        </p:blipFill>
        <p:spPr>
          <a:xfrm>
            <a:off x="1428829" y="2084352"/>
            <a:ext cx="9334342" cy="4250567"/>
          </a:xfrm>
          <a:prstGeom prst="rect">
            <a:avLst/>
          </a:prstGeom>
          <a:noFill/>
          <a:ln>
            <a:noFill/>
          </a:ln>
        </p:spPr>
      </p:pic>
      <p:sp>
        <p:nvSpPr>
          <p:cNvPr id="785" name="Google Shape;785;p15"/>
          <p:cNvSpPr/>
          <p:nvPr/>
        </p:nvSpPr>
        <p:spPr>
          <a:xfrm>
            <a:off x="10386789" y="2281382"/>
            <a:ext cx="376382" cy="378691"/>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600" b="1" i="0" u="none" strike="noStrike" cap="none">
                <a:solidFill>
                  <a:schemeClr val="dk1"/>
                </a:solidFill>
                <a:latin typeface="Calibri"/>
                <a:ea typeface="Calibri"/>
                <a:cs typeface="Calibri"/>
                <a:sym typeface="Calibri"/>
              </a:rPr>
              <a:t>Y</a:t>
            </a:r>
            <a:endParaRPr sz="2600" b="1" i="0" u="none" strike="noStrike" cap="none">
              <a:solidFill>
                <a:schemeClr val="dk1"/>
              </a:solidFill>
              <a:latin typeface="Calibri"/>
              <a:ea typeface="Calibri"/>
              <a:cs typeface="Calibri"/>
              <a:sym typeface="Calibri"/>
            </a:endParaRPr>
          </a:p>
        </p:txBody>
      </p:sp>
      <p:sp>
        <p:nvSpPr>
          <p:cNvPr id="786" name="Google Shape;786;p15"/>
          <p:cNvSpPr/>
          <p:nvPr/>
        </p:nvSpPr>
        <p:spPr>
          <a:xfrm>
            <a:off x="9412353" y="3513090"/>
            <a:ext cx="507502" cy="51396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7" name="Google Shape;787;p15"/>
          <p:cNvSpPr/>
          <p:nvPr/>
        </p:nvSpPr>
        <p:spPr>
          <a:xfrm>
            <a:off x="6715759" y="3383280"/>
            <a:ext cx="308495" cy="38679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8" name="Google Shape;788;p15"/>
          <p:cNvSpPr/>
          <p:nvPr/>
        </p:nvSpPr>
        <p:spPr>
          <a:xfrm>
            <a:off x="4106795" y="3316605"/>
            <a:ext cx="220865" cy="1964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9" name="Google Shape;789;p15"/>
          <p:cNvSpPr/>
          <p:nvPr/>
        </p:nvSpPr>
        <p:spPr>
          <a:xfrm>
            <a:off x="1497831" y="3275330"/>
            <a:ext cx="220865" cy="1964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0" name="Google Shape;790;p15"/>
          <p:cNvSpPr/>
          <p:nvPr/>
        </p:nvSpPr>
        <p:spPr>
          <a:xfrm>
            <a:off x="4145781" y="3414847"/>
            <a:ext cx="220865" cy="1964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1" name="Google Shape;791;p15"/>
          <p:cNvSpPr/>
          <p:nvPr/>
        </p:nvSpPr>
        <p:spPr>
          <a:xfrm>
            <a:off x="6951443" y="3725408"/>
            <a:ext cx="220865" cy="1964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2" name="Google Shape;792;p15"/>
          <p:cNvSpPr txBox="1"/>
          <p:nvPr/>
        </p:nvSpPr>
        <p:spPr>
          <a:xfrm>
            <a:off x="6120000" y="3566700"/>
            <a:ext cx="507600" cy="513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Q1</a:t>
            </a:r>
            <a:endParaRPr sz="2000" b="1">
              <a:solidFill>
                <a:schemeClr val="dk1"/>
              </a:solidFill>
              <a:latin typeface="Calibri"/>
              <a:ea typeface="Calibri"/>
              <a:cs typeface="Calibri"/>
              <a:sym typeface="Calibri"/>
            </a:endParaRPr>
          </a:p>
        </p:txBody>
      </p:sp>
      <p:sp>
        <p:nvSpPr>
          <p:cNvPr id="793" name="Google Shape;793;p15"/>
          <p:cNvSpPr txBox="1"/>
          <p:nvPr/>
        </p:nvSpPr>
        <p:spPr>
          <a:xfrm>
            <a:off x="3581400" y="3611325"/>
            <a:ext cx="507600" cy="513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Q2</a:t>
            </a:r>
            <a:endParaRPr sz="2000" b="1">
              <a:solidFill>
                <a:schemeClr val="dk1"/>
              </a:solidFill>
              <a:latin typeface="Calibri"/>
              <a:ea typeface="Calibri"/>
              <a:cs typeface="Calibri"/>
              <a:sym typeface="Calibri"/>
            </a:endParaRPr>
          </a:p>
        </p:txBody>
      </p:sp>
      <p:sp>
        <p:nvSpPr>
          <p:cNvPr id="794" name="Google Shape;794;p15"/>
          <p:cNvSpPr txBox="1"/>
          <p:nvPr/>
        </p:nvSpPr>
        <p:spPr>
          <a:xfrm>
            <a:off x="8542125" y="3611325"/>
            <a:ext cx="507600" cy="513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Q0</a:t>
            </a:r>
            <a:endParaRPr sz="2000" b="1">
              <a:solidFill>
                <a:schemeClr val="dk1"/>
              </a:solidFill>
              <a:latin typeface="Calibri"/>
              <a:ea typeface="Calibri"/>
              <a:cs typeface="Calibri"/>
              <a:sym typeface="Calibri"/>
            </a:endParaRPr>
          </a:p>
        </p:txBody>
      </p:sp>
      <p:sp>
        <p:nvSpPr>
          <p:cNvPr id="795" name="Google Shape;795;p15"/>
          <p:cNvSpPr txBox="1"/>
          <p:nvPr/>
        </p:nvSpPr>
        <p:spPr>
          <a:xfrm>
            <a:off x="2317375" y="5104000"/>
            <a:ext cx="507600" cy="386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Q1</a:t>
            </a:r>
            <a:endParaRPr sz="2000" b="1">
              <a:solidFill>
                <a:schemeClr val="dk1"/>
              </a:solidFill>
              <a:latin typeface="Calibri"/>
              <a:ea typeface="Calibri"/>
              <a:cs typeface="Calibri"/>
              <a:sym typeface="Calibri"/>
            </a:endParaRPr>
          </a:p>
        </p:txBody>
      </p:sp>
      <p:sp>
        <p:nvSpPr>
          <p:cNvPr id="796" name="Google Shape;796;p15"/>
          <p:cNvSpPr txBox="1"/>
          <p:nvPr/>
        </p:nvSpPr>
        <p:spPr>
          <a:xfrm>
            <a:off x="2756213" y="5908900"/>
            <a:ext cx="3000000" cy="4926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Q2</a:t>
            </a:r>
            <a:endParaRPr sz="2000" b="1">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pic>
        <p:nvPicPr>
          <p:cNvPr id="801" name="Google Shape;801;g28abd34dbfa_1_120"/>
          <p:cNvPicPr preferRelativeResize="0">
            <a:picLocks noGrp="1"/>
          </p:cNvPicPr>
          <p:nvPr>
            <p:ph type="body" idx="1"/>
          </p:nvPr>
        </p:nvPicPr>
        <p:blipFill rotWithShape="1">
          <a:blip r:embed="rId3">
            <a:alphaModFix/>
          </a:blip>
          <a:srcRect l="13306" r="13583"/>
          <a:stretch/>
        </p:blipFill>
        <p:spPr>
          <a:xfrm rot="-5400000">
            <a:off x="3640991" y="-1977400"/>
            <a:ext cx="4998600" cy="11046600"/>
          </a:xfrm>
          <a:prstGeom prst="rect">
            <a:avLst/>
          </a:prstGeom>
          <a:noFill/>
          <a:ln>
            <a:noFill/>
          </a:ln>
        </p:spPr>
      </p:pic>
      <p:sp>
        <p:nvSpPr>
          <p:cNvPr id="802" name="Google Shape;802;g28abd34dbfa_1_120"/>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Monday, April 3, 2023</a:t>
            </a:r>
            <a:endParaRPr/>
          </a:p>
        </p:txBody>
      </p:sp>
      <p:sp>
        <p:nvSpPr>
          <p:cNvPr id="803" name="Google Shape;803;g28abd34dbfa_1_120"/>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Lec Md Shadman Aadeeb, Dept of CSE, UIU</a:t>
            </a:r>
            <a:endParaRPr/>
          </a:p>
        </p:txBody>
      </p:sp>
      <p:sp>
        <p:nvSpPr>
          <p:cNvPr id="804" name="Google Shape;804;g28abd34dbfa_1_120"/>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39</a:t>
            </a:fld>
            <a:endParaRPr/>
          </a:p>
        </p:txBody>
      </p:sp>
      <p:sp>
        <p:nvSpPr>
          <p:cNvPr id="805" name="Google Shape;805;g28abd34dbfa_1_120"/>
          <p:cNvSpPr/>
          <p:nvPr/>
        </p:nvSpPr>
        <p:spPr>
          <a:xfrm>
            <a:off x="9307022" y="1480430"/>
            <a:ext cx="637200" cy="195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06" name="Google Shape;806;g28abd34dbfa_1_120"/>
          <p:cNvSpPr/>
          <p:nvPr/>
        </p:nvSpPr>
        <p:spPr>
          <a:xfrm>
            <a:off x="9563100" y="3274435"/>
            <a:ext cx="664200" cy="27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07" name="Google Shape;807;g28abd34dbfa_1_120"/>
          <p:cNvSpPr/>
          <p:nvPr/>
        </p:nvSpPr>
        <p:spPr>
          <a:xfrm>
            <a:off x="10395758" y="2963054"/>
            <a:ext cx="1267800" cy="27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08" name="Google Shape;808;g28abd34dbfa_1_120"/>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Sequential Circuit to State Diagram</a:t>
            </a:r>
            <a:endParaRPr/>
          </a:p>
        </p:txBody>
      </p:sp>
      <p:sp>
        <p:nvSpPr>
          <p:cNvPr id="809" name="Google Shape;809;g28abd34dbfa_1_120"/>
          <p:cNvSpPr/>
          <p:nvPr/>
        </p:nvSpPr>
        <p:spPr>
          <a:xfrm>
            <a:off x="9563100" y="2905629"/>
            <a:ext cx="637200" cy="27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10" name="Google Shape;810;g28abd34dbfa_1_120"/>
          <p:cNvSpPr/>
          <p:nvPr/>
        </p:nvSpPr>
        <p:spPr>
          <a:xfrm>
            <a:off x="10395758" y="2582130"/>
            <a:ext cx="1267800" cy="27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8abd34dbfa_1_141"/>
          <p:cNvSpPr txBox="1">
            <a:spLocks noGrp="1"/>
          </p:cNvSpPr>
          <p:nvPr>
            <p:ph type="body" idx="1"/>
          </p:nvPr>
        </p:nvSpPr>
        <p:spPr>
          <a:xfrm>
            <a:off x="838200" y="1227909"/>
            <a:ext cx="10515600" cy="4949100"/>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816" name="Google Shape;816;g28abd34dbfa_1_141"/>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Monday, April 3, 2023</a:t>
            </a:r>
            <a:endParaRPr/>
          </a:p>
        </p:txBody>
      </p:sp>
      <p:sp>
        <p:nvSpPr>
          <p:cNvPr id="817" name="Google Shape;817;g28abd34dbfa_1_141"/>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Lec Md Shadman Aadeeb, Dept of CSE, UIU</a:t>
            </a:r>
            <a:endParaRPr/>
          </a:p>
        </p:txBody>
      </p:sp>
      <p:sp>
        <p:nvSpPr>
          <p:cNvPr id="818" name="Google Shape;818;g28abd34dbfa_1_141"/>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40</a:t>
            </a:fld>
            <a:endParaRPr/>
          </a:p>
        </p:txBody>
      </p:sp>
      <p:sp>
        <p:nvSpPr>
          <p:cNvPr id="819" name="Google Shape;819;g28abd34dbfa_1_141"/>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Sequential Circuit to State Diagram</a:t>
            </a:r>
            <a:endParaRPr/>
          </a:p>
        </p:txBody>
      </p:sp>
      <p:pic>
        <p:nvPicPr>
          <p:cNvPr id="820" name="Google Shape;820;g28abd34dbfa_1_141"/>
          <p:cNvPicPr preferRelativeResize="0"/>
          <p:nvPr/>
        </p:nvPicPr>
        <p:blipFill rotWithShape="1">
          <a:blip r:embed="rId3">
            <a:alphaModFix/>
          </a:blip>
          <a:srcRect/>
          <a:stretch/>
        </p:blipFill>
        <p:spPr>
          <a:xfrm>
            <a:off x="833437" y="1595823"/>
            <a:ext cx="5495925" cy="4010025"/>
          </a:xfrm>
          <a:prstGeom prst="rect">
            <a:avLst/>
          </a:prstGeom>
          <a:noFill/>
          <a:ln>
            <a:noFill/>
          </a:ln>
        </p:spPr>
      </p:pic>
      <p:pic>
        <p:nvPicPr>
          <p:cNvPr id="821" name="Google Shape;821;g28abd34dbfa_1_141"/>
          <p:cNvPicPr preferRelativeResize="0"/>
          <p:nvPr/>
        </p:nvPicPr>
        <p:blipFill rotWithShape="1">
          <a:blip r:embed="rId4">
            <a:alphaModFix/>
          </a:blip>
          <a:srcRect/>
          <a:stretch/>
        </p:blipFill>
        <p:spPr>
          <a:xfrm>
            <a:off x="7680036" y="1227909"/>
            <a:ext cx="2743200" cy="1800225"/>
          </a:xfrm>
          <a:prstGeom prst="rect">
            <a:avLst/>
          </a:prstGeom>
          <a:noFill/>
          <a:ln>
            <a:noFill/>
          </a:ln>
        </p:spPr>
      </p:pic>
      <p:pic>
        <p:nvPicPr>
          <p:cNvPr id="822" name="Google Shape;822;g28abd34dbfa_1_141"/>
          <p:cNvPicPr preferRelativeResize="0"/>
          <p:nvPr/>
        </p:nvPicPr>
        <p:blipFill rotWithShape="1">
          <a:blip r:embed="rId5">
            <a:alphaModFix/>
          </a:blip>
          <a:srcRect/>
          <a:stretch/>
        </p:blipFill>
        <p:spPr>
          <a:xfrm>
            <a:off x="7680036" y="3274317"/>
            <a:ext cx="2935203" cy="300225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pic>
        <p:nvPicPr>
          <p:cNvPr id="827" name="Google Shape;827;g28abd34dbfa_1_133"/>
          <p:cNvPicPr preferRelativeResize="0">
            <a:picLocks noGrp="1"/>
          </p:cNvPicPr>
          <p:nvPr>
            <p:ph type="body" idx="1"/>
          </p:nvPr>
        </p:nvPicPr>
        <p:blipFill rotWithShape="1">
          <a:blip r:embed="rId3">
            <a:alphaModFix/>
          </a:blip>
          <a:srcRect l="29393" t="16337" r="8984" b="19212"/>
          <a:stretch/>
        </p:blipFill>
        <p:spPr>
          <a:xfrm rot="-5400000">
            <a:off x="3604850" y="-1132065"/>
            <a:ext cx="5246400" cy="9509700"/>
          </a:xfrm>
          <a:prstGeom prst="rect">
            <a:avLst/>
          </a:prstGeom>
          <a:noFill/>
          <a:ln>
            <a:noFill/>
          </a:ln>
        </p:spPr>
      </p:pic>
      <p:sp>
        <p:nvSpPr>
          <p:cNvPr id="828" name="Google Shape;828;g28abd34dbfa_1_133"/>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Monday, April 3, 2023</a:t>
            </a:r>
            <a:endParaRPr/>
          </a:p>
        </p:txBody>
      </p:sp>
      <p:sp>
        <p:nvSpPr>
          <p:cNvPr id="829" name="Google Shape;829;g28abd34dbfa_1_133"/>
          <p:cNvSpPr txBox="1">
            <a:spLocks noGrp="1"/>
          </p:cNvSpPr>
          <p:nvPr>
            <p:ph type="ftr" idx="11"/>
          </p:nvPr>
        </p:nvSpPr>
        <p:spPr>
          <a:xfrm>
            <a:off x="4038600" y="6492875"/>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Lec Md Shadman Aadeeb, Dept of CSE, UIU</a:t>
            </a:r>
            <a:endParaRPr/>
          </a:p>
        </p:txBody>
      </p:sp>
      <p:sp>
        <p:nvSpPr>
          <p:cNvPr id="830" name="Google Shape;830;g28abd34dbfa_1_133"/>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41</a:t>
            </a:fld>
            <a:endParaRPr/>
          </a:p>
        </p:txBody>
      </p:sp>
      <p:sp>
        <p:nvSpPr>
          <p:cNvPr id="831" name="Google Shape;831;g28abd34dbfa_1_133"/>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Sequential Circuit to State Diagram</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2"/>
              </a:buClr>
              <a:buSzPts val="5400"/>
              <a:buFont typeface="Times New Roman"/>
              <a:buNone/>
            </a:pPr>
            <a:r>
              <a:rPr lang="en-US"/>
              <a:t>Thank You</a:t>
            </a:r>
            <a:endParaRPr/>
          </a:p>
        </p:txBody>
      </p:sp>
      <p:sp>
        <p:nvSpPr>
          <p:cNvPr id="837" name="Google Shape;837;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1950"/>
              <a:buFont typeface="Arial"/>
              <a:buNone/>
            </a:pPr>
            <a:endParaRPr/>
          </a:p>
        </p:txBody>
      </p:sp>
      <p:sp>
        <p:nvSpPr>
          <p:cNvPr id="838" name="Google Shape;838;p16"/>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Friday, March 31, 2023</a:t>
            </a:r>
            <a:endParaRPr/>
          </a:p>
        </p:txBody>
      </p:sp>
      <p:sp>
        <p:nvSpPr>
          <p:cNvPr id="839" name="Google Shape;839;p16"/>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Lec Md Shadman Aadeeb, Dept of CSE, UIU</a:t>
            </a:r>
            <a:endParaRPr/>
          </a:p>
        </p:txBody>
      </p:sp>
      <p:sp>
        <p:nvSpPr>
          <p:cNvPr id="840" name="Google Shape;840;p16"/>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2898</Words>
  <Application>Microsoft Office PowerPoint</Application>
  <PresentationFormat>Widescreen</PresentationFormat>
  <Paragraphs>551</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Courier New</vt:lpstr>
      <vt:lpstr>Tahoma</vt:lpstr>
      <vt:lpstr>Arial</vt:lpstr>
      <vt:lpstr>Times New Roman</vt:lpstr>
      <vt:lpstr>Calibri</vt:lpstr>
      <vt:lpstr>Noto Sans Symbols</vt:lpstr>
      <vt:lpstr>Office Theme</vt:lpstr>
      <vt:lpstr>Sequential Circuits</vt:lpstr>
      <vt:lpstr>TOPICS COVERED SO FAR</vt:lpstr>
      <vt:lpstr>Topics Covered So Far</vt:lpstr>
      <vt:lpstr>A FEW MORE TERMINOLOGIES</vt:lpstr>
      <vt:lpstr>A Few More Terminologies</vt:lpstr>
      <vt:lpstr>A Few More Terminologies</vt:lpstr>
      <vt:lpstr>A Few More Terminologies</vt:lpstr>
      <vt:lpstr>A Few More Terminologies</vt:lpstr>
      <vt:lpstr>A Few More Terminologies</vt:lpstr>
      <vt:lpstr>Formulation: Finding a State Diagram</vt:lpstr>
      <vt:lpstr>Formulation: Finding a State Diagram</vt:lpstr>
      <vt:lpstr>Sequence Recognizer Procedure</vt:lpstr>
      <vt:lpstr>A PRACTICAL EXAMPLE OF SEQUENTIAL CIRCUIT</vt:lpstr>
      <vt:lpstr>Sequence Recognizer</vt:lpstr>
      <vt:lpstr>Sequence Recognizer Example</vt:lpstr>
      <vt:lpstr>Sequence Recognizer</vt:lpstr>
      <vt:lpstr>Sequence Recognizer</vt:lpstr>
      <vt:lpstr>Sequence Recognizer Example</vt:lpstr>
      <vt:lpstr>Example: Recognize 1101</vt:lpstr>
      <vt:lpstr>Example: Recognize 1101 (continued)</vt:lpstr>
      <vt:lpstr>Example: Recognize 1101 (continued)</vt:lpstr>
      <vt:lpstr>Example: Recognize 1101 (continued)</vt:lpstr>
      <vt:lpstr>Example: Recognize 1101 (continued)</vt:lpstr>
      <vt:lpstr>Example: Recognize 1101 (continued)</vt:lpstr>
      <vt:lpstr>Example: Recognize 1101 (continued)</vt:lpstr>
      <vt:lpstr>Formulation: Find State Table </vt:lpstr>
      <vt:lpstr>PowerPoint Presentation</vt:lpstr>
      <vt:lpstr>State Assignment – Example 2 (continued)</vt:lpstr>
      <vt:lpstr>Sequence Recognizer</vt:lpstr>
      <vt:lpstr>Sequence Recognizer</vt:lpstr>
      <vt:lpstr>Sequence Recognizer</vt:lpstr>
      <vt:lpstr>Sequence Recognizer</vt:lpstr>
      <vt:lpstr>Sequence Recognizer</vt:lpstr>
      <vt:lpstr>Sequence Recognizer</vt:lpstr>
      <vt:lpstr>Sequence Recognizer</vt:lpstr>
      <vt:lpstr>Sequence Recognizer</vt:lpstr>
      <vt:lpstr>Sequence Recognizer</vt:lpstr>
      <vt:lpstr>Sequence Recognizer</vt:lpstr>
      <vt:lpstr>Sequential Circuit to State Diagram</vt:lpstr>
      <vt:lpstr>Sequential Circuit to State Diagram</vt:lpstr>
      <vt:lpstr>Sequential Circuit to State Diagram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social</cp:lastModifiedBy>
  <cp:revision>1</cp:revision>
  <dcterms:created xsi:type="dcterms:W3CDTF">2023-03-19T03:25:32Z</dcterms:created>
  <dcterms:modified xsi:type="dcterms:W3CDTF">2024-09-17T05:20:12Z</dcterms:modified>
</cp:coreProperties>
</file>