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Tahoma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WOkLIAgF19HtkQfJsRdGO7CAr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Tahoma-regular.fntdata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font" Target="fonts/Tahoma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" name="Google Shape;21;p12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22" name="Google Shape;22;p12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" name="Google Shape;23;p12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1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0" name="Google Shape;30;p13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31" name="Google Shape;31;p13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" name="Google Shape;32;p13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1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9" name="Google Shape;39;p14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40" name="Google Shape;40;p14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14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"/>
          <p:cNvSpPr txBox="1"/>
          <p:nvPr>
            <p:ph idx="1" type="body"/>
          </p:nvPr>
        </p:nvSpPr>
        <p:spPr>
          <a:xfrm>
            <a:off x="838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2" type="body"/>
          </p:nvPr>
        </p:nvSpPr>
        <p:spPr>
          <a:xfrm>
            <a:off x="6172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15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9" name="Google Shape;49;p15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50" name="Google Shape;50;p15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15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1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1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16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1" name="Google Shape;61;p16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62" name="Google Shape;62;p16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" name="Google Shape;63;p16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type="title"/>
          </p:nvPr>
        </p:nvSpPr>
        <p:spPr>
          <a:xfrm>
            <a:off x="839788" y="987425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rive.google.com/file/d/170_EEXc3zCgKI-lnsqAQpxzvT2k4g6qR/view?usp=sharing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google.com/document/d/1XmzWm2sIqFDjRanbZSu-QCw6svmtxuga3GNUCKSfVHs/edit?usp=sharing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CSE 2215: Data Structure and Algorithms-I</a:t>
            </a:r>
            <a:endParaRPr/>
          </a:p>
        </p:txBody>
      </p:sp>
      <p:sp>
        <p:nvSpPr>
          <p:cNvPr id="104" name="Google Shape;104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b="1" lang="en-US"/>
              <a:t>Time Complexity Part 2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lang="en-US"/>
              <a:t>Master Theorem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lang="en-US"/>
              <a:t>Equations and asymptotic notations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lang="en-US"/>
              <a:t>Using Recursion and Substitution for Solving Time Complexities</a:t>
            </a:r>
            <a:endParaRPr/>
          </a:p>
        </p:txBody>
      </p:sp>
      <p:sp>
        <p:nvSpPr>
          <p:cNvPr id="105" name="Google Shape;105;p1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Tuesday, October 24, 2023</a:t>
            </a:r>
            <a:endParaRPr/>
          </a:p>
        </p:txBody>
      </p:sp>
      <p:sp>
        <p:nvSpPr>
          <p:cNvPr id="106" name="Google Shape;106;p1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07" name="Google Shape;107;p1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MASTER THEOREM</a:t>
            </a:r>
            <a:endParaRPr/>
          </a:p>
        </p:txBody>
      </p:sp>
      <p:sp>
        <p:nvSpPr>
          <p:cNvPr id="113" name="Google Shape;113;p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14" name="Google Shape;114;p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Tuesday, October 24, 2023</a:t>
            </a:r>
            <a:endParaRPr/>
          </a:p>
        </p:txBody>
      </p:sp>
      <p:sp>
        <p:nvSpPr>
          <p:cNvPr id="115" name="Google Shape;115;p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16" name="Google Shape;116;p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Tuesday, October 24, 2023</a:t>
            </a:r>
            <a:endParaRPr/>
          </a:p>
        </p:txBody>
      </p:sp>
      <p:sp>
        <p:nvSpPr>
          <p:cNvPr id="123" name="Google Shape;123;p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24" name="Google Shape;124;p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Master Theorem</a:t>
            </a:r>
            <a:endParaRPr/>
          </a:p>
        </p:txBody>
      </p:sp>
      <p:pic>
        <p:nvPicPr>
          <p:cNvPr id="126" name="Google Shape;12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7537" y="1502161"/>
            <a:ext cx="5876925" cy="440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Tuesday, October 24, 2023</a:t>
            </a:r>
            <a:endParaRPr/>
          </a:p>
        </p:txBody>
      </p:sp>
      <p:sp>
        <p:nvSpPr>
          <p:cNvPr id="133" name="Google Shape;133;p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34" name="Google Shape;134;p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Master Theorem</a:t>
            </a:r>
            <a:endParaRPr/>
          </a:p>
        </p:txBody>
      </p:sp>
      <p:pic>
        <p:nvPicPr>
          <p:cNvPr id="136" name="Google Shape;1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8864" y="1227909"/>
            <a:ext cx="7118032" cy="5097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Click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here</a:t>
            </a:r>
            <a:r>
              <a:rPr lang="en-US"/>
              <a:t> for the note containing the solved examples.</a:t>
            </a:r>
            <a:endParaRPr/>
          </a:p>
        </p:txBody>
      </p:sp>
      <p:sp>
        <p:nvSpPr>
          <p:cNvPr id="142" name="Google Shape;142;p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Tuesday, October 24, 2023</a:t>
            </a:r>
            <a:endParaRPr/>
          </a:p>
        </p:txBody>
      </p:sp>
      <p:sp>
        <p:nvSpPr>
          <p:cNvPr id="143" name="Google Shape;143;p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44" name="Google Shape;144;p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Master Theorem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EQUATIONS AND ASYMPTOTIC NOTATIONS</a:t>
            </a:r>
            <a:endParaRPr/>
          </a:p>
        </p:txBody>
      </p:sp>
      <p:sp>
        <p:nvSpPr>
          <p:cNvPr id="151" name="Google Shape;151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Tuesday, October 24, 2023</a:t>
            </a:r>
            <a:endParaRPr/>
          </a:p>
        </p:txBody>
      </p:sp>
      <p:sp>
        <p:nvSpPr>
          <p:cNvPr id="153" name="Google Shape;153;p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54" name="Google Shape;154;p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SOLVING RECURRENCES FOR TIME COMPLEXITY </a:t>
            </a:r>
            <a:endParaRPr/>
          </a:p>
        </p:txBody>
      </p:sp>
      <p:sp>
        <p:nvSpPr>
          <p:cNvPr id="160" name="Google Shape;160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Tuesday, October 24, 2023</a:t>
            </a:r>
            <a:endParaRPr/>
          </a:p>
        </p:txBody>
      </p:sp>
      <p:sp>
        <p:nvSpPr>
          <p:cNvPr id="162" name="Google Shape;162;p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63" name="Google Shape;163;p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This was covered in DSA I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However for revision you may look up the following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document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Tuesday, October 24, 2023</a:t>
            </a:r>
            <a:endParaRPr/>
          </a:p>
        </p:txBody>
      </p:sp>
      <p:sp>
        <p:nvSpPr>
          <p:cNvPr id="170" name="Google Shape;170;p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71" name="Google Shape;171;p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" name="Google Shape;172;p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Equations and Asymptotic Notations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Let us consider the following recurrence relations as examples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/>
              <a:t>T(n)=3T(n/2)+n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/>
              <a:t>T(n)=2T(n/3)+O(n)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/>
              <a:t>T(n)=3T(n/6)+O(n)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/>
              <a:t>T(n)=T(n-1)+n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/>
              <a:t>T(n)= 4T(n/3)+n</a:t>
            </a:r>
            <a:r>
              <a:rPr baseline="30000" lang="en-US"/>
              <a:t>2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Note: We can apply the Master’s Theorem in order to precheck the answer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baseline="30000"/>
          </a:p>
          <a:p>
            <a:pPr indent="-304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Tuesday, October 24, 2023</a:t>
            </a:r>
            <a:endParaRPr/>
          </a:p>
        </p:txBody>
      </p:sp>
      <p:sp>
        <p:nvSpPr>
          <p:cNvPr id="179" name="Google Shape;179;p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80" name="Google Shape;180;p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p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Solving Recurrences for Time complexity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187" name="Google Shape;187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Tuesday, October 24, 2023</a:t>
            </a:r>
            <a:endParaRPr/>
          </a:p>
        </p:txBody>
      </p:sp>
      <p:sp>
        <p:nvSpPr>
          <p:cNvPr id="189" name="Google Shape;189;p10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90" name="Google Shape;190;p10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2023-03-19T03:25:32Z</dcterms:created>
  <dc:creator>lenovo</dc:creator>
</cp:coreProperties>
</file>