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1" roundtripDataSignature="AMtx7mjuM/NLxBrajID0CfraKbiigI+W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39BBC2-9BCF-4910-9108-D2029F4B512D}">
  <a:tblStyle styleId="{3C39BBC2-9BCF-4910-9108-D2029F4B512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EA04BB61-70D7-452B-8A23-DB9D64DA7186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9" name="Google Shape;60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8" name="Google Shape;618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9" name="Google Shape;629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7" name="Google Shape;6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8" name="Google Shape;6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0" name="Google Shape;660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5" name="Google Shape;745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2" name="Google Shape;852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8" name="Google Shape;858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0" name="Google Shape;940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7" name="Google Shape;997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3" name="Google Shape;1053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2" name="Google Shape;1062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0" name="Google Shape;117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3" name="Google Shape;125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4" name="Google Shape;133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6" name="Google Shape;1416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1e548f1b45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2" name="Google Shape;1422;g1e548f1b451_0_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8" name="Google Shape;142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0" name="Google Shape;152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4" name="Google Shape;161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5" name="Google Shape;161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1" name="Google Shape;171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1e548f1b4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9" name="Google Shape;1809;g1e548f1b451_0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1e548f1b45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1" name="Google Shape;1901;g1e548f1b451_0_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g1e548f1b45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9" name="Google Shape;1909;g1e548f1b451_0_1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1e548f1b451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5" name="Google Shape;1915;g1e548f1b451_0_2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g1e548f1b451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0" name="Google Shape;2070;g1e548f1b451_0_3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1e548f1b451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4" name="Google Shape;2154;g1e548f1b451_0_4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1e548f1b451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9" name="Google Shape;2239;g1e548f1b451_0_4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g1e548f1b451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5" name="Google Shape;2325;g1e548f1b451_0_4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g1e548f1b451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2" name="Google Shape;2412;g1e548f1b451_0_6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9" name="Google Shape;2499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1e548f1b451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7" name="Google Shape;2587;g1e548f1b451_0_7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1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.jpg"/><Relationship Id="rId5" Type="http://schemas.openxmlformats.org/officeDocument/2006/relationships/image" Target="../media/image15.jpg"/><Relationship Id="rId6" Type="http://schemas.openxmlformats.org/officeDocument/2006/relationships/image" Target="../media/image28.jpg"/><Relationship Id="rId7" Type="http://schemas.openxmlformats.org/officeDocument/2006/relationships/image" Target="../media/image3.jpg"/><Relationship Id="rId8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.jpg"/><Relationship Id="rId5" Type="http://schemas.openxmlformats.org/officeDocument/2006/relationships/image" Target="../media/image15.jpg"/><Relationship Id="rId6" Type="http://schemas.openxmlformats.org/officeDocument/2006/relationships/image" Target="../media/image28.jpg"/><Relationship Id="rId7" Type="http://schemas.openxmlformats.org/officeDocument/2006/relationships/image" Target="../media/image3.jpg"/><Relationship Id="rId8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.jpg"/><Relationship Id="rId5" Type="http://schemas.openxmlformats.org/officeDocument/2006/relationships/image" Target="../media/image15.jpg"/><Relationship Id="rId6" Type="http://schemas.openxmlformats.org/officeDocument/2006/relationships/image" Target="../media/image28.jpg"/><Relationship Id="rId7" Type="http://schemas.openxmlformats.org/officeDocument/2006/relationships/image" Target="../media/image3.jpg"/><Relationship Id="rId8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.jpg"/><Relationship Id="rId5" Type="http://schemas.openxmlformats.org/officeDocument/2006/relationships/image" Target="../media/image15.jpg"/><Relationship Id="rId6" Type="http://schemas.openxmlformats.org/officeDocument/2006/relationships/image" Target="../media/image28.jpg"/><Relationship Id="rId7" Type="http://schemas.openxmlformats.org/officeDocument/2006/relationships/image" Target="../media/image3.jpg"/><Relationship Id="rId8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.jpg"/><Relationship Id="rId5" Type="http://schemas.openxmlformats.org/officeDocument/2006/relationships/image" Target="../media/image15.jpg"/><Relationship Id="rId6" Type="http://schemas.openxmlformats.org/officeDocument/2006/relationships/image" Target="../media/image28.jpg"/><Relationship Id="rId7" Type="http://schemas.openxmlformats.org/officeDocument/2006/relationships/image" Target="../media/image3.jpg"/><Relationship Id="rId8" Type="http://schemas.openxmlformats.org/officeDocument/2006/relationships/image" Target="../media/image1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.jpg"/><Relationship Id="rId5" Type="http://schemas.openxmlformats.org/officeDocument/2006/relationships/image" Target="../media/image15.jpg"/><Relationship Id="rId6" Type="http://schemas.openxmlformats.org/officeDocument/2006/relationships/image" Target="../media/image28.jpg"/><Relationship Id="rId7" Type="http://schemas.openxmlformats.org/officeDocument/2006/relationships/image" Target="../media/image3.jpg"/><Relationship Id="rId8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jpg"/><Relationship Id="rId4" Type="http://schemas.openxmlformats.org/officeDocument/2006/relationships/image" Target="../media/image12.jpg"/><Relationship Id="rId5" Type="http://schemas.openxmlformats.org/officeDocument/2006/relationships/image" Target="../media/image20.jpg"/><Relationship Id="rId6" Type="http://schemas.openxmlformats.org/officeDocument/2006/relationships/image" Target="../media/image13.jpg"/><Relationship Id="rId7" Type="http://schemas.openxmlformats.org/officeDocument/2006/relationships/image" Target="../media/image10.png"/><Relationship Id="rId8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Relationship Id="rId4" Type="http://schemas.openxmlformats.org/officeDocument/2006/relationships/image" Target="../media/image12.jpg"/><Relationship Id="rId5" Type="http://schemas.openxmlformats.org/officeDocument/2006/relationships/image" Target="../media/image20.jpg"/><Relationship Id="rId6" Type="http://schemas.openxmlformats.org/officeDocument/2006/relationships/image" Target="../media/image13.jpg"/><Relationship Id="rId7" Type="http://schemas.openxmlformats.org/officeDocument/2006/relationships/image" Target="../media/image10.png"/><Relationship Id="rId8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jpg"/><Relationship Id="rId4" Type="http://schemas.openxmlformats.org/officeDocument/2006/relationships/image" Target="../media/image12.jpg"/><Relationship Id="rId5" Type="http://schemas.openxmlformats.org/officeDocument/2006/relationships/image" Target="../media/image20.jpg"/><Relationship Id="rId6" Type="http://schemas.openxmlformats.org/officeDocument/2006/relationships/image" Target="../media/image1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jpg"/><Relationship Id="rId4" Type="http://schemas.openxmlformats.org/officeDocument/2006/relationships/image" Target="../media/image12.jpg"/><Relationship Id="rId5" Type="http://schemas.openxmlformats.org/officeDocument/2006/relationships/image" Target="../media/image20.jpg"/><Relationship Id="rId6" Type="http://schemas.openxmlformats.org/officeDocument/2006/relationships/image" Target="../media/image1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Dynamic Programming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0/1 Knapsack Problem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87" name="Google Shape;87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dynamic Programming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History of dynamic programming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Remember the Fibonacci Series? : A basic intuition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Dynamic Programming and Optimization Problems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0/1 – Knapsack Problem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Prelude to part Dynamic Programming part 2</a:t>
            </a:r>
            <a:endParaRPr/>
          </a:p>
        </p:txBody>
      </p:sp>
      <p:sp>
        <p:nvSpPr>
          <p:cNvPr id="95" name="Google Shape;9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96" name="Google Shape;9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Dynamic Programming?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Dynamic Programming is a technique in computer programming that helps to efficiently solve a class of problems that have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overlapping sub problems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optimal substructure property.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will see what these properties mean soon.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372979" y="179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History of Dynamic Programming</a:t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186490" y="1533692"/>
            <a:ext cx="873893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Bellman was working for RAND corporation which was employed by the Air Force.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 was working on creating a multi stage decision process.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this he needed funding.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 needed find from the then Secretary of Defense, who hated the word ‘research.’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hide the fact that he was conducting mathematics based research – he chose the name </a:t>
            </a:r>
            <a:r>
              <a:rPr b="1" lang="en-US"/>
              <a:t>Dynamic Programming</a:t>
            </a:r>
            <a:r>
              <a:rPr lang="en-US"/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Richard E. Bellman - Wikipedia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5427" y="1504783"/>
            <a:ext cx="3266573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9855200" y="5966691"/>
            <a:ext cx="17075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Richard Bellman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116" name="Google Shape;1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Remember the Fibonacci Series? </a:t>
            </a:r>
            <a:endParaRPr/>
          </a:p>
        </p:txBody>
      </p:sp>
      <p:sp>
        <p:nvSpPr>
          <p:cNvPr id="123" name="Google Shape;12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 basic intuition about Dynamic Programming</a:t>
            </a:r>
            <a:endParaRPr/>
          </a:p>
        </p:txBody>
      </p:sp>
      <p:sp>
        <p:nvSpPr>
          <p:cNvPr id="124" name="Google Shape;1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125" name="Google Shape;12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953077" y="144319"/>
            <a:ext cx="10515600" cy="1202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Fibonacci Series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5755987" y="1308568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f(5)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361296" y="2345745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f(4)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610188" y="2674276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f(3)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710872" y="3276236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f(3)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749224" y="3264836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f(2)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6"/>
          <p:cNvCxnSpPr>
            <a:stCxn id="132" idx="2"/>
            <a:endCxn id="133" idx="0"/>
          </p:cNvCxnSpPr>
          <p:nvPr/>
        </p:nvCxnSpPr>
        <p:spPr>
          <a:xfrm flipH="1">
            <a:off x="4629142" y="1751913"/>
            <a:ext cx="1394700" cy="59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8" name="Google Shape;138;p6"/>
          <p:cNvCxnSpPr>
            <a:stCxn id="132" idx="2"/>
            <a:endCxn id="134" idx="0"/>
          </p:cNvCxnSpPr>
          <p:nvPr/>
        </p:nvCxnSpPr>
        <p:spPr>
          <a:xfrm>
            <a:off x="6023842" y="1751913"/>
            <a:ext cx="1854300" cy="922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9" name="Google Shape;139;p6"/>
          <p:cNvCxnSpPr>
            <a:stCxn id="133" idx="2"/>
            <a:endCxn id="135" idx="0"/>
          </p:cNvCxnSpPr>
          <p:nvPr/>
        </p:nvCxnSpPr>
        <p:spPr>
          <a:xfrm flipH="1">
            <a:off x="2978850" y="2789090"/>
            <a:ext cx="1650300" cy="487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0" name="Google Shape;140;p6"/>
          <p:cNvCxnSpPr>
            <a:stCxn id="133" idx="2"/>
            <a:endCxn id="136" idx="0"/>
          </p:cNvCxnSpPr>
          <p:nvPr/>
        </p:nvCxnSpPr>
        <p:spPr>
          <a:xfrm>
            <a:off x="4629151" y="2789090"/>
            <a:ext cx="387900" cy="475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" name="Google Shape;141;p6"/>
          <p:cNvSpPr/>
          <p:nvPr/>
        </p:nvSpPr>
        <p:spPr>
          <a:xfrm>
            <a:off x="1673514" y="4016480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f(2)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359152" y="4178550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>
            <a:stCxn id="135" idx="2"/>
            <a:endCxn id="141" idx="0"/>
          </p:cNvCxnSpPr>
          <p:nvPr/>
        </p:nvCxnSpPr>
        <p:spPr>
          <a:xfrm flipH="1">
            <a:off x="1941327" y="3719581"/>
            <a:ext cx="1037400" cy="29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4" name="Google Shape;144;p6"/>
          <p:cNvCxnSpPr>
            <a:stCxn id="135" idx="2"/>
            <a:endCxn id="142" idx="0"/>
          </p:cNvCxnSpPr>
          <p:nvPr/>
        </p:nvCxnSpPr>
        <p:spPr>
          <a:xfrm>
            <a:off x="2978727" y="3719581"/>
            <a:ext cx="648300" cy="459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5" name="Google Shape;145;p6"/>
          <p:cNvSpPr/>
          <p:nvPr/>
        </p:nvSpPr>
        <p:spPr>
          <a:xfrm>
            <a:off x="685223" y="5180729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308513" y="5180729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6"/>
          <p:cNvCxnSpPr>
            <a:stCxn id="141" idx="2"/>
            <a:endCxn id="145" idx="0"/>
          </p:cNvCxnSpPr>
          <p:nvPr/>
        </p:nvCxnSpPr>
        <p:spPr>
          <a:xfrm flipH="1">
            <a:off x="953169" y="4459825"/>
            <a:ext cx="988200" cy="7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8" name="Google Shape;148;p6"/>
          <p:cNvCxnSpPr>
            <a:stCxn id="141" idx="2"/>
            <a:endCxn id="146" idx="0"/>
          </p:cNvCxnSpPr>
          <p:nvPr/>
        </p:nvCxnSpPr>
        <p:spPr>
          <a:xfrm>
            <a:off x="1941369" y="4459825"/>
            <a:ext cx="635100" cy="7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9" name="Google Shape;149;p6"/>
          <p:cNvSpPr/>
          <p:nvPr/>
        </p:nvSpPr>
        <p:spPr>
          <a:xfrm>
            <a:off x="7047346" y="3735205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f(2)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674102" y="3708181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6"/>
          <p:cNvCxnSpPr>
            <a:stCxn id="134" idx="2"/>
            <a:endCxn id="149" idx="0"/>
          </p:cNvCxnSpPr>
          <p:nvPr/>
        </p:nvCxnSpPr>
        <p:spPr>
          <a:xfrm flipH="1">
            <a:off x="7315243" y="3117621"/>
            <a:ext cx="562800" cy="61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2" name="Google Shape;152;p6"/>
          <p:cNvCxnSpPr>
            <a:stCxn id="134" idx="2"/>
            <a:endCxn id="150" idx="0"/>
          </p:cNvCxnSpPr>
          <p:nvPr/>
        </p:nvCxnSpPr>
        <p:spPr>
          <a:xfrm>
            <a:off x="7878043" y="3117621"/>
            <a:ext cx="1063800" cy="59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3" name="Google Shape;153;p6"/>
          <p:cNvSpPr/>
          <p:nvPr/>
        </p:nvSpPr>
        <p:spPr>
          <a:xfrm>
            <a:off x="6723208" y="4913440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7782214" y="4913441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6"/>
          <p:cNvCxnSpPr>
            <a:stCxn id="149" idx="2"/>
            <a:endCxn id="153" idx="0"/>
          </p:cNvCxnSpPr>
          <p:nvPr/>
        </p:nvCxnSpPr>
        <p:spPr>
          <a:xfrm flipH="1">
            <a:off x="6991201" y="4178550"/>
            <a:ext cx="324000" cy="735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" name="Google Shape;156;p6"/>
          <p:cNvCxnSpPr>
            <a:stCxn id="149" idx="2"/>
            <a:endCxn id="154" idx="0"/>
          </p:cNvCxnSpPr>
          <p:nvPr/>
        </p:nvCxnSpPr>
        <p:spPr>
          <a:xfrm>
            <a:off x="7315201" y="4178550"/>
            <a:ext cx="735000" cy="735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7" name="Google Shape;157;p6"/>
          <p:cNvSpPr/>
          <p:nvPr/>
        </p:nvSpPr>
        <p:spPr>
          <a:xfrm>
            <a:off x="4246129" y="4913438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368347" y="4913439"/>
            <a:ext cx="535709" cy="443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6"/>
          <p:cNvCxnSpPr>
            <a:stCxn id="136" idx="2"/>
            <a:endCxn id="157" idx="0"/>
          </p:cNvCxnSpPr>
          <p:nvPr/>
        </p:nvCxnSpPr>
        <p:spPr>
          <a:xfrm flipH="1">
            <a:off x="4513979" y="3708181"/>
            <a:ext cx="503100" cy="120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" name="Google Shape;160;p6"/>
          <p:cNvCxnSpPr>
            <a:stCxn id="136" idx="2"/>
            <a:endCxn id="158" idx="0"/>
          </p:cNvCxnSpPr>
          <p:nvPr/>
        </p:nvCxnSpPr>
        <p:spPr>
          <a:xfrm>
            <a:off x="5017079" y="3708181"/>
            <a:ext cx="619200" cy="120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1" name="Google Shape;16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162" name="Google Shape;16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Fibonacci Series with an extra table</a:t>
            </a:r>
            <a:endParaRPr sz="3200"/>
          </a:p>
        </p:txBody>
      </p:sp>
      <p:grpSp>
        <p:nvGrpSpPr>
          <p:cNvPr id="169" name="Google Shape;169;p7"/>
          <p:cNvGrpSpPr/>
          <p:nvPr/>
        </p:nvGrpSpPr>
        <p:grpSpPr>
          <a:xfrm>
            <a:off x="267855" y="2272146"/>
            <a:ext cx="6788726" cy="2991710"/>
            <a:chOff x="685223" y="1308566"/>
            <a:chExt cx="8524593" cy="4315503"/>
          </a:xfrm>
        </p:grpSpPr>
        <p:sp>
          <p:nvSpPr>
            <p:cNvPr id="170" name="Google Shape;170;p7"/>
            <p:cNvSpPr/>
            <p:nvPr/>
          </p:nvSpPr>
          <p:spPr>
            <a:xfrm>
              <a:off x="5755990" y="1308566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f(5)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4361298" y="2345742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f(4)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7610192" y="2674272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f(3)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2710873" y="3276232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f(3)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4749226" y="3264832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f(2)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7"/>
            <p:cNvCxnSpPr>
              <a:stCxn id="170" idx="2"/>
              <a:endCxn id="171" idx="0"/>
            </p:cNvCxnSpPr>
            <p:nvPr/>
          </p:nvCxnSpPr>
          <p:spPr>
            <a:xfrm flipH="1">
              <a:off x="4629145" y="1751910"/>
              <a:ext cx="1394700" cy="593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6" name="Google Shape;176;p7"/>
            <p:cNvCxnSpPr>
              <a:stCxn id="170" idx="2"/>
              <a:endCxn id="172" idx="0"/>
            </p:cNvCxnSpPr>
            <p:nvPr/>
          </p:nvCxnSpPr>
          <p:spPr>
            <a:xfrm>
              <a:off x="6023845" y="1751910"/>
              <a:ext cx="1854300" cy="922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7" name="Google Shape;177;p7"/>
            <p:cNvCxnSpPr>
              <a:stCxn id="171" idx="2"/>
              <a:endCxn id="173" idx="0"/>
            </p:cNvCxnSpPr>
            <p:nvPr/>
          </p:nvCxnSpPr>
          <p:spPr>
            <a:xfrm flipH="1">
              <a:off x="2978853" y="2789086"/>
              <a:ext cx="1650300" cy="487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8" name="Google Shape;178;p7"/>
            <p:cNvCxnSpPr>
              <a:stCxn id="171" idx="2"/>
              <a:endCxn id="174" idx="0"/>
            </p:cNvCxnSpPr>
            <p:nvPr/>
          </p:nvCxnSpPr>
          <p:spPr>
            <a:xfrm>
              <a:off x="4629153" y="2789086"/>
              <a:ext cx="387900" cy="475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9" name="Google Shape;179;p7"/>
            <p:cNvSpPr/>
            <p:nvPr/>
          </p:nvSpPr>
          <p:spPr>
            <a:xfrm>
              <a:off x="1673514" y="4016476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f(2)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3359154" y="4178546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f(1)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1" name="Google Shape;181;p7"/>
            <p:cNvCxnSpPr>
              <a:stCxn id="173" idx="2"/>
              <a:endCxn id="179" idx="0"/>
            </p:cNvCxnSpPr>
            <p:nvPr/>
          </p:nvCxnSpPr>
          <p:spPr>
            <a:xfrm flipH="1">
              <a:off x="1941328" y="3719576"/>
              <a:ext cx="1037400" cy="297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82" name="Google Shape;182;p7"/>
            <p:cNvCxnSpPr>
              <a:stCxn id="173" idx="2"/>
              <a:endCxn id="180" idx="0"/>
            </p:cNvCxnSpPr>
            <p:nvPr/>
          </p:nvCxnSpPr>
          <p:spPr>
            <a:xfrm>
              <a:off x="2978728" y="3719576"/>
              <a:ext cx="648300" cy="459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3" name="Google Shape;183;p7"/>
            <p:cNvSpPr/>
            <p:nvPr/>
          </p:nvSpPr>
          <p:spPr>
            <a:xfrm>
              <a:off x="685223" y="5180725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f(1)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2308513" y="5180725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f(0)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" name="Google Shape;185;p7"/>
            <p:cNvCxnSpPr>
              <a:stCxn id="179" idx="2"/>
              <a:endCxn id="183" idx="0"/>
            </p:cNvCxnSpPr>
            <p:nvPr/>
          </p:nvCxnSpPr>
          <p:spPr>
            <a:xfrm flipH="1">
              <a:off x="953169" y="4459820"/>
              <a:ext cx="988200" cy="720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86" name="Google Shape;186;p7"/>
            <p:cNvCxnSpPr>
              <a:stCxn id="179" idx="2"/>
              <a:endCxn id="184" idx="0"/>
            </p:cNvCxnSpPr>
            <p:nvPr/>
          </p:nvCxnSpPr>
          <p:spPr>
            <a:xfrm>
              <a:off x="1941369" y="4459820"/>
              <a:ext cx="635100" cy="720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7" name="Google Shape;187;p7"/>
            <p:cNvSpPr/>
            <p:nvPr/>
          </p:nvSpPr>
          <p:spPr>
            <a:xfrm>
              <a:off x="7047350" y="3735202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f(2)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8674106" y="3708178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f(1)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9" name="Google Shape;189;p7"/>
            <p:cNvCxnSpPr>
              <a:stCxn id="172" idx="2"/>
              <a:endCxn id="187" idx="0"/>
            </p:cNvCxnSpPr>
            <p:nvPr/>
          </p:nvCxnSpPr>
          <p:spPr>
            <a:xfrm flipH="1">
              <a:off x="7315247" y="3117616"/>
              <a:ext cx="562800" cy="617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0" name="Google Shape;190;p7"/>
            <p:cNvCxnSpPr>
              <a:stCxn id="172" idx="2"/>
              <a:endCxn id="188" idx="0"/>
            </p:cNvCxnSpPr>
            <p:nvPr/>
          </p:nvCxnSpPr>
          <p:spPr>
            <a:xfrm>
              <a:off x="7878047" y="3117616"/>
              <a:ext cx="1063800" cy="590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1" name="Google Shape;191;p7"/>
            <p:cNvSpPr/>
            <p:nvPr/>
          </p:nvSpPr>
          <p:spPr>
            <a:xfrm>
              <a:off x="6723211" y="4913435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f(1)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7782218" y="4913438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f(0)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3" name="Google Shape;193;p7"/>
            <p:cNvCxnSpPr>
              <a:stCxn id="187" idx="2"/>
              <a:endCxn id="191" idx="0"/>
            </p:cNvCxnSpPr>
            <p:nvPr/>
          </p:nvCxnSpPr>
          <p:spPr>
            <a:xfrm flipH="1">
              <a:off x="6991205" y="4178546"/>
              <a:ext cx="324000" cy="735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4" name="Google Shape;194;p7"/>
            <p:cNvCxnSpPr>
              <a:stCxn id="187" idx="2"/>
              <a:endCxn id="192" idx="0"/>
            </p:cNvCxnSpPr>
            <p:nvPr/>
          </p:nvCxnSpPr>
          <p:spPr>
            <a:xfrm>
              <a:off x="7315205" y="4178546"/>
              <a:ext cx="735000" cy="735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5" name="Google Shape;195;p7"/>
            <p:cNvSpPr/>
            <p:nvPr/>
          </p:nvSpPr>
          <p:spPr>
            <a:xfrm>
              <a:off x="4246132" y="4913435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f(1)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5368349" y="4913437"/>
              <a:ext cx="535710" cy="4433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f(0)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7" name="Google Shape;197;p7"/>
            <p:cNvCxnSpPr>
              <a:stCxn id="174" idx="2"/>
              <a:endCxn id="195" idx="0"/>
            </p:cNvCxnSpPr>
            <p:nvPr/>
          </p:nvCxnSpPr>
          <p:spPr>
            <a:xfrm flipH="1">
              <a:off x="4513981" y="3708176"/>
              <a:ext cx="503100" cy="1205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8" name="Google Shape;198;p7"/>
            <p:cNvCxnSpPr>
              <a:stCxn id="174" idx="2"/>
              <a:endCxn id="196" idx="0"/>
            </p:cNvCxnSpPr>
            <p:nvPr/>
          </p:nvCxnSpPr>
          <p:spPr>
            <a:xfrm>
              <a:off x="5017081" y="3708176"/>
              <a:ext cx="619200" cy="1205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aphicFrame>
        <p:nvGraphicFramePr>
          <p:cNvPr id="199" name="Google Shape;199;p7"/>
          <p:cNvGraphicFramePr/>
          <p:nvPr/>
        </p:nvGraphicFramePr>
        <p:xfrm>
          <a:off x="9435317" y="20005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{3C39BBC2-9BCF-4910-9108-D2029F4B512D}</a:tableStyleId>
              </a:tblPr>
              <a:tblGrid>
                <a:gridCol w="789975"/>
                <a:gridCol w="789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value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0" name="Google Shape;200;p7"/>
          <p:cNvSpPr/>
          <p:nvPr/>
        </p:nvSpPr>
        <p:spPr>
          <a:xfrm>
            <a:off x="5765615" y="3127533"/>
            <a:ext cx="560696" cy="500789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823985" y="3531600"/>
            <a:ext cx="560696" cy="500789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7"/>
          <p:cNvCxnSpPr>
            <a:stCxn id="203" idx="0"/>
            <a:endCxn id="201" idx="6"/>
          </p:cNvCxnSpPr>
          <p:nvPr/>
        </p:nvCxnSpPr>
        <p:spPr>
          <a:xfrm rot="10800000">
            <a:off x="2384746" y="3782136"/>
            <a:ext cx="6948600" cy="161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4" name="Google Shape;204;p7"/>
          <p:cNvCxnSpPr>
            <a:stCxn id="203" idx="0"/>
            <a:endCxn id="200" idx="6"/>
          </p:cNvCxnSpPr>
          <p:nvPr/>
        </p:nvCxnSpPr>
        <p:spPr>
          <a:xfrm rot="10800000">
            <a:off x="6326446" y="3378036"/>
            <a:ext cx="3006900" cy="2016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3" name="Google Shape;203;p7"/>
          <p:cNvSpPr/>
          <p:nvPr/>
        </p:nvSpPr>
        <p:spPr>
          <a:xfrm>
            <a:off x="8636000" y="5394036"/>
            <a:ext cx="1394691" cy="84050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Overlapping Sub problems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2360753" y="5386251"/>
            <a:ext cx="1394691" cy="840509"/>
          </a:xfrm>
          <a:prstGeom prst="rect">
            <a:avLst/>
          </a:prstGeom>
          <a:gradFill>
            <a:gsLst>
              <a:gs pos="0">
                <a:srgbClr val="474747"/>
              </a:gs>
              <a:gs pos="50000">
                <a:schemeClr val="dk1"/>
              </a:gs>
              <a:gs pos="100000">
                <a:schemeClr val="dk1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Optimal Substructure Property?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207" name="Google Shape;20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Outcomes obtained so far</a:t>
            </a:r>
            <a:endParaRPr/>
          </a:p>
        </p:txBody>
      </p:sp>
      <p:sp>
        <p:nvSpPr>
          <p:cNvPr id="214" name="Google Shape;214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Till now we seem to have understood the following: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know about the </a:t>
            </a:r>
            <a:r>
              <a:rPr b="1" lang="en-US"/>
              <a:t>overlapping</a:t>
            </a:r>
            <a:r>
              <a:rPr lang="en-US"/>
              <a:t> sub problems property 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know about the </a:t>
            </a:r>
            <a:r>
              <a:rPr b="1" lang="en-US"/>
              <a:t>optimal</a:t>
            </a:r>
            <a:r>
              <a:rPr lang="en-US"/>
              <a:t> substructure property.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know that dynamic programming requires the use of a </a:t>
            </a:r>
            <a:r>
              <a:rPr b="1" lang="en-US"/>
              <a:t>table (we may use an array or other DS to store this)</a:t>
            </a:r>
            <a:r>
              <a:rPr lang="en-US"/>
              <a:t>, to avoid calling recursive functions</a:t>
            </a:r>
            <a:endParaRPr/>
          </a:p>
        </p:txBody>
      </p:sp>
      <p:sp>
        <p:nvSpPr>
          <p:cNvPr id="215" name="Google Shape;21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216" name="Google Shape;2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Dynamic Programming and Optimization Problems</a:t>
            </a:r>
            <a:endParaRPr/>
          </a:p>
        </p:txBody>
      </p:sp>
      <p:sp>
        <p:nvSpPr>
          <p:cNvPr id="223" name="Google Shape;22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0/1 – Knapsack Problem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225" name="Google Shape;22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Optimization Problems</a:t>
            </a:r>
            <a:endParaRPr/>
          </a:p>
        </p:txBody>
      </p:sp>
      <p:sp>
        <p:nvSpPr>
          <p:cNvPr id="232" name="Google Shape;232;p12"/>
          <p:cNvSpPr txBox="1"/>
          <p:nvPr>
            <p:ph idx="1" type="body"/>
          </p:nvPr>
        </p:nvSpPr>
        <p:spPr>
          <a:xfrm>
            <a:off x="838200" y="969818"/>
            <a:ext cx="10515600" cy="52071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For optimization problems 3 popular strategies are: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Greedy Method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Dynamic Programming Method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Branch and Bound Method</a:t>
            </a:r>
            <a:endParaRPr/>
          </a:p>
        </p:txBody>
      </p:sp>
      <p:pic>
        <p:nvPicPr>
          <p:cNvPr descr="The Great Exaggeration: Optimization" id="233" name="Google Shape;23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0458" y="3376360"/>
            <a:ext cx="4425630" cy="2956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crease Cartoon Stock Illustrations – 2,356 Decrease Cartoon Stock  Illustrations, Vectors &amp; Clipart - Dreamstime" id="234" name="Google Shape;23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5963" y="2481887"/>
            <a:ext cx="2992005" cy="398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236" name="Google Shape;23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an optimization problem?</a:t>
            </a:r>
            <a:endParaRPr/>
          </a:p>
        </p:txBody>
      </p:sp>
      <p:sp>
        <p:nvSpPr>
          <p:cNvPr id="243" name="Google Shape;24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are studying Dynamic Programming. What is the </a:t>
            </a:r>
            <a:r>
              <a:rPr b="1" lang="en-US"/>
              <a:t>minimum</a:t>
            </a:r>
            <a:r>
              <a:rPr lang="en-US"/>
              <a:t> time you would require for finishing the chapter? </a:t>
            </a:r>
            <a:r>
              <a:rPr lang="en-US" sz="2000"/>
              <a:t>(and how?)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are given a set of Dynamic Programming problems. What is the </a:t>
            </a:r>
            <a:r>
              <a:rPr b="1" lang="en-US"/>
              <a:t>maximum</a:t>
            </a:r>
            <a:r>
              <a:rPr lang="en-US"/>
              <a:t> score you can obtain from the test? </a:t>
            </a:r>
            <a:r>
              <a:rPr lang="en-US" sz="2000">
                <a:solidFill>
                  <a:srgbClr val="000000"/>
                </a:solidFill>
              </a:rPr>
              <a:t>(and how?)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are given an infinite number of coins with values 1, 2 and 5 taka. What is the </a:t>
            </a:r>
            <a:r>
              <a:rPr b="1" lang="en-US"/>
              <a:t>minimum</a:t>
            </a:r>
            <a:r>
              <a:rPr lang="en-US"/>
              <a:t> number of coins you can use to have 11 taka? </a:t>
            </a:r>
            <a:r>
              <a:rPr lang="en-US" sz="2000">
                <a:solidFill>
                  <a:srgbClr val="000000"/>
                </a:solidFill>
              </a:rPr>
              <a:t>(and how?)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245" name="Google Shape;24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0/1 Knapsack Problem</a:t>
            </a:r>
            <a:endParaRPr/>
          </a:p>
        </p:txBody>
      </p:sp>
      <p:sp>
        <p:nvSpPr>
          <p:cNvPr id="252" name="Google Shape;252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Given a set of items, each with a weight and a value, determine the number of each item to include in a collection so that the total weight is less than or equal to a given limit and the total value is as large as possible.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Huge sentence ! Let’s avoid reading this for now.</a:t>
            </a:r>
            <a:endParaRPr/>
          </a:p>
        </p:txBody>
      </p:sp>
      <p:sp>
        <p:nvSpPr>
          <p:cNvPr id="253" name="Google Shape;25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254" name="Google Shape;25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0/1 knapsack problem</a:t>
            </a:r>
            <a:endParaRPr/>
          </a:p>
        </p:txBody>
      </p:sp>
      <p:pic>
        <p:nvPicPr>
          <p:cNvPr id="261" name="Google Shape;261;p15"/>
          <p:cNvPicPr preferRelativeResize="0"/>
          <p:nvPr/>
        </p:nvPicPr>
        <p:blipFill rotWithShape="1">
          <a:blip r:embed="rId3">
            <a:alphaModFix/>
          </a:blip>
          <a:srcRect b="11071" l="0" r="0" t="0"/>
          <a:stretch/>
        </p:blipFill>
        <p:spPr>
          <a:xfrm>
            <a:off x="7066281" y="4842274"/>
            <a:ext cx="1668884" cy="1906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6,154 Knapsack Images, Stock Photos &amp; Vectors | Shutterstock" id="262" name="Google Shape;262;p15"/>
          <p:cNvPicPr preferRelativeResize="0"/>
          <p:nvPr/>
        </p:nvPicPr>
        <p:blipFill rotWithShape="1">
          <a:blip r:embed="rId4">
            <a:alphaModFix/>
          </a:blip>
          <a:srcRect b="15452" l="52763" r="0" t="8776"/>
          <a:stretch/>
        </p:blipFill>
        <p:spPr>
          <a:xfrm>
            <a:off x="8932465" y="4767205"/>
            <a:ext cx="2228654" cy="20567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5"/>
          <p:cNvGrpSpPr/>
          <p:nvPr/>
        </p:nvGrpSpPr>
        <p:grpSpPr>
          <a:xfrm>
            <a:off x="1005840" y="1058171"/>
            <a:ext cx="10347960" cy="3082757"/>
            <a:chOff x="1005840" y="1058171"/>
            <a:chExt cx="10347960" cy="3082757"/>
          </a:xfrm>
        </p:grpSpPr>
        <p:pic>
          <p:nvPicPr>
            <p:cNvPr descr="Buy Fake Gold Bar Bullion Door Stop/Paperweight for Home Office Decoration  Online at desertcart Bangladesh" id="264" name="Google Shape;264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72691" y="1347307"/>
              <a:ext cx="1064259" cy="1064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orazado Pericia Identificar lcd tv display césped Personalmente estaño" id="265" name="Google Shape;265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750426" y="1360725"/>
              <a:ext cx="1603374" cy="11063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ns Watches: Nice, Classic Fashion Wrist Watches For Men - Fossil" id="266" name="Google Shape;266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05840" y="1058171"/>
              <a:ext cx="1290254" cy="14966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iaomi 12: A small smartphone with high-end equipment - NotebookCheck.net  News" id="267" name="Google Shape;267;p15"/>
            <p:cNvPicPr preferRelativeResize="0"/>
            <p:nvPr/>
          </p:nvPicPr>
          <p:blipFill rotWithShape="1">
            <a:blip r:embed="rId8">
              <a:alphaModFix/>
            </a:blip>
            <a:srcRect b="0" l="0" r="0" t="7012"/>
            <a:stretch/>
          </p:blipFill>
          <p:spPr>
            <a:xfrm>
              <a:off x="5946410" y="1187768"/>
              <a:ext cx="2727419" cy="1541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15"/>
            <p:cNvSpPr txBox="1"/>
            <p:nvPr/>
          </p:nvSpPr>
          <p:spPr>
            <a:xfrm>
              <a:off x="1005840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$ 3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5"/>
            <p:cNvSpPr txBox="1"/>
            <p:nvPr/>
          </p:nvSpPr>
          <p:spPr>
            <a:xfrm>
              <a:off x="3476125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$ 4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5"/>
            <p:cNvSpPr txBox="1"/>
            <p:nvPr/>
          </p:nvSpPr>
          <p:spPr>
            <a:xfrm>
              <a:off x="6375248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$ 5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5"/>
            <p:cNvSpPr txBox="1"/>
            <p:nvPr/>
          </p:nvSpPr>
          <p:spPr>
            <a:xfrm>
              <a:off x="9900952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$ 6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5"/>
            <p:cNvSpPr txBox="1"/>
            <p:nvPr/>
          </p:nvSpPr>
          <p:spPr>
            <a:xfrm>
              <a:off x="1005840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5"/>
            <p:cNvSpPr txBox="1"/>
            <p:nvPr/>
          </p:nvSpPr>
          <p:spPr>
            <a:xfrm>
              <a:off x="3476125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5"/>
            <p:cNvSpPr txBox="1"/>
            <p:nvPr/>
          </p:nvSpPr>
          <p:spPr>
            <a:xfrm>
              <a:off x="6375248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5"/>
            <p:cNvSpPr txBox="1"/>
            <p:nvPr/>
          </p:nvSpPr>
          <p:spPr>
            <a:xfrm>
              <a:off x="9900952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15"/>
          <p:cNvSpPr txBox="1"/>
          <p:nvPr/>
        </p:nvSpPr>
        <p:spPr>
          <a:xfrm>
            <a:off x="9510522" y="5233740"/>
            <a:ext cx="10679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Kg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278" name="Google Shape;27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1005840" y="4140928"/>
            <a:ext cx="9963033" cy="521417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8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0/1 knapsack problem</a:t>
            </a:r>
            <a:endParaRPr/>
          </a:p>
        </p:txBody>
      </p:sp>
      <p:pic>
        <p:nvPicPr>
          <p:cNvPr id="285" name="Google Shape;285;p48"/>
          <p:cNvPicPr preferRelativeResize="0"/>
          <p:nvPr/>
        </p:nvPicPr>
        <p:blipFill rotWithShape="1">
          <a:blip r:embed="rId3">
            <a:alphaModFix/>
          </a:blip>
          <a:srcRect b="11071" l="0" r="0" t="0"/>
          <a:stretch/>
        </p:blipFill>
        <p:spPr>
          <a:xfrm>
            <a:off x="7066281" y="4842274"/>
            <a:ext cx="1668884" cy="1906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6,154 Knapsack Images, Stock Photos &amp; Vectors | Shutterstock" id="286" name="Google Shape;286;p48"/>
          <p:cNvPicPr preferRelativeResize="0"/>
          <p:nvPr/>
        </p:nvPicPr>
        <p:blipFill rotWithShape="1">
          <a:blip r:embed="rId4">
            <a:alphaModFix/>
          </a:blip>
          <a:srcRect b="15452" l="52763" r="0" t="8776"/>
          <a:stretch/>
        </p:blipFill>
        <p:spPr>
          <a:xfrm>
            <a:off x="8932465" y="4767205"/>
            <a:ext cx="2228654" cy="20567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p48"/>
          <p:cNvGrpSpPr/>
          <p:nvPr/>
        </p:nvGrpSpPr>
        <p:grpSpPr>
          <a:xfrm>
            <a:off x="1005840" y="1058171"/>
            <a:ext cx="10347960" cy="3082757"/>
            <a:chOff x="1005840" y="1058171"/>
            <a:chExt cx="10347960" cy="3082757"/>
          </a:xfrm>
        </p:grpSpPr>
        <p:pic>
          <p:nvPicPr>
            <p:cNvPr descr="Buy Fake Gold Bar Bullion Door Stop/Paperweight for Home Office Decoration  Online at desertcart Bangladesh" id="288" name="Google Shape;288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72691" y="1347307"/>
              <a:ext cx="1064259" cy="1064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orazado Pericia Identificar lcd tv display césped Personalmente estaño" id="289" name="Google Shape;289;p4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750426" y="1360725"/>
              <a:ext cx="1603374" cy="11063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ns Watches: Nice, Classic Fashion Wrist Watches For Men - Fossil" id="290" name="Google Shape;290;p4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05840" y="1058171"/>
              <a:ext cx="1290254" cy="14966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iaomi 12: A small smartphone with high-end equipment - NotebookCheck.net  News" id="291" name="Google Shape;291;p48"/>
            <p:cNvPicPr preferRelativeResize="0"/>
            <p:nvPr/>
          </p:nvPicPr>
          <p:blipFill rotWithShape="1">
            <a:blip r:embed="rId8">
              <a:alphaModFix/>
            </a:blip>
            <a:srcRect b="0" l="0" r="0" t="7012"/>
            <a:stretch/>
          </p:blipFill>
          <p:spPr>
            <a:xfrm>
              <a:off x="5946410" y="1187768"/>
              <a:ext cx="2727419" cy="1541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48"/>
            <p:cNvSpPr txBox="1"/>
            <p:nvPr/>
          </p:nvSpPr>
          <p:spPr>
            <a:xfrm>
              <a:off x="1005840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$ 3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48"/>
            <p:cNvSpPr txBox="1"/>
            <p:nvPr/>
          </p:nvSpPr>
          <p:spPr>
            <a:xfrm>
              <a:off x="3476125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$ 4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48"/>
            <p:cNvSpPr txBox="1"/>
            <p:nvPr/>
          </p:nvSpPr>
          <p:spPr>
            <a:xfrm>
              <a:off x="6375248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$ 5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48"/>
            <p:cNvSpPr txBox="1"/>
            <p:nvPr/>
          </p:nvSpPr>
          <p:spPr>
            <a:xfrm>
              <a:off x="9900952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$ 6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48"/>
            <p:cNvSpPr txBox="1"/>
            <p:nvPr/>
          </p:nvSpPr>
          <p:spPr>
            <a:xfrm>
              <a:off x="1005840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48"/>
            <p:cNvSpPr txBox="1"/>
            <p:nvPr/>
          </p:nvSpPr>
          <p:spPr>
            <a:xfrm>
              <a:off x="3476125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48"/>
            <p:cNvSpPr txBox="1"/>
            <p:nvPr/>
          </p:nvSpPr>
          <p:spPr>
            <a:xfrm>
              <a:off x="6375248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48"/>
            <p:cNvSpPr txBox="1"/>
            <p:nvPr/>
          </p:nvSpPr>
          <p:spPr>
            <a:xfrm>
              <a:off x="9900952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" name="Google Shape;300;p48"/>
          <p:cNvSpPr txBox="1"/>
          <p:nvPr/>
        </p:nvSpPr>
        <p:spPr>
          <a:xfrm>
            <a:off x="9510522" y="5233740"/>
            <a:ext cx="10679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Kg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302" name="Google Shape;302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p48"/>
          <p:cNvSpPr/>
          <p:nvPr/>
        </p:nvSpPr>
        <p:spPr>
          <a:xfrm>
            <a:off x="1005840" y="4140928"/>
            <a:ext cx="9963033" cy="521417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8"/>
          <p:cNvSpPr/>
          <p:nvPr/>
        </p:nvSpPr>
        <p:spPr>
          <a:xfrm>
            <a:off x="9564352" y="1220113"/>
            <a:ext cx="1881357" cy="2893382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0/1 knapsack problem</a:t>
            </a:r>
            <a:endParaRPr/>
          </a:p>
        </p:txBody>
      </p:sp>
      <p:pic>
        <p:nvPicPr>
          <p:cNvPr id="310" name="Google Shape;310;p49"/>
          <p:cNvPicPr preferRelativeResize="0"/>
          <p:nvPr/>
        </p:nvPicPr>
        <p:blipFill rotWithShape="1">
          <a:blip r:embed="rId3">
            <a:alphaModFix/>
          </a:blip>
          <a:srcRect b="11071" l="0" r="0" t="0"/>
          <a:stretch/>
        </p:blipFill>
        <p:spPr>
          <a:xfrm>
            <a:off x="7066281" y="4842274"/>
            <a:ext cx="1668884" cy="1906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6,154 Knapsack Images, Stock Photos &amp; Vectors | Shutterstock" id="311" name="Google Shape;311;p49"/>
          <p:cNvPicPr preferRelativeResize="0"/>
          <p:nvPr/>
        </p:nvPicPr>
        <p:blipFill rotWithShape="1">
          <a:blip r:embed="rId4">
            <a:alphaModFix/>
          </a:blip>
          <a:srcRect b="15452" l="52763" r="0" t="8776"/>
          <a:stretch/>
        </p:blipFill>
        <p:spPr>
          <a:xfrm>
            <a:off x="8932465" y="4767205"/>
            <a:ext cx="2228654" cy="20567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49"/>
          <p:cNvGrpSpPr/>
          <p:nvPr/>
        </p:nvGrpSpPr>
        <p:grpSpPr>
          <a:xfrm>
            <a:off x="1005840" y="1058171"/>
            <a:ext cx="10347960" cy="3082757"/>
            <a:chOff x="1005840" y="1058171"/>
            <a:chExt cx="10347960" cy="3082757"/>
          </a:xfrm>
        </p:grpSpPr>
        <p:pic>
          <p:nvPicPr>
            <p:cNvPr descr="Buy Fake Gold Bar Bullion Door Stop/Paperweight for Home Office Decoration  Online at desertcart Bangladesh" id="313" name="Google Shape;313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72691" y="1347307"/>
              <a:ext cx="1064259" cy="1064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orazado Pericia Identificar lcd tv display césped Personalmente estaño" id="314" name="Google Shape;314;p4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750426" y="1360725"/>
              <a:ext cx="1603374" cy="11063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ns Watches: Nice, Classic Fashion Wrist Watches For Men - Fossil" id="315" name="Google Shape;315;p4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05840" y="1058171"/>
              <a:ext cx="1290254" cy="14966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iaomi 12: A small smartphone with high-end equipment - NotebookCheck.net  News" id="316" name="Google Shape;316;p49"/>
            <p:cNvPicPr preferRelativeResize="0"/>
            <p:nvPr/>
          </p:nvPicPr>
          <p:blipFill rotWithShape="1">
            <a:blip r:embed="rId8">
              <a:alphaModFix/>
            </a:blip>
            <a:srcRect b="0" l="0" r="0" t="7012"/>
            <a:stretch/>
          </p:blipFill>
          <p:spPr>
            <a:xfrm>
              <a:off x="5946410" y="1187768"/>
              <a:ext cx="2727419" cy="1541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49"/>
            <p:cNvSpPr txBox="1"/>
            <p:nvPr/>
          </p:nvSpPr>
          <p:spPr>
            <a:xfrm>
              <a:off x="1005840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$ 3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49"/>
            <p:cNvSpPr txBox="1"/>
            <p:nvPr/>
          </p:nvSpPr>
          <p:spPr>
            <a:xfrm>
              <a:off x="3476125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$ 4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49"/>
            <p:cNvSpPr txBox="1"/>
            <p:nvPr/>
          </p:nvSpPr>
          <p:spPr>
            <a:xfrm>
              <a:off x="6375248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$ 5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49"/>
            <p:cNvSpPr txBox="1"/>
            <p:nvPr/>
          </p:nvSpPr>
          <p:spPr>
            <a:xfrm>
              <a:off x="9900952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$ 6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49"/>
            <p:cNvSpPr txBox="1"/>
            <p:nvPr/>
          </p:nvSpPr>
          <p:spPr>
            <a:xfrm>
              <a:off x="1005840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49"/>
            <p:cNvSpPr txBox="1"/>
            <p:nvPr/>
          </p:nvSpPr>
          <p:spPr>
            <a:xfrm>
              <a:off x="3476125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49"/>
            <p:cNvSpPr txBox="1"/>
            <p:nvPr/>
          </p:nvSpPr>
          <p:spPr>
            <a:xfrm>
              <a:off x="6375248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49"/>
            <p:cNvSpPr txBox="1"/>
            <p:nvPr/>
          </p:nvSpPr>
          <p:spPr>
            <a:xfrm>
              <a:off x="9900952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49"/>
          <p:cNvSpPr txBox="1"/>
          <p:nvPr/>
        </p:nvSpPr>
        <p:spPr>
          <a:xfrm>
            <a:off x="9510522" y="5233740"/>
            <a:ext cx="10679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Kg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327" name="Google Shape;327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8" name="Google Shape;328;p49"/>
          <p:cNvSpPr/>
          <p:nvPr/>
        </p:nvSpPr>
        <p:spPr>
          <a:xfrm>
            <a:off x="1005840" y="4140928"/>
            <a:ext cx="9963033" cy="521417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9"/>
          <p:cNvSpPr/>
          <p:nvPr/>
        </p:nvSpPr>
        <p:spPr>
          <a:xfrm>
            <a:off x="6061150" y="1264454"/>
            <a:ext cx="1881357" cy="2893382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0/1 knapsack problem</a:t>
            </a:r>
            <a:endParaRPr/>
          </a:p>
        </p:txBody>
      </p:sp>
      <p:pic>
        <p:nvPicPr>
          <p:cNvPr id="335" name="Google Shape;335;p50"/>
          <p:cNvPicPr preferRelativeResize="0"/>
          <p:nvPr/>
        </p:nvPicPr>
        <p:blipFill rotWithShape="1">
          <a:blip r:embed="rId3">
            <a:alphaModFix/>
          </a:blip>
          <a:srcRect b="11071" l="0" r="0" t="0"/>
          <a:stretch/>
        </p:blipFill>
        <p:spPr>
          <a:xfrm>
            <a:off x="7066281" y="4842274"/>
            <a:ext cx="1668884" cy="1906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6,154 Knapsack Images, Stock Photos &amp; Vectors | Shutterstock" id="336" name="Google Shape;336;p50"/>
          <p:cNvPicPr preferRelativeResize="0"/>
          <p:nvPr/>
        </p:nvPicPr>
        <p:blipFill rotWithShape="1">
          <a:blip r:embed="rId4">
            <a:alphaModFix/>
          </a:blip>
          <a:srcRect b="15452" l="52763" r="0" t="8776"/>
          <a:stretch/>
        </p:blipFill>
        <p:spPr>
          <a:xfrm>
            <a:off x="8932465" y="4767205"/>
            <a:ext cx="2228654" cy="20567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50"/>
          <p:cNvGrpSpPr/>
          <p:nvPr/>
        </p:nvGrpSpPr>
        <p:grpSpPr>
          <a:xfrm>
            <a:off x="1005840" y="1058171"/>
            <a:ext cx="10347960" cy="3082757"/>
            <a:chOff x="1005840" y="1058171"/>
            <a:chExt cx="10347960" cy="3082757"/>
          </a:xfrm>
        </p:grpSpPr>
        <p:pic>
          <p:nvPicPr>
            <p:cNvPr descr="Buy Fake Gold Bar Bullion Door Stop/Paperweight for Home Office Decoration  Online at desertcart Bangladesh" id="338" name="Google Shape;338;p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72691" y="1347307"/>
              <a:ext cx="1064259" cy="1064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orazado Pericia Identificar lcd tv display césped Personalmente estaño" id="339" name="Google Shape;339;p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750426" y="1360725"/>
              <a:ext cx="1603374" cy="11063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ns Watches: Nice, Classic Fashion Wrist Watches For Men - Fossil" id="340" name="Google Shape;340;p5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05840" y="1058171"/>
              <a:ext cx="1290254" cy="14966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iaomi 12: A small smartphone with high-end equipment - NotebookCheck.net  News" id="341" name="Google Shape;341;p50"/>
            <p:cNvPicPr preferRelativeResize="0"/>
            <p:nvPr/>
          </p:nvPicPr>
          <p:blipFill rotWithShape="1">
            <a:blip r:embed="rId8">
              <a:alphaModFix/>
            </a:blip>
            <a:srcRect b="0" l="0" r="0" t="7012"/>
            <a:stretch/>
          </p:blipFill>
          <p:spPr>
            <a:xfrm>
              <a:off x="5946410" y="1187768"/>
              <a:ext cx="2727419" cy="1541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50"/>
            <p:cNvSpPr txBox="1"/>
            <p:nvPr/>
          </p:nvSpPr>
          <p:spPr>
            <a:xfrm>
              <a:off x="1005840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$ 3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50"/>
            <p:cNvSpPr txBox="1"/>
            <p:nvPr/>
          </p:nvSpPr>
          <p:spPr>
            <a:xfrm>
              <a:off x="3476125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$ 4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50"/>
            <p:cNvSpPr txBox="1"/>
            <p:nvPr/>
          </p:nvSpPr>
          <p:spPr>
            <a:xfrm>
              <a:off x="6375248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$ 5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50"/>
            <p:cNvSpPr txBox="1"/>
            <p:nvPr/>
          </p:nvSpPr>
          <p:spPr>
            <a:xfrm>
              <a:off x="9900952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$ 6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50"/>
            <p:cNvSpPr txBox="1"/>
            <p:nvPr/>
          </p:nvSpPr>
          <p:spPr>
            <a:xfrm>
              <a:off x="1005840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50"/>
            <p:cNvSpPr txBox="1"/>
            <p:nvPr/>
          </p:nvSpPr>
          <p:spPr>
            <a:xfrm>
              <a:off x="3476125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50"/>
            <p:cNvSpPr txBox="1"/>
            <p:nvPr/>
          </p:nvSpPr>
          <p:spPr>
            <a:xfrm>
              <a:off x="6375248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50"/>
            <p:cNvSpPr txBox="1"/>
            <p:nvPr/>
          </p:nvSpPr>
          <p:spPr>
            <a:xfrm>
              <a:off x="9900952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0" name="Google Shape;350;p50"/>
          <p:cNvSpPr txBox="1"/>
          <p:nvPr/>
        </p:nvSpPr>
        <p:spPr>
          <a:xfrm>
            <a:off x="9510522" y="5233740"/>
            <a:ext cx="10679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Kg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352" name="Google Shape;352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50"/>
          <p:cNvSpPr/>
          <p:nvPr/>
        </p:nvSpPr>
        <p:spPr>
          <a:xfrm>
            <a:off x="1005840" y="4140928"/>
            <a:ext cx="9963033" cy="521417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0"/>
          <p:cNvSpPr/>
          <p:nvPr/>
        </p:nvSpPr>
        <p:spPr>
          <a:xfrm>
            <a:off x="3017308" y="1431848"/>
            <a:ext cx="1881357" cy="2893382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0/1 knapsack problem</a:t>
            </a:r>
            <a:endParaRPr/>
          </a:p>
        </p:txBody>
      </p:sp>
      <p:pic>
        <p:nvPicPr>
          <p:cNvPr id="360" name="Google Shape;360;p51"/>
          <p:cNvPicPr preferRelativeResize="0"/>
          <p:nvPr/>
        </p:nvPicPr>
        <p:blipFill rotWithShape="1">
          <a:blip r:embed="rId3">
            <a:alphaModFix/>
          </a:blip>
          <a:srcRect b="11071" l="0" r="0" t="0"/>
          <a:stretch/>
        </p:blipFill>
        <p:spPr>
          <a:xfrm>
            <a:off x="7066281" y="4842274"/>
            <a:ext cx="1668884" cy="1906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6,154 Knapsack Images, Stock Photos &amp; Vectors | Shutterstock" id="361" name="Google Shape;361;p51"/>
          <p:cNvPicPr preferRelativeResize="0"/>
          <p:nvPr/>
        </p:nvPicPr>
        <p:blipFill rotWithShape="1">
          <a:blip r:embed="rId4">
            <a:alphaModFix/>
          </a:blip>
          <a:srcRect b="15452" l="52763" r="0" t="8776"/>
          <a:stretch/>
        </p:blipFill>
        <p:spPr>
          <a:xfrm>
            <a:off x="8932465" y="4767205"/>
            <a:ext cx="2228654" cy="20567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51"/>
          <p:cNvGrpSpPr/>
          <p:nvPr/>
        </p:nvGrpSpPr>
        <p:grpSpPr>
          <a:xfrm>
            <a:off x="1005840" y="1058171"/>
            <a:ext cx="10347960" cy="3082757"/>
            <a:chOff x="1005840" y="1058171"/>
            <a:chExt cx="10347960" cy="3082757"/>
          </a:xfrm>
        </p:grpSpPr>
        <p:pic>
          <p:nvPicPr>
            <p:cNvPr descr="Buy Fake Gold Bar Bullion Door Stop/Paperweight for Home Office Decoration  Online at desertcart Bangladesh" id="363" name="Google Shape;363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72691" y="1347307"/>
              <a:ext cx="1064259" cy="1064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orazado Pericia Identificar lcd tv display césped Personalmente estaño" id="364" name="Google Shape;364;p5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750426" y="1360725"/>
              <a:ext cx="1603374" cy="11063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ns Watches: Nice, Classic Fashion Wrist Watches For Men - Fossil" id="365" name="Google Shape;365;p5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05840" y="1058171"/>
              <a:ext cx="1290254" cy="14966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iaomi 12: A small smartphone with high-end equipment - NotebookCheck.net  News" id="366" name="Google Shape;366;p51"/>
            <p:cNvPicPr preferRelativeResize="0"/>
            <p:nvPr/>
          </p:nvPicPr>
          <p:blipFill rotWithShape="1">
            <a:blip r:embed="rId8">
              <a:alphaModFix/>
            </a:blip>
            <a:srcRect b="0" l="0" r="0" t="7012"/>
            <a:stretch/>
          </p:blipFill>
          <p:spPr>
            <a:xfrm>
              <a:off x="5946410" y="1187768"/>
              <a:ext cx="2727419" cy="1541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51"/>
            <p:cNvSpPr txBox="1"/>
            <p:nvPr/>
          </p:nvSpPr>
          <p:spPr>
            <a:xfrm>
              <a:off x="1005840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$ 3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51"/>
            <p:cNvSpPr txBox="1"/>
            <p:nvPr/>
          </p:nvSpPr>
          <p:spPr>
            <a:xfrm>
              <a:off x="3476125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$ 4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51"/>
            <p:cNvSpPr txBox="1"/>
            <p:nvPr/>
          </p:nvSpPr>
          <p:spPr>
            <a:xfrm>
              <a:off x="6375248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$ 5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51"/>
            <p:cNvSpPr txBox="1"/>
            <p:nvPr/>
          </p:nvSpPr>
          <p:spPr>
            <a:xfrm>
              <a:off x="9900952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$ 6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51"/>
            <p:cNvSpPr txBox="1"/>
            <p:nvPr/>
          </p:nvSpPr>
          <p:spPr>
            <a:xfrm>
              <a:off x="1005840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51"/>
            <p:cNvSpPr txBox="1"/>
            <p:nvPr/>
          </p:nvSpPr>
          <p:spPr>
            <a:xfrm>
              <a:off x="3476125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51"/>
            <p:cNvSpPr txBox="1"/>
            <p:nvPr/>
          </p:nvSpPr>
          <p:spPr>
            <a:xfrm>
              <a:off x="6375248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51"/>
            <p:cNvSpPr txBox="1"/>
            <p:nvPr/>
          </p:nvSpPr>
          <p:spPr>
            <a:xfrm>
              <a:off x="9900952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51"/>
          <p:cNvSpPr txBox="1"/>
          <p:nvPr/>
        </p:nvSpPr>
        <p:spPr>
          <a:xfrm>
            <a:off x="9510522" y="5233740"/>
            <a:ext cx="10679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Kg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377" name="Google Shape;377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p51"/>
          <p:cNvSpPr/>
          <p:nvPr/>
        </p:nvSpPr>
        <p:spPr>
          <a:xfrm>
            <a:off x="1005840" y="4140928"/>
            <a:ext cx="9963033" cy="521417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1"/>
          <p:cNvSpPr/>
          <p:nvPr/>
        </p:nvSpPr>
        <p:spPr>
          <a:xfrm>
            <a:off x="796154" y="1344417"/>
            <a:ext cx="1881357" cy="2893382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2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0/1 knapsack problem</a:t>
            </a:r>
            <a:endParaRPr/>
          </a:p>
        </p:txBody>
      </p:sp>
      <p:pic>
        <p:nvPicPr>
          <p:cNvPr id="385" name="Google Shape;385;p52"/>
          <p:cNvPicPr preferRelativeResize="0"/>
          <p:nvPr/>
        </p:nvPicPr>
        <p:blipFill rotWithShape="1">
          <a:blip r:embed="rId3">
            <a:alphaModFix/>
          </a:blip>
          <a:srcRect b="11071" l="0" r="0" t="0"/>
          <a:stretch/>
        </p:blipFill>
        <p:spPr>
          <a:xfrm>
            <a:off x="7066281" y="4842274"/>
            <a:ext cx="1668884" cy="1906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6,154 Knapsack Images, Stock Photos &amp; Vectors | Shutterstock" id="386" name="Google Shape;386;p52"/>
          <p:cNvPicPr preferRelativeResize="0"/>
          <p:nvPr/>
        </p:nvPicPr>
        <p:blipFill rotWithShape="1">
          <a:blip r:embed="rId4">
            <a:alphaModFix/>
          </a:blip>
          <a:srcRect b="15452" l="52763" r="0" t="8776"/>
          <a:stretch/>
        </p:blipFill>
        <p:spPr>
          <a:xfrm>
            <a:off x="8932465" y="4767205"/>
            <a:ext cx="2228654" cy="20567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52"/>
          <p:cNvGrpSpPr/>
          <p:nvPr/>
        </p:nvGrpSpPr>
        <p:grpSpPr>
          <a:xfrm>
            <a:off x="1005840" y="1058171"/>
            <a:ext cx="10347960" cy="3082757"/>
            <a:chOff x="1005840" y="1058171"/>
            <a:chExt cx="10347960" cy="3082757"/>
          </a:xfrm>
        </p:grpSpPr>
        <p:pic>
          <p:nvPicPr>
            <p:cNvPr descr="Buy Fake Gold Bar Bullion Door Stop/Paperweight for Home Office Decoration  Online at desertcart Bangladesh" id="388" name="Google Shape;388;p5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72691" y="1347307"/>
              <a:ext cx="1064259" cy="1064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orazado Pericia Identificar lcd tv display césped Personalmente estaño" id="389" name="Google Shape;389;p5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750426" y="1360725"/>
              <a:ext cx="1603374" cy="11063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ns Watches: Nice, Classic Fashion Wrist Watches For Men - Fossil" id="390" name="Google Shape;390;p5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05840" y="1058171"/>
              <a:ext cx="1290254" cy="14966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iaomi 12: A small smartphone with high-end equipment - NotebookCheck.net  News" id="391" name="Google Shape;391;p52"/>
            <p:cNvPicPr preferRelativeResize="0"/>
            <p:nvPr/>
          </p:nvPicPr>
          <p:blipFill rotWithShape="1">
            <a:blip r:embed="rId8">
              <a:alphaModFix/>
            </a:blip>
            <a:srcRect b="0" l="0" r="0" t="7012"/>
            <a:stretch/>
          </p:blipFill>
          <p:spPr>
            <a:xfrm>
              <a:off x="5946410" y="1187768"/>
              <a:ext cx="2727419" cy="1541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52"/>
            <p:cNvSpPr txBox="1"/>
            <p:nvPr/>
          </p:nvSpPr>
          <p:spPr>
            <a:xfrm>
              <a:off x="1005840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$ 3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52"/>
            <p:cNvSpPr txBox="1"/>
            <p:nvPr/>
          </p:nvSpPr>
          <p:spPr>
            <a:xfrm>
              <a:off x="3476125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$ 4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52"/>
            <p:cNvSpPr txBox="1"/>
            <p:nvPr/>
          </p:nvSpPr>
          <p:spPr>
            <a:xfrm>
              <a:off x="6375248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$ 5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52"/>
            <p:cNvSpPr txBox="1"/>
            <p:nvPr/>
          </p:nvSpPr>
          <p:spPr>
            <a:xfrm>
              <a:off x="9900952" y="2640011"/>
              <a:ext cx="93487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$ 6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52"/>
            <p:cNvSpPr txBox="1"/>
            <p:nvPr/>
          </p:nvSpPr>
          <p:spPr>
            <a:xfrm>
              <a:off x="1005840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52"/>
            <p:cNvSpPr txBox="1"/>
            <p:nvPr/>
          </p:nvSpPr>
          <p:spPr>
            <a:xfrm>
              <a:off x="3476125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52"/>
            <p:cNvSpPr txBox="1"/>
            <p:nvPr/>
          </p:nvSpPr>
          <p:spPr>
            <a:xfrm>
              <a:off x="6375248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52"/>
            <p:cNvSpPr txBox="1"/>
            <p:nvPr/>
          </p:nvSpPr>
          <p:spPr>
            <a:xfrm>
              <a:off x="9900952" y="3433042"/>
              <a:ext cx="10679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 Kg</a:t>
              </a:r>
              <a:endParaRPr b="0" i="0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52"/>
          <p:cNvSpPr txBox="1"/>
          <p:nvPr/>
        </p:nvSpPr>
        <p:spPr>
          <a:xfrm>
            <a:off x="9510522" y="5233740"/>
            <a:ext cx="10679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Kg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402" name="Google Shape;402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" name="Google Shape;403;p52"/>
          <p:cNvSpPr/>
          <p:nvPr/>
        </p:nvSpPr>
        <p:spPr>
          <a:xfrm>
            <a:off x="1005840" y="4140928"/>
            <a:ext cx="9963033" cy="521417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2"/>
          <p:cNvSpPr/>
          <p:nvPr/>
        </p:nvSpPr>
        <p:spPr>
          <a:xfrm>
            <a:off x="684335" y="5041902"/>
            <a:ext cx="558358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Which items would you steal?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Don’t be GREEDY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Formulation</a:t>
            </a:r>
            <a:endParaRPr/>
          </a:p>
        </p:txBody>
      </p:sp>
      <p:sp>
        <p:nvSpPr>
          <p:cNvPr id="410" name="Google Shape;410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What’s the maximum amount</a:t>
            </a:r>
            <a:r>
              <a:rPr lang="en-US"/>
              <a:t> can the thief with a bag with 5Kg of capacity steal from the 4 items?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 (5 kg, 4 items)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 ( w, n )</a:t>
            </a:r>
            <a:endParaRPr/>
          </a:p>
        </p:txBody>
      </p:sp>
      <p:sp>
        <p:nvSpPr>
          <p:cNvPr id="411" name="Google Shape;41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412" name="Google Shape;41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3" name="Google Shape;4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  <p:grpSp>
        <p:nvGrpSpPr>
          <p:cNvPr id="414" name="Google Shape;414;p16"/>
          <p:cNvGrpSpPr/>
          <p:nvPr/>
        </p:nvGrpSpPr>
        <p:grpSpPr>
          <a:xfrm>
            <a:off x="4475295" y="3058573"/>
            <a:ext cx="6443870" cy="1628918"/>
            <a:chOff x="931694" y="1078242"/>
            <a:chExt cx="10422106" cy="2972630"/>
          </a:xfrm>
        </p:grpSpPr>
        <p:pic>
          <p:nvPicPr>
            <p:cNvPr descr="Buy Fake Gold Bar Bullion Door Stop/Paperweight for Home Office Decoration  Online at desertcart Bangladesh" id="415" name="Google Shape;415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98544" y="1382186"/>
              <a:ext cx="1064259" cy="1064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orazado Pericia Identificar lcd tv display césped Personalmente estaño" id="416" name="Google Shape;416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50426" y="1360725"/>
              <a:ext cx="1603374" cy="11063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ns Watches: Nice, Classic Fashion Wrist Watches For Men - Fossil" id="417" name="Google Shape;41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31694" y="1078242"/>
              <a:ext cx="1290253" cy="14966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iaomi 12: A small smartphone with high-end equipment - NotebookCheck.net  News" id="418" name="Google Shape;418;p16"/>
            <p:cNvPicPr preferRelativeResize="0"/>
            <p:nvPr/>
          </p:nvPicPr>
          <p:blipFill rotWithShape="1">
            <a:blip r:embed="rId6">
              <a:alphaModFix/>
            </a:blip>
            <a:srcRect b="0" l="0" r="0" t="7012"/>
            <a:stretch/>
          </p:blipFill>
          <p:spPr>
            <a:xfrm>
              <a:off x="5946410" y="1187768"/>
              <a:ext cx="2727419" cy="1541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9" name="Google Shape;419;p16"/>
            <p:cNvSpPr txBox="1"/>
            <p:nvPr/>
          </p:nvSpPr>
          <p:spPr>
            <a:xfrm>
              <a:off x="1005840" y="2640012"/>
              <a:ext cx="848314" cy="67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$ 3 </a:t>
              </a:r>
              <a:endParaRPr b="0" i="0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6"/>
            <p:cNvSpPr txBox="1"/>
            <p:nvPr/>
          </p:nvSpPr>
          <p:spPr>
            <a:xfrm>
              <a:off x="3476125" y="2160971"/>
              <a:ext cx="949427" cy="129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$ 4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6"/>
            <p:cNvSpPr txBox="1"/>
            <p:nvPr/>
          </p:nvSpPr>
          <p:spPr>
            <a:xfrm>
              <a:off x="6343782" y="2167141"/>
              <a:ext cx="897574" cy="129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$ 5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6"/>
            <p:cNvSpPr txBox="1"/>
            <p:nvPr/>
          </p:nvSpPr>
          <p:spPr>
            <a:xfrm>
              <a:off x="10019446" y="2101048"/>
              <a:ext cx="949427" cy="129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$ 6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6"/>
            <p:cNvSpPr txBox="1"/>
            <p:nvPr/>
          </p:nvSpPr>
          <p:spPr>
            <a:xfrm>
              <a:off x="1005840" y="3433041"/>
              <a:ext cx="871648" cy="61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6"/>
            <p:cNvSpPr txBox="1"/>
            <p:nvPr/>
          </p:nvSpPr>
          <p:spPr>
            <a:xfrm>
              <a:off x="3476125" y="3433041"/>
              <a:ext cx="871648" cy="61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6"/>
            <p:cNvSpPr txBox="1"/>
            <p:nvPr/>
          </p:nvSpPr>
          <p:spPr>
            <a:xfrm>
              <a:off x="6375248" y="3433041"/>
              <a:ext cx="871648" cy="61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6"/>
            <p:cNvSpPr txBox="1"/>
            <p:nvPr/>
          </p:nvSpPr>
          <p:spPr>
            <a:xfrm>
              <a:off x="9900953" y="3433041"/>
              <a:ext cx="1067920" cy="561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 Kg</a:t>
              </a:r>
              <a:endParaRPr b="0" i="0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27" name="Google Shape;427;p16"/>
          <p:cNvPicPr preferRelativeResize="0"/>
          <p:nvPr/>
        </p:nvPicPr>
        <p:blipFill rotWithShape="1">
          <a:blip r:embed="rId7">
            <a:alphaModFix/>
          </a:blip>
          <a:srcRect b="11071" l="0" r="0" t="0"/>
          <a:stretch/>
        </p:blipFill>
        <p:spPr>
          <a:xfrm>
            <a:off x="9823355" y="4856262"/>
            <a:ext cx="1128607" cy="1223168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6"/>
          <p:cNvSpPr txBox="1"/>
          <p:nvPr/>
        </p:nvSpPr>
        <p:spPr>
          <a:xfrm>
            <a:off x="9186208" y="6158011"/>
            <a:ext cx="29899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 where the thief is standing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9" name="Google Shape;429;p16"/>
          <p:cNvGrpSpPr/>
          <p:nvPr/>
        </p:nvGrpSpPr>
        <p:grpSpPr>
          <a:xfrm>
            <a:off x="11058130" y="5027105"/>
            <a:ext cx="1128608" cy="898436"/>
            <a:chOff x="10681169" y="4569410"/>
            <a:chExt cx="1128608" cy="898436"/>
          </a:xfrm>
        </p:grpSpPr>
        <p:pic>
          <p:nvPicPr>
            <p:cNvPr descr="46,154 Knapsack Images, Stock Photos &amp; Vectors | Shutterstock" id="430" name="Google Shape;430;p16"/>
            <p:cNvPicPr preferRelativeResize="0"/>
            <p:nvPr/>
          </p:nvPicPr>
          <p:blipFill rotWithShape="1">
            <a:blip r:embed="rId8">
              <a:alphaModFix/>
            </a:blip>
            <a:srcRect b="15452" l="52763" r="0" t="8776"/>
            <a:stretch/>
          </p:blipFill>
          <p:spPr>
            <a:xfrm>
              <a:off x="10681169" y="4569410"/>
              <a:ext cx="1128608" cy="8984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" name="Google Shape;431;p16"/>
            <p:cNvSpPr txBox="1"/>
            <p:nvPr/>
          </p:nvSpPr>
          <p:spPr>
            <a:xfrm>
              <a:off x="10919165" y="4856262"/>
              <a:ext cx="785359" cy="369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 Kg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Formulation</a:t>
            </a:r>
            <a:endParaRPr/>
          </a:p>
        </p:txBody>
      </p:sp>
      <p:sp>
        <p:nvSpPr>
          <p:cNvPr id="437" name="Google Shape;437;p5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What’s the maximum amount</a:t>
            </a:r>
            <a:r>
              <a:rPr lang="en-US"/>
              <a:t> can the thief with a bag with 5Kg of capacity steal from the 4 items?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 (2 kg, 2 items)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 ( w, n )</a:t>
            </a:r>
            <a:endParaRPr/>
          </a:p>
        </p:txBody>
      </p:sp>
      <p:sp>
        <p:nvSpPr>
          <p:cNvPr id="438" name="Google Shape;438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439" name="Google Shape;439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0" name="Google Shape;440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  <p:grpSp>
        <p:nvGrpSpPr>
          <p:cNvPr id="441" name="Google Shape;441;p53"/>
          <p:cNvGrpSpPr/>
          <p:nvPr/>
        </p:nvGrpSpPr>
        <p:grpSpPr>
          <a:xfrm>
            <a:off x="4475295" y="3058573"/>
            <a:ext cx="6443870" cy="1628918"/>
            <a:chOff x="931694" y="1078242"/>
            <a:chExt cx="10422106" cy="2972630"/>
          </a:xfrm>
        </p:grpSpPr>
        <p:pic>
          <p:nvPicPr>
            <p:cNvPr descr="Buy Fake Gold Bar Bullion Door Stop/Paperweight for Home Office Decoration  Online at desertcart Bangladesh" id="442" name="Google Shape;442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98544" y="1382186"/>
              <a:ext cx="1064259" cy="1064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orazado Pericia Identificar lcd tv display césped Personalmente estaño" id="443" name="Google Shape;443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50426" y="1360725"/>
              <a:ext cx="1603374" cy="11063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ns Watches: Nice, Classic Fashion Wrist Watches For Men - Fossil" id="444" name="Google Shape;444;p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31694" y="1078242"/>
              <a:ext cx="1290253" cy="14966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iaomi 12: A small smartphone with high-end equipment - NotebookCheck.net  News" id="445" name="Google Shape;445;p53"/>
            <p:cNvPicPr preferRelativeResize="0"/>
            <p:nvPr/>
          </p:nvPicPr>
          <p:blipFill rotWithShape="1">
            <a:blip r:embed="rId6">
              <a:alphaModFix/>
            </a:blip>
            <a:srcRect b="0" l="0" r="0" t="7012"/>
            <a:stretch/>
          </p:blipFill>
          <p:spPr>
            <a:xfrm>
              <a:off x="5946410" y="1187768"/>
              <a:ext cx="2727419" cy="1541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53"/>
            <p:cNvSpPr txBox="1"/>
            <p:nvPr/>
          </p:nvSpPr>
          <p:spPr>
            <a:xfrm>
              <a:off x="1005840" y="2640012"/>
              <a:ext cx="848314" cy="67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$ 3 </a:t>
              </a:r>
              <a:endParaRPr b="0" i="0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53"/>
            <p:cNvSpPr txBox="1"/>
            <p:nvPr/>
          </p:nvSpPr>
          <p:spPr>
            <a:xfrm>
              <a:off x="3476125" y="2160971"/>
              <a:ext cx="949427" cy="129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$ 4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53"/>
            <p:cNvSpPr txBox="1"/>
            <p:nvPr/>
          </p:nvSpPr>
          <p:spPr>
            <a:xfrm>
              <a:off x="6343782" y="2167141"/>
              <a:ext cx="897574" cy="129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$ 5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53"/>
            <p:cNvSpPr txBox="1"/>
            <p:nvPr/>
          </p:nvSpPr>
          <p:spPr>
            <a:xfrm>
              <a:off x="10019446" y="2101048"/>
              <a:ext cx="949427" cy="129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$ 6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53"/>
            <p:cNvSpPr txBox="1"/>
            <p:nvPr/>
          </p:nvSpPr>
          <p:spPr>
            <a:xfrm>
              <a:off x="1005840" y="3433041"/>
              <a:ext cx="871648" cy="61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53"/>
            <p:cNvSpPr txBox="1"/>
            <p:nvPr/>
          </p:nvSpPr>
          <p:spPr>
            <a:xfrm>
              <a:off x="3476125" y="3433041"/>
              <a:ext cx="871648" cy="61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53"/>
            <p:cNvSpPr txBox="1"/>
            <p:nvPr/>
          </p:nvSpPr>
          <p:spPr>
            <a:xfrm>
              <a:off x="6375248" y="3433041"/>
              <a:ext cx="871648" cy="61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53"/>
            <p:cNvSpPr txBox="1"/>
            <p:nvPr/>
          </p:nvSpPr>
          <p:spPr>
            <a:xfrm>
              <a:off x="9900953" y="3433041"/>
              <a:ext cx="1067920" cy="561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 Kg</a:t>
              </a:r>
              <a:endParaRPr b="0" i="0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4" name="Google Shape;454;p53"/>
          <p:cNvPicPr preferRelativeResize="0"/>
          <p:nvPr/>
        </p:nvPicPr>
        <p:blipFill rotWithShape="1">
          <a:blip r:embed="rId7">
            <a:alphaModFix/>
          </a:blip>
          <a:srcRect b="11071" l="0" r="0" t="0"/>
          <a:stretch/>
        </p:blipFill>
        <p:spPr>
          <a:xfrm>
            <a:off x="5790017" y="4705754"/>
            <a:ext cx="1128607" cy="1223168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3"/>
          <p:cNvSpPr txBox="1"/>
          <p:nvPr/>
        </p:nvSpPr>
        <p:spPr>
          <a:xfrm>
            <a:off x="5752135" y="5925541"/>
            <a:ext cx="29899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 where the thief is standing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6" name="Google Shape;456;p53"/>
          <p:cNvGrpSpPr/>
          <p:nvPr/>
        </p:nvGrpSpPr>
        <p:grpSpPr>
          <a:xfrm>
            <a:off x="7024792" y="4876597"/>
            <a:ext cx="1128608" cy="898436"/>
            <a:chOff x="10681169" y="4569410"/>
            <a:chExt cx="1128608" cy="898436"/>
          </a:xfrm>
        </p:grpSpPr>
        <p:pic>
          <p:nvPicPr>
            <p:cNvPr descr="46,154 Knapsack Images, Stock Photos &amp; Vectors | Shutterstock" id="457" name="Google Shape;457;p53"/>
            <p:cNvPicPr preferRelativeResize="0"/>
            <p:nvPr/>
          </p:nvPicPr>
          <p:blipFill rotWithShape="1">
            <a:blip r:embed="rId8">
              <a:alphaModFix/>
            </a:blip>
            <a:srcRect b="15452" l="52763" r="0" t="8776"/>
            <a:stretch/>
          </p:blipFill>
          <p:spPr>
            <a:xfrm>
              <a:off x="10681169" y="4569410"/>
              <a:ext cx="1128608" cy="8984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8" name="Google Shape;458;p53"/>
            <p:cNvSpPr txBox="1"/>
            <p:nvPr/>
          </p:nvSpPr>
          <p:spPr>
            <a:xfrm>
              <a:off x="10919165" y="4856262"/>
              <a:ext cx="785359" cy="369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 Kg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7"/>
          <p:cNvSpPr txBox="1"/>
          <p:nvPr>
            <p:ph type="title"/>
          </p:nvPr>
        </p:nvSpPr>
        <p:spPr>
          <a:xfrm>
            <a:off x="114687" y="195631"/>
            <a:ext cx="38993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Yes, we can solve it recursively.</a:t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4099473" y="1174180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k(5,4)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2917664" y="2164636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k(5,3)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6705887" y="2378227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k(0,3)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17"/>
          <p:cNvCxnSpPr>
            <a:stCxn id="464" idx="2"/>
            <a:endCxn id="465" idx="0"/>
          </p:cNvCxnSpPr>
          <p:nvPr/>
        </p:nvCxnSpPr>
        <p:spPr>
          <a:xfrm flipH="1">
            <a:off x="3423291" y="1617525"/>
            <a:ext cx="1181700" cy="547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8" name="Google Shape;468;p17"/>
          <p:cNvCxnSpPr>
            <a:stCxn id="464" idx="2"/>
            <a:endCxn id="466" idx="0"/>
          </p:cNvCxnSpPr>
          <p:nvPr/>
        </p:nvCxnSpPr>
        <p:spPr>
          <a:xfrm>
            <a:off x="4604991" y="1617525"/>
            <a:ext cx="2606400" cy="760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9" name="Google Shape;469;p17"/>
          <p:cNvSpPr txBox="1"/>
          <p:nvPr/>
        </p:nvSpPr>
        <p:spPr>
          <a:xfrm>
            <a:off x="6644640" y="1831783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7"/>
          <p:cNvSpPr txBox="1"/>
          <p:nvPr/>
        </p:nvSpPr>
        <p:spPr>
          <a:xfrm>
            <a:off x="4604991" y="1826414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2052204" y="3098228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k(5,2)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17"/>
          <p:cNvCxnSpPr>
            <a:stCxn id="465" idx="2"/>
            <a:endCxn id="471" idx="0"/>
          </p:cNvCxnSpPr>
          <p:nvPr/>
        </p:nvCxnSpPr>
        <p:spPr>
          <a:xfrm flipH="1">
            <a:off x="2557682" y="2607981"/>
            <a:ext cx="865500" cy="490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3" name="Google Shape;473;p17"/>
          <p:cNvSpPr txBox="1"/>
          <p:nvPr/>
        </p:nvSpPr>
        <p:spPr>
          <a:xfrm>
            <a:off x="3467275" y="2913562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6085959" y="3143000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k(1,2)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17"/>
          <p:cNvCxnSpPr>
            <a:stCxn id="465" idx="2"/>
            <a:endCxn id="474" idx="0"/>
          </p:cNvCxnSpPr>
          <p:nvPr/>
        </p:nvCxnSpPr>
        <p:spPr>
          <a:xfrm>
            <a:off x="3423182" y="2607981"/>
            <a:ext cx="3168300" cy="534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6" name="Google Shape;476;p17"/>
          <p:cNvSpPr txBox="1"/>
          <p:nvPr/>
        </p:nvSpPr>
        <p:spPr>
          <a:xfrm>
            <a:off x="5592099" y="2678104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5756161" y="414249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8" name="Google Shape;478;p17"/>
          <p:cNvCxnSpPr>
            <a:stCxn id="474" idx="2"/>
            <a:endCxn id="477" idx="0"/>
          </p:cNvCxnSpPr>
          <p:nvPr/>
        </p:nvCxnSpPr>
        <p:spPr>
          <a:xfrm flipH="1">
            <a:off x="6261777" y="3586345"/>
            <a:ext cx="329700" cy="556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9" name="Google Shape;479;p17"/>
          <p:cNvSpPr txBox="1"/>
          <p:nvPr/>
        </p:nvSpPr>
        <p:spPr>
          <a:xfrm>
            <a:off x="6041448" y="3708700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" name="Google Shape;480;p17"/>
          <p:cNvCxnSpPr>
            <a:stCxn id="474" idx="2"/>
            <a:endCxn id="481" idx="0"/>
          </p:cNvCxnSpPr>
          <p:nvPr/>
        </p:nvCxnSpPr>
        <p:spPr>
          <a:xfrm>
            <a:off x="6591477" y="3586345"/>
            <a:ext cx="1899000" cy="1538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2" name="Google Shape;482;p17"/>
          <p:cNvSpPr txBox="1"/>
          <p:nvPr/>
        </p:nvSpPr>
        <p:spPr>
          <a:xfrm>
            <a:off x="7601746" y="4142492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7984926" y="5125067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k(1-3,1)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836631" y="4158556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4" name="Google Shape;484;p17"/>
          <p:cNvCxnSpPr>
            <a:stCxn id="471" idx="2"/>
            <a:endCxn id="485" idx="0"/>
          </p:cNvCxnSpPr>
          <p:nvPr/>
        </p:nvCxnSpPr>
        <p:spPr>
          <a:xfrm>
            <a:off x="2557722" y="3541573"/>
            <a:ext cx="1133400" cy="57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5" name="Google Shape;485;p17"/>
          <p:cNvSpPr/>
          <p:nvPr/>
        </p:nvSpPr>
        <p:spPr>
          <a:xfrm>
            <a:off x="3185600" y="4121549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k(2,1)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17"/>
          <p:cNvCxnSpPr>
            <a:stCxn id="471" idx="2"/>
            <a:endCxn id="483" idx="0"/>
          </p:cNvCxnSpPr>
          <p:nvPr/>
        </p:nvCxnSpPr>
        <p:spPr>
          <a:xfrm flipH="1">
            <a:off x="1342122" y="3541573"/>
            <a:ext cx="1215600" cy="617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7" name="Google Shape;487;p17"/>
          <p:cNvSpPr txBox="1"/>
          <p:nvPr/>
        </p:nvSpPr>
        <p:spPr>
          <a:xfrm>
            <a:off x="1573956" y="3646806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48393" y="5132391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1515710" y="5143957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k(3,0)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0" name="Google Shape;490;p17"/>
          <p:cNvCxnSpPr>
            <a:stCxn id="483" idx="2"/>
            <a:endCxn id="488" idx="0"/>
          </p:cNvCxnSpPr>
          <p:nvPr/>
        </p:nvCxnSpPr>
        <p:spPr>
          <a:xfrm flipH="1">
            <a:off x="554049" y="4601901"/>
            <a:ext cx="788100" cy="530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1" name="Google Shape;491;p17"/>
          <p:cNvCxnSpPr>
            <a:stCxn id="483" idx="2"/>
            <a:endCxn id="489" idx="0"/>
          </p:cNvCxnSpPr>
          <p:nvPr/>
        </p:nvCxnSpPr>
        <p:spPr>
          <a:xfrm>
            <a:off x="1342149" y="4601901"/>
            <a:ext cx="679200" cy="54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2" name="Google Shape;492;p17"/>
          <p:cNvSpPr txBox="1"/>
          <p:nvPr/>
        </p:nvSpPr>
        <p:spPr>
          <a:xfrm>
            <a:off x="454775" y="4601900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 txBox="1"/>
          <p:nvPr/>
        </p:nvSpPr>
        <p:spPr>
          <a:xfrm>
            <a:off x="1710018" y="464042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2762259" y="5132390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k(2,0)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3987246" y="5125548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k(0,0)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6" name="Google Shape;496;p17"/>
          <p:cNvCxnSpPr>
            <a:stCxn id="485" idx="2"/>
            <a:endCxn id="494" idx="0"/>
          </p:cNvCxnSpPr>
          <p:nvPr/>
        </p:nvCxnSpPr>
        <p:spPr>
          <a:xfrm flipH="1">
            <a:off x="3267818" y="4564894"/>
            <a:ext cx="423300" cy="56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7" name="Google Shape;497;p17"/>
          <p:cNvCxnSpPr>
            <a:stCxn id="485" idx="2"/>
            <a:endCxn id="495" idx="0"/>
          </p:cNvCxnSpPr>
          <p:nvPr/>
        </p:nvCxnSpPr>
        <p:spPr>
          <a:xfrm>
            <a:off x="3691118" y="4564894"/>
            <a:ext cx="801600" cy="56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8" name="Google Shape;498;p17"/>
          <p:cNvSpPr txBox="1"/>
          <p:nvPr/>
        </p:nvSpPr>
        <p:spPr>
          <a:xfrm>
            <a:off x="3143429" y="4682480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 txBox="1"/>
          <p:nvPr/>
        </p:nvSpPr>
        <p:spPr>
          <a:xfrm>
            <a:off x="3987029" y="4646498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7"/>
          <p:cNvSpPr txBox="1"/>
          <p:nvPr/>
        </p:nvSpPr>
        <p:spPr>
          <a:xfrm>
            <a:off x="359299" y="5590361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 txBox="1"/>
          <p:nvPr/>
        </p:nvSpPr>
        <p:spPr>
          <a:xfrm>
            <a:off x="1752049" y="5590361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 txBox="1"/>
          <p:nvPr/>
        </p:nvSpPr>
        <p:spPr>
          <a:xfrm>
            <a:off x="3267777" y="362420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7"/>
          <p:cNvSpPr txBox="1"/>
          <p:nvPr/>
        </p:nvSpPr>
        <p:spPr>
          <a:xfrm>
            <a:off x="3063240" y="5619308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 txBox="1"/>
          <p:nvPr/>
        </p:nvSpPr>
        <p:spPr>
          <a:xfrm>
            <a:off x="4280907" y="5640088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5339829" y="511878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6612311" y="5128937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k(1-2,0)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p17"/>
          <p:cNvCxnSpPr>
            <a:stCxn id="477" idx="2"/>
            <a:endCxn id="505" idx="0"/>
          </p:cNvCxnSpPr>
          <p:nvPr/>
        </p:nvCxnSpPr>
        <p:spPr>
          <a:xfrm flipH="1">
            <a:off x="5845279" y="4585837"/>
            <a:ext cx="416400" cy="532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8" name="Google Shape;508;p17"/>
          <p:cNvSpPr txBox="1"/>
          <p:nvPr/>
        </p:nvSpPr>
        <p:spPr>
          <a:xfrm>
            <a:off x="5698282" y="4653886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9" name="Google Shape;509;p17"/>
          <p:cNvCxnSpPr>
            <a:stCxn id="477" idx="2"/>
            <a:endCxn id="506" idx="0"/>
          </p:cNvCxnSpPr>
          <p:nvPr/>
        </p:nvCxnSpPr>
        <p:spPr>
          <a:xfrm>
            <a:off x="6261679" y="4585837"/>
            <a:ext cx="856200" cy="543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0" name="Google Shape;510;p17"/>
          <p:cNvSpPr txBox="1"/>
          <p:nvPr/>
        </p:nvSpPr>
        <p:spPr>
          <a:xfrm>
            <a:off x="6663402" y="4682480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7"/>
          <p:cNvSpPr txBox="1"/>
          <p:nvPr/>
        </p:nvSpPr>
        <p:spPr>
          <a:xfrm>
            <a:off x="5677534" y="5684482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7518400" y="3833091"/>
            <a:ext cx="1607127" cy="2087418"/>
          </a:xfrm>
          <a:custGeom>
            <a:rect b="b" l="l" r="r" t="t"/>
            <a:pathLst>
              <a:path extrusionOk="0" h="2087418" w="1607127">
                <a:moveTo>
                  <a:pt x="193964" y="0"/>
                </a:moveTo>
                <a:cubicBezTo>
                  <a:pt x="178570" y="12315"/>
                  <a:pt x="160764" y="22109"/>
                  <a:pt x="147782" y="36945"/>
                </a:cubicBezTo>
                <a:cubicBezTo>
                  <a:pt x="138715" y="47307"/>
                  <a:pt x="136140" y="61936"/>
                  <a:pt x="129309" y="73891"/>
                </a:cubicBezTo>
                <a:cubicBezTo>
                  <a:pt x="123801" y="83529"/>
                  <a:pt x="116994" y="92364"/>
                  <a:pt x="110836" y="101600"/>
                </a:cubicBezTo>
                <a:cubicBezTo>
                  <a:pt x="88854" y="167549"/>
                  <a:pt x="103165" y="140817"/>
                  <a:pt x="73891" y="184727"/>
                </a:cubicBezTo>
                <a:cubicBezTo>
                  <a:pt x="70812" y="193963"/>
                  <a:pt x="67330" y="203075"/>
                  <a:pt x="64655" y="212436"/>
                </a:cubicBezTo>
                <a:cubicBezTo>
                  <a:pt x="60711" y="226240"/>
                  <a:pt x="53562" y="262332"/>
                  <a:pt x="46182" y="277091"/>
                </a:cubicBezTo>
                <a:cubicBezTo>
                  <a:pt x="41218" y="287020"/>
                  <a:pt x="33867" y="295564"/>
                  <a:pt x="27709" y="304800"/>
                </a:cubicBezTo>
                <a:lnTo>
                  <a:pt x="9236" y="397164"/>
                </a:lnTo>
                <a:lnTo>
                  <a:pt x="0" y="443345"/>
                </a:lnTo>
                <a:cubicBezTo>
                  <a:pt x="3079" y="569575"/>
                  <a:pt x="3502" y="695898"/>
                  <a:pt x="9236" y="822036"/>
                </a:cubicBezTo>
                <a:cubicBezTo>
                  <a:pt x="9678" y="831762"/>
                  <a:pt x="16993" y="840122"/>
                  <a:pt x="18473" y="849745"/>
                </a:cubicBezTo>
                <a:cubicBezTo>
                  <a:pt x="23178" y="880327"/>
                  <a:pt x="23620" y="911439"/>
                  <a:pt x="27709" y="942109"/>
                </a:cubicBezTo>
                <a:cubicBezTo>
                  <a:pt x="33511" y="985627"/>
                  <a:pt x="40976" y="1000384"/>
                  <a:pt x="55418" y="1043709"/>
                </a:cubicBezTo>
                <a:lnTo>
                  <a:pt x="73891" y="1099127"/>
                </a:lnTo>
                <a:cubicBezTo>
                  <a:pt x="76970" y="1108363"/>
                  <a:pt x="77726" y="1118735"/>
                  <a:pt x="83127" y="1126836"/>
                </a:cubicBezTo>
                <a:lnTo>
                  <a:pt x="101600" y="1154545"/>
                </a:lnTo>
                <a:cubicBezTo>
                  <a:pt x="118103" y="1204057"/>
                  <a:pt x="105213" y="1161566"/>
                  <a:pt x="120073" y="1228436"/>
                </a:cubicBezTo>
                <a:cubicBezTo>
                  <a:pt x="122827" y="1240828"/>
                  <a:pt x="126649" y="1252969"/>
                  <a:pt x="129309" y="1265382"/>
                </a:cubicBezTo>
                <a:cubicBezTo>
                  <a:pt x="152132" y="1371889"/>
                  <a:pt x="129597" y="1330469"/>
                  <a:pt x="166255" y="1385454"/>
                </a:cubicBezTo>
                <a:cubicBezTo>
                  <a:pt x="188237" y="1451404"/>
                  <a:pt x="173926" y="1424671"/>
                  <a:pt x="203200" y="1468582"/>
                </a:cubicBezTo>
                <a:cubicBezTo>
                  <a:pt x="206279" y="1477818"/>
                  <a:pt x="207708" y="1487780"/>
                  <a:pt x="212436" y="1496291"/>
                </a:cubicBezTo>
                <a:cubicBezTo>
                  <a:pt x="223218" y="1515699"/>
                  <a:pt x="249382" y="1551709"/>
                  <a:pt x="249382" y="1551709"/>
                </a:cubicBezTo>
                <a:cubicBezTo>
                  <a:pt x="252461" y="1560945"/>
                  <a:pt x="252536" y="1571815"/>
                  <a:pt x="258618" y="1579418"/>
                </a:cubicBezTo>
                <a:cubicBezTo>
                  <a:pt x="265553" y="1588086"/>
                  <a:pt x="277799" y="1590784"/>
                  <a:pt x="286327" y="1597891"/>
                </a:cubicBezTo>
                <a:cubicBezTo>
                  <a:pt x="296362" y="1606253"/>
                  <a:pt x="305535" y="1615682"/>
                  <a:pt x="314036" y="1625600"/>
                </a:cubicBezTo>
                <a:cubicBezTo>
                  <a:pt x="347736" y="1664916"/>
                  <a:pt x="332427" y="1658515"/>
                  <a:pt x="369455" y="1690254"/>
                </a:cubicBezTo>
                <a:cubicBezTo>
                  <a:pt x="413610" y="1728102"/>
                  <a:pt x="396034" y="1709401"/>
                  <a:pt x="443345" y="1736436"/>
                </a:cubicBezTo>
                <a:cubicBezTo>
                  <a:pt x="485755" y="1760670"/>
                  <a:pt x="462878" y="1753178"/>
                  <a:pt x="508000" y="1791854"/>
                </a:cubicBezTo>
                <a:cubicBezTo>
                  <a:pt x="535381" y="1815323"/>
                  <a:pt x="540398" y="1808639"/>
                  <a:pt x="572655" y="1828800"/>
                </a:cubicBezTo>
                <a:cubicBezTo>
                  <a:pt x="585709" y="1836959"/>
                  <a:pt x="596546" y="1848350"/>
                  <a:pt x="609600" y="1856509"/>
                </a:cubicBezTo>
                <a:cubicBezTo>
                  <a:pt x="621276" y="1863806"/>
                  <a:pt x="634869" y="1867685"/>
                  <a:pt x="646545" y="1874982"/>
                </a:cubicBezTo>
                <a:cubicBezTo>
                  <a:pt x="659599" y="1883141"/>
                  <a:pt x="670125" y="1895054"/>
                  <a:pt x="683491" y="1902691"/>
                </a:cubicBezTo>
                <a:cubicBezTo>
                  <a:pt x="691944" y="1907521"/>
                  <a:pt x="702628" y="1907311"/>
                  <a:pt x="711200" y="1911927"/>
                </a:cubicBezTo>
                <a:cubicBezTo>
                  <a:pt x="756629" y="1936389"/>
                  <a:pt x="793976" y="1965875"/>
                  <a:pt x="840509" y="1985818"/>
                </a:cubicBezTo>
                <a:cubicBezTo>
                  <a:pt x="849458" y="1989653"/>
                  <a:pt x="858982" y="1991975"/>
                  <a:pt x="868218" y="1995054"/>
                </a:cubicBezTo>
                <a:cubicBezTo>
                  <a:pt x="877454" y="2001212"/>
                  <a:pt x="885783" y="2009018"/>
                  <a:pt x="895927" y="2013527"/>
                </a:cubicBezTo>
                <a:cubicBezTo>
                  <a:pt x="913721" y="2021435"/>
                  <a:pt x="932872" y="2025842"/>
                  <a:pt x="951345" y="2032000"/>
                </a:cubicBezTo>
                <a:lnTo>
                  <a:pt x="1034473" y="2059709"/>
                </a:lnTo>
                <a:cubicBezTo>
                  <a:pt x="1043709" y="2062788"/>
                  <a:pt x="1052737" y="2066584"/>
                  <a:pt x="1062182" y="2068945"/>
                </a:cubicBezTo>
                <a:lnTo>
                  <a:pt x="1136073" y="2087418"/>
                </a:lnTo>
                <a:cubicBezTo>
                  <a:pt x="1191491" y="2084339"/>
                  <a:pt x="1247074" y="2083444"/>
                  <a:pt x="1302327" y="2078182"/>
                </a:cubicBezTo>
                <a:cubicBezTo>
                  <a:pt x="1330774" y="2075473"/>
                  <a:pt x="1368281" y="2043449"/>
                  <a:pt x="1385455" y="2032000"/>
                </a:cubicBezTo>
                <a:lnTo>
                  <a:pt x="1413164" y="2013527"/>
                </a:lnTo>
                <a:cubicBezTo>
                  <a:pt x="1422400" y="2007369"/>
                  <a:pt x="1430342" y="1998564"/>
                  <a:pt x="1440873" y="1995054"/>
                </a:cubicBezTo>
                <a:lnTo>
                  <a:pt x="1468582" y="1985818"/>
                </a:lnTo>
                <a:cubicBezTo>
                  <a:pt x="1487055" y="1967345"/>
                  <a:pt x="1515739" y="1955184"/>
                  <a:pt x="1524000" y="1930400"/>
                </a:cubicBezTo>
                <a:cubicBezTo>
                  <a:pt x="1536746" y="1892160"/>
                  <a:pt x="1527835" y="1910792"/>
                  <a:pt x="1551709" y="1874982"/>
                </a:cubicBezTo>
                <a:cubicBezTo>
                  <a:pt x="1573854" y="1808546"/>
                  <a:pt x="1546986" y="1891511"/>
                  <a:pt x="1570182" y="1810327"/>
                </a:cubicBezTo>
                <a:cubicBezTo>
                  <a:pt x="1572857" y="1800966"/>
                  <a:pt x="1576339" y="1791854"/>
                  <a:pt x="1579418" y="1782618"/>
                </a:cubicBezTo>
                <a:cubicBezTo>
                  <a:pt x="1582497" y="1745673"/>
                  <a:pt x="1582560" y="1708351"/>
                  <a:pt x="1588655" y="1671782"/>
                </a:cubicBezTo>
                <a:cubicBezTo>
                  <a:pt x="1591856" y="1652575"/>
                  <a:pt x="1607127" y="1616364"/>
                  <a:pt x="1607127" y="1616364"/>
                </a:cubicBezTo>
                <a:cubicBezTo>
                  <a:pt x="1604048" y="1536315"/>
                  <a:pt x="1603219" y="1456148"/>
                  <a:pt x="1597891" y="1376218"/>
                </a:cubicBezTo>
                <a:cubicBezTo>
                  <a:pt x="1596728" y="1358768"/>
                  <a:pt x="1573042" y="1292432"/>
                  <a:pt x="1570182" y="1283854"/>
                </a:cubicBezTo>
                <a:cubicBezTo>
                  <a:pt x="1567103" y="1274618"/>
                  <a:pt x="1566345" y="1264246"/>
                  <a:pt x="1560945" y="1256145"/>
                </a:cubicBezTo>
                <a:lnTo>
                  <a:pt x="1542473" y="1228436"/>
                </a:lnTo>
                <a:cubicBezTo>
                  <a:pt x="1533654" y="1193163"/>
                  <a:pt x="1532152" y="1180085"/>
                  <a:pt x="1514764" y="1145309"/>
                </a:cubicBezTo>
                <a:cubicBezTo>
                  <a:pt x="1509800" y="1135380"/>
                  <a:pt x="1501799" y="1127238"/>
                  <a:pt x="1496291" y="1117600"/>
                </a:cubicBezTo>
                <a:cubicBezTo>
                  <a:pt x="1455718" y="1046599"/>
                  <a:pt x="1503090" y="1114350"/>
                  <a:pt x="1450109" y="1043709"/>
                </a:cubicBezTo>
                <a:cubicBezTo>
                  <a:pt x="1432165" y="989874"/>
                  <a:pt x="1445228" y="1024711"/>
                  <a:pt x="1403927" y="942109"/>
                </a:cubicBezTo>
                <a:cubicBezTo>
                  <a:pt x="1397770" y="929794"/>
                  <a:pt x="1393092" y="916620"/>
                  <a:pt x="1385455" y="905164"/>
                </a:cubicBezTo>
                <a:lnTo>
                  <a:pt x="1348509" y="849745"/>
                </a:lnTo>
                <a:cubicBezTo>
                  <a:pt x="1332252" y="800973"/>
                  <a:pt x="1344674" y="830139"/>
                  <a:pt x="1302327" y="766618"/>
                </a:cubicBezTo>
                <a:cubicBezTo>
                  <a:pt x="1296170" y="757382"/>
                  <a:pt x="1287366" y="749440"/>
                  <a:pt x="1283855" y="738909"/>
                </a:cubicBezTo>
                <a:cubicBezTo>
                  <a:pt x="1272240" y="704066"/>
                  <a:pt x="1269431" y="687540"/>
                  <a:pt x="1237673" y="655782"/>
                </a:cubicBezTo>
                <a:cubicBezTo>
                  <a:pt x="1228437" y="646546"/>
                  <a:pt x="1218465" y="637991"/>
                  <a:pt x="1209964" y="628073"/>
                </a:cubicBezTo>
                <a:cubicBezTo>
                  <a:pt x="1199946" y="616385"/>
                  <a:pt x="1192553" y="602569"/>
                  <a:pt x="1182255" y="591127"/>
                </a:cubicBezTo>
                <a:cubicBezTo>
                  <a:pt x="1164779" y="571709"/>
                  <a:pt x="1141327" y="557446"/>
                  <a:pt x="1126836" y="535709"/>
                </a:cubicBezTo>
                <a:cubicBezTo>
                  <a:pt x="1045754" y="414084"/>
                  <a:pt x="1127295" y="528548"/>
                  <a:pt x="1062182" y="452582"/>
                </a:cubicBezTo>
                <a:cubicBezTo>
                  <a:pt x="1052164" y="440894"/>
                  <a:pt x="1045358" y="426521"/>
                  <a:pt x="1034473" y="415636"/>
                </a:cubicBezTo>
                <a:cubicBezTo>
                  <a:pt x="1026624" y="407787"/>
                  <a:pt x="1015741" y="403693"/>
                  <a:pt x="1006764" y="397164"/>
                </a:cubicBezTo>
                <a:cubicBezTo>
                  <a:pt x="981865" y="379055"/>
                  <a:pt x="954643" y="363515"/>
                  <a:pt x="932873" y="341745"/>
                </a:cubicBezTo>
                <a:cubicBezTo>
                  <a:pt x="923637" y="332509"/>
                  <a:pt x="915475" y="322055"/>
                  <a:pt x="905164" y="314036"/>
                </a:cubicBezTo>
                <a:cubicBezTo>
                  <a:pt x="887639" y="300406"/>
                  <a:pt x="865444" y="292790"/>
                  <a:pt x="849745" y="277091"/>
                </a:cubicBezTo>
                <a:cubicBezTo>
                  <a:pt x="816178" y="243524"/>
                  <a:pt x="826562" y="251295"/>
                  <a:pt x="785091" y="221673"/>
                </a:cubicBezTo>
                <a:cubicBezTo>
                  <a:pt x="776058" y="215221"/>
                  <a:pt x="767311" y="208164"/>
                  <a:pt x="757382" y="203200"/>
                </a:cubicBezTo>
                <a:cubicBezTo>
                  <a:pt x="748674" y="198846"/>
                  <a:pt x="738909" y="197043"/>
                  <a:pt x="729673" y="193964"/>
                </a:cubicBezTo>
                <a:cubicBezTo>
                  <a:pt x="650277" y="141032"/>
                  <a:pt x="750723" y="204487"/>
                  <a:pt x="674255" y="166254"/>
                </a:cubicBezTo>
                <a:cubicBezTo>
                  <a:pt x="664326" y="161290"/>
                  <a:pt x="656689" y="152290"/>
                  <a:pt x="646545" y="147782"/>
                </a:cubicBezTo>
                <a:cubicBezTo>
                  <a:pt x="646530" y="147775"/>
                  <a:pt x="577280" y="124694"/>
                  <a:pt x="563418" y="120073"/>
                </a:cubicBezTo>
                <a:cubicBezTo>
                  <a:pt x="554182" y="116994"/>
                  <a:pt x="543810" y="116236"/>
                  <a:pt x="535709" y="110836"/>
                </a:cubicBezTo>
                <a:cubicBezTo>
                  <a:pt x="526473" y="104679"/>
                  <a:pt x="518144" y="96872"/>
                  <a:pt x="508000" y="92364"/>
                </a:cubicBezTo>
                <a:cubicBezTo>
                  <a:pt x="490206" y="84456"/>
                  <a:pt x="471055" y="80049"/>
                  <a:pt x="452582" y="73891"/>
                </a:cubicBezTo>
                <a:cubicBezTo>
                  <a:pt x="423495" y="64195"/>
                  <a:pt x="420413" y="62379"/>
                  <a:pt x="387927" y="55418"/>
                </a:cubicBezTo>
                <a:cubicBezTo>
                  <a:pt x="357227" y="48839"/>
                  <a:pt x="326352" y="43103"/>
                  <a:pt x="295564" y="36945"/>
                </a:cubicBezTo>
                <a:cubicBezTo>
                  <a:pt x="280170" y="33866"/>
                  <a:pt x="265081" y="27709"/>
                  <a:pt x="249382" y="27709"/>
                </a:cubicBezTo>
                <a:lnTo>
                  <a:pt x="193964" y="0"/>
                </a:lnTo>
                <a:close/>
              </a:path>
            </a:pathLst>
          </a:custGeom>
          <a:noFill/>
          <a:ln cap="flat" cmpd="sng" w="381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6377917" y="4698638"/>
            <a:ext cx="1569832" cy="1221871"/>
          </a:xfrm>
          <a:custGeom>
            <a:rect b="b" l="l" r="r" t="t"/>
            <a:pathLst>
              <a:path extrusionOk="0" h="2087418" w="1607127">
                <a:moveTo>
                  <a:pt x="193964" y="0"/>
                </a:moveTo>
                <a:cubicBezTo>
                  <a:pt x="178570" y="12315"/>
                  <a:pt x="160764" y="22109"/>
                  <a:pt x="147782" y="36945"/>
                </a:cubicBezTo>
                <a:cubicBezTo>
                  <a:pt x="138715" y="47307"/>
                  <a:pt x="136140" y="61936"/>
                  <a:pt x="129309" y="73891"/>
                </a:cubicBezTo>
                <a:cubicBezTo>
                  <a:pt x="123801" y="83529"/>
                  <a:pt x="116994" y="92364"/>
                  <a:pt x="110836" y="101600"/>
                </a:cubicBezTo>
                <a:cubicBezTo>
                  <a:pt x="88854" y="167549"/>
                  <a:pt x="103165" y="140817"/>
                  <a:pt x="73891" y="184727"/>
                </a:cubicBezTo>
                <a:cubicBezTo>
                  <a:pt x="70812" y="193963"/>
                  <a:pt x="67330" y="203075"/>
                  <a:pt x="64655" y="212436"/>
                </a:cubicBezTo>
                <a:cubicBezTo>
                  <a:pt x="60711" y="226240"/>
                  <a:pt x="53562" y="262332"/>
                  <a:pt x="46182" y="277091"/>
                </a:cubicBezTo>
                <a:cubicBezTo>
                  <a:pt x="41218" y="287020"/>
                  <a:pt x="33867" y="295564"/>
                  <a:pt x="27709" y="304800"/>
                </a:cubicBezTo>
                <a:lnTo>
                  <a:pt x="9236" y="397164"/>
                </a:lnTo>
                <a:lnTo>
                  <a:pt x="0" y="443345"/>
                </a:lnTo>
                <a:cubicBezTo>
                  <a:pt x="3079" y="569575"/>
                  <a:pt x="3502" y="695898"/>
                  <a:pt x="9236" y="822036"/>
                </a:cubicBezTo>
                <a:cubicBezTo>
                  <a:pt x="9678" y="831762"/>
                  <a:pt x="16993" y="840122"/>
                  <a:pt x="18473" y="849745"/>
                </a:cubicBezTo>
                <a:cubicBezTo>
                  <a:pt x="23178" y="880327"/>
                  <a:pt x="23620" y="911439"/>
                  <a:pt x="27709" y="942109"/>
                </a:cubicBezTo>
                <a:cubicBezTo>
                  <a:pt x="33511" y="985627"/>
                  <a:pt x="40976" y="1000384"/>
                  <a:pt x="55418" y="1043709"/>
                </a:cubicBezTo>
                <a:lnTo>
                  <a:pt x="73891" y="1099127"/>
                </a:lnTo>
                <a:cubicBezTo>
                  <a:pt x="76970" y="1108363"/>
                  <a:pt x="77726" y="1118735"/>
                  <a:pt x="83127" y="1126836"/>
                </a:cubicBezTo>
                <a:lnTo>
                  <a:pt x="101600" y="1154545"/>
                </a:lnTo>
                <a:cubicBezTo>
                  <a:pt x="118103" y="1204057"/>
                  <a:pt x="105213" y="1161566"/>
                  <a:pt x="120073" y="1228436"/>
                </a:cubicBezTo>
                <a:cubicBezTo>
                  <a:pt x="122827" y="1240828"/>
                  <a:pt x="126649" y="1252969"/>
                  <a:pt x="129309" y="1265382"/>
                </a:cubicBezTo>
                <a:cubicBezTo>
                  <a:pt x="152132" y="1371889"/>
                  <a:pt x="129597" y="1330469"/>
                  <a:pt x="166255" y="1385454"/>
                </a:cubicBezTo>
                <a:cubicBezTo>
                  <a:pt x="188237" y="1451404"/>
                  <a:pt x="173926" y="1424671"/>
                  <a:pt x="203200" y="1468582"/>
                </a:cubicBezTo>
                <a:cubicBezTo>
                  <a:pt x="206279" y="1477818"/>
                  <a:pt x="207708" y="1487780"/>
                  <a:pt x="212436" y="1496291"/>
                </a:cubicBezTo>
                <a:cubicBezTo>
                  <a:pt x="223218" y="1515699"/>
                  <a:pt x="249382" y="1551709"/>
                  <a:pt x="249382" y="1551709"/>
                </a:cubicBezTo>
                <a:cubicBezTo>
                  <a:pt x="252461" y="1560945"/>
                  <a:pt x="252536" y="1571815"/>
                  <a:pt x="258618" y="1579418"/>
                </a:cubicBezTo>
                <a:cubicBezTo>
                  <a:pt x="265553" y="1588086"/>
                  <a:pt x="277799" y="1590784"/>
                  <a:pt x="286327" y="1597891"/>
                </a:cubicBezTo>
                <a:cubicBezTo>
                  <a:pt x="296362" y="1606253"/>
                  <a:pt x="305535" y="1615682"/>
                  <a:pt x="314036" y="1625600"/>
                </a:cubicBezTo>
                <a:cubicBezTo>
                  <a:pt x="347736" y="1664916"/>
                  <a:pt x="332427" y="1658515"/>
                  <a:pt x="369455" y="1690254"/>
                </a:cubicBezTo>
                <a:cubicBezTo>
                  <a:pt x="413610" y="1728102"/>
                  <a:pt x="396034" y="1709401"/>
                  <a:pt x="443345" y="1736436"/>
                </a:cubicBezTo>
                <a:cubicBezTo>
                  <a:pt x="485755" y="1760670"/>
                  <a:pt x="462878" y="1753178"/>
                  <a:pt x="508000" y="1791854"/>
                </a:cubicBezTo>
                <a:cubicBezTo>
                  <a:pt x="535381" y="1815323"/>
                  <a:pt x="540398" y="1808639"/>
                  <a:pt x="572655" y="1828800"/>
                </a:cubicBezTo>
                <a:cubicBezTo>
                  <a:pt x="585709" y="1836959"/>
                  <a:pt x="596546" y="1848350"/>
                  <a:pt x="609600" y="1856509"/>
                </a:cubicBezTo>
                <a:cubicBezTo>
                  <a:pt x="621276" y="1863806"/>
                  <a:pt x="634869" y="1867685"/>
                  <a:pt x="646545" y="1874982"/>
                </a:cubicBezTo>
                <a:cubicBezTo>
                  <a:pt x="659599" y="1883141"/>
                  <a:pt x="670125" y="1895054"/>
                  <a:pt x="683491" y="1902691"/>
                </a:cubicBezTo>
                <a:cubicBezTo>
                  <a:pt x="691944" y="1907521"/>
                  <a:pt x="702628" y="1907311"/>
                  <a:pt x="711200" y="1911927"/>
                </a:cubicBezTo>
                <a:cubicBezTo>
                  <a:pt x="756629" y="1936389"/>
                  <a:pt x="793976" y="1965875"/>
                  <a:pt x="840509" y="1985818"/>
                </a:cubicBezTo>
                <a:cubicBezTo>
                  <a:pt x="849458" y="1989653"/>
                  <a:pt x="858982" y="1991975"/>
                  <a:pt x="868218" y="1995054"/>
                </a:cubicBezTo>
                <a:cubicBezTo>
                  <a:pt x="877454" y="2001212"/>
                  <a:pt x="885783" y="2009018"/>
                  <a:pt x="895927" y="2013527"/>
                </a:cubicBezTo>
                <a:cubicBezTo>
                  <a:pt x="913721" y="2021435"/>
                  <a:pt x="932872" y="2025842"/>
                  <a:pt x="951345" y="2032000"/>
                </a:cubicBezTo>
                <a:lnTo>
                  <a:pt x="1034473" y="2059709"/>
                </a:lnTo>
                <a:cubicBezTo>
                  <a:pt x="1043709" y="2062788"/>
                  <a:pt x="1052737" y="2066584"/>
                  <a:pt x="1062182" y="2068945"/>
                </a:cubicBezTo>
                <a:lnTo>
                  <a:pt x="1136073" y="2087418"/>
                </a:lnTo>
                <a:cubicBezTo>
                  <a:pt x="1191491" y="2084339"/>
                  <a:pt x="1247074" y="2083444"/>
                  <a:pt x="1302327" y="2078182"/>
                </a:cubicBezTo>
                <a:cubicBezTo>
                  <a:pt x="1330774" y="2075473"/>
                  <a:pt x="1368281" y="2043449"/>
                  <a:pt x="1385455" y="2032000"/>
                </a:cubicBezTo>
                <a:lnTo>
                  <a:pt x="1413164" y="2013527"/>
                </a:lnTo>
                <a:cubicBezTo>
                  <a:pt x="1422400" y="2007369"/>
                  <a:pt x="1430342" y="1998564"/>
                  <a:pt x="1440873" y="1995054"/>
                </a:cubicBezTo>
                <a:lnTo>
                  <a:pt x="1468582" y="1985818"/>
                </a:lnTo>
                <a:cubicBezTo>
                  <a:pt x="1487055" y="1967345"/>
                  <a:pt x="1515739" y="1955184"/>
                  <a:pt x="1524000" y="1930400"/>
                </a:cubicBezTo>
                <a:cubicBezTo>
                  <a:pt x="1536746" y="1892160"/>
                  <a:pt x="1527835" y="1910792"/>
                  <a:pt x="1551709" y="1874982"/>
                </a:cubicBezTo>
                <a:cubicBezTo>
                  <a:pt x="1573854" y="1808546"/>
                  <a:pt x="1546986" y="1891511"/>
                  <a:pt x="1570182" y="1810327"/>
                </a:cubicBezTo>
                <a:cubicBezTo>
                  <a:pt x="1572857" y="1800966"/>
                  <a:pt x="1576339" y="1791854"/>
                  <a:pt x="1579418" y="1782618"/>
                </a:cubicBezTo>
                <a:cubicBezTo>
                  <a:pt x="1582497" y="1745673"/>
                  <a:pt x="1582560" y="1708351"/>
                  <a:pt x="1588655" y="1671782"/>
                </a:cubicBezTo>
                <a:cubicBezTo>
                  <a:pt x="1591856" y="1652575"/>
                  <a:pt x="1607127" y="1616364"/>
                  <a:pt x="1607127" y="1616364"/>
                </a:cubicBezTo>
                <a:cubicBezTo>
                  <a:pt x="1604048" y="1536315"/>
                  <a:pt x="1603219" y="1456148"/>
                  <a:pt x="1597891" y="1376218"/>
                </a:cubicBezTo>
                <a:cubicBezTo>
                  <a:pt x="1596728" y="1358768"/>
                  <a:pt x="1573042" y="1292432"/>
                  <a:pt x="1570182" y="1283854"/>
                </a:cubicBezTo>
                <a:cubicBezTo>
                  <a:pt x="1567103" y="1274618"/>
                  <a:pt x="1566345" y="1264246"/>
                  <a:pt x="1560945" y="1256145"/>
                </a:cubicBezTo>
                <a:lnTo>
                  <a:pt x="1542473" y="1228436"/>
                </a:lnTo>
                <a:cubicBezTo>
                  <a:pt x="1533654" y="1193163"/>
                  <a:pt x="1532152" y="1180085"/>
                  <a:pt x="1514764" y="1145309"/>
                </a:cubicBezTo>
                <a:cubicBezTo>
                  <a:pt x="1509800" y="1135380"/>
                  <a:pt x="1501799" y="1127238"/>
                  <a:pt x="1496291" y="1117600"/>
                </a:cubicBezTo>
                <a:cubicBezTo>
                  <a:pt x="1455718" y="1046599"/>
                  <a:pt x="1503090" y="1114350"/>
                  <a:pt x="1450109" y="1043709"/>
                </a:cubicBezTo>
                <a:cubicBezTo>
                  <a:pt x="1432165" y="989874"/>
                  <a:pt x="1445228" y="1024711"/>
                  <a:pt x="1403927" y="942109"/>
                </a:cubicBezTo>
                <a:cubicBezTo>
                  <a:pt x="1397770" y="929794"/>
                  <a:pt x="1393092" y="916620"/>
                  <a:pt x="1385455" y="905164"/>
                </a:cubicBezTo>
                <a:lnTo>
                  <a:pt x="1348509" y="849745"/>
                </a:lnTo>
                <a:cubicBezTo>
                  <a:pt x="1332252" y="800973"/>
                  <a:pt x="1344674" y="830139"/>
                  <a:pt x="1302327" y="766618"/>
                </a:cubicBezTo>
                <a:cubicBezTo>
                  <a:pt x="1296170" y="757382"/>
                  <a:pt x="1287366" y="749440"/>
                  <a:pt x="1283855" y="738909"/>
                </a:cubicBezTo>
                <a:cubicBezTo>
                  <a:pt x="1272240" y="704066"/>
                  <a:pt x="1269431" y="687540"/>
                  <a:pt x="1237673" y="655782"/>
                </a:cubicBezTo>
                <a:cubicBezTo>
                  <a:pt x="1228437" y="646546"/>
                  <a:pt x="1218465" y="637991"/>
                  <a:pt x="1209964" y="628073"/>
                </a:cubicBezTo>
                <a:cubicBezTo>
                  <a:pt x="1199946" y="616385"/>
                  <a:pt x="1192553" y="602569"/>
                  <a:pt x="1182255" y="591127"/>
                </a:cubicBezTo>
                <a:cubicBezTo>
                  <a:pt x="1164779" y="571709"/>
                  <a:pt x="1141327" y="557446"/>
                  <a:pt x="1126836" y="535709"/>
                </a:cubicBezTo>
                <a:cubicBezTo>
                  <a:pt x="1045754" y="414084"/>
                  <a:pt x="1127295" y="528548"/>
                  <a:pt x="1062182" y="452582"/>
                </a:cubicBezTo>
                <a:cubicBezTo>
                  <a:pt x="1052164" y="440894"/>
                  <a:pt x="1045358" y="426521"/>
                  <a:pt x="1034473" y="415636"/>
                </a:cubicBezTo>
                <a:cubicBezTo>
                  <a:pt x="1026624" y="407787"/>
                  <a:pt x="1015741" y="403693"/>
                  <a:pt x="1006764" y="397164"/>
                </a:cubicBezTo>
                <a:cubicBezTo>
                  <a:pt x="981865" y="379055"/>
                  <a:pt x="954643" y="363515"/>
                  <a:pt x="932873" y="341745"/>
                </a:cubicBezTo>
                <a:cubicBezTo>
                  <a:pt x="923637" y="332509"/>
                  <a:pt x="915475" y="322055"/>
                  <a:pt x="905164" y="314036"/>
                </a:cubicBezTo>
                <a:cubicBezTo>
                  <a:pt x="887639" y="300406"/>
                  <a:pt x="865444" y="292790"/>
                  <a:pt x="849745" y="277091"/>
                </a:cubicBezTo>
                <a:cubicBezTo>
                  <a:pt x="816178" y="243524"/>
                  <a:pt x="826562" y="251295"/>
                  <a:pt x="785091" y="221673"/>
                </a:cubicBezTo>
                <a:cubicBezTo>
                  <a:pt x="776058" y="215221"/>
                  <a:pt x="767311" y="208164"/>
                  <a:pt x="757382" y="203200"/>
                </a:cubicBezTo>
                <a:cubicBezTo>
                  <a:pt x="748674" y="198846"/>
                  <a:pt x="738909" y="197043"/>
                  <a:pt x="729673" y="193964"/>
                </a:cubicBezTo>
                <a:cubicBezTo>
                  <a:pt x="650277" y="141032"/>
                  <a:pt x="750723" y="204487"/>
                  <a:pt x="674255" y="166254"/>
                </a:cubicBezTo>
                <a:cubicBezTo>
                  <a:pt x="664326" y="161290"/>
                  <a:pt x="656689" y="152290"/>
                  <a:pt x="646545" y="147782"/>
                </a:cubicBezTo>
                <a:cubicBezTo>
                  <a:pt x="646530" y="147775"/>
                  <a:pt x="577280" y="124694"/>
                  <a:pt x="563418" y="120073"/>
                </a:cubicBezTo>
                <a:cubicBezTo>
                  <a:pt x="554182" y="116994"/>
                  <a:pt x="543810" y="116236"/>
                  <a:pt x="535709" y="110836"/>
                </a:cubicBezTo>
                <a:cubicBezTo>
                  <a:pt x="526473" y="104679"/>
                  <a:pt x="518144" y="96872"/>
                  <a:pt x="508000" y="92364"/>
                </a:cubicBezTo>
                <a:cubicBezTo>
                  <a:pt x="490206" y="84456"/>
                  <a:pt x="471055" y="80049"/>
                  <a:pt x="452582" y="73891"/>
                </a:cubicBezTo>
                <a:cubicBezTo>
                  <a:pt x="423495" y="64195"/>
                  <a:pt x="420413" y="62379"/>
                  <a:pt x="387927" y="55418"/>
                </a:cubicBezTo>
                <a:cubicBezTo>
                  <a:pt x="357227" y="48839"/>
                  <a:pt x="326352" y="43103"/>
                  <a:pt x="295564" y="36945"/>
                </a:cubicBezTo>
                <a:cubicBezTo>
                  <a:pt x="280170" y="33866"/>
                  <a:pt x="265081" y="27709"/>
                  <a:pt x="249382" y="27709"/>
                </a:cubicBezTo>
                <a:lnTo>
                  <a:pt x="193964" y="0"/>
                </a:ln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4" name="Google Shape;514;p17"/>
          <p:cNvGrpSpPr/>
          <p:nvPr/>
        </p:nvGrpSpPr>
        <p:grpSpPr>
          <a:xfrm>
            <a:off x="6041448" y="52725"/>
            <a:ext cx="6443870" cy="1628918"/>
            <a:chOff x="931694" y="1078242"/>
            <a:chExt cx="10422106" cy="2972630"/>
          </a:xfrm>
        </p:grpSpPr>
        <p:pic>
          <p:nvPicPr>
            <p:cNvPr descr="Buy Fake Gold Bar Bullion Door Stop/Paperweight for Home Office Decoration  Online at desertcart Bangladesh" id="515" name="Google Shape;51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98544" y="1382186"/>
              <a:ext cx="1064259" cy="1064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orazado Pericia Identificar lcd tv display césped Personalmente estaño" id="516" name="Google Shape;51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50426" y="1360725"/>
              <a:ext cx="1603374" cy="11063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ns Watches: Nice, Classic Fashion Wrist Watches For Men - Fossil" id="517" name="Google Shape;517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31694" y="1078242"/>
              <a:ext cx="1290253" cy="14966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iaomi 12: A small smartphone with high-end equipment - NotebookCheck.net  News" id="518" name="Google Shape;518;p17"/>
            <p:cNvPicPr preferRelativeResize="0"/>
            <p:nvPr/>
          </p:nvPicPr>
          <p:blipFill rotWithShape="1">
            <a:blip r:embed="rId6">
              <a:alphaModFix/>
            </a:blip>
            <a:srcRect b="0" l="0" r="0" t="7012"/>
            <a:stretch/>
          </p:blipFill>
          <p:spPr>
            <a:xfrm>
              <a:off x="5946410" y="1187768"/>
              <a:ext cx="2727419" cy="1541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" name="Google Shape;519;p17"/>
            <p:cNvSpPr txBox="1"/>
            <p:nvPr/>
          </p:nvSpPr>
          <p:spPr>
            <a:xfrm>
              <a:off x="1005840" y="2640012"/>
              <a:ext cx="848314" cy="67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$ 3 </a:t>
              </a:r>
              <a:endParaRPr b="0" i="0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7"/>
            <p:cNvSpPr txBox="1"/>
            <p:nvPr/>
          </p:nvSpPr>
          <p:spPr>
            <a:xfrm>
              <a:off x="3476125" y="2160971"/>
              <a:ext cx="949427" cy="129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$ 4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7"/>
            <p:cNvSpPr txBox="1"/>
            <p:nvPr/>
          </p:nvSpPr>
          <p:spPr>
            <a:xfrm>
              <a:off x="6343782" y="2167141"/>
              <a:ext cx="897574" cy="129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$ 5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7"/>
            <p:cNvSpPr txBox="1"/>
            <p:nvPr/>
          </p:nvSpPr>
          <p:spPr>
            <a:xfrm>
              <a:off x="10019446" y="2101048"/>
              <a:ext cx="949427" cy="129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$ 6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7"/>
            <p:cNvSpPr txBox="1"/>
            <p:nvPr/>
          </p:nvSpPr>
          <p:spPr>
            <a:xfrm>
              <a:off x="1005840" y="3433041"/>
              <a:ext cx="871648" cy="61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7"/>
            <p:cNvSpPr txBox="1"/>
            <p:nvPr/>
          </p:nvSpPr>
          <p:spPr>
            <a:xfrm>
              <a:off x="3476125" y="3433041"/>
              <a:ext cx="871648" cy="61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7"/>
            <p:cNvSpPr txBox="1"/>
            <p:nvPr/>
          </p:nvSpPr>
          <p:spPr>
            <a:xfrm>
              <a:off x="6375248" y="3433041"/>
              <a:ext cx="871648" cy="61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7"/>
            <p:cNvSpPr txBox="1"/>
            <p:nvPr/>
          </p:nvSpPr>
          <p:spPr>
            <a:xfrm>
              <a:off x="9900953" y="3433041"/>
              <a:ext cx="1067920" cy="561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 Kg</a:t>
              </a:r>
              <a:endParaRPr b="0" i="0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7" name="Google Shape;52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528" name="Google Shape;5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9" name="Google Shape;52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4"/>
          <p:cNvSpPr txBox="1"/>
          <p:nvPr>
            <p:ph type="title"/>
          </p:nvPr>
        </p:nvSpPr>
        <p:spPr>
          <a:xfrm>
            <a:off x="114687" y="195631"/>
            <a:ext cx="38993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Yes, we can solve it recursively.</a:t>
            </a:r>
            <a:endParaRPr/>
          </a:p>
        </p:txBody>
      </p:sp>
      <p:sp>
        <p:nvSpPr>
          <p:cNvPr id="535" name="Google Shape;535;p54"/>
          <p:cNvSpPr/>
          <p:nvPr/>
        </p:nvSpPr>
        <p:spPr>
          <a:xfrm>
            <a:off x="4099473" y="1174180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k(5,4)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4"/>
          <p:cNvSpPr/>
          <p:nvPr/>
        </p:nvSpPr>
        <p:spPr>
          <a:xfrm>
            <a:off x="2917664" y="2164636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k(5,3)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54"/>
          <p:cNvSpPr/>
          <p:nvPr/>
        </p:nvSpPr>
        <p:spPr>
          <a:xfrm>
            <a:off x="6705887" y="2378227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k(0,3)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8" name="Google Shape;538;p54"/>
          <p:cNvCxnSpPr>
            <a:stCxn id="535" idx="2"/>
            <a:endCxn id="536" idx="0"/>
          </p:cNvCxnSpPr>
          <p:nvPr/>
        </p:nvCxnSpPr>
        <p:spPr>
          <a:xfrm flipH="1">
            <a:off x="3423291" y="1617525"/>
            <a:ext cx="1181700" cy="547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9" name="Google Shape;539;p54"/>
          <p:cNvCxnSpPr>
            <a:stCxn id="535" idx="2"/>
            <a:endCxn id="537" idx="0"/>
          </p:cNvCxnSpPr>
          <p:nvPr/>
        </p:nvCxnSpPr>
        <p:spPr>
          <a:xfrm>
            <a:off x="4604991" y="1617525"/>
            <a:ext cx="2606400" cy="760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0" name="Google Shape;540;p54"/>
          <p:cNvSpPr txBox="1"/>
          <p:nvPr/>
        </p:nvSpPr>
        <p:spPr>
          <a:xfrm>
            <a:off x="6644640" y="1831783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4"/>
          <p:cNvSpPr txBox="1"/>
          <p:nvPr/>
        </p:nvSpPr>
        <p:spPr>
          <a:xfrm>
            <a:off x="3625650" y="1590491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54"/>
          <p:cNvSpPr/>
          <p:nvPr/>
        </p:nvSpPr>
        <p:spPr>
          <a:xfrm>
            <a:off x="2052204" y="3098228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k(5,2)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3" name="Google Shape;543;p54"/>
          <p:cNvCxnSpPr>
            <a:stCxn id="536" idx="2"/>
            <a:endCxn id="542" idx="0"/>
          </p:cNvCxnSpPr>
          <p:nvPr/>
        </p:nvCxnSpPr>
        <p:spPr>
          <a:xfrm flipH="1">
            <a:off x="2557682" y="2607981"/>
            <a:ext cx="865500" cy="490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4" name="Google Shape;544;p54"/>
          <p:cNvSpPr txBox="1"/>
          <p:nvPr/>
        </p:nvSpPr>
        <p:spPr>
          <a:xfrm>
            <a:off x="3467275" y="2913562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4"/>
          <p:cNvSpPr/>
          <p:nvPr/>
        </p:nvSpPr>
        <p:spPr>
          <a:xfrm>
            <a:off x="6085959" y="3143000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k(1,2)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54"/>
          <p:cNvCxnSpPr>
            <a:stCxn id="536" idx="2"/>
            <a:endCxn id="545" idx="0"/>
          </p:cNvCxnSpPr>
          <p:nvPr/>
        </p:nvCxnSpPr>
        <p:spPr>
          <a:xfrm>
            <a:off x="3423182" y="2607981"/>
            <a:ext cx="3168300" cy="534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7" name="Google Shape;547;p54"/>
          <p:cNvSpPr txBox="1"/>
          <p:nvPr/>
        </p:nvSpPr>
        <p:spPr>
          <a:xfrm>
            <a:off x="5592099" y="2678104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4"/>
          <p:cNvSpPr/>
          <p:nvPr/>
        </p:nvSpPr>
        <p:spPr>
          <a:xfrm>
            <a:off x="5756161" y="414249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9" name="Google Shape;549;p54"/>
          <p:cNvCxnSpPr>
            <a:stCxn id="545" idx="2"/>
            <a:endCxn id="548" idx="0"/>
          </p:cNvCxnSpPr>
          <p:nvPr/>
        </p:nvCxnSpPr>
        <p:spPr>
          <a:xfrm flipH="1">
            <a:off x="6261777" y="3586345"/>
            <a:ext cx="329700" cy="556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0" name="Google Shape;550;p54"/>
          <p:cNvSpPr txBox="1"/>
          <p:nvPr/>
        </p:nvSpPr>
        <p:spPr>
          <a:xfrm>
            <a:off x="6041448" y="3708700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54"/>
          <p:cNvSpPr/>
          <p:nvPr/>
        </p:nvSpPr>
        <p:spPr>
          <a:xfrm>
            <a:off x="836631" y="4158556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54"/>
          <p:cNvCxnSpPr>
            <a:stCxn id="542" idx="2"/>
            <a:endCxn id="553" idx="0"/>
          </p:cNvCxnSpPr>
          <p:nvPr/>
        </p:nvCxnSpPr>
        <p:spPr>
          <a:xfrm>
            <a:off x="2557722" y="3541573"/>
            <a:ext cx="1133400" cy="579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3" name="Google Shape;553;p54"/>
          <p:cNvSpPr/>
          <p:nvPr/>
        </p:nvSpPr>
        <p:spPr>
          <a:xfrm>
            <a:off x="3185600" y="4121549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k(2,1)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4" name="Google Shape;554;p54"/>
          <p:cNvCxnSpPr>
            <a:stCxn id="542" idx="2"/>
            <a:endCxn id="551" idx="0"/>
          </p:cNvCxnSpPr>
          <p:nvPr/>
        </p:nvCxnSpPr>
        <p:spPr>
          <a:xfrm flipH="1">
            <a:off x="1342122" y="3541573"/>
            <a:ext cx="1215600" cy="617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5" name="Google Shape;555;p54"/>
          <p:cNvSpPr txBox="1"/>
          <p:nvPr/>
        </p:nvSpPr>
        <p:spPr>
          <a:xfrm>
            <a:off x="1573956" y="3646806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54"/>
          <p:cNvSpPr/>
          <p:nvPr/>
        </p:nvSpPr>
        <p:spPr>
          <a:xfrm>
            <a:off x="48393" y="5132391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54"/>
          <p:cNvSpPr/>
          <p:nvPr/>
        </p:nvSpPr>
        <p:spPr>
          <a:xfrm>
            <a:off x="1515710" y="5143957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k(3,0)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8" name="Google Shape;558;p54"/>
          <p:cNvCxnSpPr>
            <a:stCxn id="551" idx="2"/>
            <a:endCxn id="556" idx="0"/>
          </p:cNvCxnSpPr>
          <p:nvPr/>
        </p:nvCxnSpPr>
        <p:spPr>
          <a:xfrm flipH="1">
            <a:off x="554049" y="4601901"/>
            <a:ext cx="788100" cy="530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9" name="Google Shape;559;p54"/>
          <p:cNvCxnSpPr>
            <a:stCxn id="551" idx="2"/>
            <a:endCxn id="557" idx="0"/>
          </p:cNvCxnSpPr>
          <p:nvPr/>
        </p:nvCxnSpPr>
        <p:spPr>
          <a:xfrm>
            <a:off x="1342149" y="4601901"/>
            <a:ext cx="679200" cy="54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0" name="Google Shape;560;p54"/>
          <p:cNvSpPr txBox="1"/>
          <p:nvPr/>
        </p:nvSpPr>
        <p:spPr>
          <a:xfrm>
            <a:off x="454775" y="4601900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4"/>
          <p:cNvSpPr txBox="1"/>
          <p:nvPr/>
        </p:nvSpPr>
        <p:spPr>
          <a:xfrm>
            <a:off x="1710018" y="464042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/>
          <p:nvPr/>
        </p:nvSpPr>
        <p:spPr>
          <a:xfrm>
            <a:off x="2762259" y="5132390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k(2,0)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4"/>
          <p:cNvSpPr/>
          <p:nvPr/>
        </p:nvSpPr>
        <p:spPr>
          <a:xfrm>
            <a:off x="3987246" y="5125548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k(0,0)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4" name="Google Shape;564;p54"/>
          <p:cNvCxnSpPr>
            <a:stCxn id="553" idx="2"/>
            <a:endCxn id="562" idx="0"/>
          </p:cNvCxnSpPr>
          <p:nvPr/>
        </p:nvCxnSpPr>
        <p:spPr>
          <a:xfrm flipH="1">
            <a:off x="3267818" y="4564894"/>
            <a:ext cx="423300" cy="56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5" name="Google Shape;565;p54"/>
          <p:cNvCxnSpPr>
            <a:stCxn id="553" idx="2"/>
            <a:endCxn id="563" idx="0"/>
          </p:cNvCxnSpPr>
          <p:nvPr/>
        </p:nvCxnSpPr>
        <p:spPr>
          <a:xfrm>
            <a:off x="3691118" y="4564894"/>
            <a:ext cx="801600" cy="560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6" name="Google Shape;566;p54"/>
          <p:cNvSpPr txBox="1"/>
          <p:nvPr/>
        </p:nvSpPr>
        <p:spPr>
          <a:xfrm>
            <a:off x="3143429" y="4682480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4"/>
          <p:cNvSpPr txBox="1"/>
          <p:nvPr/>
        </p:nvSpPr>
        <p:spPr>
          <a:xfrm>
            <a:off x="3987029" y="4646498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359299" y="5590361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54"/>
          <p:cNvSpPr txBox="1"/>
          <p:nvPr/>
        </p:nvSpPr>
        <p:spPr>
          <a:xfrm>
            <a:off x="1752049" y="5590361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4"/>
          <p:cNvSpPr txBox="1"/>
          <p:nvPr/>
        </p:nvSpPr>
        <p:spPr>
          <a:xfrm>
            <a:off x="3267777" y="362420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54"/>
          <p:cNvSpPr txBox="1"/>
          <p:nvPr/>
        </p:nvSpPr>
        <p:spPr>
          <a:xfrm>
            <a:off x="3063240" y="5619308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4"/>
          <p:cNvSpPr txBox="1"/>
          <p:nvPr/>
        </p:nvSpPr>
        <p:spPr>
          <a:xfrm>
            <a:off x="4280907" y="5640088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54"/>
          <p:cNvSpPr/>
          <p:nvPr/>
        </p:nvSpPr>
        <p:spPr>
          <a:xfrm>
            <a:off x="5339829" y="511878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4" name="Google Shape;574;p54"/>
          <p:cNvCxnSpPr>
            <a:stCxn id="548" idx="2"/>
            <a:endCxn id="573" idx="0"/>
          </p:cNvCxnSpPr>
          <p:nvPr/>
        </p:nvCxnSpPr>
        <p:spPr>
          <a:xfrm flipH="1">
            <a:off x="5845279" y="4585837"/>
            <a:ext cx="416400" cy="532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5" name="Google Shape;575;p54"/>
          <p:cNvSpPr txBox="1"/>
          <p:nvPr/>
        </p:nvSpPr>
        <p:spPr>
          <a:xfrm>
            <a:off x="5698282" y="4653886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54"/>
          <p:cNvSpPr txBox="1"/>
          <p:nvPr/>
        </p:nvSpPr>
        <p:spPr>
          <a:xfrm>
            <a:off x="5677534" y="5684482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54"/>
          <p:cNvSpPr txBox="1"/>
          <p:nvPr/>
        </p:nvSpPr>
        <p:spPr>
          <a:xfrm>
            <a:off x="9108562" y="2533568"/>
            <a:ext cx="2984384" cy="4247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 with this approach: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Recursion takes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lot of time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(does the same work again and again due to overlapping sub problems property).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No table, hence no way to trace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of actions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Overlapping subproblems?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8" name="Google Shape;578;p54"/>
          <p:cNvGrpSpPr/>
          <p:nvPr/>
        </p:nvGrpSpPr>
        <p:grpSpPr>
          <a:xfrm>
            <a:off x="6041448" y="52725"/>
            <a:ext cx="6443870" cy="1628918"/>
            <a:chOff x="931694" y="1078242"/>
            <a:chExt cx="10422106" cy="2972630"/>
          </a:xfrm>
        </p:grpSpPr>
        <p:pic>
          <p:nvPicPr>
            <p:cNvPr descr="Buy Fake Gold Bar Bullion Door Stop/Paperweight for Home Office Decoration  Online at desertcart Bangladesh" id="579" name="Google Shape;579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98544" y="1382186"/>
              <a:ext cx="1064259" cy="1064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orazado Pericia Identificar lcd tv display césped Personalmente estaño" id="580" name="Google Shape;580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50426" y="1360725"/>
              <a:ext cx="1603374" cy="11063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ns Watches: Nice, Classic Fashion Wrist Watches For Men - Fossil" id="581" name="Google Shape;581;p5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31694" y="1078242"/>
              <a:ext cx="1290253" cy="14966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iaomi 12: A small smartphone with high-end equipment - NotebookCheck.net  News" id="582" name="Google Shape;582;p54"/>
            <p:cNvPicPr preferRelativeResize="0"/>
            <p:nvPr/>
          </p:nvPicPr>
          <p:blipFill rotWithShape="1">
            <a:blip r:embed="rId6">
              <a:alphaModFix/>
            </a:blip>
            <a:srcRect b="0" l="0" r="0" t="7012"/>
            <a:stretch/>
          </p:blipFill>
          <p:spPr>
            <a:xfrm>
              <a:off x="5946410" y="1187768"/>
              <a:ext cx="2727419" cy="1541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54"/>
            <p:cNvSpPr txBox="1"/>
            <p:nvPr/>
          </p:nvSpPr>
          <p:spPr>
            <a:xfrm>
              <a:off x="1005840" y="2640012"/>
              <a:ext cx="848314" cy="67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$ 3 </a:t>
              </a:r>
              <a:endParaRPr b="0" i="0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54"/>
            <p:cNvSpPr txBox="1"/>
            <p:nvPr/>
          </p:nvSpPr>
          <p:spPr>
            <a:xfrm>
              <a:off x="3476125" y="2160971"/>
              <a:ext cx="949427" cy="129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$ 4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54"/>
            <p:cNvSpPr txBox="1"/>
            <p:nvPr/>
          </p:nvSpPr>
          <p:spPr>
            <a:xfrm>
              <a:off x="6343782" y="2167141"/>
              <a:ext cx="897574" cy="129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$ 5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54"/>
            <p:cNvSpPr txBox="1"/>
            <p:nvPr/>
          </p:nvSpPr>
          <p:spPr>
            <a:xfrm>
              <a:off x="10019446" y="2101048"/>
              <a:ext cx="949427" cy="129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$ 6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54"/>
            <p:cNvSpPr txBox="1"/>
            <p:nvPr/>
          </p:nvSpPr>
          <p:spPr>
            <a:xfrm>
              <a:off x="1005840" y="3433041"/>
              <a:ext cx="871648" cy="61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54"/>
            <p:cNvSpPr txBox="1"/>
            <p:nvPr/>
          </p:nvSpPr>
          <p:spPr>
            <a:xfrm>
              <a:off x="3476125" y="3433041"/>
              <a:ext cx="871648" cy="61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54"/>
            <p:cNvSpPr txBox="1"/>
            <p:nvPr/>
          </p:nvSpPr>
          <p:spPr>
            <a:xfrm>
              <a:off x="6375248" y="3433041"/>
              <a:ext cx="871648" cy="61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54"/>
            <p:cNvSpPr txBox="1"/>
            <p:nvPr/>
          </p:nvSpPr>
          <p:spPr>
            <a:xfrm>
              <a:off x="9900953" y="3433041"/>
              <a:ext cx="1067920" cy="561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 Kg</a:t>
              </a:r>
              <a:endParaRPr b="0" i="0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1" name="Google Shape;591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592" name="Google Shape;592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3" name="Google Shape;593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  <p:sp>
        <p:nvSpPr>
          <p:cNvPr id="594" name="Google Shape;594;p54"/>
          <p:cNvSpPr txBox="1"/>
          <p:nvPr/>
        </p:nvSpPr>
        <p:spPr>
          <a:xfrm>
            <a:off x="814544" y="4557418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54"/>
          <p:cNvSpPr txBox="1"/>
          <p:nvPr/>
        </p:nvSpPr>
        <p:spPr>
          <a:xfrm>
            <a:off x="1864105" y="4530473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54"/>
          <p:cNvSpPr txBox="1"/>
          <p:nvPr/>
        </p:nvSpPr>
        <p:spPr>
          <a:xfrm>
            <a:off x="1297934" y="362420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54"/>
          <p:cNvSpPr txBox="1"/>
          <p:nvPr/>
        </p:nvSpPr>
        <p:spPr>
          <a:xfrm>
            <a:off x="2818107" y="4775462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54"/>
          <p:cNvSpPr txBox="1"/>
          <p:nvPr/>
        </p:nvSpPr>
        <p:spPr>
          <a:xfrm>
            <a:off x="4346723" y="464042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54"/>
          <p:cNvSpPr txBox="1"/>
          <p:nvPr/>
        </p:nvSpPr>
        <p:spPr>
          <a:xfrm>
            <a:off x="3678779" y="3592771"/>
            <a:ext cx="5950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54"/>
          <p:cNvSpPr txBox="1"/>
          <p:nvPr/>
        </p:nvSpPr>
        <p:spPr>
          <a:xfrm>
            <a:off x="3188112" y="2838915"/>
            <a:ext cx="5950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4"/>
          <p:cNvSpPr txBox="1"/>
          <p:nvPr/>
        </p:nvSpPr>
        <p:spPr>
          <a:xfrm>
            <a:off x="6113997" y="4715245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4"/>
          <p:cNvSpPr txBox="1"/>
          <p:nvPr/>
        </p:nvSpPr>
        <p:spPr>
          <a:xfrm>
            <a:off x="6506745" y="3752141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4"/>
          <p:cNvSpPr txBox="1"/>
          <p:nvPr/>
        </p:nvSpPr>
        <p:spPr>
          <a:xfrm>
            <a:off x="5795195" y="2694466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54"/>
          <p:cNvSpPr txBox="1"/>
          <p:nvPr/>
        </p:nvSpPr>
        <p:spPr>
          <a:xfrm>
            <a:off x="3346250" y="1633077"/>
            <a:ext cx="5950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54"/>
          <p:cNvSpPr txBox="1"/>
          <p:nvPr/>
        </p:nvSpPr>
        <p:spPr>
          <a:xfrm>
            <a:off x="7009271" y="1755656"/>
            <a:ext cx="5950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54"/>
          <p:cNvSpPr txBox="1"/>
          <p:nvPr/>
        </p:nvSpPr>
        <p:spPr>
          <a:xfrm>
            <a:off x="4513154" y="783397"/>
            <a:ext cx="5950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Let us formulate this problem using dynamic programming</a:t>
            </a:r>
            <a:endParaRPr/>
          </a:p>
        </p:txBody>
      </p:sp>
      <p:sp>
        <p:nvSpPr>
          <p:cNvPr id="612" name="Google Shape;612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recursive equation: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K( w, i ) = max { k( w , i-1 ), prices[ i ]+k( w - weights[ i ] , i-1) }</a:t>
            </a:r>
            <a:endParaRPr/>
          </a:p>
          <a:p>
            <a:pPr indent="-9905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Here: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w= free space inside my bag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 = the number of items left to steal/ the item I am about to steal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prices = array containing the prices of the items we are thinking about stealing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weights =  array containing the weights of the items we are thinking about stealing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There are two approaches for solving this issue using dynamic programming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Top Down (memorization) – starts from the root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Bottom Up – starts from the leaves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613" name="Google Shape;61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614" name="Google Shape;6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5" name="Google Shape;6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Let us formulate this problem using dynamic programming</a:t>
            </a:r>
            <a:endParaRPr/>
          </a:p>
        </p:txBody>
      </p:sp>
      <p:sp>
        <p:nvSpPr>
          <p:cNvPr id="621" name="Google Shape;621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recursive equation: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K( w, i ) = max { k( w , i-1 ), prices[ i ]+k( w - weights[ i ] , i-1) }</a:t>
            </a:r>
            <a:endParaRPr/>
          </a:p>
          <a:p>
            <a:pPr indent="-9905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Here: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w= free space inside my bag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 = the number of items left to steal/ the item I am about to steal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prices = array containing the prices of the items we are thinking about stealing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weights =  array containing the weights of the items we are thinking about stealing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There are two approaches for solving this issue using dynamic programming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Top Down (memorization) – starts from the root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Bottom Up – starts from the leaves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622" name="Google Shape;62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10/4/2023</a:t>
            </a:r>
            <a:endParaRPr/>
          </a:p>
        </p:txBody>
      </p:sp>
      <p:sp>
        <p:nvSpPr>
          <p:cNvPr id="623" name="Google Shape;623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4" name="Google Shape;624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</a:t>
            </a:r>
            <a:endParaRPr/>
          </a:p>
        </p:txBody>
      </p:sp>
      <p:sp>
        <p:nvSpPr>
          <p:cNvPr id="625" name="Google Shape;625;p55"/>
          <p:cNvSpPr/>
          <p:nvPr/>
        </p:nvSpPr>
        <p:spPr>
          <a:xfrm>
            <a:off x="3148553" y="2535810"/>
            <a:ext cx="1027521" cy="64102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Profit if item not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55"/>
          <p:cNvSpPr/>
          <p:nvPr/>
        </p:nvSpPr>
        <p:spPr>
          <a:xfrm>
            <a:off x="4686694" y="2535810"/>
            <a:ext cx="3146980" cy="641023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Profit if the ith item is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6"/>
          <p:cNvSpPr txBox="1"/>
          <p:nvPr>
            <p:ph type="title"/>
          </p:nvPr>
        </p:nvSpPr>
        <p:spPr>
          <a:xfrm>
            <a:off x="579582" y="-1"/>
            <a:ext cx="10515600" cy="84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Top Down Approach</a:t>
            </a:r>
            <a:endParaRPr/>
          </a:p>
        </p:txBody>
      </p:sp>
      <p:sp>
        <p:nvSpPr>
          <p:cNvPr id="632" name="Google Shape;632;p56"/>
          <p:cNvSpPr txBox="1"/>
          <p:nvPr>
            <p:ph idx="1" type="body"/>
          </p:nvPr>
        </p:nvSpPr>
        <p:spPr>
          <a:xfrm>
            <a:off x="838199" y="1948872"/>
            <a:ext cx="3659909" cy="2068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Using memoization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0000"/>
                </a:solidFill>
              </a:rPr>
              <a:t>At first write the </a:t>
            </a:r>
            <a:r>
              <a:rPr b="1" lang="en-US">
                <a:solidFill>
                  <a:srgbClr val="FF0000"/>
                </a:solidFill>
              </a:rPr>
              <a:t>recursive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b="1" lang="en-US">
                <a:solidFill>
                  <a:srgbClr val="FF0000"/>
                </a:solidFill>
              </a:rPr>
              <a:t>code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Then include the </a:t>
            </a:r>
            <a:r>
              <a:rPr b="1" lang="en-US"/>
              <a:t>memoization</a:t>
            </a:r>
            <a:r>
              <a:rPr lang="en-US"/>
              <a:t> </a:t>
            </a:r>
            <a:r>
              <a:rPr b="1" lang="en-US"/>
              <a:t>code</a:t>
            </a:r>
            <a:endParaRPr/>
          </a:p>
        </p:txBody>
      </p:sp>
      <p:sp>
        <p:nvSpPr>
          <p:cNvPr id="633" name="Google Shape;633;p56"/>
          <p:cNvSpPr/>
          <p:nvPr/>
        </p:nvSpPr>
        <p:spPr>
          <a:xfrm>
            <a:off x="6077528" y="1524000"/>
            <a:ext cx="2992581" cy="2493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56"/>
          <p:cNvSpPr/>
          <p:nvPr/>
        </p:nvSpPr>
        <p:spPr>
          <a:xfrm>
            <a:off x="6077527" y="5491018"/>
            <a:ext cx="2992581" cy="2493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"/>
          <p:cNvSpPr txBox="1"/>
          <p:nvPr>
            <p:ph type="title"/>
          </p:nvPr>
        </p:nvSpPr>
        <p:spPr>
          <a:xfrm>
            <a:off x="579582" y="-1"/>
            <a:ext cx="10515600" cy="84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Top Down Approach</a:t>
            </a:r>
            <a:endParaRPr/>
          </a:p>
        </p:txBody>
      </p:sp>
      <p:sp>
        <p:nvSpPr>
          <p:cNvPr id="640" name="Google Shape;640;p8"/>
          <p:cNvSpPr txBox="1"/>
          <p:nvPr>
            <p:ph idx="1" type="body"/>
          </p:nvPr>
        </p:nvSpPr>
        <p:spPr>
          <a:xfrm>
            <a:off x="838199" y="1948872"/>
            <a:ext cx="3659909" cy="2068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Using memoization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0000"/>
                </a:solidFill>
              </a:rPr>
              <a:t>At first write the </a:t>
            </a:r>
            <a:r>
              <a:rPr b="1" lang="en-US">
                <a:solidFill>
                  <a:srgbClr val="FF0000"/>
                </a:solidFill>
              </a:rPr>
              <a:t>recursive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b="1" lang="en-US">
                <a:solidFill>
                  <a:srgbClr val="FF0000"/>
                </a:solidFill>
              </a:rPr>
              <a:t>code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Then include the </a:t>
            </a:r>
            <a:r>
              <a:rPr b="1" lang="en-US"/>
              <a:t>memoization</a:t>
            </a:r>
            <a:r>
              <a:rPr lang="en-US"/>
              <a:t> </a:t>
            </a:r>
            <a:r>
              <a:rPr b="1" lang="en-US"/>
              <a:t>code</a:t>
            </a:r>
            <a:endParaRPr/>
          </a:p>
        </p:txBody>
      </p:sp>
      <p:pic>
        <p:nvPicPr>
          <p:cNvPr id="641" name="Google Shape;641;p8"/>
          <p:cNvPicPr preferRelativeResize="0"/>
          <p:nvPr/>
        </p:nvPicPr>
        <p:blipFill rotWithShape="1">
          <a:blip r:embed="rId3">
            <a:alphaModFix/>
          </a:blip>
          <a:srcRect b="0" l="1345" r="0" t="0"/>
          <a:stretch/>
        </p:blipFill>
        <p:spPr>
          <a:xfrm>
            <a:off x="5738957" y="1145308"/>
            <a:ext cx="5356225" cy="51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8"/>
          <p:cNvSpPr/>
          <p:nvPr/>
        </p:nvSpPr>
        <p:spPr>
          <a:xfrm>
            <a:off x="6077528" y="1524000"/>
            <a:ext cx="2992581" cy="2493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8"/>
          <p:cNvSpPr/>
          <p:nvPr/>
        </p:nvSpPr>
        <p:spPr>
          <a:xfrm>
            <a:off x="6077527" y="5491018"/>
            <a:ext cx="2992581" cy="2493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8"/>
          <p:cNvSpPr/>
          <p:nvPr/>
        </p:nvSpPr>
        <p:spPr>
          <a:xfrm>
            <a:off x="6429665" y="4397893"/>
            <a:ext cx="2992581" cy="1602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8"/>
          <p:cNvSpPr/>
          <p:nvPr/>
        </p:nvSpPr>
        <p:spPr>
          <a:xfrm>
            <a:off x="6429665" y="4945841"/>
            <a:ext cx="2992581" cy="1602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9"/>
          <p:cNvSpPr txBox="1"/>
          <p:nvPr>
            <p:ph type="title"/>
          </p:nvPr>
        </p:nvSpPr>
        <p:spPr>
          <a:xfrm>
            <a:off x="579582" y="-1"/>
            <a:ext cx="10515600" cy="84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Top Down Approach</a:t>
            </a:r>
            <a:endParaRPr/>
          </a:p>
        </p:txBody>
      </p:sp>
      <p:sp>
        <p:nvSpPr>
          <p:cNvPr id="651" name="Google Shape;651;p9"/>
          <p:cNvSpPr txBox="1"/>
          <p:nvPr>
            <p:ph idx="1" type="body"/>
          </p:nvPr>
        </p:nvSpPr>
        <p:spPr>
          <a:xfrm>
            <a:off x="838199" y="1948872"/>
            <a:ext cx="3659909" cy="2068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2949"/>
              <a:buChar char="•"/>
            </a:pPr>
            <a:r>
              <a:rPr lang="en-US"/>
              <a:t>Using memoization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6774"/>
              <a:buChar char="•"/>
            </a:pPr>
            <a:r>
              <a:rPr lang="en-US"/>
              <a:t>At first write the </a:t>
            </a:r>
            <a:r>
              <a:rPr b="1" lang="en-US"/>
              <a:t>recursive</a:t>
            </a:r>
            <a:r>
              <a:rPr lang="en-US"/>
              <a:t> </a:t>
            </a:r>
            <a:r>
              <a:rPr b="1" lang="en-US"/>
              <a:t>code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6774"/>
              <a:buChar char="•"/>
            </a:pPr>
            <a:r>
              <a:rPr lang="en-US">
                <a:solidFill>
                  <a:srgbClr val="FF0000"/>
                </a:solidFill>
              </a:rPr>
              <a:t>Then include the </a:t>
            </a:r>
            <a:r>
              <a:rPr b="1" lang="en-US">
                <a:solidFill>
                  <a:srgbClr val="FF0000"/>
                </a:solidFill>
              </a:rPr>
              <a:t>memoization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b="1" lang="en-US">
                <a:solidFill>
                  <a:srgbClr val="FF0000"/>
                </a:solidFill>
              </a:rPr>
              <a:t>code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6774"/>
              <a:buChar char="•"/>
            </a:pPr>
            <a:r>
              <a:rPr b="1" lang="en-US">
                <a:solidFill>
                  <a:srgbClr val="FF0000"/>
                </a:solidFill>
              </a:rPr>
              <a:t>(see the animation in next slide first If needed)</a:t>
            </a:r>
            <a:endParaRPr/>
          </a:p>
        </p:txBody>
      </p:sp>
      <p:pic>
        <p:nvPicPr>
          <p:cNvPr id="652" name="Google Shape;652;p9"/>
          <p:cNvPicPr preferRelativeResize="0"/>
          <p:nvPr/>
        </p:nvPicPr>
        <p:blipFill rotWithShape="1">
          <a:blip r:embed="rId3">
            <a:alphaModFix/>
          </a:blip>
          <a:srcRect b="0" l="1345" r="0" t="0"/>
          <a:stretch/>
        </p:blipFill>
        <p:spPr>
          <a:xfrm>
            <a:off x="5738957" y="1145308"/>
            <a:ext cx="5356225" cy="51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9"/>
          <p:cNvSpPr/>
          <p:nvPr/>
        </p:nvSpPr>
        <p:spPr>
          <a:xfrm>
            <a:off x="9097819" y="1468581"/>
            <a:ext cx="443345" cy="267854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9"/>
          <p:cNvSpPr/>
          <p:nvPr/>
        </p:nvSpPr>
        <p:spPr>
          <a:xfrm>
            <a:off x="8001433" y="5500254"/>
            <a:ext cx="443345" cy="267854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9"/>
          <p:cNvSpPr txBox="1"/>
          <p:nvPr/>
        </p:nvSpPr>
        <p:spPr>
          <a:xfrm>
            <a:off x="838199" y="4567779"/>
            <a:ext cx="3231654" cy="120032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memoization you must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 a  2d array for the 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m[W+1][N+1]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9"/>
          <p:cNvSpPr/>
          <p:nvPr/>
        </p:nvSpPr>
        <p:spPr>
          <a:xfrm>
            <a:off x="6429665" y="4397893"/>
            <a:ext cx="2992581" cy="1602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9"/>
          <p:cNvSpPr/>
          <p:nvPr/>
        </p:nvSpPr>
        <p:spPr>
          <a:xfrm>
            <a:off x="6429665" y="4945841"/>
            <a:ext cx="2992581" cy="1602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7"/>
          <p:cNvSpPr txBox="1"/>
          <p:nvPr>
            <p:ph type="title"/>
          </p:nvPr>
        </p:nvSpPr>
        <p:spPr>
          <a:xfrm>
            <a:off x="175547" y="34344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Memoization (Behind The scenes)</a:t>
            </a:r>
            <a:endParaRPr/>
          </a:p>
        </p:txBody>
      </p:sp>
      <p:sp>
        <p:nvSpPr>
          <p:cNvPr id="663" name="Google Shape;663;p5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You know how memoization works.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664" name="Google Shape;664;p57"/>
          <p:cNvGrpSpPr/>
          <p:nvPr/>
        </p:nvGrpSpPr>
        <p:grpSpPr>
          <a:xfrm>
            <a:off x="6391563" y="2272145"/>
            <a:ext cx="5045647" cy="4233789"/>
            <a:chOff x="4749511" y="279156"/>
            <a:chExt cx="7294100" cy="6069760"/>
          </a:xfrm>
        </p:grpSpPr>
        <p:sp>
          <p:nvSpPr>
            <p:cNvPr id="665" name="Google Shape;665;p57"/>
            <p:cNvSpPr/>
            <p:nvPr/>
          </p:nvSpPr>
          <p:spPr>
            <a:xfrm>
              <a:off x="5572472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57"/>
            <p:cNvSpPr/>
            <p:nvPr/>
          </p:nvSpPr>
          <p:spPr>
            <a:xfrm>
              <a:off x="6920626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57"/>
            <p:cNvSpPr/>
            <p:nvPr/>
          </p:nvSpPr>
          <p:spPr>
            <a:xfrm>
              <a:off x="8268780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57"/>
            <p:cNvSpPr/>
            <p:nvPr/>
          </p:nvSpPr>
          <p:spPr>
            <a:xfrm>
              <a:off x="9616934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7"/>
            <p:cNvSpPr/>
            <p:nvPr/>
          </p:nvSpPr>
          <p:spPr>
            <a:xfrm>
              <a:off x="10965088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7"/>
            <p:cNvSpPr/>
            <p:nvPr/>
          </p:nvSpPr>
          <p:spPr>
            <a:xfrm>
              <a:off x="5572472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7"/>
            <p:cNvSpPr/>
            <p:nvPr/>
          </p:nvSpPr>
          <p:spPr>
            <a:xfrm>
              <a:off x="6920626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7"/>
            <p:cNvSpPr/>
            <p:nvPr/>
          </p:nvSpPr>
          <p:spPr>
            <a:xfrm>
              <a:off x="8268780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7"/>
            <p:cNvSpPr/>
            <p:nvPr/>
          </p:nvSpPr>
          <p:spPr>
            <a:xfrm>
              <a:off x="9616934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7"/>
            <p:cNvSpPr/>
            <p:nvPr/>
          </p:nvSpPr>
          <p:spPr>
            <a:xfrm>
              <a:off x="10965088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7"/>
            <p:cNvSpPr/>
            <p:nvPr/>
          </p:nvSpPr>
          <p:spPr>
            <a:xfrm>
              <a:off x="5572472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7"/>
            <p:cNvSpPr/>
            <p:nvPr/>
          </p:nvSpPr>
          <p:spPr>
            <a:xfrm>
              <a:off x="6920626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7"/>
            <p:cNvSpPr/>
            <p:nvPr/>
          </p:nvSpPr>
          <p:spPr>
            <a:xfrm>
              <a:off x="8268780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7"/>
            <p:cNvSpPr/>
            <p:nvPr/>
          </p:nvSpPr>
          <p:spPr>
            <a:xfrm>
              <a:off x="9616934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7"/>
            <p:cNvSpPr/>
            <p:nvPr/>
          </p:nvSpPr>
          <p:spPr>
            <a:xfrm>
              <a:off x="10965088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7"/>
            <p:cNvSpPr/>
            <p:nvPr/>
          </p:nvSpPr>
          <p:spPr>
            <a:xfrm>
              <a:off x="5572472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7"/>
            <p:cNvSpPr/>
            <p:nvPr/>
          </p:nvSpPr>
          <p:spPr>
            <a:xfrm>
              <a:off x="6920626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7"/>
            <p:cNvSpPr/>
            <p:nvPr/>
          </p:nvSpPr>
          <p:spPr>
            <a:xfrm>
              <a:off x="8268780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7"/>
            <p:cNvSpPr/>
            <p:nvPr/>
          </p:nvSpPr>
          <p:spPr>
            <a:xfrm>
              <a:off x="9616934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7"/>
            <p:cNvSpPr/>
            <p:nvPr/>
          </p:nvSpPr>
          <p:spPr>
            <a:xfrm>
              <a:off x="10965088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7"/>
            <p:cNvSpPr/>
            <p:nvPr/>
          </p:nvSpPr>
          <p:spPr>
            <a:xfrm>
              <a:off x="5572472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7"/>
            <p:cNvSpPr/>
            <p:nvPr/>
          </p:nvSpPr>
          <p:spPr>
            <a:xfrm>
              <a:off x="6920626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7"/>
            <p:cNvSpPr/>
            <p:nvPr/>
          </p:nvSpPr>
          <p:spPr>
            <a:xfrm>
              <a:off x="8268780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7"/>
            <p:cNvSpPr/>
            <p:nvPr/>
          </p:nvSpPr>
          <p:spPr>
            <a:xfrm>
              <a:off x="9616934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7"/>
            <p:cNvSpPr/>
            <p:nvPr/>
          </p:nvSpPr>
          <p:spPr>
            <a:xfrm>
              <a:off x="10965088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7"/>
            <p:cNvSpPr/>
            <p:nvPr/>
          </p:nvSpPr>
          <p:spPr>
            <a:xfrm>
              <a:off x="5572471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7"/>
            <p:cNvSpPr/>
            <p:nvPr/>
          </p:nvSpPr>
          <p:spPr>
            <a:xfrm>
              <a:off x="8268779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7"/>
            <p:cNvSpPr/>
            <p:nvPr/>
          </p:nvSpPr>
          <p:spPr>
            <a:xfrm>
              <a:off x="6932347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7"/>
            <p:cNvSpPr/>
            <p:nvPr/>
          </p:nvSpPr>
          <p:spPr>
            <a:xfrm>
              <a:off x="9616932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7"/>
            <p:cNvSpPr/>
            <p:nvPr/>
          </p:nvSpPr>
          <p:spPr>
            <a:xfrm>
              <a:off x="10965085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7"/>
            <p:cNvSpPr/>
            <p:nvPr/>
          </p:nvSpPr>
          <p:spPr>
            <a:xfrm>
              <a:off x="5572471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7"/>
            <p:cNvSpPr/>
            <p:nvPr/>
          </p:nvSpPr>
          <p:spPr>
            <a:xfrm>
              <a:off x="8268779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7"/>
            <p:cNvSpPr/>
            <p:nvPr/>
          </p:nvSpPr>
          <p:spPr>
            <a:xfrm>
              <a:off x="6932347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7"/>
            <p:cNvSpPr/>
            <p:nvPr/>
          </p:nvSpPr>
          <p:spPr>
            <a:xfrm>
              <a:off x="9616932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7"/>
            <p:cNvSpPr/>
            <p:nvPr/>
          </p:nvSpPr>
          <p:spPr>
            <a:xfrm>
              <a:off x="10965085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7"/>
            <p:cNvSpPr/>
            <p:nvPr/>
          </p:nvSpPr>
          <p:spPr>
            <a:xfrm>
              <a:off x="5572471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57"/>
            <p:cNvSpPr/>
            <p:nvPr/>
          </p:nvSpPr>
          <p:spPr>
            <a:xfrm>
              <a:off x="8268779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57"/>
            <p:cNvSpPr/>
            <p:nvPr/>
          </p:nvSpPr>
          <p:spPr>
            <a:xfrm>
              <a:off x="6932347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7"/>
            <p:cNvSpPr/>
            <p:nvPr/>
          </p:nvSpPr>
          <p:spPr>
            <a:xfrm>
              <a:off x="9616932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57"/>
            <p:cNvSpPr/>
            <p:nvPr/>
          </p:nvSpPr>
          <p:spPr>
            <a:xfrm>
              <a:off x="10965085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57"/>
            <p:cNvSpPr/>
            <p:nvPr/>
          </p:nvSpPr>
          <p:spPr>
            <a:xfrm>
              <a:off x="5572471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7"/>
            <p:cNvSpPr/>
            <p:nvPr/>
          </p:nvSpPr>
          <p:spPr>
            <a:xfrm>
              <a:off x="8268779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57"/>
            <p:cNvSpPr/>
            <p:nvPr/>
          </p:nvSpPr>
          <p:spPr>
            <a:xfrm>
              <a:off x="6932347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7"/>
            <p:cNvSpPr/>
            <p:nvPr/>
          </p:nvSpPr>
          <p:spPr>
            <a:xfrm>
              <a:off x="9616932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7"/>
            <p:cNvSpPr/>
            <p:nvPr/>
          </p:nvSpPr>
          <p:spPr>
            <a:xfrm>
              <a:off x="10965085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7"/>
            <p:cNvSpPr/>
            <p:nvPr/>
          </p:nvSpPr>
          <p:spPr>
            <a:xfrm>
              <a:off x="5572471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7"/>
            <p:cNvSpPr/>
            <p:nvPr/>
          </p:nvSpPr>
          <p:spPr>
            <a:xfrm>
              <a:off x="8268779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7"/>
            <p:cNvSpPr/>
            <p:nvPr/>
          </p:nvSpPr>
          <p:spPr>
            <a:xfrm>
              <a:off x="6932347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7"/>
            <p:cNvSpPr/>
            <p:nvPr/>
          </p:nvSpPr>
          <p:spPr>
            <a:xfrm>
              <a:off x="9616932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7"/>
            <p:cNvSpPr/>
            <p:nvPr/>
          </p:nvSpPr>
          <p:spPr>
            <a:xfrm>
              <a:off x="10965085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5" name="Google Shape;715;p57"/>
            <p:cNvCxnSpPr/>
            <p:nvPr/>
          </p:nvCxnSpPr>
          <p:spPr>
            <a:xfrm rot="10800000">
              <a:off x="4749511" y="498528"/>
              <a:ext cx="822960" cy="469264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6" name="Google Shape;716;p57"/>
            <p:cNvSpPr txBox="1"/>
            <p:nvPr/>
          </p:nvSpPr>
          <p:spPr>
            <a:xfrm>
              <a:off x="5160991" y="279156"/>
              <a:ext cx="37382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7"/>
            <p:cNvSpPr txBox="1"/>
            <p:nvPr/>
          </p:nvSpPr>
          <p:spPr>
            <a:xfrm>
              <a:off x="4749511" y="663944"/>
              <a:ext cx="44114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7"/>
            <p:cNvSpPr txBox="1"/>
            <p:nvPr/>
          </p:nvSpPr>
          <p:spPr>
            <a:xfrm>
              <a:off x="4903923" y="1231251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7"/>
            <p:cNvSpPr txBox="1"/>
            <p:nvPr/>
          </p:nvSpPr>
          <p:spPr>
            <a:xfrm>
              <a:off x="4930539" y="2060032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7"/>
            <p:cNvSpPr txBox="1"/>
            <p:nvPr/>
          </p:nvSpPr>
          <p:spPr>
            <a:xfrm>
              <a:off x="4930539" y="2974278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7"/>
            <p:cNvSpPr txBox="1"/>
            <p:nvPr/>
          </p:nvSpPr>
          <p:spPr>
            <a:xfrm>
              <a:off x="4930539" y="3802675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7"/>
            <p:cNvSpPr txBox="1"/>
            <p:nvPr/>
          </p:nvSpPr>
          <p:spPr>
            <a:xfrm>
              <a:off x="4910960" y="4760352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7"/>
            <p:cNvSpPr txBox="1"/>
            <p:nvPr/>
          </p:nvSpPr>
          <p:spPr>
            <a:xfrm>
              <a:off x="4977287" y="571802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7"/>
            <p:cNvSpPr txBox="1"/>
            <p:nvPr/>
          </p:nvSpPr>
          <p:spPr>
            <a:xfrm>
              <a:off x="6059337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7"/>
            <p:cNvSpPr txBox="1"/>
            <p:nvPr/>
          </p:nvSpPr>
          <p:spPr>
            <a:xfrm>
              <a:off x="7156607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7"/>
            <p:cNvSpPr txBox="1"/>
            <p:nvPr/>
          </p:nvSpPr>
          <p:spPr>
            <a:xfrm>
              <a:off x="8451183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7"/>
            <p:cNvSpPr txBox="1"/>
            <p:nvPr/>
          </p:nvSpPr>
          <p:spPr>
            <a:xfrm>
              <a:off x="9745759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7"/>
            <p:cNvSpPr txBox="1"/>
            <p:nvPr/>
          </p:nvSpPr>
          <p:spPr>
            <a:xfrm>
              <a:off x="11040335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7"/>
            <p:cNvSpPr/>
            <p:nvPr/>
          </p:nvSpPr>
          <p:spPr>
            <a:xfrm>
              <a:off x="5572472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7"/>
            <p:cNvSpPr/>
            <p:nvPr/>
          </p:nvSpPr>
          <p:spPr>
            <a:xfrm>
              <a:off x="6920626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7"/>
            <p:cNvSpPr/>
            <p:nvPr/>
          </p:nvSpPr>
          <p:spPr>
            <a:xfrm>
              <a:off x="8268780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7"/>
            <p:cNvSpPr/>
            <p:nvPr/>
          </p:nvSpPr>
          <p:spPr>
            <a:xfrm>
              <a:off x="9616934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7"/>
            <p:cNvSpPr/>
            <p:nvPr/>
          </p:nvSpPr>
          <p:spPr>
            <a:xfrm>
              <a:off x="10965088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7"/>
            <p:cNvSpPr/>
            <p:nvPr/>
          </p:nvSpPr>
          <p:spPr>
            <a:xfrm>
              <a:off x="5572471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7"/>
            <p:cNvSpPr/>
            <p:nvPr/>
          </p:nvSpPr>
          <p:spPr>
            <a:xfrm>
              <a:off x="8268779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7"/>
            <p:cNvSpPr/>
            <p:nvPr/>
          </p:nvSpPr>
          <p:spPr>
            <a:xfrm>
              <a:off x="6932347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7"/>
            <p:cNvSpPr/>
            <p:nvPr/>
          </p:nvSpPr>
          <p:spPr>
            <a:xfrm>
              <a:off x="9616932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7"/>
            <p:cNvSpPr/>
            <p:nvPr/>
          </p:nvSpPr>
          <p:spPr>
            <a:xfrm>
              <a:off x="10965085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9" name="Google Shape;739;p57"/>
          <p:cNvSpPr/>
          <p:nvPr/>
        </p:nvSpPr>
        <p:spPr>
          <a:xfrm>
            <a:off x="1782548" y="2667040"/>
            <a:ext cx="1653309" cy="60884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K(5,3)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57"/>
          <p:cNvSpPr/>
          <p:nvPr/>
        </p:nvSpPr>
        <p:spPr>
          <a:xfrm rot="1559377">
            <a:off x="3174163" y="4519310"/>
            <a:ext cx="7004076" cy="34359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41" name="Google Shape;741;p57"/>
          <p:cNvGraphicFramePr/>
          <p:nvPr/>
        </p:nvGraphicFramePr>
        <p:xfrm>
          <a:off x="6752528" y="11817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182125"/>
                <a:gridCol w="1029150"/>
                <a:gridCol w="1074225"/>
                <a:gridCol w="1119275"/>
                <a:gridCol w="803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42" name="Google Shape;742;p57"/>
          <p:cNvSpPr txBox="1"/>
          <p:nvPr/>
        </p:nvSpPr>
        <p:spPr>
          <a:xfrm>
            <a:off x="2506980" y="227214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8"/>
          <p:cNvSpPr txBox="1"/>
          <p:nvPr>
            <p:ph type="title"/>
          </p:nvPr>
        </p:nvSpPr>
        <p:spPr>
          <a:xfrm>
            <a:off x="675640" y="1019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The Top Down Approach</a:t>
            </a:r>
            <a:endParaRPr/>
          </a:p>
        </p:txBody>
      </p:sp>
      <p:sp>
        <p:nvSpPr>
          <p:cNvPr id="748" name="Google Shape;748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You know how memoization works.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49" name="Google Shape;749;p58"/>
          <p:cNvSpPr/>
          <p:nvPr/>
        </p:nvSpPr>
        <p:spPr>
          <a:xfrm>
            <a:off x="6960841" y="2752483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58"/>
          <p:cNvSpPr/>
          <p:nvPr/>
        </p:nvSpPr>
        <p:spPr>
          <a:xfrm>
            <a:off x="7893418" y="2752483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58"/>
          <p:cNvSpPr/>
          <p:nvPr/>
        </p:nvSpPr>
        <p:spPr>
          <a:xfrm>
            <a:off x="8825995" y="2752483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58"/>
          <p:cNvSpPr/>
          <p:nvPr/>
        </p:nvSpPr>
        <p:spPr>
          <a:xfrm>
            <a:off x="9758572" y="2752483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8"/>
          <p:cNvSpPr/>
          <p:nvPr/>
        </p:nvSpPr>
        <p:spPr>
          <a:xfrm>
            <a:off x="10691149" y="2752483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58"/>
          <p:cNvSpPr/>
          <p:nvPr/>
        </p:nvSpPr>
        <p:spPr>
          <a:xfrm>
            <a:off x="6960841" y="3386581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58"/>
          <p:cNvSpPr/>
          <p:nvPr/>
        </p:nvSpPr>
        <p:spPr>
          <a:xfrm>
            <a:off x="7893418" y="3386581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58"/>
          <p:cNvSpPr/>
          <p:nvPr/>
        </p:nvSpPr>
        <p:spPr>
          <a:xfrm>
            <a:off x="8825995" y="3386581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58"/>
          <p:cNvSpPr/>
          <p:nvPr/>
        </p:nvSpPr>
        <p:spPr>
          <a:xfrm>
            <a:off x="9758572" y="3386581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58"/>
          <p:cNvSpPr/>
          <p:nvPr/>
        </p:nvSpPr>
        <p:spPr>
          <a:xfrm>
            <a:off x="10691149" y="3386581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58"/>
          <p:cNvSpPr/>
          <p:nvPr/>
        </p:nvSpPr>
        <p:spPr>
          <a:xfrm>
            <a:off x="6960841" y="4020678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58"/>
          <p:cNvSpPr/>
          <p:nvPr/>
        </p:nvSpPr>
        <p:spPr>
          <a:xfrm>
            <a:off x="7893418" y="4020678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58"/>
          <p:cNvSpPr/>
          <p:nvPr/>
        </p:nvSpPr>
        <p:spPr>
          <a:xfrm>
            <a:off x="8825995" y="4020678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58"/>
          <p:cNvSpPr/>
          <p:nvPr/>
        </p:nvSpPr>
        <p:spPr>
          <a:xfrm>
            <a:off x="9758572" y="4020678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58"/>
          <p:cNvSpPr/>
          <p:nvPr/>
        </p:nvSpPr>
        <p:spPr>
          <a:xfrm>
            <a:off x="10691149" y="4020678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58"/>
          <p:cNvSpPr/>
          <p:nvPr/>
        </p:nvSpPr>
        <p:spPr>
          <a:xfrm>
            <a:off x="6960841" y="4654776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8"/>
          <p:cNvSpPr/>
          <p:nvPr/>
        </p:nvSpPr>
        <p:spPr>
          <a:xfrm>
            <a:off x="7893418" y="4654776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58"/>
          <p:cNvSpPr/>
          <p:nvPr/>
        </p:nvSpPr>
        <p:spPr>
          <a:xfrm>
            <a:off x="8825995" y="4654776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58"/>
          <p:cNvSpPr/>
          <p:nvPr/>
        </p:nvSpPr>
        <p:spPr>
          <a:xfrm>
            <a:off x="9758572" y="4654776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58"/>
          <p:cNvSpPr/>
          <p:nvPr/>
        </p:nvSpPr>
        <p:spPr>
          <a:xfrm>
            <a:off x="10691149" y="4654776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58"/>
          <p:cNvSpPr/>
          <p:nvPr/>
        </p:nvSpPr>
        <p:spPr>
          <a:xfrm>
            <a:off x="6960841" y="5288873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58"/>
          <p:cNvSpPr/>
          <p:nvPr/>
        </p:nvSpPr>
        <p:spPr>
          <a:xfrm>
            <a:off x="7893418" y="5288873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58"/>
          <p:cNvSpPr/>
          <p:nvPr/>
        </p:nvSpPr>
        <p:spPr>
          <a:xfrm>
            <a:off x="8825995" y="5288873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58"/>
          <p:cNvSpPr/>
          <p:nvPr/>
        </p:nvSpPr>
        <p:spPr>
          <a:xfrm>
            <a:off x="9758572" y="5288873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58"/>
          <p:cNvSpPr/>
          <p:nvPr/>
        </p:nvSpPr>
        <p:spPr>
          <a:xfrm>
            <a:off x="10691149" y="5288873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58"/>
          <p:cNvSpPr/>
          <p:nvPr/>
        </p:nvSpPr>
        <p:spPr>
          <a:xfrm>
            <a:off x="6960840" y="2752483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58"/>
          <p:cNvSpPr/>
          <p:nvPr/>
        </p:nvSpPr>
        <p:spPr>
          <a:xfrm>
            <a:off x="8825994" y="2752483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58"/>
          <p:cNvSpPr/>
          <p:nvPr/>
        </p:nvSpPr>
        <p:spPr>
          <a:xfrm>
            <a:off x="7901526" y="2752483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58"/>
          <p:cNvSpPr/>
          <p:nvPr/>
        </p:nvSpPr>
        <p:spPr>
          <a:xfrm>
            <a:off x="9758570" y="2752483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58"/>
          <p:cNvSpPr/>
          <p:nvPr/>
        </p:nvSpPr>
        <p:spPr>
          <a:xfrm>
            <a:off x="10691146" y="2752483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58"/>
          <p:cNvSpPr/>
          <p:nvPr/>
        </p:nvSpPr>
        <p:spPr>
          <a:xfrm>
            <a:off x="6960840" y="3386581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58"/>
          <p:cNvSpPr/>
          <p:nvPr/>
        </p:nvSpPr>
        <p:spPr>
          <a:xfrm>
            <a:off x="8825994" y="3386581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8"/>
          <p:cNvSpPr/>
          <p:nvPr/>
        </p:nvSpPr>
        <p:spPr>
          <a:xfrm>
            <a:off x="7901526" y="3386581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58"/>
          <p:cNvSpPr/>
          <p:nvPr/>
        </p:nvSpPr>
        <p:spPr>
          <a:xfrm>
            <a:off x="9758570" y="3386581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58"/>
          <p:cNvSpPr/>
          <p:nvPr/>
        </p:nvSpPr>
        <p:spPr>
          <a:xfrm>
            <a:off x="10691146" y="3386581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58"/>
          <p:cNvSpPr/>
          <p:nvPr/>
        </p:nvSpPr>
        <p:spPr>
          <a:xfrm>
            <a:off x="6960840" y="4020678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58"/>
          <p:cNvSpPr/>
          <p:nvPr/>
        </p:nvSpPr>
        <p:spPr>
          <a:xfrm>
            <a:off x="8825994" y="4020678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58"/>
          <p:cNvSpPr/>
          <p:nvPr/>
        </p:nvSpPr>
        <p:spPr>
          <a:xfrm>
            <a:off x="7901526" y="4020678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58"/>
          <p:cNvSpPr/>
          <p:nvPr/>
        </p:nvSpPr>
        <p:spPr>
          <a:xfrm>
            <a:off x="9758570" y="4020678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58"/>
          <p:cNvSpPr/>
          <p:nvPr/>
        </p:nvSpPr>
        <p:spPr>
          <a:xfrm>
            <a:off x="10691146" y="4020678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58"/>
          <p:cNvSpPr/>
          <p:nvPr/>
        </p:nvSpPr>
        <p:spPr>
          <a:xfrm>
            <a:off x="6960840" y="4654776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58"/>
          <p:cNvSpPr/>
          <p:nvPr/>
        </p:nvSpPr>
        <p:spPr>
          <a:xfrm>
            <a:off x="8825994" y="4654776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58"/>
          <p:cNvSpPr/>
          <p:nvPr/>
        </p:nvSpPr>
        <p:spPr>
          <a:xfrm>
            <a:off x="7901526" y="4654776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58"/>
          <p:cNvSpPr/>
          <p:nvPr/>
        </p:nvSpPr>
        <p:spPr>
          <a:xfrm>
            <a:off x="9758570" y="4654776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8"/>
          <p:cNvSpPr/>
          <p:nvPr/>
        </p:nvSpPr>
        <p:spPr>
          <a:xfrm>
            <a:off x="10691146" y="4654776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8"/>
          <p:cNvSpPr/>
          <p:nvPr/>
        </p:nvSpPr>
        <p:spPr>
          <a:xfrm>
            <a:off x="6960840" y="5288873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58"/>
          <p:cNvSpPr/>
          <p:nvPr/>
        </p:nvSpPr>
        <p:spPr>
          <a:xfrm>
            <a:off x="8825994" y="5288873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8"/>
          <p:cNvSpPr/>
          <p:nvPr/>
        </p:nvSpPr>
        <p:spPr>
          <a:xfrm>
            <a:off x="7901526" y="5288873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58"/>
          <p:cNvSpPr/>
          <p:nvPr/>
        </p:nvSpPr>
        <p:spPr>
          <a:xfrm>
            <a:off x="9758570" y="5288873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58"/>
          <p:cNvSpPr/>
          <p:nvPr/>
        </p:nvSpPr>
        <p:spPr>
          <a:xfrm>
            <a:off x="10691146" y="5288873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9" name="Google Shape;799;p58"/>
          <p:cNvCxnSpPr/>
          <p:nvPr/>
        </p:nvCxnSpPr>
        <p:spPr>
          <a:xfrm rot="10800000">
            <a:off x="6391563" y="2425162"/>
            <a:ext cx="569277" cy="327322"/>
          </a:xfrm>
          <a:prstGeom prst="straightConnector1">
            <a:avLst/>
          </a:prstGeom>
          <a:noFill/>
          <a:ln cap="flat" cmpd="sng" w="76200">
            <a:solidFill>
              <a:srgbClr val="559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0" name="Google Shape;800;p58"/>
          <p:cNvSpPr txBox="1"/>
          <p:nvPr/>
        </p:nvSpPr>
        <p:spPr>
          <a:xfrm>
            <a:off x="6665633" y="2142364"/>
            <a:ext cx="258588" cy="3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8"/>
          <p:cNvSpPr txBox="1"/>
          <p:nvPr/>
        </p:nvSpPr>
        <p:spPr>
          <a:xfrm>
            <a:off x="6391563" y="2540543"/>
            <a:ext cx="305160" cy="3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58"/>
          <p:cNvSpPr txBox="1"/>
          <p:nvPr/>
        </p:nvSpPr>
        <p:spPr>
          <a:xfrm>
            <a:off x="6498376" y="2936252"/>
            <a:ext cx="254152" cy="3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58"/>
          <p:cNvSpPr txBox="1"/>
          <p:nvPr/>
        </p:nvSpPr>
        <p:spPr>
          <a:xfrm>
            <a:off x="6516788" y="3514344"/>
            <a:ext cx="254152" cy="3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58"/>
          <p:cNvSpPr txBox="1"/>
          <p:nvPr/>
        </p:nvSpPr>
        <p:spPr>
          <a:xfrm>
            <a:off x="6516788" y="4152051"/>
            <a:ext cx="254152" cy="3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58"/>
          <p:cNvSpPr txBox="1"/>
          <p:nvPr/>
        </p:nvSpPr>
        <p:spPr>
          <a:xfrm>
            <a:off x="6516788" y="4729876"/>
            <a:ext cx="254152" cy="3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58"/>
          <p:cNvSpPr txBox="1"/>
          <p:nvPr/>
        </p:nvSpPr>
        <p:spPr>
          <a:xfrm>
            <a:off x="6503244" y="5397876"/>
            <a:ext cx="254152" cy="3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8"/>
          <p:cNvSpPr txBox="1"/>
          <p:nvPr/>
        </p:nvSpPr>
        <p:spPr>
          <a:xfrm>
            <a:off x="6549125" y="6065877"/>
            <a:ext cx="254152" cy="3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8"/>
          <p:cNvSpPr txBox="1"/>
          <p:nvPr/>
        </p:nvSpPr>
        <p:spPr>
          <a:xfrm>
            <a:off x="7297626" y="2358064"/>
            <a:ext cx="254152" cy="3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58"/>
          <p:cNvSpPr txBox="1"/>
          <p:nvPr/>
        </p:nvSpPr>
        <p:spPr>
          <a:xfrm>
            <a:off x="8056656" y="2358064"/>
            <a:ext cx="254152" cy="3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58"/>
          <p:cNvSpPr txBox="1"/>
          <p:nvPr/>
        </p:nvSpPr>
        <p:spPr>
          <a:xfrm>
            <a:off x="8952171" y="2358064"/>
            <a:ext cx="254152" cy="3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8"/>
          <p:cNvSpPr txBox="1"/>
          <p:nvPr/>
        </p:nvSpPr>
        <p:spPr>
          <a:xfrm>
            <a:off x="9847685" y="2358064"/>
            <a:ext cx="254152" cy="3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58"/>
          <p:cNvSpPr txBox="1"/>
          <p:nvPr/>
        </p:nvSpPr>
        <p:spPr>
          <a:xfrm>
            <a:off x="10743200" y="2358064"/>
            <a:ext cx="254152" cy="3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58"/>
          <p:cNvSpPr/>
          <p:nvPr/>
        </p:nvSpPr>
        <p:spPr>
          <a:xfrm>
            <a:off x="6960841" y="5990777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58"/>
          <p:cNvSpPr/>
          <p:nvPr/>
        </p:nvSpPr>
        <p:spPr>
          <a:xfrm>
            <a:off x="7893418" y="5990777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58"/>
          <p:cNvSpPr/>
          <p:nvPr/>
        </p:nvSpPr>
        <p:spPr>
          <a:xfrm>
            <a:off x="8825995" y="5990777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58"/>
          <p:cNvSpPr/>
          <p:nvPr/>
        </p:nvSpPr>
        <p:spPr>
          <a:xfrm>
            <a:off x="9758572" y="5990777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58"/>
          <p:cNvSpPr/>
          <p:nvPr/>
        </p:nvSpPr>
        <p:spPr>
          <a:xfrm>
            <a:off x="10691149" y="5990777"/>
            <a:ext cx="746061" cy="51515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58"/>
          <p:cNvSpPr/>
          <p:nvPr/>
        </p:nvSpPr>
        <p:spPr>
          <a:xfrm>
            <a:off x="6960840" y="5990777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58"/>
          <p:cNvSpPr/>
          <p:nvPr/>
        </p:nvSpPr>
        <p:spPr>
          <a:xfrm>
            <a:off x="8825994" y="5990777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58"/>
          <p:cNvSpPr/>
          <p:nvPr/>
        </p:nvSpPr>
        <p:spPr>
          <a:xfrm>
            <a:off x="7901526" y="5990777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58"/>
          <p:cNvSpPr/>
          <p:nvPr/>
        </p:nvSpPr>
        <p:spPr>
          <a:xfrm>
            <a:off x="9758570" y="5990777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58"/>
          <p:cNvSpPr/>
          <p:nvPr/>
        </p:nvSpPr>
        <p:spPr>
          <a:xfrm>
            <a:off x="10691146" y="5990777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58"/>
          <p:cNvSpPr/>
          <p:nvPr/>
        </p:nvSpPr>
        <p:spPr>
          <a:xfrm>
            <a:off x="8834100" y="5299101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58"/>
          <p:cNvSpPr/>
          <p:nvPr/>
        </p:nvSpPr>
        <p:spPr>
          <a:xfrm>
            <a:off x="1972553" y="2487567"/>
            <a:ext cx="1112427" cy="32180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K(4,2)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58"/>
          <p:cNvSpPr/>
          <p:nvPr/>
        </p:nvSpPr>
        <p:spPr>
          <a:xfrm rot="1559377">
            <a:off x="2807943" y="3958158"/>
            <a:ext cx="6556288" cy="34359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26" name="Google Shape;826;p58"/>
          <p:cNvGraphicFramePr/>
          <p:nvPr/>
        </p:nvGraphicFramePr>
        <p:xfrm>
          <a:off x="6752528" y="11817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182125"/>
                <a:gridCol w="1029150"/>
                <a:gridCol w="1074225"/>
                <a:gridCol w="1119275"/>
                <a:gridCol w="803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27" name="Google Shape;827;p58"/>
          <p:cNvSpPr/>
          <p:nvPr/>
        </p:nvSpPr>
        <p:spPr>
          <a:xfrm>
            <a:off x="860126" y="3309954"/>
            <a:ext cx="1112427" cy="32180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K(4,1)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58"/>
          <p:cNvSpPr/>
          <p:nvPr/>
        </p:nvSpPr>
        <p:spPr>
          <a:xfrm>
            <a:off x="3050496" y="3322355"/>
            <a:ext cx="1112427" cy="32180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K(3,1)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9" name="Google Shape;829;p58"/>
          <p:cNvCxnSpPr>
            <a:stCxn id="824" idx="2"/>
            <a:endCxn id="827" idx="0"/>
          </p:cNvCxnSpPr>
          <p:nvPr/>
        </p:nvCxnSpPr>
        <p:spPr>
          <a:xfrm flipH="1">
            <a:off x="1416367" y="2809371"/>
            <a:ext cx="1112400" cy="5007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0" name="Google Shape;830;p58"/>
          <p:cNvCxnSpPr>
            <a:stCxn id="824" idx="2"/>
            <a:endCxn id="828" idx="0"/>
          </p:cNvCxnSpPr>
          <p:nvPr/>
        </p:nvCxnSpPr>
        <p:spPr>
          <a:xfrm>
            <a:off x="2528767" y="2809371"/>
            <a:ext cx="1077900" cy="5130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1" name="Google Shape;831;p58"/>
          <p:cNvSpPr/>
          <p:nvPr/>
        </p:nvSpPr>
        <p:spPr>
          <a:xfrm>
            <a:off x="2365271" y="4196352"/>
            <a:ext cx="1112427" cy="32180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K(3,0)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58"/>
          <p:cNvSpPr/>
          <p:nvPr/>
        </p:nvSpPr>
        <p:spPr>
          <a:xfrm>
            <a:off x="3948768" y="4173627"/>
            <a:ext cx="1112427" cy="32180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K(2,0)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3" name="Google Shape;833;p58"/>
          <p:cNvCxnSpPr>
            <a:stCxn id="828" idx="2"/>
            <a:endCxn id="831" idx="0"/>
          </p:cNvCxnSpPr>
          <p:nvPr/>
        </p:nvCxnSpPr>
        <p:spPr>
          <a:xfrm flipH="1">
            <a:off x="2921510" y="3644159"/>
            <a:ext cx="685200" cy="5523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4" name="Google Shape;834;p58"/>
          <p:cNvCxnSpPr>
            <a:stCxn id="828" idx="2"/>
            <a:endCxn id="832" idx="0"/>
          </p:cNvCxnSpPr>
          <p:nvPr/>
        </p:nvCxnSpPr>
        <p:spPr>
          <a:xfrm>
            <a:off x="3606710" y="3644159"/>
            <a:ext cx="898200" cy="5295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5" name="Google Shape;835;p58"/>
          <p:cNvSpPr txBox="1"/>
          <p:nvPr/>
        </p:nvSpPr>
        <p:spPr>
          <a:xfrm>
            <a:off x="4471091" y="384766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58"/>
          <p:cNvSpPr txBox="1"/>
          <p:nvPr/>
        </p:nvSpPr>
        <p:spPr>
          <a:xfrm>
            <a:off x="2611797" y="387222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58"/>
          <p:cNvSpPr txBox="1"/>
          <p:nvPr/>
        </p:nvSpPr>
        <p:spPr>
          <a:xfrm>
            <a:off x="3419096" y="301006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58"/>
          <p:cNvSpPr txBox="1"/>
          <p:nvPr/>
        </p:nvSpPr>
        <p:spPr>
          <a:xfrm>
            <a:off x="1068421" y="297264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58"/>
          <p:cNvSpPr txBox="1"/>
          <p:nvPr/>
        </p:nvSpPr>
        <p:spPr>
          <a:xfrm>
            <a:off x="2875628" y="279212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58"/>
          <p:cNvSpPr txBox="1"/>
          <p:nvPr/>
        </p:nvSpPr>
        <p:spPr>
          <a:xfrm>
            <a:off x="2761174" y="449543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58"/>
          <p:cNvSpPr txBox="1"/>
          <p:nvPr/>
        </p:nvSpPr>
        <p:spPr>
          <a:xfrm>
            <a:off x="4281921" y="45184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58"/>
          <p:cNvSpPr txBox="1"/>
          <p:nvPr/>
        </p:nvSpPr>
        <p:spPr>
          <a:xfrm>
            <a:off x="1128990" y="365789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58"/>
          <p:cNvSpPr txBox="1"/>
          <p:nvPr/>
        </p:nvSpPr>
        <p:spPr>
          <a:xfrm>
            <a:off x="4010824" y="3667157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58"/>
          <p:cNvSpPr txBox="1"/>
          <p:nvPr/>
        </p:nvSpPr>
        <p:spPr>
          <a:xfrm>
            <a:off x="2224674" y="215075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58"/>
          <p:cNvSpPr txBox="1"/>
          <p:nvPr/>
        </p:nvSpPr>
        <p:spPr>
          <a:xfrm>
            <a:off x="1576685" y="277735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8"/>
          <p:cNvSpPr txBox="1"/>
          <p:nvPr/>
        </p:nvSpPr>
        <p:spPr>
          <a:xfrm>
            <a:off x="1799134" y="220734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58"/>
          <p:cNvSpPr txBox="1"/>
          <p:nvPr/>
        </p:nvSpPr>
        <p:spPr>
          <a:xfrm>
            <a:off x="2816961" y="221005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58"/>
          <p:cNvSpPr/>
          <p:nvPr/>
        </p:nvSpPr>
        <p:spPr>
          <a:xfrm>
            <a:off x="7890227" y="4634384"/>
            <a:ext cx="746061" cy="51515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58"/>
          <p:cNvSpPr/>
          <p:nvPr/>
        </p:nvSpPr>
        <p:spPr>
          <a:xfrm rot="1088721">
            <a:off x="1540239" y="4439314"/>
            <a:ext cx="6676045" cy="31302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The Top Down Approach</a:t>
            </a:r>
            <a:endParaRPr/>
          </a:p>
        </p:txBody>
      </p:sp>
      <p:sp>
        <p:nvSpPr>
          <p:cNvPr id="855" name="Google Shape;855;p5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Memoization requires the recursive calls.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There is no gurantee that a value will be there in the table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For example K(5,4) does not mean that there is a value in m[5][4]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However, the bottom up approach creates all the possible values (for the given scenario)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Bottom Up Approach</a:t>
            </a:r>
            <a:endParaRPr/>
          </a:p>
        </p:txBody>
      </p:sp>
      <p:sp>
        <p:nvSpPr>
          <p:cNvPr id="861" name="Google Shape;861;p6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Basically we will fill up </a:t>
            </a:r>
            <a:r>
              <a:rPr b="1" lang="en-US"/>
              <a:t>all the values </a:t>
            </a:r>
            <a:r>
              <a:rPr lang="en-US"/>
              <a:t>of the table.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862" name="Google Shape;862;p60"/>
          <p:cNvGrpSpPr/>
          <p:nvPr/>
        </p:nvGrpSpPr>
        <p:grpSpPr>
          <a:xfrm>
            <a:off x="2895599" y="2286000"/>
            <a:ext cx="4967013" cy="4303061"/>
            <a:chOff x="4749511" y="279156"/>
            <a:chExt cx="7294100" cy="6069760"/>
          </a:xfrm>
        </p:grpSpPr>
        <p:sp>
          <p:nvSpPr>
            <p:cNvPr id="863" name="Google Shape;863;p60"/>
            <p:cNvSpPr/>
            <p:nvPr/>
          </p:nvSpPr>
          <p:spPr>
            <a:xfrm>
              <a:off x="5572472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60"/>
            <p:cNvSpPr/>
            <p:nvPr/>
          </p:nvSpPr>
          <p:spPr>
            <a:xfrm>
              <a:off x="6920626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60"/>
            <p:cNvSpPr/>
            <p:nvPr/>
          </p:nvSpPr>
          <p:spPr>
            <a:xfrm>
              <a:off x="8268780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60"/>
            <p:cNvSpPr/>
            <p:nvPr/>
          </p:nvSpPr>
          <p:spPr>
            <a:xfrm>
              <a:off x="9616934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60"/>
            <p:cNvSpPr/>
            <p:nvPr/>
          </p:nvSpPr>
          <p:spPr>
            <a:xfrm>
              <a:off x="10965088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60"/>
            <p:cNvSpPr/>
            <p:nvPr/>
          </p:nvSpPr>
          <p:spPr>
            <a:xfrm>
              <a:off x="5572472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60"/>
            <p:cNvSpPr/>
            <p:nvPr/>
          </p:nvSpPr>
          <p:spPr>
            <a:xfrm>
              <a:off x="6920626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60"/>
            <p:cNvSpPr/>
            <p:nvPr/>
          </p:nvSpPr>
          <p:spPr>
            <a:xfrm>
              <a:off x="8268780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60"/>
            <p:cNvSpPr/>
            <p:nvPr/>
          </p:nvSpPr>
          <p:spPr>
            <a:xfrm>
              <a:off x="9616934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60"/>
            <p:cNvSpPr/>
            <p:nvPr/>
          </p:nvSpPr>
          <p:spPr>
            <a:xfrm>
              <a:off x="10965088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60"/>
            <p:cNvSpPr/>
            <p:nvPr/>
          </p:nvSpPr>
          <p:spPr>
            <a:xfrm>
              <a:off x="5572472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60"/>
            <p:cNvSpPr/>
            <p:nvPr/>
          </p:nvSpPr>
          <p:spPr>
            <a:xfrm>
              <a:off x="6920626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60"/>
            <p:cNvSpPr/>
            <p:nvPr/>
          </p:nvSpPr>
          <p:spPr>
            <a:xfrm>
              <a:off x="8268780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60"/>
            <p:cNvSpPr/>
            <p:nvPr/>
          </p:nvSpPr>
          <p:spPr>
            <a:xfrm>
              <a:off x="9616934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60"/>
            <p:cNvSpPr/>
            <p:nvPr/>
          </p:nvSpPr>
          <p:spPr>
            <a:xfrm>
              <a:off x="10965088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60"/>
            <p:cNvSpPr/>
            <p:nvPr/>
          </p:nvSpPr>
          <p:spPr>
            <a:xfrm>
              <a:off x="5572472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60"/>
            <p:cNvSpPr/>
            <p:nvPr/>
          </p:nvSpPr>
          <p:spPr>
            <a:xfrm>
              <a:off x="6920626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60"/>
            <p:cNvSpPr/>
            <p:nvPr/>
          </p:nvSpPr>
          <p:spPr>
            <a:xfrm>
              <a:off x="8268780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60"/>
            <p:cNvSpPr/>
            <p:nvPr/>
          </p:nvSpPr>
          <p:spPr>
            <a:xfrm>
              <a:off x="9616934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60"/>
            <p:cNvSpPr/>
            <p:nvPr/>
          </p:nvSpPr>
          <p:spPr>
            <a:xfrm>
              <a:off x="10965088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60"/>
            <p:cNvSpPr/>
            <p:nvPr/>
          </p:nvSpPr>
          <p:spPr>
            <a:xfrm>
              <a:off x="5572472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60"/>
            <p:cNvSpPr/>
            <p:nvPr/>
          </p:nvSpPr>
          <p:spPr>
            <a:xfrm>
              <a:off x="6920626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60"/>
            <p:cNvSpPr/>
            <p:nvPr/>
          </p:nvSpPr>
          <p:spPr>
            <a:xfrm>
              <a:off x="8268780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60"/>
            <p:cNvSpPr/>
            <p:nvPr/>
          </p:nvSpPr>
          <p:spPr>
            <a:xfrm>
              <a:off x="9616934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60"/>
            <p:cNvSpPr/>
            <p:nvPr/>
          </p:nvSpPr>
          <p:spPr>
            <a:xfrm>
              <a:off x="10965088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60"/>
            <p:cNvSpPr/>
            <p:nvPr/>
          </p:nvSpPr>
          <p:spPr>
            <a:xfrm>
              <a:off x="5572471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60"/>
            <p:cNvSpPr/>
            <p:nvPr/>
          </p:nvSpPr>
          <p:spPr>
            <a:xfrm>
              <a:off x="8268779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60"/>
            <p:cNvSpPr/>
            <p:nvPr/>
          </p:nvSpPr>
          <p:spPr>
            <a:xfrm>
              <a:off x="6932347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60"/>
            <p:cNvSpPr/>
            <p:nvPr/>
          </p:nvSpPr>
          <p:spPr>
            <a:xfrm>
              <a:off x="9616932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60"/>
            <p:cNvSpPr/>
            <p:nvPr/>
          </p:nvSpPr>
          <p:spPr>
            <a:xfrm>
              <a:off x="10965085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60"/>
            <p:cNvSpPr/>
            <p:nvPr/>
          </p:nvSpPr>
          <p:spPr>
            <a:xfrm>
              <a:off x="5572471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60"/>
            <p:cNvSpPr/>
            <p:nvPr/>
          </p:nvSpPr>
          <p:spPr>
            <a:xfrm>
              <a:off x="8268779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60"/>
            <p:cNvSpPr/>
            <p:nvPr/>
          </p:nvSpPr>
          <p:spPr>
            <a:xfrm>
              <a:off x="6932347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60"/>
            <p:cNvSpPr/>
            <p:nvPr/>
          </p:nvSpPr>
          <p:spPr>
            <a:xfrm>
              <a:off x="9616932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60"/>
            <p:cNvSpPr/>
            <p:nvPr/>
          </p:nvSpPr>
          <p:spPr>
            <a:xfrm>
              <a:off x="10965085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60"/>
            <p:cNvSpPr/>
            <p:nvPr/>
          </p:nvSpPr>
          <p:spPr>
            <a:xfrm>
              <a:off x="5572471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60"/>
            <p:cNvSpPr/>
            <p:nvPr/>
          </p:nvSpPr>
          <p:spPr>
            <a:xfrm>
              <a:off x="8268779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60"/>
            <p:cNvSpPr/>
            <p:nvPr/>
          </p:nvSpPr>
          <p:spPr>
            <a:xfrm>
              <a:off x="6932347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60"/>
            <p:cNvSpPr/>
            <p:nvPr/>
          </p:nvSpPr>
          <p:spPr>
            <a:xfrm>
              <a:off x="9616932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60"/>
            <p:cNvSpPr/>
            <p:nvPr/>
          </p:nvSpPr>
          <p:spPr>
            <a:xfrm>
              <a:off x="10965085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60"/>
            <p:cNvSpPr/>
            <p:nvPr/>
          </p:nvSpPr>
          <p:spPr>
            <a:xfrm>
              <a:off x="5572471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60"/>
            <p:cNvSpPr/>
            <p:nvPr/>
          </p:nvSpPr>
          <p:spPr>
            <a:xfrm>
              <a:off x="8268779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60"/>
            <p:cNvSpPr/>
            <p:nvPr/>
          </p:nvSpPr>
          <p:spPr>
            <a:xfrm>
              <a:off x="6932347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60"/>
            <p:cNvSpPr/>
            <p:nvPr/>
          </p:nvSpPr>
          <p:spPr>
            <a:xfrm>
              <a:off x="9616932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60"/>
            <p:cNvSpPr/>
            <p:nvPr/>
          </p:nvSpPr>
          <p:spPr>
            <a:xfrm>
              <a:off x="10965085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60"/>
            <p:cNvSpPr/>
            <p:nvPr/>
          </p:nvSpPr>
          <p:spPr>
            <a:xfrm>
              <a:off x="5572471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60"/>
            <p:cNvSpPr/>
            <p:nvPr/>
          </p:nvSpPr>
          <p:spPr>
            <a:xfrm>
              <a:off x="8268779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60"/>
            <p:cNvSpPr/>
            <p:nvPr/>
          </p:nvSpPr>
          <p:spPr>
            <a:xfrm>
              <a:off x="6932347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60"/>
            <p:cNvSpPr/>
            <p:nvPr/>
          </p:nvSpPr>
          <p:spPr>
            <a:xfrm>
              <a:off x="9616932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60"/>
            <p:cNvSpPr/>
            <p:nvPr/>
          </p:nvSpPr>
          <p:spPr>
            <a:xfrm>
              <a:off x="10965085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3" name="Google Shape;913;p60"/>
            <p:cNvCxnSpPr/>
            <p:nvPr/>
          </p:nvCxnSpPr>
          <p:spPr>
            <a:xfrm rot="10800000">
              <a:off x="4749511" y="498528"/>
              <a:ext cx="822960" cy="469264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4" name="Google Shape;914;p60"/>
            <p:cNvSpPr txBox="1"/>
            <p:nvPr/>
          </p:nvSpPr>
          <p:spPr>
            <a:xfrm>
              <a:off x="5160991" y="279156"/>
              <a:ext cx="37382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60"/>
            <p:cNvSpPr txBox="1"/>
            <p:nvPr/>
          </p:nvSpPr>
          <p:spPr>
            <a:xfrm>
              <a:off x="4749511" y="663944"/>
              <a:ext cx="44114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60"/>
            <p:cNvSpPr txBox="1"/>
            <p:nvPr/>
          </p:nvSpPr>
          <p:spPr>
            <a:xfrm>
              <a:off x="4903923" y="1231251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60"/>
            <p:cNvSpPr txBox="1"/>
            <p:nvPr/>
          </p:nvSpPr>
          <p:spPr>
            <a:xfrm>
              <a:off x="4930539" y="2060032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60"/>
            <p:cNvSpPr txBox="1"/>
            <p:nvPr/>
          </p:nvSpPr>
          <p:spPr>
            <a:xfrm>
              <a:off x="4930539" y="2974278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60"/>
            <p:cNvSpPr txBox="1"/>
            <p:nvPr/>
          </p:nvSpPr>
          <p:spPr>
            <a:xfrm>
              <a:off x="4930539" y="3802675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60"/>
            <p:cNvSpPr txBox="1"/>
            <p:nvPr/>
          </p:nvSpPr>
          <p:spPr>
            <a:xfrm>
              <a:off x="4910960" y="4760352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60"/>
            <p:cNvSpPr txBox="1"/>
            <p:nvPr/>
          </p:nvSpPr>
          <p:spPr>
            <a:xfrm>
              <a:off x="4977287" y="571802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60"/>
            <p:cNvSpPr txBox="1"/>
            <p:nvPr/>
          </p:nvSpPr>
          <p:spPr>
            <a:xfrm>
              <a:off x="6059337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60"/>
            <p:cNvSpPr txBox="1"/>
            <p:nvPr/>
          </p:nvSpPr>
          <p:spPr>
            <a:xfrm>
              <a:off x="7156607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60"/>
            <p:cNvSpPr txBox="1"/>
            <p:nvPr/>
          </p:nvSpPr>
          <p:spPr>
            <a:xfrm>
              <a:off x="8451183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60"/>
            <p:cNvSpPr txBox="1"/>
            <p:nvPr/>
          </p:nvSpPr>
          <p:spPr>
            <a:xfrm>
              <a:off x="9745759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60"/>
            <p:cNvSpPr txBox="1"/>
            <p:nvPr/>
          </p:nvSpPr>
          <p:spPr>
            <a:xfrm>
              <a:off x="11040335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60"/>
            <p:cNvSpPr/>
            <p:nvPr/>
          </p:nvSpPr>
          <p:spPr>
            <a:xfrm>
              <a:off x="5572472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60"/>
            <p:cNvSpPr/>
            <p:nvPr/>
          </p:nvSpPr>
          <p:spPr>
            <a:xfrm>
              <a:off x="6920626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60"/>
            <p:cNvSpPr/>
            <p:nvPr/>
          </p:nvSpPr>
          <p:spPr>
            <a:xfrm>
              <a:off x="8268780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60"/>
            <p:cNvSpPr/>
            <p:nvPr/>
          </p:nvSpPr>
          <p:spPr>
            <a:xfrm>
              <a:off x="9616934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60"/>
            <p:cNvSpPr/>
            <p:nvPr/>
          </p:nvSpPr>
          <p:spPr>
            <a:xfrm>
              <a:off x="10965088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60"/>
            <p:cNvSpPr/>
            <p:nvPr/>
          </p:nvSpPr>
          <p:spPr>
            <a:xfrm>
              <a:off x="5572471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60"/>
            <p:cNvSpPr/>
            <p:nvPr/>
          </p:nvSpPr>
          <p:spPr>
            <a:xfrm>
              <a:off x="8268779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60"/>
            <p:cNvSpPr/>
            <p:nvPr/>
          </p:nvSpPr>
          <p:spPr>
            <a:xfrm>
              <a:off x="6932347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60"/>
            <p:cNvSpPr/>
            <p:nvPr/>
          </p:nvSpPr>
          <p:spPr>
            <a:xfrm>
              <a:off x="9616932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60"/>
            <p:cNvSpPr/>
            <p:nvPr/>
          </p:nvSpPr>
          <p:spPr>
            <a:xfrm>
              <a:off x="10965085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937" name="Google Shape;937;p60"/>
          <p:cNvGraphicFramePr/>
          <p:nvPr/>
        </p:nvGraphicFramePr>
        <p:xfrm>
          <a:off x="6944567" y="6718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182125"/>
                <a:gridCol w="1029150"/>
                <a:gridCol w="1074225"/>
                <a:gridCol w="1119275"/>
                <a:gridCol w="803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Bottom Up Approach</a:t>
            </a:r>
            <a:endParaRPr/>
          </a:p>
        </p:txBody>
      </p:sp>
      <p:sp>
        <p:nvSpPr>
          <p:cNvPr id="943" name="Google Shape;943;p61"/>
          <p:cNvSpPr txBox="1"/>
          <p:nvPr>
            <p:ph idx="1" type="body"/>
          </p:nvPr>
        </p:nvSpPr>
        <p:spPr>
          <a:xfrm>
            <a:off x="838200" y="1574800"/>
            <a:ext cx="10515600" cy="460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But along which direction shall we fill up the values?</a:t>
            </a:r>
            <a:endParaRPr/>
          </a:p>
        </p:txBody>
      </p:sp>
      <p:grpSp>
        <p:nvGrpSpPr>
          <p:cNvPr id="944" name="Google Shape;944;p61"/>
          <p:cNvGrpSpPr/>
          <p:nvPr/>
        </p:nvGrpSpPr>
        <p:grpSpPr>
          <a:xfrm>
            <a:off x="2825506" y="1975211"/>
            <a:ext cx="5098066" cy="4471610"/>
            <a:chOff x="4557059" y="41406"/>
            <a:chExt cx="7486552" cy="6307510"/>
          </a:xfrm>
        </p:grpSpPr>
        <p:sp>
          <p:nvSpPr>
            <p:cNvPr id="945" name="Google Shape;945;p61"/>
            <p:cNvSpPr/>
            <p:nvPr/>
          </p:nvSpPr>
          <p:spPr>
            <a:xfrm>
              <a:off x="5572472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61"/>
            <p:cNvSpPr/>
            <p:nvPr/>
          </p:nvSpPr>
          <p:spPr>
            <a:xfrm>
              <a:off x="6920626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61"/>
            <p:cNvSpPr/>
            <p:nvPr/>
          </p:nvSpPr>
          <p:spPr>
            <a:xfrm>
              <a:off x="8268780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61"/>
            <p:cNvSpPr/>
            <p:nvPr/>
          </p:nvSpPr>
          <p:spPr>
            <a:xfrm>
              <a:off x="9616934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61"/>
            <p:cNvSpPr/>
            <p:nvPr/>
          </p:nvSpPr>
          <p:spPr>
            <a:xfrm>
              <a:off x="10965088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61"/>
            <p:cNvSpPr/>
            <p:nvPr/>
          </p:nvSpPr>
          <p:spPr>
            <a:xfrm>
              <a:off x="5572472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61"/>
            <p:cNvSpPr/>
            <p:nvPr/>
          </p:nvSpPr>
          <p:spPr>
            <a:xfrm>
              <a:off x="6920626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61"/>
            <p:cNvSpPr/>
            <p:nvPr/>
          </p:nvSpPr>
          <p:spPr>
            <a:xfrm>
              <a:off x="8268780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61"/>
            <p:cNvSpPr/>
            <p:nvPr/>
          </p:nvSpPr>
          <p:spPr>
            <a:xfrm>
              <a:off x="9616934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61"/>
            <p:cNvSpPr/>
            <p:nvPr/>
          </p:nvSpPr>
          <p:spPr>
            <a:xfrm>
              <a:off x="10965088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61"/>
            <p:cNvSpPr/>
            <p:nvPr/>
          </p:nvSpPr>
          <p:spPr>
            <a:xfrm>
              <a:off x="5572472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61"/>
            <p:cNvSpPr/>
            <p:nvPr/>
          </p:nvSpPr>
          <p:spPr>
            <a:xfrm>
              <a:off x="6920626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61"/>
            <p:cNvSpPr/>
            <p:nvPr/>
          </p:nvSpPr>
          <p:spPr>
            <a:xfrm>
              <a:off x="8268780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61"/>
            <p:cNvSpPr/>
            <p:nvPr/>
          </p:nvSpPr>
          <p:spPr>
            <a:xfrm>
              <a:off x="9616934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61"/>
            <p:cNvSpPr/>
            <p:nvPr/>
          </p:nvSpPr>
          <p:spPr>
            <a:xfrm>
              <a:off x="10965088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61"/>
            <p:cNvSpPr/>
            <p:nvPr/>
          </p:nvSpPr>
          <p:spPr>
            <a:xfrm>
              <a:off x="5572472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61"/>
            <p:cNvSpPr/>
            <p:nvPr/>
          </p:nvSpPr>
          <p:spPr>
            <a:xfrm>
              <a:off x="6920626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61"/>
            <p:cNvSpPr/>
            <p:nvPr/>
          </p:nvSpPr>
          <p:spPr>
            <a:xfrm>
              <a:off x="8268780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61"/>
            <p:cNvSpPr/>
            <p:nvPr/>
          </p:nvSpPr>
          <p:spPr>
            <a:xfrm>
              <a:off x="9616934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61"/>
            <p:cNvSpPr/>
            <p:nvPr/>
          </p:nvSpPr>
          <p:spPr>
            <a:xfrm>
              <a:off x="10965088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61"/>
            <p:cNvSpPr/>
            <p:nvPr/>
          </p:nvSpPr>
          <p:spPr>
            <a:xfrm>
              <a:off x="5572472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61"/>
            <p:cNvSpPr/>
            <p:nvPr/>
          </p:nvSpPr>
          <p:spPr>
            <a:xfrm>
              <a:off x="6920626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61"/>
            <p:cNvSpPr/>
            <p:nvPr/>
          </p:nvSpPr>
          <p:spPr>
            <a:xfrm>
              <a:off x="8268780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61"/>
            <p:cNvSpPr/>
            <p:nvPr/>
          </p:nvSpPr>
          <p:spPr>
            <a:xfrm>
              <a:off x="9616934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61"/>
            <p:cNvSpPr/>
            <p:nvPr/>
          </p:nvSpPr>
          <p:spPr>
            <a:xfrm>
              <a:off x="10965088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0" name="Google Shape;970;p61"/>
            <p:cNvCxnSpPr/>
            <p:nvPr/>
          </p:nvCxnSpPr>
          <p:spPr>
            <a:xfrm rot="10800000">
              <a:off x="4749511" y="498528"/>
              <a:ext cx="822960" cy="469264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1" name="Google Shape;971;p61"/>
            <p:cNvSpPr txBox="1"/>
            <p:nvPr/>
          </p:nvSpPr>
          <p:spPr>
            <a:xfrm>
              <a:off x="4945258" y="41406"/>
              <a:ext cx="373821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61"/>
            <p:cNvSpPr txBox="1"/>
            <p:nvPr/>
          </p:nvSpPr>
          <p:spPr>
            <a:xfrm>
              <a:off x="4557059" y="547845"/>
              <a:ext cx="441146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61"/>
            <p:cNvSpPr txBox="1"/>
            <p:nvPr/>
          </p:nvSpPr>
          <p:spPr>
            <a:xfrm>
              <a:off x="4903924" y="1231251"/>
              <a:ext cx="367408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61"/>
            <p:cNvSpPr txBox="1"/>
            <p:nvPr/>
          </p:nvSpPr>
          <p:spPr>
            <a:xfrm>
              <a:off x="4930539" y="2060032"/>
              <a:ext cx="367408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61"/>
            <p:cNvSpPr txBox="1"/>
            <p:nvPr/>
          </p:nvSpPr>
          <p:spPr>
            <a:xfrm>
              <a:off x="4930539" y="2974277"/>
              <a:ext cx="367408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61"/>
            <p:cNvSpPr txBox="1"/>
            <p:nvPr/>
          </p:nvSpPr>
          <p:spPr>
            <a:xfrm>
              <a:off x="4930539" y="3802674"/>
              <a:ext cx="367408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61"/>
            <p:cNvSpPr txBox="1"/>
            <p:nvPr/>
          </p:nvSpPr>
          <p:spPr>
            <a:xfrm>
              <a:off x="4910961" y="4760353"/>
              <a:ext cx="367408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61"/>
            <p:cNvSpPr txBox="1"/>
            <p:nvPr/>
          </p:nvSpPr>
          <p:spPr>
            <a:xfrm>
              <a:off x="4977287" y="5718030"/>
              <a:ext cx="367408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61"/>
            <p:cNvSpPr txBox="1"/>
            <p:nvPr/>
          </p:nvSpPr>
          <p:spPr>
            <a:xfrm>
              <a:off x="6059337" y="402334"/>
              <a:ext cx="367408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61"/>
            <p:cNvSpPr txBox="1"/>
            <p:nvPr/>
          </p:nvSpPr>
          <p:spPr>
            <a:xfrm>
              <a:off x="7156606" y="402334"/>
              <a:ext cx="367408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61"/>
            <p:cNvSpPr txBox="1"/>
            <p:nvPr/>
          </p:nvSpPr>
          <p:spPr>
            <a:xfrm>
              <a:off x="8451183" y="402334"/>
              <a:ext cx="367408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61"/>
            <p:cNvSpPr txBox="1"/>
            <p:nvPr/>
          </p:nvSpPr>
          <p:spPr>
            <a:xfrm>
              <a:off x="9745758" y="402334"/>
              <a:ext cx="367408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61"/>
            <p:cNvSpPr txBox="1"/>
            <p:nvPr/>
          </p:nvSpPr>
          <p:spPr>
            <a:xfrm>
              <a:off x="11040335" y="402334"/>
              <a:ext cx="367408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61"/>
            <p:cNvSpPr/>
            <p:nvPr/>
          </p:nvSpPr>
          <p:spPr>
            <a:xfrm>
              <a:off x="5572472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61"/>
            <p:cNvSpPr/>
            <p:nvPr/>
          </p:nvSpPr>
          <p:spPr>
            <a:xfrm>
              <a:off x="6920626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61"/>
            <p:cNvSpPr/>
            <p:nvPr/>
          </p:nvSpPr>
          <p:spPr>
            <a:xfrm>
              <a:off x="8268780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61"/>
            <p:cNvSpPr/>
            <p:nvPr/>
          </p:nvSpPr>
          <p:spPr>
            <a:xfrm>
              <a:off x="9616934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61"/>
            <p:cNvSpPr/>
            <p:nvPr/>
          </p:nvSpPr>
          <p:spPr>
            <a:xfrm>
              <a:off x="10965088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9" name="Google Shape;989;p61"/>
          <p:cNvSpPr/>
          <p:nvPr/>
        </p:nvSpPr>
        <p:spPr>
          <a:xfrm>
            <a:off x="3643684" y="2631957"/>
            <a:ext cx="4179516" cy="5994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61"/>
          <p:cNvSpPr/>
          <p:nvPr/>
        </p:nvSpPr>
        <p:spPr>
          <a:xfrm>
            <a:off x="3643684" y="3256566"/>
            <a:ext cx="4179516" cy="5994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61"/>
          <p:cNvSpPr/>
          <p:nvPr/>
        </p:nvSpPr>
        <p:spPr>
          <a:xfrm>
            <a:off x="3643684" y="3881175"/>
            <a:ext cx="4179516" cy="5994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61"/>
          <p:cNvSpPr/>
          <p:nvPr/>
        </p:nvSpPr>
        <p:spPr>
          <a:xfrm>
            <a:off x="3643684" y="4505784"/>
            <a:ext cx="4179516" cy="5994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61"/>
          <p:cNvSpPr/>
          <p:nvPr/>
        </p:nvSpPr>
        <p:spPr>
          <a:xfrm>
            <a:off x="3643684" y="5130393"/>
            <a:ext cx="4179516" cy="5994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61"/>
          <p:cNvSpPr/>
          <p:nvPr/>
        </p:nvSpPr>
        <p:spPr>
          <a:xfrm>
            <a:off x="3643684" y="5755002"/>
            <a:ext cx="4179516" cy="5994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Bottom Up Approach</a:t>
            </a:r>
            <a:endParaRPr/>
          </a:p>
        </p:txBody>
      </p:sp>
      <p:sp>
        <p:nvSpPr>
          <p:cNvPr id="1000" name="Google Shape;1000;p62"/>
          <p:cNvSpPr txBox="1"/>
          <p:nvPr>
            <p:ph idx="1" type="body"/>
          </p:nvPr>
        </p:nvSpPr>
        <p:spPr>
          <a:xfrm>
            <a:off x="838200" y="1574800"/>
            <a:ext cx="10515600" cy="460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But along which direction shall we fill up the values?</a:t>
            </a:r>
            <a:endParaRPr/>
          </a:p>
        </p:txBody>
      </p:sp>
      <p:grpSp>
        <p:nvGrpSpPr>
          <p:cNvPr id="1001" name="Google Shape;1001;p62"/>
          <p:cNvGrpSpPr/>
          <p:nvPr/>
        </p:nvGrpSpPr>
        <p:grpSpPr>
          <a:xfrm>
            <a:off x="2825506" y="1975211"/>
            <a:ext cx="5098066" cy="4471610"/>
            <a:chOff x="4557059" y="41406"/>
            <a:chExt cx="7486552" cy="6307510"/>
          </a:xfrm>
        </p:grpSpPr>
        <p:sp>
          <p:nvSpPr>
            <p:cNvPr id="1002" name="Google Shape;1002;p62"/>
            <p:cNvSpPr/>
            <p:nvPr/>
          </p:nvSpPr>
          <p:spPr>
            <a:xfrm>
              <a:off x="5572472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62"/>
            <p:cNvSpPr/>
            <p:nvPr/>
          </p:nvSpPr>
          <p:spPr>
            <a:xfrm>
              <a:off x="6920626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62"/>
            <p:cNvSpPr/>
            <p:nvPr/>
          </p:nvSpPr>
          <p:spPr>
            <a:xfrm>
              <a:off x="8268780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62"/>
            <p:cNvSpPr/>
            <p:nvPr/>
          </p:nvSpPr>
          <p:spPr>
            <a:xfrm>
              <a:off x="9616934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62"/>
            <p:cNvSpPr/>
            <p:nvPr/>
          </p:nvSpPr>
          <p:spPr>
            <a:xfrm>
              <a:off x="10965088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62"/>
            <p:cNvSpPr/>
            <p:nvPr/>
          </p:nvSpPr>
          <p:spPr>
            <a:xfrm>
              <a:off x="5572472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62"/>
            <p:cNvSpPr/>
            <p:nvPr/>
          </p:nvSpPr>
          <p:spPr>
            <a:xfrm>
              <a:off x="6920626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62"/>
            <p:cNvSpPr/>
            <p:nvPr/>
          </p:nvSpPr>
          <p:spPr>
            <a:xfrm>
              <a:off x="8268780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62"/>
            <p:cNvSpPr/>
            <p:nvPr/>
          </p:nvSpPr>
          <p:spPr>
            <a:xfrm>
              <a:off x="9616934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62"/>
            <p:cNvSpPr/>
            <p:nvPr/>
          </p:nvSpPr>
          <p:spPr>
            <a:xfrm>
              <a:off x="10965088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62"/>
            <p:cNvSpPr/>
            <p:nvPr/>
          </p:nvSpPr>
          <p:spPr>
            <a:xfrm>
              <a:off x="5572472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62"/>
            <p:cNvSpPr/>
            <p:nvPr/>
          </p:nvSpPr>
          <p:spPr>
            <a:xfrm>
              <a:off x="6920626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62"/>
            <p:cNvSpPr/>
            <p:nvPr/>
          </p:nvSpPr>
          <p:spPr>
            <a:xfrm>
              <a:off x="8268780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62"/>
            <p:cNvSpPr/>
            <p:nvPr/>
          </p:nvSpPr>
          <p:spPr>
            <a:xfrm>
              <a:off x="9616934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62"/>
            <p:cNvSpPr/>
            <p:nvPr/>
          </p:nvSpPr>
          <p:spPr>
            <a:xfrm>
              <a:off x="10965088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62"/>
            <p:cNvSpPr/>
            <p:nvPr/>
          </p:nvSpPr>
          <p:spPr>
            <a:xfrm>
              <a:off x="5572472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62"/>
            <p:cNvSpPr/>
            <p:nvPr/>
          </p:nvSpPr>
          <p:spPr>
            <a:xfrm>
              <a:off x="6920626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62"/>
            <p:cNvSpPr/>
            <p:nvPr/>
          </p:nvSpPr>
          <p:spPr>
            <a:xfrm>
              <a:off x="8268780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62"/>
            <p:cNvSpPr/>
            <p:nvPr/>
          </p:nvSpPr>
          <p:spPr>
            <a:xfrm>
              <a:off x="9616934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62"/>
            <p:cNvSpPr/>
            <p:nvPr/>
          </p:nvSpPr>
          <p:spPr>
            <a:xfrm>
              <a:off x="10965088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62"/>
            <p:cNvSpPr/>
            <p:nvPr/>
          </p:nvSpPr>
          <p:spPr>
            <a:xfrm>
              <a:off x="5572472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62"/>
            <p:cNvSpPr/>
            <p:nvPr/>
          </p:nvSpPr>
          <p:spPr>
            <a:xfrm>
              <a:off x="6920626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62"/>
            <p:cNvSpPr/>
            <p:nvPr/>
          </p:nvSpPr>
          <p:spPr>
            <a:xfrm>
              <a:off x="8268780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62"/>
            <p:cNvSpPr/>
            <p:nvPr/>
          </p:nvSpPr>
          <p:spPr>
            <a:xfrm>
              <a:off x="9616934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62"/>
            <p:cNvSpPr/>
            <p:nvPr/>
          </p:nvSpPr>
          <p:spPr>
            <a:xfrm>
              <a:off x="10965088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7" name="Google Shape;1027;p62"/>
            <p:cNvCxnSpPr/>
            <p:nvPr/>
          </p:nvCxnSpPr>
          <p:spPr>
            <a:xfrm rot="10800000">
              <a:off x="4749511" y="498528"/>
              <a:ext cx="822960" cy="469264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8" name="Google Shape;1028;p62"/>
            <p:cNvSpPr txBox="1"/>
            <p:nvPr/>
          </p:nvSpPr>
          <p:spPr>
            <a:xfrm>
              <a:off x="4945258" y="41406"/>
              <a:ext cx="373821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62"/>
            <p:cNvSpPr txBox="1"/>
            <p:nvPr/>
          </p:nvSpPr>
          <p:spPr>
            <a:xfrm>
              <a:off x="4557059" y="547845"/>
              <a:ext cx="441146" cy="523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62"/>
            <p:cNvSpPr txBox="1"/>
            <p:nvPr/>
          </p:nvSpPr>
          <p:spPr>
            <a:xfrm>
              <a:off x="4903923" y="1231251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62"/>
            <p:cNvSpPr txBox="1"/>
            <p:nvPr/>
          </p:nvSpPr>
          <p:spPr>
            <a:xfrm>
              <a:off x="4930539" y="2060032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62"/>
            <p:cNvSpPr txBox="1"/>
            <p:nvPr/>
          </p:nvSpPr>
          <p:spPr>
            <a:xfrm>
              <a:off x="4930539" y="2974278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62"/>
            <p:cNvSpPr txBox="1"/>
            <p:nvPr/>
          </p:nvSpPr>
          <p:spPr>
            <a:xfrm>
              <a:off x="4930539" y="3802675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62"/>
            <p:cNvSpPr txBox="1"/>
            <p:nvPr/>
          </p:nvSpPr>
          <p:spPr>
            <a:xfrm>
              <a:off x="4910960" y="4760352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62"/>
            <p:cNvSpPr txBox="1"/>
            <p:nvPr/>
          </p:nvSpPr>
          <p:spPr>
            <a:xfrm>
              <a:off x="4977287" y="571802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62"/>
            <p:cNvSpPr txBox="1"/>
            <p:nvPr/>
          </p:nvSpPr>
          <p:spPr>
            <a:xfrm>
              <a:off x="6059337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62"/>
            <p:cNvSpPr txBox="1"/>
            <p:nvPr/>
          </p:nvSpPr>
          <p:spPr>
            <a:xfrm>
              <a:off x="7156607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62"/>
            <p:cNvSpPr txBox="1"/>
            <p:nvPr/>
          </p:nvSpPr>
          <p:spPr>
            <a:xfrm>
              <a:off x="8451183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62"/>
            <p:cNvSpPr txBox="1"/>
            <p:nvPr/>
          </p:nvSpPr>
          <p:spPr>
            <a:xfrm>
              <a:off x="9745759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62"/>
            <p:cNvSpPr txBox="1"/>
            <p:nvPr/>
          </p:nvSpPr>
          <p:spPr>
            <a:xfrm>
              <a:off x="11040335" y="40233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62"/>
            <p:cNvSpPr/>
            <p:nvPr/>
          </p:nvSpPr>
          <p:spPr>
            <a:xfrm>
              <a:off x="5572472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62"/>
            <p:cNvSpPr/>
            <p:nvPr/>
          </p:nvSpPr>
          <p:spPr>
            <a:xfrm>
              <a:off x="6920626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62"/>
            <p:cNvSpPr/>
            <p:nvPr/>
          </p:nvSpPr>
          <p:spPr>
            <a:xfrm>
              <a:off x="8268780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62"/>
            <p:cNvSpPr/>
            <p:nvPr/>
          </p:nvSpPr>
          <p:spPr>
            <a:xfrm>
              <a:off x="9616934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62"/>
            <p:cNvSpPr/>
            <p:nvPr/>
          </p:nvSpPr>
          <p:spPr>
            <a:xfrm>
              <a:off x="10965088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6" name="Google Shape;1046;p62"/>
          <p:cNvSpPr/>
          <p:nvPr/>
        </p:nvSpPr>
        <p:spPr>
          <a:xfrm rot="5400000">
            <a:off x="5624562" y="4210628"/>
            <a:ext cx="3877790" cy="86688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62"/>
          <p:cNvSpPr/>
          <p:nvPr/>
        </p:nvSpPr>
        <p:spPr>
          <a:xfrm rot="5400000">
            <a:off x="4721299" y="4210628"/>
            <a:ext cx="3877790" cy="86688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2"/>
          <p:cNvSpPr/>
          <p:nvPr/>
        </p:nvSpPr>
        <p:spPr>
          <a:xfrm rot="5400000">
            <a:off x="3818036" y="4210628"/>
            <a:ext cx="3877790" cy="86688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62"/>
          <p:cNvSpPr/>
          <p:nvPr/>
        </p:nvSpPr>
        <p:spPr>
          <a:xfrm rot="5400000">
            <a:off x="2914773" y="4210628"/>
            <a:ext cx="3877790" cy="86688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62"/>
          <p:cNvSpPr/>
          <p:nvPr/>
        </p:nvSpPr>
        <p:spPr>
          <a:xfrm rot="5400000">
            <a:off x="2011510" y="4210628"/>
            <a:ext cx="3877790" cy="86688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Bottom Up Approach</a:t>
            </a:r>
            <a:endParaRPr/>
          </a:p>
        </p:txBody>
      </p:sp>
      <p:sp>
        <p:nvSpPr>
          <p:cNvPr id="1056" name="Google Shape;1056;p63"/>
          <p:cNvSpPr txBox="1"/>
          <p:nvPr>
            <p:ph idx="1" type="body"/>
          </p:nvPr>
        </p:nvSpPr>
        <p:spPr>
          <a:xfrm>
            <a:off x="838200" y="1574800"/>
            <a:ext cx="10515600" cy="460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Let us look at the equation for this: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K( w, i )</a:t>
            </a:r>
            <a:r>
              <a:rPr lang="en-US"/>
              <a:t> = max { </a:t>
            </a:r>
            <a:r>
              <a:rPr b="1" lang="en-US">
                <a:solidFill>
                  <a:schemeClr val="accent1"/>
                </a:solidFill>
              </a:rPr>
              <a:t>k( w , i-1 )</a:t>
            </a:r>
            <a:r>
              <a:rPr lang="en-US"/>
              <a:t>, </a:t>
            </a:r>
            <a:r>
              <a:rPr b="1" lang="en-US">
                <a:solidFill>
                  <a:srgbClr val="FF0000"/>
                </a:solidFill>
              </a:rPr>
              <a:t>prices[ i ]+k( w - weights[ i ] , i-1)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57" name="Google Shape;1057;p63"/>
          <p:cNvSpPr txBox="1"/>
          <p:nvPr/>
        </p:nvSpPr>
        <p:spPr>
          <a:xfrm>
            <a:off x="5273040" y="4267200"/>
            <a:ext cx="28030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If(w&gt;weights[i])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8" name="Google Shape;1058;p63"/>
          <p:cNvCxnSpPr>
            <a:stCxn id="1057" idx="0"/>
          </p:cNvCxnSpPr>
          <p:nvPr/>
        </p:nvCxnSpPr>
        <p:spPr>
          <a:xfrm rot="10800000">
            <a:off x="6674546" y="3363000"/>
            <a:ext cx="0" cy="904200"/>
          </a:xfrm>
          <a:prstGeom prst="straightConnector1">
            <a:avLst/>
          </a:prstGeom>
          <a:noFill/>
          <a:ln cap="flat" cmpd="sng" w="57150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9" name="Google Shape;1059;p63"/>
          <p:cNvSpPr/>
          <p:nvPr/>
        </p:nvSpPr>
        <p:spPr>
          <a:xfrm rot="5400000">
            <a:off x="6507480" y="1153160"/>
            <a:ext cx="304800" cy="4114800"/>
          </a:xfrm>
          <a:prstGeom prst="rightBrace">
            <a:avLst>
              <a:gd fmla="val 0" name="adj1"/>
              <a:gd fmla="val 50000" name="adj2"/>
            </a:avLst>
          </a:prstGeom>
          <a:noFill/>
          <a:ln cap="flat" cmpd="sng" w="57150">
            <a:solidFill>
              <a:srgbClr val="5597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Bottom Up Approach</a:t>
            </a:r>
            <a:endParaRPr/>
          </a:p>
        </p:txBody>
      </p:sp>
      <p:sp>
        <p:nvSpPr>
          <p:cNvPr id="1065" name="Google Shape;1065;p64"/>
          <p:cNvSpPr txBox="1"/>
          <p:nvPr>
            <p:ph idx="1" type="body"/>
          </p:nvPr>
        </p:nvSpPr>
        <p:spPr>
          <a:xfrm>
            <a:off x="0" y="1574800"/>
            <a:ext cx="11353800" cy="460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Let us look at the equation for this: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1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1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K( w, i )</a:t>
            </a:r>
            <a:r>
              <a:rPr lang="en-US"/>
              <a:t> =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 max {0+ </a:t>
            </a:r>
            <a:r>
              <a:rPr b="1" lang="en-US">
                <a:solidFill>
                  <a:schemeClr val="accent1"/>
                </a:solidFill>
              </a:rPr>
              <a:t>k( w , i-1 )</a:t>
            </a:r>
            <a:r>
              <a:rPr lang="en-US"/>
              <a:t>, </a:t>
            </a:r>
            <a:r>
              <a:rPr b="1" lang="en-US">
                <a:solidFill>
                  <a:srgbClr val="FF0000"/>
                </a:solidFill>
              </a:rPr>
              <a:t>prices[ i ]+k( w - weights[ i ] , i-1)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66" name="Google Shape;1066;p64"/>
          <p:cNvSpPr/>
          <p:nvPr/>
        </p:nvSpPr>
        <p:spPr>
          <a:xfrm>
            <a:off x="7118603" y="2451370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4"/>
          <p:cNvSpPr/>
          <p:nvPr/>
        </p:nvSpPr>
        <p:spPr>
          <a:xfrm>
            <a:off x="7967183" y="2451370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64"/>
          <p:cNvSpPr/>
          <p:nvPr/>
        </p:nvSpPr>
        <p:spPr>
          <a:xfrm>
            <a:off x="8815764" y="2451370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64"/>
          <p:cNvSpPr/>
          <p:nvPr/>
        </p:nvSpPr>
        <p:spPr>
          <a:xfrm>
            <a:off x="9664344" y="2451370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4"/>
          <p:cNvSpPr/>
          <p:nvPr/>
        </p:nvSpPr>
        <p:spPr>
          <a:xfrm>
            <a:off x="10512925" y="2451370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64"/>
          <p:cNvSpPr/>
          <p:nvPr/>
        </p:nvSpPr>
        <p:spPr>
          <a:xfrm>
            <a:off x="7118603" y="3094546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64"/>
          <p:cNvSpPr/>
          <p:nvPr/>
        </p:nvSpPr>
        <p:spPr>
          <a:xfrm>
            <a:off x="7967183" y="3094546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4"/>
          <p:cNvSpPr/>
          <p:nvPr/>
        </p:nvSpPr>
        <p:spPr>
          <a:xfrm>
            <a:off x="9664344" y="3094546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4"/>
          <p:cNvSpPr/>
          <p:nvPr/>
        </p:nvSpPr>
        <p:spPr>
          <a:xfrm>
            <a:off x="10512925" y="3094546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4"/>
          <p:cNvSpPr/>
          <p:nvPr/>
        </p:nvSpPr>
        <p:spPr>
          <a:xfrm>
            <a:off x="7118603" y="3737722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4"/>
          <p:cNvSpPr/>
          <p:nvPr/>
        </p:nvSpPr>
        <p:spPr>
          <a:xfrm>
            <a:off x="7967183" y="3737722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64"/>
          <p:cNvSpPr/>
          <p:nvPr/>
        </p:nvSpPr>
        <p:spPr>
          <a:xfrm>
            <a:off x="8815764" y="3737722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64"/>
          <p:cNvSpPr/>
          <p:nvPr/>
        </p:nvSpPr>
        <p:spPr>
          <a:xfrm>
            <a:off x="9664344" y="3737722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64"/>
          <p:cNvSpPr/>
          <p:nvPr/>
        </p:nvSpPr>
        <p:spPr>
          <a:xfrm>
            <a:off x="10512925" y="3737722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64"/>
          <p:cNvSpPr/>
          <p:nvPr/>
        </p:nvSpPr>
        <p:spPr>
          <a:xfrm>
            <a:off x="7118603" y="4380898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64"/>
          <p:cNvSpPr/>
          <p:nvPr/>
        </p:nvSpPr>
        <p:spPr>
          <a:xfrm>
            <a:off x="7967183" y="4380898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64"/>
          <p:cNvSpPr/>
          <p:nvPr/>
        </p:nvSpPr>
        <p:spPr>
          <a:xfrm>
            <a:off x="8815764" y="4380898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64"/>
          <p:cNvSpPr/>
          <p:nvPr/>
        </p:nvSpPr>
        <p:spPr>
          <a:xfrm>
            <a:off x="9664344" y="4380898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64"/>
          <p:cNvSpPr/>
          <p:nvPr/>
        </p:nvSpPr>
        <p:spPr>
          <a:xfrm>
            <a:off x="10512925" y="4380898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64"/>
          <p:cNvSpPr/>
          <p:nvPr/>
        </p:nvSpPr>
        <p:spPr>
          <a:xfrm>
            <a:off x="7118603" y="5024074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64"/>
          <p:cNvSpPr/>
          <p:nvPr/>
        </p:nvSpPr>
        <p:spPr>
          <a:xfrm>
            <a:off x="7967183" y="5024074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64"/>
          <p:cNvSpPr/>
          <p:nvPr/>
        </p:nvSpPr>
        <p:spPr>
          <a:xfrm>
            <a:off x="9664344" y="5024074"/>
            <a:ext cx="678864" cy="522533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64"/>
          <p:cNvSpPr/>
          <p:nvPr/>
        </p:nvSpPr>
        <p:spPr>
          <a:xfrm>
            <a:off x="10512925" y="5024074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9" name="Google Shape;1089;p64"/>
          <p:cNvCxnSpPr/>
          <p:nvPr/>
        </p:nvCxnSpPr>
        <p:spPr>
          <a:xfrm rot="10800000">
            <a:off x="6600599" y="2119362"/>
            <a:ext cx="518003" cy="332008"/>
          </a:xfrm>
          <a:prstGeom prst="straightConnector1">
            <a:avLst/>
          </a:prstGeom>
          <a:noFill/>
          <a:ln cap="flat" cmpd="sng" w="76200">
            <a:solidFill>
              <a:srgbClr val="559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0" name="Google Shape;1090;p64"/>
          <p:cNvSpPr txBox="1"/>
          <p:nvPr/>
        </p:nvSpPr>
        <p:spPr>
          <a:xfrm>
            <a:off x="6848003" y="1850222"/>
            <a:ext cx="235297" cy="37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64"/>
          <p:cNvSpPr txBox="1"/>
          <p:nvPr/>
        </p:nvSpPr>
        <p:spPr>
          <a:xfrm>
            <a:off x="6461760" y="2129259"/>
            <a:ext cx="277675" cy="37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64"/>
          <p:cNvSpPr txBox="1"/>
          <p:nvPr/>
        </p:nvSpPr>
        <p:spPr>
          <a:xfrm>
            <a:off x="6697792" y="2637769"/>
            <a:ext cx="231261" cy="37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64"/>
          <p:cNvSpPr txBox="1"/>
          <p:nvPr/>
        </p:nvSpPr>
        <p:spPr>
          <a:xfrm>
            <a:off x="6714545" y="3224139"/>
            <a:ext cx="2313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64"/>
          <p:cNvSpPr txBox="1"/>
          <p:nvPr/>
        </p:nvSpPr>
        <p:spPr>
          <a:xfrm>
            <a:off x="6714545" y="3870975"/>
            <a:ext cx="231261" cy="37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64"/>
          <p:cNvSpPr txBox="1"/>
          <p:nvPr/>
        </p:nvSpPr>
        <p:spPr>
          <a:xfrm>
            <a:off x="6714545" y="4457073"/>
            <a:ext cx="231261" cy="37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64"/>
          <p:cNvSpPr txBox="1"/>
          <p:nvPr/>
        </p:nvSpPr>
        <p:spPr>
          <a:xfrm>
            <a:off x="6702221" y="5134638"/>
            <a:ext cx="231261" cy="37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64"/>
          <p:cNvSpPr txBox="1"/>
          <p:nvPr/>
        </p:nvSpPr>
        <p:spPr>
          <a:xfrm>
            <a:off x="6743970" y="5812202"/>
            <a:ext cx="231261" cy="37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64"/>
          <p:cNvSpPr txBox="1"/>
          <p:nvPr/>
        </p:nvSpPr>
        <p:spPr>
          <a:xfrm>
            <a:off x="7425054" y="2051304"/>
            <a:ext cx="231261" cy="37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64"/>
          <p:cNvSpPr txBox="1"/>
          <p:nvPr/>
        </p:nvSpPr>
        <p:spPr>
          <a:xfrm>
            <a:off x="8115719" y="2051304"/>
            <a:ext cx="231261" cy="37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64"/>
          <p:cNvSpPr txBox="1"/>
          <p:nvPr/>
        </p:nvSpPr>
        <p:spPr>
          <a:xfrm>
            <a:off x="8930575" y="2051304"/>
            <a:ext cx="231261" cy="37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64"/>
          <p:cNvSpPr txBox="1"/>
          <p:nvPr/>
        </p:nvSpPr>
        <p:spPr>
          <a:xfrm>
            <a:off x="9745432" y="2051304"/>
            <a:ext cx="231261" cy="37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64"/>
          <p:cNvSpPr txBox="1"/>
          <p:nvPr/>
        </p:nvSpPr>
        <p:spPr>
          <a:xfrm>
            <a:off x="10560288" y="2051304"/>
            <a:ext cx="231261" cy="37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4"/>
          <p:cNvSpPr/>
          <p:nvPr/>
        </p:nvSpPr>
        <p:spPr>
          <a:xfrm>
            <a:off x="7118603" y="5736027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64"/>
          <p:cNvSpPr/>
          <p:nvPr/>
        </p:nvSpPr>
        <p:spPr>
          <a:xfrm>
            <a:off x="7967183" y="5736027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64"/>
          <p:cNvSpPr/>
          <p:nvPr/>
        </p:nvSpPr>
        <p:spPr>
          <a:xfrm>
            <a:off x="8815764" y="5736027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64"/>
          <p:cNvSpPr/>
          <p:nvPr/>
        </p:nvSpPr>
        <p:spPr>
          <a:xfrm>
            <a:off x="9664344" y="5736027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64"/>
          <p:cNvSpPr/>
          <p:nvPr/>
        </p:nvSpPr>
        <p:spPr>
          <a:xfrm>
            <a:off x="10512925" y="5736027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64"/>
          <p:cNvSpPr txBox="1"/>
          <p:nvPr/>
        </p:nvSpPr>
        <p:spPr>
          <a:xfrm>
            <a:off x="9652846" y="5076265"/>
            <a:ext cx="701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K(w,i)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09" name="Google Shape;1109;p64"/>
          <p:cNvGraphicFramePr/>
          <p:nvPr/>
        </p:nvGraphicFramePr>
        <p:xfrm>
          <a:off x="6543041" y="11712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493525"/>
                <a:gridCol w="894075"/>
                <a:gridCol w="853450"/>
                <a:gridCol w="762000"/>
                <a:gridCol w="645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110" name="Google Shape;1110;p64"/>
          <p:cNvGrpSpPr/>
          <p:nvPr/>
        </p:nvGrpSpPr>
        <p:grpSpPr>
          <a:xfrm>
            <a:off x="1026750" y="3978209"/>
            <a:ext cx="2961053" cy="2587552"/>
            <a:chOff x="2825506" y="1975211"/>
            <a:chExt cx="5098066" cy="4506810"/>
          </a:xfrm>
        </p:grpSpPr>
        <p:grpSp>
          <p:nvGrpSpPr>
            <p:cNvPr id="1111" name="Google Shape;1111;p64"/>
            <p:cNvGrpSpPr/>
            <p:nvPr/>
          </p:nvGrpSpPr>
          <p:grpSpPr>
            <a:xfrm>
              <a:off x="2825506" y="1975211"/>
              <a:ext cx="5098066" cy="4506810"/>
              <a:chOff x="4557059" y="41406"/>
              <a:chExt cx="7486552" cy="6357162"/>
            </a:xfrm>
          </p:grpSpPr>
          <p:sp>
            <p:nvSpPr>
              <p:cNvPr id="1112" name="Google Shape;1112;p64"/>
              <p:cNvSpPr/>
              <p:nvPr/>
            </p:nvSpPr>
            <p:spPr>
              <a:xfrm>
                <a:off x="5572472" y="967792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64"/>
              <p:cNvSpPr/>
              <p:nvPr/>
            </p:nvSpPr>
            <p:spPr>
              <a:xfrm>
                <a:off x="6920626" y="967792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64"/>
              <p:cNvSpPr/>
              <p:nvPr/>
            </p:nvSpPr>
            <p:spPr>
              <a:xfrm>
                <a:off x="8268780" y="967792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64"/>
              <p:cNvSpPr/>
              <p:nvPr/>
            </p:nvSpPr>
            <p:spPr>
              <a:xfrm>
                <a:off x="9616934" y="967792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64"/>
              <p:cNvSpPr/>
              <p:nvPr/>
            </p:nvSpPr>
            <p:spPr>
              <a:xfrm>
                <a:off x="10965088" y="967792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64"/>
              <p:cNvSpPr/>
              <p:nvPr/>
            </p:nvSpPr>
            <p:spPr>
              <a:xfrm>
                <a:off x="5572472" y="1876864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64"/>
              <p:cNvSpPr/>
              <p:nvPr/>
            </p:nvSpPr>
            <p:spPr>
              <a:xfrm>
                <a:off x="6920626" y="1876864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64"/>
              <p:cNvSpPr/>
              <p:nvPr/>
            </p:nvSpPr>
            <p:spPr>
              <a:xfrm>
                <a:off x="8268780" y="1876864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64"/>
              <p:cNvSpPr/>
              <p:nvPr/>
            </p:nvSpPr>
            <p:spPr>
              <a:xfrm>
                <a:off x="9616934" y="1876864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64"/>
              <p:cNvSpPr/>
              <p:nvPr/>
            </p:nvSpPr>
            <p:spPr>
              <a:xfrm>
                <a:off x="10965088" y="1876864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64"/>
              <p:cNvSpPr/>
              <p:nvPr/>
            </p:nvSpPr>
            <p:spPr>
              <a:xfrm>
                <a:off x="5572472" y="2785936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64"/>
              <p:cNvSpPr/>
              <p:nvPr/>
            </p:nvSpPr>
            <p:spPr>
              <a:xfrm>
                <a:off x="6920626" y="2785936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64"/>
              <p:cNvSpPr/>
              <p:nvPr/>
            </p:nvSpPr>
            <p:spPr>
              <a:xfrm>
                <a:off x="8268780" y="2785936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64"/>
              <p:cNvSpPr/>
              <p:nvPr/>
            </p:nvSpPr>
            <p:spPr>
              <a:xfrm>
                <a:off x="9616934" y="2785936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64"/>
              <p:cNvSpPr/>
              <p:nvPr/>
            </p:nvSpPr>
            <p:spPr>
              <a:xfrm>
                <a:off x="10965088" y="2785936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64"/>
              <p:cNvSpPr/>
              <p:nvPr/>
            </p:nvSpPr>
            <p:spPr>
              <a:xfrm>
                <a:off x="5572472" y="3695008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64"/>
              <p:cNvSpPr/>
              <p:nvPr/>
            </p:nvSpPr>
            <p:spPr>
              <a:xfrm>
                <a:off x="6920626" y="3695008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64"/>
              <p:cNvSpPr/>
              <p:nvPr/>
            </p:nvSpPr>
            <p:spPr>
              <a:xfrm>
                <a:off x="8268780" y="3695008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64"/>
              <p:cNvSpPr/>
              <p:nvPr/>
            </p:nvSpPr>
            <p:spPr>
              <a:xfrm>
                <a:off x="9616934" y="3695008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64"/>
              <p:cNvSpPr/>
              <p:nvPr/>
            </p:nvSpPr>
            <p:spPr>
              <a:xfrm>
                <a:off x="10965088" y="3695008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64"/>
              <p:cNvSpPr/>
              <p:nvPr/>
            </p:nvSpPr>
            <p:spPr>
              <a:xfrm>
                <a:off x="5572472" y="4604080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64"/>
              <p:cNvSpPr/>
              <p:nvPr/>
            </p:nvSpPr>
            <p:spPr>
              <a:xfrm>
                <a:off x="6920626" y="4604080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64"/>
              <p:cNvSpPr/>
              <p:nvPr/>
            </p:nvSpPr>
            <p:spPr>
              <a:xfrm>
                <a:off x="8268780" y="4604080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5" name="Google Shape;1135;p64"/>
              <p:cNvSpPr/>
              <p:nvPr/>
            </p:nvSpPr>
            <p:spPr>
              <a:xfrm>
                <a:off x="9616934" y="4604080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64"/>
              <p:cNvSpPr/>
              <p:nvPr/>
            </p:nvSpPr>
            <p:spPr>
              <a:xfrm>
                <a:off x="10965088" y="4604080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37" name="Google Shape;1137;p64"/>
              <p:cNvCxnSpPr/>
              <p:nvPr/>
            </p:nvCxnSpPr>
            <p:spPr>
              <a:xfrm rot="10800000">
                <a:off x="4749511" y="498528"/>
                <a:ext cx="822960" cy="469264"/>
              </a:xfrm>
              <a:prstGeom prst="straightConnector1">
                <a:avLst/>
              </a:prstGeom>
              <a:noFill/>
              <a:ln cap="flat" cmpd="sng" w="76200">
                <a:solidFill>
                  <a:srgbClr val="5597D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38" name="Google Shape;1138;p64"/>
              <p:cNvSpPr txBox="1"/>
              <p:nvPr/>
            </p:nvSpPr>
            <p:spPr>
              <a:xfrm>
                <a:off x="4945258" y="41406"/>
                <a:ext cx="669545" cy="68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64"/>
              <p:cNvSpPr txBox="1"/>
              <p:nvPr/>
            </p:nvSpPr>
            <p:spPr>
              <a:xfrm>
                <a:off x="4557059" y="547846"/>
                <a:ext cx="746553" cy="68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p64"/>
              <p:cNvSpPr txBox="1"/>
              <p:nvPr/>
            </p:nvSpPr>
            <p:spPr>
              <a:xfrm>
                <a:off x="4903925" y="1231251"/>
                <a:ext cx="665495" cy="68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p64"/>
              <p:cNvSpPr txBox="1"/>
              <p:nvPr/>
            </p:nvSpPr>
            <p:spPr>
              <a:xfrm>
                <a:off x="4930538" y="2060032"/>
                <a:ext cx="665495" cy="68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64"/>
              <p:cNvSpPr txBox="1"/>
              <p:nvPr/>
            </p:nvSpPr>
            <p:spPr>
              <a:xfrm>
                <a:off x="4930538" y="2974277"/>
                <a:ext cx="665495" cy="68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64"/>
              <p:cNvSpPr txBox="1"/>
              <p:nvPr/>
            </p:nvSpPr>
            <p:spPr>
              <a:xfrm>
                <a:off x="4930538" y="3802675"/>
                <a:ext cx="665495" cy="68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64"/>
              <p:cNvSpPr txBox="1"/>
              <p:nvPr/>
            </p:nvSpPr>
            <p:spPr>
              <a:xfrm>
                <a:off x="4910961" y="4760352"/>
                <a:ext cx="665495" cy="68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64"/>
              <p:cNvSpPr txBox="1"/>
              <p:nvPr/>
            </p:nvSpPr>
            <p:spPr>
              <a:xfrm>
                <a:off x="4977287" y="5718030"/>
                <a:ext cx="665495" cy="68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64"/>
              <p:cNvSpPr txBox="1"/>
              <p:nvPr/>
            </p:nvSpPr>
            <p:spPr>
              <a:xfrm>
                <a:off x="6059336" y="402333"/>
                <a:ext cx="665495" cy="68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64"/>
              <p:cNvSpPr txBox="1"/>
              <p:nvPr/>
            </p:nvSpPr>
            <p:spPr>
              <a:xfrm>
                <a:off x="7156606" y="402333"/>
                <a:ext cx="665495" cy="68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64"/>
              <p:cNvSpPr txBox="1"/>
              <p:nvPr/>
            </p:nvSpPr>
            <p:spPr>
              <a:xfrm>
                <a:off x="8451182" y="402333"/>
                <a:ext cx="665495" cy="68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64"/>
              <p:cNvSpPr txBox="1"/>
              <p:nvPr/>
            </p:nvSpPr>
            <p:spPr>
              <a:xfrm>
                <a:off x="9745759" y="402333"/>
                <a:ext cx="665495" cy="68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0" name="Google Shape;1150;p64"/>
              <p:cNvSpPr txBox="1"/>
              <p:nvPr/>
            </p:nvSpPr>
            <p:spPr>
              <a:xfrm>
                <a:off x="11040335" y="402333"/>
                <a:ext cx="665495" cy="68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64"/>
              <p:cNvSpPr/>
              <p:nvPr/>
            </p:nvSpPr>
            <p:spPr>
              <a:xfrm>
                <a:off x="5572472" y="5610362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64"/>
              <p:cNvSpPr/>
              <p:nvPr/>
            </p:nvSpPr>
            <p:spPr>
              <a:xfrm>
                <a:off x="6920626" y="5610362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3" name="Google Shape;1153;p64"/>
              <p:cNvSpPr/>
              <p:nvPr/>
            </p:nvSpPr>
            <p:spPr>
              <a:xfrm>
                <a:off x="8268780" y="5610362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64"/>
              <p:cNvSpPr/>
              <p:nvPr/>
            </p:nvSpPr>
            <p:spPr>
              <a:xfrm>
                <a:off x="9616934" y="5610362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64"/>
              <p:cNvSpPr/>
              <p:nvPr/>
            </p:nvSpPr>
            <p:spPr>
              <a:xfrm>
                <a:off x="10965088" y="5610362"/>
                <a:ext cx="1078523" cy="738554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rgbClr val="4271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56" name="Google Shape;1156;p64"/>
            <p:cNvSpPr/>
            <p:nvPr/>
          </p:nvSpPr>
          <p:spPr>
            <a:xfrm>
              <a:off x="3643684" y="2631957"/>
              <a:ext cx="4179516" cy="59945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64"/>
            <p:cNvSpPr/>
            <p:nvPr/>
          </p:nvSpPr>
          <p:spPr>
            <a:xfrm>
              <a:off x="3643684" y="3256566"/>
              <a:ext cx="4179516" cy="59945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64"/>
            <p:cNvSpPr/>
            <p:nvPr/>
          </p:nvSpPr>
          <p:spPr>
            <a:xfrm>
              <a:off x="3643684" y="3881175"/>
              <a:ext cx="4179516" cy="59945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64"/>
            <p:cNvSpPr/>
            <p:nvPr/>
          </p:nvSpPr>
          <p:spPr>
            <a:xfrm>
              <a:off x="3643684" y="4505784"/>
              <a:ext cx="4179516" cy="59945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64"/>
            <p:cNvSpPr/>
            <p:nvPr/>
          </p:nvSpPr>
          <p:spPr>
            <a:xfrm>
              <a:off x="3643684" y="5130393"/>
              <a:ext cx="4179516" cy="59945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64"/>
            <p:cNvSpPr/>
            <p:nvPr/>
          </p:nvSpPr>
          <p:spPr>
            <a:xfrm>
              <a:off x="3643684" y="5755002"/>
              <a:ext cx="4179516" cy="59945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2" name="Google Shape;1162;p64"/>
          <p:cNvSpPr/>
          <p:nvPr/>
        </p:nvSpPr>
        <p:spPr>
          <a:xfrm>
            <a:off x="8796920" y="5024073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64"/>
          <p:cNvSpPr/>
          <p:nvPr/>
        </p:nvSpPr>
        <p:spPr>
          <a:xfrm>
            <a:off x="8811971" y="5015571"/>
            <a:ext cx="678864" cy="522533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64"/>
          <p:cNvSpPr/>
          <p:nvPr/>
        </p:nvSpPr>
        <p:spPr>
          <a:xfrm>
            <a:off x="8717524" y="5097421"/>
            <a:ext cx="13381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k(w,i-1)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64"/>
          <p:cNvSpPr/>
          <p:nvPr/>
        </p:nvSpPr>
        <p:spPr>
          <a:xfrm>
            <a:off x="8823469" y="3086043"/>
            <a:ext cx="678864" cy="52253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64"/>
          <p:cNvSpPr/>
          <p:nvPr/>
        </p:nvSpPr>
        <p:spPr>
          <a:xfrm>
            <a:off x="8815764" y="3094546"/>
            <a:ext cx="678864" cy="522533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64"/>
          <p:cNvSpPr/>
          <p:nvPr/>
        </p:nvSpPr>
        <p:spPr>
          <a:xfrm>
            <a:off x="8812118" y="3124993"/>
            <a:ext cx="20402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k(w-weights[i] ,i-1)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19"/>
          <p:cNvSpPr txBox="1"/>
          <p:nvPr>
            <p:ph type="title"/>
          </p:nvPr>
        </p:nvSpPr>
        <p:spPr>
          <a:xfrm>
            <a:off x="111726" y="82423"/>
            <a:ext cx="10515600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Bottom Up Approach</a:t>
            </a:r>
            <a:endParaRPr/>
          </a:p>
        </p:txBody>
      </p:sp>
      <p:sp>
        <p:nvSpPr>
          <p:cNvPr id="1173" name="Google Shape;1173;p19"/>
          <p:cNvSpPr txBox="1"/>
          <p:nvPr>
            <p:ph idx="1" type="body"/>
          </p:nvPr>
        </p:nvSpPr>
        <p:spPr>
          <a:xfrm>
            <a:off x="0" y="1337069"/>
            <a:ext cx="338281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We will at first fill up all the base cases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1174" name="Google Shape;1174;p19"/>
          <p:cNvGrpSpPr/>
          <p:nvPr/>
        </p:nvGrpSpPr>
        <p:grpSpPr>
          <a:xfrm>
            <a:off x="6339840" y="1758336"/>
            <a:ext cx="5074920" cy="4354873"/>
            <a:chOff x="4059700" y="530564"/>
            <a:chExt cx="7294100" cy="6083826"/>
          </a:xfrm>
        </p:grpSpPr>
        <p:sp>
          <p:nvSpPr>
            <p:cNvPr id="1175" name="Google Shape;1175;p19"/>
            <p:cNvSpPr/>
            <p:nvPr/>
          </p:nvSpPr>
          <p:spPr>
            <a:xfrm>
              <a:off x="4882661" y="121920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9"/>
            <p:cNvSpPr/>
            <p:nvPr/>
          </p:nvSpPr>
          <p:spPr>
            <a:xfrm>
              <a:off x="6230815" y="121920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9"/>
            <p:cNvSpPr/>
            <p:nvPr/>
          </p:nvSpPr>
          <p:spPr>
            <a:xfrm>
              <a:off x="7578969" y="121920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9"/>
            <p:cNvSpPr/>
            <p:nvPr/>
          </p:nvSpPr>
          <p:spPr>
            <a:xfrm>
              <a:off x="8927123" y="121920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9"/>
            <p:cNvSpPr/>
            <p:nvPr/>
          </p:nvSpPr>
          <p:spPr>
            <a:xfrm>
              <a:off x="10275277" y="121920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9"/>
            <p:cNvSpPr/>
            <p:nvPr/>
          </p:nvSpPr>
          <p:spPr>
            <a:xfrm>
              <a:off x="4882661" y="212827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9"/>
            <p:cNvSpPr/>
            <p:nvPr/>
          </p:nvSpPr>
          <p:spPr>
            <a:xfrm>
              <a:off x="6230815" y="212827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9"/>
            <p:cNvSpPr/>
            <p:nvPr/>
          </p:nvSpPr>
          <p:spPr>
            <a:xfrm>
              <a:off x="7578969" y="212827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9"/>
            <p:cNvSpPr/>
            <p:nvPr/>
          </p:nvSpPr>
          <p:spPr>
            <a:xfrm>
              <a:off x="8927123" y="212827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9"/>
            <p:cNvSpPr/>
            <p:nvPr/>
          </p:nvSpPr>
          <p:spPr>
            <a:xfrm>
              <a:off x="10275277" y="212827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9"/>
            <p:cNvSpPr/>
            <p:nvPr/>
          </p:nvSpPr>
          <p:spPr>
            <a:xfrm>
              <a:off x="4882661" y="303734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9"/>
            <p:cNvSpPr/>
            <p:nvPr/>
          </p:nvSpPr>
          <p:spPr>
            <a:xfrm>
              <a:off x="6230815" y="303734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9"/>
            <p:cNvSpPr/>
            <p:nvPr/>
          </p:nvSpPr>
          <p:spPr>
            <a:xfrm>
              <a:off x="7578969" y="303734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9"/>
            <p:cNvSpPr/>
            <p:nvPr/>
          </p:nvSpPr>
          <p:spPr>
            <a:xfrm>
              <a:off x="8927123" y="303734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9"/>
            <p:cNvSpPr/>
            <p:nvPr/>
          </p:nvSpPr>
          <p:spPr>
            <a:xfrm>
              <a:off x="10275277" y="303734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9"/>
            <p:cNvSpPr/>
            <p:nvPr/>
          </p:nvSpPr>
          <p:spPr>
            <a:xfrm>
              <a:off x="4882661" y="394641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9"/>
            <p:cNvSpPr/>
            <p:nvPr/>
          </p:nvSpPr>
          <p:spPr>
            <a:xfrm>
              <a:off x="6230815" y="394641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9"/>
            <p:cNvSpPr/>
            <p:nvPr/>
          </p:nvSpPr>
          <p:spPr>
            <a:xfrm>
              <a:off x="7578969" y="394641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9"/>
            <p:cNvSpPr/>
            <p:nvPr/>
          </p:nvSpPr>
          <p:spPr>
            <a:xfrm>
              <a:off x="8927123" y="394641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9"/>
            <p:cNvSpPr/>
            <p:nvPr/>
          </p:nvSpPr>
          <p:spPr>
            <a:xfrm>
              <a:off x="10275277" y="394641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9"/>
            <p:cNvSpPr/>
            <p:nvPr/>
          </p:nvSpPr>
          <p:spPr>
            <a:xfrm>
              <a:off x="4882661" y="485548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9"/>
            <p:cNvSpPr/>
            <p:nvPr/>
          </p:nvSpPr>
          <p:spPr>
            <a:xfrm>
              <a:off x="6230815" y="485548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9"/>
            <p:cNvSpPr/>
            <p:nvPr/>
          </p:nvSpPr>
          <p:spPr>
            <a:xfrm>
              <a:off x="7578969" y="485548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9"/>
            <p:cNvSpPr/>
            <p:nvPr/>
          </p:nvSpPr>
          <p:spPr>
            <a:xfrm>
              <a:off x="8927123" y="485548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9"/>
            <p:cNvSpPr/>
            <p:nvPr/>
          </p:nvSpPr>
          <p:spPr>
            <a:xfrm>
              <a:off x="10275277" y="485548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9"/>
            <p:cNvSpPr/>
            <p:nvPr/>
          </p:nvSpPr>
          <p:spPr>
            <a:xfrm>
              <a:off x="4882660" y="121920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9"/>
            <p:cNvSpPr/>
            <p:nvPr/>
          </p:nvSpPr>
          <p:spPr>
            <a:xfrm>
              <a:off x="7578968" y="121920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9"/>
            <p:cNvSpPr/>
            <p:nvPr/>
          </p:nvSpPr>
          <p:spPr>
            <a:xfrm>
              <a:off x="6242536" y="121920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9"/>
            <p:cNvSpPr/>
            <p:nvPr/>
          </p:nvSpPr>
          <p:spPr>
            <a:xfrm>
              <a:off x="8927121" y="121920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9"/>
            <p:cNvSpPr/>
            <p:nvPr/>
          </p:nvSpPr>
          <p:spPr>
            <a:xfrm>
              <a:off x="10275274" y="121920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9"/>
            <p:cNvSpPr/>
            <p:nvPr/>
          </p:nvSpPr>
          <p:spPr>
            <a:xfrm>
              <a:off x="4882660" y="212827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9"/>
            <p:cNvSpPr/>
            <p:nvPr/>
          </p:nvSpPr>
          <p:spPr>
            <a:xfrm>
              <a:off x="7578968" y="212827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9"/>
            <p:cNvSpPr/>
            <p:nvPr/>
          </p:nvSpPr>
          <p:spPr>
            <a:xfrm>
              <a:off x="6242536" y="212827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9"/>
            <p:cNvSpPr/>
            <p:nvPr/>
          </p:nvSpPr>
          <p:spPr>
            <a:xfrm>
              <a:off x="8927121" y="212827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9"/>
            <p:cNvSpPr/>
            <p:nvPr/>
          </p:nvSpPr>
          <p:spPr>
            <a:xfrm>
              <a:off x="10275274" y="212827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9"/>
            <p:cNvSpPr/>
            <p:nvPr/>
          </p:nvSpPr>
          <p:spPr>
            <a:xfrm>
              <a:off x="4882660" y="303734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9"/>
            <p:cNvSpPr/>
            <p:nvPr/>
          </p:nvSpPr>
          <p:spPr>
            <a:xfrm>
              <a:off x="7578968" y="303734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9"/>
            <p:cNvSpPr/>
            <p:nvPr/>
          </p:nvSpPr>
          <p:spPr>
            <a:xfrm>
              <a:off x="6242536" y="303734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9"/>
            <p:cNvSpPr/>
            <p:nvPr/>
          </p:nvSpPr>
          <p:spPr>
            <a:xfrm>
              <a:off x="8927121" y="303734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9"/>
            <p:cNvSpPr/>
            <p:nvPr/>
          </p:nvSpPr>
          <p:spPr>
            <a:xfrm>
              <a:off x="10275274" y="303734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9"/>
            <p:cNvSpPr/>
            <p:nvPr/>
          </p:nvSpPr>
          <p:spPr>
            <a:xfrm>
              <a:off x="4882660" y="394641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9"/>
            <p:cNvSpPr/>
            <p:nvPr/>
          </p:nvSpPr>
          <p:spPr>
            <a:xfrm>
              <a:off x="7578968" y="394641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9"/>
            <p:cNvSpPr/>
            <p:nvPr/>
          </p:nvSpPr>
          <p:spPr>
            <a:xfrm>
              <a:off x="6242536" y="394641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9"/>
            <p:cNvSpPr/>
            <p:nvPr/>
          </p:nvSpPr>
          <p:spPr>
            <a:xfrm>
              <a:off x="8927121" y="394641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9"/>
            <p:cNvSpPr/>
            <p:nvPr/>
          </p:nvSpPr>
          <p:spPr>
            <a:xfrm>
              <a:off x="10275274" y="394641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9"/>
            <p:cNvSpPr/>
            <p:nvPr/>
          </p:nvSpPr>
          <p:spPr>
            <a:xfrm>
              <a:off x="4882660" y="485548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9"/>
            <p:cNvSpPr/>
            <p:nvPr/>
          </p:nvSpPr>
          <p:spPr>
            <a:xfrm>
              <a:off x="7578968" y="485548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9"/>
            <p:cNvSpPr/>
            <p:nvPr/>
          </p:nvSpPr>
          <p:spPr>
            <a:xfrm>
              <a:off x="6242536" y="485548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9"/>
            <p:cNvSpPr/>
            <p:nvPr/>
          </p:nvSpPr>
          <p:spPr>
            <a:xfrm>
              <a:off x="8927121" y="485548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9"/>
            <p:cNvSpPr/>
            <p:nvPr/>
          </p:nvSpPr>
          <p:spPr>
            <a:xfrm>
              <a:off x="10275274" y="485548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25" name="Google Shape;1225;p19"/>
            <p:cNvCxnSpPr/>
            <p:nvPr/>
          </p:nvCxnSpPr>
          <p:spPr>
            <a:xfrm rot="10800000">
              <a:off x="4059700" y="749936"/>
              <a:ext cx="822960" cy="469264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6" name="Google Shape;1226;p19"/>
            <p:cNvSpPr txBox="1"/>
            <p:nvPr/>
          </p:nvSpPr>
          <p:spPr>
            <a:xfrm>
              <a:off x="4471180" y="530564"/>
              <a:ext cx="498119" cy="644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9"/>
            <p:cNvSpPr txBox="1"/>
            <p:nvPr/>
          </p:nvSpPr>
          <p:spPr>
            <a:xfrm>
              <a:off x="4059700" y="915352"/>
              <a:ext cx="581062" cy="644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9"/>
            <p:cNvSpPr txBox="1"/>
            <p:nvPr/>
          </p:nvSpPr>
          <p:spPr>
            <a:xfrm>
              <a:off x="4214112" y="1482660"/>
              <a:ext cx="488904" cy="644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9"/>
            <p:cNvSpPr txBox="1"/>
            <p:nvPr/>
          </p:nvSpPr>
          <p:spPr>
            <a:xfrm>
              <a:off x="4240727" y="2311441"/>
              <a:ext cx="488904" cy="644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9"/>
            <p:cNvSpPr txBox="1"/>
            <p:nvPr/>
          </p:nvSpPr>
          <p:spPr>
            <a:xfrm>
              <a:off x="4240727" y="3225686"/>
              <a:ext cx="488904" cy="644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9"/>
            <p:cNvSpPr txBox="1"/>
            <p:nvPr/>
          </p:nvSpPr>
          <p:spPr>
            <a:xfrm>
              <a:off x="4240727" y="4054082"/>
              <a:ext cx="488904" cy="644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9"/>
            <p:cNvSpPr txBox="1"/>
            <p:nvPr/>
          </p:nvSpPr>
          <p:spPr>
            <a:xfrm>
              <a:off x="4221149" y="5011762"/>
              <a:ext cx="488904" cy="644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9"/>
            <p:cNvSpPr txBox="1"/>
            <p:nvPr/>
          </p:nvSpPr>
          <p:spPr>
            <a:xfrm>
              <a:off x="4287476" y="5969437"/>
              <a:ext cx="488904" cy="644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9"/>
            <p:cNvSpPr txBox="1"/>
            <p:nvPr/>
          </p:nvSpPr>
          <p:spPr>
            <a:xfrm>
              <a:off x="5369525" y="653742"/>
              <a:ext cx="488904" cy="644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9"/>
            <p:cNvSpPr txBox="1"/>
            <p:nvPr/>
          </p:nvSpPr>
          <p:spPr>
            <a:xfrm>
              <a:off x="6466797" y="653742"/>
              <a:ext cx="488904" cy="644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9"/>
            <p:cNvSpPr txBox="1"/>
            <p:nvPr/>
          </p:nvSpPr>
          <p:spPr>
            <a:xfrm>
              <a:off x="7761373" y="653742"/>
              <a:ext cx="488904" cy="644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9"/>
            <p:cNvSpPr txBox="1"/>
            <p:nvPr/>
          </p:nvSpPr>
          <p:spPr>
            <a:xfrm>
              <a:off x="9055948" y="653742"/>
              <a:ext cx="488904" cy="644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9"/>
            <p:cNvSpPr txBox="1"/>
            <p:nvPr/>
          </p:nvSpPr>
          <p:spPr>
            <a:xfrm>
              <a:off x="10350524" y="653742"/>
              <a:ext cx="488904" cy="644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9"/>
            <p:cNvSpPr/>
            <p:nvPr/>
          </p:nvSpPr>
          <p:spPr>
            <a:xfrm>
              <a:off x="4882661" y="586177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9"/>
            <p:cNvSpPr/>
            <p:nvPr/>
          </p:nvSpPr>
          <p:spPr>
            <a:xfrm>
              <a:off x="6230815" y="586177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9"/>
            <p:cNvSpPr/>
            <p:nvPr/>
          </p:nvSpPr>
          <p:spPr>
            <a:xfrm>
              <a:off x="7578969" y="586177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9"/>
            <p:cNvSpPr/>
            <p:nvPr/>
          </p:nvSpPr>
          <p:spPr>
            <a:xfrm>
              <a:off x="8927123" y="586177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9"/>
            <p:cNvSpPr/>
            <p:nvPr/>
          </p:nvSpPr>
          <p:spPr>
            <a:xfrm>
              <a:off x="10275277" y="586177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9"/>
            <p:cNvSpPr/>
            <p:nvPr/>
          </p:nvSpPr>
          <p:spPr>
            <a:xfrm>
              <a:off x="4882660" y="586177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9"/>
            <p:cNvSpPr/>
            <p:nvPr/>
          </p:nvSpPr>
          <p:spPr>
            <a:xfrm>
              <a:off x="7578968" y="586177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9"/>
            <p:cNvSpPr/>
            <p:nvPr/>
          </p:nvSpPr>
          <p:spPr>
            <a:xfrm>
              <a:off x="6242536" y="586177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9"/>
            <p:cNvSpPr/>
            <p:nvPr/>
          </p:nvSpPr>
          <p:spPr>
            <a:xfrm>
              <a:off x="8927121" y="586177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9"/>
            <p:cNvSpPr/>
            <p:nvPr/>
          </p:nvSpPr>
          <p:spPr>
            <a:xfrm>
              <a:off x="10275274" y="586177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49" name="Google Shape;12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05" y="2859785"/>
            <a:ext cx="3851514" cy="21519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0" name="Google Shape;1250;p19"/>
          <p:cNvGraphicFramePr/>
          <p:nvPr/>
        </p:nvGraphicFramePr>
        <p:xfrm>
          <a:off x="6668138" y="6199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20"/>
          <p:cNvSpPr txBox="1"/>
          <p:nvPr>
            <p:ph type="title"/>
          </p:nvPr>
        </p:nvSpPr>
        <p:spPr>
          <a:xfrm>
            <a:off x="111726" y="82423"/>
            <a:ext cx="10515600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Bottom Up Approach</a:t>
            </a:r>
            <a:endParaRPr/>
          </a:p>
        </p:txBody>
      </p:sp>
      <p:sp>
        <p:nvSpPr>
          <p:cNvPr id="1256" name="Google Shape;1256;p20"/>
          <p:cNvSpPr txBox="1"/>
          <p:nvPr>
            <p:ph idx="1" type="body"/>
          </p:nvPr>
        </p:nvSpPr>
        <p:spPr>
          <a:xfrm>
            <a:off x="-2" y="1337069"/>
            <a:ext cx="493053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Then we will traverse and fill up the cells of the table.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Each cell will be based on the given formula</a:t>
            </a:r>
            <a:endParaRPr/>
          </a:p>
          <a:p>
            <a:pPr indent="-342900" lvl="2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m[w][i] = max { m[w][i-1], prices[ i ]+   k  [w - weights[ i ]] , [i-1] }</a:t>
            </a:r>
            <a:endParaRPr/>
          </a:p>
          <a:p>
            <a:pPr indent="-228600" lvl="1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Of course we have to check if w-weights[i]&gt;=0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57" name="Google Shape;1257;p20"/>
          <p:cNvSpPr/>
          <p:nvPr/>
        </p:nvSpPr>
        <p:spPr>
          <a:xfrm>
            <a:off x="6539612" y="240424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20"/>
          <p:cNvSpPr/>
          <p:nvPr/>
        </p:nvSpPr>
        <p:spPr>
          <a:xfrm>
            <a:off x="7582562" y="240424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20"/>
          <p:cNvSpPr/>
          <p:nvPr/>
        </p:nvSpPr>
        <p:spPr>
          <a:xfrm>
            <a:off x="8625511" y="240424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20"/>
          <p:cNvSpPr/>
          <p:nvPr/>
        </p:nvSpPr>
        <p:spPr>
          <a:xfrm>
            <a:off x="9668461" y="240424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20"/>
          <p:cNvSpPr/>
          <p:nvPr/>
        </p:nvSpPr>
        <p:spPr>
          <a:xfrm>
            <a:off x="10711411" y="240424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20"/>
          <p:cNvSpPr/>
          <p:nvPr/>
        </p:nvSpPr>
        <p:spPr>
          <a:xfrm>
            <a:off x="6539612" y="304318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20"/>
          <p:cNvSpPr/>
          <p:nvPr/>
        </p:nvSpPr>
        <p:spPr>
          <a:xfrm>
            <a:off x="7582562" y="304318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20"/>
          <p:cNvSpPr/>
          <p:nvPr/>
        </p:nvSpPr>
        <p:spPr>
          <a:xfrm>
            <a:off x="8625511" y="304318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20"/>
          <p:cNvSpPr/>
          <p:nvPr/>
        </p:nvSpPr>
        <p:spPr>
          <a:xfrm>
            <a:off x="9668461" y="304318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20"/>
          <p:cNvSpPr/>
          <p:nvPr/>
        </p:nvSpPr>
        <p:spPr>
          <a:xfrm>
            <a:off x="10711411" y="304318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20"/>
          <p:cNvSpPr/>
          <p:nvPr/>
        </p:nvSpPr>
        <p:spPr>
          <a:xfrm>
            <a:off x="6539612" y="3682124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20"/>
          <p:cNvSpPr/>
          <p:nvPr/>
        </p:nvSpPr>
        <p:spPr>
          <a:xfrm>
            <a:off x="7582562" y="3682124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20"/>
          <p:cNvSpPr/>
          <p:nvPr/>
        </p:nvSpPr>
        <p:spPr>
          <a:xfrm>
            <a:off x="8625511" y="3682124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20"/>
          <p:cNvSpPr/>
          <p:nvPr/>
        </p:nvSpPr>
        <p:spPr>
          <a:xfrm>
            <a:off x="9668461" y="3682124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20"/>
          <p:cNvSpPr/>
          <p:nvPr/>
        </p:nvSpPr>
        <p:spPr>
          <a:xfrm>
            <a:off x="10711411" y="3682124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20"/>
          <p:cNvSpPr/>
          <p:nvPr/>
        </p:nvSpPr>
        <p:spPr>
          <a:xfrm>
            <a:off x="6539612" y="432106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20"/>
          <p:cNvSpPr/>
          <p:nvPr/>
        </p:nvSpPr>
        <p:spPr>
          <a:xfrm>
            <a:off x="7582562" y="432106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20"/>
          <p:cNvSpPr/>
          <p:nvPr/>
        </p:nvSpPr>
        <p:spPr>
          <a:xfrm>
            <a:off x="8625511" y="432106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20"/>
          <p:cNvSpPr/>
          <p:nvPr/>
        </p:nvSpPr>
        <p:spPr>
          <a:xfrm>
            <a:off x="9668461" y="432106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20"/>
          <p:cNvSpPr/>
          <p:nvPr/>
        </p:nvSpPr>
        <p:spPr>
          <a:xfrm>
            <a:off x="10711411" y="432106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20"/>
          <p:cNvSpPr/>
          <p:nvPr/>
        </p:nvSpPr>
        <p:spPr>
          <a:xfrm>
            <a:off x="6539612" y="496000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20"/>
          <p:cNvSpPr/>
          <p:nvPr/>
        </p:nvSpPr>
        <p:spPr>
          <a:xfrm>
            <a:off x="7582562" y="496000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20"/>
          <p:cNvSpPr/>
          <p:nvPr/>
        </p:nvSpPr>
        <p:spPr>
          <a:xfrm>
            <a:off x="8625511" y="496000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20"/>
          <p:cNvSpPr/>
          <p:nvPr/>
        </p:nvSpPr>
        <p:spPr>
          <a:xfrm>
            <a:off x="9668461" y="496000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20"/>
          <p:cNvSpPr/>
          <p:nvPr/>
        </p:nvSpPr>
        <p:spPr>
          <a:xfrm>
            <a:off x="10711411" y="496000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20"/>
          <p:cNvSpPr/>
          <p:nvPr/>
        </p:nvSpPr>
        <p:spPr>
          <a:xfrm>
            <a:off x="6539612" y="2404246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20"/>
          <p:cNvSpPr/>
          <p:nvPr/>
        </p:nvSpPr>
        <p:spPr>
          <a:xfrm>
            <a:off x="8625511" y="2404246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20"/>
          <p:cNvSpPr/>
          <p:nvPr/>
        </p:nvSpPr>
        <p:spPr>
          <a:xfrm>
            <a:off x="7591629" y="2404246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20"/>
          <p:cNvSpPr/>
          <p:nvPr/>
        </p:nvSpPr>
        <p:spPr>
          <a:xfrm>
            <a:off x="9668459" y="2404246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20"/>
          <p:cNvSpPr/>
          <p:nvPr/>
        </p:nvSpPr>
        <p:spPr>
          <a:xfrm>
            <a:off x="10711408" y="2404246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20"/>
          <p:cNvSpPr/>
          <p:nvPr/>
        </p:nvSpPr>
        <p:spPr>
          <a:xfrm>
            <a:off x="6539612" y="3043185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20"/>
          <p:cNvSpPr/>
          <p:nvPr/>
        </p:nvSpPr>
        <p:spPr>
          <a:xfrm>
            <a:off x="8625511" y="3043185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20"/>
          <p:cNvSpPr/>
          <p:nvPr/>
        </p:nvSpPr>
        <p:spPr>
          <a:xfrm>
            <a:off x="7591629" y="3043185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20"/>
          <p:cNvSpPr/>
          <p:nvPr/>
        </p:nvSpPr>
        <p:spPr>
          <a:xfrm>
            <a:off x="9668459" y="3043185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20"/>
          <p:cNvSpPr/>
          <p:nvPr/>
        </p:nvSpPr>
        <p:spPr>
          <a:xfrm>
            <a:off x="10711408" y="3043185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20"/>
          <p:cNvSpPr/>
          <p:nvPr/>
        </p:nvSpPr>
        <p:spPr>
          <a:xfrm>
            <a:off x="6539612" y="3682124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20"/>
          <p:cNvSpPr/>
          <p:nvPr/>
        </p:nvSpPr>
        <p:spPr>
          <a:xfrm>
            <a:off x="8625511" y="3682124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20"/>
          <p:cNvSpPr/>
          <p:nvPr/>
        </p:nvSpPr>
        <p:spPr>
          <a:xfrm>
            <a:off x="7591629" y="3682124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20"/>
          <p:cNvSpPr/>
          <p:nvPr/>
        </p:nvSpPr>
        <p:spPr>
          <a:xfrm>
            <a:off x="9668459" y="3682124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20"/>
          <p:cNvSpPr/>
          <p:nvPr/>
        </p:nvSpPr>
        <p:spPr>
          <a:xfrm>
            <a:off x="10711408" y="3682124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20"/>
          <p:cNvSpPr/>
          <p:nvPr/>
        </p:nvSpPr>
        <p:spPr>
          <a:xfrm>
            <a:off x="6539612" y="4321063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20"/>
          <p:cNvSpPr/>
          <p:nvPr/>
        </p:nvSpPr>
        <p:spPr>
          <a:xfrm>
            <a:off x="8625511" y="4321063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20"/>
          <p:cNvSpPr/>
          <p:nvPr/>
        </p:nvSpPr>
        <p:spPr>
          <a:xfrm>
            <a:off x="7591629" y="4321063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20"/>
          <p:cNvSpPr/>
          <p:nvPr/>
        </p:nvSpPr>
        <p:spPr>
          <a:xfrm>
            <a:off x="9668459" y="4321063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20"/>
          <p:cNvSpPr/>
          <p:nvPr/>
        </p:nvSpPr>
        <p:spPr>
          <a:xfrm>
            <a:off x="10711408" y="4321063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20"/>
          <p:cNvSpPr/>
          <p:nvPr/>
        </p:nvSpPr>
        <p:spPr>
          <a:xfrm>
            <a:off x="6539612" y="496000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20"/>
          <p:cNvSpPr/>
          <p:nvPr/>
        </p:nvSpPr>
        <p:spPr>
          <a:xfrm>
            <a:off x="8625511" y="496000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20"/>
          <p:cNvSpPr/>
          <p:nvPr/>
        </p:nvSpPr>
        <p:spPr>
          <a:xfrm>
            <a:off x="7591629" y="496000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20"/>
          <p:cNvSpPr/>
          <p:nvPr/>
        </p:nvSpPr>
        <p:spPr>
          <a:xfrm>
            <a:off x="9668459" y="496000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20"/>
          <p:cNvSpPr/>
          <p:nvPr/>
        </p:nvSpPr>
        <p:spPr>
          <a:xfrm>
            <a:off x="10711408" y="496000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7" name="Google Shape;1307;p20"/>
          <p:cNvCxnSpPr/>
          <p:nvPr/>
        </p:nvCxnSpPr>
        <p:spPr>
          <a:xfrm rot="10800000">
            <a:off x="5902959" y="2074425"/>
            <a:ext cx="636653" cy="329821"/>
          </a:xfrm>
          <a:prstGeom prst="straightConnector1">
            <a:avLst/>
          </a:prstGeom>
          <a:noFill/>
          <a:ln cap="flat" cmpd="sng" w="76200">
            <a:solidFill>
              <a:srgbClr val="559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8" name="Google Shape;1308;p20"/>
          <p:cNvSpPr txBox="1"/>
          <p:nvPr/>
        </p:nvSpPr>
        <p:spPr>
          <a:xfrm>
            <a:off x="6221285" y="1920240"/>
            <a:ext cx="3738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20"/>
          <p:cNvSpPr txBox="1"/>
          <p:nvPr/>
        </p:nvSpPr>
        <p:spPr>
          <a:xfrm>
            <a:off x="5209651" y="2293598"/>
            <a:ext cx="129875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(capacity)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20"/>
          <p:cNvSpPr txBox="1"/>
          <p:nvPr/>
        </p:nvSpPr>
        <p:spPr>
          <a:xfrm>
            <a:off x="6022414" y="258941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20"/>
          <p:cNvSpPr txBox="1"/>
          <p:nvPr/>
        </p:nvSpPr>
        <p:spPr>
          <a:xfrm>
            <a:off x="6043005" y="3171924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20"/>
          <p:cNvSpPr txBox="1"/>
          <p:nvPr/>
        </p:nvSpPr>
        <p:spPr>
          <a:xfrm>
            <a:off x="6043005" y="381450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20"/>
          <p:cNvSpPr txBox="1"/>
          <p:nvPr/>
        </p:nvSpPr>
        <p:spPr>
          <a:xfrm>
            <a:off x="6043005" y="439673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20"/>
          <p:cNvSpPr txBox="1"/>
          <p:nvPr/>
        </p:nvSpPr>
        <p:spPr>
          <a:xfrm>
            <a:off x="6027858" y="5069838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20"/>
          <p:cNvSpPr txBox="1"/>
          <p:nvPr/>
        </p:nvSpPr>
        <p:spPr>
          <a:xfrm>
            <a:off x="6079169" y="5742939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20"/>
          <p:cNvSpPr txBox="1"/>
          <p:nvPr/>
        </p:nvSpPr>
        <p:spPr>
          <a:xfrm>
            <a:off x="6916257" y="2006815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20"/>
          <p:cNvSpPr txBox="1"/>
          <p:nvPr/>
        </p:nvSpPr>
        <p:spPr>
          <a:xfrm>
            <a:off x="7765120" y="2006815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20"/>
          <p:cNvSpPr txBox="1"/>
          <p:nvPr/>
        </p:nvSpPr>
        <p:spPr>
          <a:xfrm>
            <a:off x="8766621" y="2006815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20"/>
          <p:cNvSpPr txBox="1"/>
          <p:nvPr/>
        </p:nvSpPr>
        <p:spPr>
          <a:xfrm>
            <a:off x="9768122" y="2006815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20"/>
          <p:cNvSpPr txBox="1"/>
          <p:nvPr/>
        </p:nvSpPr>
        <p:spPr>
          <a:xfrm>
            <a:off x="10769623" y="2006815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20"/>
          <p:cNvSpPr/>
          <p:nvPr/>
        </p:nvSpPr>
        <p:spPr>
          <a:xfrm>
            <a:off x="6539612" y="566726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20"/>
          <p:cNvSpPr/>
          <p:nvPr/>
        </p:nvSpPr>
        <p:spPr>
          <a:xfrm>
            <a:off x="7582562" y="566726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20"/>
          <p:cNvSpPr/>
          <p:nvPr/>
        </p:nvSpPr>
        <p:spPr>
          <a:xfrm>
            <a:off x="8625511" y="566726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20"/>
          <p:cNvSpPr/>
          <p:nvPr/>
        </p:nvSpPr>
        <p:spPr>
          <a:xfrm>
            <a:off x="9668461" y="566726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20"/>
          <p:cNvSpPr/>
          <p:nvPr/>
        </p:nvSpPr>
        <p:spPr>
          <a:xfrm>
            <a:off x="10711411" y="566726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20"/>
          <p:cNvSpPr/>
          <p:nvPr/>
        </p:nvSpPr>
        <p:spPr>
          <a:xfrm>
            <a:off x="6539612" y="5667265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20"/>
          <p:cNvSpPr/>
          <p:nvPr/>
        </p:nvSpPr>
        <p:spPr>
          <a:xfrm>
            <a:off x="8625511" y="5667265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20"/>
          <p:cNvSpPr/>
          <p:nvPr/>
        </p:nvSpPr>
        <p:spPr>
          <a:xfrm>
            <a:off x="7591629" y="5667265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20"/>
          <p:cNvSpPr/>
          <p:nvPr/>
        </p:nvSpPr>
        <p:spPr>
          <a:xfrm>
            <a:off x="9668459" y="5667265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20"/>
          <p:cNvSpPr/>
          <p:nvPr/>
        </p:nvSpPr>
        <p:spPr>
          <a:xfrm>
            <a:off x="10711408" y="5667265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31" name="Google Shape;1331;p20"/>
          <p:cNvGraphicFramePr/>
          <p:nvPr/>
        </p:nvGraphicFramePr>
        <p:xfrm>
          <a:off x="6543041" y="11712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21"/>
          <p:cNvSpPr txBox="1"/>
          <p:nvPr>
            <p:ph type="title"/>
          </p:nvPr>
        </p:nvSpPr>
        <p:spPr>
          <a:xfrm>
            <a:off x="111726" y="82423"/>
            <a:ext cx="10515600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Bottom Up Approach</a:t>
            </a:r>
            <a:endParaRPr/>
          </a:p>
        </p:txBody>
      </p:sp>
      <p:grpSp>
        <p:nvGrpSpPr>
          <p:cNvPr id="1337" name="Google Shape;1337;p21"/>
          <p:cNvGrpSpPr/>
          <p:nvPr/>
        </p:nvGrpSpPr>
        <p:grpSpPr>
          <a:xfrm>
            <a:off x="6075680" y="1818640"/>
            <a:ext cx="5631232" cy="4872021"/>
            <a:chOff x="4749511" y="279156"/>
            <a:chExt cx="7294100" cy="6069760"/>
          </a:xfrm>
        </p:grpSpPr>
        <p:sp>
          <p:nvSpPr>
            <p:cNvPr id="1338" name="Google Shape;1338;p21"/>
            <p:cNvSpPr/>
            <p:nvPr/>
          </p:nvSpPr>
          <p:spPr>
            <a:xfrm>
              <a:off x="5572472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21"/>
            <p:cNvSpPr/>
            <p:nvPr/>
          </p:nvSpPr>
          <p:spPr>
            <a:xfrm>
              <a:off x="6920626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21"/>
            <p:cNvSpPr/>
            <p:nvPr/>
          </p:nvSpPr>
          <p:spPr>
            <a:xfrm>
              <a:off x="8268780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21"/>
            <p:cNvSpPr/>
            <p:nvPr/>
          </p:nvSpPr>
          <p:spPr>
            <a:xfrm>
              <a:off x="9616934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21"/>
            <p:cNvSpPr/>
            <p:nvPr/>
          </p:nvSpPr>
          <p:spPr>
            <a:xfrm>
              <a:off x="10965088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21"/>
            <p:cNvSpPr/>
            <p:nvPr/>
          </p:nvSpPr>
          <p:spPr>
            <a:xfrm>
              <a:off x="5572472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21"/>
            <p:cNvSpPr/>
            <p:nvPr/>
          </p:nvSpPr>
          <p:spPr>
            <a:xfrm>
              <a:off x="6920626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21"/>
            <p:cNvSpPr/>
            <p:nvPr/>
          </p:nvSpPr>
          <p:spPr>
            <a:xfrm>
              <a:off x="8268780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21"/>
            <p:cNvSpPr/>
            <p:nvPr/>
          </p:nvSpPr>
          <p:spPr>
            <a:xfrm>
              <a:off x="9616934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21"/>
            <p:cNvSpPr/>
            <p:nvPr/>
          </p:nvSpPr>
          <p:spPr>
            <a:xfrm>
              <a:off x="10965088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21"/>
            <p:cNvSpPr/>
            <p:nvPr/>
          </p:nvSpPr>
          <p:spPr>
            <a:xfrm>
              <a:off x="5572472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21"/>
            <p:cNvSpPr/>
            <p:nvPr/>
          </p:nvSpPr>
          <p:spPr>
            <a:xfrm>
              <a:off x="6920626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21"/>
            <p:cNvSpPr/>
            <p:nvPr/>
          </p:nvSpPr>
          <p:spPr>
            <a:xfrm>
              <a:off x="8268780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21"/>
            <p:cNvSpPr/>
            <p:nvPr/>
          </p:nvSpPr>
          <p:spPr>
            <a:xfrm>
              <a:off x="9616934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21"/>
            <p:cNvSpPr/>
            <p:nvPr/>
          </p:nvSpPr>
          <p:spPr>
            <a:xfrm>
              <a:off x="10965088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21"/>
            <p:cNvSpPr/>
            <p:nvPr/>
          </p:nvSpPr>
          <p:spPr>
            <a:xfrm>
              <a:off x="5572472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21"/>
            <p:cNvSpPr/>
            <p:nvPr/>
          </p:nvSpPr>
          <p:spPr>
            <a:xfrm>
              <a:off x="6920626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21"/>
            <p:cNvSpPr/>
            <p:nvPr/>
          </p:nvSpPr>
          <p:spPr>
            <a:xfrm>
              <a:off x="8268780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21"/>
            <p:cNvSpPr/>
            <p:nvPr/>
          </p:nvSpPr>
          <p:spPr>
            <a:xfrm>
              <a:off x="9616934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21"/>
            <p:cNvSpPr/>
            <p:nvPr/>
          </p:nvSpPr>
          <p:spPr>
            <a:xfrm>
              <a:off x="10965088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21"/>
            <p:cNvSpPr/>
            <p:nvPr/>
          </p:nvSpPr>
          <p:spPr>
            <a:xfrm>
              <a:off x="5572472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21"/>
            <p:cNvSpPr/>
            <p:nvPr/>
          </p:nvSpPr>
          <p:spPr>
            <a:xfrm>
              <a:off x="6920626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21"/>
            <p:cNvSpPr/>
            <p:nvPr/>
          </p:nvSpPr>
          <p:spPr>
            <a:xfrm>
              <a:off x="8268780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21"/>
            <p:cNvSpPr/>
            <p:nvPr/>
          </p:nvSpPr>
          <p:spPr>
            <a:xfrm>
              <a:off x="9616934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21"/>
            <p:cNvSpPr/>
            <p:nvPr/>
          </p:nvSpPr>
          <p:spPr>
            <a:xfrm>
              <a:off x="10965088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21"/>
            <p:cNvSpPr/>
            <p:nvPr/>
          </p:nvSpPr>
          <p:spPr>
            <a:xfrm>
              <a:off x="5572471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21"/>
            <p:cNvSpPr/>
            <p:nvPr/>
          </p:nvSpPr>
          <p:spPr>
            <a:xfrm>
              <a:off x="8268779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21"/>
            <p:cNvSpPr/>
            <p:nvPr/>
          </p:nvSpPr>
          <p:spPr>
            <a:xfrm>
              <a:off x="6932347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21"/>
            <p:cNvSpPr/>
            <p:nvPr/>
          </p:nvSpPr>
          <p:spPr>
            <a:xfrm>
              <a:off x="9616932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21"/>
            <p:cNvSpPr/>
            <p:nvPr/>
          </p:nvSpPr>
          <p:spPr>
            <a:xfrm>
              <a:off x="10965085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21"/>
            <p:cNvSpPr/>
            <p:nvPr/>
          </p:nvSpPr>
          <p:spPr>
            <a:xfrm>
              <a:off x="5572471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21"/>
            <p:cNvSpPr/>
            <p:nvPr/>
          </p:nvSpPr>
          <p:spPr>
            <a:xfrm>
              <a:off x="8268779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21"/>
            <p:cNvSpPr/>
            <p:nvPr/>
          </p:nvSpPr>
          <p:spPr>
            <a:xfrm>
              <a:off x="6932347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21"/>
            <p:cNvSpPr/>
            <p:nvPr/>
          </p:nvSpPr>
          <p:spPr>
            <a:xfrm>
              <a:off x="9616932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21"/>
            <p:cNvSpPr/>
            <p:nvPr/>
          </p:nvSpPr>
          <p:spPr>
            <a:xfrm>
              <a:off x="10965085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21"/>
            <p:cNvSpPr/>
            <p:nvPr/>
          </p:nvSpPr>
          <p:spPr>
            <a:xfrm>
              <a:off x="5572471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21"/>
            <p:cNvSpPr/>
            <p:nvPr/>
          </p:nvSpPr>
          <p:spPr>
            <a:xfrm>
              <a:off x="8268779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21"/>
            <p:cNvSpPr/>
            <p:nvPr/>
          </p:nvSpPr>
          <p:spPr>
            <a:xfrm>
              <a:off x="6932347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21"/>
            <p:cNvSpPr/>
            <p:nvPr/>
          </p:nvSpPr>
          <p:spPr>
            <a:xfrm>
              <a:off x="9616932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21"/>
            <p:cNvSpPr/>
            <p:nvPr/>
          </p:nvSpPr>
          <p:spPr>
            <a:xfrm>
              <a:off x="10965085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21"/>
            <p:cNvSpPr/>
            <p:nvPr/>
          </p:nvSpPr>
          <p:spPr>
            <a:xfrm>
              <a:off x="5572471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21"/>
            <p:cNvSpPr/>
            <p:nvPr/>
          </p:nvSpPr>
          <p:spPr>
            <a:xfrm>
              <a:off x="8268779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21"/>
            <p:cNvSpPr/>
            <p:nvPr/>
          </p:nvSpPr>
          <p:spPr>
            <a:xfrm>
              <a:off x="6932347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21"/>
            <p:cNvSpPr/>
            <p:nvPr/>
          </p:nvSpPr>
          <p:spPr>
            <a:xfrm>
              <a:off x="9616932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21"/>
            <p:cNvSpPr/>
            <p:nvPr/>
          </p:nvSpPr>
          <p:spPr>
            <a:xfrm>
              <a:off x="10965085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21"/>
            <p:cNvSpPr/>
            <p:nvPr/>
          </p:nvSpPr>
          <p:spPr>
            <a:xfrm>
              <a:off x="5572471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21"/>
            <p:cNvSpPr/>
            <p:nvPr/>
          </p:nvSpPr>
          <p:spPr>
            <a:xfrm>
              <a:off x="8268779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21"/>
            <p:cNvSpPr/>
            <p:nvPr/>
          </p:nvSpPr>
          <p:spPr>
            <a:xfrm>
              <a:off x="6932347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21"/>
            <p:cNvSpPr/>
            <p:nvPr/>
          </p:nvSpPr>
          <p:spPr>
            <a:xfrm>
              <a:off x="9616932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21"/>
            <p:cNvSpPr/>
            <p:nvPr/>
          </p:nvSpPr>
          <p:spPr>
            <a:xfrm>
              <a:off x="10965085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88" name="Google Shape;1388;p21"/>
            <p:cNvCxnSpPr/>
            <p:nvPr/>
          </p:nvCxnSpPr>
          <p:spPr>
            <a:xfrm rot="10800000">
              <a:off x="4749511" y="498528"/>
              <a:ext cx="822960" cy="469264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9" name="Google Shape;1389;p21"/>
            <p:cNvSpPr txBox="1"/>
            <p:nvPr/>
          </p:nvSpPr>
          <p:spPr>
            <a:xfrm>
              <a:off x="5160991" y="279156"/>
              <a:ext cx="362869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21"/>
            <p:cNvSpPr txBox="1"/>
            <p:nvPr/>
          </p:nvSpPr>
          <p:spPr>
            <a:xfrm>
              <a:off x="4749511" y="663944"/>
              <a:ext cx="417518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21"/>
            <p:cNvSpPr txBox="1"/>
            <p:nvPr/>
          </p:nvSpPr>
          <p:spPr>
            <a:xfrm>
              <a:off x="4903924" y="1231251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21"/>
            <p:cNvSpPr txBox="1"/>
            <p:nvPr/>
          </p:nvSpPr>
          <p:spPr>
            <a:xfrm>
              <a:off x="4930539" y="2060033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21"/>
            <p:cNvSpPr txBox="1"/>
            <p:nvPr/>
          </p:nvSpPr>
          <p:spPr>
            <a:xfrm>
              <a:off x="4930539" y="2974278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21"/>
            <p:cNvSpPr txBox="1"/>
            <p:nvPr/>
          </p:nvSpPr>
          <p:spPr>
            <a:xfrm>
              <a:off x="4930539" y="3802675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21"/>
            <p:cNvSpPr txBox="1"/>
            <p:nvPr/>
          </p:nvSpPr>
          <p:spPr>
            <a:xfrm>
              <a:off x="4910960" y="4760352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21"/>
            <p:cNvSpPr txBox="1"/>
            <p:nvPr/>
          </p:nvSpPr>
          <p:spPr>
            <a:xfrm>
              <a:off x="4977286" y="5718029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21"/>
            <p:cNvSpPr txBox="1"/>
            <p:nvPr/>
          </p:nvSpPr>
          <p:spPr>
            <a:xfrm>
              <a:off x="6059337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21"/>
            <p:cNvSpPr txBox="1"/>
            <p:nvPr/>
          </p:nvSpPr>
          <p:spPr>
            <a:xfrm>
              <a:off x="7156607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21"/>
            <p:cNvSpPr txBox="1"/>
            <p:nvPr/>
          </p:nvSpPr>
          <p:spPr>
            <a:xfrm>
              <a:off x="8451183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21"/>
            <p:cNvSpPr txBox="1"/>
            <p:nvPr/>
          </p:nvSpPr>
          <p:spPr>
            <a:xfrm>
              <a:off x="9745759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21"/>
            <p:cNvSpPr txBox="1"/>
            <p:nvPr/>
          </p:nvSpPr>
          <p:spPr>
            <a:xfrm>
              <a:off x="11040335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21"/>
            <p:cNvSpPr/>
            <p:nvPr/>
          </p:nvSpPr>
          <p:spPr>
            <a:xfrm>
              <a:off x="5572472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21"/>
            <p:cNvSpPr/>
            <p:nvPr/>
          </p:nvSpPr>
          <p:spPr>
            <a:xfrm>
              <a:off x="6920626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21"/>
            <p:cNvSpPr/>
            <p:nvPr/>
          </p:nvSpPr>
          <p:spPr>
            <a:xfrm>
              <a:off x="8268780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21"/>
            <p:cNvSpPr/>
            <p:nvPr/>
          </p:nvSpPr>
          <p:spPr>
            <a:xfrm>
              <a:off x="9616934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21"/>
            <p:cNvSpPr/>
            <p:nvPr/>
          </p:nvSpPr>
          <p:spPr>
            <a:xfrm>
              <a:off x="10965088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21"/>
            <p:cNvSpPr/>
            <p:nvPr/>
          </p:nvSpPr>
          <p:spPr>
            <a:xfrm>
              <a:off x="5572471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21"/>
            <p:cNvSpPr/>
            <p:nvPr/>
          </p:nvSpPr>
          <p:spPr>
            <a:xfrm>
              <a:off x="8268779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21"/>
            <p:cNvSpPr/>
            <p:nvPr/>
          </p:nvSpPr>
          <p:spPr>
            <a:xfrm>
              <a:off x="6932347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21"/>
            <p:cNvSpPr/>
            <p:nvPr/>
          </p:nvSpPr>
          <p:spPr>
            <a:xfrm>
              <a:off x="9616932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21"/>
            <p:cNvSpPr/>
            <p:nvPr/>
          </p:nvSpPr>
          <p:spPr>
            <a:xfrm>
              <a:off x="10965085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12" name="Google Shape;1412;p21"/>
          <p:cNvPicPr preferRelativeResize="0"/>
          <p:nvPr/>
        </p:nvPicPr>
        <p:blipFill rotWithShape="1">
          <a:blip r:embed="rId3">
            <a:alphaModFix/>
          </a:blip>
          <a:srcRect b="0" l="1096" r="0" t="0"/>
          <a:stretch/>
        </p:blipFill>
        <p:spPr>
          <a:xfrm>
            <a:off x="360217" y="631698"/>
            <a:ext cx="5009305" cy="58799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3" name="Google Shape;1413;p21"/>
          <p:cNvGraphicFramePr/>
          <p:nvPr/>
        </p:nvGraphicFramePr>
        <p:xfrm>
          <a:off x="6738332" y="10389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sp>
        <p:nvSpPr>
          <p:cNvPr id="1419" name="Google Shape;1419;p6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Seeing the data in the memo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Keeping an additional table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1e548f1b451_0_10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sp>
        <p:nvSpPr>
          <p:cNvPr id="1425" name="Google Shape;1425;g1e548f1b451_0_10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rgbClr val="FF0000"/>
                </a:solidFill>
              </a:rPr>
              <a:t>Seeing the data in the memo (not required)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Keeping an additional table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sp>
        <p:nvSpPr>
          <p:cNvPr id="1431" name="Google Shape;143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Seeing the data in the memo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1432" name="Google Shape;1432;p22"/>
          <p:cNvGrpSpPr/>
          <p:nvPr/>
        </p:nvGrpSpPr>
        <p:grpSpPr>
          <a:xfrm>
            <a:off x="5171440" y="2397760"/>
            <a:ext cx="5631232" cy="4128437"/>
            <a:chOff x="4749511" y="279156"/>
            <a:chExt cx="7294100" cy="6069760"/>
          </a:xfrm>
        </p:grpSpPr>
        <p:sp>
          <p:nvSpPr>
            <p:cNvPr id="1433" name="Google Shape;1433;p22"/>
            <p:cNvSpPr/>
            <p:nvPr/>
          </p:nvSpPr>
          <p:spPr>
            <a:xfrm>
              <a:off x="5572472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22"/>
            <p:cNvSpPr/>
            <p:nvPr/>
          </p:nvSpPr>
          <p:spPr>
            <a:xfrm>
              <a:off x="6920626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22"/>
            <p:cNvSpPr/>
            <p:nvPr/>
          </p:nvSpPr>
          <p:spPr>
            <a:xfrm>
              <a:off x="8268780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22"/>
            <p:cNvSpPr/>
            <p:nvPr/>
          </p:nvSpPr>
          <p:spPr>
            <a:xfrm>
              <a:off x="9616934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22"/>
            <p:cNvSpPr/>
            <p:nvPr/>
          </p:nvSpPr>
          <p:spPr>
            <a:xfrm>
              <a:off x="10965088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22"/>
            <p:cNvSpPr/>
            <p:nvPr/>
          </p:nvSpPr>
          <p:spPr>
            <a:xfrm>
              <a:off x="5572472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22"/>
            <p:cNvSpPr/>
            <p:nvPr/>
          </p:nvSpPr>
          <p:spPr>
            <a:xfrm>
              <a:off x="6920626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22"/>
            <p:cNvSpPr/>
            <p:nvPr/>
          </p:nvSpPr>
          <p:spPr>
            <a:xfrm>
              <a:off x="8268780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22"/>
            <p:cNvSpPr/>
            <p:nvPr/>
          </p:nvSpPr>
          <p:spPr>
            <a:xfrm>
              <a:off x="9616934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22"/>
            <p:cNvSpPr/>
            <p:nvPr/>
          </p:nvSpPr>
          <p:spPr>
            <a:xfrm>
              <a:off x="10965088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22"/>
            <p:cNvSpPr/>
            <p:nvPr/>
          </p:nvSpPr>
          <p:spPr>
            <a:xfrm>
              <a:off x="5572472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22"/>
            <p:cNvSpPr/>
            <p:nvPr/>
          </p:nvSpPr>
          <p:spPr>
            <a:xfrm>
              <a:off x="6920626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22"/>
            <p:cNvSpPr/>
            <p:nvPr/>
          </p:nvSpPr>
          <p:spPr>
            <a:xfrm>
              <a:off x="8268780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22"/>
            <p:cNvSpPr/>
            <p:nvPr/>
          </p:nvSpPr>
          <p:spPr>
            <a:xfrm>
              <a:off x="9616934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22"/>
            <p:cNvSpPr/>
            <p:nvPr/>
          </p:nvSpPr>
          <p:spPr>
            <a:xfrm>
              <a:off x="10965088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22"/>
            <p:cNvSpPr/>
            <p:nvPr/>
          </p:nvSpPr>
          <p:spPr>
            <a:xfrm>
              <a:off x="5572472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22"/>
            <p:cNvSpPr/>
            <p:nvPr/>
          </p:nvSpPr>
          <p:spPr>
            <a:xfrm>
              <a:off x="6920626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22"/>
            <p:cNvSpPr/>
            <p:nvPr/>
          </p:nvSpPr>
          <p:spPr>
            <a:xfrm>
              <a:off x="8268780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22"/>
            <p:cNvSpPr/>
            <p:nvPr/>
          </p:nvSpPr>
          <p:spPr>
            <a:xfrm>
              <a:off x="9616934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22"/>
            <p:cNvSpPr/>
            <p:nvPr/>
          </p:nvSpPr>
          <p:spPr>
            <a:xfrm>
              <a:off x="10965088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22"/>
            <p:cNvSpPr/>
            <p:nvPr/>
          </p:nvSpPr>
          <p:spPr>
            <a:xfrm>
              <a:off x="5572472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22"/>
            <p:cNvSpPr/>
            <p:nvPr/>
          </p:nvSpPr>
          <p:spPr>
            <a:xfrm>
              <a:off x="6920626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22"/>
            <p:cNvSpPr/>
            <p:nvPr/>
          </p:nvSpPr>
          <p:spPr>
            <a:xfrm>
              <a:off x="8268780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22"/>
            <p:cNvSpPr/>
            <p:nvPr/>
          </p:nvSpPr>
          <p:spPr>
            <a:xfrm>
              <a:off x="9616934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22"/>
            <p:cNvSpPr/>
            <p:nvPr/>
          </p:nvSpPr>
          <p:spPr>
            <a:xfrm>
              <a:off x="10965088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22"/>
            <p:cNvSpPr/>
            <p:nvPr/>
          </p:nvSpPr>
          <p:spPr>
            <a:xfrm>
              <a:off x="5572471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22"/>
            <p:cNvSpPr/>
            <p:nvPr/>
          </p:nvSpPr>
          <p:spPr>
            <a:xfrm>
              <a:off x="8268779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22"/>
            <p:cNvSpPr/>
            <p:nvPr/>
          </p:nvSpPr>
          <p:spPr>
            <a:xfrm>
              <a:off x="6932347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22"/>
            <p:cNvSpPr/>
            <p:nvPr/>
          </p:nvSpPr>
          <p:spPr>
            <a:xfrm>
              <a:off x="9616932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22"/>
            <p:cNvSpPr/>
            <p:nvPr/>
          </p:nvSpPr>
          <p:spPr>
            <a:xfrm>
              <a:off x="10965085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22"/>
            <p:cNvSpPr/>
            <p:nvPr/>
          </p:nvSpPr>
          <p:spPr>
            <a:xfrm>
              <a:off x="5572471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22"/>
            <p:cNvSpPr/>
            <p:nvPr/>
          </p:nvSpPr>
          <p:spPr>
            <a:xfrm>
              <a:off x="8268779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22"/>
            <p:cNvSpPr/>
            <p:nvPr/>
          </p:nvSpPr>
          <p:spPr>
            <a:xfrm>
              <a:off x="6932347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22"/>
            <p:cNvSpPr/>
            <p:nvPr/>
          </p:nvSpPr>
          <p:spPr>
            <a:xfrm>
              <a:off x="9616932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22"/>
            <p:cNvSpPr/>
            <p:nvPr/>
          </p:nvSpPr>
          <p:spPr>
            <a:xfrm>
              <a:off x="10965085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22"/>
            <p:cNvSpPr/>
            <p:nvPr/>
          </p:nvSpPr>
          <p:spPr>
            <a:xfrm>
              <a:off x="5572471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22"/>
            <p:cNvSpPr/>
            <p:nvPr/>
          </p:nvSpPr>
          <p:spPr>
            <a:xfrm>
              <a:off x="8268779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22"/>
            <p:cNvSpPr/>
            <p:nvPr/>
          </p:nvSpPr>
          <p:spPr>
            <a:xfrm>
              <a:off x="6932347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22"/>
            <p:cNvSpPr/>
            <p:nvPr/>
          </p:nvSpPr>
          <p:spPr>
            <a:xfrm>
              <a:off x="9616932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22"/>
            <p:cNvSpPr/>
            <p:nvPr/>
          </p:nvSpPr>
          <p:spPr>
            <a:xfrm>
              <a:off x="10965085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22"/>
            <p:cNvSpPr/>
            <p:nvPr/>
          </p:nvSpPr>
          <p:spPr>
            <a:xfrm>
              <a:off x="5572471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22"/>
            <p:cNvSpPr/>
            <p:nvPr/>
          </p:nvSpPr>
          <p:spPr>
            <a:xfrm>
              <a:off x="8268779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22"/>
            <p:cNvSpPr/>
            <p:nvPr/>
          </p:nvSpPr>
          <p:spPr>
            <a:xfrm>
              <a:off x="6932347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22"/>
            <p:cNvSpPr/>
            <p:nvPr/>
          </p:nvSpPr>
          <p:spPr>
            <a:xfrm>
              <a:off x="9616932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22"/>
            <p:cNvSpPr/>
            <p:nvPr/>
          </p:nvSpPr>
          <p:spPr>
            <a:xfrm>
              <a:off x="10965085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22"/>
            <p:cNvSpPr/>
            <p:nvPr/>
          </p:nvSpPr>
          <p:spPr>
            <a:xfrm>
              <a:off x="5572471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22"/>
            <p:cNvSpPr/>
            <p:nvPr/>
          </p:nvSpPr>
          <p:spPr>
            <a:xfrm>
              <a:off x="8268779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22"/>
            <p:cNvSpPr/>
            <p:nvPr/>
          </p:nvSpPr>
          <p:spPr>
            <a:xfrm>
              <a:off x="6932347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22"/>
            <p:cNvSpPr/>
            <p:nvPr/>
          </p:nvSpPr>
          <p:spPr>
            <a:xfrm>
              <a:off x="9616932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22"/>
            <p:cNvSpPr/>
            <p:nvPr/>
          </p:nvSpPr>
          <p:spPr>
            <a:xfrm>
              <a:off x="10965085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3" name="Google Shape;1483;p22"/>
            <p:cNvCxnSpPr/>
            <p:nvPr/>
          </p:nvCxnSpPr>
          <p:spPr>
            <a:xfrm rot="10800000">
              <a:off x="4749511" y="498528"/>
              <a:ext cx="822960" cy="469264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4" name="Google Shape;1484;p22"/>
            <p:cNvSpPr txBox="1"/>
            <p:nvPr/>
          </p:nvSpPr>
          <p:spPr>
            <a:xfrm>
              <a:off x="5160991" y="279156"/>
              <a:ext cx="362869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22"/>
            <p:cNvSpPr txBox="1"/>
            <p:nvPr/>
          </p:nvSpPr>
          <p:spPr>
            <a:xfrm>
              <a:off x="4749511" y="663944"/>
              <a:ext cx="417518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22"/>
            <p:cNvSpPr txBox="1"/>
            <p:nvPr/>
          </p:nvSpPr>
          <p:spPr>
            <a:xfrm>
              <a:off x="4903924" y="1231251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22"/>
            <p:cNvSpPr txBox="1"/>
            <p:nvPr/>
          </p:nvSpPr>
          <p:spPr>
            <a:xfrm>
              <a:off x="4930539" y="2060033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22"/>
            <p:cNvSpPr txBox="1"/>
            <p:nvPr/>
          </p:nvSpPr>
          <p:spPr>
            <a:xfrm>
              <a:off x="4930539" y="2974278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22"/>
            <p:cNvSpPr txBox="1"/>
            <p:nvPr/>
          </p:nvSpPr>
          <p:spPr>
            <a:xfrm>
              <a:off x="4930539" y="3802675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22"/>
            <p:cNvSpPr txBox="1"/>
            <p:nvPr/>
          </p:nvSpPr>
          <p:spPr>
            <a:xfrm>
              <a:off x="4910960" y="4760352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22"/>
            <p:cNvSpPr txBox="1"/>
            <p:nvPr/>
          </p:nvSpPr>
          <p:spPr>
            <a:xfrm>
              <a:off x="4977286" y="5718029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22"/>
            <p:cNvSpPr txBox="1"/>
            <p:nvPr/>
          </p:nvSpPr>
          <p:spPr>
            <a:xfrm>
              <a:off x="6059337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22"/>
            <p:cNvSpPr txBox="1"/>
            <p:nvPr/>
          </p:nvSpPr>
          <p:spPr>
            <a:xfrm>
              <a:off x="7156607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22"/>
            <p:cNvSpPr txBox="1"/>
            <p:nvPr/>
          </p:nvSpPr>
          <p:spPr>
            <a:xfrm>
              <a:off x="8451183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22"/>
            <p:cNvSpPr txBox="1"/>
            <p:nvPr/>
          </p:nvSpPr>
          <p:spPr>
            <a:xfrm>
              <a:off x="9745759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22"/>
            <p:cNvSpPr txBox="1"/>
            <p:nvPr/>
          </p:nvSpPr>
          <p:spPr>
            <a:xfrm>
              <a:off x="11040335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22"/>
            <p:cNvSpPr/>
            <p:nvPr/>
          </p:nvSpPr>
          <p:spPr>
            <a:xfrm>
              <a:off x="5572472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22"/>
            <p:cNvSpPr/>
            <p:nvPr/>
          </p:nvSpPr>
          <p:spPr>
            <a:xfrm>
              <a:off x="6920626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22"/>
            <p:cNvSpPr/>
            <p:nvPr/>
          </p:nvSpPr>
          <p:spPr>
            <a:xfrm>
              <a:off x="8268780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22"/>
            <p:cNvSpPr/>
            <p:nvPr/>
          </p:nvSpPr>
          <p:spPr>
            <a:xfrm>
              <a:off x="9616934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22"/>
            <p:cNvSpPr/>
            <p:nvPr/>
          </p:nvSpPr>
          <p:spPr>
            <a:xfrm>
              <a:off x="10965088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22"/>
            <p:cNvSpPr/>
            <p:nvPr/>
          </p:nvSpPr>
          <p:spPr>
            <a:xfrm>
              <a:off x="5572471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22"/>
            <p:cNvSpPr/>
            <p:nvPr/>
          </p:nvSpPr>
          <p:spPr>
            <a:xfrm>
              <a:off x="8268779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22"/>
            <p:cNvSpPr/>
            <p:nvPr/>
          </p:nvSpPr>
          <p:spPr>
            <a:xfrm>
              <a:off x="6932347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22"/>
            <p:cNvSpPr/>
            <p:nvPr/>
          </p:nvSpPr>
          <p:spPr>
            <a:xfrm>
              <a:off x="9616932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22"/>
            <p:cNvSpPr/>
            <p:nvPr/>
          </p:nvSpPr>
          <p:spPr>
            <a:xfrm>
              <a:off x="10965085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7" name="Google Shape;1507;p22"/>
          <p:cNvSpPr/>
          <p:nvPr/>
        </p:nvSpPr>
        <p:spPr>
          <a:xfrm>
            <a:off x="9827015" y="2397759"/>
            <a:ext cx="1105145" cy="421066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22"/>
          <p:cNvSpPr/>
          <p:nvPr/>
        </p:nvSpPr>
        <p:spPr>
          <a:xfrm>
            <a:off x="1746497" y="2866146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k(5,4)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22"/>
          <p:cNvSpPr/>
          <p:nvPr/>
        </p:nvSpPr>
        <p:spPr>
          <a:xfrm>
            <a:off x="564688" y="385660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k(5,3)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0" name="Google Shape;1510;p22"/>
          <p:cNvCxnSpPr>
            <a:stCxn id="1508" idx="2"/>
            <a:endCxn id="1509" idx="0"/>
          </p:cNvCxnSpPr>
          <p:nvPr/>
        </p:nvCxnSpPr>
        <p:spPr>
          <a:xfrm flipH="1">
            <a:off x="1070315" y="3309491"/>
            <a:ext cx="1181700" cy="5472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1" name="Google Shape;1511;p22"/>
          <p:cNvCxnSpPr>
            <a:stCxn id="1508" idx="2"/>
            <a:endCxn id="1512" idx="0"/>
          </p:cNvCxnSpPr>
          <p:nvPr/>
        </p:nvCxnSpPr>
        <p:spPr>
          <a:xfrm>
            <a:off x="2252015" y="3309491"/>
            <a:ext cx="1180800" cy="5835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3" name="Google Shape;1513;p22"/>
          <p:cNvSpPr txBox="1"/>
          <p:nvPr/>
        </p:nvSpPr>
        <p:spPr>
          <a:xfrm>
            <a:off x="3113094" y="3345567"/>
            <a:ext cx="4628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22"/>
          <p:cNvSpPr txBox="1"/>
          <p:nvPr/>
        </p:nvSpPr>
        <p:spPr>
          <a:xfrm>
            <a:off x="1169569" y="334921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22"/>
          <p:cNvSpPr/>
          <p:nvPr/>
        </p:nvSpPr>
        <p:spPr>
          <a:xfrm>
            <a:off x="2927395" y="3893081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k(3,3)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15" name="Google Shape;1515;p22"/>
          <p:cNvGraphicFramePr/>
          <p:nvPr/>
        </p:nvGraphicFramePr>
        <p:xfrm>
          <a:off x="5769257" y="14446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16" name="Google Shape;1516;p22"/>
          <p:cNvSpPr/>
          <p:nvPr/>
        </p:nvSpPr>
        <p:spPr>
          <a:xfrm>
            <a:off x="10091420" y="5925794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22"/>
          <p:cNvSpPr txBox="1"/>
          <p:nvPr/>
        </p:nvSpPr>
        <p:spPr>
          <a:xfrm>
            <a:off x="406400" y="5223440"/>
            <a:ext cx="2260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4 has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sp>
        <p:nvSpPr>
          <p:cNvPr id="1523" name="Google Shape;15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Seeing the data in the memo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1524" name="Google Shape;1524;p23"/>
          <p:cNvGrpSpPr/>
          <p:nvPr/>
        </p:nvGrpSpPr>
        <p:grpSpPr>
          <a:xfrm>
            <a:off x="5171440" y="2397760"/>
            <a:ext cx="5631232" cy="4128437"/>
            <a:chOff x="4749511" y="279156"/>
            <a:chExt cx="7294100" cy="6069760"/>
          </a:xfrm>
        </p:grpSpPr>
        <p:sp>
          <p:nvSpPr>
            <p:cNvPr id="1525" name="Google Shape;1525;p23"/>
            <p:cNvSpPr/>
            <p:nvPr/>
          </p:nvSpPr>
          <p:spPr>
            <a:xfrm>
              <a:off x="5572472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23"/>
            <p:cNvSpPr/>
            <p:nvPr/>
          </p:nvSpPr>
          <p:spPr>
            <a:xfrm>
              <a:off x="6920626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23"/>
            <p:cNvSpPr/>
            <p:nvPr/>
          </p:nvSpPr>
          <p:spPr>
            <a:xfrm>
              <a:off x="8268780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23"/>
            <p:cNvSpPr/>
            <p:nvPr/>
          </p:nvSpPr>
          <p:spPr>
            <a:xfrm>
              <a:off x="9616934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23"/>
            <p:cNvSpPr/>
            <p:nvPr/>
          </p:nvSpPr>
          <p:spPr>
            <a:xfrm>
              <a:off x="10965088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23"/>
            <p:cNvSpPr/>
            <p:nvPr/>
          </p:nvSpPr>
          <p:spPr>
            <a:xfrm>
              <a:off x="5572472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23"/>
            <p:cNvSpPr/>
            <p:nvPr/>
          </p:nvSpPr>
          <p:spPr>
            <a:xfrm>
              <a:off x="6920626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23"/>
            <p:cNvSpPr/>
            <p:nvPr/>
          </p:nvSpPr>
          <p:spPr>
            <a:xfrm>
              <a:off x="8268780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23"/>
            <p:cNvSpPr/>
            <p:nvPr/>
          </p:nvSpPr>
          <p:spPr>
            <a:xfrm>
              <a:off x="9616934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23"/>
            <p:cNvSpPr/>
            <p:nvPr/>
          </p:nvSpPr>
          <p:spPr>
            <a:xfrm>
              <a:off x="10965088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23"/>
            <p:cNvSpPr/>
            <p:nvPr/>
          </p:nvSpPr>
          <p:spPr>
            <a:xfrm>
              <a:off x="5572472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23"/>
            <p:cNvSpPr/>
            <p:nvPr/>
          </p:nvSpPr>
          <p:spPr>
            <a:xfrm>
              <a:off x="6920626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23"/>
            <p:cNvSpPr/>
            <p:nvPr/>
          </p:nvSpPr>
          <p:spPr>
            <a:xfrm>
              <a:off x="8268780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23"/>
            <p:cNvSpPr/>
            <p:nvPr/>
          </p:nvSpPr>
          <p:spPr>
            <a:xfrm>
              <a:off x="9616934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23"/>
            <p:cNvSpPr/>
            <p:nvPr/>
          </p:nvSpPr>
          <p:spPr>
            <a:xfrm>
              <a:off x="10965088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23"/>
            <p:cNvSpPr/>
            <p:nvPr/>
          </p:nvSpPr>
          <p:spPr>
            <a:xfrm>
              <a:off x="5572472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23"/>
            <p:cNvSpPr/>
            <p:nvPr/>
          </p:nvSpPr>
          <p:spPr>
            <a:xfrm>
              <a:off x="6920626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23"/>
            <p:cNvSpPr/>
            <p:nvPr/>
          </p:nvSpPr>
          <p:spPr>
            <a:xfrm>
              <a:off x="8268780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23"/>
            <p:cNvSpPr/>
            <p:nvPr/>
          </p:nvSpPr>
          <p:spPr>
            <a:xfrm>
              <a:off x="9616934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23"/>
            <p:cNvSpPr/>
            <p:nvPr/>
          </p:nvSpPr>
          <p:spPr>
            <a:xfrm>
              <a:off x="10965088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23"/>
            <p:cNvSpPr/>
            <p:nvPr/>
          </p:nvSpPr>
          <p:spPr>
            <a:xfrm>
              <a:off x="5572472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23"/>
            <p:cNvSpPr/>
            <p:nvPr/>
          </p:nvSpPr>
          <p:spPr>
            <a:xfrm>
              <a:off x="6920626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23"/>
            <p:cNvSpPr/>
            <p:nvPr/>
          </p:nvSpPr>
          <p:spPr>
            <a:xfrm>
              <a:off x="8268780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23"/>
            <p:cNvSpPr/>
            <p:nvPr/>
          </p:nvSpPr>
          <p:spPr>
            <a:xfrm>
              <a:off x="9616934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23"/>
            <p:cNvSpPr/>
            <p:nvPr/>
          </p:nvSpPr>
          <p:spPr>
            <a:xfrm>
              <a:off x="10965088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23"/>
            <p:cNvSpPr/>
            <p:nvPr/>
          </p:nvSpPr>
          <p:spPr>
            <a:xfrm>
              <a:off x="5572471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23"/>
            <p:cNvSpPr/>
            <p:nvPr/>
          </p:nvSpPr>
          <p:spPr>
            <a:xfrm>
              <a:off x="8268779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23"/>
            <p:cNvSpPr/>
            <p:nvPr/>
          </p:nvSpPr>
          <p:spPr>
            <a:xfrm>
              <a:off x="6932347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23"/>
            <p:cNvSpPr/>
            <p:nvPr/>
          </p:nvSpPr>
          <p:spPr>
            <a:xfrm>
              <a:off x="9616932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23"/>
            <p:cNvSpPr/>
            <p:nvPr/>
          </p:nvSpPr>
          <p:spPr>
            <a:xfrm>
              <a:off x="10965085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23"/>
            <p:cNvSpPr/>
            <p:nvPr/>
          </p:nvSpPr>
          <p:spPr>
            <a:xfrm>
              <a:off x="5572471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23"/>
            <p:cNvSpPr/>
            <p:nvPr/>
          </p:nvSpPr>
          <p:spPr>
            <a:xfrm>
              <a:off x="8268779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23"/>
            <p:cNvSpPr/>
            <p:nvPr/>
          </p:nvSpPr>
          <p:spPr>
            <a:xfrm>
              <a:off x="6932347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23"/>
            <p:cNvSpPr/>
            <p:nvPr/>
          </p:nvSpPr>
          <p:spPr>
            <a:xfrm>
              <a:off x="9616932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23"/>
            <p:cNvSpPr/>
            <p:nvPr/>
          </p:nvSpPr>
          <p:spPr>
            <a:xfrm>
              <a:off x="10965085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23"/>
            <p:cNvSpPr/>
            <p:nvPr/>
          </p:nvSpPr>
          <p:spPr>
            <a:xfrm>
              <a:off x="5572471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23"/>
            <p:cNvSpPr/>
            <p:nvPr/>
          </p:nvSpPr>
          <p:spPr>
            <a:xfrm>
              <a:off x="8268779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23"/>
            <p:cNvSpPr/>
            <p:nvPr/>
          </p:nvSpPr>
          <p:spPr>
            <a:xfrm>
              <a:off x="6932347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23"/>
            <p:cNvSpPr/>
            <p:nvPr/>
          </p:nvSpPr>
          <p:spPr>
            <a:xfrm>
              <a:off x="9616932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23"/>
            <p:cNvSpPr/>
            <p:nvPr/>
          </p:nvSpPr>
          <p:spPr>
            <a:xfrm>
              <a:off x="10965085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23"/>
            <p:cNvSpPr/>
            <p:nvPr/>
          </p:nvSpPr>
          <p:spPr>
            <a:xfrm>
              <a:off x="5572471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23"/>
            <p:cNvSpPr/>
            <p:nvPr/>
          </p:nvSpPr>
          <p:spPr>
            <a:xfrm>
              <a:off x="8268779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23"/>
            <p:cNvSpPr/>
            <p:nvPr/>
          </p:nvSpPr>
          <p:spPr>
            <a:xfrm>
              <a:off x="6932347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23"/>
            <p:cNvSpPr/>
            <p:nvPr/>
          </p:nvSpPr>
          <p:spPr>
            <a:xfrm>
              <a:off x="9616932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23"/>
            <p:cNvSpPr/>
            <p:nvPr/>
          </p:nvSpPr>
          <p:spPr>
            <a:xfrm>
              <a:off x="10965085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23"/>
            <p:cNvSpPr/>
            <p:nvPr/>
          </p:nvSpPr>
          <p:spPr>
            <a:xfrm>
              <a:off x="5572471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23"/>
            <p:cNvSpPr/>
            <p:nvPr/>
          </p:nvSpPr>
          <p:spPr>
            <a:xfrm>
              <a:off x="8268779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23"/>
            <p:cNvSpPr/>
            <p:nvPr/>
          </p:nvSpPr>
          <p:spPr>
            <a:xfrm>
              <a:off x="6932347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23"/>
            <p:cNvSpPr/>
            <p:nvPr/>
          </p:nvSpPr>
          <p:spPr>
            <a:xfrm>
              <a:off x="9616932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23"/>
            <p:cNvSpPr/>
            <p:nvPr/>
          </p:nvSpPr>
          <p:spPr>
            <a:xfrm>
              <a:off x="10965085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5" name="Google Shape;1575;p23"/>
            <p:cNvCxnSpPr/>
            <p:nvPr/>
          </p:nvCxnSpPr>
          <p:spPr>
            <a:xfrm rot="10800000">
              <a:off x="4749511" y="498528"/>
              <a:ext cx="822960" cy="469264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6" name="Google Shape;1576;p23"/>
            <p:cNvSpPr txBox="1"/>
            <p:nvPr/>
          </p:nvSpPr>
          <p:spPr>
            <a:xfrm>
              <a:off x="5160991" y="279156"/>
              <a:ext cx="362869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23"/>
            <p:cNvSpPr txBox="1"/>
            <p:nvPr/>
          </p:nvSpPr>
          <p:spPr>
            <a:xfrm>
              <a:off x="4749511" y="663944"/>
              <a:ext cx="417518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23"/>
            <p:cNvSpPr txBox="1"/>
            <p:nvPr/>
          </p:nvSpPr>
          <p:spPr>
            <a:xfrm>
              <a:off x="4903924" y="1231251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23"/>
            <p:cNvSpPr txBox="1"/>
            <p:nvPr/>
          </p:nvSpPr>
          <p:spPr>
            <a:xfrm>
              <a:off x="4930539" y="2060033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23"/>
            <p:cNvSpPr txBox="1"/>
            <p:nvPr/>
          </p:nvSpPr>
          <p:spPr>
            <a:xfrm>
              <a:off x="4930539" y="2974278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23"/>
            <p:cNvSpPr txBox="1"/>
            <p:nvPr/>
          </p:nvSpPr>
          <p:spPr>
            <a:xfrm>
              <a:off x="4930539" y="3802675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23"/>
            <p:cNvSpPr txBox="1"/>
            <p:nvPr/>
          </p:nvSpPr>
          <p:spPr>
            <a:xfrm>
              <a:off x="4910960" y="4760352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23"/>
            <p:cNvSpPr txBox="1"/>
            <p:nvPr/>
          </p:nvSpPr>
          <p:spPr>
            <a:xfrm>
              <a:off x="4977286" y="5718029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23"/>
            <p:cNvSpPr txBox="1"/>
            <p:nvPr/>
          </p:nvSpPr>
          <p:spPr>
            <a:xfrm>
              <a:off x="6059337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23"/>
            <p:cNvSpPr txBox="1"/>
            <p:nvPr/>
          </p:nvSpPr>
          <p:spPr>
            <a:xfrm>
              <a:off x="7156607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23"/>
            <p:cNvSpPr txBox="1"/>
            <p:nvPr/>
          </p:nvSpPr>
          <p:spPr>
            <a:xfrm>
              <a:off x="8451183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23"/>
            <p:cNvSpPr txBox="1"/>
            <p:nvPr/>
          </p:nvSpPr>
          <p:spPr>
            <a:xfrm>
              <a:off x="9745759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23"/>
            <p:cNvSpPr txBox="1"/>
            <p:nvPr/>
          </p:nvSpPr>
          <p:spPr>
            <a:xfrm>
              <a:off x="11040335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23"/>
            <p:cNvSpPr/>
            <p:nvPr/>
          </p:nvSpPr>
          <p:spPr>
            <a:xfrm>
              <a:off x="5572472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23"/>
            <p:cNvSpPr/>
            <p:nvPr/>
          </p:nvSpPr>
          <p:spPr>
            <a:xfrm>
              <a:off x="6920626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23"/>
            <p:cNvSpPr/>
            <p:nvPr/>
          </p:nvSpPr>
          <p:spPr>
            <a:xfrm>
              <a:off x="8268780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23"/>
            <p:cNvSpPr/>
            <p:nvPr/>
          </p:nvSpPr>
          <p:spPr>
            <a:xfrm>
              <a:off x="9616934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23"/>
            <p:cNvSpPr/>
            <p:nvPr/>
          </p:nvSpPr>
          <p:spPr>
            <a:xfrm>
              <a:off x="10965088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23"/>
            <p:cNvSpPr/>
            <p:nvPr/>
          </p:nvSpPr>
          <p:spPr>
            <a:xfrm>
              <a:off x="5572471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23"/>
            <p:cNvSpPr/>
            <p:nvPr/>
          </p:nvSpPr>
          <p:spPr>
            <a:xfrm>
              <a:off x="8268779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23"/>
            <p:cNvSpPr/>
            <p:nvPr/>
          </p:nvSpPr>
          <p:spPr>
            <a:xfrm>
              <a:off x="6932347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23"/>
            <p:cNvSpPr/>
            <p:nvPr/>
          </p:nvSpPr>
          <p:spPr>
            <a:xfrm>
              <a:off x="9616932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23"/>
            <p:cNvSpPr/>
            <p:nvPr/>
          </p:nvSpPr>
          <p:spPr>
            <a:xfrm>
              <a:off x="10965085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9" name="Google Shape;1599;p23"/>
          <p:cNvSpPr/>
          <p:nvPr/>
        </p:nvSpPr>
        <p:spPr>
          <a:xfrm>
            <a:off x="1746497" y="2866146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k(3,3)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23"/>
          <p:cNvSpPr/>
          <p:nvPr/>
        </p:nvSpPr>
        <p:spPr>
          <a:xfrm>
            <a:off x="564688" y="385660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k(3,2)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1" name="Google Shape;1601;p23"/>
          <p:cNvCxnSpPr>
            <a:stCxn id="1599" idx="2"/>
            <a:endCxn id="1600" idx="0"/>
          </p:cNvCxnSpPr>
          <p:nvPr/>
        </p:nvCxnSpPr>
        <p:spPr>
          <a:xfrm flipH="1">
            <a:off x="1070315" y="3309491"/>
            <a:ext cx="1181700" cy="5472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2" name="Google Shape;1602;p23"/>
          <p:cNvCxnSpPr>
            <a:stCxn id="1599" idx="2"/>
            <a:endCxn id="1603" idx="0"/>
          </p:cNvCxnSpPr>
          <p:nvPr/>
        </p:nvCxnSpPr>
        <p:spPr>
          <a:xfrm>
            <a:off x="2252015" y="3309491"/>
            <a:ext cx="1180800" cy="5835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4" name="Google Shape;1604;p23"/>
          <p:cNvSpPr txBox="1"/>
          <p:nvPr/>
        </p:nvSpPr>
        <p:spPr>
          <a:xfrm>
            <a:off x="3113094" y="3345567"/>
            <a:ext cx="4628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23"/>
          <p:cNvSpPr txBox="1"/>
          <p:nvPr/>
        </p:nvSpPr>
        <p:spPr>
          <a:xfrm>
            <a:off x="1169569" y="334921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23"/>
          <p:cNvSpPr/>
          <p:nvPr/>
        </p:nvSpPr>
        <p:spPr>
          <a:xfrm>
            <a:off x="2927395" y="3893081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k(3-3,2)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06" name="Google Shape;1606;p23"/>
          <p:cNvGraphicFramePr/>
          <p:nvPr/>
        </p:nvGraphicFramePr>
        <p:xfrm>
          <a:off x="5769257" y="14446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07" name="Google Shape;1607;p23"/>
          <p:cNvSpPr/>
          <p:nvPr/>
        </p:nvSpPr>
        <p:spPr>
          <a:xfrm>
            <a:off x="10091420" y="5925794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23"/>
          <p:cNvSpPr/>
          <p:nvPr/>
        </p:nvSpPr>
        <p:spPr>
          <a:xfrm>
            <a:off x="8957569" y="4630052"/>
            <a:ext cx="701040" cy="684438"/>
          </a:xfrm>
          <a:prstGeom prst="ellipse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23"/>
          <p:cNvSpPr/>
          <p:nvPr/>
        </p:nvSpPr>
        <p:spPr>
          <a:xfrm>
            <a:off x="8813221" y="2409731"/>
            <a:ext cx="1105145" cy="421066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23"/>
          <p:cNvSpPr txBox="1"/>
          <p:nvPr/>
        </p:nvSpPr>
        <p:spPr>
          <a:xfrm>
            <a:off x="406400" y="5223440"/>
            <a:ext cx="2260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4 has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23"/>
          <p:cNvSpPr txBox="1"/>
          <p:nvPr/>
        </p:nvSpPr>
        <p:spPr>
          <a:xfrm>
            <a:off x="371938" y="5598206"/>
            <a:ext cx="2517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3 hasn’t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sp>
        <p:nvSpPr>
          <p:cNvPr id="1618" name="Google Shape;1618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Seeing the data in the memo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1619" name="Google Shape;1619;p24"/>
          <p:cNvGrpSpPr/>
          <p:nvPr/>
        </p:nvGrpSpPr>
        <p:grpSpPr>
          <a:xfrm>
            <a:off x="5171440" y="2397760"/>
            <a:ext cx="5631232" cy="4128437"/>
            <a:chOff x="4749511" y="279156"/>
            <a:chExt cx="7294100" cy="6069760"/>
          </a:xfrm>
        </p:grpSpPr>
        <p:sp>
          <p:nvSpPr>
            <p:cNvPr id="1620" name="Google Shape;1620;p24"/>
            <p:cNvSpPr/>
            <p:nvPr/>
          </p:nvSpPr>
          <p:spPr>
            <a:xfrm>
              <a:off x="5572472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24"/>
            <p:cNvSpPr/>
            <p:nvPr/>
          </p:nvSpPr>
          <p:spPr>
            <a:xfrm>
              <a:off x="6920626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24"/>
            <p:cNvSpPr/>
            <p:nvPr/>
          </p:nvSpPr>
          <p:spPr>
            <a:xfrm>
              <a:off x="8268780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24"/>
            <p:cNvSpPr/>
            <p:nvPr/>
          </p:nvSpPr>
          <p:spPr>
            <a:xfrm>
              <a:off x="9616934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24"/>
            <p:cNvSpPr/>
            <p:nvPr/>
          </p:nvSpPr>
          <p:spPr>
            <a:xfrm>
              <a:off x="10965088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24"/>
            <p:cNvSpPr/>
            <p:nvPr/>
          </p:nvSpPr>
          <p:spPr>
            <a:xfrm>
              <a:off x="5572472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24"/>
            <p:cNvSpPr/>
            <p:nvPr/>
          </p:nvSpPr>
          <p:spPr>
            <a:xfrm>
              <a:off x="6920626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24"/>
            <p:cNvSpPr/>
            <p:nvPr/>
          </p:nvSpPr>
          <p:spPr>
            <a:xfrm>
              <a:off x="8268780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24"/>
            <p:cNvSpPr/>
            <p:nvPr/>
          </p:nvSpPr>
          <p:spPr>
            <a:xfrm>
              <a:off x="9616934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24"/>
            <p:cNvSpPr/>
            <p:nvPr/>
          </p:nvSpPr>
          <p:spPr>
            <a:xfrm>
              <a:off x="10965088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24"/>
            <p:cNvSpPr/>
            <p:nvPr/>
          </p:nvSpPr>
          <p:spPr>
            <a:xfrm>
              <a:off x="5572472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24"/>
            <p:cNvSpPr/>
            <p:nvPr/>
          </p:nvSpPr>
          <p:spPr>
            <a:xfrm>
              <a:off x="6920626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24"/>
            <p:cNvSpPr/>
            <p:nvPr/>
          </p:nvSpPr>
          <p:spPr>
            <a:xfrm>
              <a:off x="8268780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24"/>
            <p:cNvSpPr/>
            <p:nvPr/>
          </p:nvSpPr>
          <p:spPr>
            <a:xfrm>
              <a:off x="9616934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24"/>
            <p:cNvSpPr/>
            <p:nvPr/>
          </p:nvSpPr>
          <p:spPr>
            <a:xfrm>
              <a:off x="10965088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24"/>
            <p:cNvSpPr/>
            <p:nvPr/>
          </p:nvSpPr>
          <p:spPr>
            <a:xfrm>
              <a:off x="5572472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24"/>
            <p:cNvSpPr/>
            <p:nvPr/>
          </p:nvSpPr>
          <p:spPr>
            <a:xfrm>
              <a:off x="6920626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24"/>
            <p:cNvSpPr/>
            <p:nvPr/>
          </p:nvSpPr>
          <p:spPr>
            <a:xfrm>
              <a:off x="8268780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24"/>
            <p:cNvSpPr/>
            <p:nvPr/>
          </p:nvSpPr>
          <p:spPr>
            <a:xfrm>
              <a:off x="9616934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24"/>
            <p:cNvSpPr/>
            <p:nvPr/>
          </p:nvSpPr>
          <p:spPr>
            <a:xfrm>
              <a:off x="10965088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24"/>
            <p:cNvSpPr/>
            <p:nvPr/>
          </p:nvSpPr>
          <p:spPr>
            <a:xfrm>
              <a:off x="5572472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24"/>
            <p:cNvSpPr/>
            <p:nvPr/>
          </p:nvSpPr>
          <p:spPr>
            <a:xfrm>
              <a:off x="6920626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24"/>
            <p:cNvSpPr/>
            <p:nvPr/>
          </p:nvSpPr>
          <p:spPr>
            <a:xfrm>
              <a:off x="8268780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24"/>
            <p:cNvSpPr/>
            <p:nvPr/>
          </p:nvSpPr>
          <p:spPr>
            <a:xfrm>
              <a:off x="9616934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24"/>
            <p:cNvSpPr/>
            <p:nvPr/>
          </p:nvSpPr>
          <p:spPr>
            <a:xfrm>
              <a:off x="10965088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24"/>
            <p:cNvSpPr/>
            <p:nvPr/>
          </p:nvSpPr>
          <p:spPr>
            <a:xfrm>
              <a:off x="5572471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24"/>
            <p:cNvSpPr/>
            <p:nvPr/>
          </p:nvSpPr>
          <p:spPr>
            <a:xfrm>
              <a:off x="8268779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24"/>
            <p:cNvSpPr/>
            <p:nvPr/>
          </p:nvSpPr>
          <p:spPr>
            <a:xfrm>
              <a:off x="6932347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24"/>
            <p:cNvSpPr/>
            <p:nvPr/>
          </p:nvSpPr>
          <p:spPr>
            <a:xfrm>
              <a:off x="9616932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24"/>
            <p:cNvSpPr/>
            <p:nvPr/>
          </p:nvSpPr>
          <p:spPr>
            <a:xfrm>
              <a:off x="10965085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24"/>
            <p:cNvSpPr/>
            <p:nvPr/>
          </p:nvSpPr>
          <p:spPr>
            <a:xfrm>
              <a:off x="5572471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24"/>
            <p:cNvSpPr/>
            <p:nvPr/>
          </p:nvSpPr>
          <p:spPr>
            <a:xfrm>
              <a:off x="8268779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24"/>
            <p:cNvSpPr/>
            <p:nvPr/>
          </p:nvSpPr>
          <p:spPr>
            <a:xfrm>
              <a:off x="6932347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24"/>
            <p:cNvSpPr/>
            <p:nvPr/>
          </p:nvSpPr>
          <p:spPr>
            <a:xfrm>
              <a:off x="9616932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24"/>
            <p:cNvSpPr/>
            <p:nvPr/>
          </p:nvSpPr>
          <p:spPr>
            <a:xfrm>
              <a:off x="10965085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24"/>
            <p:cNvSpPr/>
            <p:nvPr/>
          </p:nvSpPr>
          <p:spPr>
            <a:xfrm>
              <a:off x="5572471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24"/>
            <p:cNvSpPr/>
            <p:nvPr/>
          </p:nvSpPr>
          <p:spPr>
            <a:xfrm>
              <a:off x="8268779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4"/>
            <p:cNvSpPr/>
            <p:nvPr/>
          </p:nvSpPr>
          <p:spPr>
            <a:xfrm>
              <a:off x="6932347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4"/>
            <p:cNvSpPr/>
            <p:nvPr/>
          </p:nvSpPr>
          <p:spPr>
            <a:xfrm>
              <a:off x="9616932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24"/>
            <p:cNvSpPr/>
            <p:nvPr/>
          </p:nvSpPr>
          <p:spPr>
            <a:xfrm>
              <a:off x="10965085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24"/>
            <p:cNvSpPr/>
            <p:nvPr/>
          </p:nvSpPr>
          <p:spPr>
            <a:xfrm>
              <a:off x="5572471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24"/>
            <p:cNvSpPr/>
            <p:nvPr/>
          </p:nvSpPr>
          <p:spPr>
            <a:xfrm>
              <a:off x="8268779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24"/>
            <p:cNvSpPr/>
            <p:nvPr/>
          </p:nvSpPr>
          <p:spPr>
            <a:xfrm>
              <a:off x="6932347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24"/>
            <p:cNvSpPr/>
            <p:nvPr/>
          </p:nvSpPr>
          <p:spPr>
            <a:xfrm>
              <a:off x="9616932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24"/>
            <p:cNvSpPr/>
            <p:nvPr/>
          </p:nvSpPr>
          <p:spPr>
            <a:xfrm>
              <a:off x="10965085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24"/>
            <p:cNvSpPr/>
            <p:nvPr/>
          </p:nvSpPr>
          <p:spPr>
            <a:xfrm>
              <a:off x="5572471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24"/>
            <p:cNvSpPr/>
            <p:nvPr/>
          </p:nvSpPr>
          <p:spPr>
            <a:xfrm>
              <a:off x="8268779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24"/>
            <p:cNvSpPr/>
            <p:nvPr/>
          </p:nvSpPr>
          <p:spPr>
            <a:xfrm>
              <a:off x="6932347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24"/>
            <p:cNvSpPr/>
            <p:nvPr/>
          </p:nvSpPr>
          <p:spPr>
            <a:xfrm>
              <a:off x="9616932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24"/>
            <p:cNvSpPr/>
            <p:nvPr/>
          </p:nvSpPr>
          <p:spPr>
            <a:xfrm>
              <a:off x="10965085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0" name="Google Shape;1670;p24"/>
            <p:cNvCxnSpPr/>
            <p:nvPr/>
          </p:nvCxnSpPr>
          <p:spPr>
            <a:xfrm rot="10800000">
              <a:off x="4749511" y="498528"/>
              <a:ext cx="822960" cy="469264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1" name="Google Shape;1671;p24"/>
            <p:cNvSpPr txBox="1"/>
            <p:nvPr/>
          </p:nvSpPr>
          <p:spPr>
            <a:xfrm>
              <a:off x="5160991" y="279156"/>
              <a:ext cx="362869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24"/>
            <p:cNvSpPr txBox="1"/>
            <p:nvPr/>
          </p:nvSpPr>
          <p:spPr>
            <a:xfrm>
              <a:off x="4749511" y="663944"/>
              <a:ext cx="417518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24"/>
            <p:cNvSpPr txBox="1"/>
            <p:nvPr/>
          </p:nvSpPr>
          <p:spPr>
            <a:xfrm>
              <a:off x="4903924" y="1231251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24"/>
            <p:cNvSpPr txBox="1"/>
            <p:nvPr/>
          </p:nvSpPr>
          <p:spPr>
            <a:xfrm>
              <a:off x="4930539" y="2060033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24"/>
            <p:cNvSpPr txBox="1"/>
            <p:nvPr/>
          </p:nvSpPr>
          <p:spPr>
            <a:xfrm>
              <a:off x="4930539" y="2974278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24"/>
            <p:cNvSpPr txBox="1"/>
            <p:nvPr/>
          </p:nvSpPr>
          <p:spPr>
            <a:xfrm>
              <a:off x="4930539" y="3802675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24"/>
            <p:cNvSpPr txBox="1"/>
            <p:nvPr/>
          </p:nvSpPr>
          <p:spPr>
            <a:xfrm>
              <a:off x="4910960" y="4760352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24"/>
            <p:cNvSpPr txBox="1"/>
            <p:nvPr/>
          </p:nvSpPr>
          <p:spPr>
            <a:xfrm>
              <a:off x="4977286" y="5718029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24"/>
            <p:cNvSpPr txBox="1"/>
            <p:nvPr/>
          </p:nvSpPr>
          <p:spPr>
            <a:xfrm>
              <a:off x="6059337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24"/>
            <p:cNvSpPr txBox="1"/>
            <p:nvPr/>
          </p:nvSpPr>
          <p:spPr>
            <a:xfrm>
              <a:off x="7156607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24"/>
            <p:cNvSpPr txBox="1"/>
            <p:nvPr/>
          </p:nvSpPr>
          <p:spPr>
            <a:xfrm>
              <a:off x="8451183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24"/>
            <p:cNvSpPr txBox="1"/>
            <p:nvPr/>
          </p:nvSpPr>
          <p:spPr>
            <a:xfrm>
              <a:off x="9745759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24"/>
            <p:cNvSpPr txBox="1"/>
            <p:nvPr/>
          </p:nvSpPr>
          <p:spPr>
            <a:xfrm>
              <a:off x="11040335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24"/>
            <p:cNvSpPr/>
            <p:nvPr/>
          </p:nvSpPr>
          <p:spPr>
            <a:xfrm>
              <a:off x="5572472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24"/>
            <p:cNvSpPr/>
            <p:nvPr/>
          </p:nvSpPr>
          <p:spPr>
            <a:xfrm>
              <a:off x="6920626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24"/>
            <p:cNvSpPr/>
            <p:nvPr/>
          </p:nvSpPr>
          <p:spPr>
            <a:xfrm>
              <a:off x="8268780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24"/>
            <p:cNvSpPr/>
            <p:nvPr/>
          </p:nvSpPr>
          <p:spPr>
            <a:xfrm>
              <a:off x="9616934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24"/>
            <p:cNvSpPr/>
            <p:nvPr/>
          </p:nvSpPr>
          <p:spPr>
            <a:xfrm>
              <a:off x="10965088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24"/>
            <p:cNvSpPr/>
            <p:nvPr/>
          </p:nvSpPr>
          <p:spPr>
            <a:xfrm>
              <a:off x="5572471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24"/>
            <p:cNvSpPr/>
            <p:nvPr/>
          </p:nvSpPr>
          <p:spPr>
            <a:xfrm>
              <a:off x="8268779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24"/>
            <p:cNvSpPr/>
            <p:nvPr/>
          </p:nvSpPr>
          <p:spPr>
            <a:xfrm>
              <a:off x="6932347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24"/>
            <p:cNvSpPr/>
            <p:nvPr/>
          </p:nvSpPr>
          <p:spPr>
            <a:xfrm>
              <a:off x="9616932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24"/>
            <p:cNvSpPr/>
            <p:nvPr/>
          </p:nvSpPr>
          <p:spPr>
            <a:xfrm>
              <a:off x="10965085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4" name="Google Shape;1694;p24"/>
          <p:cNvSpPr/>
          <p:nvPr/>
        </p:nvSpPr>
        <p:spPr>
          <a:xfrm>
            <a:off x="1746497" y="2866146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k(3,2)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24"/>
          <p:cNvSpPr/>
          <p:nvPr/>
        </p:nvSpPr>
        <p:spPr>
          <a:xfrm>
            <a:off x="564688" y="385660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k(3,1)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6" name="Google Shape;1696;p24"/>
          <p:cNvCxnSpPr>
            <a:stCxn id="1694" idx="2"/>
            <a:endCxn id="1695" idx="0"/>
          </p:cNvCxnSpPr>
          <p:nvPr/>
        </p:nvCxnSpPr>
        <p:spPr>
          <a:xfrm flipH="1">
            <a:off x="1070315" y="3309491"/>
            <a:ext cx="1181700" cy="5472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7" name="Google Shape;1697;p24"/>
          <p:cNvCxnSpPr>
            <a:stCxn id="1694" idx="2"/>
            <a:endCxn id="1698" idx="0"/>
          </p:cNvCxnSpPr>
          <p:nvPr/>
        </p:nvCxnSpPr>
        <p:spPr>
          <a:xfrm>
            <a:off x="2252015" y="3309491"/>
            <a:ext cx="1180800" cy="5835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9" name="Google Shape;1699;p24"/>
          <p:cNvSpPr txBox="1"/>
          <p:nvPr/>
        </p:nvSpPr>
        <p:spPr>
          <a:xfrm>
            <a:off x="3113094" y="3345567"/>
            <a:ext cx="4628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24"/>
          <p:cNvSpPr txBox="1"/>
          <p:nvPr/>
        </p:nvSpPr>
        <p:spPr>
          <a:xfrm>
            <a:off x="1169569" y="334921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24"/>
          <p:cNvSpPr/>
          <p:nvPr/>
        </p:nvSpPr>
        <p:spPr>
          <a:xfrm>
            <a:off x="2927395" y="3893081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k(3-1,1)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01" name="Google Shape;1701;p24"/>
          <p:cNvGraphicFramePr/>
          <p:nvPr/>
        </p:nvGraphicFramePr>
        <p:xfrm>
          <a:off x="5769257" y="14446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02" name="Google Shape;1702;p24"/>
          <p:cNvSpPr/>
          <p:nvPr/>
        </p:nvSpPr>
        <p:spPr>
          <a:xfrm>
            <a:off x="10091420" y="5925794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24"/>
          <p:cNvSpPr/>
          <p:nvPr/>
        </p:nvSpPr>
        <p:spPr>
          <a:xfrm>
            <a:off x="8957569" y="4630052"/>
            <a:ext cx="701040" cy="684438"/>
          </a:xfrm>
          <a:prstGeom prst="ellipse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24"/>
          <p:cNvSpPr/>
          <p:nvPr/>
        </p:nvSpPr>
        <p:spPr>
          <a:xfrm>
            <a:off x="7794671" y="2399571"/>
            <a:ext cx="1105145" cy="421066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24"/>
          <p:cNvSpPr/>
          <p:nvPr/>
        </p:nvSpPr>
        <p:spPr>
          <a:xfrm>
            <a:off x="7940864" y="4654983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24"/>
          <p:cNvSpPr txBox="1"/>
          <p:nvPr/>
        </p:nvSpPr>
        <p:spPr>
          <a:xfrm>
            <a:off x="406400" y="5223440"/>
            <a:ext cx="2260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4 has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24"/>
          <p:cNvSpPr txBox="1"/>
          <p:nvPr/>
        </p:nvSpPr>
        <p:spPr>
          <a:xfrm>
            <a:off x="371938" y="5598206"/>
            <a:ext cx="2517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3 hasn’t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24"/>
          <p:cNvSpPr txBox="1"/>
          <p:nvPr/>
        </p:nvSpPr>
        <p:spPr>
          <a:xfrm>
            <a:off x="371935" y="5938915"/>
            <a:ext cx="2260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2 has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sp>
        <p:nvSpPr>
          <p:cNvPr id="1714" name="Google Shape;1714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Seeing the data in the memo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1715" name="Google Shape;1715;p25"/>
          <p:cNvGrpSpPr/>
          <p:nvPr/>
        </p:nvGrpSpPr>
        <p:grpSpPr>
          <a:xfrm>
            <a:off x="5171440" y="2397760"/>
            <a:ext cx="5631232" cy="4128437"/>
            <a:chOff x="4749511" y="279156"/>
            <a:chExt cx="7294100" cy="6069760"/>
          </a:xfrm>
        </p:grpSpPr>
        <p:sp>
          <p:nvSpPr>
            <p:cNvPr id="1716" name="Google Shape;1716;p25"/>
            <p:cNvSpPr/>
            <p:nvPr/>
          </p:nvSpPr>
          <p:spPr>
            <a:xfrm>
              <a:off x="5572472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25"/>
            <p:cNvSpPr/>
            <p:nvPr/>
          </p:nvSpPr>
          <p:spPr>
            <a:xfrm>
              <a:off x="6920626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25"/>
            <p:cNvSpPr/>
            <p:nvPr/>
          </p:nvSpPr>
          <p:spPr>
            <a:xfrm>
              <a:off x="8268780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25"/>
            <p:cNvSpPr/>
            <p:nvPr/>
          </p:nvSpPr>
          <p:spPr>
            <a:xfrm>
              <a:off x="9616934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25"/>
            <p:cNvSpPr/>
            <p:nvPr/>
          </p:nvSpPr>
          <p:spPr>
            <a:xfrm>
              <a:off x="10965088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25"/>
            <p:cNvSpPr/>
            <p:nvPr/>
          </p:nvSpPr>
          <p:spPr>
            <a:xfrm>
              <a:off x="5572472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25"/>
            <p:cNvSpPr/>
            <p:nvPr/>
          </p:nvSpPr>
          <p:spPr>
            <a:xfrm>
              <a:off x="6920626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25"/>
            <p:cNvSpPr/>
            <p:nvPr/>
          </p:nvSpPr>
          <p:spPr>
            <a:xfrm>
              <a:off x="8268780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25"/>
            <p:cNvSpPr/>
            <p:nvPr/>
          </p:nvSpPr>
          <p:spPr>
            <a:xfrm>
              <a:off x="9616934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25"/>
            <p:cNvSpPr/>
            <p:nvPr/>
          </p:nvSpPr>
          <p:spPr>
            <a:xfrm>
              <a:off x="10965088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25"/>
            <p:cNvSpPr/>
            <p:nvPr/>
          </p:nvSpPr>
          <p:spPr>
            <a:xfrm>
              <a:off x="5572472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25"/>
            <p:cNvSpPr/>
            <p:nvPr/>
          </p:nvSpPr>
          <p:spPr>
            <a:xfrm>
              <a:off x="6920626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25"/>
            <p:cNvSpPr/>
            <p:nvPr/>
          </p:nvSpPr>
          <p:spPr>
            <a:xfrm>
              <a:off x="8268780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25"/>
            <p:cNvSpPr/>
            <p:nvPr/>
          </p:nvSpPr>
          <p:spPr>
            <a:xfrm>
              <a:off x="9616934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25"/>
            <p:cNvSpPr/>
            <p:nvPr/>
          </p:nvSpPr>
          <p:spPr>
            <a:xfrm>
              <a:off x="10965088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25"/>
            <p:cNvSpPr/>
            <p:nvPr/>
          </p:nvSpPr>
          <p:spPr>
            <a:xfrm>
              <a:off x="5572472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25"/>
            <p:cNvSpPr/>
            <p:nvPr/>
          </p:nvSpPr>
          <p:spPr>
            <a:xfrm>
              <a:off x="6920626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25"/>
            <p:cNvSpPr/>
            <p:nvPr/>
          </p:nvSpPr>
          <p:spPr>
            <a:xfrm>
              <a:off x="8268780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25"/>
            <p:cNvSpPr/>
            <p:nvPr/>
          </p:nvSpPr>
          <p:spPr>
            <a:xfrm>
              <a:off x="9616934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25"/>
            <p:cNvSpPr/>
            <p:nvPr/>
          </p:nvSpPr>
          <p:spPr>
            <a:xfrm>
              <a:off x="10965088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25"/>
            <p:cNvSpPr/>
            <p:nvPr/>
          </p:nvSpPr>
          <p:spPr>
            <a:xfrm>
              <a:off x="5572472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25"/>
            <p:cNvSpPr/>
            <p:nvPr/>
          </p:nvSpPr>
          <p:spPr>
            <a:xfrm>
              <a:off x="6920626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25"/>
            <p:cNvSpPr/>
            <p:nvPr/>
          </p:nvSpPr>
          <p:spPr>
            <a:xfrm>
              <a:off x="8268780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25"/>
            <p:cNvSpPr/>
            <p:nvPr/>
          </p:nvSpPr>
          <p:spPr>
            <a:xfrm>
              <a:off x="9616934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25"/>
            <p:cNvSpPr/>
            <p:nvPr/>
          </p:nvSpPr>
          <p:spPr>
            <a:xfrm>
              <a:off x="10965088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25"/>
            <p:cNvSpPr/>
            <p:nvPr/>
          </p:nvSpPr>
          <p:spPr>
            <a:xfrm>
              <a:off x="5572471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25"/>
            <p:cNvSpPr/>
            <p:nvPr/>
          </p:nvSpPr>
          <p:spPr>
            <a:xfrm>
              <a:off x="8268779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25"/>
            <p:cNvSpPr/>
            <p:nvPr/>
          </p:nvSpPr>
          <p:spPr>
            <a:xfrm>
              <a:off x="6932347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25"/>
            <p:cNvSpPr/>
            <p:nvPr/>
          </p:nvSpPr>
          <p:spPr>
            <a:xfrm>
              <a:off x="9616932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25"/>
            <p:cNvSpPr/>
            <p:nvPr/>
          </p:nvSpPr>
          <p:spPr>
            <a:xfrm>
              <a:off x="10965085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25"/>
            <p:cNvSpPr/>
            <p:nvPr/>
          </p:nvSpPr>
          <p:spPr>
            <a:xfrm>
              <a:off x="5572471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25"/>
            <p:cNvSpPr/>
            <p:nvPr/>
          </p:nvSpPr>
          <p:spPr>
            <a:xfrm>
              <a:off x="8268779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25"/>
            <p:cNvSpPr/>
            <p:nvPr/>
          </p:nvSpPr>
          <p:spPr>
            <a:xfrm>
              <a:off x="6932347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25"/>
            <p:cNvSpPr/>
            <p:nvPr/>
          </p:nvSpPr>
          <p:spPr>
            <a:xfrm>
              <a:off x="9616932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25"/>
            <p:cNvSpPr/>
            <p:nvPr/>
          </p:nvSpPr>
          <p:spPr>
            <a:xfrm>
              <a:off x="10965085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25"/>
            <p:cNvSpPr/>
            <p:nvPr/>
          </p:nvSpPr>
          <p:spPr>
            <a:xfrm>
              <a:off x="5572471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25"/>
            <p:cNvSpPr/>
            <p:nvPr/>
          </p:nvSpPr>
          <p:spPr>
            <a:xfrm>
              <a:off x="8268779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25"/>
            <p:cNvSpPr/>
            <p:nvPr/>
          </p:nvSpPr>
          <p:spPr>
            <a:xfrm>
              <a:off x="6932347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25"/>
            <p:cNvSpPr/>
            <p:nvPr/>
          </p:nvSpPr>
          <p:spPr>
            <a:xfrm>
              <a:off x="9616932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25"/>
            <p:cNvSpPr/>
            <p:nvPr/>
          </p:nvSpPr>
          <p:spPr>
            <a:xfrm>
              <a:off x="10965085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25"/>
            <p:cNvSpPr/>
            <p:nvPr/>
          </p:nvSpPr>
          <p:spPr>
            <a:xfrm>
              <a:off x="5572471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25"/>
            <p:cNvSpPr/>
            <p:nvPr/>
          </p:nvSpPr>
          <p:spPr>
            <a:xfrm>
              <a:off x="8268779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25"/>
            <p:cNvSpPr/>
            <p:nvPr/>
          </p:nvSpPr>
          <p:spPr>
            <a:xfrm>
              <a:off x="6932347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25"/>
            <p:cNvSpPr/>
            <p:nvPr/>
          </p:nvSpPr>
          <p:spPr>
            <a:xfrm>
              <a:off x="9616932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25"/>
            <p:cNvSpPr/>
            <p:nvPr/>
          </p:nvSpPr>
          <p:spPr>
            <a:xfrm>
              <a:off x="10965085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25"/>
            <p:cNvSpPr/>
            <p:nvPr/>
          </p:nvSpPr>
          <p:spPr>
            <a:xfrm>
              <a:off x="5572471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25"/>
            <p:cNvSpPr/>
            <p:nvPr/>
          </p:nvSpPr>
          <p:spPr>
            <a:xfrm>
              <a:off x="8268779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25"/>
            <p:cNvSpPr/>
            <p:nvPr/>
          </p:nvSpPr>
          <p:spPr>
            <a:xfrm>
              <a:off x="6932347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25"/>
            <p:cNvSpPr/>
            <p:nvPr/>
          </p:nvSpPr>
          <p:spPr>
            <a:xfrm>
              <a:off x="9616932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25"/>
            <p:cNvSpPr/>
            <p:nvPr/>
          </p:nvSpPr>
          <p:spPr>
            <a:xfrm>
              <a:off x="10965085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66" name="Google Shape;1766;p25"/>
            <p:cNvCxnSpPr/>
            <p:nvPr/>
          </p:nvCxnSpPr>
          <p:spPr>
            <a:xfrm rot="10800000">
              <a:off x="4749511" y="498528"/>
              <a:ext cx="822960" cy="469264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7" name="Google Shape;1767;p25"/>
            <p:cNvSpPr txBox="1"/>
            <p:nvPr/>
          </p:nvSpPr>
          <p:spPr>
            <a:xfrm>
              <a:off x="5160991" y="279156"/>
              <a:ext cx="362869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25"/>
            <p:cNvSpPr txBox="1"/>
            <p:nvPr/>
          </p:nvSpPr>
          <p:spPr>
            <a:xfrm>
              <a:off x="4749511" y="663944"/>
              <a:ext cx="417518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25"/>
            <p:cNvSpPr txBox="1"/>
            <p:nvPr/>
          </p:nvSpPr>
          <p:spPr>
            <a:xfrm>
              <a:off x="4903924" y="1231251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25"/>
            <p:cNvSpPr txBox="1"/>
            <p:nvPr/>
          </p:nvSpPr>
          <p:spPr>
            <a:xfrm>
              <a:off x="4930539" y="2060033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25"/>
            <p:cNvSpPr txBox="1"/>
            <p:nvPr/>
          </p:nvSpPr>
          <p:spPr>
            <a:xfrm>
              <a:off x="4930539" y="2974278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25"/>
            <p:cNvSpPr txBox="1"/>
            <p:nvPr/>
          </p:nvSpPr>
          <p:spPr>
            <a:xfrm>
              <a:off x="4930539" y="3802675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25"/>
            <p:cNvSpPr txBox="1"/>
            <p:nvPr/>
          </p:nvSpPr>
          <p:spPr>
            <a:xfrm>
              <a:off x="4910960" y="4760352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25"/>
            <p:cNvSpPr txBox="1"/>
            <p:nvPr/>
          </p:nvSpPr>
          <p:spPr>
            <a:xfrm>
              <a:off x="4977286" y="5718029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25"/>
            <p:cNvSpPr txBox="1"/>
            <p:nvPr/>
          </p:nvSpPr>
          <p:spPr>
            <a:xfrm>
              <a:off x="6059337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25"/>
            <p:cNvSpPr txBox="1"/>
            <p:nvPr/>
          </p:nvSpPr>
          <p:spPr>
            <a:xfrm>
              <a:off x="7156607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25"/>
            <p:cNvSpPr txBox="1"/>
            <p:nvPr/>
          </p:nvSpPr>
          <p:spPr>
            <a:xfrm>
              <a:off x="8451183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25"/>
            <p:cNvSpPr txBox="1"/>
            <p:nvPr/>
          </p:nvSpPr>
          <p:spPr>
            <a:xfrm>
              <a:off x="9745759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25"/>
            <p:cNvSpPr txBox="1"/>
            <p:nvPr/>
          </p:nvSpPr>
          <p:spPr>
            <a:xfrm>
              <a:off x="11040335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25"/>
            <p:cNvSpPr/>
            <p:nvPr/>
          </p:nvSpPr>
          <p:spPr>
            <a:xfrm>
              <a:off x="5572472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25"/>
            <p:cNvSpPr/>
            <p:nvPr/>
          </p:nvSpPr>
          <p:spPr>
            <a:xfrm>
              <a:off x="6920626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25"/>
            <p:cNvSpPr/>
            <p:nvPr/>
          </p:nvSpPr>
          <p:spPr>
            <a:xfrm>
              <a:off x="8268780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25"/>
            <p:cNvSpPr/>
            <p:nvPr/>
          </p:nvSpPr>
          <p:spPr>
            <a:xfrm>
              <a:off x="9616934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25"/>
            <p:cNvSpPr/>
            <p:nvPr/>
          </p:nvSpPr>
          <p:spPr>
            <a:xfrm>
              <a:off x="10965088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25"/>
            <p:cNvSpPr/>
            <p:nvPr/>
          </p:nvSpPr>
          <p:spPr>
            <a:xfrm>
              <a:off x="5572471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25"/>
            <p:cNvSpPr/>
            <p:nvPr/>
          </p:nvSpPr>
          <p:spPr>
            <a:xfrm>
              <a:off x="8268779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25"/>
            <p:cNvSpPr/>
            <p:nvPr/>
          </p:nvSpPr>
          <p:spPr>
            <a:xfrm>
              <a:off x="6932347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25"/>
            <p:cNvSpPr/>
            <p:nvPr/>
          </p:nvSpPr>
          <p:spPr>
            <a:xfrm>
              <a:off x="9616932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25"/>
            <p:cNvSpPr/>
            <p:nvPr/>
          </p:nvSpPr>
          <p:spPr>
            <a:xfrm>
              <a:off x="10965085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0" name="Google Shape;1790;p25"/>
          <p:cNvSpPr/>
          <p:nvPr/>
        </p:nvSpPr>
        <p:spPr>
          <a:xfrm>
            <a:off x="1746497" y="2866146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k(2,1)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25"/>
          <p:cNvSpPr/>
          <p:nvPr/>
        </p:nvSpPr>
        <p:spPr>
          <a:xfrm>
            <a:off x="564688" y="385660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k(2,0)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2" name="Google Shape;1792;p25"/>
          <p:cNvCxnSpPr>
            <a:stCxn id="1790" idx="2"/>
            <a:endCxn id="1791" idx="0"/>
          </p:cNvCxnSpPr>
          <p:nvPr/>
        </p:nvCxnSpPr>
        <p:spPr>
          <a:xfrm flipH="1">
            <a:off x="1070315" y="3309491"/>
            <a:ext cx="1181700" cy="5472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93" name="Google Shape;1793;p25"/>
          <p:cNvCxnSpPr>
            <a:stCxn id="1790" idx="2"/>
            <a:endCxn id="1794" idx="0"/>
          </p:cNvCxnSpPr>
          <p:nvPr/>
        </p:nvCxnSpPr>
        <p:spPr>
          <a:xfrm>
            <a:off x="2252015" y="3309491"/>
            <a:ext cx="1180800" cy="5835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5" name="Google Shape;1795;p25"/>
          <p:cNvSpPr txBox="1"/>
          <p:nvPr/>
        </p:nvSpPr>
        <p:spPr>
          <a:xfrm>
            <a:off x="3113094" y="3345567"/>
            <a:ext cx="4628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p25"/>
          <p:cNvSpPr txBox="1"/>
          <p:nvPr/>
        </p:nvSpPr>
        <p:spPr>
          <a:xfrm>
            <a:off x="1169569" y="334921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25"/>
          <p:cNvSpPr/>
          <p:nvPr/>
        </p:nvSpPr>
        <p:spPr>
          <a:xfrm>
            <a:off x="2927395" y="3893081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k(2-2,0)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97" name="Google Shape;1797;p25"/>
          <p:cNvGraphicFramePr/>
          <p:nvPr/>
        </p:nvGraphicFramePr>
        <p:xfrm>
          <a:off x="5769257" y="14446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98" name="Google Shape;1798;p25"/>
          <p:cNvSpPr/>
          <p:nvPr/>
        </p:nvSpPr>
        <p:spPr>
          <a:xfrm>
            <a:off x="10091420" y="5925794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25"/>
          <p:cNvSpPr/>
          <p:nvPr/>
        </p:nvSpPr>
        <p:spPr>
          <a:xfrm>
            <a:off x="8957569" y="4630052"/>
            <a:ext cx="701040" cy="684438"/>
          </a:xfrm>
          <a:prstGeom prst="ellipse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25"/>
          <p:cNvSpPr/>
          <p:nvPr/>
        </p:nvSpPr>
        <p:spPr>
          <a:xfrm>
            <a:off x="6736794" y="2397760"/>
            <a:ext cx="1105145" cy="421066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25"/>
          <p:cNvSpPr/>
          <p:nvPr/>
        </p:nvSpPr>
        <p:spPr>
          <a:xfrm>
            <a:off x="7940864" y="4654983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25"/>
          <p:cNvSpPr/>
          <p:nvPr/>
        </p:nvSpPr>
        <p:spPr>
          <a:xfrm>
            <a:off x="6934034" y="4036664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25"/>
          <p:cNvSpPr txBox="1"/>
          <p:nvPr/>
        </p:nvSpPr>
        <p:spPr>
          <a:xfrm>
            <a:off x="406400" y="5223440"/>
            <a:ext cx="2260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4 has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25"/>
          <p:cNvSpPr txBox="1"/>
          <p:nvPr/>
        </p:nvSpPr>
        <p:spPr>
          <a:xfrm>
            <a:off x="371938" y="5598206"/>
            <a:ext cx="2517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3 hasn’t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25"/>
          <p:cNvSpPr txBox="1"/>
          <p:nvPr/>
        </p:nvSpPr>
        <p:spPr>
          <a:xfrm>
            <a:off x="371935" y="5938915"/>
            <a:ext cx="2260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2 has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25"/>
          <p:cNvSpPr txBox="1"/>
          <p:nvPr/>
        </p:nvSpPr>
        <p:spPr>
          <a:xfrm>
            <a:off x="361276" y="6265852"/>
            <a:ext cx="2260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1 has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1e548f1b451_0_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sp>
        <p:nvSpPr>
          <p:cNvPr id="1812" name="Google Shape;1812;g1e548f1b451_0_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Seeing the data in the memo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This is the base case</a:t>
            </a:r>
            <a:endParaRPr/>
          </a:p>
        </p:txBody>
      </p:sp>
      <p:grpSp>
        <p:nvGrpSpPr>
          <p:cNvPr id="1813" name="Google Shape;1813;g1e548f1b451_0_0"/>
          <p:cNvGrpSpPr/>
          <p:nvPr/>
        </p:nvGrpSpPr>
        <p:grpSpPr>
          <a:xfrm>
            <a:off x="5171440" y="2397760"/>
            <a:ext cx="5631232" cy="4128437"/>
            <a:chOff x="4749511" y="279156"/>
            <a:chExt cx="7294100" cy="6069760"/>
          </a:xfrm>
        </p:grpSpPr>
        <p:sp>
          <p:nvSpPr>
            <p:cNvPr id="1814" name="Google Shape;1814;g1e548f1b451_0_0"/>
            <p:cNvSpPr/>
            <p:nvPr/>
          </p:nvSpPr>
          <p:spPr>
            <a:xfrm>
              <a:off x="5572472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g1e548f1b451_0_0"/>
            <p:cNvSpPr/>
            <p:nvPr/>
          </p:nvSpPr>
          <p:spPr>
            <a:xfrm>
              <a:off x="6920626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g1e548f1b451_0_0"/>
            <p:cNvSpPr/>
            <p:nvPr/>
          </p:nvSpPr>
          <p:spPr>
            <a:xfrm>
              <a:off x="8268780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g1e548f1b451_0_0"/>
            <p:cNvSpPr/>
            <p:nvPr/>
          </p:nvSpPr>
          <p:spPr>
            <a:xfrm>
              <a:off x="9616934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g1e548f1b451_0_0"/>
            <p:cNvSpPr/>
            <p:nvPr/>
          </p:nvSpPr>
          <p:spPr>
            <a:xfrm>
              <a:off x="10965088" y="96779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g1e548f1b451_0_0"/>
            <p:cNvSpPr/>
            <p:nvPr/>
          </p:nvSpPr>
          <p:spPr>
            <a:xfrm>
              <a:off x="5572472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g1e548f1b451_0_0"/>
            <p:cNvSpPr/>
            <p:nvPr/>
          </p:nvSpPr>
          <p:spPr>
            <a:xfrm>
              <a:off x="6920626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g1e548f1b451_0_0"/>
            <p:cNvSpPr/>
            <p:nvPr/>
          </p:nvSpPr>
          <p:spPr>
            <a:xfrm>
              <a:off x="8268780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g1e548f1b451_0_0"/>
            <p:cNvSpPr/>
            <p:nvPr/>
          </p:nvSpPr>
          <p:spPr>
            <a:xfrm>
              <a:off x="9616934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g1e548f1b451_0_0"/>
            <p:cNvSpPr/>
            <p:nvPr/>
          </p:nvSpPr>
          <p:spPr>
            <a:xfrm>
              <a:off x="10965088" y="1876864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g1e548f1b451_0_0"/>
            <p:cNvSpPr/>
            <p:nvPr/>
          </p:nvSpPr>
          <p:spPr>
            <a:xfrm>
              <a:off x="5572472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g1e548f1b451_0_0"/>
            <p:cNvSpPr/>
            <p:nvPr/>
          </p:nvSpPr>
          <p:spPr>
            <a:xfrm>
              <a:off x="6920626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g1e548f1b451_0_0"/>
            <p:cNvSpPr/>
            <p:nvPr/>
          </p:nvSpPr>
          <p:spPr>
            <a:xfrm>
              <a:off x="8268780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g1e548f1b451_0_0"/>
            <p:cNvSpPr/>
            <p:nvPr/>
          </p:nvSpPr>
          <p:spPr>
            <a:xfrm>
              <a:off x="9616934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g1e548f1b451_0_0"/>
            <p:cNvSpPr/>
            <p:nvPr/>
          </p:nvSpPr>
          <p:spPr>
            <a:xfrm>
              <a:off x="10965088" y="2785936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g1e548f1b451_0_0"/>
            <p:cNvSpPr/>
            <p:nvPr/>
          </p:nvSpPr>
          <p:spPr>
            <a:xfrm>
              <a:off x="5572472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g1e548f1b451_0_0"/>
            <p:cNvSpPr/>
            <p:nvPr/>
          </p:nvSpPr>
          <p:spPr>
            <a:xfrm>
              <a:off x="6920626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g1e548f1b451_0_0"/>
            <p:cNvSpPr/>
            <p:nvPr/>
          </p:nvSpPr>
          <p:spPr>
            <a:xfrm>
              <a:off x="8268780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g1e548f1b451_0_0"/>
            <p:cNvSpPr/>
            <p:nvPr/>
          </p:nvSpPr>
          <p:spPr>
            <a:xfrm>
              <a:off x="9616934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g1e548f1b451_0_0"/>
            <p:cNvSpPr/>
            <p:nvPr/>
          </p:nvSpPr>
          <p:spPr>
            <a:xfrm>
              <a:off x="10965088" y="3695008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g1e548f1b451_0_0"/>
            <p:cNvSpPr/>
            <p:nvPr/>
          </p:nvSpPr>
          <p:spPr>
            <a:xfrm>
              <a:off x="5572472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g1e548f1b451_0_0"/>
            <p:cNvSpPr/>
            <p:nvPr/>
          </p:nvSpPr>
          <p:spPr>
            <a:xfrm>
              <a:off x="6920626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g1e548f1b451_0_0"/>
            <p:cNvSpPr/>
            <p:nvPr/>
          </p:nvSpPr>
          <p:spPr>
            <a:xfrm>
              <a:off x="8268780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g1e548f1b451_0_0"/>
            <p:cNvSpPr/>
            <p:nvPr/>
          </p:nvSpPr>
          <p:spPr>
            <a:xfrm>
              <a:off x="9616934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g1e548f1b451_0_0"/>
            <p:cNvSpPr/>
            <p:nvPr/>
          </p:nvSpPr>
          <p:spPr>
            <a:xfrm>
              <a:off x="10965088" y="4604080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g1e548f1b451_0_0"/>
            <p:cNvSpPr/>
            <p:nvPr/>
          </p:nvSpPr>
          <p:spPr>
            <a:xfrm>
              <a:off x="5572471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g1e548f1b451_0_0"/>
            <p:cNvSpPr/>
            <p:nvPr/>
          </p:nvSpPr>
          <p:spPr>
            <a:xfrm>
              <a:off x="8268779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g1e548f1b451_0_0"/>
            <p:cNvSpPr/>
            <p:nvPr/>
          </p:nvSpPr>
          <p:spPr>
            <a:xfrm>
              <a:off x="6932347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g1e548f1b451_0_0"/>
            <p:cNvSpPr/>
            <p:nvPr/>
          </p:nvSpPr>
          <p:spPr>
            <a:xfrm>
              <a:off x="9616932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g1e548f1b451_0_0"/>
            <p:cNvSpPr/>
            <p:nvPr/>
          </p:nvSpPr>
          <p:spPr>
            <a:xfrm>
              <a:off x="10965085" y="96779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g1e548f1b451_0_0"/>
            <p:cNvSpPr/>
            <p:nvPr/>
          </p:nvSpPr>
          <p:spPr>
            <a:xfrm>
              <a:off x="5572471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g1e548f1b451_0_0"/>
            <p:cNvSpPr/>
            <p:nvPr/>
          </p:nvSpPr>
          <p:spPr>
            <a:xfrm>
              <a:off x="8268779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g1e548f1b451_0_0"/>
            <p:cNvSpPr/>
            <p:nvPr/>
          </p:nvSpPr>
          <p:spPr>
            <a:xfrm>
              <a:off x="6932347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g1e548f1b451_0_0"/>
            <p:cNvSpPr/>
            <p:nvPr/>
          </p:nvSpPr>
          <p:spPr>
            <a:xfrm>
              <a:off x="9616932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g1e548f1b451_0_0"/>
            <p:cNvSpPr/>
            <p:nvPr/>
          </p:nvSpPr>
          <p:spPr>
            <a:xfrm>
              <a:off x="10965085" y="1876864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g1e548f1b451_0_0"/>
            <p:cNvSpPr/>
            <p:nvPr/>
          </p:nvSpPr>
          <p:spPr>
            <a:xfrm>
              <a:off x="5572471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g1e548f1b451_0_0"/>
            <p:cNvSpPr/>
            <p:nvPr/>
          </p:nvSpPr>
          <p:spPr>
            <a:xfrm>
              <a:off x="8268779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g1e548f1b451_0_0"/>
            <p:cNvSpPr/>
            <p:nvPr/>
          </p:nvSpPr>
          <p:spPr>
            <a:xfrm>
              <a:off x="6932347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g1e548f1b451_0_0"/>
            <p:cNvSpPr/>
            <p:nvPr/>
          </p:nvSpPr>
          <p:spPr>
            <a:xfrm>
              <a:off x="9616932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g1e548f1b451_0_0"/>
            <p:cNvSpPr/>
            <p:nvPr/>
          </p:nvSpPr>
          <p:spPr>
            <a:xfrm>
              <a:off x="10965085" y="2785936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g1e548f1b451_0_0"/>
            <p:cNvSpPr/>
            <p:nvPr/>
          </p:nvSpPr>
          <p:spPr>
            <a:xfrm>
              <a:off x="5572471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g1e548f1b451_0_0"/>
            <p:cNvSpPr/>
            <p:nvPr/>
          </p:nvSpPr>
          <p:spPr>
            <a:xfrm>
              <a:off x="8268779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g1e548f1b451_0_0"/>
            <p:cNvSpPr/>
            <p:nvPr/>
          </p:nvSpPr>
          <p:spPr>
            <a:xfrm>
              <a:off x="6932347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g1e548f1b451_0_0"/>
            <p:cNvSpPr/>
            <p:nvPr/>
          </p:nvSpPr>
          <p:spPr>
            <a:xfrm>
              <a:off x="9616932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g1e548f1b451_0_0"/>
            <p:cNvSpPr/>
            <p:nvPr/>
          </p:nvSpPr>
          <p:spPr>
            <a:xfrm>
              <a:off x="10965085" y="3695008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g1e548f1b451_0_0"/>
            <p:cNvSpPr/>
            <p:nvPr/>
          </p:nvSpPr>
          <p:spPr>
            <a:xfrm>
              <a:off x="5572471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g1e548f1b451_0_0"/>
            <p:cNvSpPr/>
            <p:nvPr/>
          </p:nvSpPr>
          <p:spPr>
            <a:xfrm>
              <a:off x="8268779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g1e548f1b451_0_0"/>
            <p:cNvSpPr/>
            <p:nvPr/>
          </p:nvSpPr>
          <p:spPr>
            <a:xfrm>
              <a:off x="6932347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g1e548f1b451_0_0"/>
            <p:cNvSpPr/>
            <p:nvPr/>
          </p:nvSpPr>
          <p:spPr>
            <a:xfrm>
              <a:off x="9616932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g1e548f1b451_0_0"/>
            <p:cNvSpPr/>
            <p:nvPr/>
          </p:nvSpPr>
          <p:spPr>
            <a:xfrm>
              <a:off x="10965085" y="4604080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64" name="Google Shape;1864;g1e548f1b451_0_0"/>
            <p:cNvCxnSpPr/>
            <p:nvPr/>
          </p:nvCxnSpPr>
          <p:spPr>
            <a:xfrm rot="10800000">
              <a:off x="4749511" y="498528"/>
              <a:ext cx="822960" cy="469264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65" name="Google Shape;1865;g1e548f1b451_0_0"/>
            <p:cNvSpPr txBox="1"/>
            <p:nvPr/>
          </p:nvSpPr>
          <p:spPr>
            <a:xfrm>
              <a:off x="5160991" y="279156"/>
              <a:ext cx="362869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g1e548f1b451_0_0"/>
            <p:cNvSpPr txBox="1"/>
            <p:nvPr/>
          </p:nvSpPr>
          <p:spPr>
            <a:xfrm>
              <a:off x="4749511" y="663944"/>
              <a:ext cx="417518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g1e548f1b451_0_0"/>
            <p:cNvSpPr txBox="1"/>
            <p:nvPr/>
          </p:nvSpPr>
          <p:spPr>
            <a:xfrm>
              <a:off x="4903924" y="1231251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g1e548f1b451_0_0"/>
            <p:cNvSpPr txBox="1"/>
            <p:nvPr/>
          </p:nvSpPr>
          <p:spPr>
            <a:xfrm>
              <a:off x="4930539" y="2060033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g1e548f1b451_0_0"/>
            <p:cNvSpPr txBox="1"/>
            <p:nvPr/>
          </p:nvSpPr>
          <p:spPr>
            <a:xfrm>
              <a:off x="4930539" y="2974278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g1e548f1b451_0_0"/>
            <p:cNvSpPr txBox="1"/>
            <p:nvPr/>
          </p:nvSpPr>
          <p:spPr>
            <a:xfrm>
              <a:off x="4930539" y="3802675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g1e548f1b451_0_0"/>
            <p:cNvSpPr txBox="1"/>
            <p:nvPr/>
          </p:nvSpPr>
          <p:spPr>
            <a:xfrm>
              <a:off x="4910960" y="4760352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g1e548f1b451_0_0"/>
            <p:cNvSpPr txBox="1"/>
            <p:nvPr/>
          </p:nvSpPr>
          <p:spPr>
            <a:xfrm>
              <a:off x="4977286" y="5718029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g1e548f1b451_0_0"/>
            <p:cNvSpPr txBox="1"/>
            <p:nvPr/>
          </p:nvSpPr>
          <p:spPr>
            <a:xfrm>
              <a:off x="6059337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g1e548f1b451_0_0"/>
            <p:cNvSpPr txBox="1"/>
            <p:nvPr/>
          </p:nvSpPr>
          <p:spPr>
            <a:xfrm>
              <a:off x="7156607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g1e548f1b451_0_0"/>
            <p:cNvSpPr txBox="1"/>
            <p:nvPr/>
          </p:nvSpPr>
          <p:spPr>
            <a:xfrm>
              <a:off x="8451183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g1e548f1b451_0_0"/>
            <p:cNvSpPr txBox="1"/>
            <p:nvPr/>
          </p:nvSpPr>
          <p:spPr>
            <a:xfrm>
              <a:off x="9745759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g1e548f1b451_0_0"/>
            <p:cNvSpPr txBox="1"/>
            <p:nvPr/>
          </p:nvSpPr>
          <p:spPr>
            <a:xfrm>
              <a:off x="11040335" y="402334"/>
              <a:ext cx="357406" cy="448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g1e548f1b451_0_0"/>
            <p:cNvSpPr/>
            <p:nvPr/>
          </p:nvSpPr>
          <p:spPr>
            <a:xfrm>
              <a:off x="5572472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g1e548f1b451_0_0"/>
            <p:cNvSpPr/>
            <p:nvPr/>
          </p:nvSpPr>
          <p:spPr>
            <a:xfrm>
              <a:off x="6920626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g1e548f1b451_0_0"/>
            <p:cNvSpPr/>
            <p:nvPr/>
          </p:nvSpPr>
          <p:spPr>
            <a:xfrm>
              <a:off x="8268780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g1e548f1b451_0_0"/>
            <p:cNvSpPr/>
            <p:nvPr/>
          </p:nvSpPr>
          <p:spPr>
            <a:xfrm>
              <a:off x="9616934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g1e548f1b451_0_0"/>
            <p:cNvSpPr/>
            <p:nvPr/>
          </p:nvSpPr>
          <p:spPr>
            <a:xfrm>
              <a:off x="10965088" y="5610362"/>
              <a:ext cx="1078523" cy="73855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g1e548f1b451_0_0"/>
            <p:cNvSpPr/>
            <p:nvPr/>
          </p:nvSpPr>
          <p:spPr>
            <a:xfrm>
              <a:off x="5572471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g1e548f1b451_0_0"/>
            <p:cNvSpPr/>
            <p:nvPr/>
          </p:nvSpPr>
          <p:spPr>
            <a:xfrm>
              <a:off x="8268779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g1e548f1b451_0_0"/>
            <p:cNvSpPr/>
            <p:nvPr/>
          </p:nvSpPr>
          <p:spPr>
            <a:xfrm>
              <a:off x="6932347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g1e548f1b451_0_0"/>
            <p:cNvSpPr/>
            <p:nvPr/>
          </p:nvSpPr>
          <p:spPr>
            <a:xfrm>
              <a:off x="9616932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g1e548f1b451_0_0"/>
            <p:cNvSpPr/>
            <p:nvPr/>
          </p:nvSpPr>
          <p:spPr>
            <a:xfrm>
              <a:off x="10965085" y="5610362"/>
              <a:ext cx="1078523" cy="738554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AC5B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888" name="Google Shape;1888;g1e548f1b451_0_0"/>
          <p:cNvGraphicFramePr/>
          <p:nvPr/>
        </p:nvGraphicFramePr>
        <p:xfrm>
          <a:off x="5769257" y="14446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89" name="Google Shape;1889;g1e548f1b451_0_0"/>
          <p:cNvSpPr/>
          <p:nvPr/>
        </p:nvSpPr>
        <p:spPr>
          <a:xfrm>
            <a:off x="10091420" y="5925794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g1e548f1b451_0_0"/>
          <p:cNvSpPr/>
          <p:nvPr/>
        </p:nvSpPr>
        <p:spPr>
          <a:xfrm>
            <a:off x="8957569" y="4630052"/>
            <a:ext cx="701040" cy="684438"/>
          </a:xfrm>
          <a:prstGeom prst="ellipse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g1e548f1b451_0_0"/>
          <p:cNvSpPr/>
          <p:nvPr/>
        </p:nvSpPr>
        <p:spPr>
          <a:xfrm>
            <a:off x="5723017" y="2397760"/>
            <a:ext cx="1105145" cy="421066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g1e548f1b451_0_0"/>
          <p:cNvSpPr/>
          <p:nvPr/>
        </p:nvSpPr>
        <p:spPr>
          <a:xfrm>
            <a:off x="7940864" y="4654983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g1e548f1b451_0_0"/>
          <p:cNvSpPr/>
          <p:nvPr/>
        </p:nvSpPr>
        <p:spPr>
          <a:xfrm>
            <a:off x="6934034" y="4036664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g1e548f1b451_0_0"/>
          <p:cNvSpPr/>
          <p:nvPr/>
        </p:nvSpPr>
        <p:spPr>
          <a:xfrm>
            <a:off x="5846820" y="2811973"/>
            <a:ext cx="701040" cy="684438"/>
          </a:xfrm>
          <a:prstGeom prst="ellipse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g1e548f1b451_0_0"/>
          <p:cNvSpPr txBox="1"/>
          <p:nvPr/>
        </p:nvSpPr>
        <p:spPr>
          <a:xfrm>
            <a:off x="406400" y="5223440"/>
            <a:ext cx="2260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4 has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g1e548f1b451_0_0"/>
          <p:cNvSpPr txBox="1"/>
          <p:nvPr/>
        </p:nvSpPr>
        <p:spPr>
          <a:xfrm>
            <a:off x="371938" y="5598206"/>
            <a:ext cx="2517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3 hasn’t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g1e548f1b451_0_0"/>
          <p:cNvSpPr txBox="1"/>
          <p:nvPr/>
        </p:nvSpPr>
        <p:spPr>
          <a:xfrm>
            <a:off x="371935" y="5938915"/>
            <a:ext cx="2260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2 has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g1e548f1b451_0_0"/>
          <p:cNvSpPr txBox="1"/>
          <p:nvPr/>
        </p:nvSpPr>
        <p:spPr>
          <a:xfrm>
            <a:off x="361276" y="6265852"/>
            <a:ext cx="2260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1 has been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1e548f1b451_0_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904" name="Google Shape;1904;g1e548f1b451_0_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905" name="Google Shape;1905;g1e548f1b451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134" y="1825625"/>
            <a:ext cx="5324475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6" name="Google Shape;1906;g1e548f1b451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9200" y="1629569"/>
            <a:ext cx="5634182" cy="369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1e548f1b451_0_1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sp>
        <p:nvSpPr>
          <p:cNvPr id="1912" name="Google Shape;1912;g1e548f1b451_0_19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Seeing the data in the memo (Not Required)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rgbClr val="FF0000"/>
                </a:solidFill>
              </a:rPr>
              <a:t>Keeping an additional table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1e548f1b451_0_2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Keeping an additional table</a:t>
            </a:r>
            <a:br>
              <a:rPr lang="en-US"/>
            </a:br>
            <a:endParaRPr/>
          </a:p>
        </p:txBody>
      </p:sp>
      <p:sp>
        <p:nvSpPr>
          <p:cNvPr id="1918" name="Google Shape;1918;g1e548f1b451_0_29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919" name="Google Shape;1919;g1e548f1b451_0_290"/>
          <p:cNvSpPr/>
          <p:nvPr/>
        </p:nvSpPr>
        <p:spPr>
          <a:xfrm>
            <a:off x="941452" y="305857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0" name="Google Shape;1920;g1e548f1b451_0_290"/>
          <p:cNvSpPr/>
          <p:nvPr/>
        </p:nvSpPr>
        <p:spPr>
          <a:xfrm>
            <a:off x="1984402" y="305857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g1e548f1b451_0_290"/>
          <p:cNvSpPr/>
          <p:nvPr/>
        </p:nvSpPr>
        <p:spPr>
          <a:xfrm>
            <a:off x="3027351" y="305857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g1e548f1b451_0_290"/>
          <p:cNvSpPr/>
          <p:nvPr/>
        </p:nvSpPr>
        <p:spPr>
          <a:xfrm>
            <a:off x="4070301" y="305857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g1e548f1b451_0_290"/>
          <p:cNvSpPr/>
          <p:nvPr/>
        </p:nvSpPr>
        <p:spPr>
          <a:xfrm>
            <a:off x="5113251" y="305857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g1e548f1b451_0_290"/>
          <p:cNvSpPr/>
          <p:nvPr/>
        </p:nvSpPr>
        <p:spPr>
          <a:xfrm>
            <a:off x="941452" y="369751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g1e548f1b451_0_290"/>
          <p:cNvSpPr/>
          <p:nvPr/>
        </p:nvSpPr>
        <p:spPr>
          <a:xfrm>
            <a:off x="1984402" y="369751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g1e548f1b451_0_290"/>
          <p:cNvSpPr/>
          <p:nvPr/>
        </p:nvSpPr>
        <p:spPr>
          <a:xfrm>
            <a:off x="3027351" y="369751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g1e548f1b451_0_290"/>
          <p:cNvSpPr/>
          <p:nvPr/>
        </p:nvSpPr>
        <p:spPr>
          <a:xfrm>
            <a:off x="4070301" y="369751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g1e548f1b451_0_290"/>
          <p:cNvSpPr/>
          <p:nvPr/>
        </p:nvSpPr>
        <p:spPr>
          <a:xfrm>
            <a:off x="5113251" y="369751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g1e548f1b451_0_290"/>
          <p:cNvSpPr/>
          <p:nvPr/>
        </p:nvSpPr>
        <p:spPr>
          <a:xfrm>
            <a:off x="941452" y="4336451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g1e548f1b451_0_290"/>
          <p:cNvSpPr/>
          <p:nvPr/>
        </p:nvSpPr>
        <p:spPr>
          <a:xfrm>
            <a:off x="1984402" y="4336451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g1e548f1b451_0_290"/>
          <p:cNvSpPr/>
          <p:nvPr/>
        </p:nvSpPr>
        <p:spPr>
          <a:xfrm>
            <a:off x="3027351" y="4336451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g1e548f1b451_0_290"/>
          <p:cNvSpPr/>
          <p:nvPr/>
        </p:nvSpPr>
        <p:spPr>
          <a:xfrm>
            <a:off x="4070301" y="4336451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g1e548f1b451_0_290"/>
          <p:cNvSpPr/>
          <p:nvPr/>
        </p:nvSpPr>
        <p:spPr>
          <a:xfrm>
            <a:off x="5113251" y="4336451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g1e548f1b451_0_290"/>
          <p:cNvSpPr/>
          <p:nvPr/>
        </p:nvSpPr>
        <p:spPr>
          <a:xfrm>
            <a:off x="941452" y="4975390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g1e548f1b451_0_290"/>
          <p:cNvSpPr/>
          <p:nvPr/>
        </p:nvSpPr>
        <p:spPr>
          <a:xfrm>
            <a:off x="1984402" y="4975390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g1e548f1b451_0_290"/>
          <p:cNvSpPr/>
          <p:nvPr/>
        </p:nvSpPr>
        <p:spPr>
          <a:xfrm>
            <a:off x="3027351" y="4975390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g1e548f1b451_0_290"/>
          <p:cNvSpPr/>
          <p:nvPr/>
        </p:nvSpPr>
        <p:spPr>
          <a:xfrm>
            <a:off x="4070301" y="4975390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g1e548f1b451_0_290"/>
          <p:cNvSpPr/>
          <p:nvPr/>
        </p:nvSpPr>
        <p:spPr>
          <a:xfrm>
            <a:off x="5113251" y="4975390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g1e548f1b451_0_290"/>
          <p:cNvSpPr/>
          <p:nvPr/>
        </p:nvSpPr>
        <p:spPr>
          <a:xfrm>
            <a:off x="941452" y="5614329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g1e548f1b451_0_290"/>
          <p:cNvSpPr/>
          <p:nvPr/>
        </p:nvSpPr>
        <p:spPr>
          <a:xfrm>
            <a:off x="1984402" y="5614329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g1e548f1b451_0_290"/>
          <p:cNvSpPr/>
          <p:nvPr/>
        </p:nvSpPr>
        <p:spPr>
          <a:xfrm>
            <a:off x="3027351" y="5614329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g1e548f1b451_0_290"/>
          <p:cNvSpPr/>
          <p:nvPr/>
        </p:nvSpPr>
        <p:spPr>
          <a:xfrm>
            <a:off x="4070301" y="5614329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g1e548f1b451_0_290"/>
          <p:cNvSpPr/>
          <p:nvPr/>
        </p:nvSpPr>
        <p:spPr>
          <a:xfrm>
            <a:off x="5113251" y="5614329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g1e548f1b451_0_290"/>
          <p:cNvSpPr/>
          <p:nvPr/>
        </p:nvSpPr>
        <p:spPr>
          <a:xfrm>
            <a:off x="941452" y="3058573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g1e548f1b451_0_290"/>
          <p:cNvSpPr/>
          <p:nvPr/>
        </p:nvSpPr>
        <p:spPr>
          <a:xfrm>
            <a:off x="3027351" y="3058573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g1e548f1b451_0_290"/>
          <p:cNvSpPr/>
          <p:nvPr/>
        </p:nvSpPr>
        <p:spPr>
          <a:xfrm>
            <a:off x="1993469" y="3058573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g1e548f1b451_0_290"/>
          <p:cNvSpPr/>
          <p:nvPr/>
        </p:nvSpPr>
        <p:spPr>
          <a:xfrm>
            <a:off x="4070299" y="3058573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g1e548f1b451_0_290"/>
          <p:cNvSpPr/>
          <p:nvPr/>
        </p:nvSpPr>
        <p:spPr>
          <a:xfrm>
            <a:off x="5113248" y="3058573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g1e548f1b451_0_290"/>
          <p:cNvSpPr/>
          <p:nvPr/>
        </p:nvSpPr>
        <p:spPr>
          <a:xfrm>
            <a:off x="941452" y="369751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g1e548f1b451_0_290"/>
          <p:cNvSpPr/>
          <p:nvPr/>
        </p:nvSpPr>
        <p:spPr>
          <a:xfrm>
            <a:off x="3027351" y="369751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g1e548f1b451_0_290"/>
          <p:cNvSpPr/>
          <p:nvPr/>
        </p:nvSpPr>
        <p:spPr>
          <a:xfrm>
            <a:off x="1993469" y="369751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g1e548f1b451_0_290"/>
          <p:cNvSpPr/>
          <p:nvPr/>
        </p:nvSpPr>
        <p:spPr>
          <a:xfrm>
            <a:off x="4070299" y="369751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g1e548f1b451_0_290"/>
          <p:cNvSpPr/>
          <p:nvPr/>
        </p:nvSpPr>
        <p:spPr>
          <a:xfrm>
            <a:off x="5113248" y="369751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g1e548f1b451_0_290"/>
          <p:cNvSpPr/>
          <p:nvPr/>
        </p:nvSpPr>
        <p:spPr>
          <a:xfrm>
            <a:off x="941452" y="4336451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g1e548f1b451_0_290"/>
          <p:cNvSpPr/>
          <p:nvPr/>
        </p:nvSpPr>
        <p:spPr>
          <a:xfrm>
            <a:off x="3027351" y="4336451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g1e548f1b451_0_290"/>
          <p:cNvSpPr/>
          <p:nvPr/>
        </p:nvSpPr>
        <p:spPr>
          <a:xfrm>
            <a:off x="1993469" y="4336451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g1e548f1b451_0_290"/>
          <p:cNvSpPr/>
          <p:nvPr/>
        </p:nvSpPr>
        <p:spPr>
          <a:xfrm>
            <a:off x="4070299" y="4336451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g1e548f1b451_0_290"/>
          <p:cNvSpPr/>
          <p:nvPr/>
        </p:nvSpPr>
        <p:spPr>
          <a:xfrm>
            <a:off x="5113248" y="4336451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g1e548f1b451_0_290"/>
          <p:cNvSpPr/>
          <p:nvPr/>
        </p:nvSpPr>
        <p:spPr>
          <a:xfrm>
            <a:off x="941452" y="4975390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g1e548f1b451_0_290"/>
          <p:cNvSpPr/>
          <p:nvPr/>
        </p:nvSpPr>
        <p:spPr>
          <a:xfrm>
            <a:off x="3027351" y="4975390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g1e548f1b451_0_290"/>
          <p:cNvSpPr/>
          <p:nvPr/>
        </p:nvSpPr>
        <p:spPr>
          <a:xfrm>
            <a:off x="1993469" y="4975390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g1e548f1b451_0_290"/>
          <p:cNvSpPr/>
          <p:nvPr/>
        </p:nvSpPr>
        <p:spPr>
          <a:xfrm>
            <a:off x="4070299" y="4975390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g1e548f1b451_0_290"/>
          <p:cNvSpPr/>
          <p:nvPr/>
        </p:nvSpPr>
        <p:spPr>
          <a:xfrm>
            <a:off x="5113248" y="4975390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g1e548f1b451_0_290"/>
          <p:cNvSpPr/>
          <p:nvPr/>
        </p:nvSpPr>
        <p:spPr>
          <a:xfrm>
            <a:off x="941452" y="5614329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g1e548f1b451_0_290"/>
          <p:cNvSpPr/>
          <p:nvPr/>
        </p:nvSpPr>
        <p:spPr>
          <a:xfrm>
            <a:off x="3027351" y="5614329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g1e548f1b451_0_290"/>
          <p:cNvSpPr/>
          <p:nvPr/>
        </p:nvSpPr>
        <p:spPr>
          <a:xfrm>
            <a:off x="1993469" y="5614329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g1e548f1b451_0_290"/>
          <p:cNvSpPr/>
          <p:nvPr/>
        </p:nvSpPr>
        <p:spPr>
          <a:xfrm>
            <a:off x="4070299" y="5614329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g1e548f1b451_0_290"/>
          <p:cNvSpPr/>
          <p:nvPr/>
        </p:nvSpPr>
        <p:spPr>
          <a:xfrm>
            <a:off x="5113248" y="5614329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9" name="Google Shape;1969;g1e548f1b451_0_290"/>
          <p:cNvCxnSpPr/>
          <p:nvPr/>
        </p:nvCxnSpPr>
        <p:spPr>
          <a:xfrm rot="10800000">
            <a:off x="304799" y="2728752"/>
            <a:ext cx="636653" cy="329821"/>
          </a:xfrm>
          <a:prstGeom prst="straightConnector1">
            <a:avLst/>
          </a:prstGeom>
          <a:noFill/>
          <a:ln cap="flat" cmpd="sng" w="76200">
            <a:solidFill>
              <a:srgbClr val="559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0" name="Google Shape;1970;g1e548f1b451_0_290"/>
          <p:cNvSpPr txBox="1"/>
          <p:nvPr/>
        </p:nvSpPr>
        <p:spPr>
          <a:xfrm>
            <a:off x="623125" y="2574567"/>
            <a:ext cx="3738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g1e548f1b451_0_290"/>
          <p:cNvSpPr txBox="1"/>
          <p:nvPr/>
        </p:nvSpPr>
        <p:spPr>
          <a:xfrm>
            <a:off x="304799" y="2845014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g1e548f1b451_0_290"/>
          <p:cNvSpPr txBox="1"/>
          <p:nvPr/>
        </p:nvSpPr>
        <p:spPr>
          <a:xfrm>
            <a:off x="424254" y="3243745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g1e548f1b451_0_290"/>
          <p:cNvSpPr txBox="1"/>
          <p:nvPr/>
        </p:nvSpPr>
        <p:spPr>
          <a:xfrm>
            <a:off x="444845" y="3826251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g1e548f1b451_0_290"/>
          <p:cNvSpPr txBox="1"/>
          <p:nvPr/>
        </p:nvSpPr>
        <p:spPr>
          <a:xfrm>
            <a:off x="444845" y="4468827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g1e548f1b451_0_290"/>
          <p:cNvSpPr txBox="1"/>
          <p:nvPr/>
        </p:nvSpPr>
        <p:spPr>
          <a:xfrm>
            <a:off x="444845" y="5051063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g1e548f1b451_0_290"/>
          <p:cNvSpPr txBox="1"/>
          <p:nvPr/>
        </p:nvSpPr>
        <p:spPr>
          <a:xfrm>
            <a:off x="429698" y="5724165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g1e548f1b451_0_290"/>
          <p:cNvSpPr txBox="1"/>
          <p:nvPr/>
        </p:nvSpPr>
        <p:spPr>
          <a:xfrm>
            <a:off x="481009" y="639726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g1e548f1b451_0_290"/>
          <p:cNvSpPr txBox="1"/>
          <p:nvPr/>
        </p:nvSpPr>
        <p:spPr>
          <a:xfrm>
            <a:off x="1318097" y="266114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g1e548f1b451_0_290"/>
          <p:cNvSpPr txBox="1"/>
          <p:nvPr/>
        </p:nvSpPr>
        <p:spPr>
          <a:xfrm>
            <a:off x="2166960" y="266114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g1e548f1b451_0_290"/>
          <p:cNvSpPr txBox="1"/>
          <p:nvPr/>
        </p:nvSpPr>
        <p:spPr>
          <a:xfrm>
            <a:off x="3168461" y="266114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g1e548f1b451_0_290"/>
          <p:cNvSpPr txBox="1"/>
          <p:nvPr/>
        </p:nvSpPr>
        <p:spPr>
          <a:xfrm>
            <a:off x="4169962" y="266114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g1e548f1b451_0_290"/>
          <p:cNvSpPr txBox="1"/>
          <p:nvPr/>
        </p:nvSpPr>
        <p:spPr>
          <a:xfrm>
            <a:off x="5171463" y="2661142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g1e548f1b451_0_290"/>
          <p:cNvSpPr/>
          <p:nvPr/>
        </p:nvSpPr>
        <p:spPr>
          <a:xfrm>
            <a:off x="941452" y="632159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g1e548f1b451_0_290"/>
          <p:cNvSpPr/>
          <p:nvPr/>
        </p:nvSpPr>
        <p:spPr>
          <a:xfrm>
            <a:off x="1984402" y="632159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g1e548f1b451_0_290"/>
          <p:cNvSpPr/>
          <p:nvPr/>
        </p:nvSpPr>
        <p:spPr>
          <a:xfrm>
            <a:off x="3027351" y="632159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g1e548f1b451_0_290"/>
          <p:cNvSpPr/>
          <p:nvPr/>
        </p:nvSpPr>
        <p:spPr>
          <a:xfrm>
            <a:off x="4070301" y="632159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g1e548f1b451_0_290"/>
          <p:cNvSpPr/>
          <p:nvPr/>
        </p:nvSpPr>
        <p:spPr>
          <a:xfrm>
            <a:off x="5113251" y="6321592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g1e548f1b451_0_290"/>
          <p:cNvSpPr/>
          <p:nvPr/>
        </p:nvSpPr>
        <p:spPr>
          <a:xfrm>
            <a:off x="941452" y="632159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9" name="Google Shape;1989;g1e548f1b451_0_290"/>
          <p:cNvSpPr/>
          <p:nvPr/>
        </p:nvSpPr>
        <p:spPr>
          <a:xfrm>
            <a:off x="3027351" y="632159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g1e548f1b451_0_290"/>
          <p:cNvSpPr/>
          <p:nvPr/>
        </p:nvSpPr>
        <p:spPr>
          <a:xfrm>
            <a:off x="1993469" y="632159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g1e548f1b451_0_290"/>
          <p:cNvSpPr/>
          <p:nvPr/>
        </p:nvSpPr>
        <p:spPr>
          <a:xfrm>
            <a:off x="4070299" y="632159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g1e548f1b451_0_290"/>
          <p:cNvSpPr/>
          <p:nvPr/>
        </p:nvSpPr>
        <p:spPr>
          <a:xfrm>
            <a:off x="5113248" y="6321592"/>
            <a:ext cx="834359" cy="51909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93" name="Google Shape;1993;g1e548f1b451_0_290"/>
          <p:cNvGraphicFramePr/>
          <p:nvPr/>
        </p:nvGraphicFramePr>
        <p:xfrm>
          <a:off x="944881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994" name="Google Shape;1994;g1e548f1b451_0_290"/>
          <p:cNvSpPr/>
          <p:nvPr/>
        </p:nvSpPr>
        <p:spPr>
          <a:xfrm>
            <a:off x="6746248" y="3053687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5" name="Google Shape;1995;g1e548f1b451_0_290"/>
          <p:cNvSpPr/>
          <p:nvPr/>
        </p:nvSpPr>
        <p:spPr>
          <a:xfrm>
            <a:off x="7789198" y="3053687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6" name="Google Shape;1996;g1e548f1b451_0_290"/>
          <p:cNvSpPr/>
          <p:nvPr/>
        </p:nvSpPr>
        <p:spPr>
          <a:xfrm>
            <a:off x="8832147" y="3053687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7" name="Google Shape;1997;g1e548f1b451_0_290"/>
          <p:cNvSpPr/>
          <p:nvPr/>
        </p:nvSpPr>
        <p:spPr>
          <a:xfrm>
            <a:off x="9875097" y="3053687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g1e548f1b451_0_290"/>
          <p:cNvSpPr/>
          <p:nvPr/>
        </p:nvSpPr>
        <p:spPr>
          <a:xfrm>
            <a:off x="10918047" y="3053687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g1e548f1b451_0_290"/>
          <p:cNvSpPr/>
          <p:nvPr/>
        </p:nvSpPr>
        <p:spPr>
          <a:xfrm>
            <a:off x="6746248" y="369262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0" name="Google Shape;2000;g1e548f1b451_0_290"/>
          <p:cNvSpPr/>
          <p:nvPr/>
        </p:nvSpPr>
        <p:spPr>
          <a:xfrm>
            <a:off x="7789198" y="369262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" name="Google Shape;2001;g1e548f1b451_0_290"/>
          <p:cNvSpPr/>
          <p:nvPr/>
        </p:nvSpPr>
        <p:spPr>
          <a:xfrm>
            <a:off x="8832147" y="369262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g1e548f1b451_0_290"/>
          <p:cNvSpPr/>
          <p:nvPr/>
        </p:nvSpPr>
        <p:spPr>
          <a:xfrm>
            <a:off x="9875097" y="369262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g1e548f1b451_0_290"/>
          <p:cNvSpPr/>
          <p:nvPr/>
        </p:nvSpPr>
        <p:spPr>
          <a:xfrm>
            <a:off x="10918047" y="369262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g1e548f1b451_0_290"/>
          <p:cNvSpPr/>
          <p:nvPr/>
        </p:nvSpPr>
        <p:spPr>
          <a:xfrm>
            <a:off x="6746248" y="433156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g1e548f1b451_0_290"/>
          <p:cNvSpPr/>
          <p:nvPr/>
        </p:nvSpPr>
        <p:spPr>
          <a:xfrm>
            <a:off x="7789198" y="433156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g1e548f1b451_0_290"/>
          <p:cNvSpPr/>
          <p:nvPr/>
        </p:nvSpPr>
        <p:spPr>
          <a:xfrm>
            <a:off x="8832147" y="433156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g1e548f1b451_0_290"/>
          <p:cNvSpPr/>
          <p:nvPr/>
        </p:nvSpPr>
        <p:spPr>
          <a:xfrm>
            <a:off x="9875097" y="433156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g1e548f1b451_0_290"/>
          <p:cNvSpPr/>
          <p:nvPr/>
        </p:nvSpPr>
        <p:spPr>
          <a:xfrm>
            <a:off x="10918047" y="4331565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g1e548f1b451_0_290"/>
          <p:cNvSpPr/>
          <p:nvPr/>
        </p:nvSpPr>
        <p:spPr>
          <a:xfrm>
            <a:off x="6746248" y="4970504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0" name="Google Shape;2010;g1e548f1b451_0_290"/>
          <p:cNvSpPr/>
          <p:nvPr/>
        </p:nvSpPr>
        <p:spPr>
          <a:xfrm>
            <a:off x="7789198" y="4970504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g1e548f1b451_0_290"/>
          <p:cNvSpPr/>
          <p:nvPr/>
        </p:nvSpPr>
        <p:spPr>
          <a:xfrm>
            <a:off x="8832147" y="4970504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g1e548f1b451_0_290"/>
          <p:cNvSpPr/>
          <p:nvPr/>
        </p:nvSpPr>
        <p:spPr>
          <a:xfrm>
            <a:off x="9875097" y="4970504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g1e548f1b451_0_290"/>
          <p:cNvSpPr/>
          <p:nvPr/>
        </p:nvSpPr>
        <p:spPr>
          <a:xfrm>
            <a:off x="10918047" y="4970504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g1e548f1b451_0_290"/>
          <p:cNvSpPr/>
          <p:nvPr/>
        </p:nvSpPr>
        <p:spPr>
          <a:xfrm>
            <a:off x="6746248" y="560944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g1e548f1b451_0_290"/>
          <p:cNvSpPr/>
          <p:nvPr/>
        </p:nvSpPr>
        <p:spPr>
          <a:xfrm>
            <a:off x="7789198" y="560944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g1e548f1b451_0_290"/>
          <p:cNvSpPr/>
          <p:nvPr/>
        </p:nvSpPr>
        <p:spPr>
          <a:xfrm>
            <a:off x="8832147" y="560944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g1e548f1b451_0_290"/>
          <p:cNvSpPr/>
          <p:nvPr/>
        </p:nvSpPr>
        <p:spPr>
          <a:xfrm>
            <a:off x="9875097" y="560944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g1e548f1b451_0_290"/>
          <p:cNvSpPr/>
          <p:nvPr/>
        </p:nvSpPr>
        <p:spPr>
          <a:xfrm>
            <a:off x="10918047" y="5609443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g1e548f1b451_0_290"/>
          <p:cNvSpPr/>
          <p:nvPr/>
        </p:nvSpPr>
        <p:spPr>
          <a:xfrm>
            <a:off x="6746248" y="3053687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g1e548f1b451_0_290"/>
          <p:cNvSpPr/>
          <p:nvPr/>
        </p:nvSpPr>
        <p:spPr>
          <a:xfrm>
            <a:off x="8832147" y="3053687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g1e548f1b451_0_290"/>
          <p:cNvSpPr/>
          <p:nvPr/>
        </p:nvSpPr>
        <p:spPr>
          <a:xfrm>
            <a:off x="7798265" y="3053687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g1e548f1b451_0_290"/>
          <p:cNvSpPr/>
          <p:nvPr/>
        </p:nvSpPr>
        <p:spPr>
          <a:xfrm>
            <a:off x="9875095" y="3053687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g1e548f1b451_0_290"/>
          <p:cNvSpPr/>
          <p:nvPr/>
        </p:nvSpPr>
        <p:spPr>
          <a:xfrm>
            <a:off x="10918044" y="3053687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g1e548f1b451_0_290"/>
          <p:cNvSpPr/>
          <p:nvPr/>
        </p:nvSpPr>
        <p:spPr>
          <a:xfrm>
            <a:off x="6746248" y="3692626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g1e548f1b451_0_290"/>
          <p:cNvSpPr/>
          <p:nvPr/>
        </p:nvSpPr>
        <p:spPr>
          <a:xfrm>
            <a:off x="8832147" y="3692626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g1e548f1b451_0_290"/>
          <p:cNvSpPr/>
          <p:nvPr/>
        </p:nvSpPr>
        <p:spPr>
          <a:xfrm>
            <a:off x="7798265" y="3692626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g1e548f1b451_0_290"/>
          <p:cNvSpPr/>
          <p:nvPr/>
        </p:nvSpPr>
        <p:spPr>
          <a:xfrm>
            <a:off x="9875095" y="3692626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g1e548f1b451_0_290"/>
          <p:cNvSpPr/>
          <p:nvPr/>
        </p:nvSpPr>
        <p:spPr>
          <a:xfrm>
            <a:off x="10918044" y="3692626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g1e548f1b451_0_290"/>
          <p:cNvSpPr/>
          <p:nvPr/>
        </p:nvSpPr>
        <p:spPr>
          <a:xfrm>
            <a:off x="6746248" y="4331565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g1e548f1b451_0_290"/>
          <p:cNvSpPr/>
          <p:nvPr/>
        </p:nvSpPr>
        <p:spPr>
          <a:xfrm>
            <a:off x="8832147" y="4331565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g1e548f1b451_0_290"/>
          <p:cNvSpPr/>
          <p:nvPr/>
        </p:nvSpPr>
        <p:spPr>
          <a:xfrm>
            <a:off x="7798265" y="4331565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g1e548f1b451_0_290"/>
          <p:cNvSpPr/>
          <p:nvPr/>
        </p:nvSpPr>
        <p:spPr>
          <a:xfrm>
            <a:off x="9875095" y="4331565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g1e548f1b451_0_290"/>
          <p:cNvSpPr/>
          <p:nvPr/>
        </p:nvSpPr>
        <p:spPr>
          <a:xfrm>
            <a:off x="10918044" y="4331565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g1e548f1b451_0_290"/>
          <p:cNvSpPr/>
          <p:nvPr/>
        </p:nvSpPr>
        <p:spPr>
          <a:xfrm>
            <a:off x="6746248" y="4970504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g1e548f1b451_0_290"/>
          <p:cNvSpPr/>
          <p:nvPr/>
        </p:nvSpPr>
        <p:spPr>
          <a:xfrm>
            <a:off x="8832147" y="4970504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g1e548f1b451_0_290"/>
          <p:cNvSpPr/>
          <p:nvPr/>
        </p:nvSpPr>
        <p:spPr>
          <a:xfrm>
            <a:off x="7798265" y="4970504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g1e548f1b451_0_290"/>
          <p:cNvSpPr/>
          <p:nvPr/>
        </p:nvSpPr>
        <p:spPr>
          <a:xfrm>
            <a:off x="9875095" y="4970504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g1e548f1b451_0_290"/>
          <p:cNvSpPr/>
          <p:nvPr/>
        </p:nvSpPr>
        <p:spPr>
          <a:xfrm>
            <a:off x="10918044" y="4970504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Google Shape;2039;g1e548f1b451_0_290"/>
          <p:cNvSpPr/>
          <p:nvPr/>
        </p:nvSpPr>
        <p:spPr>
          <a:xfrm>
            <a:off x="6746248" y="5609443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0" name="Google Shape;2040;g1e548f1b451_0_290"/>
          <p:cNvSpPr/>
          <p:nvPr/>
        </p:nvSpPr>
        <p:spPr>
          <a:xfrm>
            <a:off x="8832147" y="5609443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1" name="Google Shape;2041;g1e548f1b451_0_290"/>
          <p:cNvSpPr/>
          <p:nvPr/>
        </p:nvSpPr>
        <p:spPr>
          <a:xfrm>
            <a:off x="7798265" y="5609443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2" name="Google Shape;2042;g1e548f1b451_0_290"/>
          <p:cNvSpPr/>
          <p:nvPr/>
        </p:nvSpPr>
        <p:spPr>
          <a:xfrm>
            <a:off x="9875095" y="5609443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g1e548f1b451_0_290"/>
          <p:cNvSpPr/>
          <p:nvPr/>
        </p:nvSpPr>
        <p:spPr>
          <a:xfrm>
            <a:off x="10918044" y="5609443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4" name="Google Shape;2044;g1e548f1b451_0_290"/>
          <p:cNvCxnSpPr/>
          <p:nvPr/>
        </p:nvCxnSpPr>
        <p:spPr>
          <a:xfrm rot="10800000">
            <a:off x="6109595" y="2723866"/>
            <a:ext cx="636653" cy="329821"/>
          </a:xfrm>
          <a:prstGeom prst="straightConnector1">
            <a:avLst/>
          </a:prstGeom>
          <a:noFill/>
          <a:ln cap="flat" cmpd="sng" w="76200">
            <a:solidFill>
              <a:srgbClr val="559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5" name="Google Shape;2045;g1e548f1b451_0_290"/>
          <p:cNvSpPr txBox="1"/>
          <p:nvPr/>
        </p:nvSpPr>
        <p:spPr>
          <a:xfrm>
            <a:off x="6427921" y="2569681"/>
            <a:ext cx="3738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g1e548f1b451_0_290"/>
          <p:cNvSpPr txBox="1"/>
          <p:nvPr/>
        </p:nvSpPr>
        <p:spPr>
          <a:xfrm>
            <a:off x="6109595" y="2840128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g1e548f1b451_0_290"/>
          <p:cNvSpPr txBox="1"/>
          <p:nvPr/>
        </p:nvSpPr>
        <p:spPr>
          <a:xfrm>
            <a:off x="6229050" y="3238859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g1e548f1b451_0_290"/>
          <p:cNvSpPr txBox="1"/>
          <p:nvPr/>
        </p:nvSpPr>
        <p:spPr>
          <a:xfrm>
            <a:off x="6249641" y="3821365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g1e548f1b451_0_290"/>
          <p:cNvSpPr txBox="1"/>
          <p:nvPr/>
        </p:nvSpPr>
        <p:spPr>
          <a:xfrm>
            <a:off x="6249641" y="4463941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g1e548f1b451_0_290"/>
          <p:cNvSpPr txBox="1"/>
          <p:nvPr/>
        </p:nvSpPr>
        <p:spPr>
          <a:xfrm>
            <a:off x="6249641" y="5046177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g1e548f1b451_0_290"/>
          <p:cNvSpPr txBox="1"/>
          <p:nvPr/>
        </p:nvSpPr>
        <p:spPr>
          <a:xfrm>
            <a:off x="6234494" y="5719279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g1e548f1b451_0_290"/>
          <p:cNvSpPr txBox="1"/>
          <p:nvPr/>
        </p:nvSpPr>
        <p:spPr>
          <a:xfrm>
            <a:off x="6285805" y="639238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g1e548f1b451_0_290"/>
          <p:cNvSpPr txBox="1"/>
          <p:nvPr/>
        </p:nvSpPr>
        <p:spPr>
          <a:xfrm>
            <a:off x="7122893" y="265625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4" name="Google Shape;2054;g1e548f1b451_0_290"/>
          <p:cNvSpPr txBox="1"/>
          <p:nvPr/>
        </p:nvSpPr>
        <p:spPr>
          <a:xfrm>
            <a:off x="7971756" y="265625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g1e548f1b451_0_290"/>
          <p:cNvSpPr txBox="1"/>
          <p:nvPr/>
        </p:nvSpPr>
        <p:spPr>
          <a:xfrm>
            <a:off x="8973257" y="265625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6" name="Google Shape;2056;g1e548f1b451_0_290"/>
          <p:cNvSpPr txBox="1"/>
          <p:nvPr/>
        </p:nvSpPr>
        <p:spPr>
          <a:xfrm>
            <a:off x="9974758" y="265625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7" name="Google Shape;2057;g1e548f1b451_0_290"/>
          <p:cNvSpPr txBox="1"/>
          <p:nvPr/>
        </p:nvSpPr>
        <p:spPr>
          <a:xfrm>
            <a:off x="10976259" y="265625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8" name="Google Shape;2058;g1e548f1b451_0_290"/>
          <p:cNvSpPr/>
          <p:nvPr/>
        </p:nvSpPr>
        <p:spPr>
          <a:xfrm>
            <a:off x="6746248" y="631670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g1e548f1b451_0_290"/>
          <p:cNvSpPr/>
          <p:nvPr/>
        </p:nvSpPr>
        <p:spPr>
          <a:xfrm>
            <a:off x="7789198" y="631670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0" name="Google Shape;2060;g1e548f1b451_0_290"/>
          <p:cNvSpPr/>
          <p:nvPr/>
        </p:nvSpPr>
        <p:spPr>
          <a:xfrm>
            <a:off x="8832147" y="631670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" name="Google Shape;2061;g1e548f1b451_0_290"/>
          <p:cNvSpPr/>
          <p:nvPr/>
        </p:nvSpPr>
        <p:spPr>
          <a:xfrm>
            <a:off x="9875097" y="631670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2" name="Google Shape;2062;g1e548f1b451_0_290"/>
          <p:cNvSpPr/>
          <p:nvPr/>
        </p:nvSpPr>
        <p:spPr>
          <a:xfrm>
            <a:off x="10918047" y="6316706"/>
            <a:ext cx="834359" cy="51909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g1e548f1b451_0_290"/>
          <p:cNvSpPr/>
          <p:nvPr/>
        </p:nvSpPr>
        <p:spPr>
          <a:xfrm>
            <a:off x="6746248" y="6316706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4" name="Google Shape;2064;g1e548f1b451_0_290"/>
          <p:cNvSpPr/>
          <p:nvPr/>
        </p:nvSpPr>
        <p:spPr>
          <a:xfrm>
            <a:off x="8832147" y="6316706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5" name="Google Shape;2065;g1e548f1b451_0_290"/>
          <p:cNvSpPr/>
          <p:nvPr/>
        </p:nvSpPr>
        <p:spPr>
          <a:xfrm>
            <a:off x="7798265" y="6316706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g1e548f1b451_0_290"/>
          <p:cNvSpPr/>
          <p:nvPr/>
        </p:nvSpPr>
        <p:spPr>
          <a:xfrm>
            <a:off x="9875095" y="6316706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g1e548f1b451_0_290"/>
          <p:cNvSpPr/>
          <p:nvPr/>
        </p:nvSpPr>
        <p:spPr>
          <a:xfrm>
            <a:off x="10918044" y="6316706"/>
            <a:ext cx="834359" cy="51909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g1e548f1b451_0_3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sp>
        <p:nvSpPr>
          <p:cNvPr id="2073" name="Google Shape;2073;g1e548f1b451_0_38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074" name="Google Shape;2074;g1e548f1b451_0_387"/>
          <p:cNvGraphicFramePr/>
          <p:nvPr/>
        </p:nvGraphicFramePr>
        <p:xfrm>
          <a:off x="4236728" y="14547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075" name="Google Shape;2075;g1e548f1b451_0_387"/>
          <p:cNvGrpSpPr/>
          <p:nvPr/>
        </p:nvGrpSpPr>
        <p:grpSpPr>
          <a:xfrm>
            <a:off x="3600075" y="2427370"/>
            <a:ext cx="5642811" cy="4345919"/>
            <a:chOff x="6109595" y="2569681"/>
            <a:chExt cx="5642811" cy="4345919"/>
          </a:xfrm>
        </p:grpSpPr>
        <p:sp>
          <p:nvSpPr>
            <p:cNvPr id="2076" name="Google Shape;2076;g1e548f1b451_0_387"/>
            <p:cNvSpPr/>
            <p:nvPr/>
          </p:nvSpPr>
          <p:spPr>
            <a:xfrm>
              <a:off x="6746248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g1e548f1b451_0_387"/>
            <p:cNvSpPr/>
            <p:nvPr/>
          </p:nvSpPr>
          <p:spPr>
            <a:xfrm>
              <a:off x="7789198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g1e548f1b451_0_387"/>
            <p:cNvSpPr/>
            <p:nvPr/>
          </p:nvSpPr>
          <p:spPr>
            <a:xfrm>
              <a:off x="883214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g1e548f1b451_0_387"/>
            <p:cNvSpPr/>
            <p:nvPr/>
          </p:nvSpPr>
          <p:spPr>
            <a:xfrm>
              <a:off x="987509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g1e548f1b451_0_387"/>
            <p:cNvSpPr/>
            <p:nvPr/>
          </p:nvSpPr>
          <p:spPr>
            <a:xfrm>
              <a:off x="1091804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g1e548f1b451_0_387"/>
            <p:cNvSpPr/>
            <p:nvPr/>
          </p:nvSpPr>
          <p:spPr>
            <a:xfrm>
              <a:off x="6746248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g1e548f1b451_0_387"/>
            <p:cNvSpPr/>
            <p:nvPr/>
          </p:nvSpPr>
          <p:spPr>
            <a:xfrm>
              <a:off x="7789198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g1e548f1b451_0_387"/>
            <p:cNvSpPr/>
            <p:nvPr/>
          </p:nvSpPr>
          <p:spPr>
            <a:xfrm>
              <a:off x="883214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g1e548f1b451_0_387"/>
            <p:cNvSpPr/>
            <p:nvPr/>
          </p:nvSpPr>
          <p:spPr>
            <a:xfrm>
              <a:off x="987509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g1e548f1b451_0_387"/>
            <p:cNvSpPr/>
            <p:nvPr/>
          </p:nvSpPr>
          <p:spPr>
            <a:xfrm>
              <a:off x="1091804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g1e548f1b451_0_387"/>
            <p:cNvSpPr/>
            <p:nvPr/>
          </p:nvSpPr>
          <p:spPr>
            <a:xfrm>
              <a:off x="6746248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g1e548f1b451_0_387"/>
            <p:cNvSpPr/>
            <p:nvPr/>
          </p:nvSpPr>
          <p:spPr>
            <a:xfrm>
              <a:off x="7789198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g1e548f1b451_0_387"/>
            <p:cNvSpPr/>
            <p:nvPr/>
          </p:nvSpPr>
          <p:spPr>
            <a:xfrm>
              <a:off x="883214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g1e548f1b451_0_387"/>
            <p:cNvSpPr/>
            <p:nvPr/>
          </p:nvSpPr>
          <p:spPr>
            <a:xfrm>
              <a:off x="987509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g1e548f1b451_0_387"/>
            <p:cNvSpPr/>
            <p:nvPr/>
          </p:nvSpPr>
          <p:spPr>
            <a:xfrm>
              <a:off x="1091804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g1e548f1b451_0_387"/>
            <p:cNvSpPr/>
            <p:nvPr/>
          </p:nvSpPr>
          <p:spPr>
            <a:xfrm>
              <a:off x="6746248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g1e548f1b451_0_387"/>
            <p:cNvSpPr/>
            <p:nvPr/>
          </p:nvSpPr>
          <p:spPr>
            <a:xfrm>
              <a:off x="7789198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g1e548f1b451_0_387"/>
            <p:cNvSpPr/>
            <p:nvPr/>
          </p:nvSpPr>
          <p:spPr>
            <a:xfrm>
              <a:off x="883214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g1e548f1b451_0_387"/>
            <p:cNvSpPr/>
            <p:nvPr/>
          </p:nvSpPr>
          <p:spPr>
            <a:xfrm>
              <a:off x="987509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g1e548f1b451_0_387"/>
            <p:cNvSpPr/>
            <p:nvPr/>
          </p:nvSpPr>
          <p:spPr>
            <a:xfrm>
              <a:off x="1091804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g1e548f1b451_0_387"/>
            <p:cNvSpPr/>
            <p:nvPr/>
          </p:nvSpPr>
          <p:spPr>
            <a:xfrm>
              <a:off x="6746248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g1e548f1b451_0_387"/>
            <p:cNvSpPr/>
            <p:nvPr/>
          </p:nvSpPr>
          <p:spPr>
            <a:xfrm>
              <a:off x="7789198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g1e548f1b451_0_387"/>
            <p:cNvSpPr/>
            <p:nvPr/>
          </p:nvSpPr>
          <p:spPr>
            <a:xfrm>
              <a:off x="883214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g1e548f1b451_0_387"/>
            <p:cNvSpPr/>
            <p:nvPr/>
          </p:nvSpPr>
          <p:spPr>
            <a:xfrm>
              <a:off x="987509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g1e548f1b451_0_387"/>
            <p:cNvSpPr/>
            <p:nvPr/>
          </p:nvSpPr>
          <p:spPr>
            <a:xfrm>
              <a:off x="1091804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g1e548f1b451_0_387"/>
            <p:cNvSpPr/>
            <p:nvPr/>
          </p:nvSpPr>
          <p:spPr>
            <a:xfrm>
              <a:off x="6746248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g1e548f1b451_0_387"/>
            <p:cNvSpPr/>
            <p:nvPr/>
          </p:nvSpPr>
          <p:spPr>
            <a:xfrm>
              <a:off x="8832147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g1e548f1b451_0_387"/>
            <p:cNvSpPr/>
            <p:nvPr/>
          </p:nvSpPr>
          <p:spPr>
            <a:xfrm>
              <a:off x="7798265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g1e548f1b451_0_387"/>
            <p:cNvSpPr/>
            <p:nvPr/>
          </p:nvSpPr>
          <p:spPr>
            <a:xfrm>
              <a:off x="9875095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g1e548f1b451_0_387"/>
            <p:cNvSpPr/>
            <p:nvPr/>
          </p:nvSpPr>
          <p:spPr>
            <a:xfrm>
              <a:off x="10918044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g1e548f1b451_0_387"/>
            <p:cNvSpPr/>
            <p:nvPr/>
          </p:nvSpPr>
          <p:spPr>
            <a:xfrm>
              <a:off x="6746248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g1e548f1b451_0_387"/>
            <p:cNvSpPr/>
            <p:nvPr/>
          </p:nvSpPr>
          <p:spPr>
            <a:xfrm>
              <a:off x="8832147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g1e548f1b451_0_387"/>
            <p:cNvSpPr/>
            <p:nvPr/>
          </p:nvSpPr>
          <p:spPr>
            <a:xfrm>
              <a:off x="7798265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g1e548f1b451_0_387"/>
            <p:cNvSpPr/>
            <p:nvPr/>
          </p:nvSpPr>
          <p:spPr>
            <a:xfrm>
              <a:off x="9875095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g1e548f1b451_0_387"/>
            <p:cNvSpPr/>
            <p:nvPr/>
          </p:nvSpPr>
          <p:spPr>
            <a:xfrm>
              <a:off x="10918044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g1e548f1b451_0_387"/>
            <p:cNvSpPr/>
            <p:nvPr/>
          </p:nvSpPr>
          <p:spPr>
            <a:xfrm>
              <a:off x="6746248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g1e548f1b451_0_387"/>
            <p:cNvSpPr/>
            <p:nvPr/>
          </p:nvSpPr>
          <p:spPr>
            <a:xfrm>
              <a:off x="8832147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g1e548f1b451_0_387"/>
            <p:cNvSpPr/>
            <p:nvPr/>
          </p:nvSpPr>
          <p:spPr>
            <a:xfrm>
              <a:off x="7798265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g1e548f1b451_0_387"/>
            <p:cNvSpPr/>
            <p:nvPr/>
          </p:nvSpPr>
          <p:spPr>
            <a:xfrm>
              <a:off x="9875095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g1e548f1b451_0_387"/>
            <p:cNvSpPr/>
            <p:nvPr/>
          </p:nvSpPr>
          <p:spPr>
            <a:xfrm>
              <a:off x="10918044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g1e548f1b451_0_387"/>
            <p:cNvSpPr/>
            <p:nvPr/>
          </p:nvSpPr>
          <p:spPr>
            <a:xfrm>
              <a:off x="6746248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g1e548f1b451_0_387"/>
            <p:cNvSpPr/>
            <p:nvPr/>
          </p:nvSpPr>
          <p:spPr>
            <a:xfrm>
              <a:off x="8832147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g1e548f1b451_0_387"/>
            <p:cNvSpPr/>
            <p:nvPr/>
          </p:nvSpPr>
          <p:spPr>
            <a:xfrm>
              <a:off x="7798265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g1e548f1b451_0_387"/>
            <p:cNvSpPr/>
            <p:nvPr/>
          </p:nvSpPr>
          <p:spPr>
            <a:xfrm>
              <a:off x="9875095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g1e548f1b451_0_387"/>
            <p:cNvSpPr/>
            <p:nvPr/>
          </p:nvSpPr>
          <p:spPr>
            <a:xfrm>
              <a:off x="10918044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g1e548f1b451_0_387"/>
            <p:cNvSpPr/>
            <p:nvPr/>
          </p:nvSpPr>
          <p:spPr>
            <a:xfrm>
              <a:off x="6746248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g1e548f1b451_0_387"/>
            <p:cNvSpPr/>
            <p:nvPr/>
          </p:nvSpPr>
          <p:spPr>
            <a:xfrm>
              <a:off x="8832147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g1e548f1b451_0_387"/>
            <p:cNvSpPr/>
            <p:nvPr/>
          </p:nvSpPr>
          <p:spPr>
            <a:xfrm>
              <a:off x="7798265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g1e548f1b451_0_387"/>
            <p:cNvSpPr/>
            <p:nvPr/>
          </p:nvSpPr>
          <p:spPr>
            <a:xfrm>
              <a:off x="9875095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g1e548f1b451_0_387"/>
            <p:cNvSpPr/>
            <p:nvPr/>
          </p:nvSpPr>
          <p:spPr>
            <a:xfrm>
              <a:off x="10918044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26" name="Google Shape;2126;g1e548f1b451_0_387"/>
            <p:cNvCxnSpPr/>
            <p:nvPr/>
          </p:nvCxnSpPr>
          <p:spPr>
            <a:xfrm rot="10800000">
              <a:off x="6109595" y="2723866"/>
              <a:ext cx="636653" cy="329821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27" name="Google Shape;2127;g1e548f1b451_0_387"/>
            <p:cNvSpPr txBox="1"/>
            <p:nvPr/>
          </p:nvSpPr>
          <p:spPr>
            <a:xfrm>
              <a:off x="6427921" y="2569681"/>
              <a:ext cx="37382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g1e548f1b451_0_387"/>
            <p:cNvSpPr txBox="1"/>
            <p:nvPr/>
          </p:nvSpPr>
          <p:spPr>
            <a:xfrm>
              <a:off x="6109595" y="2840128"/>
              <a:ext cx="44114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g1e548f1b451_0_387"/>
            <p:cNvSpPr txBox="1"/>
            <p:nvPr/>
          </p:nvSpPr>
          <p:spPr>
            <a:xfrm>
              <a:off x="6229050" y="323885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g1e548f1b451_0_387"/>
            <p:cNvSpPr txBox="1"/>
            <p:nvPr/>
          </p:nvSpPr>
          <p:spPr>
            <a:xfrm>
              <a:off x="6249641" y="3821365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g1e548f1b451_0_387"/>
            <p:cNvSpPr txBox="1"/>
            <p:nvPr/>
          </p:nvSpPr>
          <p:spPr>
            <a:xfrm>
              <a:off x="6249641" y="4463941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g1e548f1b451_0_387"/>
            <p:cNvSpPr txBox="1"/>
            <p:nvPr/>
          </p:nvSpPr>
          <p:spPr>
            <a:xfrm>
              <a:off x="6249641" y="5046177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g1e548f1b451_0_387"/>
            <p:cNvSpPr txBox="1"/>
            <p:nvPr/>
          </p:nvSpPr>
          <p:spPr>
            <a:xfrm>
              <a:off x="6234494" y="571927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g1e548f1b451_0_387"/>
            <p:cNvSpPr txBox="1"/>
            <p:nvPr/>
          </p:nvSpPr>
          <p:spPr>
            <a:xfrm>
              <a:off x="6285805" y="6392380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g1e548f1b451_0_387"/>
            <p:cNvSpPr txBox="1"/>
            <p:nvPr/>
          </p:nvSpPr>
          <p:spPr>
            <a:xfrm>
              <a:off x="7122893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g1e548f1b451_0_387"/>
            <p:cNvSpPr txBox="1"/>
            <p:nvPr/>
          </p:nvSpPr>
          <p:spPr>
            <a:xfrm>
              <a:off x="7971756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g1e548f1b451_0_387"/>
            <p:cNvSpPr txBox="1"/>
            <p:nvPr/>
          </p:nvSpPr>
          <p:spPr>
            <a:xfrm>
              <a:off x="8973257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g1e548f1b451_0_387"/>
            <p:cNvSpPr txBox="1"/>
            <p:nvPr/>
          </p:nvSpPr>
          <p:spPr>
            <a:xfrm>
              <a:off x="9974758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g1e548f1b451_0_387"/>
            <p:cNvSpPr txBox="1"/>
            <p:nvPr/>
          </p:nvSpPr>
          <p:spPr>
            <a:xfrm>
              <a:off x="10976259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g1e548f1b451_0_387"/>
            <p:cNvSpPr/>
            <p:nvPr/>
          </p:nvSpPr>
          <p:spPr>
            <a:xfrm>
              <a:off x="6746248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g1e548f1b451_0_387"/>
            <p:cNvSpPr/>
            <p:nvPr/>
          </p:nvSpPr>
          <p:spPr>
            <a:xfrm>
              <a:off x="7789198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g1e548f1b451_0_387"/>
            <p:cNvSpPr/>
            <p:nvPr/>
          </p:nvSpPr>
          <p:spPr>
            <a:xfrm>
              <a:off x="883214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g1e548f1b451_0_387"/>
            <p:cNvSpPr/>
            <p:nvPr/>
          </p:nvSpPr>
          <p:spPr>
            <a:xfrm>
              <a:off x="987509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g1e548f1b451_0_387"/>
            <p:cNvSpPr/>
            <p:nvPr/>
          </p:nvSpPr>
          <p:spPr>
            <a:xfrm>
              <a:off x="1091804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g1e548f1b451_0_387"/>
            <p:cNvSpPr/>
            <p:nvPr/>
          </p:nvSpPr>
          <p:spPr>
            <a:xfrm>
              <a:off x="6746248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g1e548f1b451_0_387"/>
            <p:cNvSpPr/>
            <p:nvPr/>
          </p:nvSpPr>
          <p:spPr>
            <a:xfrm>
              <a:off x="8832147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g1e548f1b451_0_387"/>
            <p:cNvSpPr/>
            <p:nvPr/>
          </p:nvSpPr>
          <p:spPr>
            <a:xfrm>
              <a:off x="7798265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g1e548f1b451_0_387"/>
            <p:cNvSpPr/>
            <p:nvPr/>
          </p:nvSpPr>
          <p:spPr>
            <a:xfrm>
              <a:off x="9875095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g1e548f1b451_0_387"/>
            <p:cNvSpPr/>
            <p:nvPr/>
          </p:nvSpPr>
          <p:spPr>
            <a:xfrm>
              <a:off x="10918044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0" name="Google Shape;2150;g1e548f1b451_0_387"/>
          <p:cNvSpPr/>
          <p:nvPr/>
        </p:nvSpPr>
        <p:spPr>
          <a:xfrm>
            <a:off x="8220590" y="2513945"/>
            <a:ext cx="1105145" cy="421066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1" name="Google Shape;2151;g1e548f1b451_0_387"/>
          <p:cNvSpPr/>
          <p:nvPr/>
        </p:nvSpPr>
        <p:spPr>
          <a:xfrm>
            <a:off x="8484995" y="6041980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1e548f1b451_0_4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sp>
        <p:nvSpPr>
          <p:cNvPr id="2157" name="Google Shape;2157;g1e548f1b451_0_47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158" name="Google Shape;2158;g1e548f1b451_0_478"/>
          <p:cNvGraphicFramePr/>
          <p:nvPr/>
        </p:nvGraphicFramePr>
        <p:xfrm>
          <a:off x="3911247" y="1506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159" name="Google Shape;2159;g1e548f1b451_0_478"/>
          <p:cNvGrpSpPr/>
          <p:nvPr/>
        </p:nvGrpSpPr>
        <p:grpSpPr>
          <a:xfrm>
            <a:off x="3274594" y="2333291"/>
            <a:ext cx="5642811" cy="4345919"/>
            <a:chOff x="5129172" y="2321234"/>
            <a:chExt cx="5642811" cy="4345919"/>
          </a:xfrm>
        </p:grpSpPr>
        <p:sp>
          <p:nvSpPr>
            <p:cNvPr id="2160" name="Google Shape;2160;g1e548f1b451_0_478"/>
            <p:cNvSpPr/>
            <p:nvPr/>
          </p:nvSpPr>
          <p:spPr>
            <a:xfrm>
              <a:off x="5765825" y="2805240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g1e548f1b451_0_478"/>
            <p:cNvSpPr/>
            <p:nvPr/>
          </p:nvSpPr>
          <p:spPr>
            <a:xfrm>
              <a:off x="6808775" y="2805240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g1e548f1b451_0_478"/>
            <p:cNvSpPr/>
            <p:nvPr/>
          </p:nvSpPr>
          <p:spPr>
            <a:xfrm>
              <a:off x="7851724" y="2805240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g1e548f1b451_0_478"/>
            <p:cNvSpPr/>
            <p:nvPr/>
          </p:nvSpPr>
          <p:spPr>
            <a:xfrm>
              <a:off x="8894674" y="2805240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g1e548f1b451_0_478"/>
            <p:cNvSpPr/>
            <p:nvPr/>
          </p:nvSpPr>
          <p:spPr>
            <a:xfrm>
              <a:off x="9937624" y="2805240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g1e548f1b451_0_478"/>
            <p:cNvSpPr/>
            <p:nvPr/>
          </p:nvSpPr>
          <p:spPr>
            <a:xfrm>
              <a:off x="5765825" y="3444179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g1e548f1b451_0_478"/>
            <p:cNvSpPr/>
            <p:nvPr/>
          </p:nvSpPr>
          <p:spPr>
            <a:xfrm>
              <a:off x="6808775" y="3444179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g1e548f1b451_0_478"/>
            <p:cNvSpPr/>
            <p:nvPr/>
          </p:nvSpPr>
          <p:spPr>
            <a:xfrm>
              <a:off x="7851724" y="3444179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g1e548f1b451_0_478"/>
            <p:cNvSpPr/>
            <p:nvPr/>
          </p:nvSpPr>
          <p:spPr>
            <a:xfrm>
              <a:off x="8894674" y="3444179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g1e548f1b451_0_478"/>
            <p:cNvSpPr/>
            <p:nvPr/>
          </p:nvSpPr>
          <p:spPr>
            <a:xfrm>
              <a:off x="9937624" y="3444179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g1e548f1b451_0_478"/>
            <p:cNvSpPr/>
            <p:nvPr/>
          </p:nvSpPr>
          <p:spPr>
            <a:xfrm>
              <a:off x="5765825" y="4083118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g1e548f1b451_0_478"/>
            <p:cNvSpPr/>
            <p:nvPr/>
          </p:nvSpPr>
          <p:spPr>
            <a:xfrm>
              <a:off x="6808775" y="4083118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g1e548f1b451_0_478"/>
            <p:cNvSpPr/>
            <p:nvPr/>
          </p:nvSpPr>
          <p:spPr>
            <a:xfrm>
              <a:off x="7851724" y="4083118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g1e548f1b451_0_478"/>
            <p:cNvSpPr/>
            <p:nvPr/>
          </p:nvSpPr>
          <p:spPr>
            <a:xfrm>
              <a:off x="8894674" y="4083118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g1e548f1b451_0_478"/>
            <p:cNvSpPr/>
            <p:nvPr/>
          </p:nvSpPr>
          <p:spPr>
            <a:xfrm>
              <a:off x="9937624" y="4083118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g1e548f1b451_0_478"/>
            <p:cNvSpPr/>
            <p:nvPr/>
          </p:nvSpPr>
          <p:spPr>
            <a:xfrm>
              <a:off x="5765825" y="472205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g1e548f1b451_0_478"/>
            <p:cNvSpPr/>
            <p:nvPr/>
          </p:nvSpPr>
          <p:spPr>
            <a:xfrm>
              <a:off x="6808775" y="472205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g1e548f1b451_0_478"/>
            <p:cNvSpPr/>
            <p:nvPr/>
          </p:nvSpPr>
          <p:spPr>
            <a:xfrm>
              <a:off x="7851724" y="472205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g1e548f1b451_0_478"/>
            <p:cNvSpPr/>
            <p:nvPr/>
          </p:nvSpPr>
          <p:spPr>
            <a:xfrm>
              <a:off x="8894674" y="472205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g1e548f1b451_0_478"/>
            <p:cNvSpPr/>
            <p:nvPr/>
          </p:nvSpPr>
          <p:spPr>
            <a:xfrm>
              <a:off x="9937624" y="472205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g1e548f1b451_0_478"/>
            <p:cNvSpPr/>
            <p:nvPr/>
          </p:nvSpPr>
          <p:spPr>
            <a:xfrm>
              <a:off x="5765825" y="536099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g1e548f1b451_0_478"/>
            <p:cNvSpPr/>
            <p:nvPr/>
          </p:nvSpPr>
          <p:spPr>
            <a:xfrm>
              <a:off x="6808775" y="536099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g1e548f1b451_0_478"/>
            <p:cNvSpPr/>
            <p:nvPr/>
          </p:nvSpPr>
          <p:spPr>
            <a:xfrm>
              <a:off x="7851724" y="536099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g1e548f1b451_0_478"/>
            <p:cNvSpPr/>
            <p:nvPr/>
          </p:nvSpPr>
          <p:spPr>
            <a:xfrm>
              <a:off x="8894674" y="536099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g1e548f1b451_0_478"/>
            <p:cNvSpPr/>
            <p:nvPr/>
          </p:nvSpPr>
          <p:spPr>
            <a:xfrm>
              <a:off x="9937624" y="536099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g1e548f1b451_0_478"/>
            <p:cNvSpPr/>
            <p:nvPr/>
          </p:nvSpPr>
          <p:spPr>
            <a:xfrm>
              <a:off x="5765825" y="2805240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g1e548f1b451_0_478"/>
            <p:cNvSpPr/>
            <p:nvPr/>
          </p:nvSpPr>
          <p:spPr>
            <a:xfrm>
              <a:off x="7851724" y="2805240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g1e548f1b451_0_478"/>
            <p:cNvSpPr/>
            <p:nvPr/>
          </p:nvSpPr>
          <p:spPr>
            <a:xfrm>
              <a:off x="6817842" y="2805240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g1e548f1b451_0_478"/>
            <p:cNvSpPr/>
            <p:nvPr/>
          </p:nvSpPr>
          <p:spPr>
            <a:xfrm>
              <a:off x="8894672" y="2805240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g1e548f1b451_0_478"/>
            <p:cNvSpPr/>
            <p:nvPr/>
          </p:nvSpPr>
          <p:spPr>
            <a:xfrm>
              <a:off x="9937621" y="2805240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g1e548f1b451_0_478"/>
            <p:cNvSpPr/>
            <p:nvPr/>
          </p:nvSpPr>
          <p:spPr>
            <a:xfrm>
              <a:off x="5765825" y="3444179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g1e548f1b451_0_478"/>
            <p:cNvSpPr/>
            <p:nvPr/>
          </p:nvSpPr>
          <p:spPr>
            <a:xfrm>
              <a:off x="7851724" y="3444179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g1e548f1b451_0_478"/>
            <p:cNvSpPr/>
            <p:nvPr/>
          </p:nvSpPr>
          <p:spPr>
            <a:xfrm>
              <a:off x="6817842" y="3444179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g1e548f1b451_0_478"/>
            <p:cNvSpPr/>
            <p:nvPr/>
          </p:nvSpPr>
          <p:spPr>
            <a:xfrm>
              <a:off x="8894672" y="3444179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g1e548f1b451_0_478"/>
            <p:cNvSpPr/>
            <p:nvPr/>
          </p:nvSpPr>
          <p:spPr>
            <a:xfrm>
              <a:off x="9937621" y="3444179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g1e548f1b451_0_478"/>
            <p:cNvSpPr/>
            <p:nvPr/>
          </p:nvSpPr>
          <p:spPr>
            <a:xfrm>
              <a:off x="5765825" y="4083118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g1e548f1b451_0_478"/>
            <p:cNvSpPr/>
            <p:nvPr/>
          </p:nvSpPr>
          <p:spPr>
            <a:xfrm>
              <a:off x="7851724" y="4083118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g1e548f1b451_0_478"/>
            <p:cNvSpPr/>
            <p:nvPr/>
          </p:nvSpPr>
          <p:spPr>
            <a:xfrm>
              <a:off x="6817842" y="4083118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g1e548f1b451_0_478"/>
            <p:cNvSpPr/>
            <p:nvPr/>
          </p:nvSpPr>
          <p:spPr>
            <a:xfrm>
              <a:off x="8894672" y="4083118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g1e548f1b451_0_478"/>
            <p:cNvSpPr/>
            <p:nvPr/>
          </p:nvSpPr>
          <p:spPr>
            <a:xfrm>
              <a:off x="9937621" y="4083118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g1e548f1b451_0_478"/>
            <p:cNvSpPr/>
            <p:nvPr/>
          </p:nvSpPr>
          <p:spPr>
            <a:xfrm>
              <a:off x="5765825" y="472205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g1e548f1b451_0_478"/>
            <p:cNvSpPr/>
            <p:nvPr/>
          </p:nvSpPr>
          <p:spPr>
            <a:xfrm>
              <a:off x="7851724" y="472205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g1e548f1b451_0_478"/>
            <p:cNvSpPr/>
            <p:nvPr/>
          </p:nvSpPr>
          <p:spPr>
            <a:xfrm>
              <a:off x="6817842" y="472205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g1e548f1b451_0_478"/>
            <p:cNvSpPr/>
            <p:nvPr/>
          </p:nvSpPr>
          <p:spPr>
            <a:xfrm>
              <a:off x="8894672" y="472205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g1e548f1b451_0_478"/>
            <p:cNvSpPr/>
            <p:nvPr/>
          </p:nvSpPr>
          <p:spPr>
            <a:xfrm>
              <a:off x="9937621" y="472205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g1e548f1b451_0_478"/>
            <p:cNvSpPr/>
            <p:nvPr/>
          </p:nvSpPr>
          <p:spPr>
            <a:xfrm>
              <a:off x="5765825" y="536099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g1e548f1b451_0_478"/>
            <p:cNvSpPr/>
            <p:nvPr/>
          </p:nvSpPr>
          <p:spPr>
            <a:xfrm>
              <a:off x="7851724" y="536099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g1e548f1b451_0_478"/>
            <p:cNvSpPr/>
            <p:nvPr/>
          </p:nvSpPr>
          <p:spPr>
            <a:xfrm>
              <a:off x="6817842" y="536099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g1e548f1b451_0_478"/>
            <p:cNvSpPr/>
            <p:nvPr/>
          </p:nvSpPr>
          <p:spPr>
            <a:xfrm>
              <a:off x="8894672" y="536099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g1e548f1b451_0_478"/>
            <p:cNvSpPr/>
            <p:nvPr/>
          </p:nvSpPr>
          <p:spPr>
            <a:xfrm>
              <a:off x="9937621" y="536099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10" name="Google Shape;2210;g1e548f1b451_0_478"/>
            <p:cNvCxnSpPr/>
            <p:nvPr/>
          </p:nvCxnSpPr>
          <p:spPr>
            <a:xfrm rot="10800000">
              <a:off x="5129172" y="2475419"/>
              <a:ext cx="636653" cy="329821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11" name="Google Shape;2211;g1e548f1b451_0_478"/>
            <p:cNvSpPr txBox="1"/>
            <p:nvPr/>
          </p:nvSpPr>
          <p:spPr>
            <a:xfrm>
              <a:off x="5447498" y="2321234"/>
              <a:ext cx="37382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g1e548f1b451_0_478"/>
            <p:cNvSpPr txBox="1"/>
            <p:nvPr/>
          </p:nvSpPr>
          <p:spPr>
            <a:xfrm>
              <a:off x="5129172" y="2591681"/>
              <a:ext cx="44114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g1e548f1b451_0_478"/>
            <p:cNvSpPr txBox="1"/>
            <p:nvPr/>
          </p:nvSpPr>
          <p:spPr>
            <a:xfrm>
              <a:off x="5248627" y="2990412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g1e548f1b451_0_478"/>
            <p:cNvSpPr txBox="1"/>
            <p:nvPr/>
          </p:nvSpPr>
          <p:spPr>
            <a:xfrm>
              <a:off x="5269218" y="3572918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g1e548f1b451_0_478"/>
            <p:cNvSpPr txBox="1"/>
            <p:nvPr/>
          </p:nvSpPr>
          <p:spPr>
            <a:xfrm>
              <a:off x="5269218" y="4215494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g1e548f1b451_0_478"/>
            <p:cNvSpPr txBox="1"/>
            <p:nvPr/>
          </p:nvSpPr>
          <p:spPr>
            <a:xfrm>
              <a:off x="5269218" y="4797730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g1e548f1b451_0_478"/>
            <p:cNvSpPr txBox="1"/>
            <p:nvPr/>
          </p:nvSpPr>
          <p:spPr>
            <a:xfrm>
              <a:off x="5254071" y="5470832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g1e548f1b451_0_478"/>
            <p:cNvSpPr txBox="1"/>
            <p:nvPr/>
          </p:nvSpPr>
          <p:spPr>
            <a:xfrm>
              <a:off x="5305382" y="6143933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g1e548f1b451_0_478"/>
            <p:cNvSpPr txBox="1"/>
            <p:nvPr/>
          </p:nvSpPr>
          <p:spPr>
            <a:xfrm>
              <a:off x="6142470" y="240780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g1e548f1b451_0_478"/>
            <p:cNvSpPr txBox="1"/>
            <p:nvPr/>
          </p:nvSpPr>
          <p:spPr>
            <a:xfrm>
              <a:off x="6991333" y="240780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g1e548f1b451_0_478"/>
            <p:cNvSpPr txBox="1"/>
            <p:nvPr/>
          </p:nvSpPr>
          <p:spPr>
            <a:xfrm>
              <a:off x="7992834" y="240780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g1e548f1b451_0_478"/>
            <p:cNvSpPr txBox="1"/>
            <p:nvPr/>
          </p:nvSpPr>
          <p:spPr>
            <a:xfrm>
              <a:off x="8994335" y="240780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g1e548f1b451_0_478"/>
            <p:cNvSpPr txBox="1"/>
            <p:nvPr/>
          </p:nvSpPr>
          <p:spPr>
            <a:xfrm>
              <a:off x="9995836" y="240780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g1e548f1b451_0_478"/>
            <p:cNvSpPr/>
            <p:nvPr/>
          </p:nvSpPr>
          <p:spPr>
            <a:xfrm>
              <a:off x="5765825" y="6068259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g1e548f1b451_0_478"/>
            <p:cNvSpPr/>
            <p:nvPr/>
          </p:nvSpPr>
          <p:spPr>
            <a:xfrm>
              <a:off x="6808775" y="6068259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g1e548f1b451_0_478"/>
            <p:cNvSpPr/>
            <p:nvPr/>
          </p:nvSpPr>
          <p:spPr>
            <a:xfrm>
              <a:off x="7851724" y="6068259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g1e548f1b451_0_478"/>
            <p:cNvSpPr/>
            <p:nvPr/>
          </p:nvSpPr>
          <p:spPr>
            <a:xfrm>
              <a:off x="8894674" y="6068259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g1e548f1b451_0_478"/>
            <p:cNvSpPr/>
            <p:nvPr/>
          </p:nvSpPr>
          <p:spPr>
            <a:xfrm>
              <a:off x="9937624" y="6068259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g1e548f1b451_0_478"/>
            <p:cNvSpPr/>
            <p:nvPr/>
          </p:nvSpPr>
          <p:spPr>
            <a:xfrm>
              <a:off x="5765825" y="6068259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g1e548f1b451_0_478"/>
            <p:cNvSpPr/>
            <p:nvPr/>
          </p:nvSpPr>
          <p:spPr>
            <a:xfrm>
              <a:off x="7851724" y="6068259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g1e548f1b451_0_478"/>
            <p:cNvSpPr/>
            <p:nvPr/>
          </p:nvSpPr>
          <p:spPr>
            <a:xfrm>
              <a:off x="6817842" y="6068259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g1e548f1b451_0_478"/>
            <p:cNvSpPr/>
            <p:nvPr/>
          </p:nvSpPr>
          <p:spPr>
            <a:xfrm>
              <a:off x="8894672" y="6068259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g1e548f1b451_0_478"/>
            <p:cNvSpPr/>
            <p:nvPr/>
          </p:nvSpPr>
          <p:spPr>
            <a:xfrm>
              <a:off x="9937621" y="6068259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4" name="Google Shape;2234;g1e548f1b451_0_478"/>
          <p:cNvSpPr/>
          <p:nvPr/>
        </p:nvSpPr>
        <p:spPr>
          <a:xfrm>
            <a:off x="8236842" y="5937851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g1e548f1b451_0_478"/>
          <p:cNvSpPr/>
          <p:nvPr/>
        </p:nvSpPr>
        <p:spPr>
          <a:xfrm>
            <a:off x="7102991" y="4642109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6" name="Google Shape;2236;g1e548f1b451_0_478"/>
          <p:cNvSpPr/>
          <p:nvPr/>
        </p:nvSpPr>
        <p:spPr>
          <a:xfrm>
            <a:off x="6958643" y="2421788"/>
            <a:ext cx="1105145" cy="421066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0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1e548f1b451_0_4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sp>
        <p:nvSpPr>
          <p:cNvPr id="2242" name="Google Shape;2242;g1e548f1b451_0_48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243" name="Google Shape;2243;g1e548f1b451_0_485"/>
          <p:cNvGraphicFramePr/>
          <p:nvPr/>
        </p:nvGraphicFramePr>
        <p:xfrm>
          <a:off x="3684044" y="14151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244" name="Google Shape;2244;g1e548f1b451_0_485"/>
          <p:cNvGrpSpPr/>
          <p:nvPr/>
        </p:nvGrpSpPr>
        <p:grpSpPr>
          <a:xfrm>
            <a:off x="3140426" y="2235193"/>
            <a:ext cx="5642811" cy="4345919"/>
            <a:chOff x="6109595" y="2569681"/>
            <a:chExt cx="5642811" cy="4345919"/>
          </a:xfrm>
        </p:grpSpPr>
        <p:sp>
          <p:nvSpPr>
            <p:cNvPr id="2245" name="Google Shape;2245;g1e548f1b451_0_485"/>
            <p:cNvSpPr/>
            <p:nvPr/>
          </p:nvSpPr>
          <p:spPr>
            <a:xfrm>
              <a:off x="6746248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g1e548f1b451_0_485"/>
            <p:cNvSpPr/>
            <p:nvPr/>
          </p:nvSpPr>
          <p:spPr>
            <a:xfrm>
              <a:off x="7789198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g1e548f1b451_0_485"/>
            <p:cNvSpPr/>
            <p:nvPr/>
          </p:nvSpPr>
          <p:spPr>
            <a:xfrm>
              <a:off x="883214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g1e548f1b451_0_485"/>
            <p:cNvSpPr/>
            <p:nvPr/>
          </p:nvSpPr>
          <p:spPr>
            <a:xfrm>
              <a:off x="987509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g1e548f1b451_0_485"/>
            <p:cNvSpPr/>
            <p:nvPr/>
          </p:nvSpPr>
          <p:spPr>
            <a:xfrm>
              <a:off x="1091804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g1e548f1b451_0_485"/>
            <p:cNvSpPr/>
            <p:nvPr/>
          </p:nvSpPr>
          <p:spPr>
            <a:xfrm>
              <a:off x="6746248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g1e548f1b451_0_485"/>
            <p:cNvSpPr/>
            <p:nvPr/>
          </p:nvSpPr>
          <p:spPr>
            <a:xfrm>
              <a:off x="7789198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g1e548f1b451_0_485"/>
            <p:cNvSpPr/>
            <p:nvPr/>
          </p:nvSpPr>
          <p:spPr>
            <a:xfrm>
              <a:off x="883214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g1e548f1b451_0_485"/>
            <p:cNvSpPr/>
            <p:nvPr/>
          </p:nvSpPr>
          <p:spPr>
            <a:xfrm>
              <a:off x="987509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g1e548f1b451_0_485"/>
            <p:cNvSpPr/>
            <p:nvPr/>
          </p:nvSpPr>
          <p:spPr>
            <a:xfrm>
              <a:off x="1091804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g1e548f1b451_0_485"/>
            <p:cNvSpPr/>
            <p:nvPr/>
          </p:nvSpPr>
          <p:spPr>
            <a:xfrm>
              <a:off x="6746248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g1e548f1b451_0_485"/>
            <p:cNvSpPr/>
            <p:nvPr/>
          </p:nvSpPr>
          <p:spPr>
            <a:xfrm>
              <a:off x="7789198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g1e548f1b451_0_485"/>
            <p:cNvSpPr/>
            <p:nvPr/>
          </p:nvSpPr>
          <p:spPr>
            <a:xfrm>
              <a:off x="883214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g1e548f1b451_0_485"/>
            <p:cNvSpPr/>
            <p:nvPr/>
          </p:nvSpPr>
          <p:spPr>
            <a:xfrm>
              <a:off x="987509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g1e548f1b451_0_485"/>
            <p:cNvSpPr/>
            <p:nvPr/>
          </p:nvSpPr>
          <p:spPr>
            <a:xfrm>
              <a:off x="1091804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g1e548f1b451_0_485"/>
            <p:cNvSpPr/>
            <p:nvPr/>
          </p:nvSpPr>
          <p:spPr>
            <a:xfrm>
              <a:off x="6746248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g1e548f1b451_0_485"/>
            <p:cNvSpPr/>
            <p:nvPr/>
          </p:nvSpPr>
          <p:spPr>
            <a:xfrm>
              <a:off x="7789198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g1e548f1b451_0_485"/>
            <p:cNvSpPr/>
            <p:nvPr/>
          </p:nvSpPr>
          <p:spPr>
            <a:xfrm>
              <a:off x="883214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g1e548f1b451_0_485"/>
            <p:cNvSpPr/>
            <p:nvPr/>
          </p:nvSpPr>
          <p:spPr>
            <a:xfrm>
              <a:off x="987509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g1e548f1b451_0_485"/>
            <p:cNvSpPr/>
            <p:nvPr/>
          </p:nvSpPr>
          <p:spPr>
            <a:xfrm>
              <a:off x="1091804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g1e548f1b451_0_485"/>
            <p:cNvSpPr/>
            <p:nvPr/>
          </p:nvSpPr>
          <p:spPr>
            <a:xfrm>
              <a:off x="6746248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g1e548f1b451_0_485"/>
            <p:cNvSpPr/>
            <p:nvPr/>
          </p:nvSpPr>
          <p:spPr>
            <a:xfrm>
              <a:off x="7789198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g1e548f1b451_0_485"/>
            <p:cNvSpPr/>
            <p:nvPr/>
          </p:nvSpPr>
          <p:spPr>
            <a:xfrm>
              <a:off x="883214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g1e548f1b451_0_485"/>
            <p:cNvSpPr/>
            <p:nvPr/>
          </p:nvSpPr>
          <p:spPr>
            <a:xfrm>
              <a:off x="987509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g1e548f1b451_0_485"/>
            <p:cNvSpPr/>
            <p:nvPr/>
          </p:nvSpPr>
          <p:spPr>
            <a:xfrm>
              <a:off x="1091804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g1e548f1b451_0_485"/>
            <p:cNvSpPr/>
            <p:nvPr/>
          </p:nvSpPr>
          <p:spPr>
            <a:xfrm>
              <a:off x="6746248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g1e548f1b451_0_485"/>
            <p:cNvSpPr/>
            <p:nvPr/>
          </p:nvSpPr>
          <p:spPr>
            <a:xfrm>
              <a:off x="8832147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g1e548f1b451_0_485"/>
            <p:cNvSpPr/>
            <p:nvPr/>
          </p:nvSpPr>
          <p:spPr>
            <a:xfrm>
              <a:off x="7798265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g1e548f1b451_0_485"/>
            <p:cNvSpPr/>
            <p:nvPr/>
          </p:nvSpPr>
          <p:spPr>
            <a:xfrm>
              <a:off x="9875095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g1e548f1b451_0_485"/>
            <p:cNvSpPr/>
            <p:nvPr/>
          </p:nvSpPr>
          <p:spPr>
            <a:xfrm>
              <a:off x="10918044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g1e548f1b451_0_485"/>
            <p:cNvSpPr/>
            <p:nvPr/>
          </p:nvSpPr>
          <p:spPr>
            <a:xfrm>
              <a:off x="6746248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g1e548f1b451_0_485"/>
            <p:cNvSpPr/>
            <p:nvPr/>
          </p:nvSpPr>
          <p:spPr>
            <a:xfrm>
              <a:off x="8832147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g1e548f1b451_0_485"/>
            <p:cNvSpPr/>
            <p:nvPr/>
          </p:nvSpPr>
          <p:spPr>
            <a:xfrm>
              <a:off x="7798265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g1e548f1b451_0_485"/>
            <p:cNvSpPr/>
            <p:nvPr/>
          </p:nvSpPr>
          <p:spPr>
            <a:xfrm>
              <a:off x="9875095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g1e548f1b451_0_485"/>
            <p:cNvSpPr/>
            <p:nvPr/>
          </p:nvSpPr>
          <p:spPr>
            <a:xfrm>
              <a:off x="10918044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g1e548f1b451_0_485"/>
            <p:cNvSpPr/>
            <p:nvPr/>
          </p:nvSpPr>
          <p:spPr>
            <a:xfrm>
              <a:off x="6746248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g1e548f1b451_0_485"/>
            <p:cNvSpPr/>
            <p:nvPr/>
          </p:nvSpPr>
          <p:spPr>
            <a:xfrm>
              <a:off x="8832147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g1e548f1b451_0_485"/>
            <p:cNvSpPr/>
            <p:nvPr/>
          </p:nvSpPr>
          <p:spPr>
            <a:xfrm>
              <a:off x="7798265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g1e548f1b451_0_485"/>
            <p:cNvSpPr/>
            <p:nvPr/>
          </p:nvSpPr>
          <p:spPr>
            <a:xfrm>
              <a:off x="9875095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g1e548f1b451_0_485"/>
            <p:cNvSpPr/>
            <p:nvPr/>
          </p:nvSpPr>
          <p:spPr>
            <a:xfrm>
              <a:off x="10918044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g1e548f1b451_0_485"/>
            <p:cNvSpPr/>
            <p:nvPr/>
          </p:nvSpPr>
          <p:spPr>
            <a:xfrm>
              <a:off x="6746248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g1e548f1b451_0_485"/>
            <p:cNvSpPr/>
            <p:nvPr/>
          </p:nvSpPr>
          <p:spPr>
            <a:xfrm>
              <a:off x="8832147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g1e548f1b451_0_485"/>
            <p:cNvSpPr/>
            <p:nvPr/>
          </p:nvSpPr>
          <p:spPr>
            <a:xfrm>
              <a:off x="7798265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g1e548f1b451_0_485"/>
            <p:cNvSpPr/>
            <p:nvPr/>
          </p:nvSpPr>
          <p:spPr>
            <a:xfrm>
              <a:off x="9875095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g1e548f1b451_0_485"/>
            <p:cNvSpPr/>
            <p:nvPr/>
          </p:nvSpPr>
          <p:spPr>
            <a:xfrm>
              <a:off x="10918044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g1e548f1b451_0_485"/>
            <p:cNvSpPr/>
            <p:nvPr/>
          </p:nvSpPr>
          <p:spPr>
            <a:xfrm>
              <a:off x="6746248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g1e548f1b451_0_485"/>
            <p:cNvSpPr/>
            <p:nvPr/>
          </p:nvSpPr>
          <p:spPr>
            <a:xfrm>
              <a:off x="8832147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g1e548f1b451_0_485"/>
            <p:cNvSpPr/>
            <p:nvPr/>
          </p:nvSpPr>
          <p:spPr>
            <a:xfrm>
              <a:off x="7798265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g1e548f1b451_0_485"/>
            <p:cNvSpPr/>
            <p:nvPr/>
          </p:nvSpPr>
          <p:spPr>
            <a:xfrm>
              <a:off x="9875095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g1e548f1b451_0_485"/>
            <p:cNvSpPr/>
            <p:nvPr/>
          </p:nvSpPr>
          <p:spPr>
            <a:xfrm>
              <a:off x="10918044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5" name="Google Shape;2295;g1e548f1b451_0_485"/>
            <p:cNvCxnSpPr/>
            <p:nvPr/>
          </p:nvCxnSpPr>
          <p:spPr>
            <a:xfrm rot="10800000">
              <a:off x="6109595" y="2723866"/>
              <a:ext cx="636653" cy="329821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96" name="Google Shape;2296;g1e548f1b451_0_485"/>
            <p:cNvSpPr txBox="1"/>
            <p:nvPr/>
          </p:nvSpPr>
          <p:spPr>
            <a:xfrm>
              <a:off x="6427921" y="2569681"/>
              <a:ext cx="37382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g1e548f1b451_0_485"/>
            <p:cNvSpPr txBox="1"/>
            <p:nvPr/>
          </p:nvSpPr>
          <p:spPr>
            <a:xfrm>
              <a:off x="6109595" y="2840128"/>
              <a:ext cx="44114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g1e548f1b451_0_485"/>
            <p:cNvSpPr txBox="1"/>
            <p:nvPr/>
          </p:nvSpPr>
          <p:spPr>
            <a:xfrm>
              <a:off x="6229050" y="323885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g1e548f1b451_0_485"/>
            <p:cNvSpPr txBox="1"/>
            <p:nvPr/>
          </p:nvSpPr>
          <p:spPr>
            <a:xfrm>
              <a:off x="6249641" y="3821365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g1e548f1b451_0_485"/>
            <p:cNvSpPr txBox="1"/>
            <p:nvPr/>
          </p:nvSpPr>
          <p:spPr>
            <a:xfrm>
              <a:off x="6249641" y="4463941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g1e548f1b451_0_485"/>
            <p:cNvSpPr txBox="1"/>
            <p:nvPr/>
          </p:nvSpPr>
          <p:spPr>
            <a:xfrm>
              <a:off x="6249641" y="5046177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g1e548f1b451_0_485"/>
            <p:cNvSpPr txBox="1"/>
            <p:nvPr/>
          </p:nvSpPr>
          <p:spPr>
            <a:xfrm>
              <a:off x="6234494" y="571927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g1e548f1b451_0_485"/>
            <p:cNvSpPr txBox="1"/>
            <p:nvPr/>
          </p:nvSpPr>
          <p:spPr>
            <a:xfrm>
              <a:off x="6285805" y="6392380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g1e548f1b451_0_485"/>
            <p:cNvSpPr txBox="1"/>
            <p:nvPr/>
          </p:nvSpPr>
          <p:spPr>
            <a:xfrm>
              <a:off x="7122893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g1e548f1b451_0_485"/>
            <p:cNvSpPr txBox="1"/>
            <p:nvPr/>
          </p:nvSpPr>
          <p:spPr>
            <a:xfrm>
              <a:off x="7971756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g1e548f1b451_0_485"/>
            <p:cNvSpPr txBox="1"/>
            <p:nvPr/>
          </p:nvSpPr>
          <p:spPr>
            <a:xfrm>
              <a:off x="8973257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g1e548f1b451_0_485"/>
            <p:cNvSpPr txBox="1"/>
            <p:nvPr/>
          </p:nvSpPr>
          <p:spPr>
            <a:xfrm>
              <a:off x="9974758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g1e548f1b451_0_485"/>
            <p:cNvSpPr txBox="1"/>
            <p:nvPr/>
          </p:nvSpPr>
          <p:spPr>
            <a:xfrm>
              <a:off x="10976259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g1e548f1b451_0_485"/>
            <p:cNvSpPr/>
            <p:nvPr/>
          </p:nvSpPr>
          <p:spPr>
            <a:xfrm>
              <a:off x="6746248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g1e548f1b451_0_485"/>
            <p:cNvSpPr/>
            <p:nvPr/>
          </p:nvSpPr>
          <p:spPr>
            <a:xfrm>
              <a:off x="7789198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g1e548f1b451_0_485"/>
            <p:cNvSpPr/>
            <p:nvPr/>
          </p:nvSpPr>
          <p:spPr>
            <a:xfrm>
              <a:off x="883214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g1e548f1b451_0_485"/>
            <p:cNvSpPr/>
            <p:nvPr/>
          </p:nvSpPr>
          <p:spPr>
            <a:xfrm>
              <a:off x="987509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g1e548f1b451_0_485"/>
            <p:cNvSpPr/>
            <p:nvPr/>
          </p:nvSpPr>
          <p:spPr>
            <a:xfrm>
              <a:off x="1091804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g1e548f1b451_0_485"/>
            <p:cNvSpPr/>
            <p:nvPr/>
          </p:nvSpPr>
          <p:spPr>
            <a:xfrm>
              <a:off x="6746248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g1e548f1b451_0_485"/>
            <p:cNvSpPr/>
            <p:nvPr/>
          </p:nvSpPr>
          <p:spPr>
            <a:xfrm>
              <a:off x="8832147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g1e548f1b451_0_485"/>
            <p:cNvSpPr/>
            <p:nvPr/>
          </p:nvSpPr>
          <p:spPr>
            <a:xfrm>
              <a:off x="7798265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g1e548f1b451_0_485"/>
            <p:cNvSpPr/>
            <p:nvPr/>
          </p:nvSpPr>
          <p:spPr>
            <a:xfrm>
              <a:off x="9875095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g1e548f1b451_0_485"/>
            <p:cNvSpPr/>
            <p:nvPr/>
          </p:nvSpPr>
          <p:spPr>
            <a:xfrm>
              <a:off x="10918044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19" name="Google Shape;2319;g1e548f1b451_0_485"/>
          <p:cNvSpPr/>
          <p:nvPr/>
        </p:nvSpPr>
        <p:spPr>
          <a:xfrm>
            <a:off x="8049260" y="5839753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0" name="Google Shape;2320;g1e548f1b451_0_485"/>
          <p:cNvSpPr/>
          <p:nvPr/>
        </p:nvSpPr>
        <p:spPr>
          <a:xfrm>
            <a:off x="6915409" y="4544011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1" name="Google Shape;2321;g1e548f1b451_0_485"/>
          <p:cNvSpPr/>
          <p:nvPr/>
        </p:nvSpPr>
        <p:spPr>
          <a:xfrm>
            <a:off x="5752511" y="2313530"/>
            <a:ext cx="1105145" cy="421066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2" name="Google Shape;2322;g1e548f1b451_0_485"/>
          <p:cNvSpPr/>
          <p:nvPr/>
        </p:nvSpPr>
        <p:spPr>
          <a:xfrm>
            <a:off x="5898704" y="4568942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1e548f1b451_0_4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sp>
        <p:nvSpPr>
          <p:cNvPr id="2328" name="Google Shape;2328;g1e548f1b451_0_49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329" name="Google Shape;2329;g1e548f1b451_0_490"/>
          <p:cNvGraphicFramePr/>
          <p:nvPr/>
        </p:nvGraphicFramePr>
        <p:xfrm>
          <a:off x="3683357" y="14241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330" name="Google Shape;2330;g1e548f1b451_0_490"/>
          <p:cNvGrpSpPr/>
          <p:nvPr/>
        </p:nvGrpSpPr>
        <p:grpSpPr>
          <a:xfrm>
            <a:off x="3188612" y="2165806"/>
            <a:ext cx="5642811" cy="4345919"/>
            <a:chOff x="6109595" y="2569681"/>
            <a:chExt cx="5642811" cy="4345919"/>
          </a:xfrm>
        </p:grpSpPr>
        <p:sp>
          <p:nvSpPr>
            <p:cNvPr id="2331" name="Google Shape;2331;g1e548f1b451_0_490"/>
            <p:cNvSpPr/>
            <p:nvPr/>
          </p:nvSpPr>
          <p:spPr>
            <a:xfrm>
              <a:off x="6746248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g1e548f1b451_0_490"/>
            <p:cNvSpPr/>
            <p:nvPr/>
          </p:nvSpPr>
          <p:spPr>
            <a:xfrm>
              <a:off x="7789198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g1e548f1b451_0_490"/>
            <p:cNvSpPr/>
            <p:nvPr/>
          </p:nvSpPr>
          <p:spPr>
            <a:xfrm>
              <a:off x="883214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g1e548f1b451_0_490"/>
            <p:cNvSpPr/>
            <p:nvPr/>
          </p:nvSpPr>
          <p:spPr>
            <a:xfrm>
              <a:off x="987509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g1e548f1b451_0_490"/>
            <p:cNvSpPr/>
            <p:nvPr/>
          </p:nvSpPr>
          <p:spPr>
            <a:xfrm>
              <a:off x="1091804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g1e548f1b451_0_490"/>
            <p:cNvSpPr/>
            <p:nvPr/>
          </p:nvSpPr>
          <p:spPr>
            <a:xfrm>
              <a:off x="6746248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g1e548f1b451_0_490"/>
            <p:cNvSpPr/>
            <p:nvPr/>
          </p:nvSpPr>
          <p:spPr>
            <a:xfrm>
              <a:off x="7789198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g1e548f1b451_0_490"/>
            <p:cNvSpPr/>
            <p:nvPr/>
          </p:nvSpPr>
          <p:spPr>
            <a:xfrm>
              <a:off x="883214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g1e548f1b451_0_490"/>
            <p:cNvSpPr/>
            <p:nvPr/>
          </p:nvSpPr>
          <p:spPr>
            <a:xfrm>
              <a:off x="987509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g1e548f1b451_0_490"/>
            <p:cNvSpPr/>
            <p:nvPr/>
          </p:nvSpPr>
          <p:spPr>
            <a:xfrm>
              <a:off x="1091804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g1e548f1b451_0_490"/>
            <p:cNvSpPr/>
            <p:nvPr/>
          </p:nvSpPr>
          <p:spPr>
            <a:xfrm>
              <a:off x="6746248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g1e548f1b451_0_490"/>
            <p:cNvSpPr/>
            <p:nvPr/>
          </p:nvSpPr>
          <p:spPr>
            <a:xfrm>
              <a:off x="7789198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g1e548f1b451_0_490"/>
            <p:cNvSpPr/>
            <p:nvPr/>
          </p:nvSpPr>
          <p:spPr>
            <a:xfrm>
              <a:off x="883214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g1e548f1b451_0_490"/>
            <p:cNvSpPr/>
            <p:nvPr/>
          </p:nvSpPr>
          <p:spPr>
            <a:xfrm>
              <a:off x="987509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g1e548f1b451_0_490"/>
            <p:cNvSpPr/>
            <p:nvPr/>
          </p:nvSpPr>
          <p:spPr>
            <a:xfrm>
              <a:off x="1091804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g1e548f1b451_0_490"/>
            <p:cNvSpPr/>
            <p:nvPr/>
          </p:nvSpPr>
          <p:spPr>
            <a:xfrm>
              <a:off x="6746248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g1e548f1b451_0_490"/>
            <p:cNvSpPr/>
            <p:nvPr/>
          </p:nvSpPr>
          <p:spPr>
            <a:xfrm>
              <a:off x="7789198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g1e548f1b451_0_490"/>
            <p:cNvSpPr/>
            <p:nvPr/>
          </p:nvSpPr>
          <p:spPr>
            <a:xfrm>
              <a:off x="883214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g1e548f1b451_0_490"/>
            <p:cNvSpPr/>
            <p:nvPr/>
          </p:nvSpPr>
          <p:spPr>
            <a:xfrm>
              <a:off x="987509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g1e548f1b451_0_490"/>
            <p:cNvSpPr/>
            <p:nvPr/>
          </p:nvSpPr>
          <p:spPr>
            <a:xfrm>
              <a:off x="1091804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g1e548f1b451_0_490"/>
            <p:cNvSpPr/>
            <p:nvPr/>
          </p:nvSpPr>
          <p:spPr>
            <a:xfrm>
              <a:off x="6746248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g1e548f1b451_0_490"/>
            <p:cNvSpPr/>
            <p:nvPr/>
          </p:nvSpPr>
          <p:spPr>
            <a:xfrm>
              <a:off x="7789198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g1e548f1b451_0_490"/>
            <p:cNvSpPr/>
            <p:nvPr/>
          </p:nvSpPr>
          <p:spPr>
            <a:xfrm>
              <a:off x="883214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g1e548f1b451_0_490"/>
            <p:cNvSpPr/>
            <p:nvPr/>
          </p:nvSpPr>
          <p:spPr>
            <a:xfrm>
              <a:off x="987509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g1e548f1b451_0_490"/>
            <p:cNvSpPr/>
            <p:nvPr/>
          </p:nvSpPr>
          <p:spPr>
            <a:xfrm>
              <a:off x="1091804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g1e548f1b451_0_490"/>
            <p:cNvSpPr/>
            <p:nvPr/>
          </p:nvSpPr>
          <p:spPr>
            <a:xfrm>
              <a:off x="6746248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g1e548f1b451_0_490"/>
            <p:cNvSpPr/>
            <p:nvPr/>
          </p:nvSpPr>
          <p:spPr>
            <a:xfrm>
              <a:off x="8832147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g1e548f1b451_0_490"/>
            <p:cNvSpPr/>
            <p:nvPr/>
          </p:nvSpPr>
          <p:spPr>
            <a:xfrm>
              <a:off x="7798265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g1e548f1b451_0_490"/>
            <p:cNvSpPr/>
            <p:nvPr/>
          </p:nvSpPr>
          <p:spPr>
            <a:xfrm>
              <a:off x="9875095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g1e548f1b451_0_490"/>
            <p:cNvSpPr/>
            <p:nvPr/>
          </p:nvSpPr>
          <p:spPr>
            <a:xfrm>
              <a:off x="10918044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g1e548f1b451_0_490"/>
            <p:cNvSpPr/>
            <p:nvPr/>
          </p:nvSpPr>
          <p:spPr>
            <a:xfrm>
              <a:off x="6746248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g1e548f1b451_0_490"/>
            <p:cNvSpPr/>
            <p:nvPr/>
          </p:nvSpPr>
          <p:spPr>
            <a:xfrm>
              <a:off x="8832147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g1e548f1b451_0_490"/>
            <p:cNvSpPr/>
            <p:nvPr/>
          </p:nvSpPr>
          <p:spPr>
            <a:xfrm>
              <a:off x="7798265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g1e548f1b451_0_490"/>
            <p:cNvSpPr/>
            <p:nvPr/>
          </p:nvSpPr>
          <p:spPr>
            <a:xfrm>
              <a:off x="9875095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g1e548f1b451_0_490"/>
            <p:cNvSpPr/>
            <p:nvPr/>
          </p:nvSpPr>
          <p:spPr>
            <a:xfrm>
              <a:off x="10918044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g1e548f1b451_0_490"/>
            <p:cNvSpPr/>
            <p:nvPr/>
          </p:nvSpPr>
          <p:spPr>
            <a:xfrm>
              <a:off x="6746248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g1e548f1b451_0_490"/>
            <p:cNvSpPr/>
            <p:nvPr/>
          </p:nvSpPr>
          <p:spPr>
            <a:xfrm>
              <a:off x="8832147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g1e548f1b451_0_490"/>
            <p:cNvSpPr/>
            <p:nvPr/>
          </p:nvSpPr>
          <p:spPr>
            <a:xfrm>
              <a:off x="7798265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g1e548f1b451_0_490"/>
            <p:cNvSpPr/>
            <p:nvPr/>
          </p:nvSpPr>
          <p:spPr>
            <a:xfrm>
              <a:off x="9875095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g1e548f1b451_0_490"/>
            <p:cNvSpPr/>
            <p:nvPr/>
          </p:nvSpPr>
          <p:spPr>
            <a:xfrm>
              <a:off x="10918044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g1e548f1b451_0_490"/>
            <p:cNvSpPr/>
            <p:nvPr/>
          </p:nvSpPr>
          <p:spPr>
            <a:xfrm>
              <a:off x="6746248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g1e548f1b451_0_490"/>
            <p:cNvSpPr/>
            <p:nvPr/>
          </p:nvSpPr>
          <p:spPr>
            <a:xfrm>
              <a:off x="8832147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g1e548f1b451_0_490"/>
            <p:cNvSpPr/>
            <p:nvPr/>
          </p:nvSpPr>
          <p:spPr>
            <a:xfrm>
              <a:off x="7798265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g1e548f1b451_0_490"/>
            <p:cNvSpPr/>
            <p:nvPr/>
          </p:nvSpPr>
          <p:spPr>
            <a:xfrm>
              <a:off x="9875095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g1e548f1b451_0_490"/>
            <p:cNvSpPr/>
            <p:nvPr/>
          </p:nvSpPr>
          <p:spPr>
            <a:xfrm>
              <a:off x="10918044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g1e548f1b451_0_490"/>
            <p:cNvSpPr/>
            <p:nvPr/>
          </p:nvSpPr>
          <p:spPr>
            <a:xfrm>
              <a:off x="6746248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g1e548f1b451_0_490"/>
            <p:cNvSpPr/>
            <p:nvPr/>
          </p:nvSpPr>
          <p:spPr>
            <a:xfrm>
              <a:off x="8832147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g1e548f1b451_0_490"/>
            <p:cNvSpPr/>
            <p:nvPr/>
          </p:nvSpPr>
          <p:spPr>
            <a:xfrm>
              <a:off x="7798265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g1e548f1b451_0_490"/>
            <p:cNvSpPr/>
            <p:nvPr/>
          </p:nvSpPr>
          <p:spPr>
            <a:xfrm>
              <a:off x="9875095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g1e548f1b451_0_490"/>
            <p:cNvSpPr/>
            <p:nvPr/>
          </p:nvSpPr>
          <p:spPr>
            <a:xfrm>
              <a:off x="10918044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81" name="Google Shape;2381;g1e548f1b451_0_490"/>
            <p:cNvCxnSpPr/>
            <p:nvPr/>
          </p:nvCxnSpPr>
          <p:spPr>
            <a:xfrm rot="10800000">
              <a:off x="6109595" y="2723866"/>
              <a:ext cx="636653" cy="329821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82" name="Google Shape;2382;g1e548f1b451_0_490"/>
            <p:cNvSpPr txBox="1"/>
            <p:nvPr/>
          </p:nvSpPr>
          <p:spPr>
            <a:xfrm>
              <a:off x="6427921" y="2569681"/>
              <a:ext cx="37382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g1e548f1b451_0_490"/>
            <p:cNvSpPr txBox="1"/>
            <p:nvPr/>
          </p:nvSpPr>
          <p:spPr>
            <a:xfrm>
              <a:off x="6109595" y="2840128"/>
              <a:ext cx="44114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g1e548f1b451_0_490"/>
            <p:cNvSpPr txBox="1"/>
            <p:nvPr/>
          </p:nvSpPr>
          <p:spPr>
            <a:xfrm>
              <a:off x="6229050" y="323885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g1e548f1b451_0_490"/>
            <p:cNvSpPr txBox="1"/>
            <p:nvPr/>
          </p:nvSpPr>
          <p:spPr>
            <a:xfrm>
              <a:off x="6249641" y="3821365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g1e548f1b451_0_490"/>
            <p:cNvSpPr txBox="1"/>
            <p:nvPr/>
          </p:nvSpPr>
          <p:spPr>
            <a:xfrm>
              <a:off x="6249641" y="4463941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g1e548f1b451_0_490"/>
            <p:cNvSpPr txBox="1"/>
            <p:nvPr/>
          </p:nvSpPr>
          <p:spPr>
            <a:xfrm>
              <a:off x="6249641" y="5046177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g1e548f1b451_0_490"/>
            <p:cNvSpPr txBox="1"/>
            <p:nvPr/>
          </p:nvSpPr>
          <p:spPr>
            <a:xfrm>
              <a:off x="6234494" y="571927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g1e548f1b451_0_490"/>
            <p:cNvSpPr txBox="1"/>
            <p:nvPr/>
          </p:nvSpPr>
          <p:spPr>
            <a:xfrm>
              <a:off x="6285805" y="6392380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g1e548f1b451_0_490"/>
            <p:cNvSpPr txBox="1"/>
            <p:nvPr/>
          </p:nvSpPr>
          <p:spPr>
            <a:xfrm>
              <a:off x="7122893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g1e548f1b451_0_490"/>
            <p:cNvSpPr txBox="1"/>
            <p:nvPr/>
          </p:nvSpPr>
          <p:spPr>
            <a:xfrm>
              <a:off x="7971756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g1e548f1b451_0_490"/>
            <p:cNvSpPr txBox="1"/>
            <p:nvPr/>
          </p:nvSpPr>
          <p:spPr>
            <a:xfrm>
              <a:off x="8973257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g1e548f1b451_0_490"/>
            <p:cNvSpPr txBox="1"/>
            <p:nvPr/>
          </p:nvSpPr>
          <p:spPr>
            <a:xfrm>
              <a:off x="9974758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g1e548f1b451_0_490"/>
            <p:cNvSpPr txBox="1"/>
            <p:nvPr/>
          </p:nvSpPr>
          <p:spPr>
            <a:xfrm>
              <a:off x="10976259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g1e548f1b451_0_490"/>
            <p:cNvSpPr/>
            <p:nvPr/>
          </p:nvSpPr>
          <p:spPr>
            <a:xfrm>
              <a:off x="6746248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g1e548f1b451_0_490"/>
            <p:cNvSpPr/>
            <p:nvPr/>
          </p:nvSpPr>
          <p:spPr>
            <a:xfrm>
              <a:off x="7789198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g1e548f1b451_0_490"/>
            <p:cNvSpPr/>
            <p:nvPr/>
          </p:nvSpPr>
          <p:spPr>
            <a:xfrm>
              <a:off x="883214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g1e548f1b451_0_490"/>
            <p:cNvSpPr/>
            <p:nvPr/>
          </p:nvSpPr>
          <p:spPr>
            <a:xfrm>
              <a:off x="987509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g1e548f1b451_0_490"/>
            <p:cNvSpPr/>
            <p:nvPr/>
          </p:nvSpPr>
          <p:spPr>
            <a:xfrm>
              <a:off x="1091804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g1e548f1b451_0_490"/>
            <p:cNvSpPr/>
            <p:nvPr/>
          </p:nvSpPr>
          <p:spPr>
            <a:xfrm>
              <a:off x="6746248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g1e548f1b451_0_490"/>
            <p:cNvSpPr/>
            <p:nvPr/>
          </p:nvSpPr>
          <p:spPr>
            <a:xfrm>
              <a:off x="8832147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g1e548f1b451_0_490"/>
            <p:cNvSpPr/>
            <p:nvPr/>
          </p:nvSpPr>
          <p:spPr>
            <a:xfrm>
              <a:off x="7798265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g1e548f1b451_0_490"/>
            <p:cNvSpPr/>
            <p:nvPr/>
          </p:nvSpPr>
          <p:spPr>
            <a:xfrm>
              <a:off x="9875095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g1e548f1b451_0_490"/>
            <p:cNvSpPr/>
            <p:nvPr/>
          </p:nvSpPr>
          <p:spPr>
            <a:xfrm>
              <a:off x="10918044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5" name="Google Shape;2405;g1e548f1b451_0_490"/>
          <p:cNvSpPr/>
          <p:nvPr/>
        </p:nvSpPr>
        <p:spPr>
          <a:xfrm>
            <a:off x="8150860" y="5770366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g1e548f1b451_0_490"/>
          <p:cNvSpPr/>
          <p:nvPr/>
        </p:nvSpPr>
        <p:spPr>
          <a:xfrm>
            <a:off x="7017009" y="4474624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g1e548f1b451_0_490"/>
          <p:cNvSpPr/>
          <p:nvPr/>
        </p:nvSpPr>
        <p:spPr>
          <a:xfrm>
            <a:off x="4796234" y="2242332"/>
            <a:ext cx="1105145" cy="421066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8" name="Google Shape;2408;g1e548f1b451_0_490"/>
          <p:cNvSpPr/>
          <p:nvPr/>
        </p:nvSpPr>
        <p:spPr>
          <a:xfrm>
            <a:off x="6000304" y="4499555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9" name="Google Shape;2409;g1e548f1b451_0_490"/>
          <p:cNvSpPr/>
          <p:nvPr/>
        </p:nvSpPr>
        <p:spPr>
          <a:xfrm>
            <a:off x="4993474" y="3881236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g1e548f1b451_0_6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graphicFrame>
        <p:nvGraphicFramePr>
          <p:cNvPr id="2415" name="Google Shape;2415;g1e548f1b451_0_644"/>
          <p:cNvGraphicFramePr/>
          <p:nvPr/>
        </p:nvGraphicFramePr>
        <p:xfrm>
          <a:off x="3774226" y="1353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416" name="Google Shape;2416;g1e548f1b451_0_644"/>
          <p:cNvGrpSpPr/>
          <p:nvPr/>
        </p:nvGrpSpPr>
        <p:grpSpPr>
          <a:xfrm>
            <a:off x="3280498" y="2300914"/>
            <a:ext cx="5642811" cy="4345919"/>
            <a:chOff x="6109595" y="2569681"/>
            <a:chExt cx="5642811" cy="4345919"/>
          </a:xfrm>
        </p:grpSpPr>
        <p:sp>
          <p:nvSpPr>
            <p:cNvPr id="2417" name="Google Shape;2417;g1e548f1b451_0_644"/>
            <p:cNvSpPr/>
            <p:nvPr/>
          </p:nvSpPr>
          <p:spPr>
            <a:xfrm>
              <a:off x="6746248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g1e548f1b451_0_644"/>
            <p:cNvSpPr/>
            <p:nvPr/>
          </p:nvSpPr>
          <p:spPr>
            <a:xfrm>
              <a:off x="7789198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g1e548f1b451_0_644"/>
            <p:cNvSpPr/>
            <p:nvPr/>
          </p:nvSpPr>
          <p:spPr>
            <a:xfrm>
              <a:off x="883214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g1e548f1b451_0_644"/>
            <p:cNvSpPr/>
            <p:nvPr/>
          </p:nvSpPr>
          <p:spPr>
            <a:xfrm>
              <a:off x="987509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g1e548f1b451_0_644"/>
            <p:cNvSpPr/>
            <p:nvPr/>
          </p:nvSpPr>
          <p:spPr>
            <a:xfrm>
              <a:off x="1091804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g1e548f1b451_0_644"/>
            <p:cNvSpPr/>
            <p:nvPr/>
          </p:nvSpPr>
          <p:spPr>
            <a:xfrm>
              <a:off x="6746248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g1e548f1b451_0_644"/>
            <p:cNvSpPr/>
            <p:nvPr/>
          </p:nvSpPr>
          <p:spPr>
            <a:xfrm>
              <a:off x="7789198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g1e548f1b451_0_644"/>
            <p:cNvSpPr/>
            <p:nvPr/>
          </p:nvSpPr>
          <p:spPr>
            <a:xfrm>
              <a:off x="883214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g1e548f1b451_0_644"/>
            <p:cNvSpPr/>
            <p:nvPr/>
          </p:nvSpPr>
          <p:spPr>
            <a:xfrm>
              <a:off x="987509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g1e548f1b451_0_644"/>
            <p:cNvSpPr/>
            <p:nvPr/>
          </p:nvSpPr>
          <p:spPr>
            <a:xfrm>
              <a:off x="1091804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g1e548f1b451_0_644"/>
            <p:cNvSpPr/>
            <p:nvPr/>
          </p:nvSpPr>
          <p:spPr>
            <a:xfrm>
              <a:off x="6746248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g1e548f1b451_0_644"/>
            <p:cNvSpPr/>
            <p:nvPr/>
          </p:nvSpPr>
          <p:spPr>
            <a:xfrm>
              <a:off x="7789198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g1e548f1b451_0_644"/>
            <p:cNvSpPr/>
            <p:nvPr/>
          </p:nvSpPr>
          <p:spPr>
            <a:xfrm>
              <a:off x="883214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g1e548f1b451_0_644"/>
            <p:cNvSpPr/>
            <p:nvPr/>
          </p:nvSpPr>
          <p:spPr>
            <a:xfrm>
              <a:off x="987509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g1e548f1b451_0_644"/>
            <p:cNvSpPr/>
            <p:nvPr/>
          </p:nvSpPr>
          <p:spPr>
            <a:xfrm>
              <a:off x="1091804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g1e548f1b451_0_644"/>
            <p:cNvSpPr/>
            <p:nvPr/>
          </p:nvSpPr>
          <p:spPr>
            <a:xfrm>
              <a:off x="6746248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g1e548f1b451_0_644"/>
            <p:cNvSpPr/>
            <p:nvPr/>
          </p:nvSpPr>
          <p:spPr>
            <a:xfrm>
              <a:off x="7789198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g1e548f1b451_0_644"/>
            <p:cNvSpPr/>
            <p:nvPr/>
          </p:nvSpPr>
          <p:spPr>
            <a:xfrm>
              <a:off x="883214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g1e548f1b451_0_644"/>
            <p:cNvSpPr/>
            <p:nvPr/>
          </p:nvSpPr>
          <p:spPr>
            <a:xfrm>
              <a:off x="987509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g1e548f1b451_0_644"/>
            <p:cNvSpPr/>
            <p:nvPr/>
          </p:nvSpPr>
          <p:spPr>
            <a:xfrm>
              <a:off x="1091804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g1e548f1b451_0_644"/>
            <p:cNvSpPr/>
            <p:nvPr/>
          </p:nvSpPr>
          <p:spPr>
            <a:xfrm>
              <a:off x="6746248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g1e548f1b451_0_644"/>
            <p:cNvSpPr/>
            <p:nvPr/>
          </p:nvSpPr>
          <p:spPr>
            <a:xfrm>
              <a:off x="7789198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g1e548f1b451_0_644"/>
            <p:cNvSpPr/>
            <p:nvPr/>
          </p:nvSpPr>
          <p:spPr>
            <a:xfrm>
              <a:off x="883214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g1e548f1b451_0_644"/>
            <p:cNvSpPr/>
            <p:nvPr/>
          </p:nvSpPr>
          <p:spPr>
            <a:xfrm>
              <a:off x="987509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g1e548f1b451_0_644"/>
            <p:cNvSpPr/>
            <p:nvPr/>
          </p:nvSpPr>
          <p:spPr>
            <a:xfrm>
              <a:off x="1091804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g1e548f1b451_0_644"/>
            <p:cNvSpPr/>
            <p:nvPr/>
          </p:nvSpPr>
          <p:spPr>
            <a:xfrm>
              <a:off x="6746248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g1e548f1b451_0_644"/>
            <p:cNvSpPr/>
            <p:nvPr/>
          </p:nvSpPr>
          <p:spPr>
            <a:xfrm>
              <a:off x="8832147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g1e548f1b451_0_644"/>
            <p:cNvSpPr/>
            <p:nvPr/>
          </p:nvSpPr>
          <p:spPr>
            <a:xfrm>
              <a:off x="7798265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g1e548f1b451_0_644"/>
            <p:cNvSpPr/>
            <p:nvPr/>
          </p:nvSpPr>
          <p:spPr>
            <a:xfrm>
              <a:off x="9875095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g1e548f1b451_0_644"/>
            <p:cNvSpPr/>
            <p:nvPr/>
          </p:nvSpPr>
          <p:spPr>
            <a:xfrm>
              <a:off x="10918044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g1e548f1b451_0_644"/>
            <p:cNvSpPr/>
            <p:nvPr/>
          </p:nvSpPr>
          <p:spPr>
            <a:xfrm>
              <a:off x="6746248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g1e548f1b451_0_644"/>
            <p:cNvSpPr/>
            <p:nvPr/>
          </p:nvSpPr>
          <p:spPr>
            <a:xfrm>
              <a:off x="8832147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g1e548f1b451_0_644"/>
            <p:cNvSpPr/>
            <p:nvPr/>
          </p:nvSpPr>
          <p:spPr>
            <a:xfrm>
              <a:off x="7798265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g1e548f1b451_0_644"/>
            <p:cNvSpPr/>
            <p:nvPr/>
          </p:nvSpPr>
          <p:spPr>
            <a:xfrm>
              <a:off x="9875095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g1e548f1b451_0_644"/>
            <p:cNvSpPr/>
            <p:nvPr/>
          </p:nvSpPr>
          <p:spPr>
            <a:xfrm>
              <a:off x="10918044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g1e548f1b451_0_644"/>
            <p:cNvSpPr/>
            <p:nvPr/>
          </p:nvSpPr>
          <p:spPr>
            <a:xfrm>
              <a:off x="6746248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g1e548f1b451_0_644"/>
            <p:cNvSpPr/>
            <p:nvPr/>
          </p:nvSpPr>
          <p:spPr>
            <a:xfrm>
              <a:off x="8832147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g1e548f1b451_0_644"/>
            <p:cNvSpPr/>
            <p:nvPr/>
          </p:nvSpPr>
          <p:spPr>
            <a:xfrm>
              <a:off x="7798265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g1e548f1b451_0_644"/>
            <p:cNvSpPr/>
            <p:nvPr/>
          </p:nvSpPr>
          <p:spPr>
            <a:xfrm>
              <a:off x="9875095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g1e548f1b451_0_644"/>
            <p:cNvSpPr/>
            <p:nvPr/>
          </p:nvSpPr>
          <p:spPr>
            <a:xfrm>
              <a:off x="10918044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g1e548f1b451_0_644"/>
            <p:cNvSpPr/>
            <p:nvPr/>
          </p:nvSpPr>
          <p:spPr>
            <a:xfrm>
              <a:off x="6746248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g1e548f1b451_0_644"/>
            <p:cNvSpPr/>
            <p:nvPr/>
          </p:nvSpPr>
          <p:spPr>
            <a:xfrm>
              <a:off x="8832147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g1e548f1b451_0_644"/>
            <p:cNvSpPr/>
            <p:nvPr/>
          </p:nvSpPr>
          <p:spPr>
            <a:xfrm>
              <a:off x="7798265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g1e548f1b451_0_644"/>
            <p:cNvSpPr/>
            <p:nvPr/>
          </p:nvSpPr>
          <p:spPr>
            <a:xfrm>
              <a:off x="9875095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g1e548f1b451_0_644"/>
            <p:cNvSpPr/>
            <p:nvPr/>
          </p:nvSpPr>
          <p:spPr>
            <a:xfrm>
              <a:off x="10918044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g1e548f1b451_0_644"/>
            <p:cNvSpPr/>
            <p:nvPr/>
          </p:nvSpPr>
          <p:spPr>
            <a:xfrm>
              <a:off x="6746248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g1e548f1b451_0_644"/>
            <p:cNvSpPr/>
            <p:nvPr/>
          </p:nvSpPr>
          <p:spPr>
            <a:xfrm>
              <a:off x="8832147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g1e548f1b451_0_644"/>
            <p:cNvSpPr/>
            <p:nvPr/>
          </p:nvSpPr>
          <p:spPr>
            <a:xfrm>
              <a:off x="7798265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g1e548f1b451_0_644"/>
            <p:cNvSpPr/>
            <p:nvPr/>
          </p:nvSpPr>
          <p:spPr>
            <a:xfrm>
              <a:off x="9875095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g1e548f1b451_0_644"/>
            <p:cNvSpPr/>
            <p:nvPr/>
          </p:nvSpPr>
          <p:spPr>
            <a:xfrm>
              <a:off x="10918044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67" name="Google Shape;2467;g1e548f1b451_0_644"/>
            <p:cNvCxnSpPr/>
            <p:nvPr/>
          </p:nvCxnSpPr>
          <p:spPr>
            <a:xfrm rot="10800000">
              <a:off x="6109595" y="2723866"/>
              <a:ext cx="636653" cy="329821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68" name="Google Shape;2468;g1e548f1b451_0_644"/>
            <p:cNvSpPr txBox="1"/>
            <p:nvPr/>
          </p:nvSpPr>
          <p:spPr>
            <a:xfrm>
              <a:off x="6427921" y="2569681"/>
              <a:ext cx="37382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g1e548f1b451_0_644"/>
            <p:cNvSpPr txBox="1"/>
            <p:nvPr/>
          </p:nvSpPr>
          <p:spPr>
            <a:xfrm>
              <a:off x="6109595" y="2840128"/>
              <a:ext cx="44114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g1e548f1b451_0_644"/>
            <p:cNvSpPr txBox="1"/>
            <p:nvPr/>
          </p:nvSpPr>
          <p:spPr>
            <a:xfrm>
              <a:off x="6229050" y="323885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g1e548f1b451_0_644"/>
            <p:cNvSpPr txBox="1"/>
            <p:nvPr/>
          </p:nvSpPr>
          <p:spPr>
            <a:xfrm>
              <a:off x="6249641" y="3821365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g1e548f1b451_0_644"/>
            <p:cNvSpPr txBox="1"/>
            <p:nvPr/>
          </p:nvSpPr>
          <p:spPr>
            <a:xfrm>
              <a:off x="6249641" y="4463941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g1e548f1b451_0_644"/>
            <p:cNvSpPr txBox="1"/>
            <p:nvPr/>
          </p:nvSpPr>
          <p:spPr>
            <a:xfrm>
              <a:off x="6249641" y="5046177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g1e548f1b451_0_644"/>
            <p:cNvSpPr txBox="1"/>
            <p:nvPr/>
          </p:nvSpPr>
          <p:spPr>
            <a:xfrm>
              <a:off x="6234494" y="571927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g1e548f1b451_0_644"/>
            <p:cNvSpPr txBox="1"/>
            <p:nvPr/>
          </p:nvSpPr>
          <p:spPr>
            <a:xfrm>
              <a:off x="6285805" y="6392380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g1e548f1b451_0_644"/>
            <p:cNvSpPr txBox="1"/>
            <p:nvPr/>
          </p:nvSpPr>
          <p:spPr>
            <a:xfrm>
              <a:off x="7122893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g1e548f1b451_0_644"/>
            <p:cNvSpPr txBox="1"/>
            <p:nvPr/>
          </p:nvSpPr>
          <p:spPr>
            <a:xfrm>
              <a:off x="7971756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g1e548f1b451_0_644"/>
            <p:cNvSpPr txBox="1"/>
            <p:nvPr/>
          </p:nvSpPr>
          <p:spPr>
            <a:xfrm>
              <a:off x="8973257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g1e548f1b451_0_644"/>
            <p:cNvSpPr txBox="1"/>
            <p:nvPr/>
          </p:nvSpPr>
          <p:spPr>
            <a:xfrm>
              <a:off x="9974758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g1e548f1b451_0_644"/>
            <p:cNvSpPr txBox="1"/>
            <p:nvPr/>
          </p:nvSpPr>
          <p:spPr>
            <a:xfrm>
              <a:off x="10976259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g1e548f1b451_0_644"/>
            <p:cNvSpPr/>
            <p:nvPr/>
          </p:nvSpPr>
          <p:spPr>
            <a:xfrm>
              <a:off x="6746248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g1e548f1b451_0_644"/>
            <p:cNvSpPr/>
            <p:nvPr/>
          </p:nvSpPr>
          <p:spPr>
            <a:xfrm>
              <a:off x="7789198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g1e548f1b451_0_644"/>
            <p:cNvSpPr/>
            <p:nvPr/>
          </p:nvSpPr>
          <p:spPr>
            <a:xfrm>
              <a:off x="883214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g1e548f1b451_0_644"/>
            <p:cNvSpPr/>
            <p:nvPr/>
          </p:nvSpPr>
          <p:spPr>
            <a:xfrm>
              <a:off x="987509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g1e548f1b451_0_644"/>
            <p:cNvSpPr/>
            <p:nvPr/>
          </p:nvSpPr>
          <p:spPr>
            <a:xfrm>
              <a:off x="1091804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g1e548f1b451_0_644"/>
            <p:cNvSpPr/>
            <p:nvPr/>
          </p:nvSpPr>
          <p:spPr>
            <a:xfrm>
              <a:off x="6746248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g1e548f1b451_0_644"/>
            <p:cNvSpPr/>
            <p:nvPr/>
          </p:nvSpPr>
          <p:spPr>
            <a:xfrm>
              <a:off x="8832147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g1e548f1b451_0_644"/>
            <p:cNvSpPr/>
            <p:nvPr/>
          </p:nvSpPr>
          <p:spPr>
            <a:xfrm>
              <a:off x="7798265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9" name="Google Shape;2489;g1e548f1b451_0_644"/>
            <p:cNvSpPr/>
            <p:nvPr/>
          </p:nvSpPr>
          <p:spPr>
            <a:xfrm>
              <a:off x="9875095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0" name="Google Shape;2490;g1e548f1b451_0_644"/>
            <p:cNvSpPr/>
            <p:nvPr/>
          </p:nvSpPr>
          <p:spPr>
            <a:xfrm>
              <a:off x="10918044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91" name="Google Shape;2491;g1e548f1b451_0_644"/>
          <p:cNvSpPr/>
          <p:nvPr/>
        </p:nvSpPr>
        <p:spPr>
          <a:xfrm>
            <a:off x="8252460" y="5905474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2" name="Google Shape;2492;g1e548f1b451_0_644"/>
          <p:cNvSpPr/>
          <p:nvPr/>
        </p:nvSpPr>
        <p:spPr>
          <a:xfrm>
            <a:off x="7118609" y="4609732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3" name="Google Shape;2493;g1e548f1b451_0_644"/>
          <p:cNvSpPr/>
          <p:nvPr/>
        </p:nvSpPr>
        <p:spPr>
          <a:xfrm>
            <a:off x="3884057" y="2377440"/>
            <a:ext cx="1105145" cy="421066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4" name="Google Shape;2494;g1e548f1b451_0_644"/>
          <p:cNvSpPr/>
          <p:nvPr/>
        </p:nvSpPr>
        <p:spPr>
          <a:xfrm>
            <a:off x="6101904" y="4634663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5" name="Google Shape;2495;g1e548f1b451_0_644"/>
          <p:cNvSpPr/>
          <p:nvPr/>
        </p:nvSpPr>
        <p:spPr>
          <a:xfrm>
            <a:off x="5095074" y="4016344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g1e548f1b451_0_644"/>
          <p:cNvSpPr/>
          <p:nvPr/>
        </p:nvSpPr>
        <p:spPr>
          <a:xfrm>
            <a:off x="4007860" y="2791653"/>
            <a:ext cx="701040" cy="684438"/>
          </a:xfrm>
          <a:prstGeom prst="ellipse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Tracking which items were taken</a:t>
            </a:r>
            <a:endParaRPr/>
          </a:p>
        </p:txBody>
      </p:sp>
      <p:graphicFrame>
        <p:nvGraphicFramePr>
          <p:cNvPr id="2502" name="Google Shape;2502;p66"/>
          <p:cNvGraphicFramePr/>
          <p:nvPr/>
        </p:nvGraphicFramePr>
        <p:xfrm>
          <a:off x="3774226" y="1353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{EA04BB61-70D7-452B-8A23-DB9D64DA7186}</a:tableStyleId>
              </a:tblPr>
              <a:tblGrid>
                <a:gridCol w="1036325"/>
                <a:gridCol w="843275"/>
                <a:gridCol w="995675"/>
                <a:gridCol w="1026150"/>
                <a:gridCol w="11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prices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weights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503" name="Google Shape;2503;p66"/>
          <p:cNvGrpSpPr/>
          <p:nvPr/>
        </p:nvGrpSpPr>
        <p:grpSpPr>
          <a:xfrm>
            <a:off x="3280498" y="2300914"/>
            <a:ext cx="5642811" cy="4345919"/>
            <a:chOff x="6109595" y="2569681"/>
            <a:chExt cx="5642811" cy="4345919"/>
          </a:xfrm>
        </p:grpSpPr>
        <p:sp>
          <p:nvSpPr>
            <p:cNvPr id="2504" name="Google Shape;2504;p66"/>
            <p:cNvSpPr/>
            <p:nvPr/>
          </p:nvSpPr>
          <p:spPr>
            <a:xfrm>
              <a:off x="6746248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66"/>
            <p:cNvSpPr/>
            <p:nvPr/>
          </p:nvSpPr>
          <p:spPr>
            <a:xfrm>
              <a:off x="7789198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66"/>
            <p:cNvSpPr/>
            <p:nvPr/>
          </p:nvSpPr>
          <p:spPr>
            <a:xfrm>
              <a:off x="883214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66"/>
            <p:cNvSpPr/>
            <p:nvPr/>
          </p:nvSpPr>
          <p:spPr>
            <a:xfrm>
              <a:off x="987509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p66"/>
            <p:cNvSpPr/>
            <p:nvPr/>
          </p:nvSpPr>
          <p:spPr>
            <a:xfrm>
              <a:off x="10918047" y="3053687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66"/>
            <p:cNvSpPr/>
            <p:nvPr/>
          </p:nvSpPr>
          <p:spPr>
            <a:xfrm>
              <a:off x="6746248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p66"/>
            <p:cNvSpPr/>
            <p:nvPr/>
          </p:nvSpPr>
          <p:spPr>
            <a:xfrm>
              <a:off x="7789198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p66"/>
            <p:cNvSpPr/>
            <p:nvPr/>
          </p:nvSpPr>
          <p:spPr>
            <a:xfrm>
              <a:off x="883214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66"/>
            <p:cNvSpPr/>
            <p:nvPr/>
          </p:nvSpPr>
          <p:spPr>
            <a:xfrm>
              <a:off x="987509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66"/>
            <p:cNvSpPr/>
            <p:nvPr/>
          </p:nvSpPr>
          <p:spPr>
            <a:xfrm>
              <a:off x="10918047" y="369262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66"/>
            <p:cNvSpPr/>
            <p:nvPr/>
          </p:nvSpPr>
          <p:spPr>
            <a:xfrm>
              <a:off x="6746248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p66"/>
            <p:cNvSpPr/>
            <p:nvPr/>
          </p:nvSpPr>
          <p:spPr>
            <a:xfrm>
              <a:off x="7789198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66"/>
            <p:cNvSpPr/>
            <p:nvPr/>
          </p:nvSpPr>
          <p:spPr>
            <a:xfrm>
              <a:off x="883214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66"/>
            <p:cNvSpPr/>
            <p:nvPr/>
          </p:nvSpPr>
          <p:spPr>
            <a:xfrm>
              <a:off x="987509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66"/>
            <p:cNvSpPr/>
            <p:nvPr/>
          </p:nvSpPr>
          <p:spPr>
            <a:xfrm>
              <a:off x="10918047" y="4331565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66"/>
            <p:cNvSpPr/>
            <p:nvPr/>
          </p:nvSpPr>
          <p:spPr>
            <a:xfrm>
              <a:off x="6746248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66"/>
            <p:cNvSpPr/>
            <p:nvPr/>
          </p:nvSpPr>
          <p:spPr>
            <a:xfrm>
              <a:off x="7789198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66"/>
            <p:cNvSpPr/>
            <p:nvPr/>
          </p:nvSpPr>
          <p:spPr>
            <a:xfrm>
              <a:off x="883214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66"/>
            <p:cNvSpPr/>
            <p:nvPr/>
          </p:nvSpPr>
          <p:spPr>
            <a:xfrm>
              <a:off x="987509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66"/>
            <p:cNvSpPr/>
            <p:nvPr/>
          </p:nvSpPr>
          <p:spPr>
            <a:xfrm>
              <a:off x="10918047" y="4970504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p66"/>
            <p:cNvSpPr/>
            <p:nvPr/>
          </p:nvSpPr>
          <p:spPr>
            <a:xfrm>
              <a:off x="6746248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66"/>
            <p:cNvSpPr/>
            <p:nvPr/>
          </p:nvSpPr>
          <p:spPr>
            <a:xfrm>
              <a:off x="7789198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66"/>
            <p:cNvSpPr/>
            <p:nvPr/>
          </p:nvSpPr>
          <p:spPr>
            <a:xfrm>
              <a:off x="883214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p66"/>
            <p:cNvSpPr/>
            <p:nvPr/>
          </p:nvSpPr>
          <p:spPr>
            <a:xfrm>
              <a:off x="987509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p66"/>
            <p:cNvSpPr/>
            <p:nvPr/>
          </p:nvSpPr>
          <p:spPr>
            <a:xfrm>
              <a:off x="10918047" y="5609443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p66"/>
            <p:cNvSpPr/>
            <p:nvPr/>
          </p:nvSpPr>
          <p:spPr>
            <a:xfrm>
              <a:off x="6746248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p66"/>
            <p:cNvSpPr/>
            <p:nvPr/>
          </p:nvSpPr>
          <p:spPr>
            <a:xfrm>
              <a:off x="8832147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66"/>
            <p:cNvSpPr/>
            <p:nvPr/>
          </p:nvSpPr>
          <p:spPr>
            <a:xfrm>
              <a:off x="7798265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p66"/>
            <p:cNvSpPr/>
            <p:nvPr/>
          </p:nvSpPr>
          <p:spPr>
            <a:xfrm>
              <a:off x="9875095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p66"/>
            <p:cNvSpPr/>
            <p:nvPr/>
          </p:nvSpPr>
          <p:spPr>
            <a:xfrm>
              <a:off x="10918044" y="3053687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p66"/>
            <p:cNvSpPr/>
            <p:nvPr/>
          </p:nvSpPr>
          <p:spPr>
            <a:xfrm>
              <a:off x="6746248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66"/>
            <p:cNvSpPr/>
            <p:nvPr/>
          </p:nvSpPr>
          <p:spPr>
            <a:xfrm>
              <a:off x="8832147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p66"/>
            <p:cNvSpPr/>
            <p:nvPr/>
          </p:nvSpPr>
          <p:spPr>
            <a:xfrm>
              <a:off x="7798265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66"/>
            <p:cNvSpPr/>
            <p:nvPr/>
          </p:nvSpPr>
          <p:spPr>
            <a:xfrm>
              <a:off x="9875095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p66"/>
            <p:cNvSpPr/>
            <p:nvPr/>
          </p:nvSpPr>
          <p:spPr>
            <a:xfrm>
              <a:off x="10918044" y="369262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p66"/>
            <p:cNvSpPr/>
            <p:nvPr/>
          </p:nvSpPr>
          <p:spPr>
            <a:xfrm>
              <a:off x="6746248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p66"/>
            <p:cNvSpPr/>
            <p:nvPr/>
          </p:nvSpPr>
          <p:spPr>
            <a:xfrm>
              <a:off x="8832147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p66"/>
            <p:cNvSpPr/>
            <p:nvPr/>
          </p:nvSpPr>
          <p:spPr>
            <a:xfrm>
              <a:off x="7798265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p66"/>
            <p:cNvSpPr/>
            <p:nvPr/>
          </p:nvSpPr>
          <p:spPr>
            <a:xfrm>
              <a:off x="9875095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66"/>
            <p:cNvSpPr/>
            <p:nvPr/>
          </p:nvSpPr>
          <p:spPr>
            <a:xfrm>
              <a:off x="10918044" y="4331565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p66"/>
            <p:cNvSpPr/>
            <p:nvPr/>
          </p:nvSpPr>
          <p:spPr>
            <a:xfrm>
              <a:off x="6746248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p66"/>
            <p:cNvSpPr/>
            <p:nvPr/>
          </p:nvSpPr>
          <p:spPr>
            <a:xfrm>
              <a:off x="8832147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p66"/>
            <p:cNvSpPr/>
            <p:nvPr/>
          </p:nvSpPr>
          <p:spPr>
            <a:xfrm>
              <a:off x="7798265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p66"/>
            <p:cNvSpPr/>
            <p:nvPr/>
          </p:nvSpPr>
          <p:spPr>
            <a:xfrm>
              <a:off x="9875095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66"/>
            <p:cNvSpPr/>
            <p:nvPr/>
          </p:nvSpPr>
          <p:spPr>
            <a:xfrm>
              <a:off x="10918044" y="4970504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p66"/>
            <p:cNvSpPr/>
            <p:nvPr/>
          </p:nvSpPr>
          <p:spPr>
            <a:xfrm>
              <a:off x="6746248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66"/>
            <p:cNvSpPr/>
            <p:nvPr/>
          </p:nvSpPr>
          <p:spPr>
            <a:xfrm>
              <a:off x="8832147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66"/>
            <p:cNvSpPr/>
            <p:nvPr/>
          </p:nvSpPr>
          <p:spPr>
            <a:xfrm>
              <a:off x="7798265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66"/>
            <p:cNvSpPr/>
            <p:nvPr/>
          </p:nvSpPr>
          <p:spPr>
            <a:xfrm>
              <a:off x="9875095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66"/>
            <p:cNvSpPr/>
            <p:nvPr/>
          </p:nvSpPr>
          <p:spPr>
            <a:xfrm>
              <a:off x="10918044" y="5609443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54" name="Google Shape;2554;p66"/>
            <p:cNvCxnSpPr/>
            <p:nvPr/>
          </p:nvCxnSpPr>
          <p:spPr>
            <a:xfrm rot="10800000">
              <a:off x="6109595" y="2723866"/>
              <a:ext cx="636653" cy="329821"/>
            </a:xfrm>
            <a:prstGeom prst="straightConnector1">
              <a:avLst/>
            </a:prstGeom>
            <a:noFill/>
            <a:ln cap="flat" cmpd="sng" w="76200">
              <a:solidFill>
                <a:srgbClr val="5597D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55" name="Google Shape;2555;p66"/>
            <p:cNvSpPr txBox="1"/>
            <p:nvPr/>
          </p:nvSpPr>
          <p:spPr>
            <a:xfrm>
              <a:off x="6427921" y="2569681"/>
              <a:ext cx="37382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66"/>
            <p:cNvSpPr txBox="1"/>
            <p:nvPr/>
          </p:nvSpPr>
          <p:spPr>
            <a:xfrm>
              <a:off x="6109595" y="2840128"/>
              <a:ext cx="44114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p66"/>
            <p:cNvSpPr txBox="1"/>
            <p:nvPr/>
          </p:nvSpPr>
          <p:spPr>
            <a:xfrm>
              <a:off x="6229050" y="323885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66"/>
            <p:cNvSpPr txBox="1"/>
            <p:nvPr/>
          </p:nvSpPr>
          <p:spPr>
            <a:xfrm>
              <a:off x="6249641" y="3821365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66"/>
            <p:cNvSpPr txBox="1"/>
            <p:nvPr/>
          </p:nvSpPr>
          <p:spPr>
            <a:xfrm>
              <a:off x="6249641" y="4463941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66"/>
            <p:cNvSpPr txBox="1"/>
            <p:nvPr/>
          </p:nvSpPr>
          <p:spPr>
            <a:xfrm>
              <a:off x="6249641" y="5046177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66"/>
            <p:cNvSpPr txBox="1"/>
            <p:nvPr/>
          </p:nvSpPr>
          <p:spPr>
            <a:xfrm>
              <a:off x="6234494" y="5719279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66"/>
            <p:cNvSpPr txBox="1"/>
            <p:nvPr/>
          </p:nvSpPr>
          <p:spPr>
            <a:xfrm>
              <a:off x="6285805" y="6392380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66"/>
            <p:cNvSpPr txBox="1"/>
            <p:nvPr/>
          </p:nvSpPr>
          <p:spPr>
            <a:xfrm>
              <a:off x="7122893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66"/>
            <p:cNvSpPr txBox="1"/>
            <p:nvPr/>
          </p:nvSpPr>
          <p:spPr>
            <a:xfrm>
              <a:off x="7971756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66"/>
            <p:cNvSpPr txBox="1"/>
            <p:nvPr/>
          </p:nvSpPr>
          <p:spPr>
            <a:xfrm>
              <a:off x="8973257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66"/>
            <p:cNvSpPr txBox="1"/>
            <p:nvPr/>
          </p:nvSpPr>
          <p:spPr>
            <a:xfrm>
              <a:off x="9974758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66"/>
            <p:cNvSpPr txBox="1"/>
            <p:nvPr/>
          </p:nvSpPr>
          <p:spPr>
            <a:xfrm>
              <a:off x="10976259" y="2656256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66"/>
            <p:cNvSpPr/>
            <p:nvPr/>
          </p:nvSpPr>
          <p:spPr>
            <a:xfrm>
              <a:off x="6746248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p66"/>
            <p:cNvSpPr/>
            <p:nvPr/>
          </p:nvSpPr>
          <p:spPr>
            <a:xfrm>
              <a:off x="7789198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66"/>
            <p:cNvSpPr/>
            <p:nvPr/>
          </p:nvSpPr>
          <p:spPr>
            <a:xfrm>
              <a:off x="883214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66"/>
            <p:cNvSpPr/>
            <p:nvPr/>
          </p:nvSpPr>
          <p:spPr>
            <a:xfrm>
              <a:off x="987509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p66"/>
            <p:cNvSpPr/>
            <p:nvPr/>
          </p:nvSpPr>
          <p:spPr>
            <a:xfrm>
              <a:off x="10918047" y="6316706"/>
              <a:ext cx="834359" cy="51909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4271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p66"/>
            <p:cNvSpPr/>
            <p:nvPr/>
          </p:nvSpPr>
          <p:spPr>
            <a:xfrm>
              <a:off x="6746248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66"/>
            <p:cNvSpPr/>
            <p:nvPr/>
          </p:nvSpPr>
          <p:spPr>
            <a:xfrm>
              <a:off x="8832147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66"/>
            <p:cNvSpPr/>
            <p:nvPr/>
          </p:nvSpPr>
          <p:spPr>
            <a:xfrm>
              <a:off x="7798265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66"/>
            <p:cNvSpPr/>
            <p:nvPr/>
          </p:nvSpPr>
          <p:spPr>
            <a:xfrm>
              <a:off x="9875095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66"/>
            <p:cNvSpPr/>
            <p:nvPr/>
          </p:nvSpPr>
          <p:spPr>
            <a:xfrm>
              <a:off x="10918044" y="6316706"/>
              <a:ext cx="834359" cy="519091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517E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78" name="Google Shape;2578;p66"/>
          <p:cNvSpPr/>
          <p:nvPr/>
        </p:nvSpPr>
        <p:spPr>
          <a:xfrm>
            <a:off x="8252460" y="5905474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9" name="Google Shape;2579;p66"/>
          <p:cNvSpPr/>
          <p:nvPr/>
        </p:nvSpPr>
        <p:spPr>
          <a:xfrm>
            <a:off x="7118609" y="4609732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0" name="Google Shape;2580;p66"/>
          <p:cNvSpPr/>
          <p:nvPr/>
        </p:nvSpPr>
        <p:spPr>
          <a:xfrm>
            <a:off x="3884057" y="2377440"/>
            <a:ext cx="1105145" cy="421066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1" name="Google Shape;2581;p66"/>
          <p:cNvSpPr/>
          <p:nvPr/>
        </p:nvSpPr>
        <p:spPr>
          <a:xfrm>
            <a:off x="6101904" y="4634663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66"/>
          <p:cNvSpPr/>
          <p:nvPr/>
        </p:nvSpPr>
        <p:spPr>
          <a:xfrm>
            <a:off x="5095074" y="4016344"/>
            <a:ext cx="701040" cy="684438"/>
          </a:xfrm>
          <a:prstGeom prst="ellipse">
            <a:avLst/>
          </a:prstGeom>
          <a:noFill/>
          <a:ln cap="flat" cmpd="sng" w="5715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66"/>
          <p:cNvSpPr/>
          <p:nvPr/>
        </p:nvSpPr>
        <p:spPr>
          <a:xfrm>
            <a:off x="4007860" y="2791653"/>
            <a:ext cx="701040" cy="684438"/>
          </a:xfrm>
          <a:prstGeom prst="ellipse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4" name="Google Shape;2584;p66"/>
          <p:cNvSpPr/>
          <p:nvPr/>
        </p:nvSpPr>
        <p:spPr>
          <a:xfrm>
            <a:off x="358726" y="3974230"/>
            <a:ext cx="26340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Do it yourself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Write a pseudocode for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printing from this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8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g1e548f1b451_0_7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Time Complexity</a:t>
            </a:r>
            <a:endParaRPr/>
          </a:p>
        </p:txBody>
      </p:sp>
      <p:sp>
        <p:nvSpPr>
          <p:cNvPr id="2590" name="Google Shape;2590;g1e548f1b451_0_7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Naive Recursive Solution: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O(2^n)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Bottom up approach: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O(N*W)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Memoization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 (N*W)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2022-09-07T03:05:59Z</dcterms:created>
  <dc:creator>lenovo</dc:creator>
</cp:coreProperties>
</file>