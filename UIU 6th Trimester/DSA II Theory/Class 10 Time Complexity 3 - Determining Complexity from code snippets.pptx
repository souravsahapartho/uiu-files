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Tahom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bpKfTBal1Hy1jTAU6ak2kIFgd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HP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E7D787-C248-41D2-8222-582DC9C7A7C3}">
  <a:tblStyle styleId="{1DE7D787-C248-41D2-8222-582DC9C7A7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C7DEA5E2-1662-4E89-A3FA-B314EC6CF0D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Tahoma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2-29T14:31:43.128">
    <p:pos x="10" y="10"/>
    <p:text/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ng9NJrk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2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2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2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2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2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2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2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2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6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2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2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2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27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2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2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2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1" lang="en-US"/>
              <a:t>Time Complexity Part 3</a:t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Look for: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Return statements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Break statements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Continue Statements</a:t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b="1" lang="en-US"/>
              <a:t>Time Complexity Part 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227909"/>
            <a:ext cx="4623486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1: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Exact Cost/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Best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Worst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Show a best case and a worst case</a:t>
            </a:r>
            <a:endParaRPr/>
          </a:p>
        </p:txBody>
      </p:sp>
      <p:sp>
        <p:nvSpPr>
          <p:cNvPr id="122" name="Google Shape;122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123" name="Google Shape;123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6887" y="2092711"/>
            <a:ext cx="6067425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132" name="Google Shape;132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44" y="1300858"/>
            <a:ext cx="7145518" cy="519201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4760536" y="1106574"/>
            <a:ext cx="801278" cy="2980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929460" y="1106574"/>
            <a:ext cx="966640" cy="2980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95088" y="160583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178084" y="160572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895088" y="1979131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178084" y="196375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895088" y="2349800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895088" y="2723099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895088" y="3096398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895088" y="346969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c6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895088" y="4055673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c7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895088" y="444999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c8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895088" y="484431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c9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895087" y="5238639"/>
            <a:ext cx="553605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c10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895087" y="5823796"/>
            <a:ext cx="553605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c11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178084" y="235689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178084" y="2750029"/>
            <a:ext cx="570188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m+1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178084" y="311166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178084" y="3484966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6178084" y="4025786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162679" y="440459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n/1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6162679" y="479651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159254" y="522729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159254" y="582845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165" name="Google Shape;165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6" name="Google Shape;166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168" name="Google Shape;1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144" y="1300858"/>
            <a:ext cx="7145518" cy="519201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/>
          <p:nvPr/>
        </p:nvSpPr>
        <p:spPr>
          <a:xfrm>
            <a:off x="4760536" y="1106574"/>
            <a:ext cx="801278" cy="2980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929460" y="1106574"/>
            <a:ext cx="966640" cy="2980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895088" y="160583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178084" y="160572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895088" y="1979131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178084" y="196375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895088" y="2349800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895088" y="2723099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4895088" y="3096398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4895088" y="346969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c6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895088" y="4055673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c7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895088" y="444999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c8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895088" y="484431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c9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895087" y="5238639"/>
            <a:ext cx="553605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c10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895087" y="5823796"/>
            <a:ext cx="553605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c11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178084" y="235689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178084" y="2750029"/>
            <a:ext cx="570188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m+1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6178084" y="311166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6178084" y="3484966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178084" y="4025786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6162679" y="440459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n/1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162679" y="479651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159254" y="522729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159254" y="582845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8220173" y="1605725"/>
            <a:ext cx="3133627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(c1+c2+c3+c4)+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m(c4+c5+c6)+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n(c7+c8+c10)+ c11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Am+Bn+c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loop will run fully m times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second loop will run only once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T(n)=Am+B+C = O(n)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loop runs – m times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Secod loop runs -  n times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Am+Bn+c = O(m+n)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199" name="Google Shape;199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0" name="Google Shape;200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44" y="1300858"/>
            <a:ext cx="7145518" cy="519201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4760536" y="1106574"/>
            <a:ext cx="801278" cy="2980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5929460" y="1106574"/>
            <a:ext cx="966640" cy="2980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895088" y="160583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178084" y="160572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895088" y="1979131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178084" y="196375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895088" y="2349800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95088" y="2723099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95088" y="3096398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895088" y="346969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c6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895088" y="4055673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c7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895088" y="444999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c8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895088" y="484431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c9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895087" y="5238639"/>
            <a:ext cx="553605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c10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895087" y="5823796"/>
            <a:ext cx="553605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c11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6178084" y="235689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6178084" y="2750029"/>
            <a:ext cx="570188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m+1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6178084" y="311166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6178084" y="3484966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178084" y="4025786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162679" y="4404592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n/1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162679" y="479651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6159254" y="5227297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6159254" y="5828455"/>
            <a:ext cx="469392" cy="3580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aphicFrame>
        <p:nvGraphicFramePr>
          <p:cNvPr id="227" name="Google Shape;227;p6"/>
          <p:cNvGraphicFramePr/>
          <p:nvPr/>
        </p:nvGraphicFramePr>
        <p:xfrm>
          <a:off x="8153400" y="1671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{1DE7D787-C248-41D2-8222-582DC9C7A7C3}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28" name="Google Shape;228;p6"/>
          <p:cNvGraphicFramePr/>
          <p:nvPr/>
        </p:nvGraphicFramePr>
        <p:xfrm>
          <a:off x="8147901" y="2171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{C7DEA5E2-1662-4E89-A3FA-B314EC6CF0D5}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9" name="Google Shape;229;p6"/>
          <p:cNvSpPr txBox="1"/>
          <p:nvPr/>
        </p:nvSpPr>
        <p:spPr>
          <a:xfrm>
            <a:off x="8147901" y="1219928"/>
            <a:ext cx="1298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6"/>
          <p:cNvGraphicFramePr/>
          <p:nvPr/>
        </p:nvGraphicFramePr>
        <p:xfrm>
          <a:off x="8147901" y="3408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{1DE7D787-C248-41D2-8222-582DC9C7A7C3}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1" name="Google Shape;231;p6"/>
          <p:cNvGraphicFramePr/>
          <p:nvPr/>
        </p:nvGraphicFramePr>
        <p:xfrm>
          <a:off x="8142402" y="39077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{C7DEA5E2-1662-4E89-A3FA-B314EC6CF0D5}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2" name="Google Shape;232;p6"/>
          <p:cNvSpPr txBox="1"/>
          <p:nvPr/>
        </p:nvSpPr>
        <p:spPr>
          <a:xfrm>
            <a:off x="8142402" y="2956189"/>
            <a:ext cx="1463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 txBox="1"/>
          <p:nvPr>
            <p:ph idx="1" type="body"/>
          </p:nvPr>
        </p:nvSpPr>
        <p:spPr>
          <a:xfrm>
            <a:off x="838200" y="1227909"/>
            <a:ext cx="4623486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2: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Exact Cost/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Best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Worst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Show a best case and a worst case</a:t>
            </a:r>
            <a:endParaRPr/>
          </a:p>
        </p:txBody>
      </p:sp>
      <p:sp>
        <p:nvSpPr>
          <p:cNvPr id="238" name="Google Shape;238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239" name="Google Shape;239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40" name="Google Shape;240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1662" y="2300287"/>
            <a:ext cx="585787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248" name="Google Shape;248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49" name="Google Shape;249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251" name="Google Shape;2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53765"/>
            <a:ext cx="5857875" cy="466626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3698921" y="185092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698921" y="2269054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767137" y="2687180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035643" y="314136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781932" y="314136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781932" y="358454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102574" y="404798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3446311" y="5408790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565928" y="358454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266" name="Google Shape;266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67" name="Google Shape;267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269" name="Google Shape;2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53765"/>
            <a:ext cx="5857875" cy="466626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3698921" y="185092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3698921" y="2269054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3767137" y="2687180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4035643" y="314136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781932" y="314136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781932" y="358454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102574" y="404798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3446311" y="5408790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565928" y="358454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7642653" y="1499167"/>
            <a:ext cx="313362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T(n)= O(mn)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0" name="Google Shape;280;p9"/>
          <p:cNvGraphicFramePr/>
          <p:nvPr/>
        </p:nvGraphicFramePr>
        <p:xfrm>
          <a:off x="7635158" y="4202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{1DE7D787-C248-41D2-8222-582DC9C7A7C3}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81" name="Google Shape;281;p9"/>
          <p:cNvGraphicFramePr/>
          <p:nvPr/>
        </p:nvGraphicFramePr>
        <p:xfrm>
          <a:off x="7629659" y="47015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{C7DEA5E2-1662-4E89-A3FA-B314EC6CF0D5}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2" name="Google Shape;282;p9"/>
          <p:cNvSpPr txBox="1"/>
          <p:nvPr/>
        </p:nvSpPr>
        <p:spPr>
          <a:xfrm>
            <a:off x="7629659" y="3750011"/>
            <a:ext cx="1298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3" name="Google Shape;283;p9"/>
          <p:cNvGraphicFramePr/>
          <p:nvPr/>
        </p:nvGraphicFramePr>
        <p:xfrm>
          <a:off x="7642653" y="56225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{1DE7D787-C248-41D2-8222-582DC9C7A7C3}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84" name="Google Shape;284;p9"/>
          <p:cNvGraphicFramePr/>
          <p:nvPr/>
        </p:nvGraphicFramePr>
        <p:xfrm>
          <a:off x="7637154" y="61220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{C7DEA5E2-1662-4E89-A3FA-B314EC6CF0D5}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5" name="Google Shape;285;p9"/>
          <p:cNvSpPr txBox="1"/>
          <p:nvPr/>
        </p:nvSpPr>
        <p:spPr>
          <a:xfrm>
            <a:off x="7637154" y="5170491"/>
            <a:ext cx="1463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"/>
          <p:cNvSpPr txBox="1"/>
          <p:nvPr>
            <p:ph idx="1" type="body"/>
          </p:nvPr>
        </p:nvSpPr>
        <p:spPr>
          <a:xfrm>
            <a:off x="838200" y="1227909"/>
            <a:ext cx="4623486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3: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Exact Cost/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Best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Worst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Show a best case and a worst case</a:t>
            </a:r>
            <a:endParaRPr/>
          </a:p>
        </p:txBody>
      </p:sp>
      <p:sp>
        <p:nvSpPr>
          <p:cNvPr id="291" name="Google Shape;291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292" name="Google Shape;292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93" name="Google Shape;293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295" name="Google Shape;2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982" y="2360763"/>
            <a:ext cx="601027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301" name="Google Shape;301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2" name="Google Shape;302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304" name="Google Shape;304;p11"/>
          <p:cNvPicPr preferRelativeResize="0"/>
          <p:nvPr/>
        </p:nvPicPr>
        <p:blipFill rotWithShape="1">
          <a:blip r:embed="rId3">
            <a:alphaModFix/>
          </a:blip>
          <a:srcRect b="2561" l="0" r="0" t="0"/>
          <a:stretch/>
        </p:blipFill>
        <p:spPr>
          <a:xfrm>
            <a:off x="912641" y="1352419"/>
            <a:ext cx="6581668" cy="471316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/>
          <p:nvPr/>
        </p:nvSpPr>
        <p:spPr>
          <a:xfrm>
            <a:off x="3863796" y="186035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4449829" y="224675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4781087" y="2674049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460445" y="310455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5602475" y="355178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5602475" y="2674049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275360" y="3106800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6363783" y="355178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203475" y="479665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3863796" y="522394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320" name="Google Shape;320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21" name="Google Shape;321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323" name="Google Shape;323;p12"/>
          <p:cNvPicPr preferRelativeResize="0"/>
          <p:nvPr/>
        </p:nvPicPr>
        <p:blipFill rotWithShape="1">
          <a:blip r:embed="rId3">
            <a:alphaModFix/>
          </a:blip>
          <a:srcRect b="2561" l="0" r="0" t="0"/>
          <a:stretch/>
        </p:blipFill>
        <p:spPr>
          <a:xfrm>
            <a:off x="912641" y="1352419"/>
            <a:ext cx="6581668" cy="471316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/>
          <p:nvPr/>
        </p:nvSpPr>
        <p:spPr>
          <a:xfrm>
            <a:off x="3863796" y="186035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4449829" y="224675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4781087" y="2674049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5460445" y="310455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5602475" y="355178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5602475" y="2674049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6275360" y="3106800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6363783" y="355178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4203475" y="479665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3863796" y="5223942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34" name="Google Shape;334;p12"/>
          <p:cNvSpPr txBox="1"/>
          <p:nvPr/>
        </p:nvSpPr>
        <p:spPr>
          <a:xfrm>
            <a:off x="7795967" y="1860355"/>
            <a:ext cx="370655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no return or break statements.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loops will run.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time complexity for all cases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</a:t>
            </a:r>
            <a:r>
              <a:rPr baseline="30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 and worst case example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array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 txBox="1"/>
          <p:nvPr>
            <p:ph idx="1" type="body"/>
          </p:nvPr>
        </p:nvSpPr>
        <p:spPr>
          <a:xfrm>
            <a:off x="838200" y="1227909"/>
            <a:ext cx="4623486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4: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Exact Cost/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Best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Worst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Show a best case and a worst case</a:t>
            </a:r>
            <a:endParaRPr/>
          </a:p>
        </p:txBody>
      </p:sp>
      <p:sp>
        <p:nvSpPr>
          <p:cNvPr id="340" name="Google Shape;340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341" name="Google Shape;341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42" name="Google Shape;342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344" name="Google Shape;3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4597" y="1435885"/>
            <a:ext cx="488632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350" name="Google Shape;350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1" name="Google Shape;351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353" name="Google Shape;3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515" y="450411"/>
            <a:ext cx="6167065" cy="642091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4"/>
          <p:cNvSpPr/>
          <p:nvPr/>
        </p:nvSpPr>
        <p:spPr>
          <a:xfrm>
            <a:off x="5843425" y="70962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2818992" y="105514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2818992" y="1357506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4477607" y="1666398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4652205" y="2048538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3286387" y="227911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5116049" y="2623171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3732047" y="296868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5927173" y="2042561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6371377" y="263241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5033557" y="296868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3585328" y="4204493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3286387" y="4560772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4550907" y="4546095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2902740" y="4881694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999022" y="5457789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5317065" y="5408423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7222918" y="206751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7644887" y="261993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6277323" y="295425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379" name="Google Shape;379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80" name="Google Shape;380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382" name="Google Shape;3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515" y="450411"/>
            <a:ext cx="6167065" cy="642091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5"/>
          <p:cNvSpPr/>
          <p:nvPr/>
        </p:nvSpPr>
        <p:spPr>
          <a:xfrm>
            <a:off x="5843425" y="70962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2818992" y="105514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2818992" y="1357506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4477607" y="1666398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4652205" y="2048538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3286387" y="227911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5116049" y="2623171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3732047" y="296868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5927173" y="2042561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6371377" y="263241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5033557" y="296868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3585328" y="4204493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3286387" y="4560772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4550907" y="4546095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2902740" y="4881694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3999022" y="5457789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5317065" y="5408423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222918" y="206751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7644887" y="261993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277323" y="295425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8610600" y="1284888"/>
            <a:ext cx="289283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n)+O(nlog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n)+O(n)+O(m)+O(1)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O(n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n)+O(m)</a:t>
            </a:r>
            <a:endParaRPr/>
          </a:p>
        </p:txBody>
      </p:sp>
      <p:sp>
        <p:nvSpPr>
          <p:cNvPr id="404" name="Google Shape;404;p15"/>
          <p:cNvSpPr txBox="1"/>
          <p:nvPr/>
        </p:nvSpPr>
        <p:spPr>
          <a:xfrm>
            <a:off x="7644887" y="3429000"/>
            <a:ext cx="444043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loop breaks early and the last loop returns early.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A.1 + B.1 + Cn + D.1 =  O(n)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T(n)=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O(n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n)+O(m)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410" name="Google Shape;410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11" name="Google Shape;411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413" name="Google Shape;4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515" y="450411"/>
            <a:ext cx="6167065" cy="642091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6"/>
          <p:cNvSpPr/>
          <p:nvPr/>
        </p:nvSpPr>
        <p:spPr>
          <a:xfrm>
            <a:off x="5843425" y="70962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2818992" y="1055141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2818992" y="1357506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4477607" y="1666398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4652205" y="2048538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3286387" y="227911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5116049" y="2623171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3732047" y="296868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5927173" y="2042561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6371377" y="263241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5033557" y="2968687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3585328" y="4204493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3286387" y="4560772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4550907" y="4546095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2902740" y="4881694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3999022" y="5457789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5317065" y="5408423"/>
            <a:ext cx="1191220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7222918" y="206751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7644887" y="2619938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6277323" y="2954255"/>
            <a:ext cx="679358" cy="3455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434" name="Google Shape;434;p16"/>
          <p:cNvSpPr txBox="1"/>
          <p:nvPr/>
        </p:nvSpPr>
        <p:spPr>
          <a:xfrm>
            <a:off x="8610600" y="1284888"/>
            <a:ext cx="289283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n)+O(nlog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n)+O(n)+O(m)+O(1)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O(n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n)+O(m)</a:t>
            </a:r>
            <a:endParaRPr/>
          </a:p>
        </p:txBody>
      </p:sp>
      <p:sp>
        <p:nvSpPr>
          <p:cNvPr id="435" name="Google Shape;435;p16"/>
          <p:cNvSpPr txBox="1"/>
          <p:nvPr/>
        </p:nvSpPr>
        <p:spPr>
          <a:xfrm>
            <a:off x="7424302" y="3098746"/>
            <a:ext cx="444043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loop breaks early and the last loop returns early.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A.1 + B.1 + Cn + D.1 =  O(n)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T(n)=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O(n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n)+O(m)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"/>
          <p:cNvSpPr txBox="1"/>
          <p:nvPr>
            <p:ph idx="1" type="body"/>
          </p:nvPr>
        </p:nvSpPr>
        <p:spPr>
          <a:xfrm>
            <a:off x="838200" y="1227909"/>
            <a:ext cx="4623486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5: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Exact Cost/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Best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Worst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Show a best case and a worst case</a:t>
            </a:r>
            <a:endParaRPr/>
          </a:p>
        </p:txBody>
      </p:sp>
      <p:sp>
        <p:nvSpPr>
          <p:cNvPr id="441" name="Google Shape;441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442" name="Google Shape;442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3" name="Google Shape;443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445" name="Google Shape;4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049" y="1838324"/>
            <a:ext cx="5443257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8"/>
          <p:cNvSpPr txBox="1"/>
          <p:nvPr>
            <p:ph idx="1" type="body"/>
          </p:nvPr>
        </p:nvSpPr>
        <p:spPr>
          <a:xfrm>
            <a:off x="838200" y="1227909"/>
            <a:ext cx="4623486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6: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Exact Cost/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Best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Worst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Show a best case and a worst case</a:t>
            </a:r>
            <a:endParaRPr/>
          </a:p>
        </p:txBody>
      </p:sp>
      <p:sp>
        <p:nvSpPr>
          <p:cNvPr id="451" name="Google Shape;451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452" name="Google Shape;452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53" name="Google Shape;453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455" name="Google Shape;4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2890" y="2700955"/>
            <a:ext cx="5995420" cy="234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"/>
          <p:cNvSpPr txBox="1"/>
          <p:nvPr>
            <p:ph idx="1" type="body"/>
          </p:nvPr>
        </p:nvSpPr>
        <p:spPr>
          <a:xfrm>
            <a:off x="838200" y="1726355"/>
            <a:ext cx="4623486" cy="4450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7: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Determine the recursive equation for time</a:t>
            </a:r>
            <a:endParaRPr/>
          </a:p>
        </p:txBody>
      </p:sp>
      <p:sp>
        <p:nvSpPr>
          <p:cNvPr id="461" name="Google Shape;461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462" name="Google Shape;462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3" name="Google Shape;463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" name="Google Shape;464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465" name="Google Shape;4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3053" y="1612140"/>
            <a:ext cx="6540694" cy="3633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0"/>
          <p:cNvSpPr txBox="1"/>
          <p:nvPr>
            <p:ph idx="1" type="body"/>
          </p:nvPr>
        </p:nvSpPr>
        <p:spPr>
          <a:xfrm>
            <a:off x="838200" y="1227909"/>
            <a:ext cx="4623486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Problem 8: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Exact Cost/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Best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Worst Case Time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Show a best case and a worst case</a:t>
            </a:r>
            <a:endParaRPr/>
          </a:p>
        </p:txBody>
      </p:sp>
      <p:sp>
        <p:nvSpPr>
          <p:cNvPr id="471" name="Google Shape;471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472" name="Google Shape;472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73" name="Google Shape;473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</a:t>
            </a:r>
            <a:endParaRPr/>
          </a:p>
        </p:txBody>
      </p:sp>
      <p:pic>
        <p:nvPicPr>
          <p:cNvPr id="475" name="Google Shape;4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9785" y="1510494"/>
            <a:ext cx="5012055" cy="422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81" name="Google Shape;481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February 29, 2024</a:t>
            </a:r>
            <a:endParaRPr/>
          </a:p>
        </p:txBody>
      </p:sp>
      <p:sp>
        <p:nvSpPr>
          <p:cNvPr id="483" name="Google Shape;483;p2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84" name="Google Shape;484;p2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