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S4TLHvdrvTJID+SIgBvHr2Ng5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/>
          <p:nvPr/>
        </p:nvSpPr>
        <p:spPr>
          <a:xfrm>
            <a:off x="0" y="6281280"/>
            <a:ext cx="12192000" cy="5846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United International University - Wikipedia" id="34" name="Google Shape;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1" y="6326224"/>
            <a:ext cx="528782" cy="49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ur-coded on electronic circuit board" id="94" name="Google Shape;94;p1"/>
          <p:cNvPicPr preferRelativeResize="0"/>
          <p:nvPr/>
        </p:nvPicPr>
        <p:blipFill rotWithShape="1">
          <a:blip r:embed="rId3">
            <a:alphaModFix amt="40000"/>
          </a:blip>
          <a:srcRect b="10123" l="0" r="0" t="4971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>
            <p:ph type="ctrTitle"/>
          </p:nvPr>
        </p:nvSpPr>
        <p:spPr>
          <a:xfrm>
            <a:off x="965200" y="886541"/>
            <a:ext cx="10261600" cy="35648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500"/>
              <a:buFont typeface="Play"/>
              <a:buNone/>
            </a:pPr>
            <a:r>
              <a:rPr lang="en-US" sz="11500"/>
              <a:t>Electronics</a:t>
            </a:r>
            <a:br>
              <a:rPr lang="en-US" sz="11500"/>
            </a:br>
            <a:r>
              <a:rPr lang="en-US" sz="11500"/>
              <a:t>(EEE 2123)</a:t>
            </a:r>
            <a:endParaRPr/>
          </a:p>
        </p:txBody>
      </p:sp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965200" y="4572002"/>
            <a:ext cx="10261600" cy="1202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/>
              <a:t>Noman Asif Aditya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/>
              <a:t>Lecturer, Dept. of CSE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Clippers</a:t>
            </a:r>
            <a:endParaRPr/>
          </a:p>
        </p:txBody>
      </p:sp>
      <p:sp>
        <p:nvSpPr>
          <p:cNvPr id="102" name="Google Shape;102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838200" y="1494042"/>
            <a:ext cx="10515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Clippers are networks that employ diodes to </a:t>
            </a:r>
            <a:r>
              <a:rPr b="1" lang="en-US" sz="1800">
                <a:solidFill>
                  <a:srgbClr val="4892DC"/>
                </a:solidFill>
                <a:latin typeface="Arial"/>
                <a:ea typeface="Arial"/>
                <a:cs typeface="Arial"/>
                <a:sym typeface="Arial"/>
              </a:rPr>
              <a:t>“clip”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away a portion of an input signal without distorting the remaining part of the applied waveform.</a:t>
            </a:r>
            <a:endParaRPr/>
          </a:p>
        </p:txBody>
      </p:sp>
      <p:pic>
        <p:nvPicPr>
          <p:cNvPr descr="Rectifiers" id="105" name="Google Shape;105;p3"/>
          <p:cNvPicPr preferRelativeResize="0"/>
          <p:nvPr/>
        </p:nvPicPr>
        <p:blipFill rotWithShape="1">
          <a:blip r:embed="rId3">
            <a:alphaModFix/>
          </a:blip>
          <a:srcRect b="45968" l="1751" r="6117" t="2414"/>
          <a:stretch/>
        </p:blipFill>
        <p:spPr>
          <a:xfrm>
            <a:off x="562708" y="3269290"/>
            <a:ext cx="4421274" cy="211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ctifiers" id="106" name="Google Shape;106;p3"/>
          <p:cNvPicPr preferRelativeResize="0"/>
          <p:nvPr/>
        </p:nvPicPr>
        <p:blipFill rotWithShape="1">
          <a:blip r:embed="rId3">
            <a:alphaModFix/>
          </a:blip>
          <a:srcRect b="2165" l="695" r="8754" t="55883"/>
          <a:stretch/>
        </p:blipFill>
        <p:spPr>
          <a:xfrm>
            <a:off x="7208020" y="3036164"/>
            <a:ext cx="4667556" cy="1848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3"/>
          <p:cNvGrpSpPr/>
          <p:nvPr/>
        </p:nvGrpSpPr>
        <p:grpSpPr>
          <a:xfrm>
            <a:off x="5110472" y="3714873"/>
            <a:ext cx="2097548" cy="1296000"/>
            <a:chOff x="0" y="69343"/>
            <a:chExt cx="2097548" cy="1296000"/>
          </a:xfrm>
        </p:grpSpPr>
        <p:sp>
          <p:nvSpPr>
            <p:cNvPr id="108" name="Google Shape;108;p3"/>
            <p:cNvSpPr/>
            <p:nvPr/>
          </p:nvSpPr>
          <p:spPr>
            <a:xfrm>
              <a:off x="0" y="69343"/>
              <a:ext cx="2097548" cy="12960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9AADBE"/>
                </a:gs>
                <a:gs pos="50000">
                  <a:srgbClr val="8DA1B2"/>
                </a:gs>
                <a:gs pos="100000">
                  <a:srgbClr val="7893A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0" y="370041"/>
              <a:ext cx="1718596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0" y="370041"/>
              <a:ext cx="1718596" cy="6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75" lIns="0" spcFirstLastPara="1" rIns="0" wrap="square" tIns="182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Clipper</a:t>
              </a:r>
              <a:endParaRPr/>
            </a:p>
          </p:txBody>
        </p:sp>
      </p:grpSp>
      <p:sp>
        <p:nvSpPr>
          <p:cNvPr id="111" name="Google Shape;111;p3"/>
          <p:cNvSpPr txBox="1"/>
          <p:nvPr/>
        </p:nvSpPr>
        <p:spPr>
          <a:xfrm>
            <a:off x="3500284" y="5387115"/>
            <a:ext cx="5110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Have you seen it somewhere?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Classification</a:t>
            </a:r>
            <a:endParaRPr/>
          </a:p>
        </p:txBody>
      </p:sp>
      <p:sp>
        <p:nvSpPr>
          <p:cNvPr id="117" name="Google Shape;11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118" name="Google Shape;11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9" name="Google Shape;119;p4"/>
          <p:cNvGrpSpPr/>
          <p:nvPr/>
        </p:nvGrpSpPr>
        <p:grpSpPr>
          <a:xfrm>
            <a:off x="2307438" y="1713271"/>
            <a:ext cx="3218157" cy="3431458"/>
            <a:chOff x="737554" y="0"/>
            <a:chExt cx="3218158" cy="3431458"/>
          </a:xfrm>
        </p:grpSpPr>
        <p:sp>
          <p:nvSpPr>
            <p:cNvPr id="120" name="Google Shape;120;p4"/>
            <p:cNvSpPr/>
            <p:nvPr/>
          </p:nvSpPr>
          <p:spPr>
            <a:xfrm>
              <a:off x="1389530" y="1715729"/>
              <a:ext cx="427696" cy="407485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9050">
              <a:solidFill>
                <a:srgbClr val="0D4C6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1588610" y="1904703"/>
              <a:ext cx="29536" cy="29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1389530" y="1308243"/>
              <a:ext cx="427696" cy="407485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19050">
              <a:solidFill>
                <a:srgbClr val="0D4C6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1588610" y="1497217"/>
              <a:ext cx="29536" cy="29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 rot="-5400000">
              <a:off x="-652187" y="1389740"/>
              <a:ext cx="3431458" cy="651977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 txBox="1"/>
            <p:nvPr/>
          </p:nvSpPr>
          <p:spPr>
            <a:xfrm rot="-5400000">
              <a:off x="-652187" y="1389740"/>
              <a:ext cx="3431458" cy="651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200"/>
                <a:buFont typeface="Arial"/>
                <a:buNone/>
              </a:pPr>
              <a:r>
                <a:rPr lang="en-US" sz="4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Clippers</a:t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17227" y="982254"/>
              <a:ext cx="2138484" cy="651977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17227" y="982254"/>
              <a:ext cx="2138484" cy="651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200"/>
                <a:buFont typeface="Arial"/>
                <a:buNone/>
              </a:pPr>
              <a:r>
                <a:rPr lang="en-US" sz="4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Series</a:t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1817227" y="1797226"/>
              <a:ext cx="2138484" cy="651977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1817227" y="1797226"/>
              <a:ext cx="2138484" cy="6519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200"/>
                <a:buFont typeface="Arial"/>
                <a:buNone/>
              </a:pPr>
              <a:r>
                <a:rPr lang="en-US" sz="4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Parallel</a:t>
              </a:r>
              <a:endParaRPr/>
            </a:p>
          </p:txBody>
        </p:sp>
      </p:grpSp>
      <p:sp>
        <p:nvSpPr>
          <p:cNvPr id="130" name="Google Shape;130;p4"/>
          <p:cNvSpPr txBox="1"/>
          <p:nvPr/>
        </p:nvSpPr>
        <p:spPr>
          <a:xfrm>
            <a:off x="7091516" y="1583384"/>
            <a:ext cx="303816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series configuration is defined as one where the diode is in series with the load.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parallel variety has the diode in a branch parallel to the load.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Series Clipper</a:t>
            </a:r>
            <a:endParaRPr/>
          </a:p>
        </p:txBody>
      </p:sp>
      <p:sp>
        <p:nvSpPr>
          <p:cNvPr id="136" name="Google Shape;1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137" name="Google Shape;1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936" y="1947476"/>
            <a:ext cx="3938037" cy="2447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6303" y="1097781"/>
            <a:ext cx="4229642" cy="2146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86302" y="3244645"/>
            <a:ext cx="4336953" cy="2035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Series Clipper</a:t>
            </a:r>
            <a:endParaRPr/>
          </a:p>
        </p:txBody>
      </p:sp>
      <p:sp>
        <p:nvSpPr>
          <p:cNvPr id="146" name="Google Shape;14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147" name="Google Shape;14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290" y="1270930"/>
            <a:ext cx="7573432" cy="619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6935" y="2310014"/>
            <a:ext cx="6525536" cy="265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4262" y="2310014"/>
            <a:ext cx="4972744" cy="2762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Series Clipper</a:t>
            </a:r>
            <a:endParaRPr/>
          </a:p>
        </p:txBody>
      </p:sp>
      <p:sp>
        <p:nvSpPr>
          <p:cNvPr id="156" name="Google Shape;15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157" name="Google Shape;15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290582"/>
            <a:ext cx="7354326" cy="80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2848" y="2513595"/>
            <a:ext cx="2838846" cy="2619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2409682"/>
            <a:ext cx="2734057" cy="203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0130" y="2471807"/>
            <a:ext cx="2743583" cy="234347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6794090" y="3643545"/>
            <a:ext cx="1120878" cy="3651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Parallel Clipper</a:t>
            </a:r>
            <a:endParaRPr/>
          </a:p>
        </p:txBody>
      </p:sp>
      <p:sp>
        <p:nvSpPr>
          <p:cNvPr id="168" name="Google Shape;16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169" name="Google Shape;16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632" y="1690688"/>
            <a:ext cx="5414151" cy="343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1104" y="814530"/>
            <a:ext cx="5345374" cy="2614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7203" y="3277967"/>
            <a:ext cx="5263306" cy="2119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Parallel Clipper</a:t>
            </a:r>
            <a:endParaRPr/>
          </a:p>
        </p:txBody>
      </p:sp>
      <p:sp>
        <p:nvSpPr>
          <p:cNvPr id="178" name="Google Shape;17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179" name="Google Shape;17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0" name="Google Shape;1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275693"/>
            <a:ext cx="7611537" cy="60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676" y="2399891"/>
            <a:ext cx="5544324" cy="262926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5997677" y="3378486"/>
            <a:ext cx="1120878" cy="3651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1107" y="1690688"/>
            <a:ext cx="4239217" cy="4363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Parallel Clipper</a:t>
            </a:r>
            <a:endParaRPr/>
          </a:p>
        </p:txBody>
      </p:sp>
      <p:sp>
        <p:nvSpPr>
          <p:cNvPr id="189" name="Google Shape;18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190" name="Google Shape;19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1" name="Google Shape;1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863" y="1275080"/>
            <a:ext cx="7430537" cy="571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382074"/>
            <a:ext cx="5544324" cy="2629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7054" y="1690688"/>
            <a:ext cx="3396746" cy="357846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/>
          <p:nvPr/>
        </p:nvSpPr>
        <p:spPr>
          <a:xfrm>
            <a:off x="6469625" y="3297358"/>
            <a:ext cx="1120878" cy="3651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Series Clippers (Ideal Diode)</a:t>
            </a:r>
            <a:endParaRPr/>
          </a:p>
        </p:txBody>
      </p:sp>
      <p:sp>
        <p:nvSpPr>
          <p:cNvPr id="200" name="Google Shape;2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201" name="Google Shape;2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5912" y="1220116"/>
            <a:ext cx="7878023" cy="175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4570" y="3134908"/>
            <a:ext cx="7878023" cy="2882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Parallel Clippers (Ideal Diode)</a:t>
            </a:r>
            <a:endParaRPr/>
          </a:p>
        </p:txBody>
      </p:sp>
      <p:sp>
        <p:nvSpPr>
          <p:cNvPr id="209" name="Google Shape;2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210" name="Google Shape;2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1" name="Google Shape;2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084" y="1339531"/>
            <a:ext cx="6676030" cy="126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3541" y="2730461"/>
            <a:ext cx="6969117" cy="3345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Play"/>
              <a:buNone/>
            </a:pPr>
            <a:r>
              <a:rPr lang="en-US" sz="3800">
                <a:solidFill>
                  <a:srgbClr val="C00000"/>
                </a:solidFill>
              </a:rPr>
              <a:t>Exercise Problem</a:t>
            </a:r>
            <a:endParaRPr/>
          </a:p>
        </p:txBody>
      </p:sp>
      <p:sp>
        <p:nvSpPr>
          <p:cNvPr id="218" name="Google Shape;21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219" name="Google Shape;21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8757" y="1570273"/>
            <a:ext cx="7954485" cy="3953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EEE 2123: Electronics</a:t>
            </a:r>
            <a:endParaRPr/>
          </a:p>
        </p:txBody>
      </p:sp>
      <p:sp>
        <p:nvSpPr>
          <p:cNvPr id="226" name="Google Shape;22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7" name="Google Shape;22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9694" y="918062"/>
            <a:ext cx="4392612" cy="439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2024-07-03T17:08:52Z</dcterms:created>
  <dc:creator>1806072 - Noman Asif Aditya</dc:creator>
</cp:coreProperties>
</file>