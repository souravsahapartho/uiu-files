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23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F0F1A-5F07-4633-8412-E5D862CE9FD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6C5789-2CE1-421D-AF86-A15B3D6C1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85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530F4-EAC3-1E75-8F9E-D2D900B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F0D5E-3F29-35FE-F8A5-E852290BD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06E77-5B39-D047-FF0B-FF620DD6A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C26F-486B-0BBD-3674-8F6F219D9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95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2FD11-9DE1-A52E-6646-CE56C4062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3B473-5E00-8748-F2E5-C078E2C31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B79E6-DD28-147F-0837-AC4CA3D2A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5EF26-8C35-51E8-860C-F70D4C7B2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74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02DA0-826C-D3A8-B87F-097336A83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A8A7C-DD59-E54E-EAC4-4151902E4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097BB-8711-E780-C478-ED637CF26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6F01E-D9C8-9D51-BAE4-00988D301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98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5282-F5D2-3A9F-0194-4F8B12B5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0AF42-E13D-FA43-87FF-B4D5D3182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71973-E26C-085E-C6BD-3A9EEE2BB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4D70-B2F2-C59E-C76B-05AA91596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66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FCB7-B844-F2B1-D5A4-6C8C26DE3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5EBEDF-696C-434E-701F-95AADA104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2EC1F-48BD-37B1-00DB-47C8FB26E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BC72F-486F-D4C4-53EA-9DD8508B4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05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FEEF2-35BD-B5B4-8FD5-E2350143F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60F7D-FEFB-2B07-054E-2DB163B5A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FC569-FF37-4BB9-2CF2-213806C08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BC6B8-3E3C-A315-B833-FE27BC352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25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EA4CB-EB16-469D-D6AC-FFB4F7546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08621-5346-FFF3-6EC2-B6B7D3642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0CE91-1F65-4E3E-DB0C-9237AB590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50E0E-569B-3000-C373-2A8A5C037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30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E8A63-E0FF-5E07-6B36-6F73F8596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E66ED-F728-9A65-5404-AA1079136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251FC-F4BF-AF19-9490-6D001C9A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68A8D-71C9-6525-922E-7307D957D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02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DC9C3-E149-8330-544B-17CCC799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3BBB0-E830-48F7-F9F0-446A60595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CCB2C-A68A-02E6-F087-861D204F2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B9B08-228C-607A-A0E0-223FBF18D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55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4539B-62BE-6AB5-36AB-CA9FC0F64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74E97-275C-8449-15C1-E7B699F16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87EB4-C41B-EF2C-6E5F-E94975EB7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35B76-AA9F-330B-C623-C2BF48DB4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50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81E69-B595-756C-3328-9220DDFF3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A8830-C185-59AE-F0EB-2838F55A8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1FE07-31A0-EF5D-7369-56EFFCD77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C7EF6-DEE1-3714-C076-EC3191F6E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53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88F61-473E-3D61-48C3-3FAA4DF32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C7A50-D55D-2157-B508-E0EF9214E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0B627-8981-B39F-7EE3-C2AA372D3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8FE5E-AEC2-F41D-CC93-F3B7B2726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19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86DB-3F80-447E-E197-FE32FB79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F766C-3754-401B-55FA-6B821B0DE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4C3E9F-F6EC-2A90-D753-744A7D569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FF419-C253-074B-BFA8-1E03D6372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92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C01B4-A91B-4889-1554-97CA9D0F9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C49A8-23B3-A0A0-B8D9-8B65ED21E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4E496-A77E-956D-D699-7C28FA9D3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B0770-E404-C418-96B1-8AE987778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96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A8558-E456-29FE-86E8-505AC1581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8B876-2CCA-5F4F-979E-59CA1DC56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C16F4E-26F6-1BC0-7BD6-8F6C5708E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A15DB-2481-D97E-9F5F-416EF752B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77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A058B-81E8-5C73-44DE-640D1B365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E9861-A73A-3D40-A80F-477104936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C3905-0066-418C-B4D4-97F0C80C0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79497-1408-772B-5AC2-45D58E452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111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1507-9DA9-E5FD-DE6A-70612BA37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E968D-42EB-0564-1F3E-FFD2D19E3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35C51-8FD1-C5F6-56F0-6DFA97CDD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08E56-CC35-7E7F-1089-5C55E4C28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889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3AE1-682E-75B6-FA65-7B2DBB67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3C28F-EDEB-57C3-BB56-0E3B0F4DC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9EA23-D4D3-7D7B-BB39-A10725418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EE6C8-5B49-F310-18A5-1D804F91A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896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4DB30-103F-B542-DA3C-826DB6997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0C936-273B-CB38-D11B-4D565995C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43127-1F83-0EDA-E8C3-DA5146750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39FFE-7600-3FA8-90CE-90F17FC2A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C5789-2CE1-421D-AF86-A15B3D6C15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71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00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9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26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09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2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3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0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2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8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8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72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7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68" r:id="rId6"/>
    <p:sldLayoutId id="2147483764" r:id="rId7"/>
    <p:sldLayoutId id="2147483765" r:id="rId8"/>
    <p:sldLayoutId id="2147483766" r:id="rId9"/>
    <p:sldLayoutId id="2147483767" r:id="rId10"/>
    <p:sldLayoutId id="21474837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AA37442-EAE9-6CFC-AC74-44222B37F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AE88794A-5F38-1BCF-88A5-482279F2A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4117A24-9D5E-A791-A2F4-8C81AC60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60265" y="-960268"/>
            <a:ext cx="6857998" cy="87785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6000">
                <a:srgbClr val="000000">
                  <a:alpha val="58000"/>
                </a:srgbClr>
              </a:gs>
              <a:gs pos="100000">
                <a:srgbClr val="000000">
                  <a:alpha val="5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6BAD1-FC78-E863-6FD3-E5B75376A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9315" y="33288"/>
            <a:ext cx="6559898" cy="1319386"/>
          </a:xfrm>
        </p:spPr>
        <p:txBody>
          <a:bodyPr>
            <a:no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EEE 2123 - Electronics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C32CB-F69E-7448-DB48-65E18F0D1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9315" y="4099655"/>
            <a:ext cx="8480321" cy="1956278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rgbClr val="FFFFFF"/>
                </a:solidFill>
              </a:rPr>
              <a:t>Noman Asif Aditya</a:t>
            </a:r>
          </a:p>
          <a:p>
            <a:r>
              <a:rPr lang="en-US" dirty="0">
                <a:solidFill>
                  <a:srgbClr val="FFFFFF"/>
                </a:solidFill>
              </a:rPr>
              <a:t>Lecturer, Department of Computer Science and Engineering</a:t>
            </a:r>
          </a:p>
          <a:p>
            <a:r>
              <a:rPr lang="en-US" dirty="0">
                <a:solidFill>
                  <a:srgbClr val="FFFFFF"/>
                </a:solidFill>
              </a:rPr>
              <a:t>United International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4064679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2EEEA-6502-7F13-5501-F2F4D1982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9A69-BAE9-31F4-1556-2932714F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5ED66-1EF6-DF63-D4D0-D33492C19338}"/>
              </a:ext>
            </a:extLst>
          </p:cNvPr>
          <p:cNvSpPr txBox="1"/>
          <p:nvPr/>
        </p:nvSpPr>
        <p:spPr>
          <a:xfrm>
            <a:off x="1199535" y="1463725"/>
            <a:ext cx="1012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Converting an AC voltage or current signal to a corresponding DC signal.</a:t>
            </a:r>
          </a:p>
        </p:txBody>
      </p:sp>
      <p:pic>
        <p:nvPicPr>
          <p:cNvPr id="1028" name="Picture 4" descr="Understanding AC and DC Signals in ...">
            <a:extLst>
              <a:ext uri="{FF2B5EF4-FFF2-40B4-BE49-F238E27FC236}">
                <a16:creationId xmlns:a16="http://schemas.microsoft.com/office/drawing/2014/main" id="{96CE71CC-0BF5-6F3E-C6A8-2ED9460D46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4"/>
          <a:stretch/>
        </p:blipFill>
        <p:spPr bwMode="auto">
          <a:xfrm>
            <a:off x="2885537" y="2256161"/>
            <a:ext cx="7196381" cy="3436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B4365E-7EB3-DB94-BD82-0576CBAE07A7}"/>
              </a:ext>
            </a:extLst>
          </p:cNvPr>
          <p:cNvSpPr txBox="1"/>
          <p:nvPr/>
        </p:nvSpPr>
        <p:spPr>
          <a:xfrm>
            <a:off x="1420114" y="5194220"/>
            <a:ext cx="1012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Where is it used?</a:t>
            </a:r>
          </a:p>
        </p:txBody>
      </p:sp>
    </p:spTree>
    <p:extLst>
      <p:ext uri="{BB962C8B-B14F-4D97-AF65-F5344CB8AC3E}">
        <p14:creationId xmlns:p14="http://schemas.microsoft.com/office/powerpoint/2010/main" val="293756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898BF-459B-C34D-1FF8-51536A09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492E-C29F-83EE-7743-C979FE82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Wave Rectification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C69A24-CD29-81B4-6C37-36C7235B4092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868DF-FC0F-2B24-274E-292E53BCA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599" y="1471472"/>
            <a:ext cx="8430802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28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B5EF-44BC-F69E-2A22-99D42FFAB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4776-1BD2-422A-2BC9-AB5C2FED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Wave Rectification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7DD41B-4699-D066-247D-984B5CC9C93B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082B88-39E8-D733-4BD7-A0B9B20C8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980" y="1194179"/>
            <a:ext cx="9150040" cy="521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5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BF95-7263-A63B-CA88-96C82A7A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682C-63A6-8AD7-B967-FCAA8A55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Wave Rectification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DA950A-8866-B145-760E-AD232A41298D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69BACF-D34B-66C0-C52B-027403277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19" y="1040621"/>
            <a:ext cx="5208881" cy="5635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3263D2-3A35-EE5D-E931-B14678E84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073" y="3371236"/>
            <a:ext cx="2705478" cy="781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D48CEC-BB6C-2EEB-676E-9E42D1A6DF75}"/>
              </a:ext>
            </a:extLst>
          </p:cNvPr>
          <p:cNvSpPr txBox="1"/>
          <p:nvPr/>
        </p:nvSpPr>
        <p:spPr>
          <a:xfrm>
            <a:off x="6725263" y="2694039"/>
            <a:ext cx="383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Average of the Output Voltage:</a:t>
            </a:r>
          </a:p>
        </p:txBody>
      </p:sp>
    </p:spTree>
    <p:extLst>
      <p:ext uri="{BB962C8B-B14F-4D97-AF65-F5344CB8AC3E}">
        <p14:creationId xmlns:p14="http://schemas.microsoft.com/office/powerpoint/2010/main" val="83086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D36B2-4897-CE06-964F-040DF39E2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D6D6-48F5-5276-0E3C-96559D19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Wave Rectification (with Si diode)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BFEF2A-587C-AEBB-8FE1-B1BF2038558B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3F68E5-0592-99E6-66FF-1147E17539D1}"/>
              </a:ext>
            </a:extLst>
          </p:cNvPr>
          <p:cNvSpPr txBox="1"/>
          <p:nvPr/>
        </p:nvSpPr>
        <p:spPr>
          <a:xfrm>
            <a:off x="1059018" y="5465891"/>
            <a:ext cx="383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Average of the Output Voltage: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BAB02-DD73-8318-9EAD-C0FB747C1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64" y="1174015"/>
            <a:ext cx="11374437" cy="40867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B9A285-3C5B-7FEB-E831-4CE431D3A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56" y="5835223"/>
            <a:ext cx="4067743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60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5A55E-0C0F-56D1-708E-3627F2243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C507-C6B8-D968-9F56-0726C237E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CB0C70-E820-3265-9101-96C443B562BA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25027F-5883-6A87-6202-9A8A4362F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974" y="1040621"/>
            <a:ext cx="9745226" cy="539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6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EBD15-3F24-A23E-D04E-C5E53CC8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5CAAF-22E9-3A92-3C1A-D23BF31F5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B149BD-4980-39F5-A203-B4AE14A5A659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BCA9E-869C-E46E-3732-95D65DC86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253" y="1040621"/>
            <a:ext cx="9547609" cy="513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5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6757-31C7-007D-DEFE-7FE78E423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AA5EE-6DB7-E306-1A5B-8CF663D57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F8E1AB-9644-1D51-5860-4088879967A3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CCF81-853E-B70F-23B5-4292C9719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7579"/>
            <a:ext cx="12192000" cy="350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94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0338F-19B7-A838-ACF0-90B087092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03B3C-F2EC-6155-8944-C02554D8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 (PRV)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FCE7B2-6855-432A-DB6A-4958A370E15E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7872E2-C4E1-79DD-C052-DA4512B98F27}"/>
              </a:ext>
            </a:extLst>
          </p:cNvPr>
          <p:cNvSpPr txBox="1"/>
          <p:nvPr/>
        </p:nvSpPr>
        <p:spPr>
          <a:xfrm>
            <a:off x="1066800" y="1355606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The peak inverse voltage (PIV) [or PRV (peak reverse voltage)] rating of the diode is of primary importance in the design of rectification systems. Recall that it is the voltage rat </a:t>
            </a:r>
            <a:r>
              <a:rPr lang="en-US" b="1" dirty="0" err="1">
                <a:solidFill>
                  <a:srgbClr val="00B0F0"/>
                </a:solidFill>
              </a:rPr>
              <a:t>ing</a:t>
            </a:r>
            <a:r>
              <a:rPr lang="en-US" b="1" dirty="0">
                <a:solidFill>
                  <a:srgbClr val="00B0F0"/>
                </a:solidFill>
              </a:rPr>
              <a:t> that must not be exceeded in the reverse-bias region or the diode will enter the Zener avalanche region.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93CEC6-6387-3A13-C48B-D821EA865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130" y="2377424"/>
            <a:ext cx="5214566" cy="410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9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575B4-C97E-FA63-F3EE-65B082C6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47494-06D9-3BD7-0879-03079132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Wave Bridge Rectification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BACB0F-F780-9029-5063-60C28FFE6071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23B2C-EE00-BB5A-86B2-8E26997CB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70" y="1554586"/>
            <a:ext cx="7592485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57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EF226-61EC-902F-A309-5249D3BB4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26547-A3C6-7072-6B46-DF89D449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Wave Bridge Rectification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A71378-F1F5-65FB-B7D3-28D686E48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313" y="1042219"/>
            <a:ext cx="7017374" cy="28453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9E375F-9579-4DC1-3076-BEDE9543F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313" y="3966228"/>
            <a:ext cx="7430329" cy="27168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2C365DF-165A-32BF-6A64-2D7806CA7A3A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5314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7EC13-7375-E5E5-9470-C7A19E529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502CB-F951-36FD-6073-3298D9208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Wave Bridge Rectification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9F1B2F-55DD-ED9B-B269-CE92686DA0D4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575F0-0D81-06DA-8737-F7D80BE9B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854011"/>
            <a:ext cx="7773485" cy="3419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3C7CB4-5C28-6D89-9921-4543E7DDD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378" y="3426542"/>
            <a:ext cx="2695951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055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0FF6-25D8-700B-ED09-B9F73755C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4340-DAC7-19AA-C97D-ACA9FA056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Wave Bridge Rectification(with Si diode)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6C17F-F8B0-5784-899C-EA098F7298DD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B7133B-E308-B332-EFAF-B3B26DAE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84" y="1515431"/>
            <a:ext cx="9061001" cy="4299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652DC8-E387-E91A-2FAB-EFE8936F2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703" y="4055601"/>
            <a:ext cx="4401164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872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EEAC2-7601-B177-144A-CBD45F5A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20FD-2C26-6CF0-37C2-CFFF2F089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 for Full Wave Bridge Rectification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F6F083-960D-A3A9-5D30-F80C517CE617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2283F-2768-168E-08D9-2BB7D5FB1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368" y="1424758"/>
            <a:ext cx="4486901" cy="4382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7B933F-A25B-1D54-84EE-C6F6FE3A0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547" y="2981262"/>
            <a:ext cx="2000529" cy="895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4121FE-4D7C-6F1D-FC57-9FB62098708C}"/>
              </a:ext>
            </a:extLst>
          </p:cNvPr>
          <p:cNvSpPr txBox="1"/>
          <p:nvPr/>
        </p:nvSpPr>
        <p:spPr>
          <a:xfrm>
            <a:off x="7649496" y="4625876"/>
            <a:ext cx="3991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Determine PIV if Si diode is used.</a:t>
            </a:r>
          </a:p>
        </p:txBody>
      </p:sp>
    </p:spTree>
    <p:extLst>
      <p:ext uri="{BB962C8B-B14F-4D97-AF65-F5344CB8AC3E}">
        <p14:creationId xmlns:p14="http://schemas.microsoft.com/office/powerpoint/2010/main" val="2375316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D495-6811-03F2-3E40-0306655B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5A91-2CC9-BEB5-B0A9-209A815FB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B692C6-F0C8-43B4-A1BE-7E6A3D026A38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20B744-83C1-D871-6CFA-BEBC85634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283" y="1133154"/>
            <a:ext cx="9021434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81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7F886-2ACF-04E9-2FC6-10EF2207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11742-7E6F-8FAD-A888-B6FB82D3D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E65103-DFA2-4F03-7AF7-7EDB48784D27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C0EF8E-1E36-89F5-6949-E4A5BB9F6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228" y="1040621"/>
            <a:ext cx="8997456" cy="2943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5544B-964E-B43B-FF61-01EDF545E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6269" y="3954306"/>
            <a:ext cx="3391373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72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E553F-0FF7-901F-7156-9A99C3F90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D9A0-CC40-A717-7147-4D7CF2FBD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DE6DEA-1D30-6F50-55B3-235EEB6EEAFF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65F34D-893A-E464-57E0-60DCAC7B0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756" y="1308605"/>
            <a:ext cx="9040487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10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E0678-8278-181A-2B8D-98D01B3A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7ED9-D50E-5F94-D9A6-7BF13DA2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90E302-2216-6316-3358-3D57799F755D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3237B0-535F-1DA4-678A-EA13F84E9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613" y="1307862"/>
            <a:ext cx="9220413" cy="454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99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FE8C0-EC31-0D2F-BA03-D676AB3D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5CDB-3093-29E6-BCCB-C37D0060F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2176"/>
            <a:ext cx="9745226" cy="5884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5D9107-04BA-5017-45FC-7DA2CBA7DFB9}"/>
              </a:ext>
            </a:extLst>
          </p:cNvPr>
          <p:cNvSpPr txBox="1"/>
          <p:nvPr/>
        </p:nvSpPr>
        <p:spPr>
          <a:xfrm>
            <a:off x="8491812" y="6483011"/>
            <a:ext cx="531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Courtesy: Electronic devices and Circuit Theory, Bolyestead.</a:t>
            </a:r>
          </a:p>
          <a:p>
            <a:r>
              <a:rPr lang="en-US" sz="1000" dirty="0"/>
              <a:t>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7F27A-94FA-F497-1DE4-9AE084E2B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073" y="1485629"/>
            <a:ext cx="8087854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09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F049F8-87E1-403E-2A50-2F4544BF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D7D72-E3F9-7ED0-ABD9-E262A5851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24" y="220524"/>
            <a:ext cx="3846394" cy="15558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360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57067-DD9B-9E64-D42E-AAFF3B6AB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951" y="2165315"/>
            <a:ext cx="4696098" cy="355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6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6158</TotalTime>
  <Words>389</Words>
  <Application>Microsoft Office PowerPoint</Application>
  <PresentationFormat>Widescreen</PresentationFormat>
  <Paragraphs>85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Neue Haas Grotesk Text Pro</vt:lpstr>
      <vt:lpstr>Times New Roman</vt:lpstr>
      <vt:lpstr>SwellVTI</vt:lpstr>
      <vt:lpstr>EEE 2123 - Electronics</vt:lpstr>
      <vt:lpstr>Rectification</vt:lpstr>
      <vt:lpstr>Half Wave Rectification</vt:lpstr>
      <vt:lpstr>Half Wave Rectification</vt:lpstr>
      <vt:lpstr>Half Wave Rectification</vt:lpstr>
      <vt:lpstr>Half Wave Rectification (with Si diode)</vt:lpstr>
      <vt:lpstr>Example</vt:lpstr>
      <vt:lpstr>Solution</vt:lpstr>
      <vt:lpstr>Solution</vt:lpstr>
      <vt:lpstr>PIV (PRV)</vt:lpstr>
      <vt:lpstr>Full Wave Bridge Rectification</vt:lpstr>
      <vt:lpstr>Full Wave Bridge Rectification</vt:lpstr>
      <vt:lpstr>Full Wave Bridge Rectification</vt:lpstr>
      <vt:lpstr>Full Wave Bridge Rectification(with Si diode)</vt:lpstr>
      <vt:lpstr>PIV for Full Wave Bridge Rectification</vt:lpstr>
      <vt:lpstr>Example</vt:lpstr>
      <vt:lpstr>Example</vt:lpstr>
      <vt:lpstr>Exercise</vt:lpstr>
      <vt:lpstr>Exercise</vt:lpstr>
      <vt:lpstr>Exercise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1806072 - Noman Asif Aditya</dc:creator>
  <cp:lastModifiedBy>1806072 - Noman Asif Aditya</cp:lastModifiedBy>
  <cp:revision>8</cp:revision>
  <dcterms:created xsi:type="dcterms:W3CDTF">2025-02-20T21:17:00Z</dcterms:created>
  <dcterms:modified xsi:type="dcterms:W3CDTF">2025-03-18T22:08:42Z</dcterms:modified>
</cp:coreProperties>
</file>