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 snapToGrid="0">
      <p:cViewPr varScale="1">
        <p:scale>
          <a:sx n="71" d="100"/>
          <a:sy n="71" d="100"/>
        </p:scale>
        <p:origin x="4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3308-52A5-4B1D-992F-5F9BF6FB096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CE6E160-4D4B-400F-9256-68A8C66F8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6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3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9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10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19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02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7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2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03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751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12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3717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299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918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98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1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B4BF1A-08BC-3E83-D5FE-418CE046D6EE}"/>
              </a:ext>
            </a:extLst>
          </p:cNvPr>
          <p:cNvSpPr txBox="1"/>
          <p:nvPr/>
        </p:nvSpPr>
        <p:spPr>
          <a:xfrm>
            <a:off x="1600200" y="726141"/>
            <a:ext cx="7758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Sourav Saha</a:t>
            </a:r>
          </a:p>
          <a:p>
            <a:r>
              <a:rPr lang="en-US" sz="2400" b="1" dirty="0">
                <a:solidFill>
                  <a:schemeClr val="accent3"/>
                </a:solidFill>
              </a:rPr>
              <a:t>Donor Relations &amp; Engagement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D13664-8FE4-2D15-2420-461FF95AD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043" y="1991958"/>
            <a:ext cx="5649113" cy="1829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DA61EA-CD40-CF35-8F3A-7DF586F6A694}"/>
              </a:ext>
            </a:extLst>
          </p:cNvPr>
          <p:cNvSpPr txBox="1"/>
          <p:nvPr/>
        </p:nvSpPr>
        <p:spPr>
          <a:xfrm>
            <a:off x="1806707" y="2266244"/>
            <a:ext cx="4016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Sprint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6F2A5-CF9B-3555-F3E5-657986FCD85F}"/>
              </a:ext>
            </a:extLst>
          </p:cNvPr>
          <p:cNvSpPr txBox="1"/>
          <p:nvPr/>
        </p:nvSpPr>
        <p:spPr>
          <a:xfrm>
            <a:off x="1896214" y="4898602"/>
            <a:ext cx="4016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Sprint 2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37C188B-C0D4-CC5F-8F20-93322BC2CA56}"/>
              </a:ext>
            </a:extLst>
          </p:cNvPr>
          <p:cNvSpPr/>
          <p:nvPr/>
        </p:nvSpPr>
        <p:spPr>
          <a:xfrm>
            <a:off x="1806707" y="5421822"/>
            <a:ext cx="3603812" cy="898905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Donor Surplus Control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D87992A-A64C-BA64-72B4-19EB50C2B3C4}"/>
              </a:ext>
            </a:extLst>
          </p:cNvPr>
          <p:cNvSpPr/>
          <p:nvPr/>
        </p:nvSpPr>
        <p:spPr>
          <a:xfrm>
            <a:off x="1806707" y="2758446"/>
            <a:ext cx="3603812" cy="898905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Donor Surplus Control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F60E1B-3107-26D9-40D6-618329FDD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536" y="4709420"/>
            <a:ext cx="5738620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97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AE5F-029C-48F3-6BA5-2334928F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4500EB-FAE7-6F7B-5D23-DDEA1B68598A}"/>
              </a:ext>
            </a:extLst>
          </p:cNvPr>
          <p:cNvSpPr txBox="1"/>
          <p:nvPr/>
        </p:nvSpPr>
        <p:spPr>
          <a:xfrm>
            <a:off x="1600200" y="726141"/>
            <a:ext cx="7758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Sourav Saha</a:t>
            </a:r>
          </a:p>
          <a:p>
            <a:r>
              <a:rPr lang="en-US" sz="2400" b="1" dirty="0">
                <a:solidFill>
                  <a:schemeClr val="accent3"/>
                </a:solidFill>
              </a:rPr>
              <a:t>Donor Relations &amp; Engagement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ABB595-E4EF-EC2F-01B5-B9F131FC0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043" y="1991958"/>
            <a:ext cx="5649113" cy="1829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138C95-0DEB-88AC-2FC8-804102DCF0E9}"/>
              </a:ext>
            </a:extLst>
          </p:cNvPr>
          <p:cNvSpPr txBox="1"/>
          <p:nvPr/>
        </p:nvSpPr>
        <p:spPr>
          <a:xfrm>
            <a:off x="1806707" y="2266244"/>
            <a:ext cx="4016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Sprint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4DC24-2EF1-5C78-CAC5-DCC9241BBF77}"/>
              </a:ext>
            </a:extLst>
          </p:cNvPr>
          <p:cNvSpPr txBox="1"/>
          <p:nvPr/>
        </p:nvSpPr>
        <p:spPr>
          <a:xfrm>
            <a:off x="1896214" y="4898602"/>
            <a:ext cx="4016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Sprint 2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DBCD74F-5603-BCDD-B9A7-34EFCCFDC5AB}"/>
              </a:ext>
            </a:extLst>
          </p:cNvPr>
          <p:cNvSpPr/>
          <p:nvPr/>
        </p:nvSpPr>
        <p:spPr>
          <a:xfrm>
            <a:off x="1806707" y="5421822"/>
            <a:ext cx="3603812" cy="898905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Donor Surplus Control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680632D-E4D5-86D9-F530-07DD6CF6CBAE}"/>
              </a:ext>
            </a:extLst>
          </p:cNvPr>
          <p:cNvSpPr/>
          <p:nvPr/>
        </p:nvSpPr>
        <p:spPr>
          <a:xfrm>
            <a:off x="1806707" y="2758446"/>
            <a:ext cx="3603812" cy="898905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Donor Surplus Control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8A00E5-81A9-30EA-65CF-8CB65BF3D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536" y="4709420"/>
            <a:ext cx="5738620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2538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24</TotalTime>
  <Words>32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Wisp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Saha</dc:creator>
  <cp:lastModifiedBy>Sourav Saha</cp:lastModifiedBy>
  <cp:revision>1</cp:revision>
  <dcterms:created xsi:type="dcterms:W3CDTF">2026-01-02T17:54:33Z</dcterms:created>
  <dcterms:modified xsi:type="dcterms:W3CDTF">2026-01-02T18:19:09Z</dcterms:modified>
</cp:coreProperties>
</file>