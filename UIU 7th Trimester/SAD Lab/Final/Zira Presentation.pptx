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.fntdata"/><Relationship Id="rId11" Type="http://schemas.openxmlformats.org/officeDocument/2006/relationships/slide" Target="slides/slide5.xml"/><Relationship Id="rId22" Type="http://schemas.openxmlformats.org/officeDocument/2006/relationships/font" Target="fonts/CenturyGothic-boldItalic.fntdata"/><Relationship Id="rId10" Type="http://schemas.openxmlformats.org/officeDocument/2006/relationships/slide" Target="slides/slide4.xml"/><Relationship Id="rId21" Type="http://schemas.openxmlformats.org/officeDocument/2006/relationships/font" Target="fonts/CenturyGothic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enturyGothic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4591e71e4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b4591e71e4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4591e7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b4591e71e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4591e71e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b4591e71e4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4591e71e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b4591e71e4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4591e71e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4591e71e4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4591e71e4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b4591e71e4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4591e71e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b4591e71e4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4591e71e4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b4591e71e4_2_1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4591e71e4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b4591e71e4_2_1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4591e71e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b4591e71e4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4591e71e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b4591e71e4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4591e71e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b4591e71e4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ctrTitle"/>
          </p:nvPr>
        </p:nvSpPr>
        <p:spPr>
          <a:xfrm>
            <a:off x="1941910" y="1885950"/>
            <a:ext cx="6686549" cy="169708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100"/>
              <a:buFont typeface="Century Gothic"/>
              <a:buNone/>
              <a:defRPr sz="4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subTitle"/>
          </p:nvPr>
        </p:nvSpPr>
        <p:spPr>
          <a:xfrm>
            <a:off x="1941910" y="3583034"/>
            <a:ext cx="6686549" cy="8447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9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/>
          <p:nvPr/>
        </p:nvSpPr>
        <p:spPr>
          <a:xfrm>
            <a:off x="0" y="3242857"/>
            <a:ext cx="1308489" cy="583942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398859" y="3397155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1944694" y="468083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1941909" y="1600200"/>
            <a:ext cx="6686550" cy="283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5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398859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/>
          <p:nvPr>
            <p:ph type="title"/>
          </p:nvPr>
        </p:nvSpPr>
        <p:spPr>
          <a:xfrm>
            <a:off x="1941909" y="1544063"/>
            <a:ext cx="6686549" cy="1101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Century Gothic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1941909" y="2647597"/>
            <a:ext cx="6686549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16"/>
          <p:cNvSpPr/>
          <p:nvPr/>
        </p:nvSpPr>
        <p:spPr>
          <a:xfrm flipH="1" rot="10800000">
            <a:off x="-3142" y="238363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398859" y="2433104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1944693" y="468083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1941909" y="1600200"/>
            <a:ext cx="3235398" cy="283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5393060" y="1594667"/>
            <a:ext cx="3235398" cy="283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7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398859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944693" y="468083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2204530" y="1479527"/>
            <a:ext cx="2994549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800"/>
              <a:buNone/>
              <a:defRPr b="0" sz="1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15" name="Google Shape;115;p18"/>
          <p:cNvSpPr txBox="1"/>
          <p:nvPr>
            <p:ph idx="2" type="body"/>
          </p:nvPr>
        </p:nvSpPr>
        <p:spPr>
          <a:xfrm>
            <a:off x="1941909" y="1911725"/>
            <a:ext cx="3257170" cy="25155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3" type="body"/>
          </p:nvPr>
        </p:nvSpPr>
        <p:spPr>
          <a:xfrm>
            <a:off x="5629972" y="1477106"/>
            <a:ext cx="2999251" cy="43219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800"/>
              <a:buNone/>
              <a:defRPr b="0" sz="18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117" name="Google Shape;117;p18"/>
          <p:cNvSpPr txBox="1"/>
          <p:nvPr>
            <p:ph idx="4" type="body"/>
          </p:nvPr>
        </p:nvSpPr>
        <p:spPr>
          <a:xfrm>
            <a:off x="5375218" y="1909304"/>
            <a:ext cx="3254005" cy="25155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18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398859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1944693" y="468083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19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19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398859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0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398859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1941909" y="334566"/>
            <a:ext cx="2628899" cy="7322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Font typeface="Century Gothic"/>
              <a:buNone/>
              <a:defRPr b="0"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4742259" y="334566"/>
            <a:ext cx="3886200" cy="4061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1941909" y="1198960"/>
            <a:ext cx="2628899" cy="319682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1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398859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1941910" y="3600450"/>
            <a:ext cx="668655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Century Gothic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2"/>
          <p:cNvSpPr/>
          <p:nvPr>
            <p:ph idx="2" type="pic"/>
          </p:nvPr>
        </p:nvSpPr>
        <p:spPr>
          <a:xfrm>
            <a:off x="1941909" y="476224"/>
            <a:ext cx="6686550" cy="2891227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1941910" y="4025503"/>
            <a:ext cx="6686550" cy="3702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45" name="Google Shape;145;p22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2"/>
          <p:cNvSpPr/>
          <p:nvPr/>
        </p:nvSpPr>
        <p:spPr>
          <a:xfrm flipH="1" rot="10800000">
            <a:off x="-3142" y="3683794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398859" y="3737315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1941909" y="457200"/>
            <a:ext cx="6686549" cy="233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sz="36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1941909" y="3265535"/>
            <a:ext cx="6686549" cy="1166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3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3"/>
          <p:cNvSpPr/>
          <p:nvPr/>
        </p:nvSpPr>
        <p:spPr>
          <a:xfrm flipH="1" rot="10800000">
            <a:off x="-3142" y="238363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398859" y="2433104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2137462" y="457200"/>
            <a:ext cx="629544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sz="36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2456259" y="2628900"/>
            <a:ext cx="565241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200"/>
              <a:buFont typeface="Century Gothic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Font typeface="Century Gothic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900"/>
              <a:buFont typeface="Century Gothic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900"/>
              <a:buFont typeface="Century Gothic"/>
              <a:buNone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59" name="Google Shape;159;p24"/>
          <p:cNvSpPr txBox="1"/>
          <p:nvPr>
            <p:ph idx="2" type="body"/>
          </p:nvPr>
        </p:nvSpPr>
        <p:spPr>
          <a:xfrm>
            <a:off x="1941909" y="3265535"/>
            <a:ext cx="6686549" cy="1166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595959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0" name="Google Shape;160;p24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24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4"/>
          <p:cNvSpPr/>
          <p:nvPr/>
        </p:nvSpPr>
        <p:spPr>
          <a:xfrm flipH="1" rot="10800000">
            <a:off x="-3142" y="238363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 txBox="1"/>
          <p:nvPr>
            <p:ph idx="12" type="sldNum"/>
          </p:nvPr>
        </p:nvSpPr>
        <p:spPr>
          <a:xfrm>
            <a:off x="398859" y="2433104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4" name="Google Shape;164;p24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65" name="Google Shape;165;p2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1941910" y="1828800"/>
            <a:ext cx="6686550" cy="20436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1941910" y="3886200"/>
            <a:ext cx="6686550" cy="547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</a:defRPr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69" name="Google Shape;169;p25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5"/>
          <p:cNvSpPr/>
          <p:nvPr/>
        </p:nvSpPr>
        <p:spPr>
          <a:xfrm flipH="1" rot="10800000">
            <a:off x="-3142" y="3683794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 txBox="1"/>
          <p:nvPr>
            <p:ph idx="12" type="sldNum"/>
          </p:nvPr>
        </p:nvSpPr>
        <p:spPr>
          <a:xfrm>
            <a:off x="398859" y="3737315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2137462" y="457200"/>
            <a:ext cx="6295445" cy="217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sz="36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1941909" y="3257550"/>
            <a:ext cx="66865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Font typeface="Century Gothic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900"/>
              <a:buFont typeface="Century Gothic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900"/>
              <a:buFont typeface="Century Gothic"/>
              <a:buNone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76" name="Google Shape;176;p26"/>
          <p:cNvSpPr txBox="1"/>
          <p:nvPr>
            <p:ph idx="2" type="body"/>
          </p:nvPr>
        </p:nvSpPr>
        <p:spPr>
          <a:xfrm>
            <a:off x="1941910" y="3886200"/>
            <a:ext cx="6686550" cy="547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</a:defRPr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77" name="Google Shape;177;p26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26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26"/>
          <p:cNvSpPr/>
          <p:nvPr/>
        </p:nvSpPr>
        <p:spPr>
          <a:xfrm flipH="1" rot="10800000">
            <a:off x="-3142" y="3683794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 txBox="1"/>
          <p:nvPr>
            <p:ph idx="12" type="sldNum"/>
          </p:nvPr>
        </p:nvSpPr>
        <p:spPr>
          <a:xfrm>
            <a:off x="398859" y="3737315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82" name="Google Shape;182;p26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1941909" y="470555"/>
            <a:ext cx="6686549" cy="21600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1941909" y="3257550"/>
            <a:ext cx="66865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800"/>
              <a:buFont typeface="Century Gothic"/>
              <a:buNone/>
              <a:defRPr sz="18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Font typeface="Century Gothic"/>
              <a:buNone/>
              <a:defRPr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900"/>
              <a:buFont typeface="Century Gothic"/>
              <a:buNone/>
              <a:defRPr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900"/>
              <a:buFont typeface="Century Gothic"/>
              <a:buNone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86" name="Google Shape;186;p27"/>
          <p:cNvSpPr txBox="1"/>
          <p:nvPr>
            <p:ph idx="2" type="body"/>
          </p:nvPr>
        </p:nvSpPr>
        <p:spPr>
          <a:xfrm>
            <a:off x="1941910" y="3886200"/>
            <a:ext cx="6686550" cy="547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>
                <a:solidFill>
                  <a:srgbClr val="595959"/>
                </a:solidFill>
              </a:defRPr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87" name="Google Shape;187;p27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27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27"/>
          <p:cNvSpPr/>
          <p:nvPr/>
        </p:nvSpPr>
        <p:spPr>
          <a:xfrm flipH="1" rot="10800000">
            <a:off x="-3142" y="3683794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398859" y="3737315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1944693" y="468083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 rot="5400000">
            <a:off x="3827859" y="-285750"/>
            <a:ext cx="2914650" cy="66865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194" name="Google Shape;194;p28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28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28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8"/>
          <p:cNvSpPr txBox="1"/>
          <p:nvPr>
            <p:ph idx="12" type="sldNum"/>
          </p:nvPr>
        </p:nvSpPr>
        <p:spPr>
          <a:xfrm>
            <a:off x="398859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 rot="5400000">
            <a:off x="5817528" y="1624135"/>
            <a:ext cx="3962863" cy="1655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 rot="5400000">
            <a:off x="2389353" y="23110"/>
            <a:ext cx="3962863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1pPr>
            <a:lvl2pPr indent="-317500" lvl="1" marL="914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2pPr>
            <a:lvl3pPr indent="-317500" lvl="2" marL="1371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3pPr>
            <a:lvl4pPr indent="-317500" lvl="3" marL="1828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4pPr>
            <a:lvl5pPr indent="-317500" lvl="4" marL="22860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5pPr>
            <a:lvl6pPr indent="-317500" lvl="5" marL="27432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6pPr>
            <a:lvl7pPr indent="-317500" lvl="6" marL="32004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7pPr>
            <a:lvl8pPr indent="-317500" lvl="7" marL="36576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8pPr>
            <a:lvl9pPr indent="-317500" lvl="8" marL="4114800" algn="l">
              <a:spcBef>
                <a:spcPts val="800"/>
              </a:spcBef>
              <a:spcAft>
                <a:spcPts val="0"/>
              </a:spcAft>
              <a:buSzPts val="1400"/>
              <a:buChar char="🠶"/>
              <a:defRPr/>
            </a:lvl9pPr>
          </a:lstStyle>
          <a:p/>
        </p:txBody>
      </p:sp>
      <p:sp>
        <p:nvSpPr>
          <p:cNvPr id="201" name="Google Shape;201;p29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29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3" name="Google Shape;203;p29"/>
          <p:cNvSpPr/>
          <p:nvPr/>
        </p:nvSpPr>
        <p:spPr>
          <a:xfrm flipH="1" rot="10800000">
            <a:off x="-3142" y="535781"/>
            <a:ext cx="1191395" cy="380473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9"/>
          <p:cNvSpPr txBox="1"/>
          <p:nvPr>
            <p:ph idx="12" type="sldNum"/>
          </p:nvPr>
        </p:nvSpPr>
        <p:spPr>
          <a:xfrm>
            <a:off x="398859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theme" Target="../theme/theme3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52" name="Google Shape;52;p13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" name="Google Shape;64;p13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65" name="Google Shape;65;p13"/>
            <p:cNvSpPr/>
            <p:nvPr/>
          </p:nvSpPr>
          <p:spPr>
            <a:xfrm>
              <a:off x="6627813" y="194833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 txBox="1"/>
          <p:nvPr>
            <p:ph type="title"/>
          </p:nvPr>
        </p:nvSpPr>
        <p:spPr>
          <a:xfrm>
            <a:off x="1944693" y="468083"/>
            <a:ext cx="6683765" cy="9606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Font typeface="Century Gothic"/>
              <a:buNone/>
              <a:defRPr b="0" i="0" sz="27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8450" lvl="2" marL="13716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🠶"/>
              <a:defRPr b="0" i="0" sz="11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🠶"/>
              <a:defRPr b="0" i="0" sz="9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10" type="dt"/>
          </p:nvPr>
        </p:nvSpPr>
        <p:spPr>
          <a:xfrm>
            <a:off x="7771209" y="4597828"/>
            <a:ext cx="859712" cy="2777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idx="11" type="ftr"/>
          </p:nvPr>
        </p:nvSpPr>
        <p:spPr>
          <a:xfrm>
            <a:off x="1941909" y="4601856"/>
            <a:ext cx="571499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7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2" type="sldNum"/>
          </p:nvPr>
        </p:nvSpPr>
        <p:spPr>
          <a:xfrm>
            <a:off x="398859" y="590837"/>
            <a:ext cx="58482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5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/>
          <p:nvPr/>
        </p:nvSpPr>
        <p:spPr>
          <a:xfrm>
            <a:off x="1374100" y="359151"/>
            <a:ext cx="70422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7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Save A Byte:</a:t>
            </a:r>
            <a:endParaRPr b="1" sz="370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Innovation to End Food Waste</a:t>
            </a:r>
            <a:endParaRPr b="1" sz="32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1545850" y="2061120"/>
            <a:ext cx="66987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 u="sng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Meet the Driving Force</a:t>
            </a:r>
            <a:endParaRPr b="1" sz="2400" u="sng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1514623" y="3326038"/>
            <a:ext cx="32478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Design &amp; UX</a:t>
            </a:r>
            <a:endParaRPr b="1" sz="16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Sumaiya Sadika</a:t>
            </a:r>
            <a:endParaRPr sz="16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Relations</a:t>
            </a:r>
            <a:endParaRPr b="1" sz="16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Sourav Saha</a:t>
            </a:r>
            <a:endParaRPr sz="16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5633209" y="3310423"/>
            <a:ext cx="32478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Operations &amp; Integration</a:t>
            </a:r>
            <a:endParaRPr b="1" sz="16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Saptarshi Biswas Supty</a:t>
            </a:r>
            <a:endParaRPr sz="16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Tech &amp; Architecture</a:t>
            </a:r>
            <a:endParaRPr b="1" sz="16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Urbashi BIswas</a:t>
            </a:r>
            <a:endParaRPr sz="16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3138575" y="2810650"/>
            <a:ext cx="3497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2685733" y="2576432"/>
            <a:ext cx="45594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5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Project Lead</a:t>
            </a:r>
            <a:endParaRPr b="1" sz="1650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Safyal Muznabin Ratul</a:t>
            </a:r>
            <a:endParaRPr sz="16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/>
        </p:nvSpPr>
        <p:spPr>
          <a:xfrm>
            <a:off x="1200150" y="544606"/>
            <a:ext cx="58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Safyal Muznabin Ratul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Engineer &amp; Analytics Lead</a:t>
            </a:r>
            <a:endParaRPr sz="1100"/>
          </a:p>
        </p:txBody>
      </p:sp>
      <p:pic>
        <p:nvPicPr>
          <p:cNvPr id="220" name="Google Shape;220;p31" title="3a.jpeg"/>
          <p:cNvPicPr preferRelativeResize="0"/>
          <p:nvPr/>
        </p:nvPicPr>
        <p:blipFill rotWithShape="1">
          <a:blip r:embed="rId3">
            <a:alphaModFix/>
          </a:blip>
          <a:srcRect b="0" l="738" r="748" t="0"/>
          <a:stretch/>
        </p:blipFill>
        <p:spPr>
          <a:xfrm>
            <a:off x="4434782" y="1493968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/>
          <p:nvPr/>
        </p:nvSpPr>
        <p:spPr>
          <a:xfrm>
            <a:off x="1355030" y="1699683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1</a:t>
            </a:r>
            <a:endParaRPr sz="1100"/>
          </a:p>
        </p:txBody>
      </p:sp>
      <p:sp>
        <p:nvSpPr>
          <p:cNvPr id="222" name="Google Shape;222;p31"/>
          <p:cNvSpPr txBox="1"/>
          <p:nvPr/>
        </p:nvSpPr>
        <p:spPr>
          <a:xfrm>
            <a:off x="1422161" y="3673952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2</a:t>
            </a:r>
            <a:endParaRPr sz="1100"/>
          </a:p>
        </p:txBody>
      </p:sp>
      <p:sp>
        <p:nvSpPr>
          <p:cNvPr id="223" name="Google Shape;223;p31"/>
          <p:cNvSpPr/>
          <p:nvPr/>
        </p:nvSpPr>
        <p:spPr>
          <a:xfrm>
            <a:off x="1355030" y="4066367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Gamification Profile</a:t>
            </a:r>
            <a:endParaRPr sz="1100"/>
          </a:p>
        </p:txBody>
      </p:sp>
      <p:sp>
        <p:nvSpPr>
          <p:cNvPr id="224" name="Google Shape;224;p31"/>
          <p:cNvSpPr/>
          <p:nvPr/>
        </p:nvSpPr>
        <p:spPr>
          <a:xfrm>
            <a:off x="1355030" y="2068835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Hygiene &amp; Feedback</a:t>
            </a:r>
            <a:endParaRPr sz="1100"/>
          </a:p>
        </p:txBody>
      </p:sp>
      <p:pic>
        <p:nvPicPr>
          <p:cNvPr id="225" name="Google Shape;225;p31" title="4a.jpeg"/>
          <p:cNvPicPr preferRelativeResize="0"/>
          <p:nvPr/>
        </p:nvPicPr>
        <p:blipFill rotWithShape="1">
          <a:blip r:embed="rId4">
            <a:alphaModFix/>
          </a:blip>
          <a:srcRect b="0" l="777" r="767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/>
        </p:nvSpPr>
        <p:spPr>
          <a:xfrm>
            <a:off x="1200150" y="544606"/>
            <a:ext cx="58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Safyal Muznabin Ratul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Engineer &amp; Analytics Lead</a:t>
            </a:r>
            <a:endParaRPr sz="1100"/>
          </a:p>
        </p:txBody>
      </p:sp>
      <p:pic>
        <p:nvPicPr>
          <p:cNvPr id="231" name="Google Shape;231;p32" title="3a.jpeg"/>
          <p:cNvPicPr preferRelativeResize="0"/>
          <p:nvPr/>
        </p:nvPicPr>
        <p:blipFill rotWithShape="1">
          <a:blip r:embed="rId3">
            <a:alphaModFix/>
          </a:blip>
          <a:srcRect b="0" l="738" r="748" t="0"/>
          <a:stretch/>
        </p:blipFill>
        <p:spPr>
          <a:xfrm>
            <a:off x="4434782" y="1493968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 txBox="1"/>
          <p:nvPr/>
        </p:nvSpPr>
        <p:spPr>
          <a:xfrm>
            <a:off x="1355030" y="1699683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3</a:t>
            </a:r>
            <a:endParaRPr sz="1100"/>
          </a:p>
        </p:txBody>
      </p:sp>
      <p:sp>
        <p:nvSpPr>
          <p:cNvPr id="233" name="Google Shape;233;p32"/>
          <p:cNvSpPr txBox="1"/>
          <p:nvPr/>
        </p:nvSpPr>
        <p:spPr>
          <a:xfrm>
            <a:off x="1422161" y="3673952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4</a:t>
            </a:r>
            <a:endParaRPr sz="1100"/>
          </a:p>
        </p:txBody>
      </p:sp>
      <p:sp>
        <p:nvSpPr>
          <p:cNvPr id="234" name="Google Shape;234;p32"/>
          <p:cNvSpPr/>
          <p:nvPr/>
        </p:nvSpPr>
        <p:spPr>
          <a:xfrm>
            <a:off x="1355030" y="4066367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Gamification Profile</a:t>
            </a:r>
            <a:endParaRPr sz="1100"/>
          </a:p>
        </p:txBody>
      </p:sp>
      <p:sp>
        <p:nvSpPr>
          <p:cNvPr id="235" name="Google Shape;235;p32"/>
          <p:cNvSpPr/>
          <p:nvPr/>
        </p:nvSpPr>
        <p:spPr>
          <a:xfrm>
            <a:off x="1355030" y="2068835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Hygiene &amp; Feedback</a:t>
            </a:r>
            <a:endParaRPr sz="1100"/>
          </a:p>
        </p:txBody>
      </p:sp>
      <p:pic>
        <p:nvPicPr>
          <p:cNvPr id="236" name="Google Shape;236;p32" title="4a.jpeg"/>
          <p:cNvPicPr preferRelativeResize="0"/>
          <p:nvPr/>
        </p:nvPicPr>
        <p:blipFill rotWithShape="1">
          <a:blip r:embed="rId4">
            <a:alphaModFix/>
          </a:blip>
          <a:srcRect b="0" l="777" r="767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/>
        </p:nvSpPr>
        <p:spPr>
          <a:xfrm>
            <a:off x="1200150" y="544606"/>
            <a:ext cx="58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Sumaiya Sadika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Design &amp; Branding Visionary</a:t>
            </a:r>
            <a:endParaRPr sz="1100"/>
          </a:p>
        </p:txBody>
      </p:sp>
      <p:pic>
        <p:nvPicPr>
          <p:cNvPr id="242" name="Google Shape;242;p33" title="3a.jpeg"/>
          <p:cNvPicPr preferRelativeResize="0"/>
          <p:nvPr/>
        </p:nvPicPr>
        <p:blipFill rotWithShape="1">
          <a:blip r:embed="rId3">
            <a:alphaModFix/>
          </a:blip>
          <a:srcRect b="0" l="738" r="748" t="0"/>
          <a:stretch/>
        </p:blipFill>
        <p:spPr>
          <a:xfrm>
            <a:off x="4434782" y="1493968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3"/>
          <p:cNvSpPr txBox="1"/>
          <p:nvPr/>
        </p:nvSpPr>
        <p:spPr>
          <a:xfrm>
            <a:off x="1355030" y="1699683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1</a:t>
            </a:r>
            <a:endParaRPr sz="1100"/>
          </a:p>
        </p:txBody>
      </p:sp>
      <p:sp>
        <p:nvSpPr>
          <p:cNvPr id="244" name="Google Shape;244;p33"/>
          <p:cNvSpPr txBox="1"/>
          <p:nvPr/>
        </p:nvSpPr>
        <p:spPr>
          <a:xfrm>
            <a:off x="1422161" y="3673952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2</a:t>
            </a:r>
            <a:endParaRPr sz="1100"/>
          </a:p>
        </p:txBody>
      </p:sp>
      <p:sp>
        <p:nvSpPr>
          <p:cNvPr id="245" name="Google Shape;245;p33"/>
          <p:cNvSpPr/>
          <p:nvPr/>
        </p:nvSpPr>
        <p:spPr>
          <a:xfrm>
            <a:off x="1355030" y="4066367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Gamification Profile</a:t>
            </a:r>
            <a:endParaRPr sz="1100"/>
          </a:p>
        </p:txBody>
      </p:sp>
      <p:sp>
        <p:nvSpPr>
          <p:cNvPr id="246" name="Google Shape;246;p33"/>
          <p:cNvSpPr/>
          <p:nvPr/>
        </p:nvSpPr>
        <p:spPr>
          <a:xfrm>
            <a:off x="1355030" y="2068835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Hygiene &amp; Feedback</a:t>
            </a:r>
            <a:endParaRPr sz="1100"/>
          </a:p>
        </p:txBody>
      </p:sp>
      <p:pic>
        <p:nvPicPr>
          <p:cNvPr id="247" name="Google Shape;247;p33" title="4a.jpeg"/>
          <p:cNvPicPr preferRelativeResize="0"/>
          <p:nvPr/>
        </p:nvPicPr>
        <p:blipFill rotWithShape="1">
          <a:blip r:embed="rId4">
            <a:alphaModFix/>
          </a:blip>
          <a:srcRect b="0" l="777" r="767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/>
        </p:nvSpPr>
        <p:spPr>
          <a:xfrm>
            <a:off x="1200150" y="544606"/>
            <a:ext cx="58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Sumaiya Sadika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Design &amp; Branding Visionary</a:t>
            </a:r>
            <a:endParaRPr sz="1100"/>
          </a:p>
        </p:txBody>
      </p:sp>
      <p:pic>
        <p:nvPicPr>
          <p:cNvPr id="253" name="Google Shape;253;p34" title="3a.jpeg"/>
          <p:cNvPicPr preferRelativeResize="0"/>
          <p:nvPr/>
        </p:nvPicPr>
        <p:blipFill rotWithShape="1">
          <a:blip r:embed="rId3">
            <a:alphaModFix/>
          </a:blip>
          <a:srcRect b="0" l="738" r="748" t="0"/>
          <a:stretch/>
        </p:blipFill>
        <p:spPr>
          <a:xfrm>
            <a:off x="4434782" y="1493968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4"/>
          <p:cNvSpPr txBox="1"/>
          <p:nvPr/>
        </p:nvSpPr>
        <p:spPr>
          <a:xfrm>
            <a:off x="1355030" y="1699683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3</a:t>
            </a:r>
            <a:endParaRPr sz="1100"/>
          </a:p>
        </p:txBody>
      </p:sp>
      <p:sp>
        <p:nvSpPr>
          <p:cNvPr id="255" name="Google Shape;255;p34"/>
          <p:cNvSpPr txBox="1"/>
          <p:nvPr/>
        </p:nvSpPr>
        <p:spPr>
          <a:xfrm>
            <a:off x="1422161" y="3673952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4</a:t>
            </a:r>
            <a:endParaRPr sz="1100"/>
          </a:p>
        </p:txBody>
      </p:sp>
      <p:sp>
        <p:nvSpPr>
          <p:cNvPr id="256" name="Google Shape;256;p34"/>
          <p:cNvSpPr/>
          <p:nvPr/>
        </p:nvSpPr>
        <p:spPr>
          <a:xfrm>
            <a:off x="1355030" y="4066367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Gamification Profile</a:t>
            </a:r>
            <a:endParaRPr sz="1100"/>
          </a:p>
        </p:txBody>
      </p:sp>
      <p:sp>
        <p:nvSpPr>
          <p:cNvPr id="257" name="Google Shape;257;p34"/>
          <p:cNvSpPr/>
          <p:nvPr/>
        </p:nvSpPr>
        <p:spPr>
          <a:xfrm>
            <a:off x="1355030" y="2068835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Hygiene &amp; Feedback</a:t>
            </a:r>
            <a:endParaRPr sz="1100"/>
          </a:p>
        </p:txBody>
      </p:sp>
      <p:pic>
        <p:nvPicPr>
          <p:cNvPr id="258" name="Google Shape;258;p34" title="4a.jpeg"/>
          <p:cNvPicPr preferRelativeResize="0"/>
          <p:nvPr/>
        </p:nvPicPr>
        <p:blipFill rotWithShape="1">
          <a:blip r:embed="rId4">
            <a:alphaModFix/>
          </a:blip>
          <a:srcRect b="0" l="777" r="767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/>
        </p:nvSpPr>
        <p:spPr>
          <a:xfrm>
            <a:off x="1200150" y="544606"/>
            <a:ext cx="58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Urbashi Biswas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Architecture &amp; Logistics Expert</a:t>
            </a:r>
            <a:endParaRPr sz="1100"/>
          </a:p>
        </p:txBody>
      </p:sp>
      <p:pic>
        <p:nvPicPr>
          <p:cNvPr id="264" name="Google Shape;264;p35" title="3a.jpeg"/>
          <p:cNvPicPr preferRelativeResize="0"/>
          <p:nvPr/>
        </p:nvPicPr>
        <p:blipFill rotWithShape="1">
          <a:blip r:embed="rId3">
            <a:alphaModFix/>
          </a:blip>
          <a:srcRect b="0" l="738" r="748" t="0"/>
          <a:stretch/>
        </p:blipFill>
        <p:spPr>
          <a:xfrm>
            <a:off x="4434782" y="1493968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5"/>
          <p:cNvSpPr txBox="1"/>
          <p:nvPr/>
        </p:nvSpPr>
        <p:spPr>
          <a:xfrm>
            <a:off x="1355030" y="1699683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1</a:t>
            </a:r>
            <a:endParaRPr sz="1100"/>
          </a:p>
        </p:txBody>
      </p:sp>
      <p:sp>
        <p:nvSpPr>
          <p:cNvPr id="266" name="Google Shape;266;p35"/>
          <p:cNvSpPr txBox="1"/>
          <p:nvPr/>
        </p:nvSpPr>
        <p:spPr>
          <a:xfrm>
            <a:off x="1422161" y="3673952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2</a:t>
            </a:r>
            <a:endParaRPr sz="1100"/>
          </a:p>
        </p:txBody>
      </p:sp>
      <p:sp>
        <p:nvSpPr>
          <p:cNvPr id="267" name="Google Shape;267;p35"/>
          <p:cNvSpPr/>
          <p:nvPr/>
        </p:nvSpPr>
        <p:spPr>
          <a:xfrm>
            <a:off x="1355030" y="4066367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Gamification Profile</a:t>
            </a:r>
            <a:endParaRPr sz="1100"/>
          </a:p>
        </p:txBody>
      </p:sp>
      <p:sp>
        <p:nvSpPr>
          <p:cNvPr id="268" name="Google Shape;268;p35"/>
          <p:cNvSpPr/>
          <p:nvPr/>
        </p:nvSpPr>
        <p:spPr>
          <a:xfrm>
            <a:off x="1355030" y="2068835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Hygiene &amp; Feedback</a:t>
            </a:r>
            <a:endParaRPr sz="1100"/>
          </a:p>
        </p:txBody>
      </p:sp>
      <p:pic>
        <p:nvPicPr>
          <p:cNvPr id="269" name="Google Shape;269;p35" title="4a.jpeg"/>
          <p:cNvPicPr preferRelativeResize="0"/>
          <p:nvPr/>
        </p:nvPicPr>
        <p:blipFill rotWithShape="1">
          <a:blip r:embed="rId4">
            <a:alphaModFix/>
          </a:blip>
          <a:srcRect b="0" l="777" r="767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/>
        </p:nvSpPr>
        <p:spPr>
          <a:xfrm>
            <a:off x="1200150" y="544606"/>
            <a:ext cx="58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Urbashi Biswas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Architecture &amp; Logistics Expert</a:t>
            </a:r>
            <a:endParaRPr sz="1100"/>
          </a:p>
        </p:txBody>
      </p:sp>
      <p:pic>
        <p:nvPicPr>
          <p:cNvPr id="275" name="Google Shape;275;p36" title="3a.jpeg"/>
          <p:cNvPicPr preferRelativeResize="0"/>
          <p:nvPr/>
        </p:nvPicPr>
        <p:blipFill rotWithShape="1">
          <a:blip r:embed="rId3">
            <a:alphaModFix/>
          </a:blip>
          <a:srcRect b="0" l="738" r="748" t="0"/>
          <a:stretch/>
        </p:blipFill>
        <p:spPr>
          <a:xfrm>
            <a:off x="4434782" y="1493968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6"/>
          <p:cNvSpPr txBox="1"/>
          <p:nvPr/>
        </p:nvSpPr>
        <p:spPr>
          <a:xfrm>
            <a:off x="1355030" y="1699683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3</a:t>
            </a:r>
            <a:endParaRPr sz="1100"/>
          </a:p>
        </p:txBody>
      </p:sp>
      <p:sp>
        <p:nvSpPr>
          <p:cNvPr id="277" name="Google Shape;277;p36"/>
          <p:cNvSpPr txBox="1"/>
          <p:nvPr/>
        </p:nvSpPr>
        <p:spPr>
          <a:xfrm>
            <a:off x="1422161" y="3673952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4</a:t>
            </a:r>
            <a:endParaRPr sz="1100"/>
          </a:p>
        </p:txBody>
      </p:sp>
      <p:sp>
        <p:nvSpPr>
          <p:cNvPr id="278" name="Google Shape;278;p36"/>
          <p:cNvSpPr/>
          <p:nvPr/>
        </p:nvSpPr>
        <p:spPr>
          <a:xfrm>
            <a:off x="1355030" y="4066367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Gamification Profile</a:t>
            </a:r>
            <a:endParaRPr sz="1100"/>
          </a:p>
        </p:txBody>
      </p:sp>
      <p:sp>
        <p:nvSpPr>
          <p:cNvPr id="279" name="Google Shape;279;p36"/>
          <p:cNvSpPr/>
          <p:nvPr/>
        </p:nvSpPr>
        <p:spPr>
          <a:xfrm>
            <a:off x="1355030" y="2068835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Hygiene &amp; Feedback</a:t>
            </a:r>
            <a:endParaRPr sz="1100"/>
          </a:p>
        </p:txBody>
      </p:sp>
      <p:pic>
        <p:nvPicPr>
          <p:cNvPr id="280" name="Google Shape;280;p36" title="4a.jpeg"/>
          <p:cNvPicPr preferRelativeResize="0"/>
          <p:nvPr/>
        </p:nvPicPr>
        <p:blipFill rotWithShape="1">
          <a:blip r:embed="rId4">
            <a:alphaModFix/>
          </a:blip>
          <a:srcRect b="0" l="777" r="767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/>
        </p:nvSpPr>
        <p:spPr>
          <a:xfrm>
            <a:off x="1200150" y="544606"/>
            <a:ext cx="5819215" cy="715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Sourav Saha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Relations &amp; Engagement</a:t>
            </a:r>
            <a:endParaRPr sz="1100"/>
          </a:p>
        </p:txBody>
      </p:sp>
      <p:pic>
        <p:nvPicPr>
          <p:cNvPr descr="A screenshot of a computer&#10;&#10;AI-generated content may be incorrect." id="286" name="Google Shape;28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782" y="1493969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7"/>
          <p:cNvSpPr txBox="1"/>
          <p:nvPr/>
        </p:nvSpPr>
        <p:spPr>
          <a:xfrm>
            <a:off x="1355030" y="1699683"/>
            <a:ext cx="301262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1</a:t>
            </a:r>
            <a:endParaRPr sz="1100"/>
          </a:p>
        </p:txBody>
      </p:sp>
      <p:sp>
        <p:nvSpPr>
          <p:cNvPr id="288" name="Google Shape;288;p37"/>
          <p:cNvSpPr txBox="1"/>
          <p:nvPr/>
        </p:nvSpPr>
        <p:spPr>
          <a:xfrm>
            <a:off x="1422160" y="3673952"/>
            <a:ext cx="301262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2</a:t>
            </a:r>
            <a:endParaRPr sz="1100"/>
          </a:p>
        </p:txBody>
      </p:sp>
      <p:sp>
        <p:nvSpPr>
          <p:cNvPr id="289" name="Google Shape;289;p37"/>
          <p:cNvSpPr/>
          <p:nvPr/>
        </p:nvSpPr>
        <p:spPr>
          <a:xfrm>
            <a:off x="1355030" y="4066367"/>
            <a:ext cx="2702859" cy="6741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Surplus Control</a:t>
            </a:r>
            <a:endParaRPr sz="1100"/>
          </a:p>
        </p:txBody>
      </p:sp>
      <p:sp>
        <p:nvSpPr>
          <p:cNvPr id="290" name="Google Shape;290;p37"/>
          <p:cNvSpPr/>
          <p:nvPr/>
        </p:nvSpPr>
        <p:spPr>
          <a:xfrm>
            <a:off x="1355030" y="2068835"/>
            <a:ext cx="2702859" cy="6741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System Management</a:t>
            </a:r>
            <a:endParaRPr sz="1100"/>
          </a:p>
        </p:txBody>
      </p:sp>
      <p:pic>
        <p:nvPicPr>
          <p:cNvPr descr="A screenshot of a computer&#10;&#10;AI-generated content may be incorrect." id="291" name="Google Shape;29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8"/>
          <p:cNvSpPr txBox="1"/>
          <p:nvPr/>
        </p:nvSpPr>
        <p:spPr>
          <a:xfrm>
            <a:off x="1200150" y="544606"/>
            <a:ext cx="5819215" cy="715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Sourav Saha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Relations &amp; Engagement</a:t>
            </a:r>
            <a:endParaRPr sz="1100"/>
          </a:p>
        </p:txBody>
      </p:sp>
      <p:pic>
        <p:nvPicPr>
          <p:cNvPr id="297" name="Google Shape;297;p38" title="3a.jpeg"/>
          <p:cNvPicPr preferRelativeResize="0"/>
          <p:nvPr/>
        </p:nvPicPr>
        <p:blipFill rotWithShape="1">
          <a:blip r:embed="rId3">
            <a:alphaModFix/>
          </a:blip>
          <a:srcRect b="0" l="738" r="748" t="0"/>
          <a:stretch/>
        </p:blipFill>
        <p:spPr>
          <a:xfrm>
            <a:off x="4434782" y="1493968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8"/>
          <p:cNvSpPr txBox="1"/>
          <p:nvPr/>
        </p:nvSpPr>
        <p:spPr>
          <a:xfrm>
            <a:off x="1355030" y="1699683"/>
            <a:ext cx="301262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3</a:t>
            </a:r>
            <a:endParaRPr sz="1100"/>
          </a:p>
        </p:txBody>
      </p:sp>
      <p:sp>
        <p:nvSpPr>
          <p:cNvPr id="299" name="Google Shape;299;p38"/>
          <p:cNvSpPr txBox="1"/>
          <p:nvPr/>
        </p:nvSpPr>
        <p:spPr>
          <a:xfrm>
            <a:off x="1422160" y="3673952"/>
            <a:ext cx="3012622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4</a:t>
            </a:r>
            <a:endParaRPr sz="1100"/>
          </a:p>
        </p:txBody>
      </p:sp>
      <p:sp>
        <p:nvSpPr>
          <p:cNvPr id="300" name="Google Shape;300;p38"/>
          <p:cNvSpPr/>
          <p:nvPr/>
        </p:nvSpPr>
        <p:spPr>
          <a:xfrm>
            <a:off x="1355030" y="4066367"/>
            <a:ext cx="2702859" cy="6741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Gamification Profile</a:t>
            </a:r>
            <a:endParaRPr sz="1100"/>
          </a:p>
        </p:txBody>
      </p:sp>
      <p:sp>
        <p:nvSpPr>
          <p:cNvPr id="301" name="Google Shape;301;p38"/>
          <p:cNvSpPr/>
          <p:nvPr/>
        </p:nvSpPr>
        <p:spPr>
          <a:xfrm>
            <a:off x="1355030" y="2068835"/>
            <a:ext cx="2702859" cy="6741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Donor Hygiene &amp; Feedback</a:t>
            </a:r>
            <a:endParaRPr sz="1100"/>
          </a:p>
        </p:txBody>
      </p:sp>
      <p:pic>
        <p:nvPicPr>
          <p:cNvPr id="302" name="Google Shape;302;p38" title="4a.jpeg"/>
          <p:cNvPicPr preferRelativeResize="0"/>
          <p:nvPr/>
        </p:nvPicPr>
        <p:blipFill rotWithShape="1">
          <a:blip r:embed="rId4">
            <a:alphaModFix/>
          </a:blip>
          <a:srcRect b="0" l="777" r="767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 txBox="1"/>
          <p:nvPr/>
        </p:nvSpPr>
        <p:spPr>
          <a:xfrm>
            <a:off x="1200150" y="544606"/>
            <a:ext cx="58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Saptarshi Biswas Supty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Operations &amp; Integration Strategist</a:t>
            </a:r>
            <a:endParaRPr sz="1100"/>
          </a:p>
        </p:txBody>
      </p:sp>
      <p:pic>
        <p:nvPicPr>
          <p:cNvPr id="308" name="Google Shape;308;p39" title="1b.jpeg"/>
          <p:cNvPicPr preferRelativeResize="0"/>
          <p:nvPr/>
        </p:nvPicPr>
        <p:blipFill rotWithShape="1">
          <a:blip r:embed="rId3">
            <a:alphaModFix/>
          </a:blip>
          <a:srcRect b="29" l="0" r="0" t="29"/>
          <a:stretch/>
        </p:blipFill>
        <p:spPr>
          <a:xfrm>
            <a:off x="4434782" y="1493968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9"/>
          <p:cNvSpPr txBox="1"/>
          <p:nvPr/>
        </p:nvSpPr>
        <p:spPr>
          <a:xfrm>
            <a:off x="1355030" y="1699683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1</a:t>
            </a:r>
            <a:endParaRPr sz="1100"/>
          </a:p>
        </p:txBody>
      </p:sp>
      <p:sp>
        <p:nvSpPr>
          <p:cNvPr id="310" name="Google Shape;310;p39"/>
          <p:cNvSpPr txBox="1"/>
          <p:nvPr/>
        </p:nvSpPr>
        <p:spPr>
          <a:xfrm>
            <a:off x="1422161" y="3673952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2</a:t>
            </a:r>
            <a:endParaRPr sz="1100"/>
          </a:p>
        </p:txBody>
      </p:sp>
      <p:sp>
        <p:nvSpPr>
          <p:cNvPr id="311" name="Google Shape;311;p39"/>
          <p:cNvSpPr/>
          <p:nvPr/>
        </p:nvSpPr>
        <p:spPr>
          <a:xfrm>
            <a:off x="1355030" y="4066367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Private Coordination Hub</a:t>
            </a:r>
            <a:endParaRPr sz="1100"/>
          </a:p>
        </p:txBody>
      </p:sp>
      <p:sp>
        <p:nvSpPr>
          <p:cNvPr id="312" name="Google Shape;312;p39"/>
          <p:cNvSpPr/>
          <p:nvPr/>
        </p:nvSpPr>
        <p:spPr>
          <a:xfrm>
            <a:off x="1355025" y="2068825"/>
            <a:ext cx="2798400" cy="94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Communication &amp; Impact Hub</a:t>
            </a:r>
            <a:endParaRPr sz="1100"/>
          </a:p>
        </p:txBody>
      </p:sp>
      <p:pic>
        <p:nvPicPr>
          <p:cNvPr id="313" name="Google Shape;313;p39" title="2b.jpeg"/>
          <p:cNvPicPr preferRelativeResize="0"/>
          <p:nvPr/>
        </p:nvPicPr>
        <p:blipFill rotWithShape="1">
          <a:blip r:embed="rId4">
            <a:alphaModFix/>
          </a:blip>
          <a:srcRect b="0" l="2856" r="2856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/>
          <p:nvPr/>
        </p:nvSpPr>
        <p:spPr>
          <a:xfrm>
            <a:off x="1200150" y="544606"/>
            <a:ext cx="5819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Saptarshi Biswas Supty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Operations &amp; Integration Strategist</a:t>
            </a:r>
            <a:endParaRPr sz="1100"/>
          </a:p>
        </p:txBody>
      </p:sp>
      <p:pic>
        <p:nvPicPr>
          <p:cNvPr id="319" name="Google Shape;319;p40" title="3b.jpeg"/>
          <p:cNvPicPr preferRelativeResize="0"/>
          <p:nvPr/>
        </p:nvPicPr>
        <p:blipFill rotWithShape="1">
          <a:blip r:embed="rId3">
            <a:alphaModFix/>
          </a:blip>
          <a:srcRect b="0" l="3122" r="3122" t="0"/>
          <a:stretch/>
        </p:blipFill>
        <p:spPr>
          <a:xfrm>
            <a:off x="4434782" y="1493968"/>
            <a:ext cx="4236835" cy="137179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0"/>
          <p:cNvSpPr txBox="1"/>
          <p:nvPr/>
        </p:nvSpPr>
        <p:spPr>
          <a:xfrm>
            <a:off x="1355030" y="1699683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3</a:t>
            </a:r>
            <a:endParaRPr sz="1100"/>
          </a:p>
        </p:txBody>
      </p:sp>
      <p:sp>
        <p:nvSpPr>
          <p:cNvPr id="321" name="Google Shape;321;p40"/>
          <p:cNvSpPr txBox="1"/>
          <p:nvPr/>
        </p:nvSpPr>
        <p:spPr>
          <a:xfrm>
            <a:off x="1422161" y="3673952"/>
            <a:ext cx="3012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 u="sng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Sprint 4</a:t>
            </a:r>
            <a:endParaRPr sz="1100"/>
          </a:p>
        </p:txBody>
      </p:sp>
      <p:sp>
        <p:nvSpPr>
          <p:cNvPr id="322" name="Google Shape;322;p40"/>
          <p:cNvSpPr/>
          <p:nvPr/>
        </p:nvSpPr>
        <p:spPr>
          <a:xfrm>
            <a:off x="1355030" y="4066367"/>
            <a:ext cx="2703000" cy="67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Final System Integration</a:t>
            </a:r>
            <a:endParaRPr sz="1100"/>
          </a:p>
        </p:txBody>
      </p:sp>
      <p:sp>
        <p:nvSpPr>
          <p:cNvPr id="323" name="Google Shape;323;p40"/>
          <p:cNvSpPr/>
          <p:nvPr/>
        </p:nvSpPr>
        <p:spPr>
          <a:xfrm>
            <a:off x="1355025" y="2068825"/>
            <a:ext cx="2798400" cy="92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E6DA"/>
          </a:solidFill>
          <a:ln cap="rnd" cmpd="sng" w="15875">
            <a:solidFill>
              <a:srgbClr val="4514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Financial Transparency &amp; Verification</a:t>
            </a:r>
            <a:endParaRPr sz="1100"/>
          </a:p>
        </p:txBody>
      </p:sp>
      <p:pic>
        <p:nvPicPr>
          <p:cNvPr id="324" name="Google Shape;324;p40" title="4b.jpeg"/>
          <p:cNvPicPr preferRelativeResize="0"/>
          <p:nvPr/>
        </p:nvPicPr>
        <p:blipFill rotWithShape="1">
          <a:blip r:embed="rId4">
            <a:alphaModFix/>
          </a:blip>
          <a:srcRect b="0" l="3323" r="3314" t="0"/>
          <a:stretch/>
        </p:blipFill>
        <p:spPr>
          <a:xfrm>
            <a:off x="4367652" y="3532065"/>
            <a:ext cx="4303965" cy="1407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1"/>
          <p:cNvSpPr txBox="1"/>
          <p:nvPr/>
        </p:nvSpPr>
        <p:spPr>
          <a:xfrm>
            <a:off x="1436545" y="733882"/>
            <a:ext cx="7276500" cy="3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800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rPr>
              <a:t>THANK</a:t>
            </a:r>
            <a:endParaRPr b="1" sz="8800">
              <a:solidFill>
                <a:schemeClr val="accent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800">
                <a:solidFill>
                  <a:schemeClr val="accent4"/>
                </a:solidFill>
                <a:latin typeface="Georgia"/>
                <a:ea typeface="Georgia"/>
                <a:cs typeface="Georgia"/>
                <a:sym typeface="Georgia"/>
              </a:rPr>
              <a:t>YOU!</a:t>
            </a:r>
            <a:endParaRPr b="1" sz="8800">
              <a:solidFill>
                <a:schemeClr val="accent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