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9144000" cy="6858000"/>
  <p:embeddedFontLst>
    <p:embeddedFont>
      <p:font typeface="Helvetica Neue"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jhiv/LXlk8AK9iWGd0p5oqhJ6cw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E777B4-8F23-4F5F-BEB7-F4B11B9E1548}">
  <a:tblStyle styleId="{BBE777B4-8F23-4F5F-BEB7-F4B11B9E154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2" d="100"/>
          <a:sy n="72" d="100"/>
        </p:scale>
        <p:origin x="90" y="240"/>
      </p:cViewPr>
      <p:guideLst>
        <p:guide orient="horz" pos="288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513"/>
            <a:ext cx="3962400" cy="3429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6513513"/>
            <a:ext cx="3962400" cy="3429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 name="Google Shape;67;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1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4: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6: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1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1: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p2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22: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p2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3: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2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obj">
  <p:cSld name="OBJECT">
    <p:bg>
      <p:bgPr>
        <a:solidFill>
          <a:schemeClr val="lt1"/>
        </a:solidFill>
        <a:effectLst/>
      </p:bgPr>
    </p:bg>
    <p:spTree>
      <p:nvGrpSpPr>
        <p:cNvPr id="1" name="Shape 18"/>
        <p:cNvGrpSpPr/>
        <p:nvPr/>
      </p:nvGrpSpPr>
      <p:grpSpPr>
        <a:xfrm>
          <a:off x="0" y="0"/>
          <a:ext cx="0" cy="0"/>
          <a:chOff x="0" y="0"/>
          <a:chExt cx="0" cy="0"/>
        </a:xfrm>
      </p:grpSpPr>
      <p:sp>
        <p:nvSpPr>
          <p:cNvPr id="19" name="Google Shape;19;p25"/>
          <p:cNvSpPr/>
          <p:nvPr/>
        </p:nvSpPr>
        <p:spPr>
          <a:xfrm>
            <a:off x="0" y="4690723"/>
            <a:ext cx="12192000" cy="635"/>
          </a:xfrm>
          <a:custGeom>
            <a:avLst/>
            <a:gdLst/>
            <a:ahLst/>
            <a:cxnLst/>
            <a:rect l="l" t="t" r="r" b="b"/>
            <a:pathLst>
              <a:path w="9144000" h="635" extrusionOk="0">
                <a:moveTo>
                  <a:pt x="0" y="384"/>
                </a:moveTo>
                <a:lnTo>
                  <a:pt x="9143999" y="384"/>
                </a:lnTo>
                <a:lnTo>
                  <a:pt x="9143999" y="0"/>
                </a:lnTo>
                <a:lnTo>
                  <a:pt x="0" y="0"/>
                </a:lnTo>
                <a:lnTo>
                  <a:pt x="0" y="384"/>
                </a:lnTo>
                <a:close/>
              </a:path>
            </a:pathLst>
          </a:custGeom>
          <a:solidFill>
            <a:srgbClr val="2388D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 name="Google Shape;20;p25"/>
          <p:cNvSpPr/>
          <p:nvPr/>
        </p:nvSpPr>
        <p:spPr>
          <a:xfrm>
            <a:off x="0" y="9"/>
            <a:ext cx="12192000" cy="4633595"/>
          </a:xfrm>
          <a:custGeom>
            <a:avLst/>
            <a:gdLst/>
            <a:ahLst/>
            <a:cxnLst/>
            <a:rect l="l" t="t" r="r" b="b"/>
            <a:pathLst>
              <a:path w="9144000" h="4633595" extrusionOk="0">
                <a:moveTo>
                  <a:pt x="0" y="4633564"/>
                </a:moveTo>
                <a:lnTo>
                  <a:pt x="9143999" y="4633564"/>
                </a:lnTo>
                <a:lnTo>
                  <a:pt x="9143999" y="0"/>
                </a:lnTo>
                <a:lnTo>
                  <a:pt x="0" y="0"/>
                </a:lnTo>
                <a:lnTo>
                  <a:pt x="0" y="4633564"/>
                </a:lnTo>
                <a:close/>
              </a:path>
            </a:pathLst>
          </a:custGeom>
          <a:solidFill>
            <a:srgbClr val="2388D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 name="Google Shape;21;p25"/>
          <p:cNvSpPr/>
          <p:nvPr/>
        </p:nvSpPr>
        <p:spPr>
          <a:xfrm>
            <a:off x="0" y="4633565"/>
            <a:ext cx="12192000" cy="57150"/>
          </a:xfrm>
          <a:custGeom>
            <a:avLst/>
            <a:gdLst/>
            <a:ahLst/>
            <a:cxnLst/>
            <a:rect l="l" t="t" r="r" b="b"/>
            <a:pathLst>
              <a:path w="9144000" h="57150" extrusionOk="0">
                <a:moveTo>
                  <a:pt x="0" y="0"/>
                </a:moveTo>
                <a:lnTo>
                  <a:pt x="9143999" y="0"/>
                </a:lnTo>
                <a:lnTo>
                  <a:pt x="9143999" y="57149"/>
                </a:lnTo>
                <a:lnTo>
                  <a:pt x="0" y="57149"/>
                </a:lnTo>
                <a:lnTo>
                  <a:pt x="0" y="0"/>
                </a:lnTo>
                <a:close/>
              </a:path>
            </a:pathLst>
          </a:custGeom>
          <a:solidFill>
            <a:srgbClr val="000000">
              <a:alpha val="14509"/>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 name="Google Shape;22;p25"/>
          <p:cNvSpPr txBox="1">
            <a:spLocks noGrp="1"/>
          </p:cNvSpPr>
          <p:nvPr>
            <p:ph type="ftr" idx="11"/>
          </p:nvPr>
        </p:nvSpPr>
        <p:spPr>
          <a:xfrm>
            <a:off x="4145280" y="6377948"/>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5"/>
          <p:cNvSpPr txBox="1">
            <a:spLocks noGrp="1"/>
          </p:cNvSpPr>
          <p:nvPr>
            <p:ph type="dt" idx="10"/>
          </p:nvPr>
        </p:nvSpPr>
        <p:spPr>
          <a:xfrm>
            <a:off x="609600" y="6377948"/>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5"/>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lvl1pPr marL="38099" marR="0" lvl="0" indent="0" algn="l">
              <a:lnSpc>
                <a:spcPct val="118076"/>
              </a:lnSpc>
              <a:spcBef>
                <a:spcPts val="0"/>
              </a:spcBef>
              <a:buNone/>
              <a:defRPr sz="1300" b="0" i="0">
                <a:solidFill>
                  <a:srgbClr val="2388DB"/>
                </a:solidFill>
                <a:latin typeface="Arial"/>
                <a:ea typeface="Arial"/>
                <a:cs typeface="Arial"/>
                <a:sym typeface="Arial"/>
              </a:defRPr>
            </a:lvl1pPr>
            <a:lvl2pPr marL="38099" marR="0" lvl="1" indent="0" algn="l">
              <a:lnSpc>
                <a:spcPct val="118076"/>
              </a:lnSpc>
              <a:spcBef>
                <a:spcPts val="0"/>
              </a:spcBef>
              <a:buNone/>
              <a:defRPr sz="1300" b="0" i="0">
                <a:solidFill>
                  <a:srgbClr val="2388DB"/>
                </a:solidFill>
                <a:latin typeface="Arial"/>
                <a:ea typeface="Arial"/>
                <a:cs typeface="Arial"/>
                <a:sym typeface="Arial"/>
              </a:defRPr>
            </a:lvl2pPr>
            <a:lvl3pPr marL="38099" marR="0" lvl="2" indent="0" algn="l">
              <a:lnSpc>
                <a:spcPct val="118076"/>
              </a:lnSpc>
              <a:spcBef>
                <a:spcPts val="0"/>
              </a:spcBef>
              <a:buNone/>
              <a:defRPr sz="1300" b="0" i="0">
                <a:solidFill>
                  <a:srgbClr val="2388DB"/>
                </a:solidFill>
                <a:latin typeface="Arial"/>
                <a:ea typeface="Arial"/>
                <a:cs typeface="Arial"/>
                <a:sym typeface="Arial"/>
              </a:defRPr>
            </a:lvl3pPr>
            <a:lvl4pPr marL="38099" marR="0" lvl="3" indent="0" algn="l">
              <a:lnSpc>
                <a:spcPct val="118076"/>
              </a:lnSpc>
              <a:spcBef>
                <a:spcPts val="0"/>
              </a:spcBef>
              <a:buNone/>
              <a:defRPr sz="1300" b="0" i="0">
                <a:solidFill>
                  <a:srgbClr val="2388DB"/>
                </a:solidFill>
                <a:latin typeface="Arial"/>
                <a:ea typeface="Arial"/>
                <a:cs typeface="Arial"/>
                <a:sym typeface="Arial"/>
              </a:defRPr>
            </a:lvl4pPr>
            <a:lvl5pPr marL="38099" marR="0" lvl="4" indent="0" algn="l">
              <a:lnSpc>
                <a:spcPct val="118076"/>
              </a:lnSpc>
              <a:spcBef>
                <a:spcPts val="0"/>
              </a:spcBef>
              <a:buNone/>
              <a:defRPr sz="1300" b="0" i="0">
                <a:solidFill>
                  <a:srgbClr val="2388DB"/>
                </a:solidFill>
                <a:latin typeface="Arial"/>
                <a:ea typeface="Arial"/>
                <a:cs typeface="Arial"/>
                <a:sym typeface="Arial"/>
              </a:defRPr>
            </a:lvl5pPr>
            <a:lvl6pPr marL="38099" marR="0" lvl="5" indent="0" algn="l">
              <a:lnSpc>
                <a:spcPct val="118076"/>
              </a:lnSpc>
              <a:spcBef>
                <a:spcPts val="0"/>
              </a:spcBef>
              <a:buNone/>
              <a:defRPr sz="1300" b="0" i="0">
                <a:solidFill>
                  <a:srgbClr val="2388DB"/>
                </a:solidFill>
                <a:latin typeface="Arial"/>
                <a:ea typeface="Arial"/>
                <a:cs typeface="Arial"/>
                <a:sym typeface="Arial"/>
              </a:defRPr>
            </a:lvl6pPr>
            <a:lvl7pPr marL="38099" marR="0" lvl="6" indent="0" algn="l">
              <a:lnSpc>
                <a:spcPct val="118076"/>
              </a:lnSpc>
              <a:spcBef>
                <a:spcPts val="0"/>
              </a:spcBef>
              <a:buNone/>
              <a:defRPr sz="1300" b="0" i="0">
                <a:solidFill>
                  <a:srgbClr val="2388DB"/>
                </a:solidFill>
                <a:latin typeface="Arial"/>
                <a:ea typeface="Arial"/>
                <a:cs typeface="Arial"/>
                <a:sym typeface="Arial"/>
              </a:defRPr>
            </a:lvl7pPr>
            <a:lvl8pPr marL="38099" marR="0" lvl="7" indent="0" algn="l">
              <a:lnSpc>
                <a:spcPct val="118076"/>
              </a:lnSpc>
              <a:spcBef>
                <a:spcPts val="0"/>
              </a:spcBef>
              <a:buNone/>
              <a:defRPr sz="1300" b="0" i="0">
                <a:solidFill>
                  <a:srgbClr val="2388DB"/>
                </a:solidFill>
                <a:latin typeface="Arial"/>
                <a:ea typeface="Arial"/>
                <a:cs typeface="Arial"/>
                <a:sym typeface="Arial"/>
              </a:defRPr>
            </a:lvl8pPr>
            <a:lvl9pPr marL="38099" marR="0" lvl="8" indent="0" algn="l">
              <a:lnSpc>
                <a:spcPct val="118076"/>
              </a:lnSpc>
              <a:spcBef>
                <a:spcPts val="0"/>
              </a:spcBef>
              <a:buNone/>
              <a:defRPr sz="1300" b="0" i="0">
                <a:solidFill>
                  <a:srgbClr val="2388DB"/>
                </a:solidFill>
                <a:latin typeface="Arial"/>
                <a:ea typeface="Arial"/>
                <a:cs typeface="Arial"/>
                <a:sym typeface="Arial"/>
              </a:defRPr>
            </a:lvl9pPr>
          </a:lstStyle>
          <a:p>
            <a:pPr marL="38099"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
        <p:cNvGrpSpPr/>
        <p:nvPr/>
      </p:nvGrpSpPr>
      <p:grpSpPr>
        <a:xfrm>
          <a:off x="0" y="0"/>
          <a:ext cx="0" cy="0"/>
          <a:chOff x="0" y="0"/>
          <a:chExt cx="0" cy="0"/>
        </a:xfrm>
      </p:grpSpPr>
      <p:sp>
        <p:nvSpPr>
          <p:cNvPr id="26" name="Google Shape;26;p26"/>
          <p:cNvSpPr txBox="1">
            <a:spLocks noGrp="1"/>
          </p:cNvSpPr>
          <p:nvPr>
            <p:ph type="title"/>
          </p:nvPr>
        </p:nvSpPr>
        <p:spPr>
          <a:xfrm>
            <a:off x="706969" y="196324"/>
            <a:ext cx="10778067" cy="55399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26"/>
          <p:cNvSpPr txBox="1">
            <a:spLocks noGrp="1"/>
          </p:cNvSpPr>
          <p:nvPr>
            <p:ph type="body" idx="1"/>
          </p:nvPr>
        </p:nvSpPr>
        <p:spPr>
          <a:xfrm>
            <a:off x="706969" y="1734186"/>
            <a:ext cx="10778067" cy="43088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8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8" name="Google Shape;28;p26"/>
          <p:cNvSpPr txBox="1">
            <a:spLocks noGrp="1"/>
          </p:cNvSpPr>
          <p:nvPr>
            <p:ph type="ftr" idx="11"/>
          </p:nvPr>
        </p:nvSpPr>
        <p:spPr>
          <a:xfrm>
            <a:off x="4145280" y="6377948"/>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6"/>
          <p:cNvSpPr txBox="1">
            <a:spLocks noGrp="1"/>
          </p:cNvSpPr>
          <p:nvPr>
            <p:ph type="dt" idx="10"/>
          </p:nvPr>
        </p:nvSpPr>
        <p:spPr>
          <a:xfrm>
            <a:off x="609600" y="6377948"/>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6"/>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lvl1pPr marL="38099" marR="0" lvl="0" indent="0" algn="l">
              <a:lnSpc>
                <a:spcPct val="118076"/>
              </a:lnSpc>
              <a:spcBef>
                <a:spcPts val="0"/>
              </a:spcBef>
              <a:buNone/>
              <a:defRPr sz="1300" b="0" i="0">
                <a:solidFill>
                  <a:srgbClr val="2388DB"/>
                </a:solidFill>
                <a:latin typeface="Arial"/>
                <a:ea typeface="Arial"/>
                <a:cs typeface="Arial"/>
                <a:sym typeface="Arial"/>
              </a:defRPr>
            </a:lvl1pPr>
            <a:lvl2pPr marL="38099" marR="0" lvl="1" indent="0" algn="l">
              <a:lnSpc>
                <a:spcPct val="118076"/>
              </a:lnSpc>
              <a:spcBef>
                <a:spcPts val="0"/>
              </a:spcBef>
              <a:buNone/>
              <a:defRPr sz="1300" b="0" i="0">
                <a:solidFill>
                  <a:srgbClr val="2388DB"/>
                </a:solidFill>
                <a:latin typeface="Arial"/>
                <a:ea typeface="Arial"/>
                <a:cs typeface="Arial"/>
                <a:sym typeface="Arial"/>
              </a:defRPr>
            </a:lvl2pPr>
            <a:lvl3pPr marL="38099" marR="0" lvl="2" indent="0" algn="l">
              <a:lnSpc>
                <a:spcPct val="118076"/>
              </a:lnSpc>
              <a:spcBef>
                <a:spcPts val="0"/>
              </a:spcBef>
              <a:buNone/>
              <a:defRPr sz="1300" b="0" i="0">
                <a:solidFill>
                  <a:srgbClr val="2388DB"/>
                </a:solidFill>
                <a:latin typeface="Arial"/>
                <a:ea typeface="Arial"/>
                <a:cs typeface="Arial"/>
                <a:sym typeface="Arial"/>
              </a:defRPr>
            </a:lvl3pPr>
            <a:lvl4pPr marL="38099" marR="0" lvl="3" indent="0" algn="l">
              <a:lnSpc>
                <a:spcPct val="118076"/>
              </a:lnSpc>
              <a:spcBef>
                <a:spcPts val="0"/>
              </a:spcBef>
              <a:buNone/>
              <a:defRPr sz="1300" b="0" i="0">
                <a:solidFill>
                  <a:srgbClr val="2388DB"/>
                </a:solidFill>
                <a:latin typeface="Arial"/>
                <a:ea typeface="Arial"/>
                <a:cs typeface="Arial"/>
                <a:sym typeface="Arial"/>
              </a:defRPr>
            </a:lvl4pPr>
            <a:lvl5pPr marL="38099" marR="0" lvl="4" indent="0" algn="l">
              <a:lnSpc>
                <a:spcPct val="118076"/>
              </a:lnSpc>
              <a:spcBef>
                <a:spcPts val="0"/>
              </a:spcBef>
              <a:buNone/>
              <a:defRPr sz="1300" b="0" i="0">
                <a:solidFill>
                  <a:srgbClr val="2388DB"/>
                </a:solidFill>
                <a:latin typeface="Arial"/>
                <a:ea typeface="Arial"/>
                <a:cs typeface="Arial"/>
                <a:sym typeface="Arial"/>
              </a:defRPr>
            </a:lvl5pPr>
            <a:lvl6pPr marL="38099" marR="0" lvl="5" indent="0" algn="l">
              <a:lnSpc>
                <a:spcPct val="118076"/>
              </a:lnSpc>
              <a:spcBef>
                <a:spcPts val="0"/>
              </a:spcBef>
              <a:buNone/>
              <a:defRPr sz="1300" b="0" i="0">
                <a:solidFill>
                  <a:srgbClr val="2388DB"/>
                </a:solidFill>
                <a:latin typeface="Arial"/>
                <a:ea typeface="Arial"/>
                <a:cs typeface="Arial"/>
                <a:sym typeface="Arial"/>
              </a:defRPr>
            </a:lvl6pPr>
            <a:lvl7pPr marL="38099" marR="0" lvl="6" indent="0" algn="l">
              <a:lnSpc>
                <a:spcPct val="118076"/>
              </a:lnSpc>
              <a:spcBef>
                <a:spcPts val="0"/>
              </a:spcBef>
              <a:buNone/>
              <a:defRPr sz="1300" b="0" i="0">
                <a:solidFill>
                  <a:srgbClr val="2388DB"/>
                </a:solidFill>
                <a:latin typeface="Arial"/>
                <a:ea typeface="Arial"/>
                <a:cs typeface="Arial"/>
                <a:sym typeface="Arial"/>
              </a:defRPr>
            </a:lvl7pPr>
            <a:lvl8pPr marL="38099" marR="0" lvl="7" indent="0" algn="l">
              <a:lnSpc>
                <a:spcPct val="118076"/>
              </a:lnSpc>
              <a:spcBef>
                <a:spcPts val="0"/>
              </a:spcBef>
              <a:buNone/>
              <a:defRPr sz="1300" b="0" i="0">
                <a:solidFill>
                  <a:srgbClr val="2388DB"/>
                </a:solidFill>
                <a:latin typeface="Arial"/>
                <a:ea typeface="Arial"/>
                <a:cs typeface="Arial"/>
                <a:sym typeface="Arial"/>
              </a:defRPr>
            </a:lvl8pPr>
            <a:lvl9pPr marL="38099" marR="0" lvl="8" indent="0" algn="l">
              <a:lnSpc>
                <a:spcPct val="118076"/>
              </a:lnSpc>
              <a:spcBef>
                <a:spcPts val="0"/>
              </a:spcBef>
              <a:buNone/>
              <a:defRPr sz="1300" b="0" i="0">
                <a:solidFill>
                  <a:srgbClr val="2388DB"/>
                </a:solidFill>
                <a:latin typeface="Arial"/>
                <a:ea typeface="Arial"/>
                <a:cs typeface="Arial"/>
                <a:sym typeface="Arial"/>
              </a:defRPr>
            </a:lvl9pPr>
          </a:lstStyle>
          <a:p>
            <a:pPr marL="38099"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p:cSld name="Title Only">
    <p:bg>
      <p:bgPr>
        <a:solidFill>
          <a:schemeClr val="lt1"/>
        </a:solidFill>
        <a:effectLst/>
      </p:bgPr>
    </p:bg>
    <p:spTree>
      <p:nvGrpSpPr>
        <p:cNvPr id="1" name="Shape 31"/>
        <p:cNvGrpSpPr/>
        <p:nvPr/>
      </p:nvGrpSpPr>
      <p:grpSpPr>
        <a:xfrm>
          <a:off x="0" y="0"/>
          <a:ext cx="0" cy="0"/>
          <a:chOff x="0" y="0"/>
          <a:chExt cx="0" cy="0"/>
        </a:xfrm>
      </p:grpSpPr>
      <p:sp>
        <p:nvSpPr>
          <p:cNvPr id="32" name="Google Shape;32;p27"/>
          <p:cNvSpPr/>
          <p:nvPr/>
        </p:nvSpPr>
        <p:spPr>
          <a:xfrm>
            <a:off x="0" y="0"/>
            <a:ext cx="12192000" cy="6858000"/>
          </a:xfrm>
          <a:custGeom>
            <a:avLst/>
            <a:gdLst/>
            <a:ahLst/>
            <a:cxnLst/>
            <a:rect l="l" t="t" r="r" b="b"/>
            <a:pathLst>
              <a:path w="9144000" h="6858000" extrusionOk="0">
                <a:moveTo>
                  <a:pt x="9143999" y="6857999"/>
                </a:moveTo>
                <a:lnTo>
                  <a:pt x="0" y="6857999"/>
                </a:lnTo>
                <a:lnTo>
                  <a:pt x="0" y="0"/>
                </a:lnTo>
                <a:lnTo>
                  <a:pt x="9143999" y="0"/>
                </a:lnTo>
                <a:lnTo>
                  <a:pt x="9143999" y="6857999"/>
                </a:lnTo>
                <a:close/>
              </a:path>
            </a:pathLst>
          </a:custGeom>
          <a:solidFill>
            <a:srgbClr val="2388D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 name="Google Shape;33;p27"/>
          <p:cNvSpPr txBox="1">
            <a:spLocks noGrp="1"/>
          </p:cNvSpPr>
          <p:nvPr>
            <p:ph type="title"/>
          </p:nvPr>
        </p:nvSpPr>
        <p:spPr>
          <a:xfrm>
            <a:off x="706969" y="196324"/>
            <a:ext cx="10778067" cy="55399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4145280" y="6377948"/>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dt" idx="10"/>
          </p:nvPr>
        </p:nvSpPr>
        <p:spPr>
          <a:xfrm>
            <a:off x="609600" y="6377948"/>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7"/>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lvl1pPr marL="38099" marR="0" lvl="0" indent="0" algn="l">
              <a:lnSpc>
                <a:spcPct val="118076"/>
              </a:lnSpc>
              <a:spcBef>
                <a:spcPts val="0"/>
              </a:spcBef>
              <a:buNone/>
              <a:defRPr sz="1300" b="0" i="0">
                <a:solidFill>
                  <a:srgbClr val="2388DB"/>
                </a:solidFill>
                <a:latin typeface="Arial"/>
                <a:ea typeface="Arial"/>
                <a:cs typeface="Arial"/>
                <a:sym typeface="Arial"/>
              </a:defRPr>
            </a:lvl1pPr>
            <a:lvl2pPr marL="38099" marR="0" lvl="1" indent="0" algn="l">
              <a:lnSpc>
                <a:spcPct val="118076"/>
              </a:lnSpc>
              <a:spcBef>
                <a:spcPts val="0"/>
              </a:spcBef>
              <a:buNone/>
              <a:defRPr sz="1300" b="0" i="0">
                <a:solidFill>
                  <a:srgbClr val="2388DB"/>
                </a:solidFill>
                <a:latin typeface="Arial"/>
                <a:ea typeface="Arial"/>
                <a:cs typeface="Arial"/>
                <a:sym typeface="Arial"/>
              </a:defRPr>
            </a:lvl2pPr>
            <a:lvl3pPr marL="38099" marR="0" lvl="2" indent="0" algn="l">
              <a:lnSpc>
                <a:spcPct val="118076"/>
              </a:lnSpc>
              <a:spcBef>
                <a:spcPts val="0"/>
              </a:spcBef>
              <a:buNone/>
              <a:defRPr sz="1300" b="0" i="0">
                <a:solidFill>
                  <a:srgbClr val="2388DB"/>
                </a:solidFill>
                <a:latin typeface="Arial"/>
                <a:ea typeface="Arial"/>
                <a:cs typeface="Arial"/>
                <a:sym typeface="Arial"/>
              </a:defRPr>
            </a:lvl3pPr>
            <a:lvl4pPr marL="38099" marR="0" lvl="3" indent="0" algn="l">
              <a:lnSpc>
                <a:spcPct val="118076"/>
              </a:lnSpc>
              <a:spcBef>
                <a:spcPts val="0"/>
              </a:spcBef>
              <a:buNone/>
              <a:defRPr sz="1300" b="0" i="0">
                <a:solidFill>
                  <a:srgbClr val="2388DB"/>
                </a:solidFill>
                <a:latin typeface="Arial"/>
                <a:ea typeface="Arial"/>
                <a:cs typeface="Arial"/>
                <a:sym typeface="Arial"/>
              </a:defRPr>
            </a:lvl4pPr>
            <a:lvl5pPr marL="38099" marR="0" lvl="4" indent="0" algn="l">
              <a:lnSpc>
                <a:spcPct val="118076"/>
              </a:lnSpc>
              <a:spcBef>
                <a:spcPts val="0"/>
              </a:spcBef>
              <a:buNone/>
              <a:defRPr sz="1300" b="0" i="0">
                <a:solidFill>
                  <a:srgbClr val="2388DB"/>
                </a:solidFill>
                <a:latin typeface="Arial"/>
                <a:ea typeface="Arial"/>
                <a:cs typeface="Arial"/>
                <a:sym typeface="Arial"/>
              </a:defRPr>
            </a:lvl5pPr>
            <a:lvl6pPr marL="38099" marR="0" lvl="5" indent="0" algn="l">
              <a:lnSpc>
                <a:spcPct val="118076"/>
              </a:lnSpc>
              <a:spcBef>
                <a:spcPts val="0"/>
              </a:spcBef>
              <a:buNone/>
              <a:defRPr sz="1300" b="0" i="0">
                <a:solidFill>
                  <a:srgbClr val="2388DB"/>
                </a:solidFill>
                <a:latin typeface="Arial"/>
                <a:ea typeface="Arial"/>
                <a:cs typeface="Arial"/>
                <a:sym typeface="Arial"/>
              </a:defRPr>
            </a:lvl6pPr>
            <a:lvl7pPr marL="38099" marR="0" lvl="6" indent="0" algn="l">
              <a:lnSpc>
                <a:spcPct val="118076"/>
              </a:lnSpc>
              <a:spcBef>
                <a:spcPts val="0"/>
              </a:spcBef>
              <a:buNone/>
              <a:defRPr sz="1300" b="0" i="0">
                <a:solidFill>
                  <a:srgbClr val="2388DB"/>
                </a:solidFill>
                <a:latin typeface="Arial"/>
                <a:ea typeface="Arial"/>
                <a:cs typeface="Arial"/>
                <a:sym typeface="Arial"/>
              </a:defRPr>
            </a:lvl7pPr>
            <a:lvl8pPr marL="38099" marR="0" lvl="7" indent="0" algn="l">
              <a:lnSpc>
                <a:spcPct val="118076"/>
              </a:lnSpc>
              <a:spcBef>
                <a:spcPts val="0"/>
              </a:spcBef>
              <a:buNone/>
              <a:defRPr sz="1300" b="0" i="0">
                <a:solidFill>
                  <a:srgbClr val="2388DB"/>
                </a:solidFill>
                <a:latin typeface="Arial"/>
                <a:ea typeface="Arial"/>
                <a:cs typeface="Arial"/>
                <a:sym typeface="Arial"/>
              </a:defRPr>
            </a:lvl8pPr>
            <a:lvl9pPr marL="38099" marR="0" lvl="8" indent="0" algn="l">
              <a:lnSpc>
                <a:spcPct val="118076"/>
              </a:lnSpc>
              <a:spcBef>
                <a:spcPts val="0"/>
              </a:spcBef>
              <a:buNone/>
              <a:defRPr sz="1300" b="0" i="0">
                <a:solidFill>
                  <a:srgbClr val="2388DB"/>
                </a:solidFill>
                <a:latin typeface="Arial"/>
                <a:ea typeface="Arial"/>
                <a:cs typeface="Arial"/>
                <a:sym typeface="Arial"/>
              </a:defRPr>
            </a:lvl9pPr>
          </a:lstStyle>
          <a:p>
            <a:pPr marL="38099"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7"/>
        <p:cNvGrpSpPr/>
        <p:nvPr/>
      </p:nvGrpSpPr>
      <p:grpSpPr>
        <a:xfrm>
          <a:off x="0" y="0"/>
          <a:ext cx="0" cy="0"/>
          <a:chOff x="0" y="0"/>
          <a:chExt cx="0" cy="0"/>
        </a:xfrm>
      </p:grpSpPr>
      <p:sp>
        <p:nvSpPr>
          <p:cNvPr id="38" name="Google Shape;38;p28"/>
          <p:cNvSpPr txBox="1">
            <a:spLocks noGrp="1"/>
          </p:cNvSpPr>
          <p:nvPr>
            <p:ph type="title"/>
          </p:nvPr>
        </p:nvSpPr>
        <p:spPr>
          <a:xfrm>
            <a:off x="706969" y="196324"/>
            <a:ext cx="10778067" cy="55399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600" b="1" i="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8"/>
          <p:cNvSpPr txBox="1">
            <a:spLocks noGrp="1"/>
          </p:cNvSpPr>
          <p:nvPr>
            <p:ph type="body" idx="1"/>
          </p:nvPr>
        </p:nvSpPr>
        <p:spPr>
          <a:xfrm>
            <a:off x="609600" y="1577340"/>
            <a:ext cx="5303520" cy="43088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0" name="Google Shape;40;p28"/>
          <p:cNvSpPr txBox="1">
            <a:spLocks noGrp="1"/>
          </p:cNvSpPr>
          <p:nvPr>
            <p:ph type="body" idx="2"/>
          </p:nvPr>
        </p:nvSpPr>
        <p:spPr>
          <a:xfrm>
            <a:off x="6278880" y="1577340"/>
            <a:ext cx="5303520" cy="43088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1" name="Google Shape;41;p28"/>
          <p:cNvSpPr txBox="1">
            <a:spLocks noGrp="1"/>
          </p:cNvSpPr>
          <p:nvPr>
            <p:ph type="ftr" idx="11"/>
          </p:nvPr>
        </p:nvSpPr>
        <p:spPr>
          <a:xfrm>
            <a:off x="4145280" y="6377948"/>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8"/>
          <p:cNvSpPr txBox="1">
            <a:spLocks noGrp="1"/>
          </p:cNvSpPr>
          <p:nvPr>
            <p:ph type="dt" idx="10"/>
          </p:nvPr>
        </p:nvSpPr>
        <p:spPr>
          <a:xfrm>
            <a:off x="609600" y="6377948"/>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lvl1pPr marL="38099" marR="0" lvl="0" indent="0" algn="l">
              <a:lnSpc>
                <a:spcPct val="118076"/>
              </a:lnSpc>
              <a:spcBef>
                <a:spcPts val="0"/>
              </a:spcBef>
              <a:buNone/>
              <a:defRPr sz="1300" b="0" i="0">
                <a:solidFill>
                  <a:srgbClr val="2388DB"/>
                </a:solidFill>
                <a:latin typeface="Arial"/>
                <a:ea typeface="Arial"/>
                <a:cs typeface="Arial"/>
                <a:sym typeface="Arial"/>
              </a:defRPr>
            </a:lvl1pPr>
            <a:lvl2pPr marL="38099" marR="0" lvl="1" indent="0" algn="l">
              <a:lnSpc>
                <a:spcPct val="118076"/>
              </a:lnSpc>
              <a:spcBef>
                <a:spcPts val="0"/>
              </a:spcBef>
              <a:buNone/>
              <a:defRPr sz="1300" b="0" i="0">
                <a:solidFill>
                  <a:srgbClr val="2388DB"/>
                </a:solidFill>
                <a:latin typeface="Arial"/>
                <a:ea typeface="Arial"/>
                <a:cs typeface="Arial"/>
                <a:sym typeface="Arial"/>
              </a:defRPr>
            </a:lvl2pPr>
            <a:lvl3pPr marL="38099" marR="0" lvl="2" indent="0" algn="l">
              <a:lnSpc>
                <a:spcPct val="118076"/>
              </a:lnSpc>
              <a:spcBef>
                <a:spcPts val="0"/>
              </a:spcBef>
              <a:buNone/>
              <a:defRPr sz="1300" b="0" i="0">
                <a:solidFill>
                  <a:srgbClr val="2388DB"/>
                </a:solidFill>
                <a:latin typeface="Arial"/>
                <a:ea typeface="Arial"/>
                <a:cs typeface="Arial"/>
                <a:sym typeface="Arial"/>
              </a:defRPr>
            </a:lvl3pPr>
            <a:lvl4pPr marL="38099" marR="0" lvl="3" indent="0" algn="l">
              <a:lnSpc>
                <a:spcPct val="118076"/>
              </a:lnSpc>
              <a:spcBef>
                <a:spcPts val="0"/>
              </a:spcBef>
              <a:buNone/>
              <a:defRPr sz="1300" b="0" i="0">
                <a:solidFill>
                  <a:srgbClr val="2388DB"/>
                </a:solidFill>
                <a:latin typeface="Arial"/>
                <a:ea typeface="Arial"/>
                <a:cs typeface="Arial"/>
                <a:sym typeface="Arial"/>
              </a:defRPr>
            </a:lvl4pPr>
            <a:lvl5pPr marL="38099" marR="0" lvl="4" indent="0" algn="l">
              <a:lnSpc>
                <a:spcPct val="118076"/>
              </a:lnSpc>
              <a:spcBef>
                <a:spcPts val="0"/>
              </a:spcBef>
              <a:buNone/>
              <a:defRPr sz="1300" b="0" i="0">
                <a:solidFill>
                  <a:srgbClr val="2388DB"/>
                </a:solidFill>
                <a:latin typeface="Arial"/>
                <a:ea typeface="Arial"/>
                <a:cs typeface="Arial"/>
                <a:sym typeface="Arial"/>
              </a:defRPr>
            </a:lvl5pPr>
            <a:lvl6pPr marL="38099" marR="0" lvl="5" indent="0" algn="l">
              <a:lnSpc>
                <a:spcPct val="118076"/>
              </a:lnSpc>
              <a:spcBef>
                <a:spcPts val="0"/>
              </a:spcBef>
              <a:buNone/>
              <a:defRPr sz="1300" b="0" i="0">
                <a:solidFill>
                  <a:srgbClr val="2388DB"/>
                </a:solidFill>
                <a:latin typeface="Arial"/>
                <a:ea typeface="Arial"/>
                <a:cs typeface="Arial"/>
                <a:sym typeface="Arial"/>
              </a:defRPr>
            </a:lvl6pPr>
            <a:lvl7pPr marL="38099" marR="0" lvl="6" indent="0" algn="l">
              <a:lnSpc>
                <a:spcPct val="118076"/>
              </a:lnSpc>
              <a:spcBef>
                <a:spcPts val="0"/>
              </a:spcBef>
              <a:buNone/>
              <a:defRPr sz="1300" b="0" i="0">
                <a:solidFill>
                  <a:srgbClr val="2388DB"/>
                </a:solidFill>
                <a:latin typeface="Arial"/>
                <a:ea typeface="Arial"/>
                <a:cs typeface="Arial"/>
                <a:sym typeface="Arial"/>
              </a:defRPr>
            </a:lvl7pPr>
            <a:lvl8pPr marL="38099" marR="0" lvl="7" indent="0" algn="l">
              <a:lnSpc>
                <a:spcPct val="118076"/>
              </a:lnSpc>
              <a:spcBef>
                <a:spcPts val="0"/>
              </a:spcBef>
              <a:buNone/>
              <a:defRPr sz="1300" b="0" i="0">
                <a:solidFill>
                  <a:srgbClr val="2388DB"/>
                </a:solidFill>
                <a:latin typeface="Arial"/>
                <a:ea typeface="Arial"/>
                <a:cs typeface="Arial"/>
                <a:sym typeface="Arial"/>
              </a:defRPr>
            </a:lvl8pPr>
            <a:lvl9pPr marL="38099" marR="0" lvl="8" indent="0" algn="l">
              <a:lnSpc>
                <a:spcPct val="118076"/>
              </a:lnSpc>
              <a:spcBef>
                <a:spcPts val="0"/>
              </a:spcBef>
              <a:buNone/>
              <a:defRPr sz="1300" b="0" i="0">
                <a:solidFill>
                  <a:srgbClr val="2388DB"/>
                </a:solidFill>
                <a:latin typeface="Arial"/>
                <a:ea typeface="Arial"/>
                <a:cs typeface="Arial"/>
                <a:sym typeface="Arial"/>
              </a:defRPr>
            </a:lvl9pPr>
          </a:lstStyle>
          <a:p>
            <a:pPr marL="38099"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4"/>
        <p:cNvGrpSpPr/>
        <p:nvPr/>
      </p:nvGrpSpPr>
      <p:grpSpPr>
        <a:xfrm>
          <a:off x="0" y="0"/>
          <a:ext cx="0" cy="0"/>
          <a:chOff x="0" y="0"/>
          <a:chExt cx="0" cy="0"/>
        </a:xfrm>
      </p:grpSpPr>
      <p:sp>
        <p:nvSpPr>
          <p:cNvPr id="45" name="Google Shape;45;p29"/>
          <p:cNvSpPr txBox="1">
            <a:spLocks noGrp="1"/>
          </p:cNvSpPr>
          <p:nvPr>
            <p:ph type="ctrTitle"/>
          </p:nvPr>
        </p:nvSpPr>
        <p:spPr>
          <a:xfrm>
            <a:off x="914400" y="2125980"/>
            <a:ext cx="10363200" cy="55399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9"/>
          <p:cNvSpPr txBox="1">
            <a:spLocks noGrp="1"/>
          </p:cNvSpPr>
          <p:nvPr>
            <p:ph type="subTitle" idx="1"/>
          </p:nvPr>
        </p:nvSpPr>
        <p:spPr>
          <a:xfrm>
            <a:off x="1828800" y="3840488"/>
            <a:ext cx="8534400" cy="430887"/>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9"/>
          <p:cNvSpPr txBox="1">
            <a:spLocks noGrp="1"/>
          </p:cNvSpPr>
          <p:nvPr>
            <p:ph type="ftr" idx="11"/>
          </p:nvPr>
        </p:nvSpPr>
        <p:spPr>
          <a:xfrm>
            <a:off x="4145280" y="6377948"/>
            <a:ext cx="3901440" cy="276999"/>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dt" idx="10"/>
          </p:nvPr>
        </p:nvSpPr>
        <p:spPr>
          <a:xfrm>
            <a:off x="609600" y="6377948"/>
            <a:ext cx="28041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9"/>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lvl1pPr marL="38099" marR="0" lvl="0" indent="0" algn="l">
              <a:lnSpc>
                <a:spcPct val="118076"/>
              </a:lnSpc>
              <a:spcBef>
                <a:spcPts val="0"/>
              </a:spcBef>
              <a:buNone/>
              <a:defRPr sz="1300" b="0" i="0">
                <a:solidFill>
                  <a:srgbClr val="2388DB"/>
                </a:solidFill>
                <a:latin typeface="Arial"/>
                <a:ea typeface="Arial"/>
                <a:cs typeface="Arial"/>
                <a:sym typeface="Arial"/>
              </a:defRPr>
            </a:lvl1pPr>
            <a:lvl2pPr marL="38099" marR="0" lvl="1" indent="0" algn="l">
              <a:lnSpc>
                <a:spcPct val="118076"/>
              </a:lnSpc>
              <a:spcBef>
                <a:spcPts val="0"/>
              </a:spcBef>
              <a:buNone/>
              <a:defRPr sz="1300" b="0" i="0">
                <a:solidFill>
                  <a:srgbClr val="2388DB"/>
                </a:solidFill>
                <a:latin typeface="Arial"/>
                <a:ea typeface="Arial"/>
                <a:cs typeface="Arial"/>
                <a:sym typeface="Arial"/>
              </a:defRPr>
            </a:lvl2pPr>
            <a:lvl3pPr marL="38099" marR="0" lvl="2" indent="0" algn="l">
              <a:lnSpc>
                <a:spcPct val="118076"/>
              </a:lnSpc>
              <a:spcBef>
                <a:spcPts val="0"/>
              </a:spcBef>
              <a:buNone/>
              <a:defRPr sz="1300" b="0" i="0">
                <a:solidFill>
                  <a:srgbClr val="2388DB"/>
                </a:solidFill>
                <a:latin typeface="Arial"/>
                <a:ea typeface="Arial"/>
                <a:cs typeface="Arial"/>
                <a:sym typeface="Arial"/>
              </a:defRPr>
            </a:lvl3pPr>
            <a:lvl4pPr marL="38099" marR="0" lvl="3" indent="0" algn="l">
              <a:lnSpc>
                <a:spcPct val="118076"/>
              </a:lnSpc>
              <a:spcBef>
                <a:spcPts val="0"/>
              </a:spcBef>
              <a:buNone/>
              <a:defRPr sz="1300" b="0" i="0">
                <a:solidFill>
                  <a:srgbClr val="2388DB"/>
                </a:solidFill>
                <a:latin typeface="Arial"/>
                <a:ea typeface="Arial"/>
                <a:cs typeface="Arial"/>
                <a:sym typeface="Arial"/>
              </a:defRPr>
            </a:lvl4pPr>
            <a:lvl5pPr marL="38099" marR="0" lvl="4" indent="0" algn="l">
              <a:lnSpc>
                <a:spcPct val="118076"/>
              </a:lnSpc>
              <a:spcBef>
                <a:spcPts val="0"/>
              </a:spcBef>
              <a:buNone/>
              <a:defRPr sz="1300" b="0" i="0">
                <a:solidFill>
                  <a:srgbClr val="2388DB"/>
                </a:solidFill>
                <a:latin typeface="Arial"/>
                <a:ea typeface="Arial"/>
                <a:cs typeface="Arial"/>
                <a:sym typeface="Arial"/>
              </a:defRPr>
            </a:lvl5pPr>
            <a:lvl6pPr marL="38099" marR="0" lvl="5" indent="0" algn="l">
              <a:lnSpc>
                <a:spcPct val="118076"/>
              </a:lnSpc>
              <a:spcBef>
                <a:spcPts val="0"/>
              </a:spcBef>
              <a:buNone/>
              <a:defRPr sz="1300" b="0" i="0">
                <a:solidFill>
                  <a:srgbClr val="2388DB"/>
                </a:solidFill>
                <a:latin typeface="Arial"/>
                <a:ea typeface="Arial"/>
                <a:cs typeface="Arial"/>
                <a:sym typeface="Arial"/>
              </a:defRPr>
            </a:lvl6pPr>
            <a:lvl7pPr marL="38099" marR="0" lvl="6" indent="0" algn="l">
              <a:lnSpc>
                <a:spcPct val="118076"/>
              </a:lnSpc>
              <a:spcBef>
                <a:spcPts val="0"/>
              </a:spcBef>
              <a:buNone/>
              <a:defRPr sz="1300" b="0" i="0">
                <a:solidFill>
                  <a:srgbClr val="2388DB"/>
                </a:solidFill>
                <a:latin typeface="Arial"/>
                <a:ea typeface="Arial"/>
                <a:cs typeface="Arial"/>
                <a:sym typeface="Arial"/>
              </a:defRPr>
            </a:lvl7pPr>
            <a:lvl8pPr marL="38099" marR="0" lvl="7" indent="0" algn="l">
              <a:lnSpc>
                <a:spcPct val="118076"/>
              </a:lnSpc>
              <a:spcBef>
                <a:spcPts val="0"/>
              </a:spcBef>
              <a:buNone/>
              <a:defRPr sz="1300" b="0" i="0">
                <a:solidFill>
                  <a:srgbClr val="2388DB"/>
                </a:solidFill>
                <a:latin typeface="Arial"/>
                <a:ea typeface="Arial"/>
                <a:cs typeface="Arial"/>
                <a:sym typeface="Arial"/>
              </a:defRPr>
            </a:lvl8pPr>
            <a:lvl9pPr marL="38099" marR="0" lvl="8" indent="0" algn="l">
              <a:lnSpc>
                <a:spcPct val="118076"/>
              </a:lnSpc>
              <a:spcBef>
                <a:spcPts val="0"/>
              </a:spcBef>
              <a:buNone/>
              <a:defRPr sz="1300" b="0" i="0">
                <a:solidFill>
                  <a:srgbClr val="2388DB"/>
                </a:solidFill>
                <a:latin typeface="Arial"/>
                <a:ea typeface="Arial"/>
                <a:cs typeface="Arial"/>
                <a:sym typeface="Arial"/>
              </a:defRPr>
            </a:lvl9pPr>
          </a:lstStyle>
          <a:p>
            <a:pPr marL="38099"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
          <p:cNvSpPr/>
          <p:nvPr/>
        </p:nvSpPr>
        <p:spPr>
          <a:xfrm>
            <a:off x="0" y="1532408"/>
            <a:ext cx="12192000" cy="1270"/>
          </a:xfrm>
          <a:custGeom>
            <a:avLst/>
            <a:gdLst/>
            <a:ahLst/>
            <a:cxnLst/>
            <a:rect l="l" t="t" r="r" b="b"/>
            <a:pathLst>
              <a:path w="9144000" h="1269" extrusionOk="0">
                <a:moveTo>
                  <a:pt x="0" y="890"/>
                </a:moveTo>
                <a:lnTo>
                  <a:pt x="9143999" y="890"/>
                </a:lnTo>
                <a:lnTo>
                  <a:pt x="9143999" y="0"/>
                </a:lnTo>
                <a:lnTo>
                  <a:pt x="0" y="0"/>
                </a:lnTo>
                <a:lnTo>
                  <a:pt x="0" y="890"/>
                </a:lnTo>
                <a:close/>
              </a:path>
            </a:pathLst>
          </a:custGeom>
          <a:solidFill>
            <a:srgbClr val="2388D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24"/>
          <p:cNvSpPr/>
          <p:nvPr/>
        </p:nvSpPr>
        <p:spPr>
          <a:xfrm>
            <a:off x="0" y="0"/>
            <a:ext cx="12192000" cy="1475740"/>
          </a:xfrm>
          <a:custGeom>
            <a:avLst/>
            <a:gdLst/>
            <a:ahLst/>
            <a:cxnLst/>
            <a:rect l="l" t="t" r="r" b="b"/>
            <a:pathLst>
              <a:path w="9144000" h="1475740" extrusionOk="0">
                <a:moveTo>
                  <a:pt x="0" y="1475258"/>
                </a:moveTo>
                <a:lnTo>
                  <a:pt x="9143999" y="1475258"/>
                </a:lnTo>
                <a:lnTo>
                  <a:pt x="9143999" y="0"/>
                </a:lnTo>
                <a:lnTo>
                  <a:pt x="0" y="0"/>
                </a:lnTo>
                <a:lnTo>
                  <a:pt x="0" y="1475258"/>
                </a:lnTo>
                <a:close/>
              </a:path>
            </a:pathLst>
          </a:custGeom>
          <a:solidFill>
            <a:srgbClr val="2388DB"/>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2" name="Google Shape;12;p24"/>
          <p:cNvSpPr/>
          <p:nvPr/>
        </p:nvSpPr>
        <p:spPr>
          <a:xfrm>
            <a:off x="0" y="1475259"/>
            <a:ext cx="12192000" cy="57150"/>
          </a:xfrm>
          <a:custGeom>
            <a:avLst/>
            <a:gdLst/>
            <a:ahLst/>
            <a:cxnLst/>
            <a:rect l="l" t="t" r="r" b="b"/>
            <a:pathLst>
              <a:path w="9144000" h="57150" extrusionOk="0">
                <a:moveTo>
                  <a:pt x="0" y="0"/>
                </a:moveTo>
                <a:lnTo>
                  <a:pt x="9143999" y="0"/>
                </a:lnTo>
                <a:lnTo>
                  <a:pt x="9143999" y="57149"/>
                </a:lnTo>
                <a:lnTo>
                  <a:pt x="0" y="57149"/>
                </a:lnTo>
                <a:lnTo>
                  <a:pt x="0" y="0"/>
                </a:lnTo>
                <a:close/>
              </a:path>
            </a:pathLst>
          </a:custGeom>
          <a:solidFill>
            <a:srgbClr val="000000">
              <a:alpha val="14509"/>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13;p24"/>
          <p:cNvSpPr txBox="1">
            <a:spLocks noGrp="1"/>
          </p:cNvSpPr>
          <p:nvPr>
            <p:ph type="title"/>
          </p:nvPr>
        </p:nvSpPr>
        <p:spPr>
          <a:xfrm>
            <a:off x="706969" y="196324"/>
            <a:ext cx="10778067" cy="553998"/>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6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4"/>
          <p:cNvSpPr txBox="1">
            <a:spLocks noGrp="1"/>
          </p:cNvSpPr>
          <p:nvPr>
            <p:ph type="body" idx="1"/>
          </p:nvPr>
        </p:nvSpPr>
        <p:spPr>
          <a:xfrm>
            <a:off x="706969" y="1734186"/>
            <a:ext cx="10778067" cy="430887"/>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8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5" name="Google Shape;15;p24"/>
          <p:cNvSpPr txBox="1">
            <a:spLocks noGrp="1"/>
          </p:cNvSpPr>
          <p:nvPr>
            <p:ph type="ftr" idx="11"/>
          </p:nvPr>
        </p:nvSpPr>
        <p:spPr>
          <a:xfrm>
            <a:off x="4145280" y="6377948"/>
            <a:ext cx="3901440" cy="276999"/>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24"/>
          <p:cNvSpPr txBox="1">
            <a:spLocks noGrp="1"/>
          </p:cNvSpPr>
          <p:nvPr>
            <p:ph type="dt" idx="10"/>
          </p:nvPr>
        </p:nvSpPr>
        <p:spPr>
          <a:xfrm>
            <a:off x="609600" y="6377948"/>
            <a:ext cx="2804160" cy="27699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24"/>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lvl1pPr marL="38099" marR="0" lvl="0" indent="0" algn="l" rtl="0">
              <a:lnSpc>
                <a:spcPct val="118076"/>
              </a:lnSpc>
              <a:spcBef>
                <a:spcPts val="0"/>
              </a:spcBef>
              <a:buNone/>
              <a:defRPr sz="1300" b="0" i="0" u="none">
                <a:solidFill>
                  <a:srgbClr val="2388DB"/>
                </a:solidFill>
                <a:latin typeface="Arial"/>
                <a:ea typeface="Arial"/>
                <a:cs typeface="Arial"/>
                <a:sym typeface="Arial"/>
              </a:defRPr>
            </a:lvl1pPr>
            <a:lvl2pPr marL="38099" marR="0" lvl="1" indent="0" algn="l" rtl="0">
              <a:lnSpc>
                <a:spcPct val="118076"/>
              </a:lnSpc>
              <a:spcBef>
                <a:spcPts val="0"/>
              </a:spcBef>
              <a:buNone/>
              <a:defRPr sz="1300" b="0" i="0" u="none">
                <a:solidFill>
                  <a:srgbClr val="2388DB"/>
                </a:solidFill>
                <a:latin typeface="Arial"/>
                <a:ea typeface="Arial"/>
                <a:cs typeface="Arial"/>
                <a:sym typeface="Arial"/>
              </a:defRPr>
            </a:lvl2pPr>
            <a:lvl3pPr marL="38099" marR="0" lvl="2" indent="0" algn="l" rtl="0">
              <a:lnSpc>
                <a:spcPct val="118076"/>
              </a:lnSpc>
              <a:spcBef>
                <a:spcPts val="0"/>
              </a:spcBef>
              <a:buNone/>
              <a:defRPr sz="1300" b="0" i="0" u="none">
                <a:solidFill>
                  <a:srgbClr val="2388DB"/>
                </a:solidFill>
                <a:latin typeface="Arial"/>
                <a:ea typeface="Arial"/>
                <a:cs typeface="Arial"/>
                <a:sym typeface="Arial"/>
              </a:defRPr>
            </a:lvl3pPr>
            <a:lvl4pPr marL="38099" marR="0" lvl="3" indent="0" algn="l" rtl="0">
              <a:lnSpc>
                <a:spcPct val="118076"/>
              </a:lnSpc>
              <a:spcBef>
                <a:spcPts val="0"/>
              </a:spcBef>
              <a:buNone/>
              <a:defRPr sz="1300" b="0" i="0" u="none">
                <a:solidFill>
                  <a:srgbClr val="2388DB"/>
                </a:solidFill>
                <a:latin typeface="Arial"/>
                <a:ea typeface="Arial"/>
                <a:cs typeface="Arial"/>
                <a:sym typeface="Arial"/>
              </a:defRPr>
            </a:lvl4pPr>
            <a:lvl5pPr marL="38099" marR="0" lvl="4" indent="0" algn="l" rtl="0">
              <a:lnSpc>
                <a:spcPct val="118076"/>
              </a:lnSpc>
              <a:spcBef>
                <a:spcPts val="0"/>
              </a:spcBef>
              <a:buNone/>
              <a:defRPr sz="1300" b="0" i="0" u="none">
                <a:solidFill>
                  <a:srgbClr val="2388DB"/>
                </a:solidFill>
                <a:latin typeface="Arial"/>
                <a:ea typeface="Arial"/>
                <a:cs typeface="Arial"/>
                <a:sym typeface="Arial"/>
              </a:defRPr>
            </a:lvl5pPr>
            <a:lvl6pPr marL="38099" marR="0" lvl="5" indent="0" algn="l" rtl="0">
              <a:lnSpc>
                <a:spcPct val="118076"/>
              </a:lnSpc>
              <a:spcBef>
                <a:spcPts val="0"/>
              </a:spcBef>
              <a:buNone/>
              <a:defRPr sz="1300" b="0" i="0" u="none">
                <a:solidFill>
                  <a:srgbClr val="2388DB"/>
                </a:solidFill>
                <a:latin typeface="Arial"/>
                <a:ea typeface="Arial"/>
                <a:cs typeface="Arial"/>
                <a:sym typeface="Arial"/>
              </a:defRPr>
            </a:lvl6pPr>
            <a:lvl7pPr marL="38099" marR="0" lvl="6" indent="0" algn="l" rtl="0">
              <a:lnSpc>
                <a:spcPct val="118076"/>
              </a:lnSpc>
              <a:spcBef>
                <a:spcPts val="0"/>
              </a:spcBef>
              <a:buNone/>
              <a:defRPr sz="1300" b="0" i="0" u="none">
                <a:solidFill>
                  <a:srgbClr val="2388DB"/>
                </a:solidFill>
                <a:latin typeface="Arial"/>
                <a:ea typeface="Arial"/>
                <a:cs typeface="Arial"/>
                <a:sym typeface="Arial"/>
              </a:defRPr>
            </a:lvl7pPr>
            <a:lvl8pPr marL="38099" marR="0" lvl="7" indent="0" algn="l" rtl="0">
              <a:lnSpc>
                <a:spcPct val="118076"/>
              </a:lnSpc>
              <a:spcBef>
                <a:spcPts val="0"/>
              </a:spcBef>
              <a:buNone/>
              <a:defRPr sz="1300" b="0" i="0" u="none">
                <a:solidFill>
                  <a:srgbClr val="2388DB"/>
                </a:solidFill>
                <a:latin typeface="Arial"/>
                <a:ea typeface="Arial"/>
                <a:cs typeface="Arial"/>
                <a:sym typeface="Arial"/>
              </a:defRPr>
            </a:lvl8pPr>
            <a:lvl9pPr marL="38099" marR="0" lvl="8" indent="0" algn="l" rtl="0">
              <a:lnSpc>
                <a:spcPct val="118076"/>
              </a:lnSpc>
              <a:spcBef>
                <a:spcPts val="0"/>
              </a:spcBef>
              <a:buNone/>
              <a:defRPr sz="1300" b="0" i="0" u="none">
                <a:solidFill>
                  <a:srgbClr val="2388DB"/>
                </a:solidFill>
                <a:latin typeface="Arial"/>
                <a:ea typeface="Arial"/>
                <a:cs typeface="Arial"/>
                <a:sym typeface="Arial"/>
              </a:defRPr>
            </a:lvl9pPr>
          </a:lstStyle>
          <a:p>
            <a:pPr marL="38099" lvl="0" indent="0" algn="l"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
          <p:cNvSpPr txBox="1"/>
          <p:nvPr/>
        </p:nvSpPr>
        <p:spPr>
          <a:xfrm>
            <a:off x="2121628" y="2743200"/>
            <a:ext cx="9753600" cy="2808461"/>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6000" b="1">
                <a:solidFill>
                  <a:srgbClr val="FFFFFF"/>
                </a:solidFill>
                <a:latin typeface="Arial"/>
                <a:ea typeface="Arial"/>
                <a:cs typeface="Arial"/>
                <a:sym typeface="Arial"/>
              </a:rPr>
              <a:t>UI Design &amp; ‘Figma’</a:t>
            </a:r>
            <a:endParaRPr/>
          </a:p>
          <a:p>
            <a:pPr marL="12700" marR="0" lvl="0" indent="0" algn="l" rtl="0">
              <a:spcBef>
                <a:spcPts val="100"/>
              </a:spcBef>
              <a:spcAft>
                <a:spcPts val="0"/>
              </a:spcAft>
              <a:buNone/>
            </a:pPr>
            <a:r>
              <a:rPr lang="en-US" sz="6000" b="1">
                <a:solidFill>
                  <a:srgbClr val="FFFFFF"/>
                </a:solidFill>
                <a:latin typeface="Arial"/>
                <a:ea typeface="Arial"/>
                <a:cs typeface="Arial"/>
                <a:sym typeface="Arial"/>
              </a:rPr>
              <a:t>Prototyping Tool</a:t>
            </a:r>
            <a:endParaRPr/>
          </a:p>
          <a:p>
            <a:pPr marL="12700" marR="0" lvl="0" indent="0" algn="l" rtl="0">
              <a:spcBef>
                <a:spcPts val="100"/>
              </a:spcBef>
              <a:spcAft>
                <a:spcPts val="0"/>
              </a:spcAft>
              <a:buNone/>
            </a:pPr>
            <a:endParaRPr sz="6000">
              <a:solidFill>
                <a:schemeClr val="dk1"/>
              </a:solidFill>
              <a:latin typeface="Arial"/>
              <a:ea typeface="Arial"/>
              <a:cs typeface="Arial"/>
              <a:sym typeface="Arial"/>
            </a:endParaRPr>
          </a:p>
        </p:txBody>
      </p:sp>
      <p:sp>
        <p:nvSpPr>
          <p:cNvPr id="55" name="Google Shape;55;p1"/>
          <p:cNvSpPr txBox="1"/>
          <p:nvPr/>
        </p:nvSpPr>
        <p:spPr>
          <a:xfrm>
            <a:off x="2282832" y="4019619"/>
            <a:ext cx="7699375" cy="1361911"/>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endParaRPr sz="3600" dirty="0">
              <a:solidFill>
                <a:schemeClr val="dk1"/>
              </a:solidFill>
              <a:latin typeface="Arial"/>
              <a:ea typeface="Arial"/>
              <a:cs typeface="Arial"/>
              <a:sym typeface="Arial"/>
            </a:endParaRPr>
          </a:p>
          <a:p>
            <a:pPr marL="12700" marR="0" lvl="0" indent="0" algn="l" rtl="0">
              <a:spcBef>
                <a:spcPts val="2560"/>
              </a:spcBef>
              <a:spcAft>
                <a:spcPts val="0"/>
              </a:spcAft>
              <a:buNone/>
            </a:pPr>
            <a:r>
              <a:rPr lang="en-US" sz="3000" dirty="0">
                <a:solidFill>
                  <a:srgbClr val="2388DB"/>
                </a:solidFill>
                <a:latin typeface="Arial"/>
                <a:ea typeface="Arial"/>
                <a:cs typeface="Arial"/>
                <a:sym typeface="Arial"/>
              </a:rPr>
              <a:t>CSE 3412 </a:t>
            </a:r>
            <a:endParaRPr dirty="0"/>
          </a:p>
        </p:txBody>
      </p:sp>
      <p:sp>
        <p:nvSpPr>
          <p:cNvPr id="56" name="Google Shape;56;p1"/>
          <p:cNvSpPr txBox="1">
            <a:spLocks noGrp="1"/>
          </p:cNvSpPr>
          <p:nvPr>
            <p:ph type="sldNum" idx="12"/>
          </p:nvPr>
        </p:nvSpPr>
        <p:spPr>
          <a:xfrm>
            <a:off x="8798088" y="6491807"/>
            <a:ext cx="260351" cy="192360"/>
          </a:xfrm>
          <a:prstGeom prst="rect">
            <a:avLst/>
          </a:prstGeom>
          <a:noFill/>
          <a:ln>
            <a:noFill/>
          </a:ln>
        </p:spPr>
        <p:txBody>
          <a:bodyPr spcFirstLastPara="1" wrap="square" lIns="0" tIns="0" rIns="0" bIns="0" anchor="t" anchorCtr="0">
            <a:spAutoFit/>
          </a:bodyPr>
          <a:lstStyle/>
          <a:p>
            <a:pPr marL="38099" lvl="0" indent="0" algn="l" rtl="0">
              <a:lnSpc>
                <a:spcPct val="118076"/>
              </a:lnSpc>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2"/>
          <p:cNvSpPr txBox="1">
            <a:spLocks noGrp="1"/>
          </p:cNvSpPr>
          <p:nvPr>
            <p:ph type="title"/>
          </p:nvPr>
        </p:nvSpPr>
        <p:spPr>
          <a:xfrm>
            <a:off x="2498725" y="685800"/>
            <a:ext cx="7194550" cy="574040"/>
          </a:xfrm>
          <a:prstGeom prst="rect">
            <a:avLst/>
          </a:prstGeom>
          <a:noFill/>
          <a:ln>
            <a:noFill/>
          </a:ln>
        </p:spPr>
        <p:txBody>
          <a:bodyPr spcFirstLastPara="1" wrap="square" lIns="0" tIns="12700" rIns="0" bIns="0" anchor="t" anchorCtr="0">
            <a:spAutoFit/>
          </a:bodyPr>
          <a:lstStyle/>
          <a:p>
            <a:pPr marL="12700" lvl="0" indent="0" algn="ctr" rtl="0">
              <a:spcBef>
                <a:spcPts val="0"/>
              </a:spcBef>
              <a:spcAft>
                <a:spcPts val="0"/>
              </a:spcAft>
              <a:buNone/>
            </a:pPr>
            <a:r>
              <a:rPr lang="en-US"/>
              <a:t>Lab Schedule</a:t>
            </a:r>
            <a:endParaRPr/>
          </a:p>
        </p:txBody>
      </p:sp>
      <p:sp>
        <p:nvSpPr>
          <p:cNvPr id="62" name="Google Shape;62;p2"/>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p>
            <a:pPr marL="38100" lvl="0" indent="0" algn="l" rtl="0">
              <a:lnSpc>
                <a:spcPct val="118076"/>
              </a:lnSpc>
              <a:spcBef>
                <a:spcPts val="0"/>
              </a:spcBef>
              <a:spcAft>
                <a:spcPts val="0"/>
              </a:spcAft>
              <a:buNone/>
            </a:pPr>
            <a:fld id="{00000000-1234-1234-1234-123412341234}" type="slidenum">
              <a:rPr lang="en-US"/>
              <a:t>2</a:t>
            </a:fld>
            <a:endParaRPr/>
          </a:p>
        </p:txBody>
      </p:sp>
      <p:graphicFrame>
        <p:nvGraphicFramePr>
          <p:cNvPr id="63" name="Google Shape;63;p2"/>
          <p:cNvGraphicFramePr/>
          <p:nvPr/>
        </p:nvGraphicFramePr>
        <p:xfrm>
          <a:off x="1143000" y="1600200"/>
          <a:ext cx="9601200" cy="5106050"/>
        </p:xfrm>
        <a:graphic>
          <a:graphicData uri="http://schemas.openxmlformats.org/drawingml/2006/table">
            <a:tbl>
              <a:tblPr firstRow="1" firstCol="1" bandRow="1">
                <a:noFill/>
                <a:tableStyleId>{BBE777B4-8F23-4F5F-BEB7-F4B11B9E1548}</a:tableStyleId>
              </a:tblPr>
              <a:tblGrid>
                <a:gridCol w="1447800">
                  <a:extLst>
                    <a:ext uri="{9D8B030D-6E8A-4147-A177-3AD203B41FA5}">
                      <a16:colId xmlns:a16="http://schemas.microsoft.com/office/drawing/2014/main" val="20000"/>
                    </a:ext>
                  </a:extLst>
                </a:gridCol>
                <a:gridCol w="7162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281800">
                <a:tc>
                  <a:txBody>
                    <a:bodyPr/>
                    <a:lstStyle/>
                    <a:p>
                      <a:pPr marL="254000" marR="0" lvl="0" indent="0" algn="l" rtl="0">
                        <a:spcBef>
                          <a:spcPts val="0"/>
                        </a:spcBef>
                        <a:spcAft>
                          <a:spcPts val="0"/>
                        </a:spcAft>
                        <a:buNone/>
                      </a:pPr>
                      <a:r>
                        <a:rPr lang="en-US" sz="1300" u="none" strike="noStrike" cap="none"/>
                        <a:t>     </a:t>
                      </a:r>
                      <a:r>
                        <a:rPr lang="en-US" sz="1800" u="none" strike="noStrike" cap="none"/>
                        <a:t>Week</a:t>
                      </a:r>
                      <a:endParaRPr sz="18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t>Discussion</a:t>
                      </a:r>
                      <a:endParaRPr sz="18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latin typeface="Times New Roman"/>
                          <a:ea typeface="Times New Roman"/>
                          <a:cs typeface="Times New Roman"/>
                          <a:sym typeface="Times New Roman"/>
                        </a:rPr>
                        <a:t>Marks</a:t>
                      </a:r>
                      <a:endParaRPr sz="18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0"/>
                  </a:ext>
                </a:extLst>
              </a:tr>
              <a:tr h="274100">
                <a:tc>
                  <a:txBody>
                    <a:bodyPr/>
                    <a:lstStyle/>
                    <a:p>
                      <a:pPr marL="0" marR="0" lvl="0" indent="0" algn="ctr" rtl="0">
                        <a:spcBef>
                          <a:spcPts val="0"/>
                        </a:spcBef>
                        <a:spcAft>
                          <a:spcPts val="0"/>
                        </a:spcAft>
                        <a:buNone/>
                      </a:pPr>
                      <a:r>
                        <a:rPr lang="en-US" sz="1300" u="none" strike="noStrike" cap="none"/>
                        <a:t>1</a:t>
                      </a:r>
                      <a:endParaRPr sz="900" u="none" strike="noStrike" cap="none">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r>
                        <a:rPr lang="en-US" sz="1800" u="none" strike="sngStrike" cap="none">
                          <a:solidFill>
                            <a:srgbClr val="7F7F7F"/>
                          </a:solidFill>
                        </a:rPr>
                        <a:t>Introduction</a:t>
                      </a:r>
                      <a:endParaRPr sz="1800" u="none" strike="sngStrike" cap="none">
                        <a:solidFill>
                          <a:srgbClr val="7F7F7F"/>
                        </a:solidFill>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1"/>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solidFill>
                            <a:srgbClr val="7F7F7F"/>
                          </a:solidFill>
                        </a:rPr>
                        <a:t> </a:t>
                      </a:r>
                      <a:endParaRPr sz="900" u="none" strike="noStrike" cap="none">
                        <a:solidFill>
                          <a:srgbClr val="7F7F7F"/>
                        </a:solidFill>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2"/>
                  </a:ext>
                </a:extLst>
              </a:tr>
              <a:tr h="276850">
                <a:tc>
                  <a:txBody>
                    <a:bodyPr/>
                    <a:lstStyle/>
                    <a:p>
                      <a:pPr marL="0" marR="0" lvl="0" indent="0" algn="ctr" rtl="0">
                        <a:spcBef>
                          <a:spcPts val="0"/>
                        </a:spcBef>
                        <a:spcAft>
                          <a:spcPts val="0"/>
                        </a:spcAft>
                        <a:buNone/>
                      </a:pPr>
                      <a:r>
                        <a:rPr lang="en-US" sz="1300" u="none" strike="noStrike" cap="none"/>
                        <a:t>2</a:t>
                      </a:r>
                      <a:endParaRPr sz="900" u="none" strike="noStrike" cap="none">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r>
                        <a:rPr lang="en-US" sz="1600" u="none" strike="sngStrike" cap="none">
                          <a:solidFill>
                            <a:srgbClr val="7F7F7F"/>
                          </a:solidFill>
                        </a:rPr>
                        <a:t>Lecture on Benchmark Analysis and Feasibility Studies + Group Finalization</a:t>
                      </a:r>
                      <a:endParaRPr sz="1600" u="none" strike="sngStrike" cap="none">
                        <a:solidFill>
                          <a:srgbClr val="7F7F7F"/>
                        </a:solidFill>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3"/>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solidFill>
                            <a:srgbClr val="7F7F7F"/>
                          </a:solidFill>
                        </a:rPr>
                        <a:t> </a:t>
                      </a:r>
                      <a:endParaRPr sz="900" u="none" strike="noStrike" cap="none">
                        <a:solidFill>
                          <a:srgbClr val="7F7F7F"/>
                        </a:solidFill>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4"/>
                  </a:ext>
                </a:extLst>
              </a:tr>
              <a:tr h="276850">
                <a:tc>
                  <a:txBody>
                    <a:bodyPr/>
                    <a:lstStyle/>
                    <a:p>
                      <a:pPr marL="0" marR="0" lvl="0" indent="0" algn="ctr" rtl="0">
                        <a:spcBef>
                          <a:spcPts val="0"/>
                        </a:spcBef>
                        <a:spcAft>
                          <a:spcPts val="0"/>
                        </a:spcAft>
                        <a:buNone/>
                      </a:pPr>
                      <a:r>
                        <a:rPr lang="en-US" sz="1300" u="none" strike="noStrike" cap="none"/>
                        <a:t>3</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sngStrike" cap="none">
                          <a:solidFill>
                            <a:srgbClr val="7F7F7F"/>
                          </a:solidFill>
                        </a:rPr>
                        <a:t>Presentation - 1 (Proposal + Benchmark Analysis)</a:t>
                      </a:r>
                      <a:endParaRPr sz="1800" u="none" strike="sngStrike" cap="none">
                        <a:solidFill>
                          <a:srgbClr val="7F7F7F"/>
                        </a:solidFill>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solidFill>
                            <a:srgbClr val="0070C0"/>
                          </a:solidFill>
                          <a:latin typeface="Times New Roman"/>
                          <a:ea typeface="Times New Roman"/>
                          <a:cs typeface="Times New Roman"/>
                          <a:sym typeface="Times New Roman"/>
                        </a:rPr>
                        <a:t> 10</a:t>
                      </a:r>
                      <a:endParaRPr sz="1800" u="none" strike="noStrike" cap="none">
                        <a:solidFill>
                          <a:srgbClr val="0070C0"/>
                        </a:solidFill>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5"/>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6"/>
                  </a:ext>
                </a:extLst>
              </a:tr>
              <a:tr h="277400">
                <a:tc>
                  <a:txBody>
                    <a:bodyPr/>
                    <a:lstStyle/>
                    <a:p>
                      <a:pPr marL="0" marR="0" lvl="0" indent="0" algn="ctr" rtl="0">
                        <a:spcBef>
                          <a:spcPts val="0"/>
                        </a:spcBef>
                        <a:spcAft>
                          <a:spcPts val="0"/>
                        </a:spcAft>
                        <a:buNone/>
                      </a:pPr>
                      <a:r>
                        <a:rPr lang="en-US" sz="1300" u="none" strike="noStrike" cap="none"/>
                        <a:t>4</a:t>
                      </a:r>
                      <a:endParaRPr sz="900" u="none" strike="noStrike" cap="none">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r>
                        <a:rPr lang="en-US" sz="1600" u="none" strike="noStrike" cap="none"/>
                        <a:t>Lecture on UI Design and prototyping tool (Figma)</a:t>
                      </a:r>
                      <a:endParaRPr sz="1600" u="none" strike="noStrike" cap="none">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endParaRPr sz="16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7"/>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8"/>
                  </a:ext>
                </a:extLst>
              </a:tr>
              <a:tr h="274650">
                <a:tc>
                  <a:txBody>
                    <a:bodyPr/>
                    <a:lstStyle/>
                    <a:p>
                      <a:pPr marL="0" marR="0" lvl="0" indent="0" algn="ctr" rtl="0">
                        <a:spcBef>
                          <a:spcPts val="0"/>
                        </a:spcBef>
                        <a:spcAft>
                          <a:spcPts val="0"/>
                        </a:spcAft>
                        <a:buNone/>
                      </a:pPr>
                      <a:r>
                        <a:rPr lang="en-US" sz="1300" u="none" strike="noStrike" cap="none"/>
                        <a:t>5</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solidFill>
                            <a:srgbClr val="0070C0"/>
                          </a:solidFill>
                        </a:rPr>
                        <a:t>Presentation - 2 (Feasibility Studies)</a:t>
                      </a:r>
                      <a:endParaRPr sz="1800" u="none" strike="noStrike" cap="none">
                        <a:solidFill>
                          <a:srgbClr val="0070C0"/>
                        </a:solidFill>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solidFill>
                            <a:srgbClr val="0070C0"/>
                          </a:solidFill>
                          <a:latin typeface="Times New Roman"/>
                          <a:ea typeface="Times New Roman"/>
                          <a:cs typeface="Times New Roman"/>
                          <a:sym typeface="Times New Roman"/>
                        </a:rPr>
                        <a:t> 10</a:t>
                      </a:r>
                      <a:endParaRPr sz="1800" u="none" strike="noStrike" cap="none">
                        <a:solidFill>
                          <a:srgbClr val="0070C0"/>
                        </a:solidFill>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09"/>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0"/>
                  </a:ext>
                </a:extLst>
              </a:tr>
              <a:tr h="277400">
                <a:tc>
                  <a:txBody>
                    <a:bodyPr/>
                    <a:lstStyle/>
                    <a:p>
                      <a:pPr marL="0" marR="0" lvl="0" indent="0" algn="ctr" rtl="0">
                        <a:spcBef>
                          <a:spcPts val="0"/>
                        </a:spcBef>
                        <a:spcAft>
                          <a:spcPts val="0"/>
                        </a:spcAft>
                        <a:buNone/>
                      </a:pPr>
                      <a:r>
                        <a:rPr lang="en-US" sz="1300" u="none" strike="noStrike" cap="none"/>
                        <a:t>6</a:t>
                      </a:r>
                      <a:endParaRPr sz="900" u="none" strike="noStrike" cap="none">
                        <a:latin typeface="Times New Roman"/>
                        <a:ea typeface="Times New Roman"/>
                        <a:cs typeface="Times New Roman"/>
                        <a:sym typeface="Times New Roman"/>
                      </a:endParaRPr>
                    </a:p>
                  </a:txBody>
                  <a:tcPr marL="0" marR="0" marT="0" marB="0" anchor="b"/>
                </a:tc>
                <a:tc>
                  <a:txBody>
                    <a:bodyPr/>
                    <a:lstStyle/>
                    <a:p>
                      <a:pPr marL="7620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Lecture on Project Management Tools(JIRA) + Feature Finalization</a:t>
                      </a:r>
                      <a:endParaRPr sz="1600" b="0" i="0" u="none" strike="noStrike" cap="none">
                        <a:solidFill>
                          <a:srgbClr val="000000"/>
                        </a:solidFill>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endParaRPr sz="1800" u="none" strike="noStrike" cap="none">
                        <a:solidFill>
                          <a:srgbClr val="0070C0"/>
                        </a:solidFill>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1"/>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2"/>
                  </a:ext>
                </a:extLst>
              </a:tr>
              <a:tr h="277400">
                <a:tc>
                  <a:txBody>
                    <a:bodyPr/>
                    <a:lstStyle/>
                    <a:p>
                      <a:pPr marL="0" marR="0" lvl="0" indent="0" algn="ctr" rtl="0">
                        <a:spcBef>
                          <a:spcPts val="0"/>
                        </a:spcBef>
                        <a:spcAft>
                          <a:spcPts val="0"/>
                        </a:spcAft>
                        <a:buNone/>
                      </a:pPr>
                      <a:r>
                        <a:rPr lang="en-US" sz="1300" u="none" strike="noStrike" cap="none"/>
                        <a:t>7</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lnSpc>
                          <a:spcPct val="100000"/>
                        </a:lnSpc>
                        <a:spcBef>
                          <a:spcPts val="0"/>
                        </a:spcBef>
                        <a:spcAft>
                          <a:spcPts val="0"/>
                        </a:spcAft>
                        <a:buClr>
                          <a:srgbClr val="0070C0"/>
                        </a:buClr>
                        <a:buSzPts val="1800"/>
                        <a:buFont typeface="Calibri"/>
                        <a:buNone/>
                      </a:pPr>
                      <a:r>
                        <a:rPr lang="en-US" sz="1800" b="0" i="0" u="none" strike="noStrike" cap="none">
                          <a:solidFill>
                            <a:srgbClr val="0070C0"/>
                          </a:solidFill>
                          <a:latin typeface="Calibri"/>
                          <a:ea typeface="Calibri"/>
                          <a:cs typeface="Calibri"/>
                          <a:sym typeface="Calibri"/>
                        </a:rPr>
                        <a:t>Presentation - 3 (JIRA + Full Prototype)</a:t>
                      </a:r>
                      <a:endParaRPr sz="1800" b="0" i="0" u="none" strike="noStrike" cap="none">
                        <a:solidFill>
                          <a:srgbClr val="0070C0"/>
                        </a:solidFill>
                        <a:latin typeface="Times New Roman"/>
                        <a:ea typeface="Times New Roman"/>
                        <a:cs typeface="Times New Roman"/>
                        <a:sym typeface="Times New Roman"/>
                      </a:endParaRPr>
                    </a:p>
                  </a:txBody>
                  <a:tcPr marL="0" marR="0" marT="0" marB="0" anchor="b"/>
                </a:tc>
                <a:tc>
                  <a:txBody>
                    <a:bodyPr/>
                    <a:lstStyle/>
                    <a:p>
                      <a:pPr marL="76200" marR="0" lvl="0" indent="0" algn="l" rtl="0">
                        <a:spcBef>
                          <a:spcPts val="0"/>
                        </a:spcBef>
                        <a:spcAft>
                          <a:spcPts val="0"/>
                        </a:spcAft>
                        <a:buNone/>
                      </a:pPr>
                      <a:r>
                        <a:rPr lang="en-US" sz="1600" u="none" strike="noStrike" cap="none">
                          <a:latin typeface="Times New Roman"/>
                          <a:ea typeface="Times New Roman"/>
                          <a:cs typeface="Times New Roman"/>
                          <a:sym typeface="Times New Roman"/>
                        </a:rPr>
                        <a:t>       </a:t>
                      </a:r>
                      <a:r>
                        <a:rPr lang="en-US" sz="1800" b="0" i="0" u="none" strike="noStrike" cap="none">
                          <a:solidFill>
                            <a:srgbClr val="0070C0"/>
                          </a:solidFill>
                          <a:latin typeface="Times New Roman"/>
                          <a:ea typeface="Times New Roman"/>
                          <a:cs typeface="Times New Roman"/>
                          <a:sym typeface="Times New Roman"/>
                        </a:rPr>
                        <a:t>15</a:t>
                      </a:r>
                      <a:endParaRPr sz="16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3"/>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4"/>
                  </a:ext>
                </a:extLst>
              </a:tr>
              <a:tr h="275200">
                <a:tc>
                  <a:txBody>
                    <a:bodyPr/>
                    <a:lstStyle/>
                    <a:p>
                      <a:pPr marL="0" marR="0" lvl="0" indent="0" algn="ctr" rtl="0">
                        <a:spcBef>
                          <a:spcPts val="0"/>
                        </a:spcBef>
                        <a:spcAft>
                          <a:spcPts val="0"/>
                        </a:spcAft>
                        <a:buNone/>
                      </a:pPr>
                      <a:r>
                        <a:rPr lang="en-US" sz="1300" u="none" strike="noStrike" cap="none"/>
                        <a:t>8</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solidFill>
                            <a:srgbClr val="0070C0"/>
                          </a:solidFill>
                        </a:rPr>
                        <a:t>Presentation - 4 (Project Progress 25%)</a:t>
                      </a:r>
                      <a:endParaRPr sz="1800" u="none" strike="noStrike" cap="none">
                        <a:solidFill>
                          <a:srgbClr val="0070C0"/>
                        </a:solidFill>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solidFill>
                            <a:srgbClr val="0070C0"/>
                          </a:solidFill>
                          <a:latin typeface="Times New Roman"/>
                          <a:ea typeface="Times New Roman"/>
                          <a:cs typeface="Times New Roman"/>
                          <a:sym typeface="Times New Roman"/>
                        </a:rPr>
                        <a:t> 10</a:t>
                      </a:r>
                      <a:endParaRPr sz="1800" u="none" strike="noStrike" cap="none">
                        <a:solidFill>
                          <a:srgbClr val="0070C0"/>
                        </a:solidFill>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5"/>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6"/>
                  </a:ext>
                </a:extLst>
              </a:tr>
              <a:tr h="277950">
                <a:tc>
                  <a:txBody>
                    <a:bodyPr/>
                    <a:lstStyle/>
                    <a:p>
                      <a:pPr marL="0" marR="0" lvl="0" indent="0" algn="ctr" rtl="0">
                        <a:spcBef>
                          <a:spcPts val="0"/>
                        </a:spcBef>
                        <a:spcAft>
                          <a:spcPts val="0"/>
                        </a:spcAft>
                        <a:buNone/>
                      </a:pPr>
                      <a:r>
                        <a:rPr lang="en-US" sz="1300" u="none" strike="noStrike" cap="none"/>
                        <a:t>9</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lnSpc>
                          <a:spcPct val="100000"/>
                        </a:lnSpc>
                        <a:spcBef>
                          <a:spcPts val="0"/>
                        </a:spcBef>
                        <a:spcAft>
                          <a:spcPts val="0"/>
                        </a:spcAft>
                        <a:buClr>
                          <a:srgbClr val="0070C0"/>
                        </a:buClr>
                        <a:buSzPts val="1800"/>
                        <a:buFont typeface="Calibri"/>
                        <a:buNone/>
                      </a:pPr>
                      <a:r>
                        <a:rPr lang="en-US" sz="1800" b="0" i="0" u="none" strike="noStrike" cap="none">
                          <a:solidFill>
                            <a:srgbClr val="0070C0"/>
                          </a:solidFill>
                          <a:latin typeface="Calibri"/>
                          <a:ea typeface="Calibri"/>
                          <a:cs typeface="Calibri"/>
                          <a:sym typeface="Calibri"/>
                        </a:rPr>
                        <a:t>Presentation - 5 (Project Progress 50%)</a:t>
                      </a:r>
                      <a:endParaRPr sz="1800" b="0" i="0" u="none" strike="noStrike" cap="none">
                        <a:solidFill>
                          <a:srgbClr val="0070C0"/>
                        </a:solidFill>
                        <a:latin typeface="Times New Roman"/>
                        <a:ea typeface="Times New Roman"/>
                        <a:cs typeface="Times New Roman"/>
                        <a:sym typeface="Times New Roman"/>
                      </a:endParaRPr>
                    </a:p>
                  </a:txBody>
                  <a:tcPr marL="0" marR="0" marT="0" marB="0" anchor="b"/>
                </a:tc>
                <a:tc>
                  <a:txBody>
                    <a:bodyPr/>
                    <a:lstStyle/>
                    <a:p>
                      <a:pPr marL="76200" marR="0" lvl="0" indent="0" algn="ctr" rtl="0">
                        <a:spcBef>
                          <a:spcPts val="0"/>
                        </a:spcBef>
                        <a:spcAft>
                          <a:spcPts val="0"/>
                        </a:spcAft>
                        <a:buNone/>
                      </a:pPr>
                      <a:r>
                        <a:rPr lang="en-US" sz="1800" b="0" i="0" u="none" strike="noStrike" cap="none">
                          <a:solidFill>
                            <a:srgbClr val="0070C0"/>
                          </a:solidFill>
                          <a:latin typeface="Times New Roman"/>
                          <a:ea typeface="Times New Roman"/>
                          <a:cs typeface="Times New Roman"/>
                          <a:sym typeface="Times New Roman"/>
                        </a:rPr>
                        <a:t>10</a:t>
                      </a:r>
                      <a:endParaRPr sz="16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7"/>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8"/>
                  </a:ext>
                </a:extLst>
              </a:tr>
              <a:tr h="262875">
                <a:tc>
                  <a:txBody>
                    <a:bodyPr/>
                    <a:lstStyle/>
                    <a:p>
                      <a:pPr marL="0" marR="0" lvl="0" indent="0" algn="ctr" rtl="0">
                        <a:spcBef>
                          <a:spcPts val="0"/>
                        </a:spcBef>
                        <a:spcAft>
                          <a:spcPts val="0"/>
                        </a:spcAft>
                        <a:buNone/>
                      </a:pPr>
                      <a:r>
                        <a:rPr lang="en-US" sz="1300" u="none" strike="noStrike" cap="none"/>
                        <a:t>10</a:t>
                      </a:r>
                      <a:endParaRPr sz="900" u="none" strike="noStrike" cap="none">
                        <a:latin typeface="Times New Roman"/>
                        <a:ea typeface="Times New Roman"/>
                        <a:cs typeface="Times New Roman"/>
                        <a:sym typeface="Times New Roman"/>
                      </a:endParaRPr>
                    </a:p>
                  </a:txBody>
                  <a:tcPr marL="0" marR="0" marT="0" marB="0" anchor="b"/>
                </a:tc>
                <a:tc>
                  <a:txBody>
                    <a:bodyPr/>
                    <a:lstStyle/>
                    <a:p>
                      <a:pPr marL="76200" marR="0" lvl="0" indent="0" algn="l" rtl="0">
                        <a:lnSpc>
                          <a:spcPct val="100000"/>
                        </a:lnSpc>
                        <a:spcBef>
                          <a:spcPts val="0"/>
                        </a:spcBef>
                        <a:spcAft>
                          <a:spcPts val="0"/>
                        </a:spcAft>
                        <a:buClr>
                          <a:srgbClr val="000000"/>
                        </a:buClr>
                        <a:buSzPts val="1600"/>
                        <a:buFont typeface="Calibri"/>
                        <a:buNone/>
                      </a:pPr>
                      <a:r>
                        <a:rPr lang="en-US" sz="1600" b="0" i="0" u="none" strike="noStrike" cap="none">
                          <a:solidFill>
                            <a:srgbClr val="000000"/>
                          </a:solidFill>
                          <a:latin typeface="Calibri"/>
                          <a:ea typeface="Calibri"/>
                          <a:cs typeface="Calibri"/>
                          <a:sym typeface="Calibri"/>
                        </a:rPr>
                        <a:t>Lecture on Testing, Deployment &amp; Maintenance (Github, InfinityFree)</a:t>
                      </a:r>
                      <a:endParaRPr sz="1600" b="0" i="0" u="none" strike="noStrike" cap="none">
                        <a:solidFill>
                          <a:srgbClr val="000000"/>
                        </a:solidFill>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endParaRPr sz="1800" u="none" strike="noStrike" cap="none">
                        <a:solidFill>
                          <a:srgbClr val="0070C0"/>
                        </a:solidFill>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19"/>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20"/>
                  </a:ext>
                </a:extLst>
              </a:tr>
              <a:tr h="277950">
                <a:tc>
                  <a:txBody>
                    <a:bodyPr/>
                    <a:lstStyle/>
                    <a:p>
                      <a:pPr marL="0" marR="0" lvl="0" indent="0" algn="ctr" rtl="0">
                        <a:spcBef>
                          <a:spcPts val="0"/>
                        </a:spcBef>
                        <a:spcAft>
                          <a:spcPts val="0"/>
                        </a:spcAft>
                        <a:buNone/>
                      </a:pPr>
                      <a:r>
                        <a:rPr lang="en-US" sz="1300" u="none" strike="noStrike" cap="none"/>
                        <a:t>11</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lnSpc>
                          <a:spcPct val="100000"/>
                        </a:lnSpc>
                        <a:spcBef>
                          <a:spcPts val="0"/>
                        </a:spcBef>
                        <a:spcAft>
                          <a:spcPts val="0"/>
                        </a:spcAft>
                        <a:buClr>
                          <a:srgbClr val="0070C0"/>
                        </a:buClr>
                        <a:buSzPts val="1800"/>
                        <a:buFont typeface="Calibri"/>
                        <a:buNone/>
                      </a:pPr>
                      <a:r>
                        <a:rPr lang="en-US" sz="1800" b="0" i="0" u="none" strike="noStrike" cap="none">
                          <a:solidFill>
                            <a:srgbClr val="0070C0"/>
                          </a:solidFill>
                          <a:latin typeface="Calibri"/>
                          <a:ea typeface="Calibri"/>
                          <a:cs typeface="Calibri"/>
                          <a:sym typeface="Calibri"/>
                        </a:rPr>
                        <a:t>Presentation - 6 (Project Progress 75%) + Testing</a:t>
                      </a:r>
                      <a:endParaRPr sz="1800" b="0" i="0" u="none" strike="noStrike" cap="none">
                        <a:solidFill>
                          <a:srgbClr val="0070C0"/>
                        </a:solidFill>
                        <a:latin typeface="Times New Roman"/>
                        <a:ea typeface="Times New Roman"/>
                        <a:cs typeface="Times New Roman"/>
                        <a:sym typeface="Times New Roman"/>
                      </a:endParaRPr>
                    </a:p>
                  </a:txBody>
                  <a:tcPr marL="0" marR="0" marT="0" marB="0" anchor="b"/>
                </a:tc>
                <a:tc>
                  <a:txBody>
                    <a:bodyPr/>
                    <a:lstStyle/>
                    <a:p>
                      <a:pPr marL="76200" marR="0" lvl="0" indent="0" algn="ctr" rtl="0">
                        <a:spcBef>
                          <a:spcPts val="0"/>
                        </a:spcBef>
                        <a:spcAft>
                          <a:spcPts val="0"/>
                        </a:spcAft>
                        <a:buNone/>
                      </a:pPr>
                      <a:r>
                        <a:rPr lang="en-US" sz="1800" b="0" i="0" u="none" strike="noStrike" cap="none">
                          <a:solidFill>
                            <a:srgbClr val="0070C0"/>
                          </a:solidFill>
                          <a:latin typeface="Times New Roman"/>
                          <a:ea typeface="Times New Roman"/>
                          <a:cs typeface="Times New Roman"/>
                          <a:sym typeface="Times New Roman"/>
                        </a:rPr>
                        <a:t>15</a:t>
                      </a:r>
                      <a:endParaRPr sz="16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21"/>
                  </a:ext>
                </a:extLst>
              </a:tr>
              <a:tr h="131975">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r>
                        <a:rPr lang="en-US" sz="500" u="none" strike="noStrike" cap="none"/>
                        <a:t> </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l" rtl="0">
                        <a:spcBef>
                          <a:spcPts val="0"/>
                        </a:spcBef>
                        <a:spcAft>
                          <a:spcPts val="0"/>
                        </a:spcAft>
                        <a:buNone/>
                      </a:pPr>
                      <a:endParaRPr sz="900" u="none" strike="noStrike" cap="none">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22"/>
                  </a:ext>
                </a:extLst>
              </a:tr>
              <a:tr h="275200">
                <a:tc>
                  <a:txBody>
                    <a:bodyPr/>
                    <a:lstStyle/>
                    <a:p>
                      <a:pPr marL="0" marR="0" lvl="0" indent="0" algn="ctr" rtl="0">
                        <a:spcBef>
                          <a:spcPts val="0"/>
                        </a:spcBef>
                        <a:spcAft>
                          <a:spcPts val="0"/>
                        </a:spcAft>
                        <a:buNone/>
                      </a:pPr>
                      <a:r>
                        <a:rPr lang="en-US" sz="1300" u="none" strike="noStrike" cap="none"/>
                        <a:t>12</a:t>
                      </a:r>
                      <a:endParaRPr sz="900" u="none" strike="noStrike" cap="none">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b="0" i="0" u="none" strike="noStrike" cap="none">
                          <a:solidFill>
                            <a:srgbClr val="0070C0"/>
                          </a:solidFill>
                          <a:latin typeface="Calibri"/>
                          <a:ea typeface="Calibri"/>
                          <a:cs typeface="Calibri"/>
                          <a:sym typeface="Calibri"/>
                        </a:rPr>
                        <a:t>Presentation - 7 (</a:t>
                      </a:r>
                      <a:r>
                        <a:rPr lang="en-US" sz="1800" u="none" strike="noStrike" cap="none">
                          <a:solidFill>
                            <a:srgbClr val="0070C0"/>
                          </a:solidFill>
                        </a:rPr>
                        <a:t>Final Project Update 100%) + Report Submission</a:t>
                      </a:r>
                      <a:endParaRPr sz="1800" u="none" strike="noStrike" cap="none">
                        <a:solidFill>
                          <a:srgbClr val="0070C0"/>
                        </a:solidFill>
                        <a:latin typeface="Times New Roman"/>
                        <a:ea typeface="Times New Roman"/>
                        <a:cs typeface="Times New Roman"/>
                        <a:sym typeface="Times New Roman"/>
                      </a:endParaRPr>
                    </a:p>
                  </a:txBody>
                  <a:tcPr marL="0" marR="0" marT="0" marB="0" anchor="b"/>
                </a:tc>
                <a:tc>
                  <a:txBody>
                    <a:bodyPr/>
                    <a:lstStyle/>
                    <a:p>
                      <a:pPr marL="0" marR="0" lvl="0" indent="0" algn="ctr" rtl="0">
                        <a:spcBef>
                          <a:spcPts val="0"/>
                        </a:spcBef>
                        <a:spcAft>
                          <a:spcPts val="0"/>
                        </a:spcAft>
                        <a:buNone/>
                      </a:pPr>
                      <a:r>
                        <a:rPr lang="en-US" sz="1800" u="none" strike="noStrike" cap="none">
                          <a:solidFill>
                            <a:srgbClr val="0070C0"/>
                          </a:solidFill>
                          <a:latin typeface="Times New Roman"/>
                          <a:ea typeface="Times New Roman"/>
                          <a:cs typeface="Times New Roman"/>
                          <a:sym typeface="Times New Roman"/>
                        </a:rPr>
                        <a:t> 15</a:t>
                      </a:r>
                      <a:endParaRPr sz="1800" u="none" strike="noStrike" cap="none">
                        <a:solidFill>
                          <a:srgbClr val="0070C0"/>
                        </a:solidFill>
                        <a:latin typeface="Times New Roman"/>
                        <a:ea typeface="Times New Roman"/>
                        <a:cs typeface="Times New Roman"/>
                        <a:sym typeface="Times New Roman"/>
                      </a:endParaRPr>
                    </a:p>
                  </a:txBody>
                  <a:tcPr marL="0" marR="0" marT="0" marB="0" anchor="b"/>
                </a:tc>
                <a:extLst>
                  <a:ext uri="{0D108BD9-81ED-4DB2-BD59-A6C34878D82A}">
                    <a16:rowId xmlns:a16="http://schemas.microsoft.com/office/drawing/2014/main" val="10023"/>
                  </a:ext>
                </a:extLst>
              </a:tr>
            </a:tbl>
          </a:graphicData>
        </a:graphic>
      </p:graphicFrame>
      <p:sp>
        <p:nvSpPr>
          <p:cNvPr id="64" name="Google Shape;64;p2"/>
          <p:cNvSpPr/>
          <p:nvPr/>
        </p:nvSpPr>
        <p:spPr>
          <a:xfrm>
            <a:off x="1143000" y="3124200"/>
            <a:ext cx="9601200" cy="304800"/>
          </a:xfrm>
          <a:prstGeom prst="rect">
            <a:avLst/>
          </a:prstGeom>
          <a:noFill/>
          <a:ln w="254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2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3"/>
          <p:cNvSpPr txBox="1">
            <a:spLocks noGrp="1"/>
          </p:cNvSpPr>
          <p:nvPr>
            <p:ph type="title"/>
          </p:nvPr>
        </p:nvSpPr>
        <p:spPr>
          <a:xfrm>
            <a:off x="762000" y="2895600"/>
            <a:ext cx="10778067" cy="55399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US"/>
              <a:t>How To Design A Good UI?</a:t>
            </a:r>
            <a:endParaRPr/>
          </a:p>
        </p:txBody>
      </p:sp>
      <p:sp>
        <p:nvSpPr>
          <p:cNvPr id="70" name="Google Shape;70;p3"/>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p>
            <a:pPr marL="38099" lvl="0" indent="0" algn="l" rtl="0">
              <a:lnSpc>
                <a:spcPct val="118076"/>
              </a:lnSpc>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4"/>
          <p:cNvSpPr txBox="1">
            <a:spLocks noGrp="1"/>
          </p:cNvSpPr>
          <p:nvPr>
            <p:ph type="title"/>
          </p:nvPr>
        </p:nvSpPr>
        <p:spPr>
          <a:xfrm>
            <a:off x="706969" y="196324"/>
            <a:ext cx="10778067"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US"/>
              <a:t>UI Design Considerations : Usability</a:t>
            </a:r>
            <a:endParaRPr/>
          </a:p>
        </p:txBody>
      </p:sp>
      <p:sp>
        <p:nvSpPr>
          <p:cNvPr id="76" name="Google Shape;76;p4"/>
          <p:cNvSpPr txBox="1">
            <a:spLocks noGrp="1"/>
          </p:cNvSpPr>
          <p:nvPr>
            <p:ph type="body" idx="1"/>
          </p:nvPr>
        </p:nvSpPr>
        <p:spPr>
          <a:xfrm>
            <a:off x="706969" y="1734186"/>
            <a:ext cx="10778067" cy="2677656"/>
          </a:xfrm>
          <a:prstGeom prst="rect">
            <a:avLst/>
          </a:prstGeom>
          <a:noFill/>
          <a:ln>
            <a:noFill/>
          </a:ln>
        </p:spPr>
        <p:txBody>
          <a:bodyPr spcFirstLastPara="1" wrap="square" lIns="0" tIns="0" rIns="0" bIns="0" anchor="t" anchorCtr="0">
            <a:spAutoFit/>
          </a:bodyPr>
          <a:lstStyle/>
          <a:p>
            <a:pPr marL="457200" lvl="0" indent="-457200" algn="l" rtl="0">
              <a:spcBef>
                <a:spcPts val="0"/>
              </a:spcBef>
              <a:spcAft>
                <a:spcPts val="0"/>
              </a:spcAft>
              <a:buClr>
                <a:schemeClr val="dk1"/>
              </a:buClr>
              <a:buSzPts val="2800"/>
              <a:buFont typeface="Courier New"/>
              <a:buChar char="o"/>
            </a:pPr>
            <a:r>
              <a:rPr lang="en-US" b="1"/>
              <a:t>Learnability</a:t>
            </a:r>
            <a:endParaRPr b="1"/>
          </a:p>
          <a:p>
            <a:pPr marL="742939" lvl="1" indent="-285750" algn="l" rtl="0">
              <a:spcBef>
                <a:spcPts val="0"/>
              </a:spcBef>
              <a:spcAft>
                <a:spcPts val="0"/>
              </a:spcAft>
              <a:buSzPts val="1800"/>
              <a:buFont typeface="Arial"/>
              <a:buChar char="•"/>
            </a:pPr>
            <a:r>
              <a:rPr lang="en-US">
                <a:latin typeface="Helvetica Neue"/>
                <a:ea typeface="Helvetica Neue"/>
                <a:cs typeface="Helvetica Neue"/>
                <a:sym typeface="Helvetica Neue"/>
              </a:rPr>
              <a:t> How easy is it to learn ?</a:t>
            </a:r>
            <a:endParaRPr sz="1400"/>
          </a:p>
          <a:p>
            <a:pPr marL="457200" lvl="0" indent="-457200" algn="l" rtl="0">
              <a:spcBef>
                <a:spcPts val="0"/>
              </a:spcBef>
              <a:spcAft>
                <a:spcPts val="0"/>
              </a:spcAft>
              <a:buClr>
                <a:schemeClr val="dk1"/>
              </a:buClr>
              <a:buSzPts val="2800"/>
              <a:buFont typeface="Courier New"/>
              <a:buChar char="o"/>
            </a:pPr>
            <a:r>
              <a:rPr lang="en-US" b="1"/>
              <a:t>Efficiency</a:t>
            </a:r>
            <a:endParaRPr/>
          </a:p>
          <a:p>
            <a:pPr marL="914388" lvl="1" indent="-457199" algn="l" rtl="0">
              <a:spcBef>
                <a:spcPts val="0"/>
              </a:spcBef>
              <a:spcAft>
                <a:spcPts val="0"/>
              </a:spcAft>
              <a:buSzPts val="1800"/>
              <a:buFont typeface="Arial"/>
              <a:buChar char="•"/>
            </a:pPr>
            <a:r>
              <a:rPr lang="en-US">
                <a:latin typeface="Helvetica Neue"/>
                <a:ea typeface="Helvetica Neue"/>
                <a:cs typeface="Helvetica Neue"/>
                <a:sym typeface="Helvetica Neue"/>
              </a:rPr>
              <a:t>Once learned, is it fast to use?</a:t>
            </a:r>
            <a:endParaRPr/>
          </a:p>
          <a:p>
            <a:pPr marL="457200" lvl="0" indent="-457200" algn="l" rtl="0">
              <a:spcBef>
                <a:spcPts val="0"/>
              </a:spcBef>
              <a:spcAft>
                <a:spcPts val="0"/>
              </a:spcAft>
              <a:buClr>
                <a:schemeClr val="dk1"/>
              </a:buClr>
              <a:buSzPts val="2800"/>
              <a:buFont typeface="Courier New"/>
              <a:buChar char="o"/>
            </a:pPr>
            <a:r>
              <a:rPr lang="en-US" b="1"/>
              <a:t>Safety</a:t>
            </a:r>
            <a:endParaRPr/>
          </a:p>
          <a:p>
            <a:pPr marL="914388" lvl="1" indent="-457199" algn="l" rtl="0">
              <a:spcBef>
                <a:spcPts val="0"/>
              </a:spcBef>
              <a:spcAft>
                <a:spcPts val="0"/>
              </a:spcAft>
              <a:buSzPts val="1800"/>
              <a:buFont typeface="Arial"/>
              <a:buChar char="•"/>
            </a:pPr>
            <a:r>
              <a:rPr lang="en-US">
                <a:latin typeface="Helvetica Neue"/>
                <a:ea typeface="Helvetica Neue"/>
                <a:cs typeface="Helvetica Neue"/>
                <a:sym typeface="Helvetica Neue"/>
              </a:rPr>
              <a:t>Are errors few and recoverable?</a:t>
            </a:r>
            <a:endParaRPr/>
          </a:p>
          <a:p>
            <a:pPr marL="457189" lvl="1" indent="0" algn="l" rtl="0">
              <a:spcBef>
                <a:spcPts val="0"/>
              </a:spcBef>
              <a:spcAft>
                <a:spcPts val="0"/>
              </a:spcAft>
              <a:buNone/>
            </a:pPr>
            <a:endParaRPr>
              <a:latin typeface="Helvetica Neue"/>
              <a:ea typeface="Helvetica Neue"/>
              <a:cs typeface="Helvetica Neue"/>
              <a:sym typeface="Helvetica Neue"/>
            </a:endParaRPr>
          </a:p>
          <a:p>
            <a:pPr marL="457189" lvl="1" indent="0" algn="l" rtl="0">
              <a:spcBef>
                <a:spcPts val="0"/>
              </a:spcBef>
              <a:spcAft>
                <a:spcPts val="0"/>
              </a:spcAft>
              <a:buNone/>
            </a:pPr>
            <a:endParaRPr b="1"/>
          </a:p>
        </p:txBody>
      </p:sp>
      <p:sp>
        <p:nvSpPr>
          <p:cNvPr id="77" name="Google Shape;77;p4"/>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p>
            <a:pPr marL="38099" lvl="0" indent="0" algn="l" rtl="0">
              <a:lnSpc>
                <a:spcPct val="118076"/>
              </a:lnSpc>
              <a:spcBef>
                <a:spcPts val="0"/>
              </a:spcBef>
              <a:spcAft>
                <a:spcPts val="0"/>
              </a:spcAft>
              <a:buNone/>
            </a:pPr>
            <a:fld id="{00000000-1234-1234-1234-123412341234}" type="slidenum">
              <a:rPr lang="en-US"/>
              <a:t>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xEl>
                                              <p:pRg st="0" end="0"/>
                                            </p:txEl>
                                          </p:spTgt>
                                        </p:tgtEl>
                                        <p:attrNameLst>
                                          <p:attrName>style.visibility</p:attrName>
                                        </p:attrNameLst>
                                      </p:cBhvr>
                                      <p:to>
                                        <p:strVal val="visible"/>
                                      </p:to>
                                    </p:set>
                                    <p:animEffect transition="in" filter="fade">
                                      <p:cBhvr>
                                        <p:cTn id="7" dur="1000"/>
                                        <p:tgtEl>
                                          <p:spTgt spid="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6">
                                            <p:txEl>
                                              <p:pRg st="1" end="1"/>
                                            </p:txEl>
                                          </p:spTgt>
                                        </p:tgtEl>
                                        <p:attrNameLst>
                                          <p:attrName>style.visibility</p:attrName>
                                        </p:attrNameLst>
                                      </p:cBhvr>
                                      <p:to>
                                        <p:strVal val="visible"/>
                                      </p:to>
                                    </p:set>
                                    <p:animEffect transition="in" filter="fade">
                                      <p:cBhvr>
                                        <p:cTn id="12" dur="1000"/>
                                        <p:tgtEl>
                                          <p:spTgt spid="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
                                            <p:txEl>
                                              <p:pRg st="2" end="2"/>
                                            </p:txEl>
                                          </p:spTgt>
                                        </p:tgtEl>
                                        <p:attrNameLst>
                                          <p:attrName>style.visibility</p:attrName>
                                        </p:attrNameLst>
                                      </p:cBhvr>
                                      <p:to>
                                        <p:strVal val="visible"/>
                                      </p:to>
                                    </p:set>
                                    <p:animEffect transition="in" filter="fade">
                                      <p:cBhvr>
                                        <p:cTn id="17" dur="1000"/>
                                        <p:tgtEl>
                                          <p:spTgt spid="7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6">
                                            <p:txEl>
                                              <p:pRg st="3" end="3"/>
                                            </p:txEl>
                                          </p:spTgt>
                                        </p:tgtEl>
                                        <p:attrNameLst>
                                          <p:attrName>style.visibility</p:attrName>
                                        </p:attrNameLst>
                                      </p:cBhvr>
                                      <p:to>
                                        <p:strVal val="visible"/>
                                      </p:to>
                                    </p:set>
                                    <p:animEffect transition="in" filter="fade">
                                      <p:cBhvr>
                                        <p:cTn id="22" dur="1000"/>
                                        <p:tgtEl>
                                          <p:spTgt spid="7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6">
                                            <p:txEl>
                                              <p:pRg st="4" end="4"/>
                                            </p:txEl>
                                          </p:spTgt>
                                        </p:tgtEl>
                                        <p:attrNameLst>
                                          <p:attrName>style.visibility</p:attrName>
                                        </p:attrNameLst>
                                      </p:cBhvr>
                                      <p:to>
                                        <p:strVal val="visible"/>
                                      </p:to>
                                    </p:set>
                                    <p:animEffect transition="in" filter="fade">
                                      <p:cBhvr>
                                        <p:cTn id="27" dur="1000"/>
                                        <p:tgtEl>
                                          <p:spTgt spid="7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6">
                                            <p:txEl>
                                              <p:pRg st="5" end="5"/>
                                            </p:txEl>
                                          </p:spTgt>
                                        </p:tgtEl>
                                        <p:attrNameLst>
                                          <p:attrName>style.visibility</p:attrName>
                                        </p:attrNameLst>
                                      </p:cBhvr>
                                      <p:to>
                                        <p:strVal val="visible"/>
                                      </p:to>
                                    </p:set>
                                    <p:animEffect transition="in" filter="fade">
                                      <p:cBhvr>
                                        <p:cTn id="32" dur="1000"/>
                                        <p:tgtEl>
                                          <p:spTgt spid="7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6">
                                            <p:txEl>
                                              <p:pRg st="6" end="6"/>
                                            </p:txEl>
                                          </p:spTgt>
                                        </p:tgtEl>
                                        <p:attrNameLst>
                                          <p:attrName>style.visibility</p:attrName>
                                        </p:attrNameLst>
                                      </p:cBhvr>
                                      <p:to>
                                        <p:strVal val="visible"/>
                                      </p:to>
                                    </p:set>
                                    <p:animEffect transition="in" filter="fade">
                                      <p:cBhvr>
                                        <p:cTn id="37" dur="1000"/>
                                        <p:tgtEl>
                                          <p:spTgt spid="7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6">
                                            <p:txEl>
                                              <p:pRg st="7" end="7"/>
                                            </p:txEl>
                                          </p:spTgt>
                                        </p:tgtEl>
                                        <p:attrNameLst>
                                          <p:attrName>style.visibility</p:attrName>
                                        </p:attrNameLst>
                                      </p:cBhvr>
                                      <p:to>
                                        <p:strVal val="visible"/>
                                      </p:to>
                                    </p:set>
                                    <p:animEffect transition="in" filter="fade">
                                      <p:cBhvr>
                                        <p:cTn id="42" dur="1000"/>
                                        <p:tgtEl>
                                          <p:spTgt spid="7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5"/>
          <p:cNvSpPr txBox="1"/>
          <p:nvPr/>
        </p:nvSpPr>
        <p:spPr>
          <a:xfrm>
            <a:off x="1295400" y="1752600"/>
            <a:ext cx="6934200" cy="4249240"/>
          </a:xfrm>
          <a:prstGeom prst="rect">
            <a:avLst/>
          </a:prstGeom>
          <a:noFill/>
          <a:ln>
            <a:noFill/>
          </a:ln>
        </p:spPr>
        <p:txBody>
          <a:bodyPr spcFirstLastPara="1" wrap="square" lIns="0" tIns="159375" rIns="0" bIns="0" anchor="t" anchorCtr="0">
            <a:spAutoFit/>
          </a:bodyPr>
          <a:lstStyle/>
          <a:p>
            <a:pPr marL="184785" marR="0" lvl="0" indent="-1778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Depends on the user</a:t>
            </a:r>
            <a:endParaRPr sz="2800">
              <a:solidFill>
                <a:schemeClr val="dk1"/>
              </a:solidFill>
              <a:latin typeface="Arial"/>
              <a:ea typeface="Arial"/>
              <a:cs typeface="Arial"/>
              <a:sym typeface="Arial"/>
            </a:endParaRPr>
          </a:p>
          <a:p>
            <a:pPr marL="355600" marR="0" lvl="0" indent="0" algn="l" rtl="0">
              <a:spcBef>
                <a:spcPts val="994"/>
              </a:spcBef>
              <a:spcAft>
                <a:spcPts val="0"/>
              </a:spcAft>
              <a:buNone/>
            </a:pPr>
            <a:r>
              <a:rPr lang="en-US" sz="2400">
                <a:solidFill>
                  <a:schemeClr val="dk1"/>
                </a:solidFill>
                <a:latin typeface="Arial"/>
                <a:ea typeface="Arial"/>
                <a:cs typeface="Arial"/>
                <a:sym typeface="Arial"/>
              </a:rPr>
              <a:t>ꟷNovices need learnability.</a:t>
            </a:r>
            <a:endParaRPr sz="2400">
              <a:solidFill>
                <a:schemeClr val="dk1"/>
              </a:solidFill>
              <a:latin typeface="Arial"/>
              <a:ea typeface="Arial"/>
              <a:cs typeface="Arial"/>
              <a:sym typeface="Arial"/>
            </a:endParaRPr>
          </a:p>
          <a:p>
            <a:pPr marL="355600" marR="0" lvl="0" indent="0" algn="l" rtl="0">
              <a:spcBef>
                <a:spcPts val="990"/>
              </a:spcBef>
              <a:spcAft>
                <a:spcPts val="0"/>
              </a:spcAft>
              <a:buNone/>
            </a:pPr>
            <a:r>
              <a:rPr lang="en-US" sz="2400">
                <a:solidFill>
                  <a:schemeClr val="dk1"/>
                </a:solidFill>
                <a:latin typeface="Arial"/>
                <a:ea typeface="Arial"/>
                <a:cs typeface="Arial"/>
                <a:sym typeface="Arial"/>
              </a:rPr>
              <a:t>ꟷ Experts need efficiency.</a:t>
            </a:r>
            <a:endParaRPr/>
          </a:p>
          <a:p>
            <a:pPr marL="355600" marR="0" lvl="0" indent="0" algn="l" rtl="0">
              <a:spcBef>
                <a:spcPts val="980"/>
              </a:spcBef>
              <a:spcAft>
                <a:spcPts val="0"/>
              </a:spcAft>
              <a:buNone/>
            </a:pPr>
            <a:r>
              <a:rPr lang="en-US" sz="2400">
                <a:solidFill>
                  <a:schemeClr val="dk1"/>
                </a:solidFill>
                <a:latin typeface="Arial"/>
                <a:ea typeface="Arial"/>
                <a:cs typeface="Arial"/>
                <a:sym typeface="Arial"/>
              </a:rPr>
              <a:t>ꟷBut no user is uniformly a novice or an expert.</a:t>
            </a:r>
            <a:endParaRPr sz="2400">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15"/>
              </a:spcBef>
              <a:spcAft>
                <a:spcPts val="0"/>
              </a:spcAft>
              <a:buNone/>
            </a:pPr>
            <a:endParaRPr sz="2400">
              <a:solidFill>
                <a:schemeClr val="dk1"/>
              </a:solidFill>
              <a:latin typeface="Arial"/>
              <a:ea typeface="Arial"/>
              <a:cs typeface="Arial"/>
              <a:sym typeface="Arial"/>
            </a:endParaRPr>
          </a:p>
          <a:p>
            <a:pPr marL="184785" marR="0" lvl="0" indent="-1778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Depends on the task</a:t>
            </a:r>
            <a:endParaRPr sz="2800">
              <a:solidFill>
                <a:schemeClr val="dk1"/>
              </a:solidFill>
              <a:latin typeface="Arial"/>
              <a:ea typeface="Arial"/>
              <a:cs typeface="Arial"/>
              <a:sym typeface="Arial"/>
            </a:endParaRPr>
          </a:p>
          <a:p>
            <a:pPr marL="355600" marR="0" lvl="0" indent="0" algn="l" rtl="0">
              <a:spcBef>
                <a:spcPts val="994"/>
              </a:spcBef>
              <a:spcAft>
                <a:spcPts val="0"/>
              </a:spcAft>
              <a:buNone/>
            </a:pPr>
            <a:r>
              <a:rPr lang="en-US" sz="2400">
                <a:solidFill>
                  <a:schemeClr val="dk1"/>
                </a:solidFill>
                <a:latin typeface="Arial"/>
                <a:ea typeface="Arial"/>
                <a:cs typeface="Arial"/>
                <a:sym typeface="Arial"/>
              </a:rPr>
              <a:t>ꟷMissile launchers need safety.</a:t>
            </a:r>
            <a:endParaRPr sz="2400">
              <a:solidFill>
                <a:schemeClr val="dk1"/>
              </a:solidFill>
              <a:latin typeface="Arial"/>
              <a:ea typeface="Arial"/>
              <a:cs typeface="Arial"/>
              <a:sym typeface="Arial"/>
            </a:endParaRPr>
          </a:p>
          <a:p>
            <a:pPr marL="355600" marR="0" lvl="0" indent="0" algn="l" rtl="0">
              <a:spcBef>
                <a:spcPts val="985"/>
              </a:spcBef>
              <a:spcAft>
                <a:spcPts val="0"/>
              </a:spcAft>
              <a:buNone/>
            </a:pPr>
            <a:r>
              <a:rPr lang="en-US" sz="2400">
                <a:solidFill>
                  <a:schemeClr val="dk1"/>
                </a:solidFill>
                <a:latin typeface="Arial"/>
                <a:ea typeface="Arial"/>
                <a:cs typeface="Arial"/>
                <a:sym typeface="Arial"/>
              </a:rPr>
              <a:t>ꟷ Electronic doors need efficiency.</a:t>
            </a:r>
            <a:endParaRPr/>
          </a:p>
        </p:txBody>
      </p:sp>
      <p:pic>
        <p:nvPicPr>
          <p:cNvPr id="83" name="Google Shape;83;p5"/>
          <p:cNvPicPr preferRelativeResize="0"/>
          <p:nvPr/>
        </p:nvPicPr>
        <p:blipFill rotWithShape="1">
          <a:blip r:embed="rId3">
            <a:alphaModFix/>
          </a:blip>
          <a:srcRect/>
          <a:stretch/>
        </p:blipFill>
        <p:spPr>
          <a:xfrm>
            <a:off x="8229600" y="2133600"/>
            <a:ext cx="2384784" cy="2863598"/>
          </a:xfrm>
          <a:prstGeom prst="rect">
            <a:avLst/>
          </a:prstGeom>
          <a:noFill/>
          <a:ln>
            <a:noFill/>
          </a:ln>
        </p:spPr>
      </p:pic>
      <p:sp>
        <p:nvSpPr>
          <p:cNvPr id="84" name="Google Shape;84;p5"/>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5</a:t>
            </a:fld>
            <a:endParaRPr/>
          </a:p>
        </p:txBody>
      </p:sp>
      <p:sp>
        <p:nvSpPr>
          <p:cNvPr id="85" name="Google Shape;85;p5"/>
          <p:cNvSpPr txBox="1"/>
          <p:nvPr/>
        </p:nvSpPr>
        <p:spPr>
          <a:xfrm>
            <a:off x="706969" y="196324"/>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Relative importance of usability  dimensions</a:t>
            </a:r>
            <a:endParaRPr sz="3600" b="1" i="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
                                        </p:tgtEl>
                                        <p:attrNameLst>
                                          <p:attrName>style.visibility</p:attrName>
                                        </p:attrNameLst>
                                      </p:cBhvr>
                                      <p:to>
                                        <p:strVal val="visible"/>
                                      </p:to>
                                    </p:set>
                                    <p:animEffect transition="in" filter="fade">
                                      <p:cBhvr>
                                        <p:cTn id="7" dur="10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6"/>
          <p:cNvSpPr txBox="1"/>
          <p:nvPr/>
        </p:nvSpPr>
        <p:spPr>
          <a:xfrm>
            <a:off x="1524000" y="2362200"/>
            <a:ext cx="4800600" cy="2973250"/>
          </a:xfrm>
          <a:prstGeom prst="rect">
            <a:avLst/>
          </a:prstGeom>
          <a:noFill/>
          <a:ln>
            <a:noFill/>
          </a:ln>
        </p:spPr>
        <p:txBody>
          <a:bodyPr spcFirstLastPara="1" wrap="square" lIns="0" tIns="48875" rIns="0" bIns="0" anchor="t" anchorCtr="0">
            <a:spAutoFit/>
          </a:bodyPr>
          <a:lstStyle/>
          <a:p>
            <a:pPr marL="12700" marR="128270" lvl="0" indent="0" algn="l" rtl="0">
              <a:lnSpc>
                <a:spcPct val="90000"/>
              </a:lnSpc>
              <a:spcBef>
                <a:spcPts val="0"/>
              </a:spcBef>
              <a:spcAft>
                <a:spcPts val="0"/>
              </a:spcAft>
              <a:buNone/>
            </a:pPr>
            <a:r>
              <a:rPr lang="en-US" sz="2800" b="1" i="1">
                <a:solidFill>
                  <a:schemeClr val="dk1"/>
                </a:solidFill>
                <a:latin typeface="Arial"/>
                <a:ea typeface="Arial"/>
                <a:cs typeface="Arial"/>
                <a:sym typeface="Arial"/>
              </a:rPr>
              <a:t>50% </a:t>
            </a:r>
            <a:r>
              <a:rPr lang="en-US" sz="2800" i="1">
                <a:solidFill>
                  <a:schemeClr val="dk1"/>
                </a:solidFill>
                <a:latin typeface="Arial"/>
                <a:ea typeface="Arial"/>
                <a:cs typeface="Arial"/>
                <a:sym typeface="Arial"/>
              </a:rPr>
              <a:t>of all “malfunctioning”  electronic devices returned to  stores are in full working  order, but users can't figure  out how to operate them.</a:t>
            </a:r>
            <a:endParaRPr/>
          </a:p>
          <a:p>
            <a:pPr marL="0" marR="0" lvl="0" indent="0" algn="l" rtl="0">
              <a:spcBef>
                <a:spcPts val="10"/>
              </a:spcBef>
              <a:spcAft>
                <a:spcPts val="0"/>
              </a:spcAft>
              <a:buNone/>
            </a:pPr>
            <a:endParaRPr sz="3600" i="1">
              <a:solidFill>
                <a:schemeClr val="dk1"/>
              </a:solidFill>
              <a:latin typeface="Arial"/>
              <a:ea typeface="Arial"/>
              <a:cs typeface="Arial"/>
              <a:sym typeface="Arial"/>
            </a:endParaRPr>
          </a:p>
          <a:p>
            <a:pPr marL="917575" marR="0" lvl="0" indent="0" algn="l" rtl="0">
              <a:spcBef>
                <a:spcPts val="0"/>
              </a:spcBef>
              <a:spcAft>
                <a:spcPts val="0"/>
              </a:spcAft>
              <a:buNone/>
            </a:pPr>
            <a:r>
              <a:rPr lang="en-US" sz="2800" i="1">
                <a:solidFill>
                  <a:schemeClr val="dk1"/>
                </a:solidFill>
                <a:latin typeface="Arial"/>
                <a:ea typeface="Arial"/>
                <a:cs typeface="Arial"/>
                <a:sym typeface="Arial"/>
              </a:rPr>
              <a:t>[Elke den Ouden, 2006]</a:t>
            </a:r>
            <a:endParaRPr sz="2800" i="1">
              <a:solidFill>
                <a:schemeClr val="dk1"/>
              </a:solidFill>
              <a:latin typeface="Arial"/>
              <a:ea typeface="Arial"/>
              <a:cs typeface="Arial"/>
              <a:sym typeface="Arial"/>
            </a:endParaRPr>
          </a:p>
        </p:txBody>
      </p:sp>
      <p:pic>
        <p:nvPicPr>
          <p:cNvPr id="91" name="Google Shape;91;p6"/>
          <p:cNvPicPr preferRelativeResize="0"/>
          <p:nvPr/>
        </p:nvPicPr>
        <p:blipFill rotWithShape="1">
          <a:blip r:embed="rId3">
            <a:alphaModFix/>
          </a:blip>
          <a:srcRect/>
          <a:stretch/>
        </p:blipFill>
        <p:spPr>
          <a:xfrm>
            <a:off x="7150795" y="1762481"/>
            <a:ext cx="3058353" cy="3055646"/>
          </a:xfrm>
          <a:prstGeom prst="rect">
            <a:avLst/>
          </a:prstGeom>
          <a:noFill/>
          <a:ln>
            <a:noFill/>
          </a:ln>
        </p:spPr>
      </p:pic>
      <p:sp>
        <p:nvSpPr>
          <p:cNvPr id="92" name="Google Shape;92;p6"/>
          <p:cNvSpPr txBox="1"/>
          <p:nvPr/>
        </p:nvSpPr>
        <p:spPr>
          <a:xfrm>
            <a:off x="7242428" y="5181600"/>
            <a:ext cx="2966720" cy="940435"/>
          </a:xfrm>
          <a:prstGeom prst="rect">
            <a:avLst/>
          </a:prstGeom>
          <a:noFill/>
          <a:ln>
            <a:noFill/>
          </a:ln>
        </p:spPr>
        <p:txBody>
          <a:bodyPr spcFirstLastPara="1" wrap="square" lIns="0" tIns="12700" rIns="0" bIns="0" anchor="t" anchorCtr="0">
            <a:spAutoFit/>
          </a:bodyPr>
          <a:lstStyle/>
          <a:p>
            <a:pPr marL="12700" marR="5080" lvl="0" indent="0" algn="l" rtl="0">
              <a:spcBef>
                <a:spcPts val="0"/>
              </a:spcBef>
              <a:spcAft>
                <a:spcPts val="0"/>
              </a:spcAft>
              <a:buNone/>
            </a:pPr>
            <a:r>
              <a:rPr lang="en-US" sz="2000" b="1">
                <a:solidFill>
                  <a:schemeClr val="dk1"/>
                </a:solidFill>
                <a:latin typeface="Calibri"/>
                <a:ea typeface="Calibri"/>
                <a:cs typeface="Calibri"/>
                <a:sym typeface="Calibri"/>
              </a:rPr>
              <a:t>Three Mile Island: </a:t>
            </a:r>
            <a:r>
              <a:rPr lang="en-US" sz="2000">
                <a:solidFill>
                  <a:schemeClr val="dk1"/>
                </a:solidFill>
                <a:latin typeface="Calibri"/>
                <a:ea typeface="Calibri"/>
                <a:cs typeface="Calibri"/>
                <a:sym typeface="Calibri"/>
              </a:rPr>
              <a:t>nuclear  reactor meltdown caused by  an ambiguous user interface</a:t>
            </a:r>
            <a:endParaRPr sz="2000">
              <a:solidFill>
                <a:schemeClr val="dk1"/>
              </a:solidFill>
              <a:latin typeface="Calibri"/>
              <a:ea typeface="Calibri"/>
              <a:cs typeface="Calibri"/>
              <a:sym typeface="Calibri"/>
            </a:endParaRPr>
          </a:p>
        </p:txBody>
      </p:sp>
      <p:sp>
        <p:nvSpPr>
          <p:cNvPr id="93" name="Google Shape;93;p6"/>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6</a:t>
            </a:fld>
            <a:endParaRPr/>
          </a:p>
        </p:txBody>
      </p:sp>
      <p:sp>
        <p:nvSpPr>
          <p:cNvPr id="94" name="Google Shape;94;p6"/>
          <p:cNvSpPr txBox="1"/>
          <p:nvPr/>
        </p:nvSpPr>
        <p:spPr>
          <a:xfrm>
            <a:off x="706969" y="196324"/>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Usability matters: the cost of getting it  wrong</a:t>
            </a:r>
            <a:endParaRPr sz="3600" b="1" i="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7"/>
          <p:cNvSpPr txBox="1"/>
          <p:nvPr/>
        </p:nvSpPr>
        <p:spPr>
          <a:xfrm>
            <a:off x="990600" y="1981200"/>
            <a:ext cx="6553200" cy="4131259"/>
          </a:xfrm>
          <a:prstGeom prst="rect">
            <a:avLst/>
          </a:prstGeom>
          <a:noFill/>
          <a:ln>
            <a:noFill/>
          </a:ln>
        </p:spPr>
        <p:txBody>
          <a:bodyPr spcFirstLastPara="1" wrap="square" lIns="0" tIns="161925" rIns="0" bIns="0" anchor="t" anchorCtr="0">
            <a:spAutoFit/>
          </a:bodyPr>
          <a:lstStyle/>
          <a:p>
            <a:pPr marL="469265" marR="0" lvl="0" indent="-457200" algn="l" rtl="0">
              <a:spcBef>
                <a:spcPts val="0"/>
              </a:spcBef>
              <a:spcAft>
                <a:spcPts val="0"/>
              </a:spcAft>
              <a:buClr>
                <a:schemeClr val="dk1"/>
              </a:buClr>
              <a:buSzPts val="2800"/>
              <a:buFont typeface="Courier New"/>
              <a:buChar char="o"/>
            </a:pPr>
            <a:r>
              <a:rPr lang="en-US" sz="2800">
                <a:solidFill>
                  <a:schemeClr val="dk1"/>
                </a:solidFill>
                <a:latin typeface="Arial"/>
                <a:ea typeface="Arial"/>
                <a:cs typeface="Arial"/>
                <a:sym typeface="Arial"/>
              </a:rPr>
              <a:t>You are not the user</a:t>
            </a:r>
            <a:endParaRPr sz="2800">
              <a:solidFill>
                <a:schemeClr val="dk1"/>
              </a:solidFill>
              <a:latin typeface="Arial"/>
              <a:ea typeface="Arial"/>
              <a:cs typeface="Arial"/>
              <a:sym typeface="Arial"/>
            </a:endParaRPr>
          </a:p>
          <a:p>
            <a:pPr marL="812800" marR="0" lvl="0" indent="-457200" algn="l" rtl="0">
              <a:lnSpc>
                <a:spcPct val="95000"/>
              </a:lnSpc>
              <a:spcBef>
                <a:spcPts val="985"/>
              </a:spcBef>
              <a:spcAft>
                <a:spcPts val="0"/>
              </a:spcAft>
              <a:buClr>
                <a:schemeClr val="dk1"/>
              </a:buClr>
              <a:buSzPts val="2400"/>
              <a:buFont typeface="Arial"/>
              <a:buChar char="•"/>
            </a:pPr>
            <a:r>
              <a:rPr lang="en-US" sz="2400">
                <a:solidFill>
                  <a:schemeClr val="dk1"/>
                </a:solidFill>
                <a:latin typeface="Arial"/>
                <a:ea typeface="Arial"/>
                <a:cs typeface="Arial"/>
                <a:sym typeface="Arial"/>
              </a:rPr>
              <a:t>Most software engineering is about</a:t>
            </a:r>
            <a:endParaRPr/>
          </a:p>
          <a:p>
            <a:pPr marL="984885" marR="0" lvl="0" indent="-457200" algn="l" rtl="0">
              <a:lnSpc>
                <a:spcPct val="95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communicating with other programmers.</a:t>
            </a:r>
            <a:endParaRPr sz="2400">
              <a:solidFill>
                <a:schemeClr val="dk1"/>
              </a:solidFill>
              <a:latin typeface="Arial"/>
              <a:ea typeface="Arial"/>
              <a:cs typeface="Arial"/>
              <a:sym typeface="Arial"/>
            </a:endParaRPr>
          </a:p>
          <a:p>
            <a:pPr marL="812800" marR="0" lvl="0" indent="-457200" algn="l" rtl="0">
              <a:spcBef>
                <a:spcPts val="960"/>
              </a:spcBef>
              <a:spcAft>
                <a:spcPts val="0"/>
              </a:spcAft>
              <a:buClr>
                <a:schemeClr val="dk1"/>
              </a:buClr>
              <a:buSzPts val="2400"/>
              <a:buFont typeface="Arial"/>
              <a:buChar char="•"/>
            </a:pPr>
            <a:r>
              <a:rPr lang="en-US" sz="2400">
                <a:solidFill>
                  <a:schemeClr val="dk1"/>
                </a:solidFill>
                <a:latin typeface="Arial"/>
                <a:ea typeface="Arial"/>
                <a:cs typeface="Arial"/>
                <a:sym typeface="Arial"/>
              </a:rPr>
              <a:t>UI is about communicating with users.</a:t>
            </a:r>
            <a:endParaRPr sz="2400">
              <a:solidFill>
                <a:schemeClr val="dk1"/>
              </a:solidFill>
              <a:latin typeface="Arial"/>
              <a:ea typeface="Arial"/>
              <a:cs typeface="Arial"/>
              <a:sym typeface="Arial"/>
            </a:endParaRPr>
          </a:p>
          <a:p>
            <a:pPr marL="469265" marR="0" lvl="0" indent="-457200" algn="l" rtl="0">
              <a:spcBef>
                <a:spcPts val="885"/>
              </a:spcBef>
              <a:spcAft>
                <a:spcPts val="0"/>
              </a:spcAft>
              <a:buClr>
                <a:schemeClr val="dk1"/>
              </a:buClr>
              <a:buSzPts val="2800"/>
              <a:buFont typeface="Courier New"/>
              <a:buChar char="o"/>
            </a:pPr>
            <a:r>
              <a:rPr lang="en-US" sz="2800">
                <a:solidFill>
                  <a:schemeClr val="dk1"/>
                </a:solidFill>
                <a:latin typeface="Arial"/>
                <a:ea typeface="Arial"/>
                <a:cs typeface="Arial"/>
                <a:sym typeface="Arial"/>
              </a:rPr>
              <a:t>Users are always right …</a:t>
            </a:r>
            <a:endParaRPr/>
          </a:p>
          <a:p>
            <a:pPr marL="697865" marR="457834" lvl="0" indent="-342900" algn="l" rtl="0">
              <a:lnSpc>
                <a:spcPct val="90000"/>
              </a:lnSpc>
              <a:spcBef>
                <a:spcPts val="1265"/>
              </a:spcBef>
              <a:spcAft>
                <a:spcPts val="0"/>
              </a:spcAft>
              <a:buClr>
                <a:schemeClr val="dk1"/>
              </a:buClr>
              <a:buSzPts val="2400"/>
              <a:buFont typeface="Arial"/>
              <a:buChar char="•"/>
            </a:pPr>
            <a:r>
              <a:rPr lang="en-US" sz="2400">
                <a:solidFill>
                  <a:schemeClr val="dk1"/>
                </a:solidFill>
                <a:latin typeface="Arial"/>
                <a:ea typeface="Arial"/>
                <a:cs typeface="Arial"/>
                <a:sym typeface="Arial"/>
              </a:rPr>
              <a:t>Consistent problems are the system’s  fault.</a:t>
            </a:r>
            <a:endParaRPr sz="2400">
              <a:solidFill>
                <a:schemeClr val="dk1"/>
              </a:solidFill>
              <a:latin typeface="Arial"/>
              <a:ea typeface="Arial"/>
              <a:cs typeface="Arial"/>
              <a:sym typeface="Arial"/>
            </a:endParaRPr>
          </a:p>
          <a:p>
            <a:pPr marL="469265" marR="0" lvl="0" indent="-457200" algn="l" rtl="0">
              <a:spcBef>
                <a:spcPts val="850"/>
              </a:spcBef>
              <a:spcAft>
                <a:spcPts val="0"/>
              </a:spcAft>
              <a:buClr>
                <a:schemeClr val="dk1"/>
              </a:buClr>
              <a:buSzPts val="2800"/>
              <a:buFont typeface="Courier New"/>
              <a:buChar char="o"/>
            </a:pPr>
            <a:r>
              <a:rPr lang="en-US" sz="2800">
                <a:solidFill>
                  <a:schemeClr val="dk1"/>
                </a:solidFill>
                <a:latin typeface="Arial"/>
                <a:ea typeface="Arial"/>
                <a:cs typeface="Arial"/>
                <a:sym typeface="Arial"/>
              </a:rPr>
              <a:t>Except when they aren’t</a:t>
            </a:r>
            <a:endParaRPr sz="2800">
              <a:solidFill>
                <a:schemeClr val="dk1"/>
              </a:solidFill>
              <a:latin typeface="Arial"/>
              <a:ea typeface="Arial"/>
              <a:cs typeface="Arial"/>
              <a:sym typeface="Arial"/>
            </a:endParaRPr>
          </a:p>
          <a:p>
            <a:pPr marL="698500" marR="0" lvl="0" indent="-342900" algn="l" rtl="0">
              <a:spcBef>
                <a:spcPts val="990"/>
              </a:spcBef>
              <a:spcAft>
                <a:spcPts val="0"/>
              </a:spcAft>
              <a:buClr>
                <a:schemeClr val="dk1"/>
              </a:buClr>
              <a:buSzPts val="2400"/>
              <a:buFont typeface="Arial"/>
              <a:buChar char="•"/>
            </a:pPr>
            <a:r>
              <a:rPr lang="en-US" sz="2400">
                <a:solidFill>
                  <a:schemeClr val="dk1"/>
                </a:solidFill>
                <a:latin typeface="Arial"/>
                <a:ea typeface="Arial"/>
                <a:cs typeface="Arial"/>
                <a:sym typeface="Arial"/>
              </a:rPr>
              <a:t>Users don’t always know what they want.</a:t>
            </a:r>
            <a:endParaRPr sz="2400">
              <a:solidFill>
                <a:schemeClr val="dk1"/>
              </a:solidFill>
              <a:latin typeface="Arial"/>
              <a:ea typeface="Arial"/>
              <a:cs typeface="Arial"/>
              <a:sym typeface="Arial"/>
            </a:endParaRPr>
          </a:p>
        </p:txBody>
      </p:sp>
      <p:grpSp>
        <p:nvGrpSpPr>
          <p:cNvPr id="100" name="Google Shape;100;p7"/>
          <p:cNvGrpSpPr/>
          <p:nvPr/>
        </p:nvGrpSpPr>
        <p:grpSpPr>
          <a:xfrm>
            <a:off x="7623048" y="2824327"/>
            <a:ext cx="3331845" cy="1219200"/>
            <a:chOff x="5660136" y="2590799"/>
            <a:chExt cx="3331845" cy="1219200"/>
          </a:xfrm>
        </p:grpSpPr>
        <p:sp>
          <p:nvSpPr>
            <p:cNvPr id="101" name="Google Shape;101;p7"/>
            <p:cNvSpPr/>
            <p:nvPr/>
          </p:nvSpPr>
          <p:spPr>
            <a:xfrm>
              <a:off x="5660136" y="2590799"/>
              <a:ext cx="3331845" cy="1219200"/>
            </a:xfrm>
            <a:custGeom>
              <a:avLst/>
              <a:gdLst/>
              <a:ahLst/>
              <a:cxnLst/>
              <a:rect l="l" t="t" r="r" b="b"/>
              <a:pathLst>
                <a:path w="3331845" h="1219200" extrusionOk="0">
                  <a:moveTo>
                    <a:pt x="3331464" y="0"/>
                  </a:moveTo>
                  <a:lnTo>
                    <a:pt x="588263" y="0"/>
                  </a:lnTo>
                  <a:lnTo>
                    <a:pt x="588263" y="203200"/>
                  </a:lnTo>
                  <a:lnTo>
                    <a:pt x="0" y="279908"/>
                  </a:lnTo>
                  <a:lnTo>
                    <a:pt x="588263" y="508000"/>
                  </a:lnTo>
                  <a:lnTo>
                    <a:pt x="588263" y="1219200"/>
                  </a:lnTo>
                  <a:lnTo>
                    <a:pt x="3331464" y="1219200"/>
                  </a:lnTo>
                  <a:lnTo>
                    <a:pt x="3331464" y="0"/>
                  </a:lnTo>
                  <a:close/>
                </a:path>
              </a:pathLst>
            </a:custGeom>
            <a:solidFill>
              <a:srgbClr val="E1EFD9"/>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 name="Google Shape;102;p7"/>
            <p:cNvSpPr/>
            <p:nvPr/>
          </p:nvSpPr>
          <p:spPr>
            <a:xfrm>
              <a:off x="5660136" y="2590799"/>
              <a:ext cx="3331845" cy="1219200"/>
            </a:xfrm>
            <a:custGeom>
              <a:avLst/>
              <a:gdLst/>
              <a:ahLst/>
              <a:cxnLst/>
              <a:rect l="l" t="t" r="r" b="b"/>
              <a:pathLst>
                <a:path w="3331845" h="1219200" extrusionOk="0">
                  <a:moveTo>
                    <a:pt x="588263" y="0"/>
                  </a:moveTo>
                  <a:lnTo>
                    <a:pt x="1045463" y="0"/>
                  </a:lnTo>
                  <a:lnTo>
                    <a:pt x="1731264" y="0"/>
                  </a:lnTo>
                  <a:lnTo>
                    <a:pt x="3331464" y="0"/>
                  </a:lnTo>
                  <a:lnTo>
                    <a:pt x="3331464" y="203200"/>
                  </a:lnTo>
                  <a:lnTo>
                    <a:pt x="3331464" y="508000"/>
                  </a:lnTo>
                  <a:lnTo>
                    <a:pt x="3331464" y="1219200"/>
                  </a:lnTo>
                  <a:lnTo>
                    <a:pt x="1731264" y="1219200"/>
                  </a:lnTo>
                  <a:lnTo>
                    <a:pt x="1045463" y="1219200"/>
                  </a:lnTo>
                  <a:lnTo>
                    <a:pt x="588263" y="1219200"/>
                  </a:lnTo>
                  <a:lnTo>
                    <a:pt x="588263" y="508000"/>
                  </a:lnTo>
                  <a:lnTo>
                    <a:pt x="0" y="279908"/>
                  </a:lnTo>
                  <a:lnTo>
                    <a:pt x="588263" y="203200"/>
                  </a:lnTo>
                  <a:lnTo>
                    <a:pt x="588263" y="0"/>
                  </a:lnTo>
                  <a:close/>
                </a:path>
              </a:pathLst>
            </a:custGeom>
            <a:noFill/>
            <a:ln w="9525" cap="flat" cmpd="sng">
              <a:solidFill>
                <a:srgbClr val="A4A4A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03" name="Google Shape;103;p7"/>
          <p:cNvSpPr txBox="1"/>
          <p:nvPr/>
        </p:nvSpPr>
        <p:spPr>
          <a:xfrm>
            <a:off x="8503158" y="2872269"/>
            <a:ext cx="2451735" cy="1123315"/>
          </a:xfrm>
          <a:prstGeom prst="rect">
            <a:avLst/>
          </a:prstGeom>
          <a:noFill/>
          <a:ln>
            <a:noFill/>
          </a:ln>
        </p:spPr>
        <p:txBody>
          <a:bodyPr spcFirstLastPara="1" wrap="square" lIns="0" tIns="12700" rIns="0" bIns="0" anchor="t" anchorCtr="0">
            <a:spAutoFit/>
          </a:bodyPr>
          <a:lstStyle/>
          <a:p>
            <a:pPr marL="12700" marR="0" lvl="0" indent="0" algn="l" rtl="0">
              <a:spcBef>
                <a:spcPts val="0"/>
              </a:spcBef>
              <a:spcAft>
                <a:spcPts val="0"/>
              </a:spcAft>
              <a:buNone/>
            </a:pPr>
            <a:r>
              <a:rPr lang="en-US" sz="1800">
                <a:solidFill>
                  <a:schemeClr val="dk1"/>
                </a:solidFill>
                <a:latin typeface="Calibri"/>
                <a:ea typeface="Calibri"/>
                <a:cs typeface="Calibri"/>
                <a:sym typeface="Calibri"/>
              </a:rPr>
              <a:t>UI accounts for 50% of</a:t>
            </a:r>
            <a:endParaRPr sz="1800">
              <a:solidFill>
                <a:schemeClr val="dk1"/>
              </a:solidFill>
              <a:latin typeface="Calibri"/>
              <a:ea typeface="Calibri"/>
              <a:cs typeface="Calibri"/>
              <a:sym typeface="Calibri"/>
            </a:endParaRPr>
          </a:p>
          <a:p>
            <a:pPr marL="177800" marR="0" lvl="0" indent="-165735" algn="l" rtl="0">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design, implementation,</a:t>
            </a:r>
            <a:endParaRPr sz="1800">
              <a:solidFill>
                <a:schemeClr val="dk1"/>
              </a:solidFill>
              <a:latin typeface="Calibri"/>
              <a:ea typeface="Calibri"/>
              <a:cs typeface="Calibri"/>
              <a:sym typeface="Calibri"/>
            </a:endParaRPr>
          </a:p>
          <a:p>
            <a:pPr marL="12700" marR="0" lvl="0" indent="0" algn="l" rtl="0">
              <a:spcBef>
                <a:spcPts val="0"/>
              </a:spcBef>
              <a:spcAft>
                <a:spcPts val="0"/>
              </a:spcAft>
              <a:buNone/>
            </a:pPr>
            <a:r>
              <a:rPr lang="en-US" sz="1800">
                <a:solidFill>
                  <a:schemeClr val="dk1"/>
                </a:solidFill>
                <a:latin typeface="Calibri"/>
                <a:ea typeface="Calibri"/>
                <a:cs typeface="Calibri"/>
                <a:sym typeface="Calibri"/>
              </a:rPr>
              <a:t>and maintenance time</a:t>
            </a:r>
            <a:endParaRPr sz="1800">
              <a:solidFill>
                <a:schemeClr val="dk1"/>
              </a:solidFill>
              <a:latin typeface="Calibri"/>
              <a:ea typeface="Calibri"/>
              <a:cs typeface="Calibri"/>
              <a:sym typeface="Calibri"/>
            </a:endParaRPr>
          </a:p>
          <a:p>
            <a:pPr marL="177800" marR="0" lvl="0" indent="-165735" algn="l" rtl="0">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lines of code</a:t>
            </a:r>
            <a:endParaRPr sz="1800">
              <a:solidFill>
                <a:schemeClr val="dk1"/>
              </a:solidFill>
              <a:latin typeface="Calibri"/>
              <a:ea typeface="Calibri"/>
              <a:cs typeface="Calibri"/>
              <a:sym typeface="Calibri"/>
            </a:endParaRPr>
          </a:p>
        </p:txBody>
      </p:sp>
      <p:sp>
        <p:nvSpPr>
          <p:cNvPr id="104" name="Google Shape;104;p7"/>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7</a:t>
            </a:fld>
            <a:endParaRPr/>
          </a:p>
        </p:txBody>
      </p:sp>
      <p:sp>
        <p:nvSpPr>
          <p:cNvPr id="105" name="Google Shape;105;p7"/>
          <p:cNvSpPr txBox="1"/>
          <p:nvPr/>
        </p:nvSpPr>
        <p:spPr>
          <a:xfrm>
            <a:off x="706969" y="196324"/>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A good user interface is hard to design …</a:t>
            </a:r>
            <a:endParaRPr sz="3600" b="1" i="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9">
                                            <p:txEl>
                                              <p:pRg st="0" end="0"/>
                                            </p:txEl>
                                          </p:spTgt>
                                        </p:tgtEl>
                                        <p:attrNameLst>
                                          <p:attrName>style.visibility</p:attrName>
                                        </p:attrNameLst>
                                      </p:cBhvr>
                                      <p:to>
                                        <p:strVal val="visible"/>
                                      </p:to>
                                    </p:set>
                                    <p:animEffect transition="in" filter="fade">
                                      <p:cBhvr>
                                        <p:cTn id="7" dur="1000"/>
                                        <p:tgtEl>
                                          <p:spTgt spid="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9">
                                            <p:txEl>
                                              <p:pRg st="1" end="1"/>
                                            </p:txEl>
                                          </p:spTgt>
                                        </p:tgtEl>
                                        <p:attrNameLst>
                                          <p:attrName>style.visibility</p:attrName>
                                        </p:attrNameLst>
                                      </p:cBhvr>
                                      <p:to>
                                        <p:strVal val="visible"/>
                                      </p:to>
                                    </p:set>
                                    <p:animEffect transition="in" filter="fade">
                                      <p:cBhvr>
                                        <p:cTn id="12" dur="1000"/>
                                        <p:tgtEl>
                                          <p:spTgt spid="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9">
                                            <p:txEl>
                                              <p:pRg st="2" end="2"/>
                                            </p:txEl>
                                          </p:spTgt>
                                        </p:tgtEl>
                                        <p:attrNameLst>
                                          <p:attrName>style.visibility</p:attrName>
                                        </p:attrNameLst>
                                      </p:cBhvr>
                                      <p:to>
                                        <p:strVal val="visible"/>
                                      </p:to>
                                    </p:set>
                                    <p:animEffect transition="in" filter="fade">
                                      <p:cBhvr>
                                        <p:cTn id="17" dur="1000"/>
                                        <p:tgtEl>
                                          <p:spTgt spid="9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9">
                                            <p:txEl>
                                              <p:pRg st="3" end="3"/>
                                            </p:txEl>
                                          </p:spTgt>
                                        </p:tgtEl>
                                        <p:attrNameLst>
                                          <p:attrName>style.visibility</p:attrName>
                                        </p:attrNameLst>
                                      </p:cBhvr>
                                      <p:to>
                                        <p:strVal val="visible"/>
                                      </p:to>
                                    </p:set>
                                    <p:animEffect transition="in" filter="fade">
                                      <p:cBhvr>
                                        <p:cTn id="22" dur="1000"/>
                                        <p:tgtEl>
                                          <p:spTgt spid="9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9">
                                            <p:txEl>
                                              <p:pRg st="4" end="4"/>
                                            </p:txEl>
                                          </p:spTgt>
                                        </p:tgtEl>
                                        <p:attrNameLst>
                                          <p:attrName>style.visibility</p:attrName>
                                        </p:attrNameLst>
                                      </p:cBhvr>
                                      <p:to>
                                        <p:strVal val="visible"/>
                                      </p:to>
                                    </p:set>
                                    <p:animEffect transition="in" filter="fade">
                                      <p:cBhvr>
                                        <p:cTn id="27" dur="1000"/>
                                        <p:tgtEl>
                                          <p:spTgt spid="9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9">
                                            <p:txEl>
                                              <p:pRg st="5" end="5"/>
                                            </p:txEl>
                                          </p:spTgt>
                                        </p:tgtEl>
                                        <p:attrNameLst>
                                          <p:attrName>style.visibility</p:attrName>
                                        </p:attrNameLst>
                                      </p:cBhvr>
                                      <p:to>
                                        <p:strVal val="visible"/>
                                      </p:to>
                                    </p:set>
                                    <p:animEffect transition="in" filter="fade">
                                      <p:cBhvr>
                                        <p:cTn id="32" dur="1000"/>
                                        <p:tgtEl>
                                          <p:spTgt spid="9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9">
                                            <p:txEl>
                                              <p:pRg st="6" end="6"/>
                                            </p:txEl>
                                          </p:spTgt>
                                        </p:tgtEl>
                                        <p:attrNameLst>
                                          <p:attrName>style.visibility</p:attrName>
                                        </p:attrNameLst>
                                      </p:cBhvr>
                                      <p:to>
                                        <p:strVal val="visible"/>
                                      </p:to>
                                    </p:set>
                                    <p:animEffect transition="in" filter="fade">
                                      <p:cBhvr>
                                        <p:cTn id="37" dur="1000"/>
                                        <p:tgtEl>
                                          <p:spTgt spid="9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9">
                                            <p:txEl>
                                              <p:pRg st="7" end="7"/>
                                            </p:txEl>
                                          </p:spTgt>
                                        </p:tgtEl>
                                        <p:attrNameLst>
                                          <p:attrName>style.visibility</p:attrName>
                                        </p:attrNameLst>
                                      </p:cBhvr>
                                      <p:to>
                                        <p:strVal val="visible"/>
                                      </p:to>
                                    </p:set>
                                    <p:animEffect transition="in" filter="fade">
                                      <p:cBhvr>
                                        <p:cTn id="42" dur="1000"/>
                                        <p:tgtEl>
                                          <p:spTgt spid="9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8"/>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8</a:t>
            </a:fld>
            <a:endParaRPr/>
          </a:p>
        </p:txBody>
      </p:sp>
      <p:sp>
        <p:nvSpPr>
          <p:cNvPr id="111" name="Google Shape;111;p8"/>
          <p:cNvSpPr txBox="1"/>
          <p:nvPr/>
        </p:nvSpPr>
        <p:spPr>
          <a:xfrm>
            <a:off x="1447800" y="1828800"/>
            <a:ext cx="8512657" cy="3532377"/>
          </a:xfrm>
          <a:prstGeom prst="rect">
            <a:avLst/>
          </a:prstGeom>
          <a:noFill/>
          <a:ln>
            <a:noFill/>
          </a:ln>
        </p:spPr>
        <p:txBody>
          <a:bodyPr spcFirstLastPara="1" wrap="square" lIns="0" tIns="132700" rIns="0" bIns="0" anchor="t" anchorCtr="0">
            <a:spAutoFit/>
          </a:bodyPr>
          <a:lstStyle/>
          <a:p>
            <a:pPr marL="184785" marR="0" lvl="0" indent="-203200" algn="l" rtl="0">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User testing and field studies</a:t>
            </a:r>
            <a:endParaRPr sz="3200">
              <a:solidFill>
                <a:schemeClr val="dk1"/>
              </a:solidFill>
              <a:latin typeface="Arial"/>
              <a:ea typeface="Arial"/>
              <a:cs typeface="Arial"/>
              <a:sym typeface="Arial"/>
            </a:endParaRPr>
          </a:p>
          <a:p>
            <a:pPr marL="184785" marR="0" lvl="0" indent="-203200" algn="l" rtl="0">
              <a:spcBef>
                <a:spcPts val="944"/>
              </a:spcBef>
              <a:spcAft>
                <a:spcPts val="0"/>
              </a:spcAft>
              <a:buClr>
                <a:schemeClr val="dk1"/>
              </a:buClr>
              <a:buSzPts val="3200"/>
              <a:buFont typeface="Arial"/>
              <a:buChar char="•"/>
            </a:pPr>
            <a:r>
              <a:rPr lang="en-US" sz="3200">
                <a:solidFill>
                  <a:schemeClr val="dk1"/>
                </a:solidFill>
                <a:latin typeface="Arial"/>
                <a:ea typeface="Arial"/>
                <a:cs typeface="Arial"/>
                <a:sym typeface="Arial"/>
              </a:rPr>
              <a:t>Evaluations and reviews by UI experts</a:t>
            </a:r>
            <a:endParaRPr sz="3200">
              <a:solidFill>
                <a:schemeClr val="dk1"/>
              </a:solidFill>
              <a:latin typeface="Arial"/>
              <a:ea typeface="Arial"/>
              <a:cs typeface="Arial"/>
              <a:sym typeface="Arial"/>
            </a:endParaRPr>
          </a:p>
          <a:p>
            <a:pPr marL="184785" marR="0" lvl="0" indent="-203200" algn="l" rtl="0">
              <a:spcBef>
                <a:spcPts val="950"/>
              </a:spcBef>
              <a:spcAft>
                <a:spcPts val="0"/>
              </a:spcAft>
              <a:buClr>
                <a:schemeClr val="dk1"/>
              </a:buClr>
              <a:buSzPts val="3200"/>
              <a:buFont typeface="Arial"/>
              <a:buChar char="•"/>
            </a:pPr>
            <a:r>
              <a:rPr lang="en-US" sz="3200">
                <a:solidFill>
                  <a:schemeClr val="dk1"/>
                </a:solidFill>
                <a:latin typeface="Arial"/>
                <a:ea typeface="Arial"/>
                <a:cs typeface="Arial"/>
                <a:sym typeface="Arial"/>
              </a:rPr>
              <a:t>Prototyping</a:t>
            </a:r>
            <a:endParaRPr sz="3200">
              <a:solidFill>
                <a:schemeClr val="dk1"/>
              </a:solidFill>
              <a:latin typeface="Arial"/>
              <a:ea typeface="Arial"/>
              <a:cs typeface="Arial"/>
              <a:sym typeface="Arial"/>
            </a:endParaRPr>
          </a:p>
          <a:p>
            <a:pPr marL="355600" marR="0" lvl="0" indent="0" algn="l" rtl="0">
              <a:spcBef>
                <a:spcPts val="994"/>
              </a:spcBef>
              <a:spcAft>
                <a:spcPts val="0"/>
              </a:spcAft>
              <a:buNone/>
            </a:pPr>
            <a:r>
              <a:rPr lang="en-US" sz="2800">
                <a:solidFill>
                  <a:schemeClr val="dk1"/>
                </a:solidFill>
                <a:latin typeface="Arial"/>
                <a:ea typeface="Arial"/>
                <a:cs typeface="Arial"/>
                <a:sym typeface="Arial"/>
              </a:rPr>
              <a:t>ꟷ Cheap, throw-away implementations</a:t>
            </a:r>
            <a:endParaRPr sz="2800">
              <a:solidFill>
                <a:schemeClr val="dk1"/>
              </a:solidFill>
              <a:latin typeface="Arial"/>
              <a:ea typeface="Arial"/>
              <a:cs typeface="Arial"/>
              <a:sym typeface="Arial"/>
            </a:endParaRPr>
          </a:p>
          <a:p>
            <a:pPr marL="355600" marR="0" lvl="0" indent="0" algn="l" rtl="0">
              <a:spcBef>
                <a:spcPts val="985"/>
              </a:spcBef>
              <a:spcAft>
                <a:spcPts val="0"/>
              </a:spcAft>
              <a:buNone/>
            </a:pPr>
            <a:r>
              <a:rPr lang="en-US" sz="2800">
                <a:solidFill>
                  <a:schemeClr val="dk1"/>
                </a:solidFill>
                <a:latin typeface="Arial"/>
                <a:ea typeface="Arial"/>
                <a:cs typeface="Arial"/>
                <a:sym typeface="Arial"/>
              </a:rPr>
              <a:t>ꟷ Low-fidelity: paper prototypes</a:t>
            </a:r>
            <a:endParaRPr sz="2800">
              <a:solidFill>
                <a:schemeClr val="dk1"/>
              </a:solidFill>
              <a:latin typeface="Arial"/>
              <a:ea typeface="Arial"/>
              <a:cs typeface="Arial"/>
              <a:sym typeface="Arial"/>
            </a:endParaRPr>
          </a:p>
          <a:p>
            <a:pPr marL="355600" marR="0" lvl="0" indent="0" algn="l" rtl="0">
              <a:spcBef>
                <a:spcPts val="990"/>
              </a:spcBef>
              <a:spcAft>
                <a:spcPts val="0"/>
              </a:spcAft>
              <a:buNone/>
            </a:pPr>
            <a:r>
              <a:rPr lang="en-US" sz="2800">
                <a:solidFill>
                  <a:schemeClr val="dk1"/>
                </a:solidFill>
                <a:latin typeface="Arial"/>
                <a:ea typeface="Arial"/>
                <a:cs typeface="Arial"/>
                <a:sym typeface="Arial"/>
              </a:rPr>
              <a:t>ꟷMedium-fidelity: code prototypes</a:t>
            </a:r>
            <a:endParaRPr sz="2800">
              <a:solidFill>
                <a:schemeClr val="dk1"/>
              </a:solidFill>
              <a:latin typeface="Arial"/>
              <a:ea typeface="Arial"/>
              <a:cs typeface="Arial"/>
              <a:sym typeface="Arial"/>
            </a:endParaRPr>
          </a:p>
        </p:txBody>
      </p:sp>
      <p:sp>
        <p:nvSpPr>
          <p:cNvPr id="112" name="Google Shape;112;p8"/>
          <p:cNvSpPr txBox="1"/>
          <p:nvPr/>
        </p:nvSpPr>
        <p:spPr>
          <a:xfrm>
            <a:off x="2438400" y="5770217"/>
            <a:ext cx="5257800" cy="646331"/>
          </a:xfrm>
          <a:prstGeom prst="rect">
            <a:avLst/>
          </a:prstGeom>
          <a:solidFill>
            <a:srgbClr val="E1EFD9"/>
          </a:solidFill>
          <a:ln w="9525" cap="flat" cmpd="sng">
            <a:solidFill>
              <a:srgbClr val="6FAC46"/>
            </a:solidFill>
            <a:prstDash val="solid"/>
            <a:round/>
            <a:headEnd type="none" w="sm" len="sm"/>
            <a:tailEnd type="none" w="sm" len="sm"/>
          </a:ln>
        </p:spPr>
        <p:txBody>
          <a:bodyPr spcFirstLastPara="1" wrap="square" lIns="0" tIns="55875" rIns="0" bIns="0" anchor="t" anchorCtr="0">
            <a:spAutoFit/>
          </a:bodyPr>
          <a:lstStyle/>
          <a:p>
            <a:pPr marL="91440" marR="559435" lvl="0" indent="0" algn="l" rtl="0">
              <a:lnSpc>
                <a:spcPct val="116999"/>
              </a:lnSpc>
              <a:spcBef>
                <a:spcPts val="0"/>
              </a:spcBef>
              <a:spcAft>
                <a:spcPts val="0"/>
              </a:spcAft>
              <a:buNone/>
            </a:pPr>
            <a:r>
              <a:rPr lang="en-US" sz="2000" b="1">
                <a:solidFill>
                  <a:srgbClr val="202020"/>
                </a:solidFill>
                <a:latin typeface="Arial"/>
                <a:ea typeface="Arial"/>
                <a:cs typeface="Arial"/>
                <a:sym typeface="Arial"/>
              </a:rPr>
              <a:t>Key to success</a:t>
            </a:r>
            <a:r>
              <a:rPr lang="en-US" sz="2000">
                <a:solidFill>
                  <a:srgbClr val="202020"/>
                </a:solidFill>
                <a:latin typeface="Arial"/>
                <a:ea typeface="Arial"/>
                <a:cs typeface="Arial"/>
                <a:sym typeface="Arial"/>
              </a:rPr>
              <a:t>: good UI focuses on the  user, not the developer or the system.</a:t>
            </a:r>
            <a:endParaRPr sz="2000">
              <a:solidFill>
                <a:schemeClr val="dk1"/>
              </a:solidFill>
              <a:latin typeface="Arial"/>
              <a:ea typeface="Arial"/>
              <a:cs typeface="Arial"/>
              <a:sym typeface="Arial"/>
            </a:endParaRPr>
          </a:p>
        </p:txBody>
      </p:sp>
      <p:sp>
        <p:nvSpPr>
          <p:cNvPr id="113" name="Google Shape;113;p8"/>
          <p:cNvSpPr txBox="1"/>
          <p:nvPr/>
        </p:nvSpPr>
        <p:spPr>
          <a:xfrm>
            <a:off x="685800" y="228600"/>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Achieving usability: best practices</a:t>
            </a:r>
            <a:endParaRPr sz="3600" b="1" i="0">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9"/>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9</a:t>
            </a:fld>
            <a:endParaRPr/>
          </a:p>
        </p:txBody>
      </p:sp>
      <p:sp>
        <p:nvSpPr>
          <p:cNvPr id="119" name="Google Shape;119;p9"/>
          <p:cNvSpPr txBox="1"/>
          <p:nvPr/>
        </p:nvSpPr>
        <p:spPr>
          <a:xfrm>
            <a:off x="609600" y="1981200"/>
            <a:ext cx="9906000" cy="4124847"/>
          </a:xfrm>
          <a:prstGeom prst="rect">
            <a:avLst/>
          </a:prstGeom>
          <a:noFill/>
          <a:ln>
            <a:noFill/>
          </a:ln>
        </p:spPr>
        <p:txBody>
          <a:bodyPr spcFirstLastPara="1" wrap="square" lIns="0" tIns="53975" rIns="0" bIns="0" anchor="t" anchorCtr="0">
            <a:spAutoFit/>
          </a:bodyPr>
          <a:lstStyle/>
          <a:p>
            <a:pPr marL="184785" marR="5080" lvl="0" indent="-203200" algn="l" rtl="0">
              <a:lnSpc>
                <a:spcPct val="80937"/>
              </a:lnSpc>
              <a:spcBef>
                <a:spcPts val="0"/>
              </a:spcBef>
              <a:spcAft>
                <a:spcPts val="0"/>
              </a:spcAft>
              <a:buClr>
                <a:schemeClr val="dk1"/>
              </a:buClr>
              <a:buSzPts val="3200"/>
              <a:buFont typeface="Arial"/>
              <a:buChar char="•"/>
            </a:pPr>
            <a:r>
              <a:rPr lang="en-US" sz="3200" b="1">
                <a:solidFill>
                  <a:schemeClr val="dk1"/>
                </a:solidFill>
                <a:latin typeface="Arial"/>
                <a:ea typeface="Arial"/>
                <a:cs typeface="Arial"/>
                <a:sym typeface="Arial"/>
              </a:rPr>
              <a:t>Prototyping</a:t>
            </a:r>
            <a:r>
              <a:rPr lang="en-US" sz="3200">
                <a:solidFill>
                  <a:schemeClr val="dk1"/>
                </a:solidFill>
                <a:latin typeface="Arial"/>
                <a:ea typeface="Arial"/>
                <a:cs typeface="Arial"/>
                <a:sym typeface="Arial"/>
              </a:rPr>
              <a:t>: creating a scaled-down or incomplete version  of a system to demonstrate or test its aspects.</a:t>
            </a:r>
            <a:endParaRPr/>
          </a:p>
          <a:p>
            <a:pPr marL="184785" marR="0" lvl="0" indent="-203200" algn="l" rtl="0">
              <a:spcBef>
                <a:spcPts val="880"/>
              </a:spcBef>
              <a:spcAft>
                <a:spcPts val="0"/>
              </a:spcAft>
              <a:buClr>
                <a:schemeClr val="dk1"/>
              </a:buClr>
              <a:buSzPts val="3200"/>
              <a:buFont typeface="Arial"/>
              <a:buChar char="•"/>
            </a:pPr>
            <a:r>
              <a:rPr lang="en-US" sz="3200" b="1">
                <a:solidFill>
                  <a:schemeClr val="dk1"/>
                </a:solidFill>
                <a:latin typeface="Arial"/>
                <a:ea typeface="Arial"/>
                <a:cs typeface="Arial"/>
                <a:sym typeface="Arial"/>
              </a:rPr>
              <a:t>Benefits </a:t>
            </a:r>
            <a:r>
              <a:rPr lang="en-US" sz="3200">
                <a:solidFill>
                  <a:schemeClr val="dk1"/>
                </a:solidFill>
                <a:latin typeface="Arial"/>
                <a:ea typeface="Arial"/>
                <a:cs typeface="Arial"/>
                <a:sym typeface="Arial"/>
              </a:rPr>
              <a:t>of prototyping:</a:t>
            </a:r>
            <a:endParaRPr sz="3200">
              <a:solidFill>
                <a:schemeClr val="dk1"/>
              </a:solidFill>
              <a:latin typeface="Arial"/>
              <a:ea typeface="Arial"/>
              <a:cs typeface="Arial"/>
              <a:sym typeface="Arial"/>
            </a:endParaRPr>
          </a:p>
          <a:p>
            <a:pPr marL="355600" marR="0" lvl="0" indent="0" algn="l" rtl="0">
              <a:spcBef>
                <a:spcPts val="990"/>
              </a:spcBef>
              <a:spcAft>
                <a:spcPts val="0"/>
              </a:spcAft>
              <a:buNone/>
            </a:pPr>
            <a:r>
              <a:rPr lang="en-US" sz="2800">
                <a:solidFill>
                  <a:schemeClr val="dk1"/>
                </a:solidFill>
                <a:latin typeface="Arial"/>
                <a:ea typeface="Arial"/>
                <a:cs typeface="Arial"/>
                <a:sym typeface="Arial"/>
              </a:rPr>
              <a:t>ꟷaids UI design</a:t>
            </a:r>
            <a:endParaRPr sz="2800">
              <a:solidFill>
                <a:schemeClr val="dk1"/>
              </a:solidFill>
              <a:latin typeface="Arial"/>
              <a:ea typeface="Arial"/>
              <a:cs typeface="Arial"/>
              <a:sym typeface="Arial"/>
            </a:endParaRPr>
          </a:p>
          <a:p>
            <a:pPr marL="355600" marR="0" lvl="0" indent="0" algn="l" rtl="0">
              <a:spcBef>
                <a:spcPts val="955"/>
              </a:spcBef>
              <a:spcAft>
                <a:spcPts val="0"/>
              </a:spcAft>
              <a:buNone/>
            </a:pPr>
            <a:r>
              <a:rPr lang="en-US" sz="2800">
                <a:solidFill>
                  <a:schemeClr val="dk1"/>
                </a:solidFill>
                <a:latin typeface="Arial"/>
                <a:ea typeface="Arial"/>
                <a:cs typeface="Arial"/>
                <a:sym typeface="Arial"/>
              </a:rPr>
              <a:t>ꟷhelp discover requirements</a:t>
            </a:r>
            <a:endParaRPr sz="2800">
              <a:solidFill>
                <a:schemeClr val="dk1"/>
              </a:solidFill>
              <a:latin typeface="Arial"/>
              <a:ea typeface="Arial"/>
              <a:cs typeface="Arial"/>
              <a:sym typeface="Arial"/>
            </a:endParaRPr>
          </a:p>
          <a:p>
            <a:pPr marL="355600" marR="0" lvl="0" indent="0" algn="l" rtl="0">
              <a:spcBef>
                <a:spcPts val="965"/>
              </a:spcBef>
              <a:spcAft>
                <a:spcPts val="0"/>
              </a:spcAft>
              <a:buNone/>
            </a:pPr>
            <a:r>
              <a:rPr lang="en-US" sz="2800">
                <a:solidFill>
                  <a:schemeClr val="dk1"/>
                </a:solidFill>
                <a:latin typeface="Arial"/>
                <a:ea typeface="Arial"/>
                <a:cs typeface="Arial"/>
                <a:sym typeface="Arial"/>
              </a:rPr>
              <a:t>ꟷhelp discover test cases and provide a basis for testing</a:t>
            </a:r>
            <a:endParaRPr sz="2800">
              <a:solidFill>
                <a:schemeClr val="dk1"/>
              </a:solidFill>
              <a:latin typeface="Arial"/>
              <a:ea typeface="Arial"/>
              <a:cs typeface="Arial"/>
              <a:sym typeface="Arial"/>
            </a:endParaRPr>
          </a:p>
          <a:p>
            <a:pPr marL="355600" marR="0" lvl="0" indent="0" algn="l" rtl="0">
              <a:spcBef>
                <a:spcPts val="960"/>
              </a:spcBef>
              <a:spcAft>
                <a:spcPts val="0"/>
              </a:spcAft>
              <a:buNone/>
            </a:pPr>
            <a:r>
              <a:rPr lang="en-US" sz="2800">
                <a:solidFill>
                  <a:schemeClr val="dk1"/>
                </a:solidFill>
                <a:latin typeface="Arial"/>
                <a:ea typeface="Arial"/>
                <a:cs typeface="Arial"/>
                <a:sym typeface="Arial"/>
              </a:rPr>
              <a:t>ꟷallows interaction with user to ensure satisfaction</a:t>
            </a:r>
            <a:endParaRPr sz="2800">
              <a:solidFill>
                <a:schemeClr val="dk1"/>
              </a:solidFill>
              <a:latin typeface="Arial"/>
              <a:ea typeface="Arial"/>
              <a:cs typeface="Arial"/>
              <a:sym typeface="Arial"/>
            </a:endParaRPr>
          </a:p>
          <a:p>
            <a:pPr marL="355600" marR="0" lvl="0" indent="0" algn="l" rtl="0">
              <a:spcBef>
                <a:spcPts val="960"/>
              </a:spcBef>
              <a:spcAft>
                <a:spcPts val="0"/>
              </a:spcAft>
              <a:buNone/>
            </a:pPr>
            <a:r>
              <a:rPr lang="en-US" sz="2800">
                <a:solidFill>
                  <a:schemeClr val="dk1"/>
                </a:solidFill>
                <a:latin typeface="Arial"/>
                <a:ea typeface="Arial"/>
                <a:cs typeface="Arial"/>
                <a:sym typeface="Arial"/>
              </a:rPr>
              <a:t>ꟷteam-building</a:t>
            </a:r>
            <a:endParaRPr/>
          </a:p>
        </p:txBody>
      </p:sp>
      <p:sp>
        <p:nvSpPr>
          <p:cNvPr id="120" name="Google Shape;120;p9"/>
          <p:cNvSpPr txBox="1"/>
          <p:nvPr/>
        </p:nvSpPr>
        <p:spPr>
          <a:xfrm>
            <a:off x="609600" y="228600"/>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What is prototyping? Why do it?</a:t>
            </a:r>
            <a:endParaRPr sz="3600" b="1" i="0">
              <a:solidFill>
                <a:schemeClr val="lt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0"/>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10</a:t>
            </a:fld>
            <a:endParaRPr/>
          </a:p>
        </p:txBody>
      </p:sp>
      <p:sp>
        <p:nvSpPr>
          <p:cNvPr id="126" name="Google Shape;126;p10"/>
          <p:cNvSpPr txBox="1"/>
          <p:nvPr/>
        </p:nvSpPr>
        <p:spPr>
          <a:xfrm>
            <a:off x="762000" y="1905000"/>
            <a:ext cx="10972800" cy="3549048"/>
          </a:xfrm>
          <a:prstGeom prst="rect">
            <a:avLst/>
          </a:prstGeom>
          <a:noFill/>
          <a:ln>
            <a:noFill/>
          </a:ln>
        </p:spPr>
        <p:txBody>
          <a:bodyPr spcFirstLastPara="1" wrap="square" lIns="0" tIns="161925" rIns="0" bIns="0" anchor="t" anchorCtr="0">
            <a:spAutoFit/>
          </a:bodyPr>
          <a:lstStyle/>
          <a:p>
            <a:pPr marL="184785" marR="0" lvl="0" indent="-203200" algn="l" rtl="0">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Code prototyping</a:t>
            </a:r>
            <a:endParaRPr sz="3200">
              <a:solidFill>
                <a:schemeClr val="dk1"/>
              </a:solidFill>
              <a:latin typeface="Arial"/>
              <a:ea typeface="Arial"/>
              <a:cs typeface="Arial"/>
              <a:sym typeface="Arial"/>
            </a:endParaRPr>
          </a:p>
          <a:p>
            <a:pPr marL="355600" marR="0" lvl="0" indent="0" algn="l" rtl="0">
              <a:spcBef>
                <a:spcPts val="985"/>
              </a:spcBef>
              <a:spcAft>
                <a:spcPts val="0"/>
              </a:spcAft>
              <a:buNone/>
            </a:pPr>
            <a:r>
              <a:rPr lang="en-US" sz="2800">
                <a:solidFill>
                  <a:schemeClr val="dk1"/>
                </a:solidFill>
                <a:latin typeface="Arial"/>
                <a:ea typeface="Arial"/>
                <a:cs typeface="Arial"/>
                <a:sym typeface="Arial"/>
              </a:rPr>
              <a:t>ꟷimplement a "quick" / incomplete version of a UI</a:t>
            </a:r>
            <a:endParaRPr/>
          </a:p>
          <a:p>
            <a:pPr marL="184785" marR="0" lvl="0" indent="-203200" algn="l" rtl="0">
              <a:spcBef>
                <a:spcPts val="885"/>
              </a:spcBef>
              <a:spcAft>
                <a:spcPts val="0"/>
              </a:spcAft>
              <a:buClr>
                <a:schemeClr val="dk1"/>
              </a:buClr>
              <a:buSzPts val="3200"/>
              <a:buFont typeface="Arial"/>
              <a:buChar char="•"/>
            </a:pPr>
            <a:r>
              <a:rPr lang="en-US" sz="3200">
                <a:solidFill>
                  <a:schemeClr val="dk1"/>
                </a:solidFill>
                <a:latin typeface="Arial"/>
                <a:ea typeface="Arial"/>
                <a:cs typeface="Arial"/>
                <a:sym typeface="Arial"/>
              </a:rPr>
              <a:t>Prototyping with UI builders (e.g., Visual Studio)</a:t>
            </a:r>
            <a:endParaRPr sz="3200">
              <a:solidFill>
                <a:schemeClr val="dk1"/>
              </a:solidFill>
              <a:latin typeface="Arial"/>
              <a:ea typeface="Arial"/>
              <a:cs typeface="Arial"/>
              <a:sym typeface="Arial"/>
            </a:endParaRPr>
          </a:p>
          <a:p>
            <a:pPr marL="355600" marR="0" lvl="0" indent="0" algn="l" rtl="0">
              <a:spcBef>
                <a:spcPts val="990"/>
              </a:spcBef>
              <a:spcAft>
                <a:spcPts val="0"/>
              </a:spcAft>
              <a:buNone/>
            </a:pPr>
            <a:r>
              <a:rPr lang="en-US" sz="2800">
                <a:solidFill>
                  <a:schemeClr val="dk1"/>
                </a:solidFill>
                <a:latin typeface="Arial"/>
                <a:ea typeface="Arial"/>
                <a:cs typeface="Arial"/>
                <a:sym typeface="Arial"/>
              </a:rPr>
              <a:t>ꟷdraw a GUI by dragging/dropping UI controls on screen</a:t>
            </a:r>
            <a:endParaRPr sz="2800">
              <a:solidFill>
                <a:schemeClr val="dk1"/>
              </a:solidFill>
              <a:latin typeface="Arial"/>
              <a:ea typeface="Arial"/>
              <a:cs typeface="Arial"/>
              <a:sym typeface="Arial"/>
            </a:endParaRPr>
          </a:p>
          <a:p>
            <a:pPr marL="184785" marR="0" lvl="0" indent="-203200" algn="l" rtl="0">
              <a:spcBef>
                <a:spcPts val="885"/>
              </a:spcBef>
              <a:spcAft>
                <a:spcPts val="0"/>
              </a:spcAft>
              <a:buClr>
                <a:schemeClr val="dk1"/>
              </a:buClr>
              <a:buSzPts val="3200"/>
              <a:buFont typeface="Arial"/>
              <a:buChar char="•"/>
            </a:pPr>
            <a:r>
              <a:rPr lang="en-US" sz="3200" b="1">
                <a:solidFill>
                  <a:schemeClr val="dk1"/>
                </a:solidFill>
                <a:latin typeface="Arial"/>
                <a:ea typeface="Arial"/>
                <a:cs typeface="Arial"/>
                <a:sym typeface="Arial"/>
              </a:rPr>
              <a:t>Paper prototyping</a:t>
            </a:r>
            <a:endParaRPr sz="3200">
              <a:solidFill>
                <a:schemeClr val="dk1"/>
              </a:solidFill>
              <a:latin typeface="Arial"/>
              <a:ea typeface="Arial"/>
              <a:cs typeface="Arial"/>
              <a:sym typeface="Arial"/>
            </a:endParaRPr>
          </a:p>
          <a:p>
            <a:pPr marL="355600" marR="0" lvl="0" indent="0" algn="l" rtl="0">
              <a:spcBef>
                <a:spcPts val="990"/>
              </a:spcBef>
              <a:spcAft>
                <a:spcPts val="0"/>
              </a:spcAft>
              <a:buNone/>
            </a:pPr>
            <a:r>
              <a:rPr lang="en-US" sz="2800">
                <a:solidFill>
                  <a:schemeClr val="dk1"/>
                </a:solidFill>
                <a:latin typeface="Arial"/>
                <a:ea typeface="Arial"/>
                <a:cs typeface="Arial"/>
                <a:sym typeface="Arial"/>
              </a:rPr>
              <a:t>ꟷa paper version of a UI</a:t>
            </a:r>
            <a:endParaRPr/>
          </a:p>
        </p:txBody>
      </p:sp>
      <p:sp>
        <p:nvSpPr>
          <p:cNvPr id="127" name="Google Shape;127;p10"/>
          <p:cNvSpPr txBox="1"/>
          <p:nvPr/>
        </p:nvSpPr>
        <p:spPr>
          <a:xfrm>
            <a:off x="762000" y="304800"/>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Some prototyping methods</a:t>
            </a:r>
            <a:endParaRPr sz="3600" b="1" i="0">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1"/>
          <p:cNvSpPr txBox="1"/>
          <p:nvPr/>
        </p:nvSpPr>
        <p:spPr>
          <a:xfrm>
            <a:off x="685800" y="2174951"/>
            <a:ext cx="7848600" cy="3039294"/>
          </a:xfrm>
          <a:prstGeom prst="rect">
            <a:avLst/>
          </a:prstGeom>
          <a:noFill/>
          <a:ln>
            <a:noFill/>
          </a:ln>
        </p:spPr>
        <p:txBody>
          <a:bodyPr spcFirstLastPara="1" wrap="square" lIns="0" tIns="12700" rIns="0" bIns="0" anchor="t" anchorCtr="0">
            <a:spAutoFit/>
          </a:bodyPr>
          <a:lstStyle/>
          <a:p>
            <a:pPr marL="184785" marR="0" lvl="0" indent="-1778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Much faster to create and change than code</a:t>
            </a:r>
            <a:endParaRPr sz="2800">
              <a:solidFill>
                <a:schemeClr val="dk1"/>
              </a:solidFill>
              <a:latin typeface="Arial"/>
              <a:ea typeface="Arial"/>
              <a:cs typeface="Arial"/>
              <a:sym typeface="Arial"/>
            </a:endParaRPr>
          </a:p>
          <a:p>
            <a:pPr marL="184785" marR="0" lvl="0" indent="-177800" algn="l" rtl="0">
              <a:spcBef>
                <a:spcPts val="1714"/>
              </a:spcBef>
              <a:spcAft>
                <a:spcPts val="0"/>
              </a:spcAft>
              <a:buClr>
                <a:schemeClr val="dk1"/>
              </a:buClr>
              <a:buSzPts val="2800"/>
              <a:buFont typeface="Arial"/>
              <a:buChar char="•"/>
            </a:pPr>
            <a:r>
              <a:rPr lang="en-US" sz="2800">
                <a:solidFill>
                  <a:schemeClr val="dk1"/>
                </a:solidFill>
                <a:latin typeface="Arial"/>
                <a:ea typeface="Arial"/>
                <a:cs typeface="Arial"/>
                <a:sym typeface="Arial"/>
              </a:rPr>
              <a:t>More visual bandwidth (can see more at once)</a:t>
            </a:r>
            <a:endParaRPr sz="2800">
              <a:solidFill>
                <a:schemeClr val="dk1"/>
              </a:solidFill>
              <a:latin typeface="Arial"/>
              <a:ea typeface="Arial"/>
              <a:cs typeface="Arial"/>
              <a:sym typeface="Arial"/>
            </a:endParaRPr>
          </a:p>
          <a:p>
            <a:pPr marL="184785" marR="0" lvl="0" indent="-177800" algn="l" rtl="0">
              <a:spcBef>
                <a:spcPts val="1720"/>
              </a:spcBef>
              <a:spcAft>
                <a:spcPts val="0"/>
              </a:spcAft>
              <a:buClr>
                <a:schemeClr val="dk1"/>
              </a:buClr>
              <a:buSzPts val="2800"/>
              <a:buFont typeface="Arial"/>
              <a:buChar char="•"/>
            </a:pPr>
            <a:r>
              <a:rPr lang="en-US" sz="2800">
                <a:solidFill>
                  <a:schemeClr val="dk1"/>
                </a:solidFill>
                <a:latin typeface="Arial"/>
                <a:ea typeface="Arial"/>
                <a:cs typeface="Arial"/>
                <a:sym typeface="Arial"/>
              </a:rPr>
              <a:t>More conducive to working in teams</a:t>
            </a:r>
            <a:endParaRPr sz="2800">
              <a:solidFill>
                <a:schemeClr val="dk1"/>
              </a:solidFill>
              <a:latin typeface="Arial"/>
              <a:ea typeface="Arial"/>
              <a:cs typeface="Arial"/>
              <a:sym typeface="Arial"/>
            </a:endParaRPr>
          </a:p>
          <a:p>
            <a:pPr marL="184785" marR="0" lvl="0" indent="-177800" algn="l" rtl="0">
              <a:spcBef>
                <a:spcPts val="1700"/>
              </a:spcBef>
              <a:spcAft>
                <a:spcPts val="0"/>
              </a:spcAft>
              <a:buClr>
                <a:schemeClr val="dk1"/>
              </a:buClr>
              <a:buSzPts val="2800"/>
              <a:buFont typeface="Arial"/>
              <a:buChar char="•"/>
            </a:pPr>
            <a:r>
              <a:rPr lang="en-US" sz="2800">
                <a:solidFill>
                  <a:schemeClr val="dk1"/>
                </a:solidFill>
                <a:latin typeface="Arial"/>
                <a:ea typeface="Arial"/>
                <a:cs typeface="Arial"/>
                <a:sym typeface="Arial"/>
              </a:rPr>
              <a:t>Can be done by non-technical people</a:t>
            </a:r>
            <a:endParaRPr sz="2800">
              <a:solidFill>
                <a:schemeClr val="dk1"/>
              </a:solidFill>
              <a:latin typeface="Arial"/>
              <a:ea typeface="Arial"/>
              <a:cs typeface="Arial"/>
              <a:sym typeface="Arial"/>
            </a:endParaRPr>
          </a:p>
          <a:p>
            <a:pPr marL="184785" marR="0" lvl="0" indent="-177800" algn="l" rtl="0">
              <a:spcBef>
                <a:spcPts val="1720"/>
              </a:spcBef>
              <a:spcAft>
                <a:spcPts val="0"/>
              </a:spcAft>
              <a:buClr>
                <a:schemeClr val="dk1"/>
              </a:buClr>
              <a:buSzPts val="2800"/>
              <a:buFont typeface="Arial"/>
              <a:buChar char="•"/>
            </a:pPr>
            <a:r>
              <a:rPr lang="en-US" sz="2800">
                <a:solidFill>
                  <a:schemeClr val="dk1"/>
                </a:solidFill>
                <a:latin typeface="Arial"/>
                <a:ea typeface="Arial"/>
                <a:cs typeface="Arial"/>
                <a:sym typeface="Arial"/>
              </a:rPr>
              <a:t>Feels less permanent or final</a:t>
            </a:r>
            <a:endParaRPr sz="2800">
              <a:solidFill>
                <a:schemeClr val="dk1"/>
              </a:solidFill>
              <a:latin typeface="Arial"/>
              <a:ea typeface="Arial"/>
              <a:cs typeface="Arial"/>
              <a:sym typeface="Arial"/>
            </a:endParaRPr>
          </a:p>
        </p:txBody>
      </p:sp>
      <p:pic>
        <p:nvPicPr>
          <p:cNvPr id="133" name="Google Shape;133;p11"/>
          <p:cNvPicPr preferRelativeResize="0"/>
          <p:nvPr/>
        </p:nvPicPr>
        <p:blipFill rotWithShape="1">
          <a:blip r:embed="rId3">
            <a:alphaModFix/>
          </a:blip>
          <a:srcRect/>
          <a:stretch/>
        </p:blipFill>
        <p:spPr>
          <a:xfrm>
            <a:off x="8839200" y="2057400"/>
            <a:ext cx="2042551" cy="4018619"/>
          </a:xfrm>
          <a:prstGeom prst="rect">
            <a:avLst/>
          </a:prstGeom>
          <a:noFill/>
          <a:ln>
            <a:noFill/>
          </a:ln>
        </p:spPr>
      </p:pic>
      <p:sp>
        <p:nvSpPr>
          <p:cNvPr id="134" name="Google Shape;134;p11"/>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11</a:t>
            </a:fld>
            <a:endParaRPr/>
          </a:p>
        </p:txBody>
      </p:sp>
      <p:sp>
        <p:nvSpPr>
          <p:cNvPr id="135" name="Google Shape;135;p11"/>
          <p:cNvSpPr txBox="1"/>
          <p:nvPr/>
        </p:nvSpPr>
        <p:spPr>
          <a:xfrm>
            <a:off x="644495" y="304800"/>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Why paper prototyping?</a:t>
            </a:r>
            <a:endParaRPr sz="3600" b="1" i="0">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2"/>
          <p:cNvSpPr txBox="1"/>
          <p:nvPr/>
        </p:nvSpPr>
        <p:spPr>
          <a:xfrm>
            <a:off x="685800" y="2362200"/>
            <a:ext cx="8305800" cy="2439770"/>
          </a:xfrm>
          <a:prstGeom prst="rect">
            <a:avLst/>
          </a:prstGeom>
          <a:noFill/>
          <a:ln>
            <a:noFill/>
          </a:ln>
        </p:spPr>
        <p:txBody>
          <a:bodyPr spcFirstLastPara="1" wrap="square" lIns="0" tIns="53975" rIns="0" bIns="0" anchor="t" anchorCtr="0">
            <a:spAutoFit/>
          </a:bodyPr>
          <a:lstStyle/>
          <a:p>
            <a:pPr marL="184785" marR="576580" lvl="0" indent="-203200" algn="l" rtl="0">
              <a:lnSpc>
                <a:spcPct val="80937"/>
              </a:lnSpc>
              <a:spcBef>
                <a:spcPts val="0"/>
              </a:spcBef>
              <a:spcAft>
                <a:spcPts val="0"/>
              </a:spcAft>
              <a:buClr>
                <a:schemeClr val="dk1"/>
              </a:buClr>
              <a:buSzPts val="3200"/>
              <a:buFont typeface="Arial"/>
              <a:buChar char="•"/>
            </a:pPr>
            <a:r>
              <a:rPr lang="en-US" sz="3200">
                <a:solidFill>
                  <a:schemeClr val="dk1"/>
                </a:solidFill>
                <a:latin typeface="Arial"/>
                <a:ea typeface="Arial"/>
                <a:cs typeface="Arial"/>
                <a:sym typeface="Arial"/>
              </a:rPr>
              <a:t>During or after requirements but before  design</a:t>
            </a:r>
            <a:endParaRPr sz="3200">
              <a:solidFill>
                <a:schemeClr val="dk1"/>
              </a:solidFill>
              <a:latin typeface="Arial"/>
              <a:ea typeface="Arial"/>
              <a:cs typeface="Arial"/>
              <a:sym typeface="Arial"/>
            </a:endParaRPr>
          </a:p>
          <a:p>
            <a:pPr marL="527685" marR="23495" lvl="0" indent="-172719" algn="l" rtl="0">
              <a:lnSpc>
                <a:spcPct val="77142"/>
              </a:lnSpc>
              <a:spcBef>
                <a:spcPts val="1225"/>
              </a:spcBef>
              <a:spcAft>
                <a:spcPts val="0"/>
              </a:spcAft>
              <a:buNone/>
            </a:pPr>
            <a:r>
              <a:rPr lang="en-US" sz="2800">
                <a:solidFill>
                  <a:schemeClr val="dk1"/>
                </a:solidFill>
                <a:latin typeface="Arial"/>
                <a:ea typeface="Arial"/>
                <a:cs typeface="Arial"/>
                <a:sym typeface="Arial"/>
              </a:rPr>
              <a:t>ꟷhelps uncover requirements and upcoming design  issues</a:t>
            </a:r>
            <a:endParaRPr sz="2800">
              <a:solidFill>
                <a:schemeClr val="dk1"/>
              </a:solidFill>
              <a:latin typeface="Arial"/>
              <a:ea typeface="Arial"/>
              <a:cs typeface="Arial"/>
              <a:sym typeface="Arial"/>
            </a:endParaRPr>
          </a:p>
          <a:p>
            <a:pPr marL="527685" marR="5080" lvl="0" indent="-172719" algn="l" rtl="0">
              <a:lnSpc>
                <a:spcPct val="77142"/>
              </a:lnSpc>
              <a:spcBef>
                <a:spcPts val="1205"/>
              </a:spcBef>
              <a:spcAft>
                <a:spcPts val="0"/>
              </a:spcAft>
              <a:buNone/>
            </a:pPr>
            <a:r>
              <a:rPr lang="en-US" sz="2800">
                <a:solidFill>
                  <a:schemeClr val="dk1"/>
                </a:solidFill>
                <a:latin typeface="Arial"/>
                <a:ea typeface="Arial"/>
                <a:cs typeface="Arial"/>
                <a:sym typeface="Arial"/>
              </a:rPr>
              <a:t>ꟷshows us </a:t>
            </a:r>
            <a:r>
              <a:rPr lang="en-US" sz="2800" b="1">
                <a:solidFill>
                  <a:schemeClr val="dk1"/>
                </a:solidFill>
                <a:latin typeface="Arial"/>
                <a:ea typeface="Arial"/>
                <a:cs typeface="Arial"/>
                <a:sym typeface="Arial"/>
              </a:rPr>
              <a:t>what </a:t>
            </a:r>
            <a:r>
              <a:rPr lang="en-US" sz="2800">
                <a:solidFill>
                  <a:schemeClr val="dk1"/>
                </a:solidFill>
                <a:latin typeface="Arial"/>
                <a:ea typeface="Arial"/>
                <a:cs typeface="Arial"/>
                <a:sym typeface="Arial"/>
              </a:rPr>
              <a:t>is in the UI, but also shows us  details of </a:t>
            </a:r>
            <a:r>
              <a:rPr lang="en-US" sz="2800" b="1">
                <a:solidFill>
                  <a:schemeClr val="dk1"/>
                </a:solidFill>
                <a:latin typeface="Arial"/>
                <a:ea typeface="Arial"/>
                <a:cs typeface="Arial"/>
                <a:sym typeface="Arial"/>
              </a:rPr>
              <a:t>how </a:t>
            </a:r>
            <a:r>
              <a:rPr lang="en-US" sz="2800">
                <a:solidFill>
                  <a:schemeClr val="dk1"/>
                </a:solidFill>
                <a:latin typeface="Arial"/>
                <a:ea typeface="Arial"/>
                <a:cs typeface="Arial"/>
                <a:sym typeface="Arial"/>
              </a:rPr>
              <a:t>the user can achieve goals in the UI</a:t>
            </a:r>
            <a:endParaRPr/>
          </a:p>
        </p:txBody>
      </p:sp>
      <p:pic>
        <p:nvPicPr>
          <p:cNvPr id="141" name="Google Shape;141;p12"/>
          <p:cNvPicPr preferRelativeResize="0"/>
          <p:nvPr/>
        </p:nvPicPr>
        <p:blipFill rotWithShape="1">
          <a:blip r:embed="rId3">
            <a:alphaModFix/>
          </a:blip>
          <a:srcRect/>
          <a:stretch/>
        </p:blipFill>
        <p:spPr>
          <a:xfrm>
            <a:off x="9144000" y="2286000"/>
            <a:ext cx="2042551" cy="4018619"/>
          </a:xfrm>
          <a:prstGeom prst="rect">
            <a:avLst/>
          </a:prstGeom>
          <a:noFill/>
          <a:ln>
            <a:noFill/>
          </a:ln>
        </p:spPr>
      </p:pic>
      <p:sp>
        <p:nvSpPr>
          <p:cNvPr id="142" name="Google Shape;142;p12"/>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12</a:t>
            </a:fld>
            <a:endParaRPr/>
          </a:p>
        </p:txBody>
      </p:sp>
      <p:sp>
        <p:nvSpPr>
          <p:cNvPr id="143" name="Google Shape;143;p12"/>
          <p:cNvSpPr txBox="1"/>
          <p:nvPr/>
        </p:nvSpPr>
        <p:spPr>
          <a:xfrm>
            <a:off x="685800" y="228600"/>
            <a:ext cx="10265831"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a:solidFill>
                  <a:schemeClr val="lt1"/>
                </a:solidFill>
                <a:latin typeface="Arial"/>
                <a:ea typeface="Arial"/>
                <a:cs typeface="Arial"/>
                <a:sym typeface="Arial"/>
              </a:rPr>
              <a:t>When to do prototyping?</a:t>
            </a:r>
            <a:endParaRPr sz="3600" b="1" i="0">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13"/>
          <p:cNvSpPr txBox="1">
            <a:spLocks noGrp="1"/>
          </p:cNvSpPr>
          <p:nvPr>
            <p:ph type="title"/>
          </p:nvPr>
        </p:nvSpPr>
        <p:spPr>
          <a:xfrm>
            <a:off x="457200" y="3429000"/>
            <a:ext cx="7374534" cy="566822"/>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a:latin typeface="Arial"/>
                <a:ea typeface="Arial"/>
                <a:cs typeface="Arial"/>
                <a:sym typeface="Arial"/>
              </a:rPr>
              <a:t>UI Design Considerations</a:t>
            </a:r>
            <a:endParaRPr>
              <a:latin typeface="Arial"/>
              <a:ea typeface="Arial"/>
              <a:cs typeface="Arial"/>
              <a:sym typeface="Arial"/>
            </a:endParaRPr>
          </a:p>
        </p:txBody>
      </p:sp>
      <p:sp>
        <p:nvSpPr>
          <p:cNvPr id="149" name="Google Shape;149;p13"/>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4"/>
          <p:cNvSpPr txBox="1">
            <a:spLocks noGrp="1"/>
          </p:cNvSpPr>
          <p:nvPr>
            <p:ph type="title"/>
          </p:nvPr>
        </p:nvSpPr>
        <p:spPr>
          <a:xfrm>
            <a:off x="685800" y="3505200"/>
            <a:ext cx="7620000" cy="566822"/>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a:latin typeface="Arial"/>
                <a:ea typeface="Arial"/>
                <a:cs typeface="Arial"/>
                <a:sym typeface="Arial"/>
              </a:rPr>
              <a:t>Theo Mandel's 3 Golden Rules</a:t>
            </a:r>
            <a:endParaRPr>
              <a:latin typeface="Arial"/>
              <a:ea typeface="Arial"/>
              <a:cs typeface="Arial"/>
              <a:sym typeface="Arial"/>
            </a:endParaRPr>
          </a:p>
        </p:txBody>
      </p:sp>
      <p:sp>
        <p:nvSpPr>
          <p:cNvPr id="155" name="Google Shape;155;p14"/>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a:spLocks noGrp="1"/>
          </p:cNvSpPr>
          <p:nvPr>
            <p:ph type="title"/>
          </p:nvPr>
        </p:nvSpPr>
        <p:spPr>
          <a:xfrm>
            <a:off x="2254758" y="465556"/>
            <a:ext cx="7709915" cy="566822"/>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a:latin typeface="Arial"/>
                <a:ea typeface="Arial"/>
                <a:cs typeface="Arial"/>
                <a:sym typeface="Arial"/>
              </a:rPr>
              <a:t>Rule 1: Place the user in control.</a:t>
            </a:r>
            <a:endParaRPr>
              <a:latin typeface="Arial"/>
              <a:ea typeface="Arial"/>
              <a:cs typeface="Arial"/>
              <a:sym typeface="Arial"/>
            </a:endParaRPr>
          </a:p>
        </p:txBody>
      </p:sp>
      <p:sp>
        <p:nvSpPr>
          <p:cNvPr id="161" name="Google Shape;161;p15"/>
          <p:cNvSpPr txBox="1">
            <a:spLocks noGrp="1"/>
          </p:cNvSpPr>
          <p:nvPr>
            <p:ph type="body" idx="1"/>
          </p:nvPr>
        </p:nvSpPr>
        <p:spPr>
          <a:xfrm>
            <a:off x="990600" y="1752600"/>
            <a:ext cx="10778067" cy="1600566"/>
          </a:xfrm>
          <a:prstGeom prst="rect">
            <a:avLst/>
          </a:prstGeom>
          <a:noFill/>
          <a:ln>
            <a:noFill/>
          </a:ln>
        </p:spPr>
        <p:txBody>
          <a:bodyPr spcFirstLastPara="1" wrap="square" lIns="0" tIns="48875" rIns="0" bIns="0" anchor="t" anchorCtr="0">
            <a:spAutoFit/>
          </a:bodyPr>
          <a:lstStyle/>
          <a:p>
            <a:pPr marL="12700" marR="5080" lvl="0" indent="0" algn="l" rtl="0">
              <a:lnSpc>
                <a:spcPct val="90000"/>
              </a:lnSpc>
              <a:spcBef>
                <a:spcPts val="0"/>
              </a:spcBef>
              <a:spcAft>
                <a:spcPts val="0"/>
              </a:spcAft>
              <a:buNone/>
            </a:pPr>
            <a:r>
              <a:rPr lang="en-US" i="1"/>
              <a:t>Experienced operators strongly desire the sense that they are  in charge of the system and that the system responds to their  actions. Design the system to make users the initiators of  actions rather than the responders.</a:t>
            </a:r>
            <a:endParaRPr/>
          </a:p>
        </p:txBody>
      </p:sp>
      <p:pic>
        <p:nvPicPr>
          <p:cNvPr id="162" name="Google Shape;162;p15"/>
          <p:cNvPicPr preferRelativeResize="0"/>
          <p:nvPr/>
        </p:nvPicPr>
        <p:blipFill rotWithShape="1">
          <a:blip r:embed="rId3">
            <a:alphaModFix/>
          </a:blip>
          <a:srcRect/>
          <a:stretch/>
        </p:blipFill>
        <p:spPr>
          <a:xfrm>
            <a:off x="559771" y="4693766"/>
            <a:ext cx="5549944" cy="1493161"/>
          </a:xfrm>
          <a:prstGeom prst="rect">
            <a:avLst/>
          </a:prstGeom>
          <a:noFill/>
          <a:ln>
            <a:noFill/>
          </a:ln>
        </p:spPr>
      </p:pic>
      <p:pic>
        <p:nvPicPr>
          <p:cNvPr id="163" name="Google Shape;163;p15"/>
          <p:cNvPicPr preferRelativeResize="0"/>
          <p:nvPr/>
        </p:nvPicPr>
        <p:blipFill rotWithShape="1">
          <a:blip r:embed="rId4">
            <a:alphaModFix/>
          </a:blip>
          <a:srcRect/>
          <a:stretch/>
        </p:blipFill>
        <p:spPr>
          <a:xfrm>
            <a:off x="6544395" y="4411647"/>
            <a:ext cx="5209032" cy="2057400"/>
          </a:xfrm>
          <a:prstGeom prst="rect">
            <a:avLst/>
          </a:prstGeom>
          <a:noFill/>
          <a:ln>
            <a:noFill/>
          </a:ln>
        </p:spPr>
      </p:pic>
      <p:sp>
        <p:nvSpPr>
          <p:cNvPr id="164" name="Google Shape;164;p15"/>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6"/>
          <p:cNvSpPr txBox="1">
            <a:spLocks noGrp="1"/>
          </p:cNvSpPr>
          <p:nvPr>
            <p:ph type="title"/>
          </p:nvPr>
        </p:nvSpPr>
        <p:spPr>
          <a:xfrm>
            <a:off x="858520" y="381000"/>
            <a:ext cx="10591800" cy="885499"/>
          </a:xfrm>
          <a:prstGeom prst="rect">
            <a:avLst/>
          </a:prstGeom>
          <a:noFill/>
          <a:ln>
            <a:noFill/>
          </a:ln>
        </p:spPr>
        <p:txBody>
          <a:bodyPr spcFirstLastPara="1" wrap="square" lIns="0" tIns="64125" rIns="0" bIns="0" anchor="t" anchorCtr="0">
            <a:spAutoFit/>
          </a:bodyPr>
          <a:lstStyle/>
          <a:p>
            <a:pPr marL="121920" marR="5080" lvl="0" indent="-109855" algn="l" rtl="0">
              <a:lnSpc>
                <a:spcPct val="90000"/>
              </a:lnSpc>
              <a:spcBef>
                <a:spcPts val="0"/>
              </a:spcBef>
              <a:spcAft>
                <a:spcPts val="0"/>
              </a:spcAft>
              <a:buNone/>
            </a:pPr>
            <a:r>
              <a:rPr lang="en-US">
                <a:latin typeface="Arial"/>
                <a:ea typeface="Arial"/>
                <a:cs typeface="Arial"/>
                <a:sym typeface="Arial"/>
              </a:rPr>
              <a:t>Rule 1- (design principles) :  Place the user in control.</a:t>
            </a:r>
            <a:endParaRPr/>
          </a:p>
        </p:txBody>
      </p:sp>
      <p:sp>
        <p:nvSpPr>
          <p:cNvPr id="170" name="Google Shape;170;p16"/>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16</a:t>
            </a:fld>
            <a:endParaRPr/>
          </a:p>
        </p:txBody>
      </p:sp>
      <p:sp>
        <p:nvSpPr>
          <p:cNvPr id="171" name="Google Shape;171;p16"/>
          <p:cNvSpPr txBox="1"/>
          <p:nvPr/>
        </p:nvSpPr>
        <p:spPr>
          <a:xfrm>
            <a:off x="838200" y="2286000"/>
            <a:ext cx="10972800" cy="3411831"/>
          </a:xfrm>
          <a:prstGeom prst="rect">
            <a:avLst/>
          </a:prstGeom>
          <a:noFill/>
          <a:ln>
            <a:noFill/>
          </a:ln>
        </p:spPr>
        <p:txBody>
          <a:bodyPr spcFirstLastPara="1" wrap="square" lIns="0" tIns="53975" rIns="0" bIns="0" anchor="t" anchorCtr="0">
            <a:spAutoFit/>
          </a:bodyPr>
          <a:lstStyle/>
          <a:p>
            <a:pPr marL="184785" marR="5080" lvl="0" indent="-177800" algn="l" rtl="0">
              <a:lnSpc>
                <a:spcPct val="925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Define interaction models in a way that does not force a user  into unnecessary or undesired actions.</a:t>
            </a:r>
            <a:endParaRPr/>
          </a:p>
          <a:p>
            <a:pPr marL="184785" marR="0" lvl="0" indent="-177800" algn="l" rtl="0">
              <a:spcBef>
                <a:spcPts val="484"/>
              </a:spcBef>
              <a:spcAft>
                <a:spcPts val="0"/>
              </a:spcAft>
              <a:buClr>
                <a:schemeClr val="dk1"/>
              </a:buClr>
              <a:buSzPts val="2800"/>
              <a:buFont typeface="Arial"/>
              <a:buChar char="•"/>
            </a:pPr>
            <a:r>
              <a:rPr lang="en-US" sz="2800">
                <a:solidFill>
                  <a:schemeClr val="dk1"/>
                </a:solidFill>
                <a:latin typeface="Arial"/>
                <a:ea typeface="Arial"/>
                <a:cs typeface="Arial"/>
                <a:sym typeface="Arial"/>
              </a:rPr>
              <a:t>Provide for flexible interaction.</a:t>
            </a:r>
            <a:endParaRPr sz="2800">
              <a:solidFill>
                <a:schemeClr val="dk1"/>
              </a:solidFill>
              <a:latin typeface="Arial"/>
              <a:ea typeface="Arial"/>
              <a:cs typeface="Arial"/>
              <a:sym typeface="Arial"/>
            </a:endParaRPr>
          </a:p>
          <a:p>
            <a:pPr marL="184785" marR="0" lvl="0" indent="-177800" algn="l" rtl="0">
              <a:spcBef>
                <a:spcPts val="515"/>
              </a:spcBef>
              <a:spcAft>
                <a:spcPts val="0"/>
              </a:spcAft>
              <a:buClr>
                <a:schemeClr val="dk1"/>
              </a:buClr>
              <a:buSzPts val="2800"/>
              <a:buFont typeface="Arial"/>
              <a:buChar char="•"/>
            </a:pPr>
            <a:r>
              <a:rPr lang="en-US" sz="2800">
                <a:solidFill>
                  <a:schemeClr val="dk1"/>
                </a:solidFill>
                <a:latin typeface="Arial"/>
                <a:ea typeface="Arial"/>
                <a:cs typeface="Arial"/>
                <a:sym typeface="Arial"/>
              </a:rPr>
              <a:t>Allow user interaction to be interruptible and undoable.</a:t>
            </a:r>
            <a:endParaRPr sz="2800">
              <a:solidFill>
                <a:schemeClr val="dk1"/>
              </a:solidFill>
              <a:latin typeface="Arial"/>
              <a:ea typeface="Arial"/>
              <a:cs typeface="Arial"/>
              <a:sym typeface="Arial"/>
            </a:endParaRPr>
          </a:p>
          <a:p>
            <a:pPr marL="184785" marR="293370" lvl="0" indent="-177800" algn="l" rtl="0">
              <a:lnSpc>
                <a:spcPct val="92500"/>
              </a:lnSpc>
              <a:spcBef>
                <a:spcPts val="830"/>
              </a:spcBef>
              <a:spcAft>
                <a:spcPts val="0"/>
              </a:spcAft>
              <a:buClr>
                <a:schemeClr val="dk1"/>
              </a:buClr>
              <a:buSzPts val="2800"/>
              <a:buFont typeface="Arial"/>
              <a:buChar char="•"/>
            </a:pPr>
            <a:r>
              <a:rPr lang="en-US" sz="2800">
                <a:solidFill>
                  <a:schemeClr val="dk1"/>
                </a:solidFill>
                <a:latin typeface="Arial"/>
                <a:ea typeface="Arial"/>
                <a:cs typeface="Arial"/>
                <a:sym typeface="Arial"/>
              </a:rPr>
              <a:t>Streamline interaction as skill levels advance and allow the  interaction to be customized.</a:t>
            </a:r>
            <a:endParaRPr sz="2800">
              <a:solidFill>
                <a:schemeClr val="dk1"/>
              </a:solidFill>
              <a:latin typeface="Arial"/>
              <a:ea typeface="Arial"/>
              <a:cs typeface="Arial"/>
              <a:sym typeface="Arial"/>
            </a:endParaRPr>
          </a:p>
          <a:p>
            <a:pPr marL="184785" marR="0" lvl="0" indent="-177800" algn="l" rtl="0">
              <a:spcBef>
                <a:spcPts val="484"/>
              </a:spcBef>
              <a:spcAft>
                <a:spcPts val="0"/>
              </a:spcAft>
              <a:buClr>
                <a:schemeClr val="dk1"/>
              </a:buClr>
              <a:buSzPts val="2800"/>
              <a:buFont typeface="Arial"/>
              <a:buChar char="•"/>
            </a:pPr>
            <a:r>
              <a:rPr lang="en-US" sz="2800">
                <a:solidFill>
                  <a:schemeClr val="dk1"/>
                </a:solidFill>
                <a:latin typeface="Arial"/>
                <a:ea typeface="Arial"/>
                <a:cs typeface="Arial"/>
                <a:sym typeface="Arial"/>
              </a:rPr>
              <a:t>Hide technical internals from the casual user.</a:t>
            </a:r>
            <a:endParaRPr sz="2800">
              <a:solidFill>
                <a:schemeClr val="dk1"/>
              </a:solidFill>
              <a:latin typeface="Arial"/>
              <a:ea typeface="Arial"/>
              <a:cs typeface="Arial"/>
              <a:sym typeface="Arial"/>
            </a:endParaRPr>
          </a:p>
          <a:p>
            <a:pPr marL="184785" marR="106045" lvl="0" indent="-177800" algn="l" rtl="0">
              <a:lnSpc>
                <a:spcPct val="92500"/>
              </a:lnSpc>
              <a:spcBef>
                <a:spcPts val="845"/>
              </a:spcBef>
              <a:spcAft>
                <a:spcPts val="0"/>
              </a:spcAft>
              <a:buClr>
                <a:schemeClr val="dk1"/>
              </a:buClr>
              <a:buSzPts val="2800"/>
              <a:buFont typeface="Arial"/>
              <a:buChar char="•"/>
            </a:pPr>
            <a:r>
              <a:rPr lang="en-US" sz="2800">
                <a:solidFill>
                  <a:schemeClr val="dk1"/>
                </a:solidFill>
                <a:latin typeface="Arial"/>
                <a:ea typeface="Arial"/>
                <a:cs typeface="Arial"/>
                <a:sym typeface="Arial"/>
              </a:rPr>
              <a:t>Design for direct interaction with objects that appear on the  screen.</a:t>
            </a:r>
            <a:endParaRPr sz="2800">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7"/>
          <p:cNvSpPr txBox="1">
            <a:spLocks noGrp="1"/>
          </p:cNvSpPr>
          <p:nvPr>
            <p:ph type="title"/>
          </p:nvPr>
        </p:nvSpPr>
        <p:spPr>
          <a:xfrm>
            <a:off x="2402839" y="270128"/>
            <a:ext cx="7383780" cy="1120820"/>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a:latin typeface="Arial"/>
                <a:ea typeface="Arial"/>
                <a:cs typeface="Arial"/>
                <a:sym typeface="Arial"/>
              </a:rPr>
              <a:t>Rule 2: Reduce the User’s Memory Load</a:t>
            </a:r>
            <a:endParaRPr/>
          </a:p>
        </p:txBody>
      </p:sp>
      <p:sp>
        <p:nvSpPr>
          <p:cNvPr id="177" name="Google Shape;177;p17"/>
          <p:cNvSpPr txBox="1">
            <a:spLocks noGrp="1"/>
          </p:cNvSpPr>
          <p:nvPr>
            <p:ph type="body" idx="1"/>
          </p:nvPr>
        </p:nvSpPr>
        <p:spPr>
          <a:xfrm>
            <a:off x="838200" y="2032862"/>
            <a:ext cx="7751230" cy="3356945"/>
          </a:xfrm>
          <a:prstGeom prst="rect">
            <a:avLst/>
          </a:prstGeom>
          <a:noFill/>
          <a:ln>
            <a:noFill/>
          </a:ln>
        </p:spPr>
        <p:txBody>
          <a:bodyPr spcFirstLastPara="1" wrap="square" lIns="0" tIns="48875" rIns="0" bIns="0" anchor="t" anchorCtr="0">
            <a:spAutoFit/>
          </a:bodyPr>
          <a:lstStyle/>
          <a:p>
            <a:pPr marL="12700" marR="5080" lvl="0" indent="0" algn="l" rtl="0">
              <a:lnSpc>
                <a:spcPct val="90000"/>
              </a:lnSpc>
              <a:spcBef>
                <a:spcPts val="0"/>
              </a:spcBef>
              <a:spcAft>
                <a:spcPts val="0"/>
              </a:spcAft>
              <a:buNone/>
            </a:pPr>
            <a:r>
              <a:rPr lang="en-US" i="1"/>
              <a:t>The limitation of human information processing in short-term  memory requires that displays be kept simple, multiple page  displays be consolidated, window-motion </a:t>
            </a:r>
            <a:endParaRPr i="1"/>
          </a:p>
          <a:p>
            <a:pPr marL="12700" marR="5080" lvl="0" indent="0" algn="l" rtl="0">
              <a:lnSpc>
                <a:spcPct val="90000"/>
              </a:lnSpc>
              <a:spcBef>
                <a:spcPts val="385"/>
              </a:spcBef>
              <a:spcAft>
                <a:spcPts val="0"/>
              </a:spcAft>
              <a:buNone/>
            </a:pPr>
            <a:r>
              <a:rPr lang="en-US" i="1"/>
              <a:t>frequency be  reduced, and </a:t>
            </a:r>
            <a:endParaRPr i="1"/>
          </a:p>
          <a:p>
            <a:pPr marL="12700" marR="5080" lvl="0" indent="0" algn="l" rtl="0">
              <a:lnSpc>
                <a:spcPct val="90000"/>
              </a:lnSpc>
              <a:spcBef>
                <a:spcPts val="385"/>
              </a:spcBef>
              <a:spcAft>
                <a:spcPts val="0"/>
              </a:spcAft>
              <a:buNone/>
            </a:pPr>
            <a:r>
              <a:rPr lang="en-US" i="1"/>
              <a:t>sufficient training time be allotted </a:t>
            </a:r>
            <a:endParaRPr i="1"/>
          </a:p>
          <a:p>
            <a:pPr marL="12700" marR="5080" lvl="0" indent="0" algn="l" rtl="0">
              <a:lnSpc>
                <a:spcPct val="90000"/>
              </a:lnSpc>
              <a:spcBef>
                <a:spcPts val="385"/>
              </a:spcBef>
              <a:spcAft>
                <a:spcPts val="0"/>
              </a:spcAft>
              <a:buNone/>
            </a:pPr>
            <a:r>
              <a:rPr lang="en-US" i="1"/>
              <a:t>for codes,  mnemonics, and </a:t>
            </a:r>
            <a:endParaRPr i="1"/>
          </a:p>
          <a:p>
            <a:pPr marL="12700" marR="5080" lvl="0" indent="0" algn="l" rtl="0">
              <a:lnSpc>
                <a:spcPct val="90000"/>
              </a:lnSpc>
              <a:spcBef>
                <a:spcPts val="385"/>
              </a:spcBef>
              <a:spcAft>
                <a:spcPts val="0"/>
              </a:spcAft>
              <a:buNone/>
            </a:pPr>
            <a:r>
              <a:rPr lang="en-US" i="1"/>
              <a:t>sequences of actions.</a:t>
            </a:r>
            <a:endParaRPr/>
          </a:p>
        </p:txBody>
      </p:sp>
      <p:grpSp>
        <p:nvGrpSpPr>
          <p:cNvPr id="178" name="Google Shape;178;p17"/>
          <p:cNvGrpSpPr/>
          <p:nvPr/>
        </p:nvGrpSpPr>
        <p:grpSpPr>
          <a:xfrm>
            <a:off x="6781800" y="3069901"/>
            <a:ext cx="5106162" cy="3479800"/>
            <a:chOff x="1905000" y="3085338"/>
            <a:chExt cx="5106162" cy="3479800"/>
          </a:xfrm>
        </p:grpSpPr>
        <p:pic>
          <p:nvPicPr>
            <p:cNvPr id="179" name="Google Shape;179;p17"/>
            <p:cNvPicPr preferRelativeResize="0"/>
            <p:nvPr/>
          </p:nvPicPr>
          <p:blipFill rotWithShape="1">
            <a:blip r:embed="rId3">
              <a:alphaModFix/>
            </a:blip>
            <a:srcRect/>
            <a:stretch/>
          </p:blipFill>
          <p:spPr>
            <a:xfrm>
              <a:off x="1905000" y="3164932"/>
              <a:ext cx="5105400" cy="3376305"/>
            </a:xfrm>
            <a:prstGeom prst="rect">
              <a:avLst/>
            </a:prstGeom>
            <a:noFill/>
            <a:ln>
              <a:noFill/>
            </a:ln>
          </p:spPr>
        </p:pic>
        <p:sp>
          <p:nvSpPr>
            <p:cNvPr id="180" name="Google Shape;180;p17"/>
            <p:cNvSpPr/>
            <p:nvPr/>
          </p:nvSpPr>
          <p:spPr>
            <a:xfrm>
              <a:off x="2058162" y="3085338"/>
              <a:ext cx="4953000" cy="3479800"/>
            </a:xfrm>
            <a:custGeom>
              <a:avLst/>
              <a:gdLst/>
              <a:ahLst/>
              <a:cxnLst/>
              <a:rect l="l" t="t" r="r" b="b"/>
              <a:pathLst>
                <a:path w="4953000" h="3479800" extrusionOk="0">
                  <a:moveTo>
                    <a:pt x="1752600" y="57403"/>
                  </a:moveTo>
                  <a:lnTo>
                    <a:pt x="1757104" y="35040"/>
                  </a:lnTo>
                  <a:lnTo>
                    <a:pt x="1769395" y="16795"/>
                  </a:lnTo>
                  <a:lnTo>
                    <a:pt x="1787640" y="4504"/>
                  </a:lnTo>
                  <a:lnTo>
                    <a:pt x="1810003" y="0"/>
                  </a:lnTo>
                  <a:lnTo>
                    <a:pt x="2838196" y="0"/>
                  </a:lnTo>
                  <a:lnTo>
                    <a:pt x="2860559" y="4504"/>
                  </a:lnTo>
                  <a:lnTo>
                    <a:pt x="2878804" y="16795"/>
                  </a:lnTo>
                  <a:lnTo>
                    <a:pt x="2891095" y="35040"/>
                  </a:lnTo>
                  <a:lnTo>
                    <a:pt x="2895600" y="57403"/>
                  </a:lnTo>
                  <a:lnTo>
                    <a:pt x="2895600" y="287020"/>
                  </a:lnTo>
                  <a:lnTo>
                    <a:pt x="2891095" y="309383"/>
                  </a:lnTo>
                  <a:lnTo>
                    <a:pt x="2878804" y="327628"/>
                  </a:lnTo>
                  <a:lnTo>
                    <a:pt x="2860559" y="339919"/>
                  </a:lnTo>
                  <a:lnTo>
                    <a:pt x="2838196" y="344424"/>
                  </a:lnTo>
                  <a:lnTo>
                    <a:pt x="1810003" y="344424"/>
                  </a:lnTo>
                  <a:lnTo>
                    <a:pt x="1787640" y="339919"/>
                  </a:lnTo>
                  <a:lnTo>
                    <a:pt x="1769395" y="327628"/>
                  </a:lnTo>
                  <a:lnTo>
                    <a:pt x="1757104" y="309383"/>
                  </a:lnTo>
                  <a:lnTo>
                    <a:pt x="1752600" y="287020"/>
                  </a:lnTo>
                  <a:lnTo>
                    <a:pt x="1752600" y="57403"/>
                  </a:lnTo>
                  <a:close/>
                </a:path>
                <a:path w="4953000" h="3479800" extrusionOk="0">
                  <a:moveTo>
                    <a:pt x="3581400" y="998219"/>
                  </a:moveTo>
                  <a:lnTo>
                    <a:pt x="3586044" y="952153"/>
                  </a:lnTo>
                  <a:lnTo>
                    <a:pt x="3599366" y="909244"/>
                  </a:lnTo>
                  <a:lnTo>
                    <a:pt x="3620445" y="870413"/>
                  </a:lnTo>
                  <a:lnTo>
                    <a:pt x="3648360" y="836580"/>
                  </a:lnTo>
                  <a:lnTo>
                    <a:pt x="3682193" y="808665"/>
                  </a:lnTo>
                  <a:lnTo>
                    <a:pt x="3721024" y="787586"/>
                  </a:lnTo>
                  <a:lnTo>
                    <a:pt x="3763933" y="774264"/>
                  </a:lnTo>
                  <a:lnTo>
                    <a:pt x="3810000" y="769619"/>
                  </a:lnTo>
                  <a:lnTo>
                    <a:pt x="4724399" y="769619"/>
                  </a:lnTo>
                  <a:lnTo>
                    <a:pt x="4770466" y="774264"/>
                  </a:lnTo>
                  <a:lnTo>
                    <a:pt x="4813375" y="787586"/>
                  </a:lnTo>
                  <a:lnTo>
                    <a:pt x="4852206" y="808665"/>
                  </a:lnTo>
                  <a:lnTo>
                    <a:pt x="4886039" y="836580"/>
                  </a:lnTo>
                  <a:lnTo>
                    <a:pt x="4913954" y="870413"/>
                  </a:lnTo>
                  <a:lnTo>
                    <a:pt x="4935033" y="909244"/>
                  </a:lnTo>
                  <a:lnTo>
                    <a:pt x="4948355" y="952153"/>
                  </a:lnTo>
                  <a:lnTo>
                    <a:pt x="4952999" y="998219"/>
                  </a:lnTo>
                  <a:lnTo>
                    <a:pt x="4952999" y="1944624"/>
                  </a:lnTo>
                  <a:lnTo>
                    <a:pt x="4948355" y="1990690"/>
                  </a:lnTo>
                  <a:lnTo>
                    <a:pt x="4935033" y="2033599"/>
                  </a:lnTo>
                  <a:lnTo>
                    <a:pt x="4913954" y="2072430"/>
                  </a:lnTo>
                  <a:lnTo>
                    <a:pt x="4886039" y="2106263"/>
                  </a:lnTo>
                  <a:lnTo>
                    <a:pt x="4852206" y="2134178"/>
                  </a:lnTo>
                  <a:lnTo>
                    <a:pt x="4813375" y="2155257"/>
                  </a:lnTo>
                  <a:lnTo>
                    <a:pt x="4770466" y="2168579"/>
                  </a:lnTo>
                  <a:lnTo>
                    <a:pt x="4724399" y="2173224"/>
                  </a:lnTo>
                  <a:lnTo>
                    <a:pt x="3810000" y="2173224"/>
                  </a:lnTo>
                  <a:lnTo>
                    <a:pt x="3763933" y="2168579"/>
                  </a:lnTo>
                  <a:lnTo>
                    <a:pt x="3721024" y="2155257"/>
                  </a:lnTo>
                  <a:lnTo>
                    <a:pt x="3682193" y="2134178"/>
                  </a:lnTo>
                  <a:lnTo>
                    <a:pt x="3648360" y="2106263"/>
                  </a:lnTo>
                  <a:lnTo>
                    <a:pt x="3620445" y="2072430"/>
                  </a:lnTo>
                  <a:lnTo>
                    <a:pt x="3599366" y="2033599"/>
                  </a:lnTo>
                  <a:lnTo>
                    <a:pt x="3586044" y="1990690"/>
                  </a:lnTo>
                  <a:lnTo>
                    <a:pt x="3581400" y="1944624"/>
                  </a:lnTo>
                  <a:lnTo>
                    <a:pt x="3581400" y="998219"/>
                  </a:lnTo>
                  <a:close/>
                </a:path>
                <a:path w="4953000" h="3479800" extrusionOk="0">
                  <a:moveTo>
                    <a:pt x="0" y="2517902"/>
                  </a:moveTo>
                  <a:lnTo>
                    <a:pt x="5079" y="2473820"/>
                  </a:lnTo>
                  <a:lnTo>
                    <a:pt x="19546" y="2433351"/>
                  </a:lnTo>
                  <a:lnTo>
                    <a:pt x="42247" y="2397650"/>
                  </a:lnTo>
                  <a:lnTo>
                    <a:pt x="72026" y="2367871"/>
                  </a:lnTo>
                  <a:lnTo>
                    <a:pt x="107727" y="2345170"/>
                  </a:lnTo>
                  <a:lnTo>
                    <a:pt x="148196" y="2330703"/>
                  </a:lnTo>
                  <a:lnTo>
                    <a:pt x="192277" y="2325624"/>
                  </a:lnTo>
                  <a:lnTo>
                    <a:pt x="2931922" y="2325624"/>
                  </a:lnTo>
                  <a:lnTo>
                    <a:pt x="2976003" y="2330703"/>
                  </a:lnTo>
                  <a:lnTo>
                    <a:pt x="3016472" y="2345170"/>
                  </a:lnTo>
                  <a:lnTo>
                    <a:pt x="3052173" y="2367871"/>
                  </a:lnTo>
                  <a:lnTo>
                    <a:pt x="3081952" y="2397650"/>
                  </a:lnTo>
                  <a:lnTo>
                    <a:pt x="3104653" y="2433351"/>
                  </a:lnTo>
                  <a:lnTo>
                    <a:pt x="3119120" y="2473820"/>
                  </a:lnTo>
                  <a:lnTo>
                    <a:pt x="3124200" y="2517902"/>
                  </a:lnTo>
                  <a:lnTo>
                    <a:pt x="3124200" y="3287014"/>
                  </a:lnTo>
                  <a:lnTo>
                    <a:pt x="3119120" y="3331099"/>
                  </a:lnTo>
                  <a:lnTo>
                    <a:pt x="3104653" y="3371569"/>
                  </a:lnTo>
                  <a:lnTo>
                    <a:pt x="3081952" y="3407270"/>
                  </a:lnTo>
                  <a:lnTo>
                    <a:pt x="3052173" y="3437048"/>
                  </a:lnTo>
                  <a:lnTo>
                    <a:pt x="3016472" y="3459747"/>
                  </a:lnTo>
                  <a:lnTo>
                    <a:pt x="2976003" y="3474213"/>
                  </a:lnTo>
                  <a:lnTo>
                    <a:pt x="2931922" y="3479291"/>
                  </a:lnTo>
                  <a:lnTo>
                    <a:pt x="192277" y="3479291"/>
                  </a:lnTo>
                  <a:lnTo>
                    <a:pt x="148196" y="3474213"/>
                  </a:lnTo>
                  <a:lnTo>
                    <a:pt x="107727" y="3459747"/>
                  </a:lnTo>
                  <a:lnTo>
                    <a:pt x="72026" y="3437048"/>
                  </a:lnTo>
                  <a:lnTo>
                    <a:pt x="42247" y="3407270"/>
                  </a:lnTo>
                  <a:lnTo>
                    <a:pt x="19546" y="3371569"/>
                  </a:lnTo>
                  <a:lnTo>
                    <a:pt x="5079" y="3331099"/>
                  </a:lnTo>
                  <a:lnTo>
                    <a:pt x="0" y="3287014"/>
                  </a:lnTo>
                  <a:lnTo>
                    <a:pt x="0" y="2517902"/>
                  </a:lnTo>
                  <a:close/>
                </a:path>
              </a:pathLst>
            </a:custGeom>
            <a:noFill/>
            <a:ln w="38100" cap="flat" cmpd="sng">
              <a:solidFill>
                <a:srgbClr val="C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181" name="Google Shape;181;p17"/>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title"/>
          </p:nvPr>
        </p:nvSpPr>
        <p:spPr>
          <a:xfrm>
            <a:off x="-228600" y="381000"/>
            <a:ext cx="10778067" cy="888000"/>
          </a:xfrm>
          <a:prstGeom prst="rect">
            <a:avLst/>
          </a:prstGeom>
          <a:noFill/>
          <a:ln>
            <a:noFill/>
          </a:ln>
        </p:spPr>
        <p:txBody>
          <a:bodyPr spcFirstLastPara="1" wrap="square" lIns="0" tIns="64125" rIns="0" bIns="0" anchor="t" anchorCtr="0">
            <a:spAutoFit/>
          </a:bodyPr>
          <a:lstStyle/>
          <a:p>
            <a:pPr marL="744220" marR="5080" lvl="0" indent="588010" algn="l" rtl="0">
              <a:lnSpc>
                <a:spcPct val="90000"/>
              </a:lnSpc>
              <a:spcBef>
                <a:spcPts val="0"/>
              </a:spcBef>
              <a:spcAft>
                <a:spcPts val="0"/>
              </a:spcAft>
              <a:buNone/>
            </a:pPr>
            <a:r>
              <a:rPr lang="en-US">
                <a:latin typeface="Arial"/>
                <a:ea typeface="Arial"/>
                <a:cs typeface="Arial"/>
                <a:sym typeface="Arial"/>
              </a:rPr>
              <a:t>Rule 2- (design principles)  : Reduce the    	   User’s Memory Load</a:t>
            </a:r>
            <a:endParaRPr>
              <a:latin typeface="Arial"/>
              <a:ea typeface="Arial"/>
              <a:cs typeface="Arial"/>
              <a:sym typeface="Arial"/>
            </a:endParaRPr>
          </a:p>
        </p:txBody>
      </p:sp>
      <p:sp>
        <p:nvSpPr>
          <p:cNvPr id="187" name="Google Shape;187;p18"/>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18</a:t>
            </a:fld>
            <a:endParaRPr/>
          </a:p>
        </p:txBody>
      </p:sp>
      <p:sp>
        <p:nvSpPr>
          <p:cNvPr id="188" name="Google Shape;188;p18"/>
          <p:cNvSpPr txBox="1"/>
          <p:nvPr/>
        </p:nvSpPr>
        <p:spPr>
          <a:xfrm>
            <a:off x="838200" y="2514600"/>
            <a:ext cx="10972800" cy="2763577"/>
          </a:xfrm>
          <a:prstGeom prst="rect">
            <a:avLst/>
          </a:prstGeom>
          <a:noFill/>
          <a:ln>
            <a:noFill/>
          </a:ln>
        </p:spPr>
        <p:txBody>
          <a:bodyPr spcFirstLastPara="1" wrap="square" lIns="0" tIns="77450" rIns="0" bIns="0" anchor="t" anchorCtr="0">
            <a:spAutoFit/>
          </a:bodyPr>
          <a:lstStyle/>
          <a:p>
            <a:pPr marL="184785" marR="0" lvl="0" indent="-177800" algn="l" rtl="0">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Reduce demand on short-term memory.</a:t>
            </a:r>
            <a:endParaRPr sz="2800">
              <a:solidFill>
                <a:schemeClr val="dk1"/>
              </a:solidFill>
              <a:latin typeface="Arial"/>
              <a:ea typeface="Arial"/>
              <a:cs typeface="Arial"/>
              <a:sym typeface="Arial"/>
            </a:endParaRPr>
          </a:p>
          <a:p>
            <a:pPr marL="184785" marR="0" lvl="0" indent="-177800" algn="l" rtl="0">
              <a:spcBef>
                <a:spcPts val="520"/>
              </a:spcBef>
              <a:spcAft>
                <a:spcPts val="0"/>
              </a:spcAft>
              <a:buClr>
                <a:schemeClr val="dk1"/>
              </a:buClr>
              <a:buSzPts val="2800"/>
              <a:buFont typeface="Arial"/>
              <a:buChar char="•"/>
            </a:pPr>
            <a:r>
              <a:rPr lang="en-US" sz="2800">
                <a:solidFill>
                  <a:schemeClr val="dk1"/>
                </a:solidFill>
                <a:latin typeface="Arial"/>
                <a:ea typeface="Arial"/>
                <a:cs typeface="Arial"/>
                <a:sym typeface="Arial"/>
              </a:rPr>
              <a:t>Establish meaningful defaults.</a:t>
            </a:r>
            <a:endParaRPr sz="2800">
              <a:solidFill>
                <a:schemeClr val="dk1"/>
              </a:solidFill>
              <a:latin typeface="Arial"/>
              <a:ea typeface="Arial"/>
              <a:cs typeface="Arial"/>
              <a:sym typeface="Arial"/>
            </a:endParaRPr>
          </a:p>
          <a:p>
            <a:pPr marL="184785" marR="0" lvl="0" indent="-177800" algn="l" rtl="0">
              <a:spcBef>
                <a:spcPts val="515"/>
              </a:spcBef>
              <a:spcAft>
                <a:spcPts val="0"/>
              </a:spcAft>
              <a:buClr>
                <a:schemeClr val="dk1"/>
              </a:buClr>
              <a:buSzPts val="2800"/>
              <a:buFont typeface="Arial"/>
              <a:buChar char="•"/>
            </a:pPr>
            <a:r>
              <a:rPr lang="en-US" sz="2800">
                <a:solidFill>
                  <a:schemeClr val="dk1"/>
                </a:solidFill>
                <a:latin typeface="Arial"/>
                <a:ea typeface="Arial"/>
                <a:cs typeface="Arial"/>
                <a:sym typeface="Arial"/>
              </a:rPr>
              <a:t>Define shortcuts that are intuitive.</a:t>
            </a:r>
            <a:endParaRPr sz="2800">
              <a:solidFill>
                <a:schemeClr val="dk1"/>
              </a:solidFill>
              <a:latin typeface="Arial"/>
              <a:ea typeface="Arial"/>
              <a:cs typeface="Arial"/>
              <a:sym typeface="Arial"/>
            </a:endParaRPr>
          </a:p>
          <a:p>
            <a:pPr marL="184785" marR="5080" lvl="0" indent="-177800" algn="l" rtl="0">
              <a:lnSpc>
                <a:spcPct val="92500"/>
              </a:lnSpc>
              <a:spcBef>
                <a:spcPts val="835"/>
              </a:spcBef>
              <a:spcAft>
                <a:spcPts val="0"/>
              </a:spcAft>
              <a:buClr>
                <a:schemeClr val="dk1"/>
              </a:buClr>
              <a:buSzPts val="2800"/>
              <a:buFont typeface="Arial"/>
              <a:buChar char="•"/>
            </a:pPr>
            <a:r>
              <a:rPr lang="en-US" sz="2800">
                <a:solidFill>
                  <a:schemeClr val="dk1"/>
                </a:solidFill>
                <a:latin typeface="Arial"/>
                <a:ea typeface="Arial"/>
                <a:cs typeface="Arial"/>
                <a:sym typeface="Arial"/>
              </a:rPr>
              <a:t>The visual layout of the interface should be based on a real-  world metaphor.</a:t>
            </a:r>
            <a:endParaRPr sz="2800">
              <a:solidFill>
                <a:schemeClr val="dk1"/>
              </a:solidFill>
              <a:latin typeface="Arial"/>
              <a:ea typeface="Arial"/>
              <a:cs typeface="Arial"/>
              <a:sym typeface="Arial"/>
            </a:endParaRPr>
          </a:p>
          <a:p>
            <a:pPr marL="184785" marR="0" lvl="0" indent="-177800" algn="l" rtl="0">
              <a:spcBef>
                <a:spcPts val="480"/>
              </a:spcBef>
              <a:spcAft>
                <a:spcPts val="0"/>
              </a:spcAft>
              <a:buClr>
                <a:schemeClr val="dk1"/>
              </a:buClr>
              <a:buSzPts val="2800"/>
              <a:buFont typeface="Arial"/>
              <a:buChar char="•"/>
            </a:pPr>
            <a:r>
              <a:rPr lang="en-US" sz="2800">
                <a:solidFill>
                  <a:schemeClr val="dk1"/>
                </a:solidFill>
                <a:latin typeface="Arial"/>
                <a:ea typeface="Arial"/>
                <a:cs typeface="Arial"/>
                <a:sym typeface="Arial"/>
              </a:rPr>
              <a:t>Disclose information in a progressive fashion.</a:t>
            </a:r>
            <a:endParaRPr sz="280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9"/>
          <p:cNvSpPr txBox="1">
            <a:spLocks noGrp="1"/>
          </p:cNvSpPr>
          <p:nvPr>
            <p:ph type="title"/>
          </p:nvPr>
        </p:nvSpPr>
        <p:spPr>
          <a:xfrm>
            <a:off x="2302256" y="245109"/>
            <a:ext cx="8213344" cy="520655"/>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sz="3300">
                <a:latin typeface="Arial"/>
                <a:ea typeface="Arial"/>
                <a:cs typeface="Arial"/>
                <a:sym typeface="Arial"/>
              </a:rPr>
              <a:t>Rule 3: Make the Interface Consistent</a:t>
            </a:r>
            <a:endParaRPr sz="3300">
              <a:latin typeface="Arial"/>
              <a:ea typeface="Arial"/>
              <a:cs typeface="Arial"/>
              <a:sym typeface="Arial"/>
            </a:endParaRPr>
          </a:p>
        </p:txBody>
      </p:sp>
      <p:sp>
        <p:nvSpPr>
          <p:cNvPr id="194" name="Google Shape;194;p19"/>
          <p:cNvSpPr txBox="1">
            <a:spLocks noGrp="1"/>
          </p:cNvSpPr>
          <p:nvPr>
            <p:ph type="body" idx="1"/>
          </p:nvPr>
        </p:nvSpPr>
        <p:spPr>
          <a:xfrm>
            <a:off x="990600" y="2057400"/>
            <a:ext cx="10778067" cy="1600566"/>
          </a:xfrm>
          <a:prstGeom prst="rect">
            <a:avLst/>
          </a:prstGeom>
          <a:noFill/>
          <a:ln>
            <a:noFill/>
          </a:ln>
        </p:spPr>
        <p:txBody>
          <a:bodyPr spcFirstLastPara="1" wrap="square" lIns="0" tIns="48875" rIns="0" bIns="0" anchor="t" anchorCtr="0">
            <a:spAutoFit/>
          </a:bodyPr>
          <a:lstStyle/>
          <a:p>
            <a:pPr marL="12700" marR="5080" lvl="0" indent="0" algn="l" rtl="0">
              <a:lnSpc>
                <a:spcPct val="90000"/>
              </a:lnSpc>
              <a:spcBef>
                <a:spcPts val="0"/>
              </a:spcBef>
              <a:spcAft>
                <a:spcPts val="0"/>
              </a:spcAft>
              <a:buNone/>
            </a:pPr>
            <a:r>
              <a:rPr lang="en-US" i="1"/>
              <a:t>Consistent sequences of actions should be required in similar  situations; identical terminology should be used in prompts, menus, and help screens; and consistent commands should be  employed throughout.</a:t>
            </a:r>
            <a:endParaRPr/>
          </a:p>
        </p:txBody>
      </p:sp>
      <p:pic>
        <p:nvPicPr>
          <p:cNvPr id="195" name="Google Shape;195;p19"/>
          <p:cNvPicPr preferRelativeResize="0"/>
          <p:nvPr/>
        </p:nvPicPr>
        <p:blipFill rotWithShape="1">
          <a:blip r:embed="rId3">
            <a:alphaModFix/>
          </a:blip>
          <a:srcRect/>
          <a:stretch/>
        </p:blipFill>
        <p:spPr>
          <a:xfrm>
            <a:off x="2302256" y="4259949"/>
            <a:ext cx="7018686" cy="2467603"/>
          </a:xfrm>
          <a:prstGeom prst="rect">
            <a:avLst/>
          </a:prstGeom>
          <a:noFill/>
          <a:ln>
            <a:noFill/>
          </a:ln>
        </p:spPr>
      </p:pic>
      <p:sp>
        <p:nvSpPr>
          <p:cNvPr id="196" name="Google Shape;196;p19"/>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0"/>
          <p:cNvSpPr txBox="1">
            <a:spLocks noGrp="1"/>
          </p:cNvSpPr>
          <p:nvPr>
            <p:ph type="title"/>
          </p:nvPr>
        </p:nvSpPr>
        <p:spPr>
          <a:xfrm>
            <a:off x="838200" y="304800"/>
            <a:ext cx="10972800" cy="885499"/>
          </a:xfrm>
          <a:prstGeom prst="rect">
            <a:avLst/>
          </a:prstGeom>
          <a:noFill/>
          <a:ln>
            <a:noFill/>
          </a:ln>
        </p:spPr>
        <p:txBody>
          <a:bodyPr spcFirstLastPara="1" wrap="square" lIns="0" tIns="64125" rIns="0" bIns="0" anchor="t" anchorCtr="0">
            <a:spAutoFit/>
          </a:bodyPr>
          <a:lstStyle/>
          <a:p>
            <a:pPr marL="12700" marR="5080" lvl="0" indent="269240" algn="l" rtl="0">
              <a:lnSpc>
                <a:spcPct val="90000"/>
              </a:lnSpc>
              <a:spcBef>
                <a:spcPts val="0"/>
              </a:spcBef>
              <a:spcAft>
                <a:spcPts val="0"/>
              </a:spcAft>
              <a:buNone/>
            </a:pPr>
            <a:r>
              <a:rPr lang="en-US">
                <a:latin typeface="Arial"/>
                <a:ea typeface="Arial"/>
                <a:cs typeface="Arial"/>
                <a:sym typeface="Arial"/>
              </a:rPr>
              <a:t>Rule 3 – (design principles) : Make the</a:t>
            </a:r>
            <a:br>
              <a:rPr lang="en-US">
                <a:latin typeface="Arial"/>
                <a:ea typeface="Arial"/>
                <a:cs typeface="Arial"/>
                <a:sym typeface="Arial"/>
              </a:rPr>
            </a:br>
            <a:r>
              <a:rPr lang="en-US">
                <a:latin typeface="Arial"/>
                <a:ea typeface="Arial"/>
                <a:cs typeface="Arial"/>
                <a:sym typeface="Arial"/>
              </a:rPr>
              <a:t>   Interface Consistent</a:t>
            </a:r>
            <a:endParaRPr/>
          </a:p>
        </p:txBody>
      </p:sp>
      <p:sp>
        <p:nvSpPr>
          <p:cNvPr id="202" name="Google Shape;202;p20"/>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20</a:t>
            </a:fld>
            <a:endParaRPr/>
          </a:p>
        </p:txBody>
      </p:sp>
      <p:sp>
        <p:nvSpPr>
          <p:cNvPr id="203" name="Google Shape;203;p20"/>
          <p:cNvSpPr txBox="1"/>
          <p:nvPr/>
        </p:nvSpPr>
        <p:spPr>
          <a:xfrm>
            <a:off x="838200" y="2514600"/>
            <a:ext cx="10896600" cy="1652375"/>
          </a:xfrm>
          <a:prstGeom prst="rect">
            <a:avLst/>
          </a:prstGeom>
          <a:noFill/>
          <a:ln>
            <a:noFill/>
          </a:ln>
        </p:spPr>
        <p:txBody>
          <a:bodyPr spcFirstLastPara="1" wrap="square" lIns="0" tIns="53975" rIns="0" bIns="0" anchor="t" anchorCtr="0">
            <a:spAutoFit/>
          </a:bodyPr>
          <a:lstStyle/>
          <a:p>
            <a:pPr marL="184785" marR="634365" lvl="0" indent="-177800" algn="l" rtl="0">
              <a:lnSpc>
                <a:spcPct val="92500"/>
              </a:lnSpc>
              <a:spcBef>
                <a:spcPts val="0"/>
              </a:spcBef>
              <a:spcAft>
                <a:spcPts val="0"/>
              </a:spcAft>
              <a:buClr>
                <a:schemeClr val="dk1"/>
              </a:buClr>
              <a:buSzPts val="2800"/>
              <a:buFont typeface="Arial"/>
              <a:buChar char="•"/>
            </a:pPr>
            <a:r>
              <a:rPr lang="en-US" sz="2800">
                <a:solidFill>
                  <a:schemeClr val="dk1"/>
                </a:solidFill>
                <a:latin typeface="Arial"/>
                <a:ea typeface="Arial"/>
                <a:cs typeface="Arial"/>
                <a:sym typeface="Arial"/>
              </a:rPr>
              <a:t>Allow the user to put the current task into a meaningful  context.</a:t>
            </a:r>
            <a:endParaRPr sz="2800">
              <a:solidFill>
                <a:schemeClr val="dk1"/>
              </a:solidFill>
              <a:latin typeface="Arial"/>
              <a:ea typeface="Arial"/>
              <a:cs typeface="Arial"/>
              <a:sym typeface="Arial"/>
            </a:endParaRPr>
          </a:p>
          <a:p>
            <a:pPr marL="184785" marR="0" lvl="0" indent="-177800" algn="l" rtl="0">
              <a:spcBef>
                <a:spcPts val="484"/>
              </a:spcBef>
              <a:spcAft>
                <a:spcPts val="0"/>
              </a:spcAft>
              <a:buClr>
                <a:schemeClr val="dk1"/>
              </a:buClr>
              <a:buSzPts val="2800"/>
              <a:buFont typeface="Arial"/>
              <a:buChar char="•"/>
            </a:pPr>
            <a:r>
              <a:rPr lang="en-US" sz="2800">
                <a:solidFill>
                  <a:schemeClr val="dk1"/>
                </a:solidFill>
                <a:latin typeface="Arial"/>
                <a:ea typeface="Arial"/>
                <a:cs typeface="Arial"/>
                <a:sym typeface="Arial"/>
              </a:rPr>
              <a:t>Maintain consistency across a family of applications.</a:t>
            </a:r>
            <a:endParaRPr sz="2800">
              <a:solidFill>
                <a:schemeClr val="dk1"/>
              </a:solidFill>
              <a:latin typeface="Arial"/>
              <a:ea typeface="Arial"/>
              <a:cs typeface="Arial"/>
              <a:sym typeface="Arial"/>
            </a:endParaRPr>
          </a:p>
          <a:p>
            <a:pPr marL="184785" marR="5080" lvl="0" indent="-177800" algn="l" rtl="0">
              <a:lnSpc>
                <a:spcPct val="92500"/>
              </a:lnSpc>
              <a:spcBef>
                <a:spcPts val="840"/>
              </a:spcBef>
              <a:spcAft>
                <a:spcPts val="0"/>
              </a:spcAft>
              <a:buClr>
                <a:schemeClr val="dk1"/>
              </a:buClr>
              <a:buSzPts val="2800"/>
              <a:buFont typeface="Arial"/>
              <a:buChar char="•"/>
            </a:pPr>
            <a:r>
              <a:rPr lang="en-US" sz="2800">
                <a:solidFill>
                  <a:schemeClr val="dk1"/>
                </a:solidFill>
                <a:latin typeface="Arial"/>
                <a:ea typeface="Arial"/>
                <a:cs typeface="Arial"/>
                <a:sym typeface="Arial"/>
              </a:rPr>
              <a:t>If past interactive models have created user expectations, do  not make changes unless there is a compelling reason to do  so.</a:t>
            </a:r>
            <a:endParaRPr sz="2800">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1"/>
          <p:cNvSpPr txBox="1">
            <a:spLocks noGrp="1"/>
          </p:cNvSpPr>
          <p:nvPr>
            <p:ph type="title"/>
          </p:nvPr>
        </p:nvSpPr>
        <p:spPr>
          <a:xfrm>
            <a:off x="685800" y="3505200"/>
            <a:ext cx="7620000" cy="566822"/>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a:latin typeface="Arial"/>
                <a:ea typeface="Arial"/>
                <a:cs typeface="Arial"/>
                <a:sym typeface="Arial"/>
              </a:rPr>
              <a:t>Let’s take a break.</a:t>
            </a:r>
            <a:endParaRPr>
              <a:latin typeface="Arial"/>
              <a:ea typeface="Arial"/>
              <a:cs typeface="Arial"/>
              <a:sym typeface="Arial"/>
            </a:endParaRPr>
          </a:p>
        </p:txBody>
      </p:sp>
      <p:sp>
        <p:nvSpPr>
          <p:cNvPr id="209" name="Google Shape;209;p21"/>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2"/>
          <p:cNvSpPr txBox="1">
            <a:spLocks noGrp="1"/>
          </p:cNvSpPr>
          <p:nvPr>
            <p:ph type="title"/>
          </p:nvPr>
        </p:nvSpPr>
        <p:spPr>
          <a:xfrm>
            <a:off x="685800" y="3505200"/>
            <a:ext cx="7620000" cy="566822"/>
          </a:xfrm>
          <a:prstGeom prst="rect">
            <a:avLst/>
          </a:prstGeom>
          <a:noFill/>
          <a:ln>
            <a:noFill/>
          </a:ln>
        </p:spPr>
        <p:txBody>
          <a:bodyPr spcFirstLastPara="1" wrap="square" lIns="0" tIns="12700" rIns="0" bIns="0" anchor="t" anchorCtr="0">
            <a:spAutoFit/>
          </a:bodyPr>
          <a:lstStyle/>
          <a:p>
            <a:pPr marL="12700" lvl="0" indent="0" algn="l" rtl="0">
              <a:spcBef>
                <a:spcPts val="0"/>
              </a:spcBef>
              <a:spcAft>
                <a:spcPts val="0"/>
              </a:spcAft>
              <a:buNone/>
            </a:pPr>
            <a:r>
              <a:rPr lang="en-US">
                <a:latin typeface="Arial"/>
                <a:ea typeface="Arial"/>
                <a:cs typeface="Arial"/>
                <a:sym typeface="Arial"/>
              </a:rPr>
              <a:t>Prototyping Tool: FIGMA demo</a:t>
            </a:r>
            <a:endParaRPr>
              <a:latin typeface="Arial"/>
              <a:ea typeface="Arial"/>
              <a:cs typeface="Arial"/>
              <a:sym typeface="Arial"/>
            </a:endParaRPr>
          </a:p>
        </p:txBody>
      </p:sp>
      <p:sp>
        <p:nvSpPr>
          <p:cNvPr id="215" name="Google Shape;215;p22"/>
          <p:cNvSpPr txBox="1">
            <a:spLocks noGrp="1"/>
          </p:cNvSpPr>
          <p:nvPr>
            <p:ph type="sldNum" idx="12"/>
          </p:nvPr>
        </p:nvSpPr>
        <p:spPr>
          <a:xfrm>
            <a:off x="14778776" y="6491807"/>
            <a:ext cx="347133" cy="153888"/>
          </a:xfrm>
          <a:prstGeom prst="rect">
            <a:avLst/>
          </a:prstGeom>
          <a:noFill/>
          <a:ln>
            <a:noFill/>
          </a:ln>
        </p:spPr>
        <p:txBody>
          <a:bodyPr spcFirstLastPara="1" wrap="square" lIns="0" tIns="0" rIns="0" bIns="0" anchor="t" anchorCtr="0">
            <a:spAutoFit/>
          </a:bodyPr>
          <a:lstStyle/>
          <a:p>
            <a:pPr marL="38100" lvl="0" indent="0" algn="l" rtl="0">
              <a:lnSpc>
                <a:spcPct val="95384"/>
              </a:lnSpc>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3"/>
          <p:cNvSpPr txBox="1">
            <a:spLocks noGrp="1"/>
          </p:cNvSpPr>
          <p:nvPr>
            <p:ph type="title"/>
          </p:nvPr>
        </p:nvSpPr>
        <p:spPr>
          <a:xfrm>
            <a:off x="2054225" y="3152001"/>
            <a:ext cx="8083550" cy="553998"/>
          </a:xfrm>
          <a:prstGeom prst="rect">
            <a:avLst/>
          </a:prstGeom>
          <a:noFill/>
          <a:ln>
            <a:noFill/>
          </a:ln>
        </p:spPr>
        <p:txBody>
          <a:bodyPr spcFirstLastPara="1" wrap="square" lIns="0" tIns="0" rIns="0" bIns="0" anchor="t" anchorCtr="0">
            <a:spAutoFit/>
          </a:bodyPr>
          <a:lstStyle/>
          <a:p>
            <a:pPr marL="0" lvl="0" indent="0" algn="ctr" rtl="0">
              <a:spcBef>
                <a:spcPts val="0"/>
              </a:spcBef>
              <a:spcAft>
                <a:spcPts val="0"/>
              </a:spcAft>
              <a:buNone/>
            </a:pPr>
            <a:r>
              <a:rPr lang="en-US"/>
              <a:t>Thank You</a:t>
            </a:r>
            <a:endParaRPr/>
          </a:p>
        </p:txBody>
      </p:sp>
      <p:sp>
        <p:nvSpPr>
          <p:cNvPr id="221" name="Google Shape;221;p23"/>
          <p:cNvSpPr txBox="1">
            <a:spLocks noGrp="1"/>
          </p:cNvSpPr>
          <p:nvPr>
            <p:ph type="sldNum" idx="12"/>
          </p:nvPr>
        </p:nvSpPr>
        <p:spPr>
          <a:xfrm>
            <a:off x="11730776" y="6491807"/>
            <a:ext cx="347133" cy="192360"/>
          </a:xfrm>
          <a:prstGeom prst="rect">
            <a:avLst/>
          </a:prstGeom>
          <a:noFill/>
          <a:ln>
            <a:noFill/>
          </a:ln>
        </p:spPr>
        <p:txBody>
          <a:bodyPr spcFirstLastPara="1" wrap="square" lIns="0" tIns="0" rIns="0" bIns="0" anchor="t" anchorCtr="0">
            <a:spAutoFit/>
          </a:bodyPr>
          <a:lstStyle/>
          <a:p>
            <a:pPr marL="38099" lvl="0" indent="0" algn="l" rtl="0">
              <a:lnSpc>
                <a:spcPct val="118076"/>
              </a:lnSpc>
              <a:spcBef>
                <a:spcPts val="0"/>
              </a:spcBef>
              <a:spcAft>
                <a:spcPts val="0"/>
              </a:spcAft>
              <a:buNone/>
            </a:pPr>
            <a:fld id="{00000000-1234-1234-1234-123412341234}" type="slidenum">
              <a:rPr lang="en-US"/>
              <a:t>23</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85DA2"/>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994</Words>
  <Application>Microsoft Office PowerPoint</Application>
  <PresentationFormat>Widescreen</PresentationFormat>
  <Paragraphs>185</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Courier New</vt:lpstr>
      <vt:lpstr>Arial</vt:lpstr>
      <vt:lpstr>Times New Roman</vt:lpstr>
      <vt:lpstr>Helvetica Neue</vt:lpstr>
      <vt:lpstr>Calibri</vt:lpstr>
      <vt:lpstr>Office Theme</vt:lpstr>
      <vt:lpstr>PowerPoint Presentation</vt:lpstr>
      <vt:lpstr>Lab Schedule</vt:lpstr>
      <vt:lpstr>How To Design A Good UI?</vt:lpstr>
      <vt:lpstr>UI Design Considerations : Usability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UI Design Considerations</vt:lpstr>
      <vt:lpstr>Theo Mandel's 3 Golden Rules</vt:lpstr>
      <vt:lpstr>Rule 1: Place the user in control.</vt:lpstr>
      <vt:lpstr>Rule 1- (design principles) :  Place the user in control.</vt:lpstr>
      <vt:lpstr>Rule 2: Reduce the User’s Memory Load</vt:lpstr>
      <vt:lpstr>Rule 2- (design principles)  : Reduce the        User’s Memory Load</vt:lpstr>
      <vt:lpstr>Rule 3: Make the Interface Consistent</vt:lpstr>
      <vt:lpstr>Rule 3 – (design principles) : Make the    Interface Consistent</vt:lpstr>
      <vt:lpstr>Let’s take a break.</vt:lpstr>
      <vt:lpstr>Prototyping Tool: FIGMA demo</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student</cp:lastModifiedBy>
  <cp:revision>1</cp:revision>
  <dcterms:created xsi:type="dcterms:W3CDTF">2022-06-16T11:58:56Z</dcterms:created>
  <dcterms:modified xsi:type="dcterms:W3CDTF">2024-02-18T08:33:50Z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