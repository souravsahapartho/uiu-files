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9jtSTZAK8R69q1HSQLCUuCo26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35bda9a4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35bda9a4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1pPr>
            <a:lvl2pPr indent="-3048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2pPr>
            <a:lvl3pPr indent="-3048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3pPr>
            <a:lvl4pPr indent="-3048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5pPr>
            <a:lvl6pPr indent="-3048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6pPr>
            <a:lvl7pPr indent="-3048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7pPr>
            <a:lvl8pPr indent="-3048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8pPr>
            <a:lvl9pPr indent="-3048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866140" y="1122680"/>
            <a:ext cx="10407650" cy="238760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Types of Systems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450975" y="3510280"/>
            <a:ext cx="9144000" cy="1320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4173"/>
              </a:buClr>
              <a:buSzPts val="2800"/>
              <a:buNone/>
            </a:pPr>
            <a:r>
              <a:rPr b="1" lang="en-US" sz="2800">
                <a:solidFill>
                  <a:srgbClr val="074173"/>
                </a:solidFill>
              </a:rPr>
              <a:t>System Analysis and Design</a:t>
            </a:r>
            <a:endParaRPr b="1" sz="2800">
              <a:solidFill>
                <a:srgbClr val="07417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4173"/>
              </a:buClr>
              <a:buSzPts val="2800"/>
              <a:buNone/>
            </a:pPr>
            <a:r>
              <a:rPr b="1" lang="en-US" sz="2800">
                <a:solidFill>
                  <a:srgbClr val="074173"/>
                </a:solidFill>
              </a:rPr>
              <a:t>Content  02</a:t>
            </a:r>
            <a:endParaRPr b="1" sz="2800">
              <a:solidFill>
                <a:srgbClr val="074173"/>
              </a:solidFill>
            </a:endParaRPr>
          </a:p>
        </p:txBody>
      </p:sp>
      <p:sp>
        <p:nvSpPr>
          <p:cNvPr id="94" name="Google Shape;94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Traditional Systems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415600" y="156197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Financial management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Customer Relationship Management (CRM)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Supply Chain Management (SCM)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Purchasing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Vehicle etc</a:t>
            </a:r>
            <a:endParaRPr sz="2400" u="sng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15290" y="354330"/>
            <a:ext cx="11353165" cy="120777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ERP (Enterprise Resource Planning)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165" y="1852815"/>
            <a:ext cx="3657601" cy="365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033" y="1852800"/>
            <a:ext cx="3657600" cy="36575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 (Management Information Systems):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Short and intermediate range goals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To improve decision-making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To improve efficiency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Day-to-day management</a:t>
            </a:r>
            <a:endParaRPr sz="2400" u="sng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 u="sng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7035" y="2070100"/>
            <a:ext cx="5719500" cy="322579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DSS (Decision Support Systems)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Computer-based Information System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Long range data analysis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Projection and Prediction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Assisting in Management Decisions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990" y="2195195"/>
            <a:ext cx="46228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676585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Expert services in a specific area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Chess player, cancer expert etc.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36" name="Google Shape;136;p6"/>
          <p:cNvSpPr txBox="1"/>
          <p:nvPr>
            <p:ph type="title"/>
          </p:nvPr>
        </p:nvSpPr>
        <p:spPr>
          <a:xfrm>
            <a:off x="676275" y="406400"/>
            <a:ext cx="10937240" cy="1257935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(Expert Systems)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9900" y="2362835"/>
            <a:ext cx="6134735" cy="357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415600" y="2017265"/>
            <a:ext cx="3166400" cy="28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Customer Needs &amp; Satisfaction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Customer Complaints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Customer Service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Customer Retention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>
            <p:ph idx="12" type="sldNum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415290" y="461010"/>
            <a:ext cx="11549380" cy="1219835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CRM (Customer Relationship Management)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6630" y="2077720"/>
            <a:ext cx="3671570" cy="338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1565" y="2360930"/>
            <a:ext cx="325310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781050" y="1848485"/>
            <a:ext cx="3743960" cy="374205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Processing Customer Requirements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Inventory Management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Purchase Order Processing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Shipping Management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Supplier Relationship Management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53" name="Google Shape;153;p8"/>
          <p:cNvSpPr txBox="1"/>
          <p:nvPr>
            <p:ph type="title"/>
          </p:nvPr>
        </p:nvSpPr>
        <p:spPr>
          <a:xfrm>
            <a:off x="635000" y="450850"/>
            <a:ext cx="11085195" cy="1080135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SCM (Supply Chain Management)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415" y="2212340"/>
            <a:ext cx="4734560" cy="3347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 System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838200" y="1837075"/>
            <a:ext cx="6637200" cy="4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 POS (Point of Sale) System is a combination of hardware and software used to process sales transactions.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Used in shops, restaurants, supermarkets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Handles billing, printing receipts, and payment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Automatically updates stock after each sale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Helps track daily sales and reports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1" name="Google Shape;1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pic>
        <p:nvPicPr>
          <p:cNvPr id="162" name="Google Shape;162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0820" y="2019300"/>
            <a:ext cx="3522980" cy="3522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Modern / Emerging Systems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Social Networking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6" name="Google Shape;176;p11"/>
          <p:cNvSpPr txBox="1"/>
          <p:nvPr>
            <p:ph idx="1" type="body"/>
          </p:nvPr>
        </p:nvSpPr>
        <p:spPr>
          <a:xfrm>
            <a:off x="838200" y="1852930"/>
            <a:ext cx="596138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Social Networking System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is an online platform that allows people to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create profiles, connect with others, share information, and communicate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/>
          </a:p>
        </p:txBody>
      </p:sp>
      <p:sp>
        <p:nvSpPr>
          <p:cNvPr id="177" name="Google Shape;17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178" name="Google Shape;17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980" y="1843088"/>
            <a:ext cx="4064992" cy="436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35bda9a45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E-commerce Platforms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a35bda9a45_0_1"/>
          <p:cNvSpPr txBox="1"/>
          <p:nvPr>
            <p:ph idx="1" type="body"/>
          </p:nvPr>
        </p:nvSpPr>
        <p:spPr>
          <a:xfrm>
            <a:off x="838200" y="1852930"/>
            <a:ext cx="5961300" cy="4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Online systems that enable buying and selling of goods or services through websites or apps.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B2B (Business-to-Business)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B2C (Business-to-Consumer)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C2C (Consumer-to-Consumer)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6" name="Google Shape;186;g3a35bda9a45_0_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187" name="Google Shape;187;g3a35bda9a45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8" name="Google Shape;188;g3a35bda9a45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9580" y="2179320"/>
            <a:ext cx="4365625" cy="2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Analytics / Business Intelligence (BI)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838200" y="2029450"/>
            <a:ext cx="7315200" cy="4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Data Analytics System:</a:t>
            </a:r>
            <a:r>
              <a:rPr lang="en-US" sz="2400"/>
              <a:t> Processes raw data to find patterns, trends, and insights for decision-making.</a:t>
            </a:r>
            <a:endParaRPr sz="24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Business Intelligence (BI) System: </a:t>
            </a:r>
            <a:r>
              <a:rPr lang="en-US" sz="2400"/>
              <a:t>Uses data from various sources to help organizations make strategic and operational decisions. BI often involves dashboards, reports, and visualizations.</a:t>
            </a:r>
            <a:endParaRPr sz="24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It’s related to DSS and MIS, but it represents a newer, more advanced form.</a:t>
            </a:r>
            <a:endParaRPr sz="2400"/>
          </a:p>
        </p:txBody>
      </p:sp>
      <p:sp>
        <p:nvSpPr>
          <p:cNvPr id="195" name="Google Shape;19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196" name="Google Shape;19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2575688"/>
            <a:ext cx="3733801" cy="24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Cloud-based Systems (SaaS)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 txBox="1"/>
          <p:nvPr>
            <p:ph idx="1" type="body"/>
          </p:nvPr>
        </p:nvSpPr>
        <p:spPr>
          <a:xfrm>
            <a:off x="838200" y="1877695"/>
            <a:ext cx="4655185" cy="429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Software and data are hosted on cloud servers and accessed via the internet instead of local machines.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04" name="Google Shape;20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p1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8870" y="2042160"/>
            <a:ext cx="5013325" cy="3336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IoT-enabled Systems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838200" y="1877695"/>
            <a:ext cx="5701030" cy="429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IoT-enabled Systems (Internet of Things) is a system where devices (sensors, appliances, machines) are connected to the internet to collect, share, and act on data.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Enable automation, remote monitoring, and smart decision-making.</a:t>
            </a:r>
            <a:endParaRPr sz="2400"/>
          </a:p>
        </p:txBody>
      </p:sp>
      <p:sp>
        <p:nvSpPr>
          <p:cNvPr id="213" name="Google Shape;2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214" name="Google Shape;2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5" name="Google Shape;215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2990" y="2053590"/>
            <a:ext cx="3940810" cy="3940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AI-assisted Systems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 txBox="1"/>
          <p:nvPr>
            <p:ph idx="1" type="body"/>
          </p:nvPr>
        </p:nvSpPr>
        <p:spPr>
          <a:xfrm>
            <a:off x="838200" y="1877695"/>
            <a:ext cx="5701030" cy="429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Systems that use Artificial Intelligence to automate tasks, analyze data, and enhance decision-making.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2" name="Google Shape;22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223" name="Google Shape;22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705" y="2021205"/>
            <a:ext cx="4783455" cy="3183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Mobile-centric Systems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 txBox="1"/>
          <p:nvPr>
            <p:ph idx="1" type="body"/>
          </p:nvPr>
        </p:nvSpPr>
        <p:spPr>
          <a:xfrm>
            <a:off x="838200" y="1877695"/>
            <a:ext cx="5701030" cy="429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Applications and platforms primarily designed for smartphones and tablets.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They offer mobility, push notifications, and location-based services.</a:t>
            </a:r>
            <a:endParaRPr sz="2400"/>
          </a:p>
        </p:txBody>
      </p:sp>
      <p:sp>
        <p:nvSpPr>
          <p:cNvPr id="231" name="Google Shape;2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232" name="Google Shape;2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1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6995" y="1871345"/>
            <a:ext cx="4485005" cy="448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/>
          <p:nvPr>
            <p:ph type="ctrTitle"/>
          </p:nvPr>
        </p:nvSpPr>
        <p:spPr>
          <a:xfrm>
            <a:off x="1238885" y="1444625"/>
            <a:ext cx="9570720" cy="3161665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Thank You!</a:t>
            </a:r>
            <a:br>
              <a:rPr b="1" lang="en-US">
                <a:solidFill>
                  <a:schemeClr val="lt1"/>
                </a:solidFill>
              </a:rPr>
            </a:br>
            <a:endParaRPr b="1">
              <a:solidFill>
                <a:schemeClr val="lt1"/>
              </a:solidFill>
            </a:endParaRPr>
          </a:p>
        </p:txBody>
      </p:sp>
      <p:sp>
        <p:nvSpPr>
          <p:cNvPr id="239" name="Google Shape;23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Tasmin Sanjida, Lecturer, CSE, UIU</a:t>
            </a:r>
            <a:endParaRPr/>
          </a:p>
        </p:txBody>
      </p:sp>
      <p:sp>
        <p:nvSpPr>
          <p:cNvPr id="240" name="Google Shape;24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1033-12.2.0.23155</vt:lpwstr>
  </property>
</Properties>
</file>