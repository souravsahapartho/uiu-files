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9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y="5143500" cx="9144000"/>
  <p:notesSz cx="6858000" cy="9144000"/>
  <p:embeddedFontLst>
    <p:embeddedFont>
      <p:font typeface="Oswald Light"/>
      <p:regular r:id="rId42"/>
      <p:bold r:id="rId43"/>
    </p:embeddedFont>
    <p:embeddedFont>
      <p:font typeface="Average"/>
      <p:regular r:id="rId44"/>
    </p:embeddedFont>
    <p:embeddedFont>
      <p:font typeface="Oswald"/>
      <p:regular r:id="rId45"/>
      <p:bold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7" roundtripDataSignature="AMtx7mjEeLEWS/GsrkSm35Y+9G4TNN9Y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B7E734A-A6FE-449E-9627-248C1702D030}">
  <a:tblStyle styleId="{1B7E734A-A6FE-449E-9627-248C1702D03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font" Target="fonts/OswaldLight-regular.fntdata"/><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font" Target="fonts/Average-regular.fntdata"/><Relationship Id="rId21" Type="http://schemas.openxmlformats.org/officeDocument/2006/relationships/slide" Target="slides/slide14.xml"/><Relationship Id="rId43" Type="http://schemas.openxmlformats.org/officeDocument/2006/relationships/font" Target="fonts/OswaldLight-bold.fntdata"/><Relationship Id="rId24" Type="http://schemas.openxmlformats.org/officeDocument/2006/relationships/slide" Target="slides/slide17.xml"/><Relationship Id="rId46" Type="http://schemas.openxmlformats.org/officeDocument/2006/relationships/font" Target="fonts/Oswald-bold.fntdata"/><Relationship Id="rId23" Type="http://schemas.openxmlformats.org/officeDocument/2006/relationships/slide" Target="slides/slide16.xml"/><Relationship Id="rId45" Type="http://schemas.openxmlformats.org/officeDocument/2006/relationships/font" Target="fonts/Oswald-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47" Type="http://customschemas.google.com/relationships/presentationmetadata" Target="meta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sz="11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306" name="Google Shape;306;p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314" name="Google Shape;314;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322" name="Google Shape;322;p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348" name="Google Shape;348;p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356" name="Google Shape;356;p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373" name="Google Shape;373;p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382" name="Google Shape;382;p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391" name="Google Shape;391;p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400" name="Google Shape;400;p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408" name="Google Shape;408;p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424" name="Google Shape;424;p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433" name="Google Shape;433;p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442" name="Google Shape;442;p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451" name="Google Shape;451;p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476" name="Google Shape;476;p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484" name="Google Shape;484;p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492" name="Google Shape;492;p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499" name="Google Shape;49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509" name="Google Shape;509;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519" name="Google Shape;519;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529" name="Google Shape;52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100"/>
          </a:p>
        </p:txBody>
      </p:sp>
      <p:sp>
        <p:nvSpPr>
          <p:cNvPr id="539" name="Google Shape;539;p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6" name="Google Shape;55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6"/>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3375"/>
              <a:buFont typeface="Arial"/>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6"/>
          <p:cNvSpPr txBox="1"/>
          <p:nvPr>
            <p:ph idx="1" type="subTitle"/>
          </p:nvPr>
        </p:nvSpPr>
        <p:spPr>
          <a:xfrm>
            <a:off x="1143000" y="2701529"/>
            <a:ext cx="6858000" cy="1241822"/>
          </a:xfrm>
          <a:prstGeom prst="rect">
            <a:avLst/>
          </a:prstGeom>
          <a:noFill/>
          <a:ln>
            <a:noFill/>
          </a:ln>
        </p:spPr>
        <p:txBody>
          <a:bodyPr anchorCtr="0" anchor="t" bIns="45700" lIns="91425" spcFirstLastPara="1" rIns="91425" wrap="square" tIns="45700">
            <a:noAutofit/>
          </a:bodyPr>
          <a:lstStyle>
            <a:lvl1pPr lvl="0" algn="ctr">
              <a:lnSpc>
                <a:spcPct val="100000"/>
              </a:lnSpc>
              <a:spcBef>
                <a:spcPts val="203"/>
              </a:spcBef>
              <a:spcAft>
                <a:spcPts val="0"/>
              </a:spcAft>
              <a:buClr>
                <a:schemeClr val="dk1"/>
              </a:buClr>
              <a:buSzPts val="1350"/>
              <a:buFont typeface="Arial"/>
              <a:buNone/>
              <a:defRPr sz="1350"/>
            </a:lvl1pPr>
            <a:lvl2pPr lvl="1" algn="ctr">
              <a:lnSpc>
                <a:spcPct val="100000"/>
              </a:lnSpc>
              <a:spcBef>
                <a:spcPts val="169"/>
              </a:spcBef>
              <a:spcAft>
                <a:spcPts val="0"/>
              </a:spcAft>
              <a:buClr>
                <a:schemeClr val="dk1"/>
              </a:buClr>
              <a:buSzPts val="1125"/>
              <a:buFont typeface="Arial"/>
              <a:buNone/>
              <a:defRPr sz="1125"/>
            </a:lvl2pPr>
            <a:lvl3pPr lvl="2" algn="ctr">
              <a:lnSpc>
                <a:spcPct val="100000"/>
              </a:lnSpc>
              <a:spcBef>
                <a:spcPts val="152"/>
              </a:spcBef>
              <a:spcAft>
                <a:spcPts val="0"/>
              </a:spcAft>
              <a:buClr>
                <a:schemeClr val="dk1"/>
              </a:buClr>
              <a:buSzPts val="1015"/>
              <a:buFont typeface="Arial"/>
              <a:buNone/>
              <a:defRPr sz="1014"/>
            </a:lvl3pPr>
            <a:lvl4pPr lvl="3" algn="ctr">
              <a:lnSpc>
                <a:spcPct val="100000"/>
              </a:lnSpc>
              <a:spcBef>
                <a:spcPts val="135"/>
              </a:spcBef>
              <a:spcAft>
                <a:spcPts val="0"/>
              </a:spcAft>
              <a:buClr>
                <a:schemeClr val="dk1"/>
              </a:buClr>
              <a:buSzPts val="900"/>
              <a:buFont typeface="Arial"/>
              <a:buNone/>
              <a:defRPr sz="900"/>
            </a:lvl4pPr>
            <a:lvl5pPr lvl="4" algn="ctr">
              <a:lnSpc>
                <a:spcPct val="100000"/>
              </a:lnSpc>
              <a:spcBef>
                <a:spcPts val="135"/>
              </a:spcBef>
              <a:spcAft>
                <a:spcPts val="0"/>
              </a:spcAft>
              <a:buClr>
                <a:schemeClr val="dk1"/>
              </a:buClr>
              <a:buSzPts val="900"/>
              <a:buFont typeface="Arial"/>
              <a:buNone/>
              <a:defRPr sz="900"/>
            </a:lvl5pPr>
            <a:lvl6pPr lvl="5" algn="ctr">
              <a:lnSpc>
                <a:spcPct val="100000"/>
              </a:lnSpc>
              <a:spcBef>
                <a:spcPts val="135"/>
              </a:spcBef>
              <a:spcAft>
                <a:spcPts val="0"/>
              </a:spcAft>
              <a:buClr>
                <a:schemeClr val="dk1"/>
              </a:buClr>
              <a:buSzPts val="900"/>
              <a:buFont typeface="Arial"/>
              <a:buNone/>
              <a:defRPr sz="900"/>
            </a:lvl6pPr>
            <a:lvl7pPr lvl="6" algn="ctr">
              <a:lnSpc>
                <a:spcPct val="100000"/>
              </a:lnSpc>
              <a:spcBef>
                <a:spcPts val="135"/>
              </a:spcBef>
              <a:spcAft>
                <a:spcPts val="0"/>
              </a:spcAft>
              <a:buClr>
                <a:schemeClr val="dk1"/>
              </a:buClr>
              <a:buSzPts val="900"/>
              <a:buFont typeface="Arial"/>
              <a:buNone/>
              <a:defRPr sz="900"/>
            </a:lvl7pPr>
            <a:lvl8pPr lvl="7" algn="ctr">
              <a:lnSpc>
                <a:spcPct val="100000"/>
              </a:lnSpc>
              <a:spcBef>
                <a:spcPts val="135"/>
              </a:spcBef>
              <a:spcAft>
                <a:spcPts val="0"/>
              </a:spcAft>
              <a:buClr>
                <a:schemeClr val="dk1"/>
              </a:buClr>
              <a:buSzPts val="900"/>
              <a:buFont typeface="Arial"/>
              <a:buNone/>
              <a:defRPr sz="900"/>
            </a:lvl8pPr>
            <a:lvl9pPr lvl="8" algn="ctr">
              <a:lnSpc>
                <a:spcPct val="100000"/>
              </a:lnSpc>
              <a:spcBef>
                <a:spcPts val="135"/>
              </a:spcBef>
              <a:spcAft>
                <a:spcPts val="0"/>
              </a:spcAft>
              <a:buClr>
                <a:schemeClr val="dk1"/>
              </a:buClr>
              <a:buSzPts val="900"/>
              <a:buFont typeface="Arial"/>
              <a:buNone/>
              <a:defRPr sz="900"/>
            </a:lvl9pPr>
          </a:lstStyle>
          <a:p/>
        </p:txBody>
      </p:sp>
      <p:sp>
        <p:nvSpPr>
          <p:cNvPr id="14" name="Google Shape;14;p36"/>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6"/>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6"/>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7" name="Shape 17"/>
        <p:cNvGrpSpPr/>
        <p:nvPr/>
      </p:nvGrpSpPr>
      <p:grpSpPr>
        <a:xfrm>
          <a:off x="0" y="0"/>
          <a:ext cx="0" cy="0"/>
          <a:chOff x="0" y="0"/>
          <a:chExt cx="0" cy="0"/>
        </a:xfrm>
      </p:grpSpPr>
      <p:sp>
        <p:nvSpPr>
          <p:cNvPr id="18" name="Google Shape;18;p3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7"/>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7"/>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7"/>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8"/>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270"/>
              </a:spcBef>
              <a:spcAft>
                <a:spcPts val="0"/>
              </a:spcAft>
              <a:buClr>
                <a:schemeClr val="dk1"/>
              </a:buClr>
              <a:buSzPts val="1800"/>
              <a:buChar char="•"/>
              <a:defRPr/>
            </a:lvl1pPr>
            <a:lvl2pPr indent="-342900" lvl="1" marL="914400" algn="l">
              <a:lnSpc>
                <a:spcPct val="100000"/>
              </a:lnSpc>
              <a:spcBef>
                <a:spcPts val="270"/>
              </a:spcBef>
              <a:spcAft>
                <a:spcPts val="0"/>
              </a:spcAft>
              <a:buClr>
                <a:schemeClr val="dk1"/>
              </a:buClr>
              <a:buSzPts val="1800"/>
              <a:buChar char="–"/>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
        <p:nvSpPr>
          <p:cNvPr id="25" name="Google Shape;25;p38"/>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8"/>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8"/>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2">
    <p:spTree>
      <p:nvGrpSpPr>
        <p:cNvPr id="28" name="Shape 28"/>
        <p:cNvGrpSpPr/>
        <p:nvPr/>
      </p:nvGrpSpPr>
      <p:grpSpPr>
        <a:xfrm>
          <a:off x="0" y="0"/>
          <a:ext cx="0" cy="0"/>
          <a:chOff x="0" y="0"/>
          <a:chExt cx="0" cy="0"/>
        </a:xfrm>
      </p:grpSpPr>
      <p:sp>
        <p:nvSpPr>
          <p:cNvPr id="29" name="Google Shape;29;p3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9"/>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9"/>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9"/>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3">
    <p:spTree>
      <p:nvGrpSpPr>
        <p:cNvPr id="33" name="Shape 33"/>
        <p:cNvGrpSpPr/>
        <p:nvPr/>
      </p:nvGrpSpPr>
      <p:grpSpPr>
        <a:xfrm>
          <a:off x="0" y="0"/>
          <a:ext cx="0" cy="0"/>
          <a:chOff x="0" y="0"/>
          <a:chExt cx="0" cy="0"/>
        </a:xfrm>
      </p:grpSpPr>
      <p:sp>
        <p:nvSpPr>
          <p:cNvPr id="34" name="Google Shape;34;p4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0"/>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0"/>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0"/>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4">
    <p:spTree>
      <p:nvGrpSpPr>
        <p:cNvPr id="38" name="Shape 38"/>
        <p:cNvGrpSpPr/>
        <p:nvPr/>
      </p:nvGrpSpPr>
      <p:grpSpPr>
        <a:xfrm>
          <a:off x="0" y="0"/>
          <a:ext cx="0" cy="0"/>
          <a:chOff x="0" y="0"/>
          <a:chExt cx="0" cy="0"/>
        </a:xfrm>
      </p:grpSpPr>
      <p:sp>
        <p:nvSpPr>
          <p:cNvPr id="39" name="Google Shape;39;p4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41"/>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1"/>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1"/>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4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42"/>
          <p:cNvSpPr txBox="1"/>
          <p:nvPr>
            <p:ph idx="1" type="body"/>
          </p:nvPr>
        </p:nvSpPr>
        <p:spPr>
          <a:xfrm>
            <a:off x="457200" y="1200150"/>
            <a:ext cx="4032504" cy="339447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270"/>
              </a:spcBef>
              <a:spcAft>
                <a:spcPts val="0"/>
              </a:spcAft>
              <a:buClr>
                <a:schemeClr val="dk1"/>
              </a:buClr>
              <a:buSzPts val="1800"/>
              <a:buChar char="•"/>
              <a:defRPr/>
            </a:lvl1pPr>
            <a:lvl2pPr indent="-342900" lvl="1" marL="914400" algn="l">
              <a:lnSpc>
                <a:spcPct val="100000"/>
              </a:lnSpc>
              <a:spcBef>
                <a:spcPts val="270"/>
              </a:spcBef>
              <a:spcAft>
                <a:spcPts val="0"/>
              </a:spcAft>
              <a:buClr>
                <a:schemeClr val="dk1"/>
              </a:buClr>
              <a:buSzPts val="1800"/>
              <a:buChar char="–"/>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
        <p:nvSpPr>
          <p:cNvPr id="46" name="Google Shape;46;p42"/>
          <p:cNvSpPr txBox="1"/>
          <p:nvPr>
            <p:ph idx="2" type="body"/>
          </p:nvPr>
        </p:nvSpPr>
        <p:spPr>
          <a:xfrm>
            <a:off x="4654296" y="1200150"/>
            <a:ext cx="4032504" cy="339447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270"/>
              </a:spcBef>
              <a:spcAft>
                <a:spcPts val="0"/>
              </a:spcAft>
              <a:buClr>
                <a:schemeClr val="dk1"/>
              </a:buClr>
              <a:buSzPts val="1800"/>
              <a:buChar char="•"/>
              <a:defRPr/>
            </a:lvl1pPr>
            <a:lvl2pPr indent="-342900" lvl="1" marL="914400" algn="l">
              <a:lnSpc>
                <a:spcPct val="100000"/>
              </a:lnSpc>
              <a:spcBef>
                <a:spcPts val="270"/>
              </a:spcBef>
              <a:spcAft>
                <a:spcPts val="0"/>
              </a:spcAft>
              <a:buClr>
                <a:schemeClr val="dk1"/>
              </a:buClr>
              <a:buSzPts val="1800"/>
              <a:buChar char="–"/>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
        <p:nvSpPr>
          <p:cNvPr id="47" name="Google Shape;47;p42"/>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2"/>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2"/>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5">
    <p:spTree>
      <p:nvGrpSpPr>
        <p:cNvPr id="50" name="Shape 50"/>
        <p:cNvGrpSpPr/>
        <p:nvPr/>
      </p:nvGrpSpPr>
      <p:grpSpPr>
        <a:xfrm>
          <a:off x="0" y="0"/>
          <a:ext cx="0" cy="0"/>
          <a:chOff x="0" y="0"/>
          <a:chExt cx="0" cy="0"/>
        </a:xfrm>
      </p:grpSpPr>
      <p:sp>
        <p:nvSpPr>
          <p:cNvPr id="51" name="Google Shape;51;p4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43"/>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3"/>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3"/>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6">
    <p:spTree>
      <p:nvGrpSpPr>
        <p:cNvPr id="55" name="Shape 55"/>
        <p:cNvGrpSpPr/>
        <p:nvPr/>
      </p:nvGrpSpPr>
      <p:grpSpPr>
        <a:xfrm>
          <a:off x="0" y="0"/>
          <a:ext cx="0" cy="0"/>
          <a:chOff x="0" y="0"/>
          <a:chExt cx="0" cy="0"/>
        </a:xfrm>
      </p:grpSpPr>
      <p:sp>
        <p:nvSpPr>
          <p:cNvPr id="56" name="Google Shape;56;p4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44"/>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4"/>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4"/>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7">
    <p:spTree>
      <p:nvGrpSpPr>
        <p:cNvPr id="60" name="Shape 60"/>
        <p:cNvGrpSpPr/>
        <p:nvPr/>
      </p:nvGrpSpPr>
      <p:grpSpPr>
        <a:xfrm>
          <a:off x="0" y="0"/>
          <a:ext cx="0" cy="0"/>
          <a:chOff x="0" y="0"/>
          <a:chExt cx="0" cy="0"/>
        </a:xfrm>
      </p:grpSpPr>
      <p:sp>
        <p:nvSpPr>
          <p:cNvPr id="61" name="Google Shape;61;p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5"/>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5"/>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5"/>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8">
    <p:spTree>
      <p:nvGrpSpPr>
        <p:cNvPr id="65" name="Shape 65"/>
        <p:cNvGrpSpPr/>
        <p:nvPr/>
      </p:nvGrpSpPr>
      <p:grpSpPr>
        <a:xfrm>
          <a:off x="0" y="0"/>
          <a:ext cx="0" cy="0"/>
          <a:chOff x="0" y="0"/>
          <a:chExt cx="0" cy="0"/>
        </a:xfrm>
      </p:grpSpPr>
      <p:sp>
        <p:nvSpPr>
          <p:cNvPr id="66" name="Google Shape;66;p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6"/>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46"/>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6"/>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9">
    <p:spTree>
      <p:nvGrpSpPr>
        <p:cNvPr id="70" name="Shape 70"/>
        <p:cNvGrpSpPr/>
        <p:nvPr/>
      </p:nvGrpSpPr>
      <p:grpSpPr>
        <a:xfrm>
          <a:off x="0" y="0"/>
          <a:ext cx="0" cy="0"/>
          <a:chOff x="0" y="0"/>
          <a:chExt cx="0" cy="0"/>
        </a:xfrm>
      </p:grpSpPr>
      <p:sp>
        <p:nvSpPr>
          <p:cNvPr id="71" name="Google Shape;71;p4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47"/>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7"/>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7"/>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10">
    <p:spTree>
      <p:nvGrpSpPr>
        <p:cNvPr id="75" name="Shape 75"/>
        <p:cNvGrpSpPr/>
        <p:nvPr/>
      </p:nvGrpSpPr>
      <p:grpSpPr>
        <a:xfrm>
          <a:off x="0" y="0"/>
          <a:ext cx="0" cy="0"/>
          <a:chOff x="0" y="0"/>
          <a:chExt cx="0" cy="0"/>
        </a:xfrm>
      </p:grpSpPr>
      <p:sp>
        <p:nvSpPr>
          <p:cNvPr id="76" name="Google Shape;76;p4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48"/>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8"/>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8"/>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11">
    <p:spTree>
      <p:nvGrpSpPr>
        <p:cNvPr id="80" name="Shape 80"/>
        <p:cNvGrpSpPr/>
        <p:nvPr/>
      </p:nvGrpSpPr>
      <p:grpSpPr>
        <a:xfrm>
          <a:off x="0" y="0"/>
          <a:ext cx="0" cy="0"/>
          <a:chOff x="0" y="0"/>
          <a:chExt cx="0" cy="0"/>
        </a:xfrm>
      </p:grpSpPr>
      <p:sp>
        <p:nvSpPr>
          <p:cNvPr id="81" name="Google Shape;81;p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49"/>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9"/>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49"/>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12">
    <p:spTree>
      <p:nvGrpSpPr>
        <p:cNvPr id="85" name="Shape 85"/>
        <p:cNvGrpSpPr/>
        <p:nvPr/>
      </p:nvGrpSpPr>
      <p:grpSpPr>
        <a:xfrm>
          <a:off x="0" y="0"/>
          <a:ext cx="0" cy="0"/>
          <a:chOff x="0" y="0"/>
          <a:chExt cx="0" cy="0"/>
        </a:xfrm>
      </p:grpSpPr>
      <p:sp>
        <p:nvSpPr>
          <p:cNvPr id="86" name="Google Shape;86;p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50"/>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50"/>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50"/>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13">
    <p:spTree>
      <p:nvGrpSpPr>
        <p:cNvPr id="90" name="Shape 90"/>
        <p:cNvGrpSpPr/>
        <p:nvPr/>
      </p:nvGrpSpPr>
      <p:grpSpPr>
        <a:xfrm>
          <a:off x="0" y="0"/>
          <a:ext cx="0" cy="0"/>
          <a:chOff x="0" y="0"/>
          <a:chExt cx="0" cy="0"/>
        </a:xfrm>
      </p:grpSpPr>
      <p:sp>
        <p:nvSpPr>
          <p:cNvPr id="91" name="Google Shape;91;p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51"/>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51"/>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51"/>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14">
    <p:spTree>
      <p:nvGrpSpPr>
        <p:cNvPr id="95" name="Shape 95"/>
        <p:cNvGrpSpPr/>
        <p:nvPr/>
      </p:nvGrpSpPr>
      <p:grpSpPr>
        <a:xfrm>
          <a:off x="0" y="0"/>
          <a:ext cx="0" cy="0"/>
          <a:chOff x="0" y="0"/>
          <a:chExt cx="0" cy="0"/>
        </a:xfrm>
      </p:grpSpPr>
      <p:sp>
        <p:nvSpPr>
          <p:cNvPr id="96" name="Google Shape;96;p5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52"/>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52"/>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52"/>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15">
    <p:spTree>
      <p:nvGrpSpPr>
        <p:cNvPr id="100" name="Shape 100"/>
        <p:cNvGrpSpPr/>
        <p:nvPr/>
      </p:nvGrpSpPr>
      <p:grpSpPr>
        <a:xfrm>
          <a:off x="0" y="0"/>
          <a:ext cx="0" cy="0"/>
          <a:chOff x="0" y="0"/>
          <a:chExt cx="0" cy="0"/>
        </a:xfrm>
      </p:grpSpPr>
      <p:sp>
        <p:nvSpPr>
          <p:cNvPr id="101" name="Google Shape;101;p5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53"/>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53"/>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53"/>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16">
    <p:spTree>
      <p:nvGrpSpPr>
        <p:cNvPr id="105" name="Shape 105"/>
        <p:cNvGrpSpPr/>
        <p:nvPr/>
      </p:nvGrpSpPr>
      <p:grpSpPr>
        <a:xfrm>
          <a:off x="0" y="0"/>
          <a:ext cx="0" cy="0"/>
          <a:chOff x="0" y="0"/>
          <a:chExt cx="0" cy="0"/>
        </a:xfrm>
      </p:grpSpPr>
      <p:sp>
        <p:nvSpPr>
          <p:cNvPr id="106" name="Google Shape;106;p5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54"/>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54"/>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54"/>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17">
    <p:spTree>
      <p:nvGrpSpPr>
        <p:cNvPr id="110" name="Shape 110"/>
        <p:cNvGrpSpPr/>
        <p:nvPr/>
      </p:nvGrpSpPr>
      <p:grpSpPr>
        <a:xfrm>
          <a:off x="0" y="0"/>
          <a:ext cx="0" cy="0"/>
          <a:chOff x="0" y="0"/>
          <a:chExt cx="0" cy="0"/>
        </a:xfrm>
      </p:grpSpPr>
      <p:sp>
        <p:nvSpPr>
          <p:cNvPr id="111" name="Google Shape;111;p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55"/>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55"/>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55"/>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18">
    <p:spTree>
      <p:nvGrpSpPr>
        <p:cNvPr id="115" name="Shape 115"/>
        <p:cNvGrpSpPr/>
        <p:nvPr/>
      </p:nvGrpSpPr>
      <p:grpSpPr>
        <a:xfrm>
          <a:off x="0" y="0"/>
          <a:ext cx="0" cy="0"/>
          <a:chOff x="0" y="0"/>
          <a:chExt cx="0" cy="0"/>
        </a:xfrm>
      </p:grpSpPr>
      <p:sp>
        <p:nvSpPr>
          <p:cNvPr id="116" name="Google Shape;116;p5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56"/>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56"/>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56"/>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19">
    <p:spTree>
      <p:nvGrpSpPr>
        <p:cNvPr id="120" name="Shape 120"/>
        <p:cNvGrpSpPr/>
        <p:nvPr/>
      </p:nvGrpSpPr>
      <p:grpSpPr>
        <a:xfrm>
          <a:off x="0" y="0"/>
          <a:ext cx="0" cy="0"/>
          <a:chOff x="0" y="0"/>
          <a:chExt cx="0" cy="0"/>
        </a:xfrm>
      </p:grpSpPr>
      <p:sp>
        <p:nvSpPr>
          <p:cNvPr id="121" name="Google Shape;121;p5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57"/>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57"/>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57"/>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20">
    <p:spTree>
      <p:nvGrpSpPr>
        <p:cNvPr id="125" name="Shape 125"/>
        <p:cNvGrpSpPr/>
        <p:nvPr/>
      </p:nvGrpSpPr>
      <p:grpSpPr>
        <a:xfrm>
          <a:off x="0" y="0"/>
          <a:ext cx="0" cy="0"/>
          <a:chOff x="0" y="0"/>
          <a:chExt cx="0" cy="0"/>
        </a:xfrm>
      </p:grpSpPr>
      <p:sp>
        <p:nvSpPr>
          <p:cNvPr id="126" name="Google Shape;126;p5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58"/>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58"/>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58"/>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21">
    <p:spTree>
      <p:nvGrpSpPr>
        <p:cNvPr id="130" name="Shape 130"/>
        <p:cNvGrpSpPr/>
        <p:nvPr/>
      </p:nvGrpSpPr>
      <p:grpSpPr>
        <a:xfrm>
          <a:off x="0" y="0"/>
          <a:ext cx="0" cy="0"/>
          <a:chOff x="0" y="0"/>
          <a:chExt cx="0" cy="0"/>
        </a:xfrm>
      </p:grpSpPr>
      <p:sp>
        <p:nvSpPr>
          <p:cNvPr id="131" name="Google Shape;131;p5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59"/>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59"/>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59"/>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22">
    <p:spTree>
      <p:nvGrpSpPr>
        <p:cNvPr id="135" name="Shape 135"/>
        <p:cNvGrpSpPr/>
        <p:nvPr/>
      </p:nvGrpSpPr>
      <p:grpSpPr>
        <a:xfrm>
          <a:off x="0" y="0"/>
          <a:ext cx="0" cy="0"/>
          <a:chOff x="0" y="0"/>
          <a:chExt cx="0" cy="0"/>
        </a:xfrm>
      </p:grpSpPr>
      <p:sp>
        <p:nvSpPr>
          <p:cNvPr id="136" name="Google Shape;136;p6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60"/>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60"/>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60"/>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23">
    <p:spTree>
      <p:nvGrpSpPr>
        <p:cNvPr id="140" name="Shape 140"/>
        <p:cNvGrpSpPr/>
        <p:nvPr/>
      </p:nvGrpSpPr>
      <p:grpSpPr>
        <a:xfrm>
          <a:off x="0" y="0"/>
          <a:ext cx="0" cy="0"/>
          <a:chOff x="0" y="0"/>
          <a:chExt cx="0" cy="0"/>
        </a:xfrm>
      </p:grpSpPr>
      <p:sp>
        <p:nvSpPr>
          <p:cNvPr id="141" name="Google Shape;141;p6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61"/>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61"/>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61"/>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24">
    <p:spTree>
      <p:nvGrpSpPr>
        <p:cNvPr id="145" name="Shape 145"/>
        <p:cNvGrpSpPr/>
        <p:nvPr/>
      </p:nvGrpSpPr>
      <p:grpSpPr>
        <a:xfrm>
          <a:off x="0" y="0"/>
          <a:ext cx="0" cy="0"/>
          <a:chOff x="0" y="0"/>
          <a:chExt cx="0" cy="0"/>
        </a:xfrm>
      </p:grpSpPr>
      <p:sp>
        <p:nvSpPr>
          <p:cNvPr id="146" name="Google Shape;146;p6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62"/>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62"/>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62"/>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25">
    <p:spTree>
      <p:nvGrpSpPr>
        <p:cNvPr id="150" name="Shape 150"/>
        <p:cNvGrpSpPr/>
        <p:nvPr/>
      </p:nvGrpSpPr>
      <p:grpSpPr>
        <a:xfrm>
          <a:off x="0" y="0"/>
          <a:ext cx="0" cy="0"/>
          <a:chOff x="0" y="0"/>
          <a:chExt cx="0" cy="0"/>
        </a:xfrm>
      </p:grpSpPr>
      <p:sp>
        <p:nvSpPr>
          <p:cNvPr id="151" name="Google Shape;151;p6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63"/>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63"/>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63"/>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26">
    <p:spTree>
      <p:nvGrpSpPr>
        <p:cNvPr id="155" name="Shape 155"/>
        <p:cNvGrpSpPr/>
        <p:nvPr/>
      </p:nvGrpSpPr>
      <p:grpSpPr>
        <a:xfrm>
          <a:off x="0" y="0"/>
          <a:ext cx="0" cy="0"/>
          <a:chOff x="0" y="0"/>
          <a:chExt cx="0" cy="0"/>
        </a:xfrm>
      </p:grpSpPr>
      <p:sp>
        <p:nvSpPr>
          <p:cNvPr id="156" name="Google Shape;156;p6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64"/>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64"/>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64"/>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0" name="Shape 160"/>
        <p:cNvGrpSpPr/>
        <p:nvPr/>
      </p:nvGrpSpPr>
      <p:grpSpPr>
        <a:xfrm>
          <a:off x="0" y="0"/>
          <a:ext cx="0" cy="0"/>
          <a:chOff x="0" y="0"/>
          <a:chExt cx="0" cy="0"/>
        </a:xfrm>
      </p:grpSpPr>
      <p:sp>
        <p:nvSpPr>
          <p:cNvPr id="161" name="Google Shape;161;p65"/>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3375"/>
              <a:buFont typeface="Arial"/>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65"/>
          <p:cNvSpPr txBox="1"/>
          <p:nvPr>
            <p:ph idx="1" type="body"/>
          </p:nvPr>
        </p:nvSpPr>
        <p:spPr>
          <a:xfrm>
            <a:off x="623888" y="3442097"/>
            <a:ext cx="7886700" cy="112514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03"/>
              </a:spcBef>
              <a:spcAft>
                <a:spcPts val="0"/>
              </a:spcAft>
              <a:buClr>
                <a:srgbClr val="888888"/>
              </a:buClr>
              <a:buSzPts val="1350"/>
              <a:buFont typeface="Arial"/>
              <a:buNone/>
              <a:defRPr sz="1350">
                <a:solidFill>
                  <a:srgbClr val="888888"/>
                </a:solidFill>
              </a:defRPr>
            </a:lvl1pPr>
            <a:lvl2pPr indent="-228600" lvl="1" marL="914400" algn="l">
              <a:lnSpc>
                <a:spcPct val="100000"/>
              </a:lnSpc>
              <a:spcBef>
                <a:spcPts val="169"/>
              </a:spcBef>
              <a:spcAft>
                <a:spcPts val="0"/>
              </a:spcAft>
              <a:buClr>
                <a:srgbClr val="888888"/>
              </a:buClr>
              <a:buSzPts val="1125"/>
              <a:buFont typeface="Arial"/>
              <a:buNone/>
              <a:defRPr sz="1125">
                <a:solidFill>
                  <a:srgbClr val="888888"/>
                </a:solidFill>
              </a:defRPr>
            </a:lvl2pPr>
            <a:lvl3pPr indent="-228600" lvl="2" marL="1371600" algn="l">
              <a:lnSpc>
                <a:spcPct val="100000"/>
              </a:lnSpc>
              <a:spcBef>
                <a:spcPts val="152"/>
              </a:spcBef>
              <a:spcAft>
                <a:spcPts val="0"/>
              </a:spcAft>
              <a:buClr>
                <a:srgbClr val="888888"/>
              </a:buClr>
              <a:buSzPts val="1015"/>
              <a:buFont typeface="Arial"/>
              <a:buNone/>
              <a:defRPr sz="1014">
                <a:solidFill>
                  <a:srgbClr val="888888"/>
                </a:solidFill>
              </a:defRPr>
            </a:lvl3pPr>
            <a:lvl4pPr indent="-228600" lvl="3" marL="1828800" algn="l">
              <a:lnSpc>
                <a:spcPct val="100000"/>
              </a:lnSpc>
              <a:spcBef>
                <a:spcPts val="135"/>
              </a:spcBef>
              <a:spcAft>
                <a:spcPts val="0"/>
              </a:spcAft>
              <a:buClr>
                <a:srgbClr val="888888"/>
              </a:buClr>
              <a:buSzPts val="900"/>
              <a:buFont typeface="Arial"/>
              <a:buNone/>
              <a:defRPr sz="900">
                <a:solidFill>
                  <a:srgbClr val="888888"/>
                </a:solidFill>
              </a:defRPr>
            </a:lvl4pPr>
            <a:lvl5pPr indent="-228600" lvl="4" marL="2286000" algn="l">
              <a:lnSpc>
                <a:spcPct val="100000"/>
              </a:lnSpc>
              <a:spcBef>
                <a:spcPts val="135"/>
              </a:spcBef>
              <a:spcAft>
                <a:spcPts val="0"/>
              </a:spcAft>
              <a:buClr>
                <a:srgbClr val="888888"/>
              </a:buClr>
              <a:buSzPts val="900"/>
              <a:buFont typeface="Arial"/>
              <a:buNone/>
              <a:defRPr sz="900">
                <a:solidFill>
                  <a:srgbClr val="888888"/>
                </a:solidFill>
              </a:defRPr>
            </a:lvl5pPr>
            <a:lvl6pPr indent="-228600" lvl="5" marL="2743200" algn="l">
              <a:lnSpc>
                <a:spcPct val="100000"/>
              </a:lnSpc>
              <a:spcBef>
                <a:spcPts val="135"/>
              </a:spcBef>
              <a:spcAft>
                <a:spcPts val="0"/>
              </a:spcAft>
              <a:buClr>
                <a:srgbClr val="888888"/>
              </a:buClr>
              <a:buSzPts val="900"/>
              <a:buFont typeface="Arial"/>
              <a:buNone/>
              <a:defRPr sz="900">
                <a:solidFill>
                  <a:srgbClr val="888888"/>
                </a:solidFill>
              </a:defRPr>
            </a:lvl6pPr>
            <a:lvl7pPr indent="-228600" lvl="6" marL="3200400" algn="l">
              <a:lnSpc>
                <a:spcPct val="100000"/>
              </a:lnSpc>
              <a:spcBef>
                <a:spcPts val="135"/>
              </a:spcBef>
              <a:spcAft>
                <a:spcPts val="0"/>
              </a:spcAft>
              <a:buClr>
                <a:srgbClr val="888888"/>
              </a:buClr>
              <a:buSzPts val="900"/>
              <a:buFont typeface="Arial"/>
              <a:buNone/>
              <a:defRPr sz="900">
                <a:solidFill>
                  <a:srgbClr val="888888"/>
                </a:solidFill>
              </a:defRPr>
            </a:lvl7pPr>
            <a:lvl8pPr indent="-228600" lvl="7" marL="3657600" algn="l">
              <a:lnSpc>
                <a:spcPct val="100000"/>
              </a:lnSpc>
              <a:spcBef>
                <a:spcPts val="135"/>
              </a:spcBef>
              <a:spcAft>
                <a:spcPts val="0"/>
              </a:spcAft>
              <a:buClr>
                <a:srgbClr val="888888"/>
              </a:buClr>
              <a:buSzPts val="900"/>
              <a:buFont typeface="Arial"/>
              <a:buNone/>
              <a:defRPr sz="900">
                <a:solidFill>
                  <a:srgbClr val="888888"/>
                </a:solidFill>
              </a:defRPr>
            </a:lvl8pPr>
            <a:lvl9pPr indent="-228600" lvl="8" marL="4114800" algn="l">
              <a:lnSpc>
                <a:spcPct val="100000"/>
              </a:lnSpc>
              <a:spcBef>
                <a:spcPts val="135"/>
              </a:spcBef>
              <a:spcAft>
                <a:spcPts val="0"/>
              </a:spcAft>
              <a:buClr>
                <a:srgbClr val="888888"/>
              </a:buClr>
              <a:buSzPts val="900"/>
              <a:buFont typeface="Arial"/>
              <a:buNone/>
              <a:defRPr sz="900">
                <a:solidFill>
                  <a:srgbClr val="888888"/>
                </a:solidFill>
              </a:defRPr>
            </a:lvl9pPr>
          </a:lstStyle>
          <a:p/>
        </p:txBody>
      </p:sp>
      <p:sp>
        <p:nvSpPr>
          <p:cNvPr id="163" name="Google Shape;163;p65"/>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65"/>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65"/>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6" name="Shape 166"/>
        <p:cNvGrpSpPr/>
        <p:nvPr/>
      </p:nvGrpSpPr>
      <p:grpSpPr>
        <a:xfrm>
          <a:off x="0" y="0"/>
          <a:ext cx="0" cy="0"/>
          <a:chOff x="0" y="0"/>
          <a:chExt cx="0" cy="0"/>
        </a:xfrm>
      </p:grpSpPr>
      <p:sp>
        <p:nvSpPr>
          <p:cNvPr id="167" name="Google Shape;167;p66"/>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66"/>
          <p:cNvSpPr txBox="1"/>
          <p:nvPr>
            <p:ph idx="1" type="body"/>
          </p:nvPr>
        </p:nvSpPr>
        <p:spPr>
          <a:xfrm>
            <a:off x="629841" y="1260872"/>
            <a:ext cx="3868340" cy="617934"/>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203"/>
              </a:spcBef>
              <a:spcAft>
                <a:spcPts val="0"/>
              </a:spcAft>
              <a:buClr>
                <a:schemeClr val="dk1"/>
              </a:buClr>
              <a:buSzPts val="1350"/>
              <a:buFont typeface="Arial"/>
              <a:buNone/>
              <a:defRPr b="1" sz="1350"/>
            </a:lvl1pPr>
            <a:lvl2pPr indent="-228600" lvl="1" marL="914400" algn="l">
              <a:lnSpc>
                <a:spcPct val="100000"/>
              </a:lnSpc>
              <a:spcBef>
                <a:spcPts val="169"/>
              </a:spcBef>
              <a:spcAft>
                <a:spcPts val="0"/>
              </a:spcAft>
              <a:buClr>
                <a:schemeClr val="dk1"/>
              </a:buClr>
              <a:buSzPts val="1125"/>
              <a:buFont typeface="Arial"/>
              <a:buNone/>
              <a:defRPr b="1" sz="1125"/>
            </a:lvl2pPr>
            <a:lvl3pPr indent="-228600" lvl="2" marL="1371600" algn="l">
              <a:lnSpc>
                <a:spcPct val="100000"/>
              </a:lnSpc>
              <a:spcBef>
                <a:spcPts val="152"/>
              </a:spcBef>
              <a:spcAft>
                <a:spcPts val="0"/>
              </a:spcAft>
              <a:buClr>
                <a:schemeClr val="dk1"/>
              </a:buClr>
              <a:buSzPts val="1015"/>
              <a:buFont typeface="Arial"/>
              <a:buNone/>
              <a:defRPr b="1" sz="1014"/>
            </a:lvl3pPr>
            <a:lvl4pPr indent="-228600" lvl="3" marL="1828800" algn="l">
              <a:lnSpc>
                <a:spcPct val="100000"/>
              </a:lnSpc>
              <a:spcBef>
                <a:spcPts val="135"/>
              </a:spcBef>
              <a:spcAft>
                <a:spcPts val="0"/>
              </a:spcAft>
              <a:buClr>
                <a:schemeClr val="dk1"/>
              </a:buClr>
              <a:buSzPts val="900"/>
              <a:buFont typeface="Arial"/>
              <a:buNone/>
              <a:defRPr b="1" sz="900"/>
            </a:lvl4pPr>
            <a:lvl5pPr indent="-228600" lvl="4" marL="2286000" algn="l">
              <a:lnSpc>
                <a:spcPct val="100000"/>
              </a:lnSpc>
              <a:spcBef>
                <a:spcPts val="135"/>
              </a:spcBef>
              <a:spcAft>
                <a:spcPts val="0"/>
              </a:spcAft>
              <a:buClr>
                <a:schemeClr val="dk1"/>
              </a:buClr>
              <a:buSzPts val="900"/>
              <a:buFont typeface="Arial"/>
              <a:buNone/>
              <a:defRPr b="1" sz="900"/>
            </a:lvl5pPr>
            <a:lvl6pPr indent="-228600" lvl="5" marL="2743200" algn="l">
              <a:lnSpc>
                <a:spcPct val="100000"/>
              </a:lnSpc>
              <a:spcBef>
                <a:spcPts val="135"/>
              </a:spcBef>
              <a:spcAft>
                <a:spcPts val="0"/>
              </a:spcAft>
              <a:buClr>
                <a:schemeClr val="dk1"/>
              </a:buClr>
              <a:buSzPts val="900"/>
              <a:buFont typeface="Arial"/>
              <a:buNone/>
              <a:defRPr b="1" sz="900"/>
            </a:lvl6pPr>
            <a:lvl7pPr indent="-228600" lvl="6" marL="3200400" algn="l">
              <a:lnSpc>
                <a:spcPct val="100000"/>
              </a:lnSpc>
              <a:spcBef>
                <a:spcPts val="135"/>
              </a:spcBef>
              <a:spcAft>
                <a:spcPts val="0"/>
              </a:spcAft>
              <a:buClr>
                <a:schemeClr val="dk1"/>
              </a:buClr>
              <a:buSzPts val="900"/>
              <a:buFont typeface="Arial"/>
              <a:buNone/>
              <a:defRPr b="1" sz="900"/>
            </a:lvl7pPr>
            <a:lvl8pPr indent="-228600" lvl="7" marL="3657600" algn="l">
              <a:lnSpc>
                <a:spcPct val="100000"/>
              </a:lnSpc>
              <a:spcBef>
                <a:spcPts val="135"/>
              </a:spcBef>
              <a:spcAft>
                <a:spcPts val="0"/>
              </a:spcAft>
              <a:buClr>
                <a:schemeClr val="dk1"/>
              </a:buClr>
              <a:buSzPts val="900"/>
              <a:buFont typeface="Arial"/>
              <a:buNone/>
              <a:defRPr b="1" sz="900"/>
            </a:lvl8pPr>
            <a:lvl9pPr indent="-228600" lvl="8" marL="4114800" algn="l">
              <a:lnSpc>
                <a:spcPct val="100000"/>
              </a:lnSpc>
              <a:spcBef>
                <a:spcPts val="135"/>
              </a:spcBef>
              <a:spcAft>
                <a:spcPts val="0"/>
              </a:spcAft>
              <a:buClr>
                <a:schemeClr val="dk1"/>
              </a:buClr>
              <a:buSzPts val="900"/>
              <a:buFont typeface="Arial"/>
              <a:buNone/>
              <a:defRPr b="1" sz="900"/>
            </a:lvl9pPr>
          </a:lstStyle>
          <a:p/>
        </p:txBody>
      </p:sp>
      <p:sp>
        <p:nvSpPr>
          <p:cNvPr id="169" name="Google Shape;169;p66"/>
          <p:cNvSpPr txBox="1"/>
          <p:nvPr>
            <p:ph idx="2" type="body"/>
          </p:nvPr>
        </p:nvSpPr>
        <p:spPr>
          <a:xfrm>
            <a:off x="629841" y="1878806"/>
            <a:ext cx="3868340" cy="2763441"/>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270"/>
              </a:spcBef>
              <a:spcAft>
                <a:spcPts val="0"/>
              </a:spcAft>
              <a:buClr>
                <a:schemeClr val="dk1"/>
              </a:buClr>
              <a:buSzPts val="1800"/>
              <a:buChar char="•"/>
              <a:defRPr/>
            </a:lvl1pPr>
            <a:lvl2pPr indent="-342900" lvl="1" marL="914400" algn="l">
              <a:lnSpc>
                <a:spcPct val="100000"/>
              </a:lnSpc>
              <a:spcBef>
                <a:spcPts val="270"/>
              </a:spcBef>
              <a:spcAft>
                <a:spcPts val="0"/>
              </a:spcAft>
              <a:buClr>
                <a:schemeClr val="dk1"/>
              </a:buClr>
              <a:buSzPts val="1800"/>
              <a:buChar char="–"/>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
        <p:nvSpPr>
          <p:cNvPr id="170" name="Google Shape;170;p66"/>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203"/>
              </a:spcBef>
              <a:spcAft>
                <a:spcPts val="0"/>
              </a:spcAft>
              <a:buClr>
                <a:schemeClr val="dk1"/>
              </a:buClr>
              <a:buSzPts val="1350"/>
              <a:buFont typeface="Arial"/>
              <a:buNone/>
              <a:defRPr b="1" sz="1350"/>
            </a:lvl1pPr>
            <a:lvl2pPr indent="-228600" lvl="1" marL="914400" algn="l">
              <a:lnSpc>
                <a:spcPct val="100000"/>
              </a:lnSpc>
              <a:spcBef>
                <a:spcPts val="169"/>
              </a:spcBef>
              <a:spcAft>
                <a:spcPts val="0"/>
              </a:spcAft>
              <a:buClr>
                <a:schemeClr val="dk1"/>
              </a:buClr>
              <a:buSzPts val="1125"/>
              <a:buFont typeface="Arial"/>
              <a:buNone/>
              <a:defRPr b="1" sz="1125"/>
            </a:lvl2pPr>
            <a:lvl3pPr indent="-228600" lvl="2" marL="1371600" algn="l">
              <a:lnSpc>
                <a:spcPct val="100000"/>
              </a:lnSpc>
              <a:spcBef>
                <a:spcPts val="152"/>
              </a:spcBef>
              <a:spcAft>
                <a:spcPts val="0"/>
              </a:spcAft>
              <a:buClr>
                <a:schemeClr val="dk1"/>
              </a:buClr>
              <a:buSzPts val="1015"/>
              <a:buFont typeface="Arial"/>
              <a:buNone/>
              <a:defRPr b="1" sz="1014"/>
            </a:lvl3pPr>
            <a:lvl4pPr indent="-228600" lvl="3" marL="1828800" algn="l">
              <a:lnSpc>
                <a:spcPct val="100000"/>
              </a:lnSpc>
              <a:spcBef>
                <a:spcPts val="135"/>
              </a:spcBef>
              <a:spcAft>
                <a:spcPts val="0"/>
              </a:spcAft>
              <a:buClr>
                <a:schemeClr val="dk1"/>
              </a:buClr>
              <a:buSzPts val="900"/>
              <a:buFont typeface="Arial"/>
              <a:buNone/>
              <a:defRPr b="1" sz="900"/>
            </a:lvl4pPr>
            <a:lvl5pPr indent="-228600" lvl="4" marL="2286000" algn="l">
              <a:lnSpc>
                <a:spcPct val="100000"/>
              </a:lnSpc>
              <a:spcBef>
                <a:spcPts val="135"/>
              </a:spcBef>
              <a:spcAft>
                <a:spcPts val="0"/>
              </a:spcAft>
              <a:buClr>
                <a:schemeClr val="dk1"/>
              </a:buClr>
              <a:buSzPts val="900"/>
              <a:buFont typeface="Arial"/>
              <a:buNone/>
              <a:defRPr b="1" sz="900"/>
            </a:lvl5pPr>
            <a:lvl6pPr indent="-228600" lvl="5" marL="2743200" algn="l">
              <a:lnSpc>
                <a:spcPct val="100000"/>
              </a:lnSpc>
              <a:spcBef>
                <a:spcPts val="135"/>
              </a:spcBef>
              <a:spcAft>
                <a:spcPts val="0"/>
              </a:spcAft>
              <a:buClr>
                <a:schemeClr val="dk1"/>
              </a:buClr>
              <a:buSzPts val="900"/>
              <a:buFont typeface="Arial"/>
              <a:buNone/>
              <a:defRPr b="1" sz="900"/>
            </a:lvl6pPr>
            <a:lvl7pPr indent="-228600" lvl="6" marL="3200400" algn="l">
              <a:lnSpc>
                <a:spcPct val="100000"/>
              </a:lnSpc>
              <a:spcBef>
                <a:spcPts val="135"/>
              </a:spcBef>
              <a:spcAft>
                <a:spcPts val="0"/>
              </a:spcAft>
              <a:buClr>
                <a:schemeClr val="dk1"/>
              </a:buClr>
              <a:buSzPts val="900"/>
              <a:buFont typeface="Arial"/>
              <a:buNone/>
              <a:defRPr b="1" sz="900"/>
            </a:lvl7pPr>
            <a:lvl8pPr indent="-228600" lvl="7" marL="3657600" algn="l">
              <a:lnSpc>
                <a:spcPct val="100000"/>
              </a:lnSpc>
              <a:spcBef>
                <a:spcPts val="135"/>
              </a:spcBef>
              <a:spcAft>
                <a:spcPts val="0"/>
              </a:spcAft>
              <a:buClr>
                <a:schemeClr val="dk1"/>
              </a:buClr>
              <a:buSzPts val="900"/>
              <a:buFont typeface="Arial"/>
              <a:buNone/>
              <a:defRPr b="1" sz="900"/>
            </a:lvl8pPr>
            <a:lvl9pPr indent="-228600" lvl="8" marL="4114800" algn="l">
              <a:lnSpc>
                <a:spcPct val="100000"/>
              </a:lnSpc>
              <a:spcBef>
                <a:spcPts val="135"/>
              </a:spcBef>
              <a:spcAft>
                <a:spcPts val="0"/>
              </a:spcAft>
              <a:buClr>
                <a:schemeClr val="dk1"/>
              </a:buClr>
              <a:buSzPts val="900"/>
              <a:buFont typeface="Arial"/>
              <a:buNone/>
              <a:defRPr b="1" sz="900"/>
            </a:lvl9pPr>
          </a:lstStyle>
          <a:p/>
        </p:txBody>
      </p:sp>
      <p:sp>
        <p:nvSpPr>
          <p:cNvPr id="171" name="Google Shape;171;p66"/>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270"/>
              </a:spcBef>
              <a:spcAft>
                <a:spcPts val="0"/>
              </a:spcAft>
              <a:buClr>
                <a:schemeClr val="dk1"/>
              </a:buClr>
              <a:buSzPts val="1800"/>
              <a:buChar char="•"/>
              <a:defRPr/>
            </a:lvl1pPr>
            <a:lvl2pPr indent="-342900" lvl="1" marL="914400" algn="l">
              <a:lnSpc>
                <a:spcPct val="100000"/>
              </a:lnSpc>
              <a:spcBef>
                <a:spcPts val="270"/>
              </a:spcBef>
              <a:spcAft>
                <a:spcPts val="0"/>
              </a:spcAft>
              <a:buClr>
                <a:schemeClr val="dk1"/>
              </a:buClr>
              <a:buSzPts val="1800"/>
              <a:buChar char="–"/>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
        <p:nvSpPr>
          <p:cNvPr id="172" name="Google Shape;172;p66"/>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66"/>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66"/>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5" name="Shape 175"/>
        <p:cNvGrpSpPr/>
        <p:nvPr/>
      </p:nvGrpSpPr>
      <p:grpSpPr>
        <a:xfrm>
          <a:off x="0" y="0"/>
          <a:ext cx="0" cy="0"/>
          <a:chOff x="0" y="0"/>
          <a:chExt cx="0" cy="0"/>
        </a:xfrm>
      </p:grpSpPr>
      <p:sp>
        <p:nvSpPr>
          <p:cNvPr id="176" name="Google Shape;176;p6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67"/>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67"/>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p67"/>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0" name="Shape 180"/>
        <p:cNvGrpSpPr/>
        <p:nvPr/>
      </p:nvGrpSpPr>
      <p:grpSpPr>
        <a:xfrm>
          <a:off x="0" y="0"/>
          <a:ext cx="0" cy="0"/>
          <a:chOff x="0" y="0"/>
          <a:chExt cx="0" cy="0"/>
        </a:xfrm>
      </p:grpSpPr>
      <p:sp>
        <p:nvSpPr>
          <p:cNvPr id="181" name="Google Shape;181;p68"/>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68"/>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68"/>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SzPts val="1000"/>
              <a:buNone/>
              <a:defRPr/>
            </a:lvl1pPr>
            <a:lvl2pPr indent="0" lvl="1" marL="0" algn="r">
              <a:lnSpc>
                <a:spcPct val="100000"/>
              </a:lnSpc>
              <a:spcBef>
                <a:spcPts val="0"/>
              </a:spcBef>
              <a:spcAft>
                <a:spcPts val="0"/>
              </a:spcAft>
              <a:buSzPts val="1000"/>
              <a:buNone/>
              <a:defRPr/>
            </a:lvl2pPr>
            <a:lvl3pPr indent="0" lvl="2" marL="0" algn="r">
              <a:lnSpc>
                <a:spcPct val="100000"/>
              </a:lnSpc>
              <a:spcBef>
                <a:spcPts val="0"/>
              </a:spcBef>
              <a:spcAft>
                <a:spcPts val="0"/>
              </a:spcAft>
              <a:buSzPts val="1000"/>
              <a:buNone/>
              <a:defRPr/>
            </a:lvl3pPr>
            <a:lvl4pPr indent="0" lvl="3" marL="0" algn="r">
              <a:lnSpc>
                <a:spcPct val="100000"/>
              </a:lnSpc>
              <a:spcBef>
                <a:spcPts val="0"/>
              </a:spcBef>
              <a:spcAft>
                <a:spcPts val="0"/>
              </a:spcAft>
              <a:buSzPts val="1000"/>
              <a:buNone/>
              <a:defRPr/>
            </a:lvl4pPr>
            <a:lvl5pPr indent="0" lvl="4" marL="0" algn="r">
              <a:lnSpc>
                <a:spcPct val="100000"/>
              </a:lnSpc>
              <a:spcBef>
                <a:spcPts val="0"/>
              </a:spcBef>
              <a:spcAft>
                <a:spcPts val="0"/>
              </a:spcAft>
              <a:buSzPts val="1000"/>
              <a:buNone/>
              <a:defRPr/>
            </a:lvl5pPr>
            <a:lvl6pPr indent="0" lvl="5" marL="0" algn="r">
              <a:lnSpc>
                <a:spcPct val="100000"/>
              </a:lnSpc>
              <a:spcBef>
                <a:spcPts val="0"/>
              </a:spcBef>
              <a:spcAft>
                <a:spcPts val="0"/>
              </a:spcAft>
              <a:buSzPts val="1000"/>
              <a:buNone/>
              <a:defRPr/>
            </a:lvl6pPr>
            <a:lvl7pPr indent="0" lvl="6" marL="0" algn="r">
              <a:lnSpc>
                <a:spcPct val="100000"/>
              </a:lnSpc>
              <a:spcBef>
                <a:spcPts val="0"/>
              </a:spcBef>
              <a:spcAft>
                <a:spcPts val="0"/>
              </a:spcAft>
              <a:buSzPts val="1000"/>
              <a:buNone/>
              <a:defRPr/>
            </a:lvl7pPr>
            <a:lvl8pPr indent="0" lvl="7" marL="0" algn="r">
              <a:lnSpc>
                <a:spcPct val="100000"/>
              </a:lnSpc>
              <a:spcBef>
                <a:spcPts val="0"/>
              </a:spcBef>
              <a:spcAft>
                <a:spcPts val="0"/>
              </a:spcAft>
              <a:buSzPts val="1000"/>
              <a:buNone/>
              <a:defRPr/>
            </a:lvl8pPr>
            <a:lvl9pPr indent="0" lvl="8" mar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4" name="Shape 184"/>
        <p:cNvGrpSpPr/>
        <p:nvPr/>
      </p:nvGrpSpPr>
      <p:grpSpPr>
        <a:xfrm>
          <a:off x="0" y="0"/>
          <a:ext cx="0" cy="0"/>
          <a:chOff x="0" y="0"/>
          <a:chExt cx="0" cy="0"/>
        </a:xfrm>
      </p:grpSpPr>
      <p:sp>
        <p:nvSpPr>
          <p:cNvPr id="185" name="Google Shape;185;p69"/>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1800"/>
              <a:buFont typeface="Arial"/>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69"/>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270"/>
              </a:spcBef>
              <a:spcAft>
                <a:spcPts val="0"/>
              </a:spcAft>
              <a:buClr>
                <a:schemeClr val="dk1"/>
              </a:buClr>
              <a:buSzPts val="1800"/>
              <a:buFont typeface="Arial"/>
              <a:buChar char="•"/>
              <a:defRPr sz="1800"/>
            </a:lvl1pPr>
            <a:lvl2pPr indent="-328612" lvl="1" marL="914400" algn="l">
              <a:lnSpc>
                <a:spcPct val="100000"/>
              </a:lnSpc>
              <a:spcBef>
                <a:spcPts val="236"/>
              </a:spcBef>
              <a:spcAft>
                <a:spcPts val="0"/>
              </a:spcAft>
              <a:buClr>
                <a:schemeClr val="dk1"/>
              </a:buClr>
              <a:buSzPts val="1575"/>
              <a:buFont typeface="Arial"/>
              <a:buChar char="–"/>
              <a:defRPr sz="1575"/>
            </a:lvl2pPr>
            <a:lvl3pPr indent="-314325" lvl="2" marL="1371600" algn="l">
              <a:lnSpc>
                <a:spcPct val="100000"/>
              </a:lnSpc>
              <a:spcBef>
                <a:spcPts val="203"/>
              </a:spcBef>
              <a:spcAft>
                <a:spcPts val="0"/>
              </a:spcAft>
              <a:buClr>
                <a:schemeClr val="dk1"/>
              </a:buClr>
              <a:buSzPts val="1350"/>
              <a:buFont typeface="Arial"/>
              <a:buChar char="•"/>
              <a:defRPr sz="1350"/>
            </a:lvl3pPr>
            <a:lvl4pPr indent="-300037" lvl="3" marL="1828800" algn="l">
              <a:lnSpc>
                <a:spcPct val="100000"/>
              </a:lnSpc>
              <a:spcBef>
                <a:spcPts val="169"/>
              </a:spcBef>
              <a:spcAft>
                <a:spcPts val="0"/>
              </a:spcAft>
              <a:buClr>
                <a:schemeClr val="dk1"/>
              </a:buClr>
              <a:buSzPts val="1125"/>
              <a:buFont typeface="Arial"/>
              <a:buChar char="–"/>
              <a:defRPr sz="1125"/>
            </a:lvl4pPr>
            <a:lvl5pPr indent="-300037" lvl="4" marL="2286000" algn="l">
              <a:lnSpc>
                <a:spcPct val="100000"/>
              </a:lnSpc>
              <a:spcBef>
                <a:spcPts val="169"/>
              </a:spcBef>
              <a:spcAft>
                <a:spcPts val="0"/>
              </a:spcAft>
              <a:buClr>
                <a:schemeClr val="dk1"/>
              </a:buClr>
              <a:buSzPts val="1125"/>
              <a:buFont typeface="Arial"/>
              <a:buChar char="»"/>
              <a:defRPr sz="1125"/>
            </a:lvl5pPr>
            <a:lvl6pPr indent="-300037" lvl="5" marL="2743200" algn="l">
              <a:lnSpc>
                <a:spcPct val="100000"/>
              </a:lnSpc>
              <a:spcBef>
                <a:spcPts val="169"/>
              </a:spcBef>
              <a:spcAft>
                <a:spcPts val="0"/>
              </a:spcAft>
              <a:buClr>
                <a:schemeClr val="dk1"/>
              </a:buClr>
              <a:buSzPts val="1125"/>
              <a:buFont typeface="Arial"/>
              <a:buChar char="»"/>
              <a:defRPr sz="1125"/>
            </a:lvl6pPr>
            <a:lvl7pPr indent="-300037" lvl="6" marL="3200400" algn="l">
              <a:lnSpc>
                <a:spcPct val="100000"/>
              </a:lnSpc>
              <a:spcBef>
                <a:spcPts val="169"/>
              </a:spcBef>
              <a:spcAft>
                <a:spcPts val="0"/>
              </a:spcAft>
              <a:buClr>
                <a:schemeClr val="dk1"/>
              </a:buClr>
              <a:buSzPts val="1125"/>
              <a:buFont typeface="Arial"/>
              <a:buChar char="»"/>
              <a:defRPr sz="1125"/>
            </a:lvl7pPr>
            <a:lvl8pPr indent="-300037" lvl="7" marL="3657600" algn="l">
              <a:lnSpc>
                <a:spcPct val="100000"/>
              </a:lnSpc>
              <a:spcBef>
                <a:spcPts val="169"/>
              </a:spcBef>
              <a:spcAft>
                <a:spcPts val="0"/>
              </a:spcAft>
              <a:buClr>
                <a:schemeClr val="dk1"/>
              </a:buClr>
              <a:buSzPts val="1125"/>
              <a:buFont typeface="Arial"/>
              <a:buChar char="»"/>
              <a:defRPr sz="1125"/>
            </a:lvl8pPr>
            <a:lvl9pPr indent="-300037" lvl="8" marL="4114800" algn="l">
              <a:lnSpc>
                <a:spcPct val="100000"/>
              </a:lnSpc>
              <a:spcBef>
                <a:spcPts val="169"/>
              </a:spcBef>
              <a:spcAft>
                <a:spcPts val="0"/>
              </a:spcAft>
              <a:buClr>
                <a:schemeClr val="dk1"/>
              </a:buClr>
              <a:buSzPts val="1125"/>
              <a:buFont typeface="Arial"/>
              <a:buChar char="»"/>
              <a:defRPr sz="1125"/>
            </a:lvl9pPr>
          </a:lstStyle>
          <a:p/>
        </p:txBody>
      </p:sp>
      <p:sp>
        <p:nvSpPr>
          <p:cNvPr id="187" name="Google Shape;187;p69"/>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35"/>
              </a:spcBef>
              <a:spcAft>
                <a:spcPts val="0"/>
              </a:spcAft>
              <a:buClr>
                <a:schemeClr val="dk1"/>
              </a:buClr>
              <a:buSzPts val="900"/>
              <a:buFont typeface="Arial"/>
              <a:buNone/>
              <a:defRPr sz="900"/>
            </a:lvl1pPr>
            <a:lvl2pPr indent="-228600" lvl="1" marL="914400" algn="l">
              <a:lnSpc>
                <a:spcPct val="100000"/>
              </a:lnSpc>
              <a:spcBef>
                <a:spcPts val="119"/>
              </a:spcBef>
              <a:spcAft>
                <a:spcPts val="0"/>
              </a:spcAft>
              <a:buClr>
                <a:schemeClr val="dk1"/>
              </a:buClr>
              <a:buSzPts val="790"/>
              <a:buFont typeface="Arial"/>
              <a:buNone/>
              <a:defRPr sz="790"/>
            </a:lvl2pPr>
            <a:lvl3pPr indent="-228600" lvl="2" marL="1371600" algn="l">
              <a:lnSpc>
                <a:spcPct val="100000"/>
              </a:lnSpc>
              <a:spcBef>
                <a:spcPts val="101"/>
              </a:spcBef>
              <a:spcAft>
                <a:spcPts val="0"/>
              </a:spcAft>
              <a:buClr>
                <a:schemeClr val="dk1"/>
              </a:buClr>
              <a:buSzPts val="675"/>
              <a:buFont typeface="Arial"/>
              <a:buNone/>
              <a:defRPr sz="675"/>
            </a:lvl3pPr>
            <a:lvl4pPr indent="-228600" lvl="3" marL="1828800" algn="l">
              <a:lnSpc>
                <a:spcPct val="100000"/>
              </a:lnSpc>
              <a:spcBef>
                <a:spcPts val="85"/>
              </a:spcBef>
              <a:spcAft>
                <a:spcPts val="0"/>
              </a:spcAft>
              <a:buClr>
                <a:schemeClr val="dk1"/>
              </a:buClr>
              <a:buSzPts val="565"/>
              <a:buFont typeface="Arial"/>
              <a:buNone/>
              <a:defRPr sz="565"/>
            </a:lvl4pPr>
            <a:lvl5pPr indent="-228600" lvl="4" marL="2286000" algn="l">
              <a:lnSpc>
                <a:spcPct val="100000"/>
              </a:lnSpc>
              <a:spcBef>
                <a:spcPts val="85"/>
              </a:spcBef>
              <a:spcAft>
                <a:spcPts val="0"/>
              </a:spcAft>
              <a:buClr>
                <a:schemeClr val="dk1"/>
              </a:buClr>
              <a:buSzPts val="565"/>
              <a:buFont typeface="Arial"/>
              <a:buNone/>
              <a:defRPr sz="565"/>
            </a:lvl5pPr>
            <a:lvl6pPr indent="-228600" lvl="5" marL="2743200" algn="l">
              <a:lnSpc>
                <a:spcPct val="100000"/>
              </a:lnSpc>
              <a:spcBef>
                <a:spcPts val="85"/>
              </a:spcBef>
              <a:spcAft>
                <a:spcPts val="0"/>
              </a:spcAft>
              <a:buClr>
                <a:schemeClr val="dk1"/>
              </a:buClr>
              <a:buSzPts val="565"/>
              <a:buFont typeface="Arial"/>
              <a:buNone/>
              <a:defRPr sz="565"/>
            </a:lvl6pPr>
            <a:lvl7pPr indent="-228600" lvl="6" marL="3200400" algn="l">
              <a:lnSpc>
                <a:spcPct val="100000"/>
              </a:lnSpc>
              <a:spcBef>
                <a:spcPts val="85"/>
              </a:spcBef>
              <a:spcAft>
                <a:spcPts val="0"/>
              </a:spcAft>
              <a:buClr>
                <a:schemeClr val="dk1"/>
              </a:buClr>
              <a:buSzPts val="565"/>
              <a:buFont typeface="Arial"/>
              <a:buNone/>
              <a:defRPr sz="565"/>
            </a:lvl7pPr>
            <a:lvl8pPr indent="-228600" lvl="7" marL="3657600" algn="l">
              <a:lnSpc>
                <a:spcPct val="100000"/>
              </a:lnSpc>
              <a:spcBef>
                <a:spcPts val="85"/>
              </a:spcBef>
              <a:spcAft>
                <a:spcPts val="0"/>
              </a:spcAft>
              <a:buClr>
                <a:schemeClr val="dk1"/>
              </a:buClr>
              <a:buSzPts val="565"/>
              <a:buFont typeface="Arial"/>
              <a:buNone/>
              <a:defRPr sz="565"/>
            </a:lvl8pPr>
            <a:lvl9pPr indent="-228600" lvl="8" marL="4114800" algn="l">
              <a:lnSpc>
                <a:spcPct val="100000"/>
              </a:lnSpc>
              <a:spcBef>
                <a:spcPts val="85"/>
              </a:spcBef>
              <a:spcAft>
                <a:spcPts val="0"/>
              </a:spcAft>
              <a:buClr>
                <a:schemeClr val="dk1"/>
              </a:buClr>
              <a:buSzPts val="565"/>
              <a:buFont typeface="Arial"/>
              <a:buNone/>
              <a:defRPr sz="565"/>
            </a:lvl9pPr>
          </a:lstStyle>
          <a:p/>
        </p:txBody>
      </p:sp>
      <p:sp>
        <p:nvSpPr>
          <p:cNvPr id="188" name="Google Shape;188;p69"/>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69"/>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p69"/>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1" name="Shape 191"/>
        <p:cNvGrpSpPr/>
        <p:nvPr/>
      </p:nvGrpSpPr>
      <p:grpSpPr>
        <a:xfrm>
          <a:off x="0" y="0"/>
          <a:ext cx="0" cy="0"/>
          <a:chOff x="0" y="0"/>
          <a:chExt cx="0" cy="0"/>
        </a:xfrm>
      </p:grpSpPr>
      <p:sp>
        <p:nvSpPr>
          <p:cNvPr id="192" name="Google Shape;192;p70"/>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Clr>
                <a:schemeClr val="dk2"/>
              </a:buClr>
              <a:buSzPts val="1800"/>
              <a:buFont typeface="Arial"/>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70"/>
          <p:cNvSpPr/>
          <p:nvPr>
            <p:ph idx="2" type="pic"/>
          </p:nvPr>
        </p:nvSpPr>
        <p:spPr>
          <a:xfrm>
            <a:off x="3887391" y="740569"/>
            <a:ext cx="4629150" cy="3655219"/>
          </a:xfrm>
          <a:prstGeom prst="rect">
            <a:avLst/>
          </a:prstGeom>
          <a:noFill/>
          <a:ln>
            <a:noFill/>
          </a:ln>
        </p:spPr>
      </p:sp>
      <p:sp>
        <p:nvSpPr>
          <p:cNvPr id="194" name="Google Shape;194;p70"/>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135"/>
              </a:spcBef>
              <a:spcAft>
                <a:spcPts val="0"/>
              </a:spcAft>
              <a:buClr>
                <a:schemeClr val="dk1"/>
              </a:buClr>
              <a:buSzPts val="900"/>
              <a:buFont typeface="Arial"/>
              <a:buNone/>
              <a:defRPr sz="900"/>
            </a:lvl1pPr>
            <a:lvl2pPr indent="-228600" lvl="1" marL="914400" algn="l">
              <a:lnSpc>
                <a:spcPct val="100000"/>
              </a:lnSpc>
              <a:spcBef>
                <a:spcPts val="119"/>
              </a:spcBef>
              <a:spcAft>
                <a:spcPts val="0"/>
              </a:spcAft>
              <a:buClr>
                <a:schemeClr val="dk1"/>
              </a:buClr>
              <a:buSzPts val="790"/>
              <a:buFont typeface="Arial"/>
              <a:buNone/>
              <a:defRPr sz="790"/>
            </a:lvl2pPr>
            <a:lvl3pPr indent="-228600" lvl="2" marL="1371600" algn="l">
              <a:lnSpc>
                <a:spcPct val="100000"/>
              </a:lnSpc>
              <a:spcBef>
                <a:spcPts val="101"/>
              </a:spcBef>
              <a:spcAft>
                <a:spcPts val="0"/>
              </a:spcAft>
              <a:buClr>
                <a:schemeClr val="dk1"/>
              </a:buClr>
              <a:buSzPts val="675"/>
              <a:buFont typeface="Arial"/>
              <a:buNone/>
              <a:defRPr sz="675"/>
            </a:lvl3pPr>
            <a:lvl4pPr indent="-228600" lvl="3" marL="1828800" algn="l">
              <a:lnSpc>
                <a:spcPct val="100000"/>
              </a:lnSpc>
              <a:spcBef>
                <a:spcPts val="85"/>
              </a:spcBef>
              <a:spcAft>
                <a:spcPts val="0"/>
              </a:spcAft>
              <a:buClr>
                <a:schemeClr val="dk1"/>
              </a:buClr>
              <a:buSzPts val="565"/>
              <a:buFont typeface="Arial"/>
              <a:buNone/>
              <a:defRPr sz="565"/>
            </a:lvl4pPr>
            <a:lvl5pPr indent="-228600" lvl="4" marL="2286000" algn="l">
              <a:lnSpc>
                <a:spcPct val="100000"/>
              </a:lnSpc>
              <a:spcBef>
                <a:spcPts val="85"/>
              </a:spcBef>
              <a:spcAft>
                <a:spcPts val="0"/>
              </a:spcAft>
              <a:buClr>
                <a:schemeClr val="dk1"/>
              </a:buClr>
              <a:buSzPts val="565"/>
              <a:buFont typeface="Arial"/>
              <a:buNone/>
              <a:defRPr sz="565"/>
            </a:lvl5pPr>
            <a:lvl6pPr indent="-228600" lvl="5" marL="2743200" algn="l">
              <a:lnSpc>
                <a:spcPct val="100000"/>
              </a:lnSpc>
              <a:spcBef>
                <a:spcPts val="85"/>
              </a:spcBef>
              <a:spcAft>
                <a:spcPts val="0"/>
              </a:spcAft>
              <a:buClr>
                <a:schemeClr val="dk1"/>
              </a:buClr>
              <a:buSzPts val="565"/>
              <a:buFont typeface="Arial"/>
              <a:buNone/>
              <a:defRPr sz="565"/>
            </a:lvl6pPr>
            <a:lvl7pPr indent="-228600" lvl="6" marL="3200400" algn="l">
              <a:lnSpc>
                <a:spcPct val="100000"/>
              </a:lnSpc>
              <a:spcBef>
                <a:spcPts val="85"/>
              </a:spcBef>
              <a:spcAft>
                <a:spcPts val="0"/>
              </a:spcAft>
              <a:buClr>
                <a:schemeClr val="dk1"/>
              </a:buClr>
              <a:buSzPts val="565"/>
              <a:buFont typeface="Arial"/>
              <a:buNone/>
              <a:defRPr sz="565"/>
            </a:lvl7pPr>
            <a:lvl8pPr indent="-228600" lvl="7" marL="3657600" algn="l">
              <a:lnSpc>
                <a:spcPct val="100000"/>
              </a:lnSpc>
              <a:spcBef>
                <a:spcPts val="85"/>
              </a:spcBef>
              <a:spcAft>
                <a:spcPts val="0"/>
              </a:spcAft>
              <a:buClr>
                <a:schemeClr val="dk1"/>
              </a:buClr>
              <a:buSzPts val="565"/>
              <a:buFont typeface="Arial"/>
              <a:buNone/>
              <a:defRPr sz="565"/>
            </a:lvl8pPr>
            <a:lvl9pPr indent="-228600" lvl="8" marL="4114800" algn="l">
              <a:lnSpc>
                <a:spcPct val="100000"/>
              </a:lnSpc>
              <a:spcBef>
                <a:spcPts val="85"/>
              </a:spcBef>
              <a:spcAft>
                <a:spcPts val="0"/>
              </a:spcAft>
              <a:buClr>
                <a:schemeClr val="dk1"/>
              </a:buClr>
              <a:buSzPts val="565"/>
              <a:buFont typeface="Arial"/>
              <a:buNone/>
              <a:defRPr sz="565"/>
            </a:lvl9pPr>
          </a:lstStyle>
          <a:p/>
        </p:txBody>
      </p:sp>
      <p:sp>
        <p:nvSpPr>
          <p:cNvPr id="195" name="Google Shape;195;p70"/>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70"/>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70"/>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8" name="Shape 198"/>
        <p:cNvGrpSpPr/>
        <p:nvPr/>
      </p:nvGrpSpPr>
      <p:grpSpPr>
        <a:xfrm>
          <a:off x="0" y="0"/>
          <a:ext cx="0" cy="0"/>
          <a:chOff x="0" y="0"/>
          <a:chExt cx="0" cy="0"/>
        </a:xfrm>
      </p:grpSpPr>
      <p:sp>
        <p:nvSpPr>
          <p:cNvPr id="199" name="Google Shape;199;p7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 name="Google Shape;200;p71"/>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270"/>
              </a:spcBef>
              <a:spcAft>
                <a:spcPts val="0"/>
              </a:spcAft>
              <a:buClr>
                <a:schemeClr val="dk1"/>
              </a:buClr>
              <a:buSzPts val="1800"/>
              <a:buChar char="•"/>
              <a:defRPr/>
            </a:lvl1pPr>
            <a:lvl2pPr indent="-342900" lvl="1" marL="914400" algn="l">
              <a:lnSpc>
                <a:spcPct val="100000"/>
              </a:lnSpc>
              <a:spcBef>
                <a:spcPts val="270"/>
              </a:spcBef>
              <a:spcAft>
                <a:spcPts val="0"/>
              </a:spcAft>
              <a:buClr>
                <a:schemeClr val="dk1"/>
              </a:buClr>
              <a:buSzPts val="1800"/>
              <a:buChar char="–"/>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
        <p:nvSpPr>
          <p:cNvPr id="201" name="Google Shape;201;p71"/>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2" name="Google Shape;202;p71"/>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71"/>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4" name="Shape 204"/>
        <p:cNvGrpSpPr/>
        <p:nvPr/>
      </p:nvGrpSpPr>
      <p:grpSpPr>
        <a:xfrm>
          <a:off x="0" y="0"/>
          <a:ext cx="0" cy="0"/>
          <a:chOff x="0" y="0"/>
          <a:chExt cx="0" cy="0"/>
        </a:xfrm>
      </p:grpSpPr>
      <p:sp>
        <p:nvSpPr>
          <p:cNvPr id="205" name="Google Shape;205;p72"/>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72"/>
          <p:cNvSpPr txBox="1"/>
          <p:nvPr>
            <p:ph idx="1" type="body"/>
          </p:nvPr>
        </p:nvSpPr>
        <p:spPr>
          <a:xfrm rot="5400000">
            <a:off x="1289343" y="-626164"/>
            <a:ext cx="4388644" cy="605293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270"/>
              </a:spcBef>
              <a:spcAft>
                <a:spcPts val="0"/>
              </a:spcAft>
              <a:buClr>
                <a:schemeClr val="dk1"/>
              </a:buClr>
              <a:buSzPts val="1800"/>
              <a:buChar char="•"/>
              <a:defRPr/>
            </a:lvl1pPr>
            <a:lvl2pPr indent="-342900" lvl="1" marL="914400" algn="l">
              <a:lnSpc>
                <a:spcPct val="100000"/>
              </a:lnSpc>
              <a:spcBef>
                <a:spcPts val="270"/>
              </a:spcBef>
              <a:spcAft>
                <a:spcPts val="0"/>
              </a:spcAft>
              <a:buClr>
                <a:schemeClr val="dk1"/>
              </a:buClr>
              <a:buSzPts val="1800"/>
              <a:buChar char="–"/>
              <a:defRPr/>
            </a:lvl2pPr>
            <a:lvl3pPr indent="-342900" lvl="2" marL="1371600" algn="l">
              <a:lnSpc>
                <a:spcPct val="100000"/>
              </a:lnSpc>
              <a:spcBef>
                <a:spcPts val="270"/>
              </a:spcBef>
              <a:spcAft>
                <a:spcPts val="0"/>
              </a:spcAft>
              <a:buClr>
                <a:schemeClr val="dk1"/>
              </a:buClr>
              <a:buSzPts val="1800"/>
              <a:buChar char="•"/>
              <a:defRPr/>
            </a:lvl3pPr>
            <a:lvl4pPr indent="-342900" lvl="3" marL="1828800" algn="l">
              <a:lnSpc>
                <a:spcPct val="100000"/>
              </a:lnSpc>
              <a:spcBef>
                <a:spcPts val="270"/>
              </a:spcBef>
              <a:spcAft>
                <a:spcPts val="0"/>
              </a:spcAft>
              <a:buClr>
                <a:schemeClr val="dk1"/>
              </a:buClr>
              <a:buSzPts val="1800"/>
              <a:buChar char="–"/>
              <a:defRPr/>
            </a:lvl4pPr>
            <a:lvl5pPr indent="-342900" lvl="4" marL="2286000" algn="l">
              <a:lnSpc>
                <a:spcPct val="100000"/>
              </a:lnSpc>
              <a:spcBef>
                <a:spcPts val="270"/>
              </a:spcBef>
              <a:spcAft>
                <a:spcPts val="0"/>
              </a:spcAft>
              <a:buClr>
                <a:schemeClr val="dk1"/>
              </a:buClr>
              <a:buSzPts val="1800"/>
              <a:buChar char="»"/>
              <a:defRPr/>
            </a:lvl5pPr>
            <a:lvl6pPr indent="-342900" lvl="5" marL="2743200" algn="l">
              <a:lnSpc>
                <a:spcPct val="100000"/>
              </a:lnSpc>
              <a:spcBef>
                <a:spcPts val="270"/>
              </a:spcBef>
              <a:spcAft>
                <a:spcPts val="0"/>
              </a:spcAft>
              <a:buClr>
                <a:schemeClr val="dk1"/>
              </a:buClr>
              <a:buSzPts val="1800"/>
              <a:buChar char="»"/>
              <a:defRPr/>
            </a:lvl6pPr>
            <a:lvl7pPr indent="-342900" lvl="6" marL="3200400" algn="l">
              <a:lnSpc>
                <a:spcPct val="100000"/>
              </a:lnSpc>
              <a:spcBef>
                <a:spcPts val="270"/>
              </a:spcBef>
              <a:spcAft>
                <a:spcPts val="0"/>
              </a:spcAft>
              <a:buClr>
                <a:schemeClr val="dk1"/>
              </a:buClr>
              <a:buSzPts val="1800"/>
              <a:buChar char="»"/>
              <a:defRPr/>
            </a:lvl7pPr>
            <a:lvl8pPr indent="-342900" lvl="7" marL="3657600" algn="l">
              <a:lnSpc>
                <a:spcPct val="100000"/>
              </a:lnSpc>
              <a:spcBef>
                <a:spcPts val="270"/>
              </a:spcBef>
              <a:spcAft>
                <a:spcPts val="0"/>
              </a:spcAft>
              <a:buClr>
                <a:schemeClr val="dk1"/>
              </a:buClr>
              <a:buSzPts val="1800"/>
              <a:buChar char="»"/>
              <a:defRPr/>
            </a:lvl8pPr>
            <a:lvl9pPr indent="-342900" lvl="8" marL="4114800" algn="l">
              <a:lnSpc>
                <a:spcPct val="100000"/>
              </a:lnSpc>
              <a:spcBef>
                <a:spcPts val="270"/>
              </a:spcBef>
              <a:spcAft>
                <a:spcPts val="0"/>
              </a:spcAft>
              <a:buClr>
                <a:schemeClr val="dk1"/>
              </a:buClr>
              <a:buSzPts val="1800"/>
              <a:buChar char="»"/>
              <a:defRPr/>
            </a:lvl9pPr>
          </a:lstStyle>
          <a:p/>
        </p:txBody>
      </p:sp>
      <p:sp>
        <p:nvSpPr>
          <p:cNvPr id="207" name="Google Shape;207;p72"/>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72"/>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9" name="Google Shape;209;p72"/>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27">
    <p:spTree>
      <p:nvGrpSpPr>
        <p:cNvPr id="210" name="Shape 210"/>
        <p:cNvGrpSpPr/>
        <p:nvPr/>
      </p:nvGrpSpPr>
      <p:grpSpPr>
        <a:xfrm>
          <a:off x="0" y="0"/>
          <a:ext cx="0" cy="0"/>
          <a:chOff x="0" y="0"/>
          <a:chExt cx="0" cy="0"/>
        </a:xfrm>
      </p:grpSpPr>
      <p:sp>
        <p:nvSpPr>
          <p:cNvPr id="211" name="Google Shape;211;p7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73"/>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p73"/>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4" name="Google Shape;214;p73"/>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28">
    <p:spTree>
      <p:nvGrpSpPr>
        <p:cNvPr id="215" name="Shape 215"/>
        <p:cNvGrpSpPr/>
        <p:nvPr/>
      </p:nvGrpSpPr>
      <p:grpSpPr>
        <a:xfrm>
          <a:off x="0" y="0"/>
          <a:ext cx="0" cy="0"/>
          <a:chOff x="0" y="0"/>
          <a:chExt cx="0" cy="0"/>
        </a:xfrm>
      </p:grpSpPr>
      <p:sp>
        <p:nvSpPr>
          <p:cNvPr id="216" name="Google Shape;216;p7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74"/>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p74"/>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74"/>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29">
    <p:spTree>
      <p:nvGrpSpPr>
        <p:cNvPr id="220" name="Shape 220"/>
        <p:cNvGrpSpPr/>
        <p:nvPr/>
      </p:nvGrpSpPr>
      <p:grpSpPr>
        <a:xfrm>
          <a:off x="0" y="0"/>
          <a:ext cx="0" cy="0"/>
          <a:chOff x="0" y="0"/>
          <a:chExt cx="0" cy="0"/>
        </a:xfrm>
      </p:grpSpPr>
      <p:sp>
        <p:nvSpPr>
          <p:cNvPr id="221" name="Google Shape;221;p7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 name="Google Shape;222;p75"/>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75"/>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75"/>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30">
    <p:spTree>
      <p:nvGrpSpPr>
        <p:cNvPr id="225" name="Shape 225"/>
        <p:cNvGrpSpPr/>
        <p:nvPr/>
      </p:nvGrpSpPr>
      <p:grpSpPr>
        <a:xfrm>
          <a:off x="0" y="0"/>
          <a:ext cx="0" cy="0"/>
          <a:chOff x="0" y="0"/>
          <a:chExt cx="0" cy="0"/>
        </a:xfrm>
      </p:grpSpPr>
      <p:sp>
        <p:nvSpPr>
          <p:cNvPr id="226" name="Google Shape;226;p7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76"/>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p76"/>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76"/>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31">
    <p:spTree>
      <p:nvGrpSpPr>
        <p:cNvPr id="230" name="Shape 230"/>
        <p:cNvGrpSpPr/>
        <p:nvPr/>
      </p:nvGrpSpPr>
      <p:grpSpPr>
        <a:xfrm>
          <a:off x="0" y="0"/>
          <a:ext cx="0" cy="0"/>
          <a:chOff x="0" y="0"/>
          <a:chExt cx="0" cy="0"/>
        </a:xfrm>
      </p:grpSpPr>
      <p:sp>
        <p:nvSpPr>
          <p:cNvPr id="231" name="Google Shape;231;p7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2" name="Google Shape;232;p77"/>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3" name="Google Shape;233;p77"/>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4" name="Google Shape;234;p77"/>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9" name="Shape 239"/>
        <p:cNvGrpSpPr/>
        <p:nvPr/>
      </p:nvGrpSpPr>
      <p:grpSpPr>
        <a:xfrm>
          <a:off x="0" y="0"/>
          <a:ext cx="0" cy="0"/>
          <a:chOff x="0" y="0"/>
          <a:chExt cx="0" cy="0"/>
        </a:xfrm>
      </p:grpSpPr>
      <p:sp>
        <p:nvSpPr>
          <p:cNvPr id="240" name="Google Shape;240;p7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41" name="Google Shape;241;p7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2" name="Google Shape;242;p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3" name="Shape 243"/>
        <p:cNvGrpSpPr/>
        <p:nvPr/>
      </p:nvGrpSpPr>
      <p:grpSpPr>
        <a:xfrm>
          <a:off x="0" y="0"/>
          <a:ext cx="0" cy="0"/>
          <a:chOff x="0" y="0"/>
          <a:chExt cx="0" cy="0"/>
        </a:xfrm>
      </p:grpSpPr>
      <p:sp>
        <p:nvSpPr>
          <p:cNvPr id="244" name="Google Shape;244;p8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45" name="Google Shape;245;p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6" name="Shape 246"/>
        <p:cNvGrpSpPr/>
        <p:nvPr/>
      </p:nvGrpSpPr>
      <p:grpSpPr>
        <a:xfrm>
          <a:off x="0" y="0"/>
          <a:ext cx="0" cy="0"/>
          <a:chOff x="0" y="0"/>
          <a:chExt cx="0" cy="0"/>
        </a:xfrm>
      </p:grpSpPr>
      <p:sp>
        <p:nvSpPr>
          <p:cNvPr id="247" name="Google Shape;247;p8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8" name="Google Shape;248;p8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9" name="Google Shape;249;p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0" name="Shape 250"/>
        <p:cNvGrpSpPr/>
        <p:nvPr/>
      </p:nvGrpSpPr>
      <p:grpSpPr>
        <a:xfrm>
          <a:off x="0" y="0"/>
          <a:ext cx="0" cy="0"/>
          <a:chOff x="0" y="0"/>
          <a:chExt cx="0" cy="0"/>
        </a:xfrm>
      </p:grpSpPr>
      <p:sp>
        <p:nvSpPr>
          <p:cNvPr id="251" name="Google Shape;251;p8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2" name="Google Shape;252;p8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3" name="Google Shape;253;p8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4" name="Google Shape;254;p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5" name="Shape 255"/>
        <p:cNvGrpSpPr/>
        <p:nvPr/>
      </p:nvGrpSpPr>
      <p:grpSpPr>
        <a:xfrm>
          <a:off x="0" y="0"/>
          <a:ext cx="0" cy="0"/>
          <a:chOff x="0" y="0"/>
          <a:chExt cx="0" cy="0"/>
        </a:xfrm>
      </p:grpSpPr>
      <p:sp>
        <p:nvSpPr>
          <p:cNvPr id="256" name="Google Shape;256;p8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7" name="Google Shape;257;p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8" name="Shape 258"/>
        <p:cNvGrpSpPr/>
        <p:nvPr/>
      </p:nvGrpSpPr>
      <p:grpSpPr>
        <a:xfrm>
          <a:off x="0" y="0"/>
          <a:ext cx="0" cy="0"/>
          <a:chOff x="0" y="0"/>
          <a:chExt cx="0" cy="0"/>
        </a:xfrm>
      </p:grpSpPr>
      <p:sp>
        <p:nvSpPr>
          <p:cNvPr id="259" name="Google Shape;259;p8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60" name="Google Shape;260;p8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1" name="Google Shape;261;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2" name="Shape 262"/>
        <p:cNvGrpSpPr/>
        <p:nvPr/>
      </p:nvGrpSpPr>
      <p:grpSpPr>
        <a:xfrm>
          <a:off x="0" y="0"/>
          <a:ext cx="0" cy="0"/>
          <a:chOff x="0" y="0"/>
          <a:chExt cx="0" cy="0"/>
        </a:xfrm>
      </p:grpSpPr>
      <p:sp>
        <p:nvSpPr>
          <p:cNvPr id="263" name="Google Shape;263;p8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64" name="Google Shape;264;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5" name="Shape 265"/>
        <p:cNvGrpSpPr/>
        <p:nvPr/>
      </p:nvGrpSpPr>
      <p:grpSpPr>
        <a:xfrm>
          <a:off x="0" y="0"/>
          <a:ext cx="0" cy="0"/>
          <a:chOff x="0" y="0"/>
          <a:chExt cx="0" cy="0"/>
        </a:xfrm>
      </p:grpSpPr>
      <p:sp>
        <p:nvSpPr>
          <p:cNvPr id="266" name="Google Shape;266;p8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8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68" name="Google Shape;268;p8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69" name="Google Shape;269;p8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0" name="Google Shape;270;p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71" name="Shape 271"/>
        <p:cNvGrpSpPr/>
        <p:nvPr/>
      </p:nvGrpSpPr>
      <p:grpSpPr>
        <a:xfrm>
          <a:off x="0" y="0"/>
          <a:ext cx="0" cy="0"/>
          <a:chOff x="0" y="0"/>
          <a:chExt cx="0" cy="0"/>
        </a:xfrm>
      </p:grpSpPr>
      <p:sp>
        <p:nvSpPr>
          <p:cNvPr id="272" name="Google Shape;272;p8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273" name="Google Shape;273;p8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74" name="Shape 274"/>
        <p:cNvGrpSpPr/>
        <p:nvPr/>
      </p:nvGrpSpPr>
      <p:grpSpPr>
        <a:xfrm>
          <a:off x="0" y="0"/>
          <a:ext cx="0" cy="0"/>
          <a:chOff x="0" y="0"/>
          <a:chExt cx="0" cy="0"/>
        </a:xfrm>
      </p:grpSpPr>
      <p:sp>
        <p:nvSpPr>
          <p:cNvPr id="275" name="Google Shape;275;p8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76" name="Google Shape;276;p8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77" name="Google Shape;277;p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8" name="Shape 278"/>
        <p:cNvGrpSpPr/>
        <p:nvPr/>
      </p:nvGrpSpPr>
      <p:grpSpPr>
        <a:xfrm>
          <a:off x="0" y="0"/>
          <a:ext cx="0" cy="0"/>
          <a:chOff x="0" y="0"/>
          <a:chExt cx="0" cy="0"/>
        </a:xfrm>
      </p:grpSpPr>
      <p:sp>
        <p:nvSpPr>
          <p:cNvPr id="279" name="Google Shape;279;p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43" Type="http://schemas.openxmlformats.org/officeDocument/2006/relationships/theme" Target="../theme/theme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9" Type="http://schemas.openxmlformats.org/officeDocument/2006/relationships/slideLayout" Target="../slideLayouts/slideLayout51.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slideLayout" Target="../slideLayouts/slideLayout50.xml"/><Relationship Id="rId11" Type="http://schemas.openxmlformats.org/officeDocument/2006/relationships/slideLayout" Target="../slideLayouts/slideLayout53.xml"/><Relationship Id="rId10" Type="http://schemas.openxmlformats.org/officeDocument/2006/relationships/slideLayout" Target="../slideLayouts/slideLayout5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2"/>
              </a:buClr>
              <a:buSzPts val="3300"/>
              <a:buFont typeface="Arial"/>
              <a:buNone/>
              <a:defRPr b="0" i="0" sz="33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36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61950" lvl="1" marL="914400" marR="0" rtl="0" algn="l">
              <a:lnSpc>
                <a:spcPct val="100000"/>
              </a:lnSpc>
              <a:spcBef>
                <a:spcPts val="315"/>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lnSpc>
                <a:spcPct val="100000"/>
              </a:lnSpc>
              <a:spcBef>
                <a:spcPts val="27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lnSpc>
                <a:spcPct val="100000"/>
              </a:lnSpc>
              <a:spcBef>
                <a:spcPts val="22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lnSpc>
                <a:spcPct val="100000"/>
              </a:lnSpc>
              <a:spcBef>
                <a:spcPts val="22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lnSpc>
                <a:spcPct val="100000"/>
              </a:lnSpc>
              <a:spcBef>
                <a:spcPts val="22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lnSpc>
                <a:spcPct val="100000"/>
              </a:lnSpc>
              <a:spcBef>
                <a:spcPts val="22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lnSpc>
                <a:spcPct val="100000"/>
              </a:lnSpc>
              <a:spcBef>
                <a:spcPts val="22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22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8" name="Google Shape;8;p35"/>
          <p:cNvSpPr txBox="1"/>
          <p:nvPr>
            <p:ph idx="10" type="dt"/>
          </p:nvPr>
        </p:nvSpPr>
        <p:spPr>
          <a:xfrm>
            <a:off x="457200" y="4683919"/>
            <a:ext cx="2133600" cy="3571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05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9" name="Google Shape;9;p35"/>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05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0" name="Google Shape;10;p35"/>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5" name="Shape 235"/>
        <p:cNvGrpSpPr/>
        <p:nvPr/>
      </p:nvGrpSpPr>
      <p:grpSpPr>
        <a:xfrm>
          <a:off x="0" y="0"/>
          <a:ext cx="0" cy="0"/>
          <a:chOff x="0" y="0"/>
          <a:chExt cx="0" cy="0"/>
        </a:xfrm>
      </p:grpSpPr>
      <p:sp>
        <p:nvSpPr>
          <p:cNvPr id="236" name="Google Shape;236;p7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237" name="Google Shape;237;p7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238" name="Google Shape;238;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 Id="rId3" Type="http://schemas.openxmlformats.org/officeDocument/2006/relationships/hyperlink" Target="https://mymanagementguide.com/feasibility-study-template/" TargetMode="External"/><Relationship Id="rId4" Type="http://schemas.openxmlformats.org/officeDocument/2006/relationships/hyperlink" Target="https://www.tpsgc-pwgsc.gc.ca/biens-property/sngp-npms/ti-it/etivcarftp-idsfvfrmd-eng.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 Id="rId3" Type="http://schemas.openxmlformats.org/officeDocument/2006/relationships/image" Target="../media/image1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 Id="rId3" Type="http://schemas.openxmlformats.org/officeDocument/2006/relationships/image" Target="../media/image1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9.xml"/><Relationship Id="rId3" Type="http://schemas.openxmlformats.org/officeDocument/2006/relationships/image" Target="../media/image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 Id="rId3" Type="http://schemas.openxmlformats.org/officeDocument/2006/relationships/image" Target="../media/image1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3.xml"/><Relationship Id="rId3" Type="http://schemas.openxmlformats.org/officeDocument/2006/relationships/hyperlink" Target="https://medium.com/@aquariousdigitalmarketing/software-feasibility-study-a-step-by-step-guide-54ac0f96c07d" TargetMode="External"/><Relationship Id="rId4" Type="http://schemas.openxmlformats.org/officeDocument/2006/relationships/hyperlink" Target="https://www.geeksforgeeks.org/types-of-feasibility-study-in-software-project-development/" TargetMode="External"/><Relationship Id="rId9" Type="http://schemas.openxmlformats.org/officeDocument/2006/relationships/hyperlink" Target="https://www.istockphoto.com/photos/data-privacy-law" TargetMode="External"/><Relationship Id="rId5" Type="http://schemas.openxmlformats.org/officeDocument/2006/relationships/hyperlink" Target="https://www.shutterstock.com/image-vector/taka-bdt-bangladeshi-currency-icon-logo-1638072163" TargetMode="External"/><Relationship Id="rId6" Type="http://schemas.openxmlformats.org/officeDocument/2006/relationships/hyperlink" Target="https://www.freepik.com/free-photos-vectors/technology" TargetMode="External"/><Relationship Id="rId7" Type="http://schemas.openxmlformats.org/officeDocument/2006/relationships/hyperlink" Target="https://www.vectorstock.com/royalty-free-vector/human-resources-recruiting-concept-vector-9732886" TargetMode="External"/><Relationship Id="rId8" Type="http://schemas.openxmlformats.org/officeDocument/2006/relationships/hyperlink" Target="https://www.istockphoto.com/photos/behavioral-data" TargetMode="External"/><Relationship Id="rId11" Type="http://schemas.openxmlformats.org/officeDocument/2006/relationships/hyperlink" Target="https://www.businessnewsdaily.com/4245-swot-analysis.html" TargetMode="External"/><Relationship Id="rId10" Type="http://schemas.openxmlformats.org/officeDocument/2006/relationships/hyperlink" Target="https://www.vecteezy.com/free-vector/schedule" TargetMode="External"/><Relationship Id="rId12" Type="http://schemas.openxmlformats.org/officeDocument/2006/relationships/hyperlink" Target="https://www.wordstream.com/blog/ws/2017/12/20/swot-analysi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
          <p:cNvSpPr txBox="1"/>
          <p:nvPr>
            <p:ph type="ctrTitle"/>
          </p:nvPr>
        </p:nvSpPr>
        <p:spPr>
          <a:xfrm>
            <a:off x="649605" y="842010"/>
            <a:ext cx="7805738" cy="1790700"/>
          </a:xfrm>
          <a:prstGeom prst="rect">
            <a:avLst/>
          </a:prstGeom>
          <a:solidFill>
            <a:srgbClr val="FF8000"/>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300"/>
              <a:buFont typeface="Calibri"/>
              <a:buNone/>
            </a:pPr>
            <a:r>
              <a:rPr b="1" lang="en-GB">
                <a:solidFill>
                  <a:schemeClr val="lt1"/>
                </a:solidFill>
                <a:latin typeface="Calibri"/>
                <a:ea typeface="Calibri"/>
                <a:cs typeface="Calibri"/>
                <a:sym typeface="Calibri"/>
              </a:rPr>
              <a:t>Feasibility Analysis</a:t>
            </a:r>
            <a:endParaRPr b="1">
              <a:solidFill>
                <a:schemeClr val="lt1"/>
              </a:solidFill>
              <a:latin typeface="Calibri"/>
              <a:ea typeface="Calibri"/>
              <a:cs typeface="Calibri"/>
              <a:sym typeface="Calibri"/>
            </a:endParaRPr>
          </a:p>
        </p:txBody>
      </p:sp>
      <p:sp>
        <p:nvSpPr>
          <p:cNvPr id="285" name="Google Shape;285;p1"/>
          <p:cNvSpPr txBox="1"/>
          <p:nvPr>
            <p:ph idx="1" type="subTitle"/>
          </p:nvPr>
        </p:nvSpPr>
        <p:spPr>
          <a:xfrm>
            <a:off x="1088231" y="2632710"/>
            <a:ext cx="6858000" cy="990124"/>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1050"/>
              <a:buFont typeface="Arial"/>
              <a:buNone/>
            </a:pPr>
            <a:r>
              <a:t/>
            </a:r>
            <a:endParaRPr sz="1050">
              <a:solidFill>
                <a:srgbClr val="7F7F7F"/>
              </a:solidFill>
            </a:endParaRPr>
          </a:p>
          <a:p>
            <a:pPr indent="0" lvl="0" marL="0" rtl="0" algn="ctr">
              <a:lnSpc>
                <a:spcPct val="100000"/>
              </a:lnSpc>
              <a:spcBef>
                <a:spcPts val="315"/>
              </a:spcBef>
              <a:spcAft>
                <a:spcPts val="0"/>
              </a:spcAft>
              <a:buClr>
                <a:srgbClr val="074173"/>
              </a:buClr>
              <a:buSzPts val="2100"/>
              <a:buFont typeface="Arial"/>
              <a:buNone/>
            </a:pPr>
            <a:r>
              <a:rPr b="1" lang="en-GB" sz="2100">
                <a:solidFill>
                  <a:srgbClr val="074173"/>
                </a:solidFill>
              </a:rPr>
              <a:t>System Analysis and Design</a:t>
            </a:r>
            <a:endParaRPr b="1" sz="2100">
              <a:solidFill>
                <a:srgbClr val="074173"/>
              </a:solidFill>
            </a:endParaRPr>
          </a:p>
          <a:p>
            <a:pPr indent="0" lvl="0" marL="0" rtl="0" algn="ctr">
              <a:lnSpc>
                <a:spcPct val="100000"/>
              </a:lnSpc>
              <a:spcBef>
                <a:spcPts val="315"/>
              </a:spcBef>
              <a:spcAft>
                <a:spcPts val="0"/>
              </a:spcAft>
              <a:buClr>
                <a:srgbClr val="074173"/>
              </a:buClr>
              <a:buSzPts val="2100"/>
              <a:buFont typeface="Arial"/>
              <a:buNone/>
            </a:pPr>
            <a:r>
              <a:rPr b="1" lang="en-GB" sz="2100">
                <a:solidFill>
                  <a:srgbClr val="074173"/>
                </a:solidFill>
              </a:rPr>
              <a:t>Content  04</a:t>
            </a:r>
            <a:endParaRPr b="1" sz="2100">
              <a:solidFill>
                <a:srgbClr val="074173"/>
              </a:solidFill>
            </a:endParaRPr>
          </a:p>
        </p:txBody>
      </p:sp>
      <p:sp>
        <p:nvSpPr>
          <p:cNvPr id="286" name="Google Shape;286;p1"/>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sz="790"/>
              <a:t>Tasmin Sanjida, Lecturer, CSE, UIU</a:t>
            </a:r>
            <a:endParaRPr sz="790"/>
          </a:p>
        </p:txBody>
      </p:sp>
      <p:sp>
        <p:nvSpPr>
          <p:cNvPr id="287" name="Google Shape;287;p1"/>
          <p:cNvSpPr txBox="1"/>
          <p:nvPr>
            <p:ph idx="12" type="sldNum"/>
          </p:nvPr>
        </p:nvSpPr>
        <p:spPr>
          <a:xfrm>
            <a:off x="6457950" y="4767263"/>
            <a:ext cx="2057400" cy="273844"/>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GB" sz="790"/>
              <a:t>‹#›</a:t>
            </a:fld>
            <a:endParaRPr sz="79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sp>
        <p:nvSpPr>
          <p:cNvPr id="293" name="Google Shape;293;p2"/>
          <p:cNvSpPr txBox="1"/>
          <p:nvPr>
            <p:ph type="title"/>
          </p:nvPr>
        </p:nvSpPr>
        <p:spPr>
          <a:xfrm>
            <a:off x="311785" y="198120"/>
            <a:ext cx="8520430" cy="954405"/>
          </a:xfrm>
          <a:prstGeom prst="rect">
            <a:avLst/>
          </a:prstGeom>
          <a:solidFill>
            <a:srgbClr val="FF80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3600"/>
              <a:buFont typeface="Calibri"/>
              <a:buNone/>
            </a:pPr>
            <a:r>
              <a:rPr lang="en-GB" sz="4000">
                <a:solidFill>
                  <a:schemeClr val="lt1"/>
                </a:solidFill>
                <a:latin typeface="Calibri"/>
                <a:ea typeface="Calibri"/>
                <a:cs typeface="Calibri"/>
                <a:sym typeface="Calibri"/>
              </a:rPr>
              <a:t>SDLC Steps </a:t>
            </a:r>
            <a:endParaRPr sz="4000">
              <a:solidFill>
                <a:schemeClr val="lt1"/>
              </a:solidFill>
              <a:latin typeface="Calibri"/>
              <a:ea typeface="Calibri"/>
              <a:cs typeface="Calibri"/>
              <a:sym typeface="Calibri"/>
            </a:endParaRPr>
          </a:p>
        </p:txBody>
      </p:sp>
      <p:sp>
        <p:nvSpPr>
          <p:cNvPr id="294" name="Google Shape;294;p2"/>
          <p:cNvSpPr txBox="1"/>
          <p:nvPr>
            <p:ph idx="4294967295"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476250" lvl="0" marL="514350" marR="0" rtl="0" algn="l">
              <a:lnSpc>
                <a:spcPct val="100000"/>
              </a:lnSpc>
              <a:spcBef>
                <a:spcPts val="0"/>
              </a:spcBef>
              <a:spcAft>
                <a:spcPts val="0"/>
              </a:spcAft>
              <a:buClr>
                <a:schemeClr val="dk1"/>
              </a:buClr>
              <a:buSzPts val="1800"/>
              <a:buFont typeface="Oswald"/>
              <a:buAutoNum type="romanLcPeriod"/>
            </a:pPr>
            <a:r>
              <a:rPr b="0" i="0" lang="en-GB" sz="2400" u="none" cap="none" strike="noStrike">
                <a:solidFill>
                  <a:schemeClr val="dk1"/>
                </a:solidFill>
                <a:latin typeface="Calibri"/>
                <a:ea typeface="Calibri"/>
                <a:cs typeface="Calibri"/>
                <a:sym typeface="Calibri"/>
              </a:rPr>
              <a:t>Idea Generation (optional)</a:t>
            </a:r>
            <a:endParaRPr b="0" i="0" sz="2400" u="none" cap="none" strike="noStrike">
              <a:solidFill>
                <a:schemeClr val="dk1"/>
              </a:solidFill>
              <a:latin typeface="Calibri"/>
              <a:ea typeface="Calibri"/>
              <a:cs typeface="Calibri"/>
              <a:sym typeface="Calibri"/>
            </a:endParaRPr>
          </a:p>
          <a:p>
            <a:pPr indent="-476250" lvl="0" marL="514350" marR="0" rtl="0" algn="l">
              <a:lnSpc>
                <a:spcPct val="100000"/>
              </a:lnSpc>
              <a:spcBef>
                <a:spcPts val="0"/>
              </a:spcBef>
              <a:spcAft>
                <a:spcPts val="0"/>
              </a:spcAft>
              <a:buClr>
                <a:schemeClr val="dk1"/>
              </a:buClr>
              <a:buSzPts val="1800"/>
              <a:buFont typeface="Oswald"/>
              <a:buAutoNum type="romanLcPeriod"/>
            </a:pPr>
            <a:r>
              <a:rPr b="0" i="0" lang="en-GB" sz="2400" u="none" cap="none" strike="noStrike">
                <a:solidFill>
                  <a:schemeClr val="dk1"/>
                </a:solidFill>
                <a:latin typeface="Calibri"/>
                <a:ea typeface="Calibri"/>
                <a:cs typeface="Calibri"/>
                <a:sym typeface="Calibri"/>
              </a:rPr>
              <a:t>Planning</a:t>
            </a:r>
            <a:endParaRPr b="0" i="0" sz="2400" u="none" cap="none" strike="noStrike">
              <a:solidFill>
                <a:schemeClr val="dk1"/>
              </a:solidFill>
              <a:latin typeface="Calibri"/>
              <a:ea typeface="Calibri"/>
              <a:cs typeface="Calibri"/>
              <a:sym typeface="Calibri"/>
            </a:endParaRPr>
          </a:p>
          <a:p>
            <a:pPr indent="-476250" lvl="0" marL="514350" marR="0" rtl="0" algn="l">
              <a:lnSpc>
                <a:spcPct val="100000"/>
              </a:lnSpc>
              <a:spcBef>
                <a:spcPts val="0"/>
              </a:spcBef>
              <a:spcAft>
                <a:spcPts val="0"/>
              </a:spcAft>
              <a:buClr>
                <a:schemeClr val="dk1"/>
              </a:buClr>
              <a:buSzPts val="1800"/>
              <a:buFont typeface="Oswald"/>
              <a:buAutoNum type="romanLcPeriod"/>
            </a:pPr>
            <a:r>
              <a:rPr b="0" i="0" lang="en-GB" sz="2400" u="none" cap="none" strike="noStrike">
                <a:solidFill>
                  <a:schemeClr val="dk1"/>
                </a:solidFill>
                <a:latin typeface="Calibri"/>
                <a:ea typeface="Calibri"/>
                <a:cs typeface="Calibri"/>
                <a:sym typeface="Calibri"/>
              </a:rPr>
              <a:t>System Information/Requirement Gathering</a:t>
            </a:r>
            <a:endParaRPr b="0" i="0" sz="2400" u="none" cap="none" strike="noStrike">
              <a:solidFill>
                <a:schemeClr val="dk1"/>
              </a:solidFill>
              <a:latin typeface="Calibri"/>
              <a:ea typeface="Calibri"/>
              <a:cs typeface="Calibri"/>
              <a:sym typeface="Calibri"/>
            </a:endParaRPr>
          </a:p>
          <a:p>
            <a:pPr indent="-476250" lvl="0" marL="514350" marR="0" rtl="0" algn="l">
              <a:lnSpc>
                <a:spcPct val="100000"/>
              </a:lnSpc>
              <a:spcBef>
                <a:spcPts val="0"/>
              </a:spcBef>
              <a:spcAft>
                <a:spcPts val="0"/>
              </a:spcAft>
              <a:buClr>
                <a:srgbClr val="6AA84F"/>
              </a:buClr>
              <a:buSzPts val="1800"/>
              <a:buFont typeface="Oswald"/>
              <a:buAutoNum type="romanLcPeriod"/>
            </a:pPr>
            <a:r>
              <a:rPr b="0" i="0" lang="en-GB" sz="2400" u="none" cap="none" strike="noStrike">
                <a:solidFill>
                  <a:srgbClr val="C00000"/>
                </a:solidFill>
                <a:latin typeface="Calibri"/>
                <a:ea typeface="Calibri"/>
                <a:cs typeface="Calibri"/>
                <a:sym typeface="Calibri"/>
              </a:rPr>
              <a:t>Analysis</a:t>
            </a:r>
            <a:endParaRPr b="0" i="0" sz="2400" u="none" cap="none" strike="noStrike">
              <a:solidFill>
                <a:srgbClr val="C00000"/>
              </a:solidFill>
              <a:latin typeface="Calibri"/>
              <a:ea typeface="Calibri"/>
              <a:cs typeface="Calibri"/>
              <a:sym typeface="Calibri"/>
            </a:endParaRPr>
          </a:p>
          <a:p>
            <a:pPr indent="-476250" lvl="0" marL="514350" marR="0" rtl="0" algn="l">
              <a:lnSpc>
                <a:spcPct val="100000"/>
              </a:lnSpc>
              <a:spcBef>
                <a:spcPts val="0"/>
              </a:spcBef>
              <a:spcAft>
                <a:spcPts val="0"/>
              </a:spcAft>
              <a:buClr>
                <a:schemeClr val="dk1"/>
              </a:buClr>
              <a:buSzPts val="1800"/>
              <a:buFont typeface="Oswald"/>
              <a:buAutoNum type="romanLcPeriod"/>
            </a:pPr>
            <a:r>
              <a:rPr b="0" i="0" lang="en-GB" sz="2400" u="none" cap="none" strike="noStrike">
                <a:solidFill>
                  <a:schemeClr val="dk1"/>
                </a:solidFill>
                <a:latin typeface="Calibri"/>
                <a:ea typeface="Calibri"/>
                <a:cs typeface="Calibri"/>
                <a:sym typeface="Calibri"/>
              </a:rPr>
              <a:t>Design</a:t>
            </a:r>
            <a:endParaRPr b="0" i="0" sz="2400" u="none" cap="none" strike="noStrike">
              <a:solidFill>
                <a:schemeClr val="dk1"/>
              </a:solidFill>
              <a:latin typeface="Calibri"/>
              <a:ea typeface="Calibri"/>
              <a:cs typeface="Calibri"/>
              <a:sym typeface="Calibri"/>
            </a:endParaRPr>
          </a:p>
          <a:p>
            <a:pPr indent="-476250" lvl="0" marL="514350" marR="0" rtl="0" algn="l">
              <a:lnSpc>
                <a:spcPct val="100000"/>
              </a:lnSpc>
              <a:spcBef>
                <a:spcPts val="0"/>
              </a:spcBef>
              <a:spcAft>
                <a:spcPts val="0"/>
              </a:spcAft>
              <a:buClr>
                <a:schemeClr val="dk1"/>
              </a:buClr>
              <a:buSzPts val="1800"/>
              <a:buFont typeface="Oswald"/>
              <a:buAutoNum type="romanLcPeriod"/>
            </a:pPr>
            <a:r>
              <a:rPr b="0" i="0" lang="en-GB" sz="2400" u="none" cap="none" strike="noStrike">
                <a:solidFill>
                  <a:schemeClr val="dk1"/>
                </a:solidFill>
                <a:latin typeface="Calibri"/>
                <a:ea typeface="Calibri"/>
                <a:cs typeface="Calibri"/>
                <a:sym typeface="Calibri"/>
              </a:rPr>
              <a:t>Development/Construction/Coding</a:t>
            </a:r>
            <a:endParaRPr b="0" i="0" sz="2400" u="none" cap="none" strike="noStrike">
              <a:solidFill>
                <a:schemeClr val="dk1"/>
              </a:solidFill>
              <a:latin typeface="Calibri"/>
              <a:ea typeface="Calibri"/>
              <a:cs typeface="Calibri"/>
              <a:sym typeface="Calibri"/>
            </a:endParaRPr>
          </a:p>
          <a:p>
            <a:pPr indent="-476250" lvl="0" marL="514350" marR="0" rtl="0" algn="l">
              <a:lnSpc>
                <a:spcPct val="100000"/>
              </a:lnSpc>
              <a:spcBef>
                <a:spcPts val="0"/>
              </a:spcBef>
              <a:spcAft>
                <a:spcPts val="0"/>
              </a:spcAft>
              <a:buClr>
                <a:schemeClr val="dk1"/>
              </a:buClr>
              <a:buSzPts val="1800"/>
              <a:buFont typeface="Oswald"/>
              <a:buAutoNum type="romanLcPeriod"/>
            </a:pPr>
            <a:r>
              <a:rPr b="0" i="0" lang="en-GB" sz="2400" u="none" cap="none" strike="noStrike">
                <a:solidFill>
                  <a:schemeClr val="dk1"/>
                </a:solidFill>
                <a:latin typeface="Calibri"/>
                <a:ea typeface="Calibri"/>
                <a:cs typeface="Calibri"/>
                <a:sym typeface="Calibri"/>
              </a:rPr>
              <a:t>Testing</a:t>
            </a:r>
            <a:endParaRPr b="0" i="0" sz="2400" u="none" cap="none" strike="noStrike">
              <a:solidFill>
                <a:schemeClr val="dk1"/>
              </a:solidFill>
              <a:latin typeface="Calibri"/>
              <a:ea typeface="Calibri"/>
              <a:cs typeface="Calibri"/>
              <a:sym typeface="Calibri"/>
            </a:endParaRPr>
          </a:p>
          <a:p>
            <a:pPr indent="-476250" lvl="0" marL="514350" marR="0" rtl="0" algn="l">
              <a:lnSpc>
                <a:spcPct val="100000"/>
              </a:lnSpc>
              <a:spcBef>
                <a:spcPts val="0"/>
              </a:spcBef>
              <a:spcAft>
                <a:spcPts val="0"/>
              </a:spcAft>
              <a:buClr>
                <a:schemeClr val="dk1"/>
              </a:buClr>
              <a:buSzPts val="1800"/>
              <a:buFont typeface="Oswald"/>
              <a:buAutoNum type="romanLcPeriod"/>
            </a:pPr>
            <a:r>
              <a:rPr b="0" i="0" lang="en-GB" sz="2400" u="none" cap="none" strike="noStrike">
                <a:solidFill>
                  <a:schemeClr val="dk1"/>
                </a:solidFill>
                <a:latin typeface="Calibri"/>
                <a:ea typeface="Calibri"/>
                <a:cs typeface="Calibri"/>
                <a:sym typeface="Calibri"/>
              </a:rPr>
              <a:t>Deployment</a:t>
            </a:r>
            <a:endParaRPr b="0" i="0" sz="2400" u="none" cap="none" strike="noStrike">
              <a:solidFill>
                <a:schemeClr val="dk1"/>
              </a:solidFill>
              <a:latin typeface="Calibri"/>
              <a:ea typeface="Calibri"/>
              <a:cs typeface="Calibri"/>
              <a:sym typeface="Calibri"/>
            </a:endParaRPr>
          </a:p>
          <a:p>
            <a:pPr indent="-476250" lvl="0" marL="514350" marR="0" rtl="0" algn="l">
              <a:lnSpc>
                <a:spcPct val="100000"/>
              </a:lnSpc>
              <a:spcBef>
                <a:spcPts val="0"/>
              </a:spcBef>
              <a:spcAft>
                <a:spcPts val="0"/>
              </a:spcAft>
              <a:buClr>
                <a:schemeClr val="dk1"/>
              </a:buClr>
              <a:buSzPts val="1800"/>
              <a:buFont typeface="Oswald"/>
              <a:buAutoNum type="romanLcPeriod"/>
            </a:pPr>
            <a:r>
              <a:rPr b="0" i="0" lang="en-GB" sz="2400" u="none" cap="none" strike="noStrike">
                <a:solidFill>
                  <a:schemeClr val="dk1"/>
                </a:solidFill>
                <a:latin typeface="Calibri"/>
                <a:ea typeface="Calibri"/>
                <a:cs typeface="Calibri"/>
                <a:sym typeface="Calibri"/>
              </a:rPr>
              <a:t>Post–Implementation &amp; Maintenance</a:t>
            </a:r>
            <a:endParaRPr b="0" i="0" sz="2400" u="none" cap="none" strike="noStrike">
              <a:solidFill>
                <a:schemeClr val="dk1"/>
              </a:solidFill>
              <a:latin typeface="Calibri"/>
              <a:ea typeface="Calibri"/>
              <a:cs typeface="Calibri"/>
              <a:sym typeface="Calibri"/>
            </a:endParaRPr>
          </a:p>
        </p:txBody>
      </p:sp>
      <p:sp>
        <p:nvSpPr>
          <p:cNvPr id="295" name="Google Shape;295;p2"/>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p>
            <a:pPr indent="-257175" lvl="0" marL="257175" rtl="0" algn="l">
              <a:lnSpc>
                <a:spcPct val="100000"/>
              </a:lnSpc>
              <a:spcBef>
                <a:spcPts val="0"/>
              </a:spcBef>
              <a:spcAft>
                <a:spcPts val="0"/>
              </a:spcAft>
              <a:buClr>
                <a:schemeClr val="dk1"/>
              </a:buClr>
              <a:buSzPts val="2400"/>
              <a:buFont typeface="Calibri"/>
              <a:buChar char="•"/>
            </a:pPr>
            <a:r>
              <a:rPr lang="en-GB">
                <a:latin typeface="Calibri"/>
                <a:ea typeface="Calibri"/>
                <a:cs typeface="Calibri"/>
                <a:sym typeface="Calibri"/>
              </a:rPr>
              <a:t>Economical, Technical, HR, Behavioral, Legal &amp; Schedule</a:t>
            </a:r>
            <a:endParaRPr>
              <a:latin typeface="Calibri"/>
              <a:ea typeface="Calibri"/>
              <a:cs typeface="Calibri"/>
              <a:sym typeface="Calibri"/>
            </a:endParaRPr>
          </a:p>
          <a:p>
            <a:pPr indent="-257175" lvl="0" marL="257175" rtl="0" algn="l">
              <a:lnSpc>
                <a:spcPct val="100000"/>
              </a:lnSpc>
              <a:spcBef>
                <a:spcPts val="360"/>
              </a:spcBef>
              <a:spcAft>
                <a:spcPts val="0"/>
              </a:spcAft>
              <a:buClr>
                <a:schemeClr val="dk1"/>
              </a:buClr>
              <a:buSzPts val="2400"/>
              <a:buFont typeface="Calibri"/>
              <a:buChar char="•"/>
            </a:pPr>
            <a:r>
              <a:rPr lang="en-GB">
                <a:latin typeface="Calibri"/>
                <a:ea typeface="Calibri"/>
                <a:cs typeface="Calibri"/>
                <a:sym typeface="Calibri"/>
              </a:rPr>
              <a:t>Cash Flow &amp; NPV</a:t>
            </a:r>
            <a:endParaRPr>
              <a:latin typeface="Calibri"/>
              <a:ea typeface="Calibri"/>
              <a:cs typeface="Calibri"/>
              <a:sym typeface="Calibri"/>
            </a:endParaRPr>
          </a:p>
          <a:p>
            <a:pPr indent="-257175" lvl="0" marL="257175" rtl="0" algn="l">
              <a:lnSpc>
                <a:spcPct val="100000"/>
              </a:lnSpc>
              <a:spcBef>
                <a:spcPts val="360"/>
              </a:spcBef>
              <a:spcAft>
                <a:spcPts val="0"/>
              </a:spcAft>
              <a:buClr>
                <a:schemeClr val="dk1"/>
              </a:buClr>
              <a:buSzPts val="2400"/>
              <a:buFont typeface="Calibri"/>
              <a:buChar char="•"/>
            </a:pPr>
            <a:r>
              <a:rPr lang="en-GB">
                <a:latin typeface="Calibri"/>
                <a:ea typeface="Calibri"/>
                <a:cs typeface="Calibri"/>
                <a:sym typeface="Calibri"/>
              </a:rPr>
              <a:t>Feasibility Report</a:t>
            </a:r>
            <a:endParaRPr>
              <a:latin typeface="Calibri"/>
              <a:ea typeface="Calibri"/>
              <a:cs typeface="Calibri"/>
              <a:sym typeface="Calibri"/>
            </a:endParaRPr>
          </a:p>
          <a:p>
            <a:pPr indent="-257175" lvl="0" marL="257175" rtl="0" algn="l">
              <a:lnSpc>
                <a:spcPct val="100000"/>
              </a:lnSpc>
              <a:spcBef>
                <a:spcPts val="360"/>
              </a:spcBef>
              <a:spcAft>
                <a:spcPts val="0"/>
              </a:spcAft>
              <a:buClr>
                <a:schemeClr val="dk1"/>
              </a:buClr>
              <a:buSzPts val="2400"/>
              <a:buFont typeface="Calibri"/>
              <a:buChar char="•"/>
            </a:pPr>
            <a:r>
              <a:rPr lang="en-GB">
                <a:latin typeface="Calibri"/>
                <a:ea typeface="Calibri"/>
                <a:cs typeface="Calibri"/>
                <a:sym typeface="Calibri"/>
              </a:rPr>
              <a:t>SWOT Analysis</a:t>
            </a:r>
            <a:endParaRPr>
              <a:latin typeface="Calibri"/>
              <a:ea typeface="Calibri"/>
              <a:cs typeface="Calibri"/>
              <a:sym typeface="Calibri"/>
            </a:endParaRPr>
          </a:p>
          <a:p>
            <a:pPr indent="0" lvl="0" marL="0" rtl="0" algn="l">
              <a:lnSpc>
                <a:spcPct val="100000"/>
              </a:lnSpc>
              <a:spcBef>
                <a:spcPts val="360"/>
              </a:spcBef>
              <a:spcAft>
                <a:spcPts val="0"/>
              </a:spcAft>
              <a:buClr>
                <a:schemeClr val="dk1"/>
              </a:buClr>
              <a:buSzPts val="2400"/>
              <a:buFont typeface="Arial"/>
              <a:buNone/>
            </a:pPr>
            <a:r>
              <a:t/>
            </a:r>
            <a:endParaRPr>
              <a:latin typeface="Calibri"/>
              <a:ea typeface="Calibri"/>
              <a:cs typeface="Calibri"/>
              <a:sym typeface="Calibri"/>
            </a:endParaRPr>
          </a:p>
        </p:txBody>
      </p:sp>
      <p:sp>
        <p:nvSpPr>
          <p:cNvPr id="301" name="Google Shape;301;p3"/>
          <p:cNvSpPr txBox="1"/>
          <p:nvPr>
            <p:ph type="title"/>
          </p:nvPr>
        </p:nvSpPr>
        <p:spPr>
          <a:xfrm>
            <a:off x="311785" y="198120"/>
            <a:ext cx="8520430" cy="954405"/>
          </a:xfrm>
          <a:prstGeom prst="rect">
            <a:avLst/>
          </a:prstGeom>
          <a:solidFill>
            <a:srgbClr val="FF80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3600"/>
              <a:buFont typeface="Calibri"/>
              <a:buNone/>
            </a:pPr>
            <a:r>
              <a:rPr lang="en-GB" sz="4000">
                <a:solidFill>
                  <a:schemeClr val="lt1"/>
                </a:solidFill>
                <a:latin typeface="Calibri"/>
                <a:ea typeface="Calibri"/>
                <a:cs typeface="Calibri"/>
                <a:sym typeface="Calibri"/>
              </a:rPr>
              <a:t>Feasibility Analysis</a:t>
            </a:r>
            <a:endParaRPr sz="4000">
              <a:solidFill>
                <a:schemeClr val="lt1"/>
              </a:solidFill>
              <a:latin typeface="Calibri"/>
              <a:ea typeface="Calibri"/>
              <a:cs typeface="Calibri"/>
              <a:sym typeface="Calibri"/>
            </a:endParaRPr>
          </a:p>
        </p:txBody>
      </p:sp>
      <p:sp>
        <p:nvSpPr>
          <p:cNvPr id="302" name="Google Shape;302;p3"/>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GB"/>
              <a:t>‹#›</a:t>
            </a:fld>
            <a:endParaRPr/>
          </a:p>
        </p:txBody>
      </p:sp>
      <p:sp>
        <p:nvSpPr>
          <p:cNvPr id="303" name="Google Shape;303;p3"/>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
          <p:cNvSpPr txBox="1"/>
          <p:nvPr>
            <p:ph type="title"/>
          </p:nvPr>
        </p:nvSpPr>
        <p:spPr>
          <a:xfrm>
            <a:off x="311785" y="205740"/>
            <a:ext cx="8520430" cy="834390"/>
          </a:xfrm>
          <a:prstGeom prst="rect">
            <a:avLst/>
          </a:prstGeom>
          <a:solidFill>
            <a:srgbClr val="FF80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2800"/>
              <a:buFont typeface="Arial"/>
              <a:buNone/>
            </a:pPr>
            <a:r>
              <a:rPr lang="en-GB" sz="4000">
                <a:solidFill>
                  <a:schemeClr val="lt1"/>
                </a:solidFill>
                <a:latin typeface="Calibri"/>
                <a:ea typeface="Calibri"/>
                <a:cs typeface="Calibri"/>
                <a:sym typeface="Calibri"/>
              </a:rPr>
              <a:t>What is Feasibility Analysis?</a:t>
            </a:r>
            <a:endParaRPr sz="4000">
              <a:solidFill>
                <a:schemeClr val="lt1"/>
              </a:solidFill>
              <a:latin typeface="Calibri"/>
              <a:ea typeface="Calibri"/>
              <a:cs typeface="Calibri"/>
              <a:sym typeface="Calibri"/>
            </a:endParaRPr>
          </a:p>
        </p:txBody>
      </p:sp>
      <p:sp>
        <p:nvSpPr>
          <p:cNvPr id="309" name="Google Shape;309;p4"/>
          <p:cNvSpPr txBox="1"/>
          <p:nvPr>
            <p:ph idx="4294967295"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257175" lvl="0" marL="257175" marR="0" rtl="0" algn="just">
              <a:lnSpc>
                <a:spcPct val="100000"/>
              </a:lnSpc>
              <a:spcBef>
                <a:spcPts val="60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An assessment of the </a:t>
            </a:r>
            <a:r>
              <a:rPr b="0" i="0" lang="en-GB" sz="2400" u="none" cap="none" strike="noStrike">
                <a:solidFill>
                  <a:srgbClr val="C00000"/>
                </a:solidFill>
                <a:latin typeface="Calibri"/>
                <a:ea typeface="Calibri"/>
                <a:cs typeface="Calibri"/>
                <a:sym typeface="Calibri"/>
              </a:rPr>
              <a:t>practicality/sustainability</a:t>
            </a:r>
            <a:r>
              <a:rPr b="0" i="0" lang="en-GB" sz="2400" u="none" cap="none" strike="noStrike">
                <a:solidFill>
                  <a:schemeClr val="dk1"/>
                </a:solidFill>
                <a:latin typeface="Calibri"/>
                <a:ea typeface="Calibri"/>
                <a:cs typeface="Calibri"/>
                <a:sym typeface="Calibri"/>
              </a:rPr>
              <a:t> of any proposed project or system.</a:t>
            </a:r>
            <a:endParaRPr b="0" i="0" sz="2400" u="none" cap="none" strike="noStrike">
              <a:solidFill>
                <a:schemeClr val="dk1"/>
              </a:solidFill>
              <a:latin typeface="Calibri"/>
              <a:ea typeface="Calibri"/>
              <a:cs typeface="Calibri"/>
              <a:sym typeface="Calibri"/>
            </a:endParaRPr>
          </a:p>
          <a:p>
            <a:pPr indent="-257175" lvl="0" marL="257175" marR="0" rtl="0" algn="just">
              <a:lnSpc>
                <a:spcPct val="100000"/>
              </a:lnSpc>
              <a:spcBef>
                <a:spcPts val="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Determines the </a:t>
            </a:r>
            <a:r>
              <a:rPr b="0" i="0" lang="en-GB" sz="2400" u="none" cap="none" strike="noStrike">
                <a:solidFill>
                  <a:srgbClr val="C00000"/>
                </a:solidFill>
                <a:latin typeface="Calibri"/>
                <a:ea typeface="Calibri"/>
                <a:cs typeface="Calibri"/>
                <a:sym typeface="Calibri"/>
              </a:rPr>
              <a:t>probability </a:t>
            </a:r>
            <a:r>
              <a:rPr b="0" i="0" lang="en-GB" sz="2400" u="none" cap="none" strike="noStrike">
                <a:solidFill>
                  <a:schemeClr val="dk1"/>
                </a:solidFill>
                <a:latin typeface="Calibri"/>
                <a:ea typeface="Calibri"/>
                <a:cs typeface="Calibri"/>
                <a:sym typeface="Calibri"/>
              </a:rPr>
              <a:t>of the project being </a:t>
            </a:r>
            <a:r>
              <a:rPr b="0" i="0" lang="en-GB" sz="2400" u="none" cap="none" strike="noStrike">
                <a:solidFill>
                  <a:srgbClr val="C00000"/>
                </a:solidFill>
                <a:latin typeface="Calibri"/>
                <a:ea typeface="Calibri"/>
                <a:cs typeface="Calibri"/>
                <a:sym typeface="Calibri"/>
              </a:rPr>
              <a:t>successful </a:t>
            </a:r>
            <a:r>
              <a:rPr b="0" i="0" lang="en-GB" sz="2400" u="none" cap="none" strike="noStrike">
                <a:solidFill>
                  <a:schemeClr val="dk1"/>
                </a:solidFill>
                <a:latin typeface="Calibri"/>
                <a:ea typeface="Calibri"/>
                <a:cs typeface="Calibri"/>
                <a:sym typeface="Calibri"/>
              </a:rPr>
              <a:t>and </a:t>
            </a:r>
            <a:r>
              <a:rPr b="0" i="0" lang="en-GB" sz="2400" u="none" cap="none" strike="noStrike">
                <a:solidFill>
                  <a:srgbClr val="C00000"/>
                </a:solidFill>
                <a:latin typeface="Calibri"/>
                <a:ea typeface="Calibri"/>
                <a:cs typeface="Calibri"/>
                <a:sym typeface="Calibri"/>
              </a:rPr>
              <a:t>practically beneficial</a:t>
            </a:r>
            <a:r>
              <a:rPr b="0" i="0" lang="en-GB" sz="2400" u="none" cap="none" strike="noStrike">
                <a:solidFill>
                  <a:schemeClr val="dk1"/>
                </a:solidFill>
                <a:latin typeface="Calibri"/>
                <a:ea typeface="Calibri"/>
                <a:cs typeface="Calibri"/>
                <a:sym typeface="Calibri"/>
              </a:rPr>
              <a:t> for the organization.</a:t>
            </a:r>
            <a:endParaRPr b="0" i="0" sz="2400" u="none" cap="none" strike="noStrike">
              <a:solidFill>
                <a:schemeClr val="dk1"/>
              </a:solidFill>
              <a:latin typeface="Calibri"/>
              <a:ea typeface="Calibri"/>
              <a:cs typeface="Calibri"/>
              <a:sym typeface="Calibri"/>
            </a:endParaRPr>
          </a:p>
          <a:p>
            <a:pPr indent="-257175" lvl="0" marL="257175" marR="0" rtl="0" algn="just">
              <a:lnSpc>
                <a:spcPct val="100000"/>
              </a:lnSpc>
              <a:spcBef>
                <a:spcPts val="60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The goal is to determine if the project is </a:t>
            </a:r>
            <a:r>
              <a:rPr b="0" i="0" lang="en-GB" sz="2400" u="none" cap="none" strike="noStrike">
                <a:solidFill>
                  <a:srgbClr val="C00000"/>
                </a:solidFill>
                <a:latin typeface="Calibri"/>
                <a:ea typeface="Calibri"/>
                <a:cs typeface="Calibri"/>
                <a:sym typeface="Calibri"/>
              </a:rPr>
              <a:t>worth pursuing</a:t>
            </a:r>
            <a:r>
              <a:rPr b="0" i="0" lang="en-GB" sz="2400" u="none" cap="none" strike="noStrike">
                <a:solidFill>
                  <a:schemeClr val="dk1"/>
                </a:solidFill>
                <a:latin typeface="Calibri"/>
                <a:ea typeface="Calibri"/>
                <a:cs typeface="Calibri"/>
                <a:sym typeface="Calibri"/>
              </a:rPr>
              <a:t> based on its feasibility.</a:t>
            </a:r>
            <a:endParaRPr b="0" i="0" sz="2400" u="none" cap="none" strike="noStrike">
              <a:solidFill>
                <a:schemeClr val="dk1"/>
              </a:solidFill>
              <a:latin typeface="Calibri"/>
              <a:ea typeface="Calibri"/>
              <a:cs typeface="Calibri"/>
              <a:sym typeface="Calibri"/>
            </a:endParaRPr>
          </a:p>
          <a:p>
            <a:pPr indent="-257175" lvl="0" marL="257175" marR="0" rtl="0" algn="just">
              <a:lnSpc>
                <a:spcPct val="100000"/>
              </a:lnSpc>
              <a:spcBef>
                <a:spcPts val="60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Reduces risks, saves resources and meets objectives.</a:t>
            </a:r>
            <a:endParaRPr b="0" i="0" sz="2400" u="none" cap="none" strike="noStrike">
              <a:solidFill>
                <a:schemeClr val="dk1"/>
              </a:solidFill>
              <a:latin typeface="Calibri"/>
              <a:ea typeface="Calibri"/>
              <a:cs typeface="Calibri"/>
              <a:sym typeface="Calibri"/>
            </a:endParaRPr>
          </a:p>
        </p:txBody>
      </p:sp>
      <p:sp>
        <p:nvSpPr>
          <p:cNvPr id="310" name="Google Shape;310;p4"/>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sp>
        <p:nvSpPr>
          <p:cNvPr id="311" name="Google Shape;311;p4"/>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
          <p:cNvSpPr txBox="1"/>
          <p:nvPr>
            <p:ph type="title"/>
          </p:nvPr>
        </p:nvSpPr>
        <p:spPr>
          <a:xfrm>
            <a:off x="311785" y="280035"/>
            <a:ext cx="8520430" cy="948055"/>
          </a:xfrm>
          <a:prstGeom prst="rect">
            <a:avLst/>
          </a:prstGeom>
          <a:solidFill>
            <a:srgbClr val="FF80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2800"/>
              <a:buFont typeface="Arial"/>
              <a:buNone/>
            </a:pPr>
            <a:r>
              <a:rPr lang="en-GB" sz="4000">
                <a:solidFill>
                  <a:schemeClr val="lt1"/>
                </a:solidFill>
                <a:latin typeface="Calibri"/>
                <a:ea typeface="Calibri"/>
                <a:cs typeface="Calibri"/>
                <a:sym typeface="Calibri"/>
              </a:rPr>
              <a:t>Feasibility Analysis - Types</a:t>
            </a:r>
            <a:endParaRPr sz="4000">
              <a:solidFill>
                <a:schemeClr val="lt1"/>
              </a:solidFill>
              <a:latin typeface="Calibri"/>
              <a:ea typeface="Calibri"/>
              <a:cs typeface="Calibri"/>
              <a:sym typeface="Calibri"/>
            </a:endParaRPr>
          </a:p>
        </p:txBody>
      </p:sp>
      <p:sp>
        <p:nvSpPr>
          <p:cNvPr id="317" name="Google Shape;317;p5"/>
          <p:cNvSpPr txBox="1"/>
          <p:nvPr>
            <p:ph idx="4294967295"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457200" lvl="0" marL="457200" marR="0" rtl="0" algn="just">
              <a:lnSpc>
                <a:spcPct val="115000"/>
              </a:lnSpc>
              <a:spcBef>
                <a:spcPts val="600"/>
              </a:spcBef>
              <a:spcAft>
                <a:spcPts val="0"/>
              </a:spcAft>
              <a:buClr>
                <a:schemeClr val="dk1"/>
              </a:buClr>
              <a:buSzPts val="2400"/>
              <a:buFont typeface="Arial"/>
              <a:buAutoNum type="arabicPeriod"/>
            </a:pPr>
            <a:r>
              <a:rPr b="0" i="0" lang="en-GB" sz="2400" u="none" cap="none" strike="noStrike">
                <a:solidFill>
                  <a:schemeClr val="dk1"/>
                </a:solidFill>
                <a:latin typeface="Calibri"/>
                <a:ea typeface="Calibri"/>
                <a:cs typeface="Calibri"/>
                <a:sym typeface="Calibri"/>
              </a:rPr>
              <a:t>Economical/Financial</a:t>
            </a:r>
            <a:endParaRPr b="0" i="0" sz="2400" u="none" cap="none" strike="noStrike">
              <a:solidFill>
                <a:schemeClr val="dk1"/>
              </a:solidFill>
              <a:latin typeface="Calibri"/>
              <a:ea typeface="Calibri"/>
              <a:cs typeface="Calibri"/>
              <a:sym typeface="Calibri"/>
            </a:endParaRPr>
          </a:p>
          <a:p>
            <a:pPr indent="-457200" lvl="0" marL="457200" marR="0" rtl="0" algn="just">
              <a:lnSpc>
                <a:spcPct val="115000"/>
              </a:lnSpc>
              <a:spcBef>
                <a:spcPts val="0"/>
              </a:spcBef>
              <a:spcAft>
                <a:spcPts val="0"/>
              </a:spcAft>
              <a:buClr>
                <a:schemeClr val="dk1"/>
              </a:buClr>
              <a:buSzPts val="2400"/>
              <a:buFont typeface="Arial"/>
              <a:buAutoNum type="arabicPeriod"/>
            </a:pPr>
            <a:r>
              <a:rPr b="0" i="0" lang="en-GB" sz="2400" u="none" cap="none" strike="noStrike">
                <a:solidFill>
                  <a:schemeClr val="dk1"/>
                </a:solidFill>
                <a:latin typeface="Calibri"/>
                <a:ea typeface="Calibri"/>
                <a:cs typeface="Calibri"/>
                <a:sym typeface="Calibri"/>
              </a:rPr>
              <a:t>Technical/Technological</a:t>
            </a:r>
            <a:endParaRPr b="0" i="0" sz="2400" u="none" cap="none" strike="noStrike">
              <a:solidFill>
                <a:schemeClr val="dk1"/>
              </a:solidFill>
              <a:latin typeface="Calibri"/>
              <a:ea typeface="Calibri"/>
              <a:cs typeface="Calibri"/>
              <a:sym typeface="Calibri"/>
            </a:endParaRPr>
          </a:p>
          <a:p>
            <a:pPr indent="-457200" lvl="0" marL="457200" marR="0" rtl="0" algn="just">
              <a:lnSpc>
                <a:spcPct val="115000"/>
              </a:lnSpc>
              <a:spcBef>
                <a:spcPts val="0"/>
              </a:spcBef>
              <a:spcAft>
                <a:spcPts val="0"/>
              </a:spcAft>
              <a:buClr>
                <a:schemeClr val="dk1"/>
              </a:buClr>
              <a:buSzPts val="2400"/>
              <a:buFont typeface="Arial"/>
              <a:buAutoNum type="arabicPeriod"/>
            </a:pPr>
            <a:r>
              <a:rPr b="0" i="0" lang="en-GB" sz="2400" u="none" cap="none" strike="noStrike">
                <a:solidFill>
                  <a:schemeClr val="dk1"/>
                </a:solidFill>
                <a:latin typeface="Calibri"/>
                <a:ea typeface="Calibri"/>
                <a:cs typeface="Calibri"/>
                <a:sym typeface="Calibri"/>
              </a:rPr>
              <a:t>Human Resources</a:t>
            </a:r>
            <a:endParaRPr b="0" i="0" sz="2400" u="none" cap="none" strike="noStrike">
              <a:solidFill>
                <a:schemeClr val="dk1"/>
              </a:solidFill>
              <a:latin typeface="Calibri"/>
              <a:ea typeface="Calibri"/>
              <a:cs typeface="Calibri"/>
              <a:sym typeface="Calibri"/>
            </a:endParaRPr>
          </a:p>
          <a:p>
            <a:pPr indent="-457200" lvl="0" marL="457200" marR="0" rtl="0" algn="just">
              <a:lnSpc>
                <a:spcPct val="115000"/>
              </a:lnSpc>
              <a:spcBef>
                <a:spcPts val="0"/>
              </a:spcBef>
              <a:spcAft>
                <a:spcPts val="0"/>
              </a:spcAft>
              <a:buClr>
                <a:schemeClr val="dk1"/>
              </a:buClr>
              <a:buSzPts val="2400"/>
              <a:buFont typeface="Arial"/>
              <a:buAutoNum type="arabicPeriod"/>
            </a:pPr>
            <a:r>
              <a:rPr b="0" i="0" lang="en-GB" sz="2400" u="none" cap="none" strike="noStrike">
                <a:solidFill>
                  <a:schemeClr val="dk1"/>
                </a:solidFill>
                <a:latin typeface="Calibri"/>
                <a:ea typeface="Calibri"/>
                <a:cs typeface="Calibri"/>
                <a:sym typeface="Calibri"/>
              </a:rPr>
              <a:t>Behavioral/Market</a:t>
            </a:r>
            <a:endParaRPr b="0" i="0" sz="2400" u="none" cap="none" strike="noStrike">
              <a:solidFill>
                <a:schemeClr val="dk1"/>
              </a:solidFill>
              <a:latin typeface="Calibri"/>
              <a:ea typeface="Calibri"/>
              <a:cs typeface="Calibri"/>
              <a:sym typeface="Calibri"/>
            </a:endParaRPr>
          </a:p>
          <a:p>
            <a:pPr indent="-457200" lvl="0" marL="457200" marR="0" rtl="0" algn="just">
              <a:lnSpc>
                <a:spcPct val="115000"/>
              </a:lnSpc>
              <a:spcBef>
                <a:spcPts val="0"/>
              </a:spcBef>
              <a:spcAft>
                <a:spcPts val="0"/>
              </a:spcAft>
              <a:buClr>
                <a:schemeClr val="dk1"/>
              </a:buClr>
              <a:buSzPts val="2400"/>
              <a:buFont typeface="Arial"/>
              <a:buAutoNum type="arabicPeriod"/>
            </a:pPr>
            <a:r>
              <a:rPr b="0" i="0" lang="en-GB" sz="2400" u="none" cap="none" strike="noStrike">
                <a:solidFill>
                  <a:schemeClr val="dk1"/>
                </a:solidFill>
                <a:latin typeface="Calibri"/>
                <a:ea typeface="Calibri"/>
                <a:cs typeface="Calibri"/>
                <a:sym typeface="Calibri"/>
              </a:rPr>
              <a:t>Legal/Political</a:t>
            </a:r>
            <a:endParaRPr b="0" i="0" sz="2400" u="none" cap="none" strike="noStrike">
              <a:solidFill>
                <a:schemeClr val="dk1"/>
              </a:solidFill>
              <a:latin typeface="Calibri"/>
              <a:ea typeface="Calibri"/>
              <a:cs typeface="Calibri"/>
              <a:sym typeface="Calibri"/>
            </a:endParaRPr>
          </a:p>
          <a:p>
            <a:pPr indent="-457200" lvl="0" marL="457200" marR="0" rtl="0" algn="just">
              <a:lnSpc>
                <a:spcPct val="115000"/>
              </a:lnSpc>
              <a:spcBef>
                <a:spcPts val="0"/>
              </a:spcBef>
              <a:spcAft>
                <a:spcPts val="0"/>
              </a:spcAft>
              <a:buClr>
                <a:schemeClr val="dk1"/>
              </a:buClr>
              <a:buSzPts val="2400"/>
              <a:buFont typeface="Arial"/>
              <a:buAutoNum type="arabicPeriod"/>
            </a:pPr>
            <a:r>
              <a:rPr b="0" i="0" lang="en-GB" sz="2400" u="none" cap="none" strike="noStrike">
                <a:solidFill>
                  <a:schemeClr val="dk1"/>
                </a:solidFill>
                <a:latin typeface="Calibri"/>
                <a:ea typeface="Calibri"/>
                <a:cs typeface="Calibri"/>
                <a:sym typeface="Calibri"/>
              </a:rPr>
              <a:t>Schedule</a:t>
            </a:r>
            <a:endParaRPr b="0" i="0" sz="2400" u="none" cap="none" strike="noStrike">
              <a:solidFill>
                <a:schemeClr val="dk1"/>
              </a:solidFill>
              <a:latin typeface="Calibri"/>
              <a:ea typeface="Calibri"/>
              <a:cs typeface="Calibri"/>
              <a:sym typeface="Calibri"/>
            </a:endParaRPr>
          </a:p>
        </p:txBody>
      </p:sp>
      <p:sp>
        <p:nvSpPr>
          <p:cNvPr id="318" name="Google Shape;318;p5"/>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sp>
        <p:nvSpPr>
          <p:cNvPr id="319" name="Google Shape;319;p5"/>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6"/>
          <p:cNvSpPr txBox="1"/>
          <p:nvPr>
            <p:ph type="title"/>
          </p:nvPr>
        </p:nvSpPr>
        <p:spPr>
          <a:xfrm>
            <a:off x="311785" y="185420"/>
            <a:ext cx="8520430" cy="854710"/>
          </a:xfrm>
          <a:prstGeom prst="rect">
            <a:avLst/>
          </a:prstGeom>
          <a:solidFill>
            <a:srgbClr val="FF8000"/>
          </a:solidFill>
          <a:ln>
            <a:noFill/>
          </a:ln>
        </p:spPr>
        <p:txBody>
          <a:bodyPr anchorCtr="0" anchor="t" bIns="91425" lIns="91425" spcFirstLastPara="1" rIns="91425" wrap="square" tIns="91425">
            <a:noAutofit/>
          </a:bodyPr>
          <a:lstStyle/>
          <a:p>
            <a:pPr indent="-431800" lvl="0" marL="457200" rtl="0" algn="l">
              <a:lnSpc>
                <a:spcPct val="100000"/>
              </a:lnSpc>
              <a:spcBef>
                <a:spcPts val="0"/>
              </a:spcBef>
              <a:spcAft>
                <a:spcPts val="0"/>
              </a:spcAft>
              <a:buClr>
                <a:schemeClr val="lt1"/>
              </a:buClr>
              <a:buSzPts val="3200"/>
              <a:buFont typeface="Calibri"/>
              <a:buAutoNum type="arabicParenR"/>
            </a:pPr>
            <a:r>
              <a:rPr lang="en-GB" sz="4000">
                <a:solidFill>
                  <a:schemeClr val="lt1"/>
                </a:solidFill>
                <a:latin typeface="Calibri"/>
                <a:ea typeface="Calibri"/>
                <a:cs typeface="Calibri"/>
                <a:sym typeface="Calibri"/>
              </a:rPr>
              <a:t>Economical Feasibility</a:t>
            </a:r>
            <a:endParaRPr sz="4000">
              <a:solidFill>
                <a:schemeClr val="lt1"/>
              </a:solidFill>
              <a:latin typeface="Calibri"/>
              <a:ea typeface="Calibri"/>
              <a:cs typeface="Calibri"/>
              <a:sym typeface="Calibri"/>
            </a:endParaRPr>
          </a:p>
        </p:txBody>
      </p:sp>
      <p:sp>
        <p:nvSpPr>
          <p:cNvPr id="325" name="Google Shape;325;p6"/>
          <p:cNvSpPr txBox="1"/>
          <p:nvPr>
            <p:ph idx="4294967295" type="body"/>
          </p:nvPr>
        </p:nvSpPr>
        <p:spPr>
          <a:xfrm>
            <a:off x="311785" y="1152525"/>
            <a:ext cx="4592955" cy="3469640"/>
          </a:xfrm>
          <a:prstGeom prst="rect">
            <a:avLst/>
          </a:prstGeom>
          <a:noFill/>
          <a:ln>
            <a:noFill/>
          </a:ln>
        </p:spPr>
        <p:txBody>
          <a:bodyPr anchorCtr="0" anchor="t" bIns="91425" lIns="91425" spcFirstLastPara="1" rIns="91425" wrap="square" tIns="91425">
            <a:noAutofit/>
          </a:bodyPr>
          <a:lstStyle/>
          <a:p>
            <a:pPr indent="-342900" lvl="0" marL="419100" marR="0" rtl="0" algn="l">
              <a:lnSpc>
                <a:spcPct val="100000"/>
              </a:lnSpc>
              <a:spcBef>
                <a:spcPts val="0"/>
              </a:spcBef>
              <a:spcAft>
                <a:spcPts val="0"/>
              </a:spcAft>
              <a:buClr>
                <a:schemeClr val="dk1"/>
              </a:buClr>
              <a:buSzPts val="2400"/>
              <a:buFont typeface="Calibri"/>
              <a:buChar char="•"/>
            </a:pPr>
            <a:r>
              <a:rPr b="0" i="0" lang="en-GB" sz="2400" u="none" cap="none" strike="noStrike">
                <a:solidFill>
                  <a:srgbClr val="C00000"/>
                </a:solidFill>
                <a:latin typeface="Calibri"/>
                <a:ea typeface="Calibri"/>
                <a:cs typeface="Calibri"/>
                <a:sym typeface="Calibri"/>
              </a:rPr>
              <a:t>Cost-Benefit </a:t>
            </a:r>
            <a:r>
              <a:rPr b="0" i="0" lang="en-GB" sz="2400" u="none" cap="none" strike="noStrike">
                <a:solidFill>
                  <a:schemeClr val="dk1"/>
                </a:solidFill>
                <a:latin typeface="Calibri"/>
                <a:ea typeface="Calibri"/>
                <a:cs typeface="Calibri"/>
                <a:sym typeface="Calibri"/>
              </a:rPr>
              <a:t>Analysis</a:t>
            </a:r>
            <a:endParaRPr b="0" i="0" sz="2400" u="none" cap="none" strike="noStrike">
              <a:solidFill>
                <a:schemeClr val="dk1"/>
              </a:solidFill>
              <a:latin typeface="Calibri"/>
              <a:ea typeface="Calibri"/>
              <a:cs typeface="Calibri"/>
              <a:sym typeface="Calibri"/>
            </a:endParaRPr>
          </a:p>
          <a:p>
            <a:pPr indent="-342900" lvl="0" marL="419100" marR="0" rtl="0" algn="l">
              <a:lnSpc>
                <a:spcPct val="100000"/>
              </a:lnSpc>
              <a:spcBef>
                <a:spcPts val="0"/>
              </a:spcBef>
              <a:spcAft>
                <a:spcPts val="0"/>
              </a:spcAft>
              <a:buClr>
                <a:schemeClr val="dk1"/>
              </a:buClr>
              <a:buSzPts val="2400"/>
              <a:buFont typeface="Calibri"/>
              <a:buChar char="•"/>
            </a:pPr>
            <a:r>
              <a:rPr b="0" i="0" lang="en-GB" sz="2400" u="none" cap="none" strike="noStrike">
                <a:solidFill>
                  <a:srgbClr val="C00000"/>
                </a:solidFill>
                <a:latin typeface="Calibri"/>
                <a:ea typeface="Calibri"/>
                <a:cs typeface="Calibri"/>
                <a:sym typeface="Calibri"/>
              </a:rPr>
              <a:t>Expenses</a:t>
            </a:r>
            <a:r>
              <a:rPr b="0" i="0" lang="en-GB" sz="2400" u="none" cap="none" strike="noStrike">
                <a:solidFill>
                  <a:schemeClr val="dk1"/>
                </a:solidFill>
                <a:latin typeface="Calibri"/>
                <a:ea typeface="Calibri"/>
                <a:cs typeface="Calibri"/>
                <a:sym typeface="Calibri"/>
              </a:rPr>
              <a:t> such as hardware and software resources required, design and development costs and operational/maintenance costs, potential </a:t>
            </a:r>
            <a:r>
              <a:rPr b="0" i="0" lang="en-GB" sz="2400" u="none" cap="none" strike="noStrike">
                <a:solidFill>
                  <a:srgbClr val="C00000"/>
                </a:solidFill>
                <a:latin typeface="Calibri"/>
                <a:ea typeface="Calibri"/>
                <a:cs typeface="Calibri"/>
                <a:sym typeface="Calibri"/>
              </a:rPr>
              <a:t>revenue</a:t>
            </a:r>
            <a:endParaRPr b="0" i="0" sz="2400" u="none" cap="none" strike="noStrike">
              <a:solidFill>
                <a:srgbClr val="6AA84F"/>
              </a:solidFill>
              <a:latin typeface="Calibri"/>
              <a:ea typeface="Calibri"/>
              <a:cs typeface="Calibri"/>
              <a:sym typeface="Calibri"/>
            </a:endParaRPr>
          </a:p>
          <a:p>
            <a:pPr indent="-342900" lvl="0" marL="419100" marR="0" rtl="0" algn="l">
              <a:lnSpc>
                <a:spcPct val="100000"/>
              </a:lnSpc>
              <a:spcBef>
                <a:spcPts val="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Determine </a:t>
            </a:r>
            <a:r>
              <a:rPr b="0" i="0" lang="en-GB" sz="2400" u="none" cap="none" strike="noStrike">
                <a:solidFill>
                  <a:srgbClr val="C00000"/>
                </a:solidFill>
                <a:latin typeface="Calibri"/>
                <a:ea typeface="Calibri"/>
                <a:cs typeface="Calibri"/>
                <a:sym typeface="Calibri"/>
              </a:rPr>
              <a:t>Profit/Loss</a:t>
            </a:r>
            <a:endParaRPr b="0" i="0" sz="2400" u="none" cap="none" strike="noStrike">
              <a:solidFill>
                <a:srgbClr val="6AA84F"/>
              </a:solidFill>
              <a:latin typeface="Calibri"/>
              <a:ea typeface="Calibri"/>
              <a:cs typeface="Calibri"/>
              <a:sym typeface="Calibri"/>
            </a:endParaRPr>
          </a:p>
          <a:p>
            <a:pPr indent="-342900" lvl="0" marL="419100" marR="0" rtl="0" algn="l">
              <a:lnSpc>
                <a:spcPct val="100000"/>
              </a:lnSpc>
              <a:spcBef>
                <a:spcPts val="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Carried out using </a:t>
            </a:r>
            <a:r>
              <a:rPr b="0" i="0" lang="en-GB" sz="2400" u="none" cap="none" strike="noStrike">
                <a:solidFill>
                  <a:srgbClr val="C00000"/>
                </a:solidFill>
                <a:latin typeface="Calibri"/>
                <a:ea typeface="Calibri"/>
                <a:cs typeface="Calibri"/>
                <a:sym typeface="Calibri"/>
              </a:rPr>
              <a:t>Cash Flow</a:t>
            </a:r>
            <a:r>
              <a:rPr b="0" i="0" lang="en-GB" sz="2400" u="none" cap="none" strike="noStrike">
                <a:solidFill>
                  <a:schemeClr val="dk1"/>
                </a:solidFill>
                <a:latin typeface="Calibri"/>
                <a:ea typeface="Calibri"/>
                <a:cs typeface="Calibri"/>
                <a:sym typeface="Calibri"/>
              </a:rPr>
              <a:t> or </a:t>
            </a:r>
            <a:r>
              <a:rPr b="0" i="0" lang="en-GB" sz="2400" u="none" cap="none" strike="noStrike">
                <a:solidFill>
                  <a:srgbClr val="C00000"/>
                </a:solidFill>
                <a:latin typeface="Calibri"/>
                <a:ea typeface="Calibri"/>
                <a:cs typeface="Calibri"/>
                <a:sym typeface="Calibri"/>
              </a:rPr>
              <a:t>NPV </a:t>
            </a:r>
            <a:r>
              <a:rPr b="0" i="0" lang="en-GB" sz="2400" u="none" cap="none" strike="noStrike">
                <a:solidFill>
                  <a:schemeClr val="dk1"/>
                </a:solidFill>
                <a:latin typeface="Calibri"/>
                <a:ea typeface="Calibri"/>
                <a:cs typeface="Calibri"/>
                <a:sym typeface="Calibri"/>
              </a:rPr>
              <a:t>methods</a:t>
            </a:r>
            <a:endParaRPr b="0" i="0" sz="2400" u="none" cap="none" strike="noStrike">
              <a:solidFill>
                <a:schemeClr val="dk1"/>
              </a:solidFill>
              <a:latin typeface="Calibri"/>
              <a:ea typeface="Calibri"/>
              <a:cs typeface="Calibri"/>
              <a:sym typeface="Calibri"/>
            </a:endParaRPr>
          </a:p>
        </p:txBody>
      </p:sp>
      <p:sp>
        <p:nvSpPr>
          <p:cNvPr id="326" name="Google Shape;326;p6"/>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pic>
        <p:nvPicPr>
          <p:cNvPr id="327" name="Google Shape;327;p6"/>
          <p:cNvPicPr preferRelativeResize="0"/>
          <p:nvPr/>
        </p:nvPicPr>
        <p:blipFill rotWithShape="1">
          <a:blip r:embed="rId3">
            <a:alphaModFix/>
          </a:blip>
          <a:srcRect b="0" l="0" r="0" t="0"/>
          <a:stretch/>
        </p:blipFill>
        <p:spPr>
          <a:xfrm>
            <a:off x="6031230" y="1558925"/>
            <a:ext cx="2514600" cy="25146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328" name="Google Shape;328;p6"/>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7"/>
          <p:cNvSpPr txBox="1"/>
          <p:nvPr>
            <p:ph type="title"/>
          </p:nvPr>
        </p:nvSpPr>
        <p:spPr>
          <a:xfrm>
            <a:off x="457200" y="205979"/>
            <a:ext cx="8229600" cy="857250"/>
          </a:xfrm>
          <a:prstGeom prst="rect">
            <a:avLst/>
          </a:prstGeom>
          <a:solidFill>
            <a:srgbClr val="FF8000"/>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Break-Even Point</a:t>
            </a:r>
            <a:endParaRPr sz="4000">
              <a:solidFill>
                <a:schemeClr val="lt1"/>
              </a:solidFill>
              <a:latin typeface="Calibri"/>
              <a:ea typeface="Calibri"/>
              <a:cs typeface="Calibri"/>
              <a:sym typeface="Calibri"/>
            </a:endParaRPr>
          </a:p>
        </p:txBody>
      </p:sp>
      <p:sp>
        <p:nvSpPr>
          <p:cNvPr id="334" name="Google Shape;334;p7"/>
          <p:cNvSpPr txBox="1"/>
          <p:nvPr>
            <p:ph idx="2" type="body"/>
          </p:nvPr>
        </p:nvSpPr>
        <p:spPr>
          <a:xfrm>
            <a:off x="456946" y="1270635"/>
            <a:ext cx="4032504" cy="3394472"/>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2400"/>
              <a:buFont typeface="Calibri"/>
              <a:buNone/>
            </a:pPr>
            <a:r>
              <a:rPr lang="en-GB">
                <a:solidFill>
                  <a:schemeClr val="dk1"/>
                </a:solidFill>
                <a:latin typeface="Calibri"/>
                <a:ea typeface="Calibri"/>
                <a:cs typeface="Calibri"/>
                <a:sym typeface="Calibri"/>
              </a:rPr>
              <a:t>The point at which cost and income are equal and there is neither profit nor loss.</a:t>
            </a:r>
            <a:endParaRPr>
              <a:solidFill>
                <a:schemeClr val="dk1"/>
              </a:solidFill>
              <a:latin typeface="Calibri"/>
              <a:ea typeface="Calibri"/>
              <a:cs typeface="Calibri"/>
              <a:sym typeface="Calibri"/>
            </a:endParaRPr>
          </a:p>
          <a:p>
            <a:pPr indent="0" lvl="0" marL="0" rtl="0" algn="l">
              <a:lnSpc>
                <a:spcPct val="100000"/>
              </a:lnSpc>
              <a:spcBef>
                <a:spcPts val="1200"/>
              </a:spcBef>
              <a:spcAft>
                <a:spcPts val="1200"/>
              </a:spcAft>
              <a:buClr>
                <a:schemeClr val="dk1"/>
              </a:buClr>
              <a:buSzPts val="2400"/>
              <a:buFont typeface="Calibri"/>
              <a:buNone/>
            </a:pPr>
            <a:r>
              <a:rPr lang="en-GB">
                <a:solidFill>
                  <a:schemeClr val="dk1"/>
                </a:solidFill>
                <a:latin typeface="Calibri"/>
                <a:ea typeface="Calibri"/>
                <a:cs typeface="Calibri"/>
                <a:sym typeface="Calibri"/>
              </a:rPr>
              <a:t>It is a financial result reflecting neither profit nor loss.</a:t>
            </a:r>
            <a:endParaRPr>
              <a:solidFill>
                <a:schemeClr val="dk1"/>
              </a:solidFill>
              <a:latin typeface="Calibri"/>
              <a:ea typeface="Calibri"/>
              <a:cs typeface="Calibri"/>
              <a:sym typeface="Calibri"/>
            </a:endParaRPr>
          </a:p>
        </p:txBody>
      </p:sp>
      <p:pic>
        <p:nvPicPr>
          <p:cNvPr id="335" name="Google Shape;335;p7"/>
          <p:cNvPicPr preferRelativeResize="0"/>
          <p:nvPr>
            <p:ph idx="1" type="body"/>
          </p:nvPr>
        </p:nvPicPr>
        <p:blipFill rotWithShape="1">
          <a:blip r:embed="rId3">
            <a:alphaModFix/>
          </a:blip>
          <a:srcRect b="0" l="0" r="0" t="0"/>
          <a:stretch/>
        </p:blipFill>
        <p:spPr>
          <a:xfrm>
            <a:off x="4878070" y="1270635"/>
            <a:ext cx="3684905" cy="3275330"/>
          </a:xfrm>
          <a:prstGeom prst="rect">
            <a:avLst/>
          </a:prstGeom>
          <a:noFill/>
          <a:ln>
            <a:noFill/>
          </a:ln>
        </p:spPr>
      </p:pic>
      <p:sp>
        <p:nvSpPr>
          <p:cNvPr id="336" name="Google Shape;336;p7"/>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GB"/>
              <a:t>‹#›</a:t>
            </a:fld>
            <a:endParaRPr/>
          </a:p>
        </p:txBody>
      </p:sp>
      <p:sp>
        <p:nvSpPr>
          <p:cNvPr id="337" name="Google Shape;337;p7"/>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8"/>
          <p:cNvSpPr txBox="1"/>
          <p:nvPr>
            <p:ph type="title"/>
          </p:nvPr>
        </p:nvSpPr>
        <p:spPr>
          <a:xfrm>
            <a:off x="457200" y="205979"/>
            <a:ext cx="8229600" cy="857250"/>
          </a:xfrm>
          <a:prstGeom prst="rect">
            <a:avLst/>
          </a:prstGeom>
          <a:solidFill>
            <a:srgbClr val="FF8000"/>
          </a:solidFill>
          <a:ln cap="flat" cmpd="sng" w="9525">
            <a:solidFill>
              <a:srgbClr val="000000">
                <a:alpha val="0"/>
              </a:srgbClr>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300"/>
              <a:buFont typeface="Arial"/>
              <a:buNone/>
            </a:pPr>
            <a:r>
              <a:rPr lang="en-GB">
                <a:solidFill>
                  <a:schemeClr val="lt1"/>
                </a:solidFill>
              </a:rPr>
              <a:t>Classification of Costs</a:t>
            </a:r>
            <a:endParaRPr>
              <a:solidFill>
                <a:schemeClr val="lt1"/>
              </a:solidFill>
            </a:endParaRPr>
          </a:p>
        </p:txBody>
      </p:sp>
      <p:sp>
        <p:nvSpPr>
          <p:cNvPr id="343" name="Google Shape;343;p8"/>
          <p:cNvSpPr txBox="1"/>
          <p:nvPr>
            <p:ph idx="1" type="body"/>
          </p:nvPr>
        </p:nvSpPr>
        <p:spPr>
          <a:xfrm>
            <a:off x="378460" y="1200150"/>
            <a:ext cx="8441055" cy="3394710"/>
          </a:xfrm>
          <a:prstGeom prst="rect">
            <a:avLst/>
          </a:prstGeom>
          <a:noFill/>
          <a:ln>
            <a:noFill/>
          </a:ln>
        </p:spPr>
        <p:txBody>
          <a:bodyPr anchorCtr="0" anchor="t" bIns="45700" lIns="91425" spcFirstLastPara="1" rIns="91425" wrap="square" tIns="45700">
            <a:noAutofit/>
          </a:bodyPr>
          <a:lstStyle/>
          <a:p>
            <a:pPr indent="0" lvl="0" marL="457200" rtl="0" algn="l">
              <a:lnSpc>
                <a:spcPct val="100000"/>
              </a:lnSpc>
              <a:spcBef>
                <a:spcPts val="0"/>
              </a:spcBef>
              <a:spcAft>
                <a:spcPts val="0"/>
              </a:spcAft>
              <a:buClr>
                <a:schemeClr val="dk1"/>
              </a:buClr>
              <a:buSzPts val="2000"/>
              <a:buFont typeface="Arial"/>
              <a:buNone/>
            </a:pPr>
            <a:r>
              <a:t/>
            </a:r>
            <a:endParaRPr sz="2000">
              <a:solidFill>
                <a:srgbClr val="93C47D"/>
              </a:solidFill>
              <a:latin typeface="Calibri"/>
              <a:ea typeface="Calibri"/>
              <a:cs typeface="Calibri"/>
              <a:sym typeface="Calibri"/>
            </a:endParaRPr>
          </a:p>
          <a:p>
            <a:pPr indent="-342900" lvl="0" marL="419100" rtl="0" algn="l">
              <a:lnSpc>
                <a:spcPct val="100000"/>
              </a:lnSpc>
              <a:spcBef>
                <a:spcPts val="0"/>
              </a:spcBef>
              <a:spcAft>
                <a:spcPts val="0"/>
              </a:spcAft>
              <a:buClr>
                <a:schemeClr val="dk1"/>
              </a:buClr>
              <a:buSzPts val="2400"/>
              <a:buFont typeface="Calibri"/>
              <a:buChar char="•"/>
            </a:pPr>
            <a:r>
              <a:rPr lang="en-GB" sz="2000">
                <a:solidFill>
                  <a:srgbClr val="C00000"/>
                </a:solidFill>
                <a:latin typeface="Calibri"/>
                <a:ea typeface="Calibri"/>
                <a:cs typeface="Calibri"/>
                <a:sym typeface="Calibri"/>
              </a:rPr>
              <a:t>Tangible </a:t>
            </a:r>
            <a:r>
              <a:rPr lang="en-GB" sz="2000">
                <a:solidFill>
                  <a:schemeClr val="dk1"/>
                </a:solidFill>
                <a:latin typeface="Calibri"/>
                <a:ea typeface="Calibri"/>
                <a:cs typeface="Calibri"/>
                <a:sym typeface="Calibri"/>
              </a:rPr>
              <a:t>(costs that are obvious and measurable) or </a:t>
            </a:r>
            <a:r>
              <a:rPr lang="en-GB" sz="2000">
                <a:solidFill>
                  <a:srgbClr val="C00000"/>
                </a:solidFill>
                <a:latin typeface="Calibri"/>
                <a:ea typeface="Calibri"/>
                <a:cs typeface="Calibri"/>
                <a:sym typeface="Calibri"/>
              </a:rPr>
              <a:t>Intangible </a:t>
            </a:r>
            <a:r>
              <a:rPr lang="en-GB" sz="2000">
                <a:solidFill>
                  <a:schemeClr val="dk1"/>
                </a:solidFill>
                <a:latin typeface="Calibri"/>
                <a:ea typeface="Calibri"/>
                <a:cs typeface="Calibri"/>
                <a:sym typeface="Calibri"/>
              </a:rPr>
              <a:t>(costs that are hard to measure)</a:t>
            </a:r>
            <a:endParaRPr sz="2000">
              <a:solidFill>
                <a:schemeClr val="dk1"/>
              </a:solidFill>
              <a:latin typeface="Calibri"/>
              <a:ea typeface="Calibri"/>
              <a:cs typeface="Calibri"/>
              <a:sym typeface="Calibri"/>
            </a:endParaRPr>
          </a:p>
          <a:p>
            <a:pPr indent="-342900" lvl="0" marL="419100" rtl="0" algn="l">
              <a:lnSpc>
                <a:spcPct val="100000"/>
              </a:lnSpc>
              <a:spcBef>
                <a:spcPts val="0"/>
              </a:spcBef>
              <a:spcAft>
                <a:spcPts val="0"/>
              </a:spcAft>
              <a:buClr>
                <a:schemeClr val="dk1"/>
              </a:buClr>
              <a:buSzPts val="2400"/>
              <a:buFont typeface="Calibri"/>
              <a:buChar char="•"/>
            </a:pPr>
            <a:r>
              <a:rPr lang="en-GB" sz="2000">
                <a:solidFill>
                  <a:srgbClr val="C00000"/>
                </a:solidFill>
                <a:latin typeface="Calibri"/>
                <a:ea typeface="Calibri"/>
                <a:cs typeface="Calibri"/>
                <a:sym typeface="Calibri"/>
              </a:rPr>
              <a:t>Fixed</a:t>
            </a:r>
            <a:r>
              <a:rPr lang="en-GB" sz="2000">
                <a:solidFill>
                  <a:schemeClr val="dk1"/>
                </a:solidFill>
                <a:latin typeface="Calibri"/>
                <a:ea typeface="Calibri"/>
                <a:cs typeface="Calibri"/>
                <a:sym typeface="Calibri"/>
              </a:rPr>
              <a:t> (Constant, unchanged) or </a:t>
            </a:r>
            <a:r>
              <a:rPr lang="en-GB" sz="2000">
                <a:solidFill>
                  <a:srgbClr val="C00000"/>
                </a:solidFill>
                <a:latin typeface="Calibri"/>
                <a:ea typeface="Calibri"/>
                <a:cs typeface="Calibri"/>
                <a:sym typeface="Calibri"/>
              </a:rPr>
              <a:t>Variable </a:t>
            </a:r>
            <a:r>
              <a:rPr lang="en-GB" sz="2000">
                <a:solidFill>
                  <a:schemeClr val="dk1"/>
                </a:solidFill>
                <a:latin typeface="Calibri"/>
                <a:ea typeface="Calibri"/>
                <a:cs typeface="Calibri"/>
                <a:sym typeface="Calibri"/>
              </a:rPr>
              <a:t>(Change with use)</a:t>
            </a:r>
            <a:endParaRPr sz="2000">
              <a:solidFill>
                <a:schemeClr val="dk1"/>
              </a:solidFill>
              <a:latin typeface="Calibri"/>
              <a:ea typeface="Calibri"/>
              <a:cs typeface="Calibri"/>
              <a:sym typeface="Calibri"/>
            </a:endParaRPr>
          </a:p>
          <a:p>
            <a:pPr indent="-342900" lvl="0" marL="419100" rtl="0" algn="l">
              <a:lnSpc>
                <a:spcPct val="100000"/>
              </a:lnSpc>
              <a:spcBef>
                <a:spcPts val="0"/>
              </a:spcBef>
              <a:spcAft>
                <a:spcPts val="0"/>
              </a:spcAft>
              <a:buClr>
                <a:schemeClr val="dk1"/>
              </a:buClr>
              <a:buSzPts val="2400"/>
              <a:buFont typeface="Calibri"/>
              <a:buChar char="•"/>
            </a:pPr>
            <a:r>
              <a:rPr lang="en-GB" sz="2000">
                <a:solidFill>
                  <a:srgbClr val="C00000"/>
                </a:solidFill>
                <a:latin typeface="Calibri"/>
                <a:ea typeface="Calibri"/>
                <a:cs typeface="Calibri"/>
                <a:sym typeface="Calibri"/>
              </a:rPr>
              <a:t>Direct</a:t>
            </a:r>
            <a:r>
              <a:rPr lang="en-GB" sz="2000">
                <a:solidFill>
                  <a:schemeClr val="dk1"/>
                </a:solidFill>
                <a:latin typeface="Calibri"/>
                <a:ea typeface="Calibri"/>
                <a:cs typeface="Calibri"/>
                <a:sym typeface="Calibri"/>
              </a:rPr>
              <a:t>(Project-specific)</a:t>
            </a:r>
            <a:r>
              <a:rPr lang="en-GB" sz="2000">
                <a:solidFill>
                  <a:srgbClr val="C00000"/>
                </a:solidFill>
                <a:latin typeface="Calibri"/>
                <a:ea typeface="Calibri"/>
                <a:cs typeface="Calibri"/>
                <a:sym typeface="Calibri"/>
              </a:rPr>
              <a:t> </a:t>
            </a:r>
            <a:r>
              <a:rPr lang="en-GB" sz="2000">
                <a:solidFill>
                  <a:schemeClr val="dk1"/>
                </a:solidFill>
                <a:latin typeface="Calibri"/>
                <a:ea typeface="Calibri"/>
                <a:cs typeface="Calibri"/>
                <a:sym typeface="Calibri"/>
              </a:rPr>
              <a:t> or </a:t>
            </a:r>
            <a:r>
              <a:rPr lang="en-GB" sz="2000">
                <a:solidFill>
                  <a:srgbClr val="C00000"/>
                </a:solidFill>
                <a:latin typeface="Calibri"/>
                <a:ea typeface="Calibri"/>
                <a:cs typeface="Calibri"/>
                <a:sym typeface="Calibri"/>
              </a:rPr>
              <a:t>Indirect</a:t>
            </a:r>
            <a:r>
              <a:rPr lang="en-GB" sz="2000">
                <a:solidFill>
                  <a:schemeClr val="dk1"/>
                </a:solidFill>
                <a:latin typeface="Calibri"/>
                <a:ea typeface="Calibri"/>
                <a:cs typeface="Calibri"/>
                <a:sym typeface="Calibri"/>
              </a:rPr>
              <a:t>(General, shared)</a:t>
            </a:r>
            <a:endParaRPr sz="2000">
              <a:solidFill>
                <a:schemeClr val="dk1"/>
              </a:solidFill>
              <a:latin typeface="Calibri"/>
              <a:ea typeface="Calibri"/>
              <a:cs typeface="Calibri"/>
              <a:sym typeface="Calibri"/>
            </a:endParaRPr>
          </a:p>
        </p:txBody>
      </p:sp>
      <p:sp>
        <p:nvSpPr>
          <p:cNvPr id="344" name="Google Shape;344;p8"/>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GB"/>
              <a:t>‹#›</a:t>
            </a:fld>
            <a:endParaRPr/>
          </a:p>
        </p:txBody>
      </p:sp>
      <p:sp>
        <p:nvSpPr>
          <p:cNvPr id="345" name="Google Shape;345;p8"/>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9"/>
          <p:cNvSpPr txBox="1"/>
          <p:nvPr>
            <p:ph type="title"/>
          </p:nvPr>
        </p:nvSpPr>
        <p:spPr>
          <a:xfrm>
            <a:off x="311785" y="200025"/>
            <a:ext cx="8520430" cy="840105"/>
          </a:xfrm>
          <a:prstGeom prst="rect">
            <a:avLst/>
          </a:prstGeom>
          <a:solidFill>
            <a:srgbClr val="FF8000"/>
          </a:solid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Cash Flow &amp; NPV</a:t>
            </a:r>
            <a:endParaRPr sz="4000">
              <a:solidFill>
                <a:schemeClr val="lt1"/>
              </a:solidFill>
              <a:latin typeface="Calibri"/>
              <a:ea typeface="Calibri"/>
              <a:cs typeface="Calibri"/>
              <a:sym typeface="Calibri"/>
            </a:endParaRPr>
          </a:p>
        </p:txBody>
      </p:sp>
      <p:sp>
        <p:nvSpPr>
          <p:cNvPr id="351" name="Google Shape;351;p9"/>
          <p:cNvSpPr txBox="1"/>
          <p:nvPr>
            <p:ph idx="4294967295" type="body"/>
          </p:nvPr>
        </p:nvSpPr>
        <p:spPr>
          <a:xfrm>
            <a:off x="311700" y="1152475"/>
            <a:ext cx="8520600" cy="3615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2400"/>
              <a:buFont typeface="Calibri"/>
              <a:buNone/>
            </a:pPr>
            <a:r>
              <a:rPr b="0" i="0" lang="en-GB" sz="2400" u="none" cap="none" strike="noStrike">
                <a:solidFill>
                  <a:schemeClr val="dk1"/>
                </a:solidFill>
                <a:latin typeface="Calibri"/>
                <a:ea typeface="Calibri"/>
                <a:cs typeface="Calibri"/>
                <a:sym typeface="Calibri"/>
              </a:rPr>
              <a:t>Suppose you are investing $5000, $4000 and $2000 at present, after 1 year and after 2 years respectively. In return after 2, 3 and 5 years you will get revenue $2000, $5000 and $7000 respectively.</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Calibri"/>
              <a:buNone/>
            </a:pPr>
            <a:r>
              <a:rPr b="0" i="0" lang="en-GB" sz="2400" u="none" cap="none" strike="noStrike">
                <a:solidFill>
                  <a:schemeClr val="dk1"/>
                </a:solidFill>
                <a:latin typeface="Calibri"/>
                <a:ea typeface="Calibri"/>
                <a:cs typeface="Calibri"/>
                <a:sym typeface="Calibri"/>
              </a:rPr>
              <a:t>Find out Profit / Loss through </a:t>
            </a:r>
            <a:endParaRPr b="0" i="0" sz="2400" u="none" cap="none" strike="noStrike">
              <a:solidFill>
                <a:schemeClr val="dk1"/>
              </a:solidFill>
              <a:latin typeface="Calibri"/>
              <a:ea typeface="Calibri"/>
              <a:cs typeface="Calibri"/>
              <a:sym typeface="Calibri"/>
            </a:endParaRPr>
          </a:p>
          <a:p>
            <a:pPr indent="-266700" lvl="0" marL="285750" marR="0" rtl="0" algn="l">
              <a:lnSpc>
                <a:spcPct val="100000"/>
              </a:lnSpc>
              <a:spcBef>
                <a:spcPts val="0"/>
              </a:spcBef>
              <a:spcAft>
                <a:spcPts val="0"/>
              </a:spcAft>
              <a:buClr>
                <a:schemeClr val="dk1"/>
              </a:buClr>
              <a:buSzPts val="2400"/>
              <a:buFont typeface="Oswald"/>
              <a:buAutoNum type="romanLcPeriod"/>
            </a:pPr>
            <a:r>
              <a:rPr b="0" i="0" lang="en-GB" sz="2400" u="none" cap="none" strike="noStrike">
                <a:solidFill>
                  <a:schemeClr val="dk1"/>
                </a:solidFill>
                <a:latin typeface="Calibri"/>
                <a:ea typeface="Calibri"/>
                <a:cs typeface="Calibri"/>
                <a:sym typeface="Calibri"/>
              </a:rPr>
              <a:t>Cash Flow Method </a:t>
            </a:r>
            <a:endParaRPr b="0" i="0" sz="2400" u="none" cap="none" strike="noStrike">
              <a:solidFill>
                <a:schemeClr val="dk1"/>
              </a:solidFill>
              <a:latin typeface="Calibri"/>
              <a:ea typeface="Calibri"/>
              <a:cs typeface="Calibri"/>
              <a:sym typeface="Calibri"/>
            </a:endParaRPr>
          </a:p>
          <a:p>
            <a:pPr indent="-266700" lvl="0" marL="285750" marR="0" rtl="0" algn="l">
              <a:lnSpc>
                <a:spcPct val="100000"/>
              </a:lnSpc>
              <a:spcBef>
                <a:spcPts val="0"/>
              </a:spcBef>
              <a:spcAft>
                <a:spcPts val="0"/>
              </a:spcAft>
              <a:buClr>
                <a:schemeClr val="dk1"/>
              </a:buClr>
              <a:buSzPts val="2400"/>
              <a:buFont typeface="Oswald"/>
              <a:buAutoNum type="romanLcPeriod"/>
            </a:pPr>
            <a:r>
              <a:rPr b="0" i="0" lang="en-GB" sz="2400" u="none" cap="none" strike="noStrike">
                <a:solidFill>
                  <a:schemeClr val="dk1"/>
                </a:solidFill>
                <a:latin typeface="Calibri"/>
                <a:ea typeface="Calibri"/>
                <a:cs typeface="Calibri"/>
                <a:sym typeface="Calibri"/>
              </a:rPr>
              <a:t>Net Present Value (NPV) Method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Calibri"/>
              <a:buNone/>
            </a:pPr>
            <a:r>
              <a:rPr b="0" i="0" lang="en-GB" sz="2400" u="none" cap="none" strike="noStrike">
                <a:solidFill>
                  <a:schemeClr val="dk1"/>
                </a:solidFill>
                <a:latin typeface="Calibri"/>
                <a:ea typeface="Calibri"/>
                <a:cs typeface="Calibri"/>
                <a:sym typeface="Calibri"/>
              </a:rPr>
              <a:t>Consider bank interest 10%</a:t>
            </a:r>
            <a:endParaRPr b="0" i="0" sz="2400" u="none" cap="none" strike="noStrike">
              <a:solidFill>
                <a:schemeClr val="dk1"/>
              </a:solidFill>
              <a:latin typeface="Calibri"/>
              <a:ea typeface="Calibri"/>
              <a:cs typeface="Calibri"/>
              <a:sym typeface="Calibri"/>
            </a:endParaRPr>
          </a:p>
        </p:txBody>
      </p:sp>
      <p:sp>
        <p:nvSpPr>
          <p:cNvPr id="352" name="Google Shape;352;p9"/>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sp>
        <p:nvSpPr>
          <p:cNvPr id="353" name="Google Shape;353;p9"/>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0"/>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graphicFrame>
        <p:nvGraphicFramePr>
          <p:cNvPr id="359" name="Google Shape;359;p10"/>
          <p:cNvGraphicFramePr/>
          <p:nvPr/>
        </p:nvGraphicFramePr>
        <p:xfrm>
          <a:off x="457213" y="984045"/>
          <a:ext cx="3000000" cy="3000000"/>
        </p:xfrm>
        <a:graphic>
          <a:graphicData uri="http://schemas.openxmlformats.org/drawingml/2006/table">
            <a:tbl>
              <a:tblPr>
                <a:noFill/>
                <a:tableStyleId>{1B7E734A-A6FE-449E-9627-248C1702D030}</a:tableStyleId>
              </a:tblPr>
              <a:tblGrid>
                <a:gridCol w="1442075"/>
                <a:gridCol w="909225"/>
                <a:gridCol w="1175650"/>
                <a:gridCol w="1175650"/>
                <a:gridCol w="1175650"/>
                <a:gridCol w="1175650"/>
                <a:gridCol w="1175650"/>
              </a:tblGrid>
              <a:tr h="520975">
                <a:tc>
                  <a:txBody>
                    <a:bodyPr/>
                    <a:lstStyle/>
                    <a:p>
                      <a:pPr indent="0" lvl="0" marL="0" marR="0" rtl="0" algn="ctr">
                        <a:lnSpc>
                          <a:spcPct val="100000"/>
                        </a:lnSpc>
                        <a:spcBef>
                          <a:spcPts val="0"/>
                        </a:spcBef>
                        <a:spcAft>
                          <a:spcPts val="0"/>
                        </a:spcAft>
                        <a:buClr>
                          <a:schemeClr val="dk1"/>
                        </a:buClr>
                        <a:buSzPts val="1600"/>
                        <a:buFont typeface="Arial"/>
                        <a:buNone/>
                      </a:pPr>
                      <a:r>
                        <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Year-0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Year-1</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Year-2</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Year-3</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Year-4</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Year-5</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20975">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Expenses</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5000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4000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2000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20975">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Revenue</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2000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5000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7000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18750">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Cash Flow = R-E</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(5000)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(4000)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5000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7000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18750">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Accumulating Cash Flow</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(5000)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(9000)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(9000)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(4000)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lang="en-GB" sz="1600" u="none" cap="none" strike="noStrike">
                          <a:solidFill>
                            <a:schemeClr val="dk1"/>
                          </a:solidFill>
                          <a:latin typeface="Oswald Light"/>
                          <a:ea typeface="Oswald Light"/>
                          <a:cs typeface="Oswald Light"/>
                          <a:sym typeface="Oswald Light"/>
                        </a:rPr>
                        <a:t>(4000)</a:t>
                      </a:r>
                      <a:endParaRPr sz="1600" u="none" cap="none" strike="noStrike">
                        <a:solidFill>
                          <a:schemeClr val="dk1"/>
                        </a:solidFill>
                        <a:latin typeface="Oswald Light"/>
                        <a:ea typeface="Oswald Light"/>
                        <a:cs typeface="Oswald Light"/>
                        <a:sym typeface="Oswald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BBF39"/>
                        </a:buClr>
                        <a:buSzPts val="1600"/>
                        <a:buFont typeface="Arial"/>
                        <a:buNone/>
                      </a:pPr>
                      <a:r>
                        <a:rPr b="1" lang="en-GB" sz="1600" u="none" cap="none" strike="noStrike">
                          <a:solidFill>
                            <a:srgbClr val="0BBF39"/>
                          </a:solidFill>
                          <a:latin typeface="Oswald"/>
                          <a:ea typeface="Oswald"/>
                          <a:cs typeface="Oswald"/>
                          <a:sym typeface="Oswald"/>
                        </a:rPr>
                        <a:t>3000</a:t>
                      </a:r>
                      <a:endParaRPr b="1" sz="1600" u="none" cap="none" strike="noStrike">
                        <a:solidFill>
                          <a:srgbClr val="0BBF39"/>
                        </a:solidFill>
                        <a:latin typeface="Oswald"/>
                        <a:ea typeface="Oswald"/>
                        <a:cs typeface="Oswald"/>
                        <a:sym typeface="Oswald"/>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360" name="Google Shape;360;p10"/>
          <p:cNvSpPr txBox="1"/>
          <p:nvPr/>
        </p:nvSpPr>
        <p:spPr>
          <a:xfrm>
            <a:off x="405130" y="4202430"/>
            <a:ext cx="8281670" cy="83947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dk1"/>
                </a:solidFill>
                <a:latin typeface="Calibri"/>
                <a:ea typeface="Calibri"/>
                <a:cs typeface="Calibri"/>
                <a:sym typeface="Calibri"/>
              </a:rPr>
              <a:t>So, it is profitable, according to simple cash flow.</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dk1"/>
                </a:solidFill>
                <a:latin typeface="Calibri"/>
                <a:ea typeface="Calibri"/>
                <a:cs typeface="Calibri"/>
                <a:sym typeface="Calibri"/>
              </a:rPr>
              <a:t>But, is it a true reflection?</a:t>
            </a:r>
            <a:endParaRPr b="0" i="0" sz="2000" u="none" cap="none" strike="noStrike">
              <a:solidFill>
                <a:schemeClr val="dk1"/>
              </a:solidFill>
              <a:latin typeface="Calibri"/>
              <a:ea typeface="Calibri"/>
              <a:cs typeface="Calibri"/>
              <a:sym typeface="Calibri"/>
            </a:endParaRPr>
          </a:p>
        </p:txBody>
      </p:sp>
      <p:sp>
        <p:nvSpPr>
          <p:cNvPr id="361" name="Google Shape;361;p10"/>
          <p:cNvSpPr txBox="1"/>
          <p:nvPr>
            <p:ph type="title"/>
          </p:nvPr>
        </p:nvSpPr>
        <p:spPr>
          <a:xfrm>
            <a:off x="457200" y="127000"/>
            <a:ext cx="8229600" cy="803275"/>
          </a:xfrm>
          <a:prstGeom prst="rect">
            <a:avLst/>
          </a:prstGeom>
          <a:solidFill>
            <a:srgbClr val="FF8000"/>
          </a:solidFill>
          <a:ln cap="flat" cmpd="sng" w="9525">
            <a:solidFill>
              <a:srgbClr val="000000">
                <a:alpha val="0"/>
              </a:srgbClr>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300"/>
              <a:buFont typeface="Arial"/>
              <a:buNone/>
            </a:pPr>
            <a:r>
              <a:rPr lang="en-GB">
                <a:solidFill>
                  <a:schemeClr val="lt1"/>
                </a:solidFill>
              </a:rPr>
              <a:t>Cash Flow</a:t>
            </a:r>
            <a:endParaRPr>
              <a:solidFill>
                <a:schemeClr val="lt1"/>
              </a:solidFill>
            </a:endParaRPr>
          </a:p>
        </p:txBody>
      </p:sp>
      <p:sp>
        <p:nvSpPr>
          <p:cNvPr id="362" name="Google Shape;362;p10"/>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1"/>
          <p:cNvSpPr txBox="1"/>
          <p:nvPr>
            <p:ph type="title"/>
          </p:nvPr>
        </p:nvSpPr>
        <p:spPr>
          <a:xfrm>
            <a:off x="457200" y="205979"/>
            <a:ext cx="8229600" cy="857250"/>
          </a:xfrm>
          <a:prstGeom prst="rect">
            <a:avLst/>
          </a:prstGeom>
          <a:solidFill>
            <a:srgbClr val="FF8000"/>
          </a:solidFill>
          <a:ln cap="flat" cmpd="sng" w="9525">
            <a:solidFill>
              <a:srgbClr val="000000">
                <a:alpha val="0"/>
              </a:srgbClr>
            </a:solidFill>
            <a:prstDash val="solid"/>
            <a:round/>
            <a:headEnd len="sm" w="sm" type="none"/>
            <a:tailEnd len="sm" w="sm" type="none"/>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Arial"/>
              <a:buNone/>
            </a:pPr>
            <a:r>
              <a:rPr lang="en-GB">
                <a:solidFill>
                  <a:schemeClr val="lt1"/>
                </a:solidFill>
              </a:rPr>
              <a:t>Net Present Value (NPV)</a:t>
            </a:r>
            <a:endParaRPr>
              <a:solidFill>
                <a:schemeClr val="lt1"/>
              </a:solidFill>
            </a:endParaRPr>
          </a:p>
        </p:txBody>
      </p:sp>
      <p:sp>
        <p:nvSpPr>
          <p:cNvPr id="368" name="Google Shape;368;p11"/>
          <p:cNvSpPr txBox="1"/>
          <p:nvPr>
            <p:ph idx="4294967295" type="body"/>
          </p:nvPr>
        </p:nvSpPr>
        <p:spPr>
          <a:xfrm>
            <a:off x="457200" y="1373575"/>
            <a:ext cx="8140800" cy="3000000"/>
          </a:xfrm>
          <a:prstGeom prst="rect">
            <a:avLst/>
          </a:prstGeom>
          <a:noFill/>
          <a:ln>
            <a:noFill/>
          </a:ln>
        </p:spPr>
        <p:txBody>
          <a:bodyPr anchorCtr="0" anchor="t" bIns="45700" lIns="91425" spcFirstLastPara="1" rIns="91425" wrap="square" tIns="45700">
            <a:noAutofit/>
          </a:bodyPr>
          <a:lstStyle/>
          <a:p>
            <a:pPr indent="0" lvl="0" marL="114300" marR="0" rtl="0" algn="l">
              <a:lnSpc>
                <a:spcPct val="100000"/>
              </a:lnSpc>
              <a:spcBef>
                <a:spcPts val="0"/>
              </a:spcBef>
              <a:spcAft>
                <a:spcPts val="0"/>
              </a:spcAft>
              <a:buClr>
                <a:srgbClr val="C00000"/>
              </a:buClr>
              <a:buSzPts val="2400"/>
              <a:buFont typeface="Calibri"/>
              <a:buNone/>
            </a:pPr>
            <a:r>
              <a:rPr b="0" i="0" lang="en-GB" sz="2400" u="none" cap="none" strike="noStrike">
                <a:solidFill>
                  <a:srgbClr val="C00000"/>
                </a:solidFill>
                <a:latin typeface="Calibri"/>
                <a:ea typeface="Calibri"/>
                <a:cs typeface="Calibri"/>
                <a:sym typeface="Calibri"/>
              </a:rPr>
              <a:t>Net Present Value (NPV)</a:t>
            </a:r>
            <a:r>
              <a:rPr b="0" i="0" lang="en-GB" sz="2400" u="none" cap="none" strike="noStrike">
                <a:solidFill>
                  <a:schemeClr val="dk1"/>
                </a:solidFill>
                <a:latin typeface="Calibri"/>
                <a:ea typeface="Calibri"/>
                <a:cs typeface="Calibri"/>
                <a:sym typeface="Calibri"/>
              </a:rPr>
              <a:t> is a financial metric used to evaluate the profitability of an investment or project. </a:t>
            </a:r>
            <a:endParaRPr b="0" i="0" sz="2400" u="none" cap="none" strike="noStrike">
              <a:solidFill>
                <a:schemeClr val="dk1"/>
              </a:solidFill>
              <a:latin typeface="Calibri"/>
              <a:ea typeface="Calibri"/>
              <a:cs typeface="Calibri"/>
              <a:sym typeface="Calibri"/>
            </a:endParaRPr>
          </a:p>
          <a:p>
            <a:pPr indent="0" lvl="0" marL="114300" marR="0" rtl="0" algn="l">
              <a:lnSpc>
                <a:spcPct val="100000"/>
              </a:lnSpc>
              <a:spcBef>
                <a:spcPts val="360"/>
              </a:spcBef>
              <a:spcAft>
                <a:spcPts val="0"/>
              </a:spcAft>
              <a:buClr>
                <a:schemeClr val="dk1"/>
              </a:buClr>
              <a:buSzPts val="2400"/>
              <a:buFont typeface="Calibri"/>
              <a:buNone/>
            </a:pPr>
            <a:r>
              <a:rPr b="0" i="0" lang="en-GB" sz="2400" u="none" cap="none" strike="noStrike">
                <a:solidFill>
                  <a:schemeClr val="dk1"/>
                </a:solidFill>
                <a:latin typeface="Calibri"/>
                <a:ea typeface="Calibri"/>
                <a:cs typeface="Calibri"/>
                <a:sym typeface="Calibri"/>
              </a:rPr>
              <a:t>NPV takes into account the </a:t>
            </a:r>
            <a:r>
              <a:rPr b="1" i="0" lang="en-GB" sz="2400" u="none" cap="none" strike="noStrike">
                <a:solidFill>
                  <a:srgbClr val="C00000"/>
                </a:solidFill>
                <a:latin typeface="Calibri"/>
                <a:ea typeface="Calibri"/>
                <a:cs typeface="Calibri"/>
                <a:sym typeface="Calibri"/>
              </a:rPr>
              <a:t>time value of money</a:t>
            </a:r>
            <a:r>
              <a:rPr b="0" i="0" lang="en-GB" sz="2400" u="none" cap="none" strike="noStrike">
                <a:solidFill>
                  <a:schemeClr val="dk1"/>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369" name="Google Shape;369;p11"/>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GB"/>
              <a:t>‹#›</a:t>
            </a:fld>
            <a:endParaRPr/>
          </a:p>
        </p:txBody>
      </p:sp>
      <p:sp>
        <p:nvSpPr>
          <p:cNvPr id="370" name="Google Shape;370;p11"/>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2"/>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t>‹#›</a:t>
            </a:fld>
            <a:endParaRPr/>
          </a:p>
        </p:txBody>
      </p:sp>
      <p:sp>
        <p:nvSpPr>
          <p:cNvPr id="376" name="Google Shape;376;p12"/>
          <p:cNvSpPr txBox="1"/>
          <p:nvPr/>
        </p:nvSpPr>
        <p:spPr>
          <a:xfrm>
            <a:off x="867410" y="1380291"/>
            <a:ext cx="7315200" cy="1371600"/>
          </a:xfrm>
          <a:prstGeom prst="rect">
            <a:avLst/>
          </a:prstGeom>
          <a:blipFill rotWithShape="1">
            <a:blip r:embed="rId3">
              <a:alphaModFix/>
            </a:blip>
            <a:stretch>
              <a:fillRect b="0" l="-978" r="0" t="0"/>
            </a:stretch>
          </a:blip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77" name="Google Shape;377;p12"/>
          <p:cNvSpPr txBox="1"/>
          <p:nvPr/>
        </p:nvSpPr>
        <p:spPr>
          <a:xfrm>
            <a:off x="867410" y="2912460"/>
            <a:ext cx="7315200" cy="17709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434343"/>
                </a:solidFill>
                <a:latin typeface="Calibri"/>
                <a:ea typeface="Calibri"/>
                <a:cs typeface="Calibri"/>
                <a:sym typeface="Calibri"/>
              </a:rPr>
              <a:t>NPV = Return - Investment</a:t>
            </a:r>
            <a:endParaRPr b="0" i="0" sz="2400" u="none" cap="none" strike="noStrike">
              <a:solidFill>
                <a:srgbClr val="4343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434343"/>
                </a:solidFill>
                <a:latin typeface="Calibri"/>
                <a:ea typeface="Calibri"/>
                <a:cs typeface="Calibri"/>
                <a:sym typeface="Calibri"/>
              </a:rPr>
              <a:t>if NPV &gt; 0 − − − − Profit/Accept</a:t>
            </a:r>
            <a:endParaRPr b="0" i="0" sz="2400" u="none" cap="none" strike="noStrike">
              <a:solidFill>
                <a:srgbClr val="4343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434343"/>
                </a:solidFill>
                <a:latin typeface="Calibri"/>
                <a:ea typeface="Calibri"/>
                <a:cs typeface="Calibri"/>
                <a:sym typeface="Calibri"/>
              </a:rPr>
              <a:t>if NPV &lt; 0 − − − − Loss/Reject</a:t>
            </a:r>
            <a:endParaRPr b="0" i="0" sz="2400" u="none" cap="none" strike="noStrike">
              <a:solidFill>
                <a:srgbClr val="4343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434343"/>
                </a:solidFill>
                <a:latin typeface="Calibri"/>
                <a:ea typeface="Calibri"/>
                <a:cs typeface="Calibri"/>
                <a:sym typeface="Calibri"/>
              </a:rPr>
              <a:t>if NPV = 0 − − − − No profit or loss</a:t>
            </a:r>
            <a:endParaRPr b="0" i="0" sz="2400" u="none" cap="none" strike="noStrike">
              <a:solidFill>
                <a:srgbClr val="434343"/>
              </a:solidFill>
              <a:latin typeface="Calibri"/>
              <a:ea typeface="Calibri"/>
              <a:cs typeface="Calibri"/>
              <a:sym typeface="Calibri"/>
            </a:endParaRPr>
          </a:p>
        </p:txBody>
      </p:sp>
      <p:sp>
        <p:nvSpPr>
          <p:cNvPr id="378" name="Google Shape;378;p12"/>
          <p:cNvSpPr txBox="1"/>
          <p:nvPr>
            <p:ph type="title"/>
          </p:nvPr>
        </p:nvSpPr>
        <p:spPr>
          <a:xfrm>
            <a:off x="457200" y="205979"/>
            <a:ext cx="8229600" cy="857250"/>
          </a:xfrm>
          <a:prstGeom prst="rect">
            <a:avLst/>
          </a:prstGeom>
          <a:solidFill>
            <a:srgbClr val="FF8000"/>
          </a:solidFill>
          <a:ln cap="flat" cmpd="sng" w="9525">
            <a:solidFill>
              <a:srgbClr val="000000">
                <a:alpha val="0"/>
              </a:srgbClr>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300"/>
              <a:buFont typeface="Arial"/>
              <a:buNone/>
            </a:pPr>
            <a:r>
              <a:rPr lang="en-GB">
                <a:solidFill>
                  <a:schemeClr val="lt1"/>
                </a:solidFill>
              </a:rPr>
              <a:t>Net Present Value (NPV)</a:t>
            </a:r>
            <a:endParaRPr>
              <a:solidFill>
                <a:schemeClr val="lt1"/>
              </a:solidFill>
            </a:endParaRPr>
          </a:p>
        </p:txBody>
      </p:sp>
      <p:sp>
        <p:nvSpPr>
          <p:cNvPr id="379" name="Google Shape;379;p12"/>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3"/>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graphicFrame>
        <p:nvGraphicFramePr>
          <p:cNvPr id="385" name="Google Shape;385;p13"/>
          <p:cNvGraphicFramePr/>
          <p:nvPr/>
        </p:nvGraphicFramePr>
        <p:xfrm>
          <a:off x="311785" y="921385"/>
          <a:ext cx="3000000" cy="3000000"/>
        </p:xfrm>
        <a:graphic>
          <a:graphicData uri="http://schemas.openxmlformats.org/drawingml/2006/table">
            <a:tbl>
              <a:tblPr>
                <a:noFill/>
                <a:tableStyleId>{1B7E734A-A6FE-449E-9627-248C1702D030}</a:tableStyleId>
              </a:tblPr>
              <a:tblGrid>
                <a:gridCol w="2366000"/>
                <a:gridCol w="828050"/>
                <a:gridCol w="1052200"/>
                <a:gridCol w="1149350"/>
                <a:gridCol w="1093475"/>
                <a:gridCol w="1099825"/>
                <a:gridCol w="956300"/>
              </a:tblGrid>
              <a:tr h="457200">
                <a:tc>
                  <a:txBody>
                    <a:bodyPr/>
                    <a:lstStyle/>
                    <a:p>
                      <a:pPr indent="0" lvl="0" marL="0" marR="0" rtl="0" algn="ctr">
                        <a:lnSpc>
                          <a:spcPct val="100000"/>
                        </a:lnSpc>
                        <a:spcBef>
                          <a:spcPts val="0"/>
                        </a:spcBef>
                        <a:spcAft>
                          <a:spcPts val="0"/>
                        </a:spcAft>
                        <a:buClr>
                          <a:schemeClr val="dk1"/>
                        </a:buClr>
                        <a:buSzPts val="1800"/>
                        <a:buFont typeface="Arial"/>
                        <a:buNone/>
                      </a:pPr>
                      <a:r>
                        <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Year-0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Year-1</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Year-2</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Year-3</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Year-4</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Year-5</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57200">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Expenses</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5000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4000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2000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20700">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Expenses(NPV)</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5000</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3636</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1653</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0</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0</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0</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57200">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Revenue</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2000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5000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lang="en-GB" sz="1800" u="none" cap="none" strike="noStrike">
                          <a:solidFill>
                            <a:schemeClr val="dk1"/>
                          </a:solidFill>
                          <a:latin typeface="Calibri"/>
                          <a:ea typeface="Calibri"/>
                          <a:cs typeface="Calibri"/>
                          <a:sym typeface="Calibri"/>
                        </a:rPr>
                        <a:t>7000</a:t>
                      </a:r>
                      <a:endParaRPr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88950">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Revenue (NPV)</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0</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0</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1653</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3757</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0</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4346</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02275">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Cash Flow (NPV) = R-E</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(5000)</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(3636)</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0</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3757</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0</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4346</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8975">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Accumulating Cash Flow (NPV)</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(5000)</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(8636)</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(8636)</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(4879)</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rPr b="1" lang="en-GB" sz="1800" u="none" cap="none" strike="noStrike">
                          <a:solidFill>
                            <a:schemeClr val="dk1"/>
                          </a:solidFill>
                          <a:latin typeface="Calibri"/>
                          <a:ea typeface="Calibri"/>
                          <a:cs typeface="Calibri"/>
                          <a:sym typeface="Calibri"/>
                        </a:rPr>
                        <a:t>(4879)</a:t>
                      </a:r>
                      <a:endParaRPr b="1" sz="1800" u="none" cap="none" strike="noStrike">
                        <a:solidFill>
                          <a:schemeClr val="dk1"/>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800"/>
                        <a:buFont typeface="Arial"/>
                        <a:buNone/>
                      </a:pPr>
                      <a:r>
                        <a:rPr b="1" lang="en-GB" sz="1800" u="none" cap="none" strike="noStrike">
                          <a:solidFill>
                            <a:srgbClr val="FF0000"/>
                          </a:solidFill>
                          <a:latin typeface="Calibri"/>
                          <a:ea typeface="Calibri"/>
                          <a:cs typeface="Calibri"/>
                          <a:sym typeface="Calibri"/>
                        </a:rPr>
                        <a:t>(533)</a:t>
                      </a:r>
                      <a:endParaRPr b="1" sz="1800" u="none" cap="none" strike="noStrike">
                        <a:solidFill>
                          <a:srgbClr val="FF0000"/>
                        </a:solidFill>
                        <a:latin typeface="Calibri"/>
                        <a:ea typeface="Calibri"/>
                        <a:cs typeface="Calibri"/>
                        <a:sym typeface="Calibri"/>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386" name="Google Shape;386;p13"/>
          <p:cNvSpPr txBox="1"/>
          <p:nvPr/>
        </p:nvSpPr>
        <p:spPr>
          <a:xfrm>
            <a:off x="311785" y="4536440"/>
            <a:ext cx="4299585" cy="41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Oswald"/>
                <a:ea typeface="Oswald"/>
                <a:cs typeface="Oswald"/>
                <a:sym typeface="Oswald"/>
              </a:rPr>
              <a:t>Not profitable when NPV calculated.</a:t>
            </a:r>
            <a:endParaRPr b="0" i="0" sz="1800" u="none" cap="none" strike="noStrike">
              <a:solidFill>
                <a:schemeClr val="dk1"/>
              </a:solidFill>
              <a:latin typeface="Oswald"/>
              <a:ea typeface="Oswald"/>
              <a:cs typeface="Oswald"/>
              <a:sym typeface="Oswald"/>
            </a:endParaRPr>
          </a:p>
        </p:txBody>
      </p:sp>
      <p:sp>
        <p:nvSpPr>
          <p:cNvPr id="387" name="Google Shape;387;p13"/>
          <p:cNvSpPr txBox="1"/>
          <p:nvPr>
            <p:ph type="title"/>
          </p:nvPr>
        </p:nvSpPr>
        <p:spPr>
          <a:xfrm>
            <a:off x="311785" y="149860"/>
            <a:ext cx="8544560" cy="624205"/>
          </a:xfrm>
          <a:prstGeom prst="rect">
            <a:avLst/>
          </a:prstGeom>
          <a:solidFill>
            <a:srgbClr val="FF8000"/>
          </a:solidFill>
          <a:ln cap="flat" cmpd="sng" w="9525">
            <a:solidFill>
              <a:srgbClr val="000000">
                <a:alpha val="0"/>
              </a:srgbClr>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300"/>
              <a:buFont typeface="Arial"/>
              <a:buNone/>
            </a:pPr>
            <a:r>
              <a:rPr lang="en-GB">
                <a:solidFill>
                  <a:schemeClr val="lt1"/>
                </a:solidFill>
              </a:rPr>
              <a:t>Net Present Value (NPV)</a:t>
            </a:r>
            <a:endParaRPr>
              <a:solidFill>
                <a:schemeClr val="lt1"/>
              </a:solidFill>
            </a:endParaRPr>
          </a:p>
        </p:txBody>
      </p:sp>
      <p:sp>
        <p:nvSpPr>
          <p:cNvPr id="388" name="Google Shape;388;p13"/>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14"/>
          <p:cNvSpPr txBox="1"/>
          <p:nvPr>
            <p:ph type="title"/>
          </p:nvPr>
        </p:nvSpPr>
        <p:spPr>
          <a:xfrm>
            <a:off x="311785" y="281940"/>
            <a:ext cx="8520430" cy="768985"/>
          </a:xfrm>
          <a:prstGeom prst="rect">
            <a:avLst/>
          </a:prstGeom>
          <a:solidFill>
            <a:srgbClr val="FF8000"/>
          </a:solid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Cash Flow &amp; NPV</a:t>
            </a:r>
            <a:endParaRPr sz="4000">
              <a:solidFill>
                <a:schemeClr val="lt1"/>
              </a:solidFill>
              <a:latin typeface="Calibri"/>
              <a:ea typeface="Calibri"/>
              <a:cs typeface="Calibri"/>
              <a:sym typeface="Calibri"/>
            </a:endParaRPr>
          </a:p>
        </p:txBody>
      </p:sp>
      <p:sp>
        <p:nvSpPr>
          <p:cNvPr id="394" name="Google Shape;394;p14"/>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sp>
        <p:nvSpPr>
          <p:cNvPr id="395" name="Google Shape;395;p14"/>
          <p:cNvSpPr txBox="1"/>
          <p:nvPr/>
        </p:nvSpPr>
        <p:spPr>
          <a:xfrm>
            <a:off x="561340" y="4180205"/>
            <a:ext cx="8021320" cy="503555"/>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dk1"/>
                </a:solidFill>
                <a:latin typeface="Calibri"/>
                <a:ea typeface="Calibri"/>
                <a:cs typeface="Calibri"/>
                <a:sym typeface="Calibri"/>
              </a:rPr>
              <a:t>From the graph, we can see that Expenses are greater than Revenue.</a:t>
            </a:r>
            <a:endParaRPr b="0" i="0" sz="2000" u="none" cap="none" strike="noStrike">
              <a:solidFill>
                <a:schemeClr val="dk1"/>
              </a:solidFill>
              <a:latin typeface="Calibri"/>
              <a:ea typeface="Calibri"/>
              <a:cs typeface="Calibri"/>
              <a:sym typeface="Calibri"/>
            </a:endParaRPr>
          </a:p>
        </p:txBody>
      </p:sp>
      <p:pic>
        <p:nvPicPr>
          <p:cNvPr id="396" name="Google Shape;396;p14" title="Chart"/>
          <p:cNvPicPr preferRelativeResize="0"/>
          <p:nvPr/>
        </p:nvPicPr>
        <p:blipFill rotWithShape="1">
          <a:blip r:embed="rId3">
            <a:alphaModFix/>
          </a:blip>
          <a:srcRect b="0" l="0" r="0" t="0"/>
          <a:stretch/>
        </p:blipFill>
        <p:spPr>
          <a:xfrm>
            <a:off x="1752600" y="1371600"/>
            <a:ext cx="5293995" cy="259969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397" name="Google Shape;397;p14"/>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5"/>
          <p:cNvSpPr txBox="1"/>
          <p:nvPr>
            <p:ph idx="4294967295" type="body"/>
          </p:nvPr>
        </p:nvSpPr>
        <p:spPr>
          <a:xfrm>
            <a:off x="311700" y="1152475"/>
            <a:ext cx="8520600" cy="3615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2400"/>
              <a:buFont typeface="Calibri"/>
              <a:buNone/>
            </a:pPr>
            <a:r>
              <a:rPr b="0" i="0" lang="en-GB" sz="2400" u="none" cap="none" strike="noStrike">
                <a:solidFill>
                  <a:schemeClr val="dk1"/>
                </a:solidFill>
                <a:latin typeface="Calibri"/>
                <a:ea typeface="Calibri"/>
                <a:cs typeface="Calibri"/>
                <a:sym typeface="Calibri"/>
              </a:rPr>
              <a:t>Suppose you invested in a business with capital $20,000 and the cash flow of the business are $5000, $6000, $8000, $7000 and $4000 after years 1,2,3,4 and 5 respectively.</a:t>
            </a:r>
            <a:endParaRPr b="0" i="0" sz="24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2400"/>
              <a:buFont typeface="Calibri"/>
              <a:buNone/>
            </a:pPr>
            <a:r>
              <a:rPr b="0" i="0" lang="en-GB" sz="2400" u="none" cap="none" strike="noStrike">
                <a:solidFill>
                  <a:schemeClr val="dk1"/>
                </a:solidFill>
                <a:latin typeface="Calibri"/>
                <a:ea typeface="Calibri"/>
                <a:cs typeface="Calibri"/>
                <a:sym typeface="Calibri"/>
              </a:rPr>
              <a:t>Find out Profit / Loss through NPV Method.</a:t>
            </a:r>
            <a:endParaRPr b="0" i="0" sz="24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2400"/>
              <a:buFont typeface="Calibri"/>
              <a:buNone/>
            </a:pPr>
            <a:r>
              <a:rPr b="0" i="0" lang="en-GB" sz="2400" u="none" cap="none" strike="noStrike">
                <a:solidFill>
                  <a:schemeClr val="dk1"/>
                </a:solidFill>
                <a:latin typeface="Calibri"/>
                <a:ea typeface="Calibri"/>
                <a:cs typeface="Calibri"/>
                <a:sym typeface="Calibri"/>
              </a:rPr>
              <a:t>Consider bank interest of 8%.</a:t>
            </a:r>
            <a:endParaRPr b="0" i="0" sz="2400" u="none" cap="none" strike="noStrike">
              <a:solidFill>
                <a:schemeClr val="dk1"/>
              </a:solidFill>
              <a:latin typeface="Calibri"/>
              <a:ea typeface="Calibri"/>
              <a:cs typeface="Calibri"/>
              <a:sym typeface="Calibri"/>
            </a:endParaRPr>
          </a:p>
        </p:txBody>
      </p:sp>
      <p:sp>
        <p:nvSpPr>
          <p:cNvPr id="403" name="Google Shape;403;p15"/>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sp>
        <p:nvSpPr>
          <p:cNvPr id="404" name="Google Shape;404;p15"/>
          <p:cNvSpPr txBox="1"/>
          <p:nvPr>
            <p:ph type="title"/>
          </p:nvPr>
        </p:nvSpPr>
        <p:spPr>
          <a:xfrm>
            <a:off x="457200" y="205979"/>
            <a:ext cx="8229600" cy="857250"/>
          </a:xfrm>
          <a:prstGeom prst="rect">
            <a:avLst/>
          </a:prstGeom>
          <a:solidFill>
            <a:srgbClr val="FF8000"/>
          </a:solidFill>
          <a:ln cap="flat" cmpd="sng" w="9525">
            <a:solidFill>
              <a:srgbClr val="000000">
                <a:alpha val="0"/>
              </a:srgbClr>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Cash Flow &amp; NPV</a:t>
            </a:r>
            <a:endParaRPr sz="4000">
              <a:solidFill>
                <a:schemeClr val="lt1"/>
              </a:solidFill>
              <a:latin typeface="Calibri"/>
              <a:ea typeface="Calibri"/>
              <a:cs typeface="Calibri"/>
              <a:sym typeface="Calibri"/>
            </a:endParaRPr>
          </a:p>
        </p:txBody>
      </p:sp>
      <p:sp>
        <p:nvSpPr>
          <p:cNvPr id="405" name="Google Shape;405;p15"/>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16"/>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pic>
        <p:nvPicPr>
          <p:cNvPr id="411" name="Google Shape;411;p16"/>
          <p:cNvPicPr preferRelativeResize="0"/>
          <p:nvPr/>
        </p:nvPicPr>
        <p:blipFill rotWithShape="1">
          <a:blip r:embed="rId3">
            <a:alphaModFix/>
          </a:blip>
          <a:srcRect b="0" l="0" r="0" t="0"/>
          <a:stretch/>
        </p:blipFill>
        <p:spPr>
          <a:xfrm>
            <a:off x="457199" y="285744"/>
            <a:ext cx="8229599" cy="4572001"/>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412" name="Google Shape;412;p16"/>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17"/>
          <p:cNvSpPr txBox="1"/>
          <p:nvPr>
            <p:ph type="title"/>
          </p:nvPr>
        </p:nvSpPr>
        <p:spPr>
          <a:xfrm>
            <a:off x="457200" y="205979"/>
            <a:ext cx="8229600" cy="857250"/>
          </a:xfrm>
          <a:prstGeom prst="rect">
            <a:avLst/>
          </a:prstGeom>
          <a:solidFill>
            <a:srgbClr val="FF8000"/>
          </a:solidFill>
          <a:ln cap="flat" cmpd="sng" w="9525">
            <a:solidFill>
              <a:srgbClr val="000000">
                <a:alpha val="0"/>
              </a:srgbClr>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3300"/>
              <a:buFont typeface="Arial"/>
              <a:buNone/>
            </a:pPr>
            <a:r>
              <a:rPr lang="en-GB">
                <a:solidFill>
                  <a:schemeClr val="lt1"/>
                </a:solidFill>
              </a:rPr>
              <a:t>2) Technical Feasibility</a:t>
            </a:r>
            <a:endParaRPr>
              <a:solidFill>
                <a:schemeClr val="lt1"/>
              </a:solidFill>
            </a:endParaRPr>
          </a:p>
        </p:txBody>
      </p:sp>
      <p:sp>
        <p:nvSpPr>
          <p:cNvPr id="418" name="Google Shape;418;p17"/>
          <p:cNvSpPr txBox="1"/>
          <p:nvPr>
            <p:ph idx="1" type="body"/>
          </p:nvPr>
        </p:nvSpPr>
        <p:spPr>
          <a:xfrm>
            <a:off x="457200" y="1200150"/>
            <a:ext cx="4032504" cy="3394472"/>
          </a:xfrm>
          <a:prstGeom prst="rect">
            <a:avLst/>
          </a:prstGeom>
          <a:noFill/>
          <a:ln>
            <a:noFill/>
          </a:ln>
        </p:spPr>
        <p:txBody>
          <a:bodyPr anchorCtr="0" anchor="t" bIns="45700" lIns="91425" spcFirstLastPara="1" rIns="91425" wrap="square" tIns="45700">
            <a:noAutofit/>
          </a:bodyPr>
          <a:lstStyle/>
          <a:p>
            <a:pPr indent="-257175" lvl="0" marL="257175" rtl="0" algn="l">
              <a:lnSpc>
                <a:spcPct val="100000"/>
              </a:lnSpc>
              <a:spcBef>
                <a:spcPts val="0"/>
              </a:spcBef>
              <a:spcAft>
                <a:spcPts val="0"/>
              </a:spcAft>
              <a:buClr>
                <a:schemeClr val="dk1"/>
              </a:buClr>
              <a:buSzPts val="2400"/>
              <a:buFont typeface="Calibri"/>
              <a:buChar char="•"/>
            </a:pPr>
            <a:r>
              <a:rPr lang="en-GB">
                <a:latin typeface="Calibri"/>
                <a:ea typeface="Calibri"/>
                <a:cs typeface="Calibri"/>
                <a:sym typeface="Calibri"/>
              </a:rPr>
              <a:t>Analyzes </a:t>
            </a:r>
            <a:r>
              <a:rPr lang="en-GB">
                <a:solidFill>
                  <a:srgbClr val="C00000"/>
                </a:solidFill>
                <a:latin typeface="Calibri"/>
                <a:ea typeface="Calibri"/>
                <a:cs typeface="Calibri"/>
                <a:sym typeface="Calibri"/>
              </a:rPr>
              <a:t>hardware and software</a:t>
            </a:r>
            <a:r>
              <a:rPr lang="en-GB">
                <a:latin typeface="Calibri"/>
                <a:ea typeface="Calibri"/>
                <a:cs typeface="Calibri"/>
                <a:sym typeface="Calibri"/>
              </a:rPr>
              <a:t> requirements</a:t>
            </a:r>
            <a:endParaRPr>
              <a:latin typeface="Calibri"/>
              <a:ea typeface="Calibri"/>
              <a:cs typeface="Calibri"/>
              <a:sym typeface="Calibri"/>
            </a:endParaRPr>
          </a:p>
          <a:p>
            <a:pPr indent="-257175" lvl="0" marL="257175" rtl="0" algn="l">
              <a:lnSpc>
                <a:spcPct val="100000"/>
              </a:lnSpc>
              <a:spcBef>
                <a:spcPts val="360"/>
              </a:spcBef>
              <a:spcAft>
                <a:spcPts val="0"/>
              </a:spcAft>
              <a:buClr>
                <a:schemeClr val="dk1"/>
              </a:buClr>
              <a:buSzPts val="2400"/>
              <a:buFont typeface="Calibri"/>
              <a:buChar char="•"/>
            </a:pPr>
            <a:r>
              <a:rPr lang="en-GB">
                <a:latin typeface="Calibri"/>
                <a:ea typeface="Calibri"/>
                <a:cs typeface="Calibri"/>
                <a:sym typeface="Calibri"/>
              </a:rPr>
              <a:t>Determines whether </a:t>
            </a:r>
            <a:r>
              <a:rPr lang="en-GB">
                <a:solidFill>
                  <a:srgbClr val="C00000"/>
                </a:solidFill>
                <a:latin typeface="Calibri"/>
                <a:ea typeface="Calibri"/>
                <a:cs typeface="Calibri"/>
                <a:sym typeface="Calibri"/>
              </a:rPr>
              <a:t>existing technology</a:t>
            </a:r>
            <a:r>
              <a:rPr lang="en-GB">
                <a:latin typeface="Calibri"/>
                <a:ea typeface="Calibri"/>
                <a:cs typeface="Calibri"/>
                <a:sym typeface="Calibri"/>
              </a:rPr>
              <a:t> or technology at hand supports the project</a:t>
            </a:r>
            <a:endParaRPr>
              <a:latin typeface="Calibri"/>
              <a:ea typeface="Calibri"/>
              <a:cs typeface="Calibri"/>
              <a:sym typeface="Calibri"/>
            </a:endParaRPr>
          </a:p>
        </p:txBody>
      </p:sp>
      <p:pic>
        <p:nvPicPr>
          <p:cNvPr id="419" name="Google Shape;419;p17"/>
          <p:cNvPicPr preferRelativeResize="0"/>
          <p:nvPr>
            <p:ph idx="2" type="body"/>
          </p:nvPr>
        </p:nvPicPr>
        <p:blipFill rotWithShape="1">
          <a:blip r:embed="rId3">
            <a:alphaModFix/>
          </a:blip>
          <a:srcRect b="0" l="0" r="0" t="0"/>
          <a:stretch/>
        </p:blipFill>
        <p:spPr>
          <a:xfrm>
            <a:off x="4654550" y="1553845"/>
            <a:ext cx="4032250" cy="268605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420" name="Google Shape;420;p17"/>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GB"/>
              <a:t>‹#›</a:t>
            </a:fld>
            <a:endParaRPr/>
          </a:p>
        </p:txBody>
      </p:sp>
      <p:sp>
        <p:nvSpPr>
          <p:cNvPr id="421" name="Google Shape;421;p17"/>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8"/>
          <p:cNvSpPr txBox="1"/>
          <p:nvPr>
            <p:ph type="title"/>
          </p:nvPr>
        </p:nvSpPr>
        <p:spPr>
          <a:xfrm>
            <a:off x="248920" y="256540"/>
            <a:ext cx="8520430" cy="847090"/>
          </a:xfrm>
          <a:prstGeom prst="rect">
            <a:avLst/>
          </a:prstGeom>
          <a:solidFill>
            <a:srgbClr val="FF8000"/>
          </a:solid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3) Human Resources Feasibility</a:t>
            </a:r>
            <a:endParaRPr sz="4000">
              <a:solidFill>
                <a:schemeClr val="lt1"/>
              </a:solidFill>
              <a:latin typeface="Calibri"/>
              <a:ea typeface="Calibri"/>
              <a:cs typeface="Calibri"/>
              <a:sym typeface="Calibri"/>
            </a:endParaRPr>
          </a:p>
        </p:txBody>
      </p:sp>
      <p:sp>
        <p:nvSpPr>
          <p:cNvPr id="427" name="Google Shape;427;p18"/>
          <p:cNvSpPr txBox="1"/>
          <p:nvPr>
            <p:ph idx="4294967295" type="body"/>
          </p:nvPr>
        </p:nvSpPr>
        <p:spPr>
          <a:xfrm>
            <a:off x="311785" y="878205"/>
            <a:ext cx="5337175" cy="36576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Clr>
                <a:schemeClr val="dk1"/>
              </a:buClr>
              <a:buSzPts val="2400"/>
              <a:buFont typeface="Arial"/>
              <a:buNone/>
            </a:pPr>
            <a:r>
              <a:t/>
            </a:r>
            <a:endParaRPr b="0" i="0" sz="2400" u="none" cap="none" strike="noStrike">
              <a:solidFill>
                <a:schemeClr val="dk1"/>
              </a:solidFill>
              <a:latin typeface="Oswald"/>
              <a:ea typeface="Oswald"/>
              <a:cs typeface="Oswald"/>
              <a:sym typeface="Oswald"/>
            </a:endParaRPr>
          </a:p>
          <a:p>
            <a:pPr indent="-342900" lvl="0" marL="419100" marR="0" rtl="0" algn="l">
              <a:lnSpc>
                <a:spcPct val="115000"/>
              </a:lnSpc>
              <a:spcBef>
                <a:spcPts val="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Evaluates project/team members</a:t>
            </a:r>
            <a:endParaRPr b="0" i="0" sz="2400" u="none" cap="none" strike="noStrike">
              <a:solidFill>
                <a:schemeClr val="dk1"/>
              </a:solidFill>
              <a:latin typeface="Calibri"/>
              <a:ea typeface="Calibri"/>
              <a:cs typeface="Calibri"/>
              <a:sym typeface="Calibri"/>
            </a:endParaRPr>
          </a:p>
          <a:p>
            <a:pPr indent="-342900" lvl="0" marL="419100" marR="0" rtl="0" algn="l">
              <a:lnSpc>
                <a:spcPct val="115000"/>
              </a:lnSpc>
              <a:spcBef>
                <a:spcPts val="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Ensures that there are </a:t>
            </a:r>
            <a:r>
              <a:rPr b="0" i="0" lang="en-GB" sz="2400" u="none" cap="none" strike="noStrike">
                <a:solidFill>
                  <a:srgbClr val="C00000"/>
                </a:solidFill>
                <a:latin typeface="Calibri"/>
                <a:ea typeface="Calibri"/>
                <a:cs typeface="Calibri"/>
                <a:sym typeface="Calibri"/>
              </a:rPr>
              <a:t>sufficient skilled human resources</a:t>
            </a:r>
            <a:r>
              <a:rPr b="0" i="0" lang="en-GB" sz="2400" u="none" cap="none" strike="noStrike">
                <a:solidFill>
                  <a:schemeClr val="dk1"/>
                </a:solidFill>
                <a:latin typeface="Calibri"/>
                <a:ea typeface="Calibri"/>
                <a:cs typeface="Calibri"/>
                <a:sym typeface="Calibri"/>
              </a:rPr>
              <a:t> to get the job done.</a:t>
            </a:r>
            <a:endParaRPr b="0" i="0" sz="2400" u="none" cap="none" strike="noStrike">
              <a:solidFill>
                <a:schemeClr val="dk1"/>
              </a:solidFill>
              <a:latin typeface="Calibri"/>
              <a:ea typeface="Calibri"/>
              <a:cs typeface="Calibri"/>
              <a:sym typeface="Calibri"/>
            </a:endParaRPr>
          </a:p>
        </p:txBody>
      </p:sp>
      <p:sp>
        <p:nvSpPr>
          <p:cNvPr id="428" name="Google Shape;428;p18"/>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pic>
        <p:nvPicPr>
          <p:cNvPr id="429" name="Google Shape;429;p18"/>
          <p:cNvPicPr preferRelativeResize="0"/>
          <p:nvPr/>
        </p:nvPicPr>
        <p:blipFill rotWithShape="1">
          <a:blip r:embed="rId3">
            <a:alphaModFix/>
          </a:blip>
          <a:srcRect b="0" l="0" r="0" t="0"/>
          <a:stretch/>
        </p:blipFill>
        <p:spPr>
          <a:xfrm>
            <a:off x="5649235" y="1371220"/>
            <a:ext cx="3041099" cy="3044951"/>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430" name="Google Shape;430;p18"/>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19"/>
          <p:cNvSpPr txBox="1"/>
          <p:nvPr>
            <p:ph type="title"/>
          </p:nvPr>
        </p:nvSpPr>
        <p:spPr>
          <a:xfrm>
            <a:off x="311785" y="209550"/>
            <a:ext cx="8520430" cy="830580"/>
          </a:xfrm>
          <a:prstGeom prst="rect">
            <a:avLst/>
          </a:prstGeom>
          <a:solidFill>
            <a:srgbClr val="FF8000"/>
          </a:solid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4) Behavioral Feasibility</a:t>
            </a:r>
            <a:endParaRPr sz="4000">
              <a:solidFill>
                <a:schemeClr val="lt1"/>
              </a:solidFill>
              <a:latin typeface="Calibri"/>
              <a:ea typeface="Calibri"/>
              <a:cs typeface="Calibri"/>
              <a:sym typeface="Calibri"/>
            </a:endParaRPr>
          </a:p>
        </p:txBody>
      </p:sp>
      <p:sp>
        <p:nvSpPr>
          <p:cNvPr id="436" name="Google Shape;436;p19"/>
          <p:cNvSpPr txBox="1"/>
          <p:nvPr>
            <p:ph idx="4294967295" type="body"/>
          </p:nvPr>
        </p:nvSpPr>
        <p:spPr>
          <a:xfrm>
            <a:off x="311785" y="956945"/>
            <a:ext cx="5674995" cy="3829050"/>
          </a:xfrm>
          <a:prstGeom prst="rect">
            <a:avLst/>
          </a:prstGeom>
          <a:noFill/>
          <a:ln>
            <a:noFill/>
          </a:ln>
        </p:spPr>
        <p:txBody>
          <a:bodyPr anchorCtr="0" anchor="t" bIns="91425" lIns="91425" spcFirstLastPara="1" rIns="91425" wrap="square" tIns="91425">
            <a:noAutofit/>
          </a:bodyPr>
          <a:lstStyle/>
          <a:p>
            <a:pPr indent="-342900" lvl="0" marL="419100" marR="0" rtl="0" algn="l">
              <a:lnSpc>
                <a:spcPct val="115000"/>
              </a:lnSpc>
              <a:spcBef>
                <a:spcPts val="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Evaluates the market’s willingness and ability to </a:t>
            </a:r>
            <a:r>
              <a:rPr b="0" i="0" lang="en-GB" sz="2400" u="none" cap="none" strike="noStrike">
                <a:solidFill>
                  <a:srgbClr val="C00000"/>
                </a:solidFill>
                <a:latin typeface="Calibri"/>
                <a:ea typeface="Calibri"/>
                <a:cs typeface="Calibri"/>
                <a:sym typeface="Calibri"/>
              </a:rPr>
              <a:t>accept </a:t>
            </a:r>
            <a:r>
              <a:rPr b="0" i="0" lang="en-GB" sz="2400" u="none" cap="none" strike="noStrike">
                <a:solidFill>
                  <a:schemeClr val="dk1"/>
                </a:solidFill>
                <a:latin typeface="Calibri"/>
                <a:ea typeface="Calibri"/>
                <a:cs typeface="Calibri"/>
                <a:sym typeface="Calibri"/>
              </a:rPr>
              <a:t>the suggested software system.</a:t>
            </a:r>
            <a:endParaRPr b="0" i="0" sz="2400" u="none" cap="none" strike="noStrike">
              <a:solidFill>
                <a:schemeClr val="dk1"/>
              </a:solidFill>
              <a:latin typeface="Calibri"/>
              <a:ea typeface="Calibri"/>
              <a:cs typeface="Calibri"/>
              <a:sym typeface="Calibri"/>
            </a:endParaRPr>
          </a:p>
          <a:p>
            <a:pPr indent="-342900" lvl="0" marL="419100" marR="0" rtl="0" algn="l">
              <a:lnSpc>
                <a:spcPct val="115000"/>
              </a:lnSpc>
              <a:spcBef>
                <a:spcPts val="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Analyzing the </a:t>
            </a:r>
            <a:r>
              <a:rPr b="0" i="0" lang="en-GB" sz="2400" u="none" cap="none" strike="noStrike">
                <a:solidFill>
                  <a:srgbClr val="C00000"/>
                </a:solidFill>
                <a:latin typeface="Calibri"/>
                <a:ea typeface="Calibri"/>
                <a:cs typeface="Calibri"/>
                <a:sym typeface="Calibri"/>
              </a:rPr>
              <a:t>target market</a:t>
            </a:r>
            <a:r>
              <a:rPr b="0" i="0" lang="en-GB" sz="2400" u="none" cap="none" strike="noStrike">
                <a:solidFill>
                  <a:schemeClr val="dk1"/>
                </a:solidFill>
                <a:latin typeface="Calibri"/>
                <a:ea typeface="Calibri"/>
                <a:cs typeface="Calibri"/>
                <a:sym typeface="Calibri"/>
              </a:rPr>
              <a:t> and understanding </a:t>
            </a:r>
            <a:r>
              <a:rPr b="0" i="0" lang="en-GB" sz="2400" u="none" cap="none" strike="noStrike">
                <a:solidFill>
                  <a:srgbClr val="C00000"/>
                </a:solidFill>
                <a:latin typeface="Calibri"/>
                <a:ea typeface="Calibri"/>
                <a:cs typeface="Calibri"/>
                <a:sym typeface="Calibri"/>
              </a:rPr>
              <a:t>consumer demands</a:t>
            </a:r>
            <a:r>
              <a:rPr b="0" i="0" lang="en-GB" sz="2400" u="none" cap="none" strike="noStrike">
                <a:solidFill>
                  <a:schemeClr val="dk1"/>
                </a:solidFill>
                <a:latin typeface="Calibri"/>
                <a:ea typeface="Calibri"/>
                <a:cs typeface="Calibri"/>
                <a:sym typeface="Calibri"/>
              </a:rPr>
              <a:t> are part of this study.</a:t>
            </a:r>
            <a:endParaRPr b="0" i="0" sz="2400" u="none" cap="none" strike="noStrike">
              <a:solidFill>
                <a:schemeClr val="dk1"/>
              </a:solidFill>
              <a:latin typeface="Calibri"/>
              <a:ea typeface="Calibri"/>
              <a:cs typeface="Calibri"/>
              <a:sym typeface="Calibri"/>
            </a:endParaRPr>
          </a:p>
          <a:p>
            <a:pPr indent="-342900" lvl="0" marL="419100" marR="0" rtl="0" algn="l">
              <a:lnSpc>
                <a:spcPct val="115000"/>
              </a:lnSpc>
              <a:spcBef>
                <a:spcPts val="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Factors may include demographic, social, cultural, academic and psychological data.</a:t>
            </a:r>
            <a:endParaRPr b="0" i="0" sz="2400" u="none" cap="none" strike="noStrike">
              <a:solidFill>
                <a:schemeClr val="dk1"/>
              </a:solidFill>
              <a:latin typeface="Calibri"/>
              <a:ea typeface="Calibri"/>
              <a:cs typeface="Calibri"/>
              <a:sym typeface="Calibri"/>
            </a:endParaRPr>
          </a:p>
        </p:txBody>
      </p:sp>
      <p:sp>
        <p:nvSpPr>
          <p:cNvPr id="437" name="Google Shape;437;p19"/>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pic>
        <p:nvPicPr>
          <p:cNvPr id="438" name="Google Shape;438;p19"/>
          <p:cNvPicPr preferRelativeResize="0"/>
          <p:nvPr/>
        </p:nvPicPr>
        <p:blipFill rotWithShape="1">
          <a:blip r:embed="rId3">
            <a:alphaModFix/>
          </a:blip>
          <a:srcRect b="0" l="0" r="0" t="0"/>
          <a:stretch/>
        </p:blipFill>
        <p:spPr>
          <a:xfrm>
            <a:off x="5900420" y="1616075"/>
            <a:ext cx="2931795" cy="2767965"/>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439" name="Google Shape;439;p19"/>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20"/>
          <p:cNvSpPr txBox="1"/>
          <p:nvPr>
            <p:ph type="title"/>
          </p:nvPr>
        </p:nvSpPr>
        <p:spPr>
          <a:xfrm>
            <a:off x="311785" y="233045"/>
            <a:ext cx="8520430" cy="807085"/>
          </a:xfrm>
          <a:prstGeom prst="rect">
            <a:avLst/>
          </a:prstGeom>
          <a:solidFill>
            <a:srgbClr val="FF8000"/>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457200" lvl="0" marL="4572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5) Legal Feasibility</a:t>
            </a:r>
            <a:endParaRPr sz="4000">
              <a:solidFill>
                <a:schemeClr val="lt1"/>
              </a:solidFill>
              <a:latin typeface="Calibri"/>
              <a:ea typeface="Calibri"/>
              <a:cs typeface="Calibri"/>
              <a:sym typeface="Calibri"/>
            </a:endParaRPr>
          </a:p>
        </p:txBody>
      </p:sp>
      <p:sp>
        <p:nvSpPr>
          <p:cNvPr id="445" name="Google Shape;445;p20"/>
          <p:cNvSpPr txBox="1"/>
          <p:nvPr>
            <p:ph idx="4294967295" type="body"/>
          </p:nvPr>
        </p:nvSpPr>
        <p:spPr>
          <a:xfrm>
            <a:off x="311700" y="1152475"/>
            <a:ext cx="5486400" cy="3657600"/>
          </a:xfrm>
          <a:prstGeom prst="rect">
            <a:avLst/>
          </a:prstGeom>
          <a:noFill/>
          <a:ln>
            <a:noFill/>
          </a:ln>
        </p:spPr>
        <p:txBody>
          <a:bodyPr anchorCtr="0" anchor="t" bIns="91425" lIns="91425" spcFirstLastPara="1" rIns="91425" wrap="square" tIns="91425">
            <a:noAutofit/>
          </a:bodyPr>
          <a:lstStyle/>
          <a:p>
            <a:pPr indent="-342900" lvl="0" marL="419100" marR="0" rtl="0" algn="l">
              <a:lnSpc>
                <a:spcPct val="115000"/>
              </a:lnSpc>
              <a:spcBef>
                <a:spcPts val="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Know if proposed project conform </a:t>
            </a:r>
            <a:r>
              <a:rPr b="0" i="0" lang="en-GB" sz="2400" u="none" cap="none" strike="noStrike">
                <a:solidFill>
                  <a:srgbClr val="C00000"/>
                </a:solidFill>
                <a:latin typeface="Calibri"/>
                <a:ea typeface="Calibri"/>
                <a:cs typeface="Calibri"/>
                <a:sym typeface="Calibri"/>
              </a:rPr>
              <a:t>legal and ethical requirements.</a:t>
            </a:r>
            <a:endParaRPr b="0" i="0" sz="2400" u="none" cap="none" strike="noStrike">
              <a:solidFill>
                <a:srgbClr val="C00000"/>
              </a:solidFill>
              <a:latin typeface="Calibri"/>
              <a:ea typeface="Calibri"/>
              <a:cs typeface="Calibri"/>
              <a:sym typeface="Calibri"/>
            </a:endParaRPr>
          </a:p>
          <a:p>
            <a:pPr indent="-342900" lvl="0" marL="419100" marR="0" rtl="0" algn="l">
              <a:lnSpc>
                <a:spcPct val="115000"/>
              </a:lnSpc>
              <a:spcBef>
                <a:spcPts val="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Analyzes barriers of legal implementation of project, data protection acts or social media laws, project certificate, license, copyright etc.</a:t>
            </a:r>
            <a:endParaRPr b="0" i="0" sz="2400" u="none" cap="none" strike="noStrike">
              <a:solidFill>
                <a:schemeClr val="dk1"/>
              </a:solidFill>
              <a:latin typeface="Calibri"/>
              <a:ea typeface="Calibri"/>
              <a:cs typeface="Calibri"/>
              <a:sym typeface="Calibri"/>
            </a:endParaRPr>
          </a:p>
        </p:txBody>
      </p:sp>
      <p:sp>
        <p:nvSpPr>
          <p:cNvPr id="446" name="Google Shape;446;p20"/>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pic>
        <p:nvPicPr>
          <p:cNvPr id="447" name="Google Shape;447;p20"/>
          <p:cNvPicPr preferRelativeResize="0"/>
          <p:nvPr/>
        </p:nvPicPr>
        <p:blipFill rotWithShape="1">
          <a:blip r:embed="rId3">
            <a:alphaModFix/>
          </a:blip>
          <a:srcRect b="0" l="0" r="0" t="0"/>
          <a:stretch/>
        </p:blipFill>
        <p:spPr>
          <a:xfrm>
            <a:off x="5997850" y="1431338"/>
            <a:ext cx="3041100" cy="2280825"/>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448" name="Google Shape;448;p20"/>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1"/>
          <p:cNvSpPr txBox="1"/>
          <p:nvPr>
            <p:ph type="title"/>
          </p:nvPr>
        </p:nvSpPr>
        <p:spPr>
          <a:xfrm>
            <a:off x="311785" y="279400"/>
            <a:ext cx="8520430" cy="760730"/>
          </a:xfrm>
          <a:prstGeom prst="rect">
            <a:avLst/>
          </a:prstGeom>
          <a:solidFill>
            <a:srgbClr val="FF8000"/>
          </a:solid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6) Schedule Feasibility</a:t>
            </a:r>
            <a:endParaRPr sz="4000">
              <a:solidFill>
                <a:schemeClr val="lt1"/>
              </a:solidFill>
              <a:latin typeface="Calibri"/>
              <a:ea typeface="Calibri"/>
              <a:cs typeface="Calibri"/>
              <a:sym typeface="Calibri"/>
            </a:endParaRPr>
          </a:p>
        </p:txBody>
      </p:sp>
      <p:sp>
        <p:nvSpPr>
          <p:cNvPr id="454" name="Google Shape;454;p21"/>
          <p:cNvSpPr txBox="1"/>
          <p:nvPr>
            <p:ph idx="4294967295" type="body"/>
          </p:nvPr>
        </p:nvSpPr>
        <p:spPr>
          <a:xfrm>
            <a:off x="311700" y="1152475"/>
            <a:ext cx="4698000" cy="36576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0" marL="419100" marR="0" rtl="0" algn="l">
              <a:lnSpc>
                <a:spcPct val="115000"/>
              </a:lnSpc>
              <a:spcBef>
                <a:spcPts val="0"/>
              </a:spcBef>
              <a:spcAft>
                <a:spcPts val="0"/>
              </a:spcAft>
              <a:buClr>
                <a:schemeClr val="dk1"/>
              </a:buClr>
              <a:buSzPts val="2400"/>
              <a:buFont typeface="Calibri"/>
              <a:buChar char="•"/>
            </a:pPr>
            <a:r>
              <a:rPr b="0" i="0" lang="en-GB" sz="2400" u="none" cap="none" strike="noStrike">
                <a:solidFill>
                  <a:schemeClr val="dk1"/>
                </a:solidFill>
                <a:latin typeface="Calibri"/>
                <a:ea typeface="Calibri"/>
                <a:cs typeface="Calibri"/>
                <a:sym typeface="Calibri"/>
              </a:rPr>
              <a:t>Evaluates the deadline based on the given resources.</a:t>
            </a:r>
            <a:endParaRPr b="0" i="0" sz="2400" u="none" cap="none" strike="noStrike">
              <a:solidFill>
                <a:schemeClr val="dk1"/>
              </a:solidFill>
              <a:latin typeface="Calibri"/>
              <a:ea typeface="Calibri"/>
              <a:cs typeface="Calibri"/>
              <a:sym typeface="Calibri"/>
            </a:endParaRPr>
          </a:p>
        </p:txBody>
      </p:sp>
      <p:sp>
        <p:nvSpPr>
          <p:cNvPr id="455" name="Google Shape;455;p21"/>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pic>
        <p:nvPicPr>
          <p:cNvPr id="456" name="Google Shape;456;p21"/>
          <p:cNvPicPr preferRelativeResize="0"/>
          <p:nvPr/>
        </p:nvPicPr>
        <p:blipFill rotWithShape="1">
          <a:blip r:embed="rId3">
            <a:alphaModFix/>
          </a:blip>
          <a:srcRect b="0" l="0" r="0" t="0"/>
          <a:stretch/>
        </p:blipFill>
        <p:spPr>
          <a:xfrm>
            <a:off x="5713095" y="1404260"/>
            <a:ext cx="3041100" cy="30411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457" name="Google Shape;457;p21"/>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2"/>
          <p:cNvSpPr txBox="1"/>
          <p:nvPr>
            <p:ph type="title"/>
          </p:nvPr>
        </p:nvSpPr>
        <p:spPr>
          <a:xfrm>
            <a:off x="311785" y="201930"/>
            <a:ext cx="8520430" cy="839470"/>
          </a:xfrm>
          <a:prstGeom prst="rect">
            <a:avLst/>
          </a:prstGeom>
          <a:solidFill>
            <a:srgbClr val="FF80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Steps in Feasibility Study</a:t>
            </a:r>
            <a:endParaRPr sz="4000">
              <a:solidFill>
                <a:schemeClr val="lt1"/>
              </a:solidFill>
              <a:latin typeface="Calibri"/>
              <a:ea typeface="Calibri"/>
              <a:cs typeface="Calibri"/>
              <a:sym typeface="Calibri"/>
            </a:endParaRPr>
          </a:p>
        </p:txBody>
      </p:sp>
      <p:sp>
        <p:nvSpPr>
          <p:cNvPr id="463" name="Google Shape;463;p22"/>
          <p:cNvSpPr txBox="1"/>
          <p:nvPr>
            <p:ph idx="4294967295" type="body"/>
          </p:nvPr>
        </p:nvSpPr>
        <p:spPr>
          <a:xfrm>
            <a:off x="311785" y="1064260"/>
            <a:ext cx="8520430" cy="3977640"/>
          </a:xfrm>
          <a:prstGeom prst="rect">
            <a:avLst/>
          </a:prstGeom>
          <a:noFill/>
          <a:ln>
            <a:noFill/>
          </a:ln>
        </p:spPr>
        <p:txBody>
          <a:bodyPr anchorCtr="0" anchor="t" bIns="91425" lIns="91425" spcFirstLastPara="1" rIns="91425" wrap="square" tIns="91425">
            <a:noAutofit/>
          </a:bodyPr>
          <a:lstStyle/>
          <a:p>
            <a:pPr indent="-457200" lvl="0" marL="457200" marR="0" rtl="0" algn="l">
              <a:lnSpc>
                <a:spcPct val="100000"/>
              </a:lnSpc>
              <a:spcBef>
                <a:spcPts val="0"/>
              </a:spcBef>
              <a:spcAft>
                <a:spcPts val="0"/>
              </a:spcAft>
              <a:buClr>
                <a:schemeClr val="dk1"/>
              </a:buClr>
              <a:buSzPts val="2000"/>
              <a:buFont typeface="Calibri"/>
              <a:buAutoNum type="arabicPeriod"/>
            </a:pPr>
            <a:r>
              <a:rPr b="0" i="0" lang="en-GB" sz="2000" u="none" cap="none" strike="noStrike">
                <a:solidFill>
                  <a:schemeClr val="dk1"/>
                </a:solidFill>
                <a:latin typeface="Calibri"/>
                <a:ea typeface="Calibri"/>
                <a:cs typeface="Calibri"/>
                <a:sym typeface="Calibri"/>
              </a:rPr>
              <a:t>Form a project team and appoint a project leader.</a:t>
            </a:r>
            <a:endParaRPr b="0" i="0" sz="2000" u="none" cap="none" strike="noStrike">
              <a:solidFill>
                <a:schemeClr val="dk1"/>
              </a:solidFill>
              <a:latin typeface="Calibri"/>
              <a:ea typeface="Calibri"/>
              <a:cs typeface="Calibri"/>
              <a:sym typeface="Calibri"/>
            </a:endParaRPr>
          </a:p>
          <a:p>
            <a:pPr indent="-457200" lvl="0" marL="457200" marR="0" rtl="0" algn="l">
              <a:lnSpc>
                <a:spcPct val="100000"/>
              </a:lnSpc>
              <a:spcBef>
                <a:spcPts val="1200"/>
              </a:spcBef>
              <a:spcAft>
                <a:spcPts val="0"/>
              </a:spcAft>
              <a:buClr>
                <a:schemeClr val="dk1"/>
              </a:buClr>
              <a:buSzPts val="2000"/>
              <a:buFont typeface="Calibri"/>
              <a:buAutoNum type="arabicPeriod"/>
            </a:pPr>
            <a:r>
              <a:rPr b="0" i="0" lang="en-GB" sz="2000" u="none" cap="none" strike="noStrike">
                <a:solidFill>
                  <a:schemeClr val="dk1"/>
                </a:solidFill>
                <a:latin typeface="Calibri"/>
                <a:ea typeface="Calibri"/>
                <a:cs typeface="Calibri"/>
                <a:sym typeface="Calibri"/>
              </a:rPr>
              <a:t>Mention potential candidate systems.</a:t>
            </a:r>
            <a:endParaRPr b="0" i="0" sz="2000" u="none" cap="none" strike="noStrike">
              <a:solidFill>
                <a:schemeClr val="dk1"/>
              </a:solidFill>
              <a:latin typeface="Calibri"/>
              <a:ea typeface="Calibri"/>
              <a:cs typeface="Calibri"/>
              <a:sym typeface="Calibri"/>
            </a:endParaRPr>
          </a:p>
          <a:p>
            <a:pPr indent="-457200" lvl="0" marL="457200" marR="0" rtl="0" algn="l">
              <a:lnSpc>
                <a:spcPct val="100000"/>
              </a:lnSpc>
              <a:spcBef>
                <a:spcPts val="1200"/>
              </a:spcBef>
              <a:spcAft>
                <a:spcPts val="0"/>
              </a:spcAft>
              <a:buClr>
                <a:schemeClr val="dk1"/>
              </a:buClr>
              <a:buSzPts val="2000"/>
              <a:buFont typeface="Calibri"/>
              <a:buAutoNum type="arabicPeriod"/>
            </a:pPr>
            <a:r>
              <a:rPr b="0" i="0" lang="en-GB" sz="2000" u="none" cap="none" strike="noStrike">
                <a:solidFill>
                  <a:schemeClr val="dk1"/>
                </a:solidFill>
                <a:latin typeface="Calibri"/>
                <a:ea typeface="Calibri"/>
                <a:cs typeface="Calibri"/>
                <a:sym typeface="Calibri"/>
              </a:rPr>
              <a:t>Describe and identify characteristics of candidate systems.</a:t>
            </a:r>
            <a:endParaRPr b="0" i="0" sz="2000" u="none" cap="none" strike="noStrike">
              <a:solidFill>
                <a:schemeClr val="dk1"/>
              </a:solidFill>
              <a:latin typeface="Calibri"/>
              <a:ea typeface="Calibri"/>
              <a:cs typeface="Calibri"/>
              <a:sym typeface="Calibri"/>
            </a:endParaRPr>
          </a:p>
          <a:p>
            <a:pPr indent="-457200" lvl="0" marL="457200" marR="0" rtl="0" algn="l">
              <a:lnSpc>
                <a:spcPct val="100000"/>
              </a:lnSpc>
              <a:spcBef>
                <a:spcPts val="1200"/>
              </a:spcBef>
              <a:spcAft>
                <a:spcPts val="0"/>
              </a:spcAft>
              <a:buClr>
                <a:schemeClr val="dk1"/>
              </a:buClr>
              <a:buSzPts val="2000"/>
              <a:buFont typeface="Calibri"/>
              <a:buAutoNum type="arabicPeriod"/>
            </a:pPr>
            <a:r>
              <a:rPr b="0" i="0" lang="en-GB" sz="2000" u="none" cap="none" strike="noStrike">
                <a:solidFill>
                  <a:schemeClr val="dk1"/>
                </a:solidFill>
                <a:latin typeface="Calibri"/>
                <a:ea typeface="Calibri"/>
                <a:cs typeface="Calibri"/>
                <a:sym typeface="Calibri"/>
              </a:rPr>
              <a:t>Determine and evaluate performance and cost effectiveness of each candidate system.</a:t>
            </a:r>
            <a:endParaRPr b="0" i="0" sz="2000" u="none" cap="none" strike="noStrike">
              <a:solidFill>
                <a:schemeClr val="dk1"/>
              </a:solidFill>
              <a:latin typeface="Calibri"/>
              <a:ea typeface="Calibri"/>
              <a:cs typeface="Calibri"/>
              <a:sym typeface="Calibri"/>
            </a:endParaRPr>
          </a:p>
          <a:p>
            <a:pPr indent="-457200" lvl="0" marL="457200" marR="0" rtl="0" algn="l">
              <a:lnSpc>
                <a:spcPct val="100000"/>
              </a:lnSpc>
              <a:spcBef>
                <a:spcPts val="1200"/>
              </a:spcBef>
              <a:spcAft>
                <a:spcPts val="0"/>
              </a:spcAft>
              <a:buClr>
                <a:schemeClr val="dk1"/>
              </a:buClr>
              <a:buSzPts val="2000"/>
              <a:buFont typeface="Calibri"/>
              <a:buAutoNum type="arabicPeriod"/>
            </a:pPr>
            <a:r>
              <a:rPr b="0" i="0" lang="en-GB" sz="2000" u="none" cap="none" strike="noStrike">
                <a:solidFill>
                  <a:schemeClr val="dk1"/>
                </a:solidFill>
                <a:latin typeface="Calibri"/>
                <a:ea typeface="Calibri"/>
                <a:cs typeface="Calibri"/>
                <a:sym typeface="Calibri"/>
              </a:rPr>
              <a:t>Weight system performance and cost data.</a:t>
            </a:r>
            <a:endParaRPr b="0" i="0" sz="2000" u="none" cap="none" strike="noStrike">
              <a:solidFill>
                <a:schemeClr val="dk1"/>
              </a:solidFill>
              <a:latin typeface="Calibri"/>
              <a:ea typeface="Calibri"/>
              <a:cs typeface="Calibri"/>
              <a:sym typeface="Calibri"/>
            </a:endParaRPr>
          </a:p>
          <a:p>
            <a:pPr indent="-457200" lvl="0" marL="457200" marR="0" rtl="0" algn="l">
              <a:lnSpc>
                <a:spcPct val="100000"/>
              </a:lnSpc>
              <a:spcBef>
                <a:spcPts val="1200"/>
              </a:spcBef>
              <a:spcAft>
                <a:spcPts val="0"/>
              </a:spcAft>
              <a:buClr>
                <a:schemeClr val="dk1"/>
              </a:buClr>
              <a:buSzPts val="2000"/>
              <a:buFont typeface="Calibri"/>
              <a:buAutoNum type="arabicPeriod"/>
            </a:pPr>
            <a:r>
              <a:rPr b="0" i="0" lang="en-GB" sz="2000" u="none" cap="none" strike="noStrike">
                <a:solidFill>
                  <a:schemeClr val="dk1"/>
                </a:solidFill>
                <a:latin typeface="Calibri"/>
                <a:ea typeface="Calibri"/>
                <a:cs typeface="Calibri"/>
                <a:sym typeface="Calibri"/>
              </a:rPr>
              <a:t>Select the best candidate system.</a:t>
            </a:r>
            <a:endParaRPr b="0" i="0" sz="2000" u="none" cap="none" strike="noStrike">
              <a:solidFill>
                <a:schemeClr val="dk1"/>
              </a:solidFill>
              <a:latin typeface="Calibri"/>
              <a:ea typeface="Calibri"/>
              <a:cs typeface="Calibri"/>
              <a:sym typeface="Calibri"/>
            </a:endParaRPr>
          </a:p>
          <a:p>
            <a:pPr indent="-457200" lvl="0" marL="457200" marR="0" rtl="0" algn="l">
              <a:lnSpc>
                <a:spcPct val="100000"/>
              </a:lnSpc>
              <a:spcBef>
                <a:spcPts val="1200"/>
              </a:spcBef>
              <a:spcAft>
                <a:spcPts val="1200"/>
              </a:spcAft>
              <a:buClr>
                <a:schemeClr val="dk1"/>
              </a:buClr>
              <a:buSzPts val="2000"/>
              <a:buFont typeface="Calibri"/>
              <a:buAutoNum type="arabicPeriod"/>
            </a:pPr>
            <a:r>
              <a:rPr b="0" i="0" lang="en-GB" sz="2000" u="none" cap="none" strike="noStrike">
                <a:solidFill>
                  <a:schemeClr val="dk1"/>
                </a:solidFill>
                <a:latin typeface="Calibri"/>
                <a:ea typeface="Calibri"/>
                <a:cs typeface="Calibri"/>
                <a:sym typeface="Calibri"/>
              </a:rPr>
              <a:t>Prepare final report</a:t>
            </a:r>
            <a:endParaRPr b="0" i="0" sz="2000" u="none" cap="none" strike="noStrike">
              <a:solidFill>
                <a:schemeClr val="dk1"/>
              </a:solidFill>
              <a:latin typeface="Calibri"/>
              <a:ea typeface="Calibri"/>
              <a:cs typeface="Calibri"/>
              <a:sym typeface="Calibri"/>
            </a:endParaRPr>
          </a:p>
        </p:txBody>
      </p:sp>
      <p:sp>
        <p:nvSpPr>
          <p:cNvPr id="464" name="Google Shape;464;p22"/>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sp>
        <p:nvSpPr>
          <p:cNvPr id="465" name="Google Shape;465;p22"/>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23"/>
          <p:cNvSpPr txBox="1"/>
          <p:nvPr>
            <p:ph type="title"/>
          </p:nvPr>
        </p:nvSpPr>
        <p:spPr>
          <a:xfrm>
            <a:off x="398145" y="233045"/>
            <a:ext cx="8520430" cy="804545"/>
          </a:xfrm>
          <a:prstGeom prst="rect">
            <a:avLst/>
          </a:prstGeom>
          <a:solidFill>
            <a:srgbClr val="FF80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Feasibility Report</a:t>
            </a:r>
            <a:endParaRPr sz="4000">
              <a:solidFill>
                <a:schemeClr val="lt1"/>
              </a:solidFill>
              <a:latin typeface="Calibri"/>
              <a:ea typeface="Calibri"/>
              <a:cs typeface="Calibri"/>
              <a:sym typeface="Calibri"/>
            </a:endParaRPr>
          </a:p>
        </p:txBody>
      </p:sp>
      <p:sp>
        <p:nvSpPr>
          <p:cNvPr id="471" name="Google Shape;471;p23"/>
          <p:cNvSpPr txBox="1"/>
          <p:nvPr>
            <p:ph idx="4294967295"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457200" lvl="0" marL="457200" marR="0" rtl="0" algn="l">
              <a:lnSpc>
                <a:spcPct val="100000"/>
              </a:lnSpc>
              <a:spcBef>
                <a:spcPts val="0"/>
              </a:spcBef>
              <a:spcAft>
                <a:spcPts val="0"/>
              </a:spcAft>
              <a:buClr>
                <a:schemeClr val="dk1"/>
              </a:buClr>
              <a:buSzPts val="2400"/>
              <a:buFont typeface="Calibri"/>
              <a:buAutoNum type="arabicPeriod"/>
            </a:pPr>
            <a:r>
              <a:rPr b="0" i="0" lang="en-GB" sz="2400" u="none" cap="none" strike="noStrike">
                <a:solidFill>
                  <a:schemeClr val="dk1"/>
                </a:solidFill>
                <a:latin typeface="Calibri"/>
                <a:ea typeface="Calibri"/>
                <a:cs typeface="Calibri"/>
                <a:sym typeface="Calibri"/>
              </a:rPr>
              <a:t>Introduction</a:t>
            </a:r>
            <a:endParaRPr b="0" i="0" sz="2400" u="none" cap="none" strike="noStrike">
              <a:solidFill>
                <a:schemeClr val="dk1"/>
              </a:solidFill>
              <a:latin typeface="Calibri"/>
              <a:ea typeface="Calibri"/>
              <a:cs typeface="Calibri"/>
              <a:sym typeface="Calibri"/>
            </a:endParaRPr>
          </a:p>
          <a:p>
            <a:pPr indent="-457200" lvl="0" marL="457200" marR="0" rtl="0" algn="l">
              <a:lnSpc>
                <a:spcPct val="100000"/>
              </a:lnSpc>
              <a:spcBef>
                <a:spcPts val="1200"/>
              </a:spcBef>
              <a:spcAft>
                <a:spcPts val="0"/>
              </a:spcAft>
              <a:buClr>
                <a:schemeClr val="dk1"/>
              </a:buClr>
              <a:buSzPts val="2400"/>
              <a:buFont typeface="Calibri"/>
              <a:buAutoNum type="arabicPeriod"/>
            </a:pPr>
            <a:r>
              <a:rPr b="0" i="0" lang="en-GB" sz="2400" u="none" cap="none" strike="noStrike">
                <a:solidFill>
                  <a:schemeClr val="dk1"/>
                </a:solidFill>
                <a:latin typeface="Calibri"/>
                <a:ea typeface="Calibri"/>
                <a:cs typeface="Calibri"/>
                <a:sym typeface="Calibri"/>
              </a:rPr>
              <a:t>Methods and procedures</a:t>
            </a:r>
            <a:endParaRPr b="0" i="0" sz="2400" u="none" cap="none" strike="noStrike">
              <a:solidFill>
                <a:schemeClr val="dk1"/>
              </a:solidFill>
              <a:latin typeface="Calibri"/>
              <a:ea typeface="Calibri"/>
              <a:cs typeface="Calibri"/>
              <a:sym typeface="Calibri"/>
            </a:endParaRPr>
          </a:p>
          <a:p>
            <a:pPr indent="-457200" lvl="0" marL="457200" marR="0" rtl="0" algn="l">
              <a:lnSpc>
                <a:spcPct val="100000"/>
              </a:lnSpc>
              <a:spcBef>
                <a:spcPts val="1200"/>
              </a:spcBef>
              <a:spcAft>
                <a:spcPts val="0"/>
              </a:spcAft>
              <a:buClr>
                <a:schemeClr val="dk1"/>
              </a:buClr>
              <a:buSzPts val="2400"/>
              <a:buFont typeface="Calibri"/>
              <a:buAutoNum type="arabicPeriod"/>
            </a:pPr>
            <a:r>
              <a:rPr b="0" i="0" lang="en-GB" sz="2400" u="none" cap="none" strike="noStrike">
                <a:solidFill>
                  <a:schemeClr val="dk1"/>
                </a:solidFill>
                <a:latin typeface="Calibri"/>
                <a:ea typeface="Calibri"/>
                <a:cs typeface="Calibri"/>
                <a:sym typeface="Calibri"/>
              </a:rPr>
              <a:t>Facts and details</a:t>
            </a:r>
            <a:endParaRPr b="0" i="0" sz="2400" u="none" cap="none" strike="noStrike">
              <a:solidFill>
                <a:schemeClr val="dk1"/>
              </a:solidFill>
              <a:latin typeface="Calibri"/>
              <a:ea typeface="Calibri"/>
              <a:cs typeface="Calibri"/>
              <a:sym typeface="Calibri"/>
            </a:endParaRPr>
          </a:p>
          <a:p>
            <a:pPr indent="-457200" lvl="0" marL="457200" marR="0" rtl="0" algn="l">
              <a:lnSpc>
                <a:spcPct val="100000"/>
              </a:lnSpc>
              <a:spcBef>
                <a:spcPts val="1200"/>
              </a:spcBef>
              <a:spcAft>
                <a:spcPts val="0"/>
              </a:spcAft>
              <a:buClr>
                <a:schemeClr val="dk1"/>
              </a:buClr>
              <a:buSzPts val="2400"/>
              <a:buFont typeface="Calibri"/>
              <a:buAutoNum type="arabicPeriod"/>
            </a:pPr>
            <a:r>
              <a:rPr b="0" i="0" lang="en-GB" sz="2400" u="none" cap="none" strike="noStrike">
                <a:solidFill>
                  <a:schemeClr val="dk1"/>
                </a:solidFill>
                <a:latin typeface="Calibri"/>
                <a:ea typeface="Calibri"/>
                <a:cs typeface="Calibri"/>
                <a:sym typeface="Calibri"/>
              </a:rPr>
              <a:t>Discussion and analysis of facts and details</a:t>
            </a:r>
            <a:endParaRPr b="0" i="0" sz="2400" u="none" cap="none" strike="noStrike">
              <a:solidFill>
                <a:schemeClr val="dk1"/>
              </a:solidFill>
              <a:latin typeface="Calibri"/>
              <a:ea typeface="Calibri"/>
              <a:cs typeface="Calibri"/>
              <a:sym typeface="Calibri"/>
            </a:endParaRPr>
          </a:p>
          <a:p>
            <a:pPr indent="-457200" lvl="0" marL="457200" marR="0" rtl="0" algn="l">
              <a:lnSpc>
                <a:spcPct val="100000"/>
              </a:lnSpc>
              <a:spcBef>
                <a:spcPts val="1200"/>
              </a:spcBef>
              <a:spcAft>
                <a:spcPts val="0"/>
              </a:spcAft>
              <a:buClr>
                <a:schemeClr val="dk1"/>
              </a:buClr>
              <a:buSzPts val="2400"/>
              <a:buFont typeface="Calibri"/>
              <a:buAutoNum type="arabicPeriod"/>
            </a:pPr>
            <a:r>
              <a:rPr b="0" i="0" lang="en-GB" sz="2400" u="none" cap="none" strike="noStrike">
                <a:solidFill>
                  <a:schemeClr val="dk1"/>
                </a:solidFill>
                <a:latin typeface="Calibri"/>
                <a:ea typeface="Calibri"/>
                <a:cs typeface="Calibri"/>
                <a:sym typeface="Calibri"/>
              </a:rPr>
              <a:t>Recommendations</a:t>
            </a:r>
            <a:endParaRPr b="0" i="0" sz="2400" u="none" cap="none" strike="noStrike">
              <a:solidFill>
                <a:schemeClr val="dk1"/>
              </a:solidFill>
              <a:latin typeface="Calibri"/>
              <a:ea typeface="Calibri"/>
              <a:cs typeface="Calibri"/>
              <a:sym typeface="Calibri"/>
            </a:endParaRPr>
          </a:p>
          <a:p>
            <a:pPr indent="-457200" lvl="0" marL="457200" marR="0" rtl="0" algn="l">
              <a:lnSpc>
                <a:spcPct val="100000"/>
              </a:lnSpc>
              <a:spcBef>
                <a:spcPts val="1200"/>
              </a:spcBef>
              <a:spcAft>
                <a:spcPts val="0"/>
              </a:spcAft>
              <a:buClr>
                <a:schemeClr val="dk1"/>
              </a:buClr>
              <a:buSzPts val="2400"/>
              <a:buFont typeface="Calibri"/>
              <a:buAutoNum type="arabicPeriod"/>
            </a:pPr>
            <a:r>
              <a:rPr b="0" i="0" lang="en-GB" sz="2400" u="none" cap="none" strike="noStrike">
                <a:solidFill>
                  <a:schemeClr val="dk1"/>
                </a:solidFill>
                <a:latin typeface="Calibri"/>
                <a:ea typeface="Calibri"/>
                <a:cs typeface="Calibri"/>
                <a:sym typeface="Calibri"/>
              </a:rPr>
              <a:t>Conclusion</a:t>
            </a:r>
            <a:endParaRPr b="0" i="0" sz="2400" u="none" cap="none" strike="noStrike">
              <a:solidFill>
                <a:schemeClr val="dk1"/>
              </a:solidFill>
              <a:latin typeface="Calibri"/>
              <a:ea typeface="Calibri"/>
              <a:cs typeface="Calibri"/>
              <a:sym typeface="Calibri"/>
            </a:endParaRPr>
          </a:p>
          <a:p>
            <a:pPr indent="-304800" lvl="0" marL="457200" marR="0" rtl="0" algn="l">
              <a:lnSpc>
                <a:spcPct val="100000"/>
              </a:lnSpc>
              <a:spcBef>
                <a:spcPts val="1200"/>
              </a:spcBef>
              <a:spcAft>
                <a:spcPts val="120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72" name="Google Shape;472;p23"/>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sp>
        <p:nvSpPr>
          <p:cNvPr id="473" name="Google Shape;473;p23"/>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24"/>
          <p:cNvSpPr txBox="1"/>
          <p:nvPr>
            <p:ph type="title"/>
          </p:nvPr>
        </p:nvSpPr>
        <p:spPr>
          <a:xfrm>
            <a:off x="311785" y="130810"/>
            <a:ext cx="8520430" cy="909320"/>
          </a:xfrm>
          <a:prstGeom prst="rect">
            <a:avLst/>
          </a:prstGeom>
          <a:solidFill>
            <a:srgbClr val="FF8000"/>
          </a:solid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Feasibility Report Templates</a:t>
            </a:r>
            <a:endParaRPr sz="4000">
              <a:solidFill>
                <a:schemeClr val="lt1"/>
              </a:solidFill>
              <a:latin typeface="Calibri"/>
              <a:ea typeface="Calibri"/>
              <a:cs typeface="Calibri"/>
              <a:sym typeface="Calibri"/>
            </a:endParaRPr>
          </a:p>
        </p:txBody>
      </p:sp>
      <p:sp>
        <p:nvSpPr>
          <p:cNvPr id="479" name="Google Shape;479;p24"/>
          <p:cNvSpPr txBox="1"/>
          <p:nvPr>
            <p:ph idx="4294967295" type="body"/>
          </p:nvPr>
        </p:nvSpPr>
        <p:spPr>
          <a:xfrm>
            <a:off x="311700" y="1152475"/>
            <a:ext cx="8229600" cy="3657600"/>
          </a:xfrm>
          <a:prstGeom prst="rect">
            <a:avLst/>
          </a:prstGeom>
          <a:noFill/>
          <a:ln>
            <a:noFill/>
          </a:ln>
        </p:spPr>
        <p:txBody>
          <a:bodyPr anchorCtr="0" anchor="t" bIns="91425" lIns="91425" spcFirstLastPara="1" rIns="91425" wrap="square" tIns="91425">
            <a:noAutofit/>
          </a:bodyPr>
          <a:lstStyle/>
          <a:p>
            <a:pPr indent="-190500" lvl="0" marL="800100" marR="0" rtl="0" algn="l">
              <a:lnSpc>
                <a:spcPct val="115000"/>
              </a:lnSpc>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342900" lvl="0" marL="419100" marR="0" rtl="0" algn="l">
              <a:lnSpc>
                <a:spcPct val="115000"/>
              </a:lnSpc>
              <a:spcBef>
                <a:spcPts val="0"/>
              </a:spcBef>
              <a:spcAft>
                <a:spcPts val="0"/>
              </a:spcAft>
              <a:buClr>
                <a:schemeClr val="dk1"/>
              </a:buClr>
              <a:buSzPts val="2400"/>
              <a:buFont typeface="Calibri"/>
              <a:buChar char="•"/>
            </a:pPr>
            <a:r>
              <a:rPr b="0" i="0" lang="en-GB" sz="2400" u="sng" cap="none" strike="noStrike">
                <a:solidFill>
                  <a:schemeClr val="hlink"/>
                </a:solidFill>
                <a:latin typeface="Calibri"/>
                <a:ea typeface="Calibri"/>
                <a:cs typeface="Calibri"/>
                <a:sym typeface="Calibri"/>
                <a:hlinkClick r:id="rId3"/>
              </a:rPr>
              <a:t>https://mymanagementguide.com/feasibility-study-template/</a:t>
            </a:r>
            <a:endParaRPr b="0" i="0" sz="2400" u="none" cap="none" strike="noStrike">
              <a:solidFill>
                <a:schemeClr val="dk1"/>
              </a:solidFill>
              <a:latin typeface="Calibri"/>
              <a:ea typeface="Calibri"/>
              <a:cs typeface="Calibri"/>
              <a:sym typeface="Calibri"/>
            </a:endParaRPr>
          </a:p>
          <a:p>
            <a:pPr indent="-342900" lvl="0" marL="419100" marR="0" rtl="0" algn="l">
              <a:lnSpc>
                <a:spcPct val="115000"/>
              </a:lnSpc>
              <a:spcBef>
                <a:spcPts val="0"/>
              </a:spcBef>
              <a:spcAft>
                <a:spcPts val="0"/>
              </a:spcAft>
              <a:buClr>
                <a:schemeClr val="dk1"/>
              </a:buClr>
              <a:buSzPts val="2400"/>
              <a:buFont typeface="Calibri"/>
              <a:buChar char="•"/>
            </a:pPr>
            <a:r>
              <a:rPr b="0" i="0" lang="en-GB" sz="2400" u="sng" cap="none" strike="noStrike">
                <a:solidFill>
                  <a:schemeClr val="hlink"/>
                </a:solidFill>
                <a:latin typeface="Calibri"/>
                <a:ea typeface="Calibri"/>
                <a:cs typeface="Calibri"/>
                <a:sym typeface="Calibri"/>
                <a:hlinkClick r:id="rId4"/>
              </a:rPr>
              <a:t>https://www.tpsgc-pwgsc.gc.ca/biens-property/sngp-npms/ti-it/etivcarftp-idsfvfrmd-eng.html</a:t>
            </a:r>
            <a:endParaRPr b="0" i="0" sz="2400" u="none" cap="none" strike="noStrike">
              <a:solidFill>
                <a:schemeClr val="dk1"/>
              </a:solidFill>
              <a:latin typeface="Calibri"/>
              <a:ea typeface="Calibri"/>
              <a:cs typeface="Calibri"/>
              <a:sym typeface="Calibri"/>
            </a:endParaRPr>
          </a:p>
          <a:p>
            <a:pPr indent="-104775" lvl="0" marL="257175" marR="0" rtl="0" algn="l">
              <a:lnSpc>
                <a:spcPct val="115000"/>
              </a:lnSpc>
              <a:spcBef>
                <a:spcPts val="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80" name="Google Shape;480;p24"/>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sp>
        <p:nvSpPr>
          <p:cNvPr id="481" name="Google Shape;481;p24"/>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25"/>
          <p:cNvSpPr txBox="1"/>
          <p:nvPr>
            <p:ph type="title"/>
          </p:nvPr>
        </p:nvSpPr>
        <p:spPr>
          <a:xfrm>
            <a:off x="452755" y="193675"/>
            <a:ext cx="8379460" cy="846455"/>
          </a:xfrm>
          <a:prstGeom prst="rect">
            <a:avLst/>
          </a:prstGeom>
          <a:solidFill>
            <a:srgbClr val="FF8000"/>
          </a:solidFill>
          <a:ln>
            <a:noFill/>
          </a:ln>
        </p:spPr>
        <p:txBody>
          <a:bodyPr anchorCtr="0" anchor="t" bIns="91425" lIns="91425" spcFirstLastPara="1" rIns="91425" wrap="square" tIns="91425">
            <a:noAutofit/>
          </a:bodyPr>
          <a:lstStyle/>
          <a:p>
            <a:pPr indent="-457200" lvl="0" marL="9144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SWOT Analysis</a:t>
            </a:r>
            <a:endParaRPr sz="4000">
              <a:solidFill>
                <a:schemeClr val="lt1"/>
              </a:solidFill>
              <a:latin typeface="Calibri"/>
              <a:ea typeface="Calibri"/>
              <a:cs typeface="Calibri"/>
              <a:sym typeface="Calibri"/>
            </a:endParaRPr>
          </a:p>
        </p:txBody>
      </p:sp>
      <p:sp>
        <p:nvSpPr>
          <p:cNvPr id="487" name="Google Shape;487;p25"/>
          <p:cNvSpPr txBox="1"/>
          <p:nvPr>
            <p:ph idx="4294967295" type="body"/>
          </p:nvPr>
        </p:nvSpPr>
        <p:spPr>
          <a:xfrm>
            <a:off x="311700" y="1152475"/>
            <a:ext cx="8229600" cy="36576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419100" marR="0" rtl="0" algn="l">
              <a:lnSpc>
                <a:spcPct val="115000"/>
              </a:lnSpc>
              <a:spcBef>
                <a:spcPts val="0"/>
              </a:spcBef>
              <a:spcAft>
                <a:spcPts val="0"/>
              </a:spcAft>
              <a:buClr>
                <a:schemeClr val="dk1"/>
              </a:buClr>
              <a:buSzPts val="2400"/>
              <a:buFont typeface="Calibri"/>
              <a:buChar char="•"/>
            </a:pPr>
            <a:r>
              <a:rPr b="0" i="0" lang="en-GB" sz="2000" u="none" cap="none" strike="noStrike">
                <a:solidFill>
                  <a:schemeClr val="dk1"/>
                </a:solidFill>
                <a:latin typeface="Calibri"/>
                <a:ea typeface="Calibri"/>
                <a:cs typeface="Calibri"/>
                <a:sym typeface="Calibri"/>
              </a:rPr>
              <a:t>Planning process that helps a company overcome challenges and determine which new leads to pursue.</a:t>
            </a:r>
            <a:endParaRPr b="0" i="0" sz="2000" u="none" cap="none" strike="noStrike">
              <a:solidFill>
                <a:schemeClr val="dk1"/>
              </a:solidFill>
              <a:latin typeface="Calibri"/>
              <a:ea typeface="Calibri"/>
              <a:cs typeface="Calibri"/>
              <a:sym typeface="Calibri"/>
            </a:endParaRPr>
          </a:p>
          <a:p>
            <a:pPr indent="-342900" lvl="0" marL="419100" marR="0" rtl="0" algn="l">
              <a:lnSpc>
                <a:spcPct val="115000"/>
              </a:lnSpc>
              <a:spcBef>
                <a:spcPts val="0"/>
              </a:spcBef>
              <a:spcAft>
                <a:spcPts val="0"/>
              </a:spcAft>
              <a:buClr>
                <a:schemeClr val="dk1"/>
              </a:buClr>
              <a:buSzPts val="2400"/>
              <a:buFont typeface="Calibri"/>
              <a:buChar char="•"/>
            </a:pPr>
            <a:r>
              <a:rPr b="0" i="0" lang="en-GB" sz="2000" u="none" cap="none" strike="noStrike">
                <a:solidFill>
                  <a:schemeClr val="dk1"/>
                </a:solidFill>
                <a:latin typeface="Calibri"/>
                <a:ea typeface="Calibri"/>
                <a:cs typeface="Calibri"/>
                <a:sym typeface="Calibri"/>
              </a:rPr>
              <a:t>Carried out when exploring new initiatives, revamping internal policies, considering opportunities to pivot or altering a plan midway through its execution.</a:t>
            </a:r>
            <a:endParaRPr b="0" i="0" sz="2000" u="none" cap="none" strike="noStrike">
              <a:solidFill>
                <a:schemeClr val="dk1"/>
              </a:solidFill>
              <a:latin typeface="Calibri"/>
              <a:ea typeface="Calibri"/>
              <a:cs typeface="Calibri"/>
              <a:sym typeface="Calibri"/>
            </a:endParaRPr>
          </a:p>
        </p:txBody>
      </p:sp>
      <p:sp>
        <p:nvSpPr>
          <p:cNvPr id="488" name="Google Shape;488;p25"/>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sp>
        <p:nvSpPr>
          <p:cNvPr id="489" name="Google Shape;489;p25"/>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6"/>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pic>
        <p:nvPicPr>
          <p:cNvPr id="495" name="Google Shape;495;p26"/>
          <p:cNvPicPr preferRelativeResize="0"/>
          <p:nvPr/>
        </p:nvPicPr>
        <p:blipFill rotWithShape="1">
          <a:blip r:embed="rId3">
            <a:alphaModFix/>
          </a:blip>
          <a:srcRect b="0" l="0" r="0" t="0"/>
          <a:stretch/>
        </p:blipFill>
        <p:spPr>
          <a:xfrm>
            <a:off x="1828800" y="198755"/>
            <a:ext cx="5282565" cy="4417695"/>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496" name="Google Shape;496;p26"/>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descr="Footer accent box" id="501" name="Google Shape;501;p27"/>
          <p:cNvSpPr/>
          <p:nvPr/>
        </p:nvSpPr>
        <p:spPr>
          <a:xfrm flipH="1">
            <a:off x="8661900" y="4767262"/>
            <a:ext cx="482100" cy="376200"/>
          </a:xfrm>
          <a:prstGeom prst="snip1Rect">
            <a:avLst>
              <a:gd fmla="val 16667" name="adj"/>
            </a:avLst>
          </a:prstGeom>
          <a:solidFill>
            <a:srgbClr val="2F3342"/>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502" name="Google Shape;502;p27"/>
          <p:cNvSpPr txBox="1"/>
          <p:nvPr>
            <p:ph idx="12" type="sldNum"/>
          </p:nvPr>
        </p:nvSpPr>
        <p:spPr>
          <a:xfrm>
            <a:off x="6553200" y="4683919"/>
            <a:ext cx="2133600" cy="357188"/>
          </a:xfrm>
          <a:prstGeom prst="rect">
            <a:avLst/>
          </a:prstGeom>
          <a:noFill/>
          <a:ln>
            <a:noFill/>
          </a:ln>
        </p:spPr>
        <p:txBody>
          <a:bodyPr anchorCtr="0" anchor="ctr" bIns="34275" lIns="68550" spcFirstLastPara="1" rIns="68550" wrap="square" tIns="34275">
            <a:normAutofit/>
          </a:bodyPr>
          <a:lstStyle/>
          <a:p>
            <a:pPr indent="0" lvl="0" marL="0" rtl="0" algn="ctr">
              <a:lnSpc>
                <a:spcPct val="100000"/>
              </a:lnSpc>
              <a:spcBef>
                <a:spcPts val="0"/>
              </a:spcBef>
              <a:spcAft>
                <a:spcPts val="0"/>
              </a:spcAft>
              <a:buClr>
                <a:srgbClr val="FFFFFF"/>
              </a:buClr>
              <a:buSzPts val="900"/>
              <a:buFont typeface="Arial"/>
              <a:buNone/>
            </a:pPr>
            <a:fld id="{00000000-1234-1234-1234-123412341234}" type="slidenum">
              <a:rPr b="0" i="0" lang="en-GB"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id="503" name="Google Shape;503;p27"/>
          <p:cNvPicPr preferRelativeResize="0"/>
          <p:nvPr/>
        </p:nvPicPr>
        <p:blipFill rotWithShape="1">
          <a:blip r:embed="rId3">
            <a:alphaModFix/>
          </a:blip>
          <a:srcRect b="0" l="0" r="0" t="0"/>
          <a:stretch/>
        </p:blipFill>
        <p:spPr>
          <a:xfrm>
            <a:off x="568325" y="1428750"/>
            <a:ext cx="2743200" cy="22860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504" name="Google Shape;504;p27"/>
          <p:cNvSpPr txBox="1"/>
          <p:nvPr>
            <p:ph idx="4294967295" type="body"/>
          </p:nvPr>
        </p:nvSpPr>
        <p:spPr>
          <a:xfrm>
            <a:off x="3437890" y="1358900"/>
            <a:ext cx="5350510" cy="2425700"/>
          </a:xfrm>
          <a:prstGeom prst="rect">
            <a:avLst/>
          </a:prstGeom>
          <a:noFill/>
          <a:ln>
            <a:noFill/>
          </a:ln>
        </p:spPr>
        <p:txBody>
          <a:bodyPr anchorCtr="0" anchor="t" bIns="34275" lIns="68550" spcFirstLastPara="1" rIns="68550" wrap="square" tIns="34275">
            <a:noAutofit/>
          </a:bodyPr>
          <a:lstStyle/>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We have sufficient financial resources to participate in such project</a:t>
            </a:r>
            <a:endParaRPr>
              <a:latin typeface="Calibri"/>
              <a:ea typeface="Calibri"/>
              <a:cs typeface="Calibri"/>
              <a:sym typeface="Calibri"/>
            </a:endParaRPr>
          </a:p>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Core competence in the key areas</a:t>
            </a:r>
            <a:endParaRPr>
              <a:latin typeface="Calibri"/>
              <a:ea typeface="Calibri"/>
              <a:cs typeface="Calibri"/>
              <a:sym typeface="Calibri"/>
            </a:endParaRPr>
          </a:p>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Better advertising campaigns</a:t>
            </a:r>
            <a:endParaRPr>
              <a:latin typeface="Calibri"/>
              <a:ea typeface="Calibri"/>
              <a:cs typeface="Calibri"/>
              <a:sym typeface="Calibri"/>
            </a:endParaRPr>
          </a:p>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Acknowledged market leader</a:t>
            </a:r>
            <a:endParaRPr>
              <a:latin typeface="Calibri"/>
              <a:ea typeface="Calibri"/>
              <a:cs typeface="Calibri"/>
              <a:sym typeface="Calibri"/>
            </a:endParaRPr>
          </a:p>
        </p:txBody>
      </p:sp>
      <p:sp>
        <p:nvSpPr>
          <p:cNvPr id="505" name="Google Shape;505;p27"/>
          <p:cNvSpPr txBox="1"/>
          <p:nvPr>
            <p:ph type="title"/>
          </p:nvPr>
        </p:nvSpPr>
        <p:spPr>
          <a:xfrm>
            <a:off x="452755" y="193675"/>
            <a:ext cx="8379460" cy="846455"/>
          </a:xfrm>
          <a:prstGeom prst="rect">
            <a:avLst/>
          </a:prstGeom>
          <a:solidFill>
            <a:srgbClr val="FF8000"/>
          </a:solidFill>
          <a:ln>
            <a:noFill/>
          </a:ln>
        </p:spPr>
        <p:txBody>
          <a:bodyPr anchorCtr="0" anchor="t" bIns="91425" lIns="91425" spcFirstLastPara="1" rIns="91425" wrap="square" tIns="91425">
            <a:noAutofit/>
          </a:bodyPr>
          <a:lstStyle/>
          <a:p>
            <a:pPr indent="-457200" lvl="0" marL="9144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Strengths</a:t>
            </a:r>
            <a:endParaRPr sz="4000">
              <a:solidFill>
                <a:schemeClr val="lt1"/>
              </a:solidFill>
              <a:latin typeface="Calibri"/>
              <a:ea typeface="Calibri"/>
              <a:cs typeface="Calibri"/>
              <a:sym typeface="Calibri"/>
            </a:endParaRPr>
          </a:p>
        </p:txBody>
      </p:sp>
      <p:sp>
        <p:nvSpPr>
          <p:cNvPr id="506" name="Google Shape;506;p27"/>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descr="Footer accent box" id="511" name="Google Shape;511;p28"/>
          <p:cNvSpPr/>
          <p:nvPr/>
        </p:nvSpPr>
        <p:spPr>
          <a:xfrm flipH="1">
            <a:off x="8661900" y="4767262"/>
            <a:ext cx="482100" cy="376200"/>
          </a:xfrm>
          <a:prstGeom prst="snip1Rect">
            <a:avLst>
              <a:gd fmla="val 16667" name="adj"/>
            </a:avLst>
          </a:prstGeom>
          <a:solidFill>
            <a:srgbClr val="2F3342"/>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512" name="Google Shape;512;p28"/>
          <p:cNvSpPr txBox="1"/>
          <p:nvPr>
            <p:ph idx="12" type="sldNum"/>
          </p:nvPr>
        </p:nvSpPr>
        <p:spPr>
          <a:xfrm>
            <a:off x="6553200" y="4683919"/>
            <a:ext cx="2133600" cy="357188"/>
          </a:xfrm>
          <a:prstGeom prst="rect">
            <a:avLst/>
          </a:prstGeom>
          <a:noFill/>
          <a:ln>
            <a:noFill/>
          </a:ln>
        </p:spPr>
        <p:txBody>
          <a:bodyPr anchorCtr="0" anchor="ctr" bIns="34275" lIns="68550" spcFirstLastPara="1" rIns="68550" wrap="square" tIns="34275">
            <a:normAutofit/>
          </a:bodyPr>
          <a:lstStyle/>
          <a:p>
            <a:pPr indent="0" lvl="0" marL="0" rtl="0" algn="ctr">
              <a:lnSpc>
                <a:spcPct val="100000"/>
              </a:lnSpc>
              <a:spcBef>
                <a:spcPts val="0"/>
              </a:spcBef>
              <a:spcAft>
                <a:spcPts val="0"/>
              </a:spcAft>
              <a:buClr>
                <a:srgbClr val="FFFFFF"/>
              </a:buClr>
              <a:buSzPts val="900"/>
              <a:buFont typeface="Arial"/>
              <a:buNone/>
            </a:pPr>
            <a:fld id="{00000000-1234-1234-1234-123412341234}" type="slidenum">
              <a:rPr b="0" i="0" lang="en-GB"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id="513" name="Google Shape;513;p28"/>
          <p:cNvPicPr preferRelativeResize="0"/>
          <p:nvPr/>
        </p:nvPicPr>
        <p:blipFill rotWithShape="1">
          <a:blip r:embed="rId3">
            <a:alphaModFix/>
          </a:blip>
          <a:srcRect b="0" l="0" r="0" t="0"/>
          <a:stretch/>
        </p:blipFill>
        <p:spPr>
          <a:xfrm>
            <a:off x="578485" y="1530985"/>
            <a:ext cx="2743200" cy="22860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514" name="Google Shape;514;p28"/>
          <p:cNvSpPr txBox="1"/>
          <p:nvPr>
            <p:ph idx="4294967295" type="body"/>
          </p:nvPr>
        </p:nvSpPr>
        <p:spPr>
          <a:xfrm>
            <a:off x="3461601" y="1391441"/>
            <a:ext cx="4966200" cy="2425500"/>
          </a:xfrm>
          <a:prstGeom prst="rect">
            <a:avLst/>
          </a:prstGeom>
          <a:noFill/>
          <a:ln>
            <a:noFill/>
          </a:ln>
        </p:spPr>
        <p:txBody>
          <a:bodyPr anchorCtr="0" anchor="t" bIns="34275" lIns="68550" spcFirstLastPara="1" rIns="68550" wrap="square" tIns="34275">
            <a:noAutofit/>
          </a:bodyPr>
          <a:lstStyle/>
          <a:p>
            <a:pPr indent="-257175" lvl="0" marL="257175" rtl="0" algn="l">
              <a:lnSpc>
                <a:spcPct val="90000"/>
              </a:lnSpc>
              <a:spcBef>
                <a:spcPts val="0"/>
              </a:spcBef>
              <a:spcAft>
                <a:spcPts val="0"/>
              </a:spcAft>
              <a:buClr>
                <a:schemeClr val="dk1"/>
              </a:buClr>
              <a:buSzPts val="2700"/>
              <a:buFont typeface="Calibri"/>
              <a:buChar char="•"/>
            </a:pPr>
            <a:r>
              <a:rPr lang="en-GB">
                <a:latin typeface="Calibri"/>
                <a:ea typeface="Calibri"/>
                <a:cs typeface="Calibri"/>
                <a:sym typeface="Calibri"/>
              </a:rPr>
              <a:t>Don't paying much attention to marketing</a:t>
            </a:r>
            <a:endParaRPr>
              <a:latin typeface="Calibri"/>
              <a:ea typeface="Calibri"/>
              <a:cs typeface="Calibri"/>
              <a:sym typeface="Calibri"/>
            </a:endParaRPr>
          </a:p>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Website purely informational and static</a:t>
            </a:r>
            <a:endParaRPr>
              <a:latin typeface="Calibri"/>
              <a:ea typeface="Calibri"/>
              <a:cs typeface="Calibri"/>
              <a:sym typeface="Calibri"/>
            </a:endParaRPr>
          </a:p>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Don't have a marketing plan</a:t>
            </a:r>
            <a:endParaRPr>
              <a:latin typeface="Calibri"/>
              <a:ea typeface="Calibri"/>
              <a:cs typeface="Calibri"/>
              <a:sym typeface="Calibri"/>
            </a:endParaRPr>
          </a:p>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Don't have much of a marketing budget</a:t>
            </a:r>
            <a:endParaRPr>
              <a:latin typeface="Calibri"/>
              <a:ea typeface="Calibri"/>
              <a:cs typeface="Calibri"/>
              <a:sym typeface="Calibri"/>
            </a:endParaRPr>
          </a:p>
          <a:p>
            <a:pPr indent="-38100" lvl="0" marL="171450" rtl="0" algn="l">
              <a:lnSpc>
                <a:spcPct val="90000"/>
              </a:lnSpc>
              <a:spcBef>
                <a:spcPts val="750"/>
              </a:spcBef>
              <a:spcAft>
                <a:spcPts val="0"/>
              </a:spcAft>
              <a:buClr>
                <a:schemeClr val="dk1"/>
              </a:buClr>
              <a:buSzPts val="2100"/>
              <a:buFont typeface="Arial"/>
              <a:buNone/>
            </a:pPr>
            <a:r>
              <a:t/>
            </a:r>
            <a:endParaRPr>
              <a:latin typeface="Calibri"/>
              <a:ea typeface="Calibri"/>
              <a:cs typeface="Calibri"/>
              <a:sym typeface="Calibri"/>
            </a:endParaRPr>
          </a:p>
          <a:p>
            <a:pPr indent="0" lvl="0" marL="0" rtl="0" algn="l">
              <a:lnSpc>
                <a:spcPct val="90000"/>
              </a:lnSpc>
              <a:spcBef>
                <a:spcPts val="750"/>
              </a:spcBef>
              <a:spcAft>
                <a:spcPts val="1200"/>
              </a:spcAft>
              <a:buClr>
                <a:schemeClr val="dk1"/>
              </a:buClr>
              <a:buSzPts val="2700"/>
              <a:buFont typeface="Arial"/>
              <a:buNone/>
            </a:pPr>
            <a:br>
              <a:rPr lang="en-GB" sz="2700"/>
            </a:br>
            <a:endParaRPr sz="2700"/>
          </a:p>
        </p:txBody>
      </p:sp>
      <p:sp>
        <p:nvSpPr>
          <p:cNvPr id="515" name="Google Shape;515;p28"/>
          <p:cNvSpPr txBox="1"/>
          <p:nvPr>
            <p:ph type="title"/>
          </p:nvPr>
        </p:nvSpPr>
        <p:spPr>
          <a:xfrm>
            <a:off x="452755" y="193675"/>
            <a:ext cx="8379460" cy="846455"/>
          </a:xfrm>
          <a:prstGeom prst="rect">
            <a:avLst/>
          </a:prstGeom>
          <a:solidFill>
            <a:srgbClr val="FF8000"/>
          </a:solidFill>
          <a:ln>
            <a:noFill/>
          </a:ln>
        </p:spPr>
        <p:txBody>
          <a:bodyPr anchorCtr="0" anchor="t" bIns="91425" lIns="91425" spcFirstLastPara="1" rIns="91425" wrap="square" tIns="91425">
            <a:noAutofit/>
          </a:bodyPr>
          <a:lstStyle/>
          <a:p>
            <a:pPr indent="-457200" lvl="0" marL="9144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Weaknesses</a:t>
            </a:r>
            <a:endParaRPr sz="4000">
              <a:solidFill>
                <a:schemeClr val="lt1"/>
              </a:solidFill>
              <a:latin typeface="Calibri"/>
              <a:ea typeface="Calibri"/>
              <a:cs typeface="Calibri"/>
              <a:sym typeface="Calibri"/>
            </a:endParaRPr>
          </a:p>
        </p:txBody>
      </p:sp>
      <p:sp>
        <p:nvSpPr>
          <p:cNvPr id="516" name="Google Shape;516;p28"/>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descr="Footer accent box" id="521" name="Google Shape;521;p29"/>
          <p:cNvSpPr/>
          <p:nvPr/>
        </p:nvSpPr>
        <p:spPr>
          <a:xfrm flipH="1">
            <a:off x="8661900" y="4767262"/>
            <a:ext cx="482100" cy="376200"/>
          </a:xfrm>
          <a:prstGeom prst="snip1Rect">
            <a:avLst>
              <a:gd fmla="val 16667" name="adj"/>
            </a:avLst>
          </a:prstGeom>
          <a:solidFill>
            <a:srgbClr val="2F3342"/>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522" name="Google Shape;522;p29"/>
          <p:cNvSpPr txBox="1"/>
          <p:nvPr>
            <p:ph idx="12" type="sldNum"/>
          </p:nvPr>
        </p:nvSpPr>
        <p:spPr>
          <a:xfrm>
            <a:off x="6553200" y="4683919"/>
            <a:ext cx="2133600" cy="357188"/>
          </a:xfrm>
          <a:prstGeom prst="rect">
            <a:avLst/>
          </a:prstGeom>
          <a:noFill/>
          <a:ln>
            <a:noFill/>
          </a:ln>
        </p:spPr>
        <p:txBody>
          <a:bodyPr anchorCtr="0" anchor="ctr" bIns="34275" lIns="68550" spcFirstLastPara="1" rIns="68550" wrap="square" tIns="34275">
            <a:normAutofit/>
          </a:bodyPr>
          <a:lstStyle/>
          <a:p>
            <a:pPr indent="0" lvl="0" marL="0" rtl="0" algn="ctr">
              <a:lnSpc>
                <a:spcPct val="100000"/>
              </a:lnSpc>
              <a:spcBef>
                <a:spcPts val="0"/>
              </a:spcBef>
              <a:spcAft>
                <a:spcPts val="0"/>
              </a:spcAft>
              <a:buClr>
                <a:srgbClr val="FFFFFF"/>
              </a:buClr>
              <a:buSzPts val="900"/>
              <a:buFont typeface="Arial"/>
              <a:buNone/>
            </a:pPr>
            <a:fld id="{00000000-1234-1234-1234-123412341234}" type="slidenum">
              <a:rPr b="0" i="0" lang="en-GB"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id="523" name="Google Shape;523;p29"/>
          <p:cNvPicPr preferRelativeResize="0"/>
          <p:nvPr/>
        </p:nvPicPr>
        <p:blipFill rotWithShape="1">
          <a:blip r:embed="rId3">
            <a:alphaModFix/>
          </a:blip>
          <a:srcRect b="0" l="0" r="0" t="0"/>
          <a:stretch/>
        </p:blipFill>
        <p:spPr>
          <a:xfrm>
            <a:off x="521335" y="1498600"/>
            <a:ext cx="2743200" cy="22860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524" name="Google Shape;524;p29"/>
          <p:cNvSpPr txBox="1"/>
          <p:nvPr>
            <p:ph idx="4294967295" type="body"/>
          </p:nvPr>
        </p:nvSpPr>
        <p:spPr>
          <a:xfrm>
            <a:off x="3485096" y="1359056"/>
            <a:ext cx="4966200" cy="2425500"/>
          </a:xfrm>
          <a:prstGeom prst="rect">
            <a:avLst/>
          </a:prstGeom>
          <a:noFill/>
          <a:ln>
            <a:noFill/>
          </a:ln>
        </p:spPr>
        <p:txBody>
          <a:bodyPr anchorCtr="0" anchor="t" bIns="34275" lIns="68550" spcFirstLastPara="1" rIns="68550" wrap="square" tIns="34275">
            <a:noAutofit/>
          </a:bodyPr>
          <a:lstStyle/>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Few companies</a:t>
            </a:r>
            <a:endParaRPr>
              <a:latin typeface="Calibri"/>
              <a:ea typeface="Calibri"/>
              <a:cs typeface="Calibri"/>
              <a:sym typeface="Calibri"/>
            </a:endParaRPr>
          </a:p>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Emerging need of the product</a:t>
            </a:r>
            <a:endParaRPr>
              <a:latin typeface="Calibri"/>
              <a:ea typeface="Calibri"/>
              <a:cs typeface="Calibri"/>
              <a:sym typeface="Calibri"/>
            </a:endParaRPr>
          </a:p>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Sufficient workforce</a:t>
            </a:r>
            <a:endParaRPr>
              <a:latin typeface="Calibri"/>
              <a:ea typeface="Calibri"/>
              <a:cs typeface="Calibri"/>
              <a:sym typeface="Calibri"/>
            </a:endParaRPr>
          </a:p>
          <a:p>
            <a:pPr indent="-257175" lvl="0" marL="257175" rtl="0" algn="l">
              <a:lnSpc>
                <a:spcPct val="90000"/>
              </a:lnSpc>
              <a:spcBef>
                <a:spcPts val="750"/>
              </a:spcBef>
              <a:spcAft>
                <a:spcPts val="1200"/>
              </a:spcAft>
              <a:buClr>
                <a:schemeClr val="dk1"/>
              </a:buClr>
              <a:buSzPts val="2100"/>
              <a:buFont typeface="Calibri"/>
              <a:buChar char="•"/>
            </a:pPr>
            <a:r>
              <a:rPr lang="en-GB">
                <a:latin typeface="Calibri"/>
                <a:ea typeface="Calibri"/>
                <a:cs typeface="Calibri"/>
                <a:sym typeface="Calibri"/>
              </a:rPr>
              <a:t>Take advantage of increasing popularity of booking system</a:t>
            </a:r>
            <a:endParaRPr sz="2700">
              <a:latin typeface="Calibri"/>
              <a:ea typeface="Calibri"/>
              <a:cs typeface="Calibri"/>
              <a:sym typeface="Calibri"/>
            </a:endParaRPr>
          </a:p>
        </p:txBody>
      </p:sp>
      <p:sp>
        <p:nvSpPr>
          <p:cNvPr id="525" name="Google Shape;525;p29"/>
          <p:cNvSpPr txBox="1"/>
          <p:nvPr>
            <p:ph type="title"/>
          </p:nvPr>
        </p:nvSpPr>
        <p:spPr>
          <a:xfrm>
            <a:off x="452755" y="193675"/>
            <a:ext cx="8379460" cy="846455"/>
          </a:xfrm>
          <a:prstGeom prst="rect">
            <a:avLst/>
          </a:prstGeom>
          <a:solidFill>
            <a:srgbClr val="FF8000"/>
          </a:solidFill>
          <a:ln>
            <a:noFill/>
          </a:ln>
        </p:spPr>
        <p:txBody>
          <a:bodyPr anchorCtr="0" anchor="t" bIns="91425" lIns="91425" spcFirstLastPara="1" rIns="91425" wrap="square" tIns="91425">
            <a:noAutofit/>
          </a:bodyPr>
          <a:lstStyle/>
          <a:p>
            <a:pPr indent="-457200" lvl="0" marL="9144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Opportunities</a:t>
            </a:r>
            <a:endParaRPr sz="4000">
              <a:solidFill>
                <a:schemeClr val="lt1"/>
              </a:solidFill>
              <a:latin typeface="Calibri"/>
              <a:ea typeface="Calibri"/>
              <a:cs typeface="Calibri"/>
              <a:sym typeface="Calibri"/>
            </a:endParaRPr>
          </a:p>
        </p:txBody>
      </p:sp>
      <p:sp>
        <p:nvSpPr>
          <p:cNvPr id="526" name="Google Shape;526;p29"/>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descr="Footer accent box" id="531" name="Google Shape;531;p30"/>
          <p:cNvSpPr/>
          <p:nvPr/>
        </p:nvSpPr>
        <p:spPr>
          <a:xfrm flipH="1">
            <a:off x="8661900" y="4767262"/>
            <a:ext cx="482100" cy="376200"/>
          </a:xfrm>
          <a:prstGeom prst="snip1Rect">
            <a:avLst>
              <a:gd fmla="val 16667" name="adj"/>
            </a:avLst>
          </a:prstGeom>
          <a:solidFill>
            <a:srgbClr val="2F3342"/>
          </a:solidFill>
          <a:ln>
            <a:noFill/>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532" name="Google Shape;532;p30"/>
          <p:cNvSpPr txBox="1"/>
          <p:nvPr>
            <p:ph idx="12" type="sldNum"/>
          </p:nvPr>
        </p:nvSpPr>
        <p:spPr>
          <a:xfrm>
            <a:off x="6553200" y="4683919"/>
            <a:ext cx="2133600" cy="357188"/>
          </a:xfrm>
          <a:prstGeom prst="rect">
            <a:avLst/>
          </a:prstGeom>
          <a:noFill/>
          <a:ln>
            <a:noFill/>
          </a:ln>
        </p:spPr>
        <p:txBody>
          <a:bodyPr anchorCtr="0" anchor="ctr" bIns="34275" lIns="68550" spcFirstLastPara="1" rIns="68550" wrap="square" tIns="34275">
            <a:normAutofit/>
          </a:bodyPr>
          <a:lstStyle/>
          <a:p>
            <a:pPr indent="0" lvl="0" marL="0" rtl="0" algn="ctr">
              <a:lnSpc>
                <a:spcPct val="100000"/>
              </a:lnSpc>
              <a:spcBef>
                <a:spcPts val="0"/>
              </a:spcBef>
              <a:spcAft>
                <a:spcPts val="0"/>
              </a:spcAft>
              <a:buClr>
                <a:srgbClr val="FFFFFF"/>
              </a:buClr>
              <a:buSzPts val="900"/>
              <a:buFont typeface="Arial"/>
              <a:buNone/>
            </a:pPr>
            <a:fld id="{00000000-1234-1234-1234-123412341234}" type="slidenum">
              <a:rPr b="0" i="0" lang="en-GB" sz="900" u="none" cap="none" strike="noStrike">
                <a:solidFill>
                  <a:srgbClr val="FFFFFF"/>
                </a:solidFill>
                <a:latin typeface="Arial"/>
                <a:ea typeface="Arial"/>
                <a:cs typeface="Arial"/>
                <a:sym typeface="Arial"/>
              </a:rPr>
              <a:t>‹#›</a:t>
            </a:fld>
            <a:endParaRPr b="0" i="0" sz="900" u="none" cap="none" strike="noStrike">
              <a:solidFill>
                <a:srgbClr val="FFFFFF"/>
              </a:solidFill>
              <a:latin typeface="Arial"/>
              <a:ea typeface="Arial"/>
              <a:cs typeface="Arial"/>
              <a:sym typeface="Arial"/>
            </a:endParaRPr>
          </a:p>
        </p:txBody>
      </p:sp>
      <p:pic>
        <p:nvPicPr>
          <p:cNvPr id="533" name="Google Shape;533;p30"/>
          <p:cNvPicPr preferRelativeResize="0"/>
          <p:nvPr/>
        </p:nvPicPr>
        <p:blipFill rotWithShape="1">
          <a:blip r:embed="rId3">
            <a:alphaModFix/>
          </a:blip>
          <a:srcRect b="0" l="0" r="0" t="0"/>
          <a:stretch/>
        </p:blipFill>
        <p:spPr>
          <a:xfrm>
            <a:off x="560705" y="1428750"/>
            <a:ext cx="2743200" cy="22860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534" name="Google Shape;534;p30"/>
          <p:cNvSpPr txBox="1"/>
          <p:nvPr>
            <p:ph idx="4294967295" type="body"/>
          </p:nvPr>
        </p:nvSpPr>
        <p:spPr>
          <a:xfrm>
            <a:off x="3695916" y="1428906"/>
            <a:ext cx="4966200" cy="2425500"/>
          </a:xfrm>
          <a:prstGeom prst="rect">
            <a:avLst/>
          </a:prstGeom>
          <a:noFill/>
          <a:ln>
            <a:noFill/>
          </a:ln>
        </p:spPr>
        <p:txBody>
          <a:bodyPr anchorCtr="0" anchor="t" bIns="34275" lIns="68550" spcFirstLastPara="1" rIns="68550" wrap="square" tIns="34275">
            <a:noAutofit/>
          </a:bodyPr>
          <a:lstStyle/>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Customer’s Diversion</a:t>
            </a:r>
            <a:endParaRPr>
              <a:latin typeface="Calibri"/>
              <a:ea typeface="Calibri"/>
              <a:cs typeface="Calibri"/>
              <a:sym typeface="Calibri"/>
            </a:endParaRPr>
          </a:p>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Cost of technology</a:t>
            </a:r>
            <a:endParaRPr>
              <a:latin typeface="Calibri"/>
              <a:ea typeface="Calibri"/>
              <a:cs typeface="Calibri"/>
              <a:sym typeface="Calibri"/>
            </a:endParaRPr>
          </a:p>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Unloyal partners</a:t>
            </a:r>
            <a:endParaRPr>
              <a:latin typeface="Calibri"/>
              <a:ea typeface="Calibri"/>
              <a:cs typeface="Calibri"/>
              <a:sym typeface="Calibri"/>
            </a:endParaRPr>
          </a:p>
          <a:p>
            <a:pPr indent="-257175" lvl="0" marL="257175" rtl="0" algn="l">
              <a:lnSpc>
                <a:spcPct val="90000"/>
              </a:lnSpc>
              <a:spcBef>
                <a:spcPts val="750"/>
              </a:spcBef>
              <a:spcAft>
                <a:spcPts val="0"/>
              </a:spcAft>
              <a:buClr>
                <a:schemeClr val="dk1"/>
              </a:buClr>
              <a:buSzPts val="2100"/>
              <a:buFont typeface="Calibri"/>
              <a:buChar char="•"/>
            </a:pPr>
            <a:r>
              <a:rPr lang="en-GB">
                <a:latin typeface="Calibri"/>
                <a:ea typeface="Calibri"/>
                <a:cs typeface="Calibri"/>
                <a:sym typeface="Calibri"/>
              </a:rPr>
              <a:t>Other booking business in town; competition rising</a:t>
            </a:r>
            <a:endParaRPr>
              <a:latin typeface="Calibri"/>
              <a:ea typeface="Calibri"/>
              <a:cs typeface="Calibri"/>
              <a:sym typeface="Calibri"/>
            </a:endParaRPr>
          </a:p>
          <a:p>
            <a:pPr indent="0" lvl="0" marL="0" rtl="0" algn="l">
              <a:lnSpc>
                <a:spcPct val="90000"/>
              </a:lnSpc>
              <a:spcBef>
                <a:spcPts val="750"/>
              </a:spcBef>
              <a:spcAft>
                <a:spcPts val="1200"/>
              </a:spcAft>
              <a:buClr>
                <a:schemeClr val="dk1"/>
              </a:buClr>
              <a:buSzPts val="2700"/>
              <a:buFont typeface="Arial"/>
              <a:buNone/>
            </a:pPr>
            <a:r>
              <a:t/>
            </a:r>
            <a:endParaRPr sz="2700">
              <a:latin typeface="Calibri"/>
              <a:ea typeface="Calibri"/>
              <a:cs typeface="Calibri"/>
              <a:sym typeface="Calibri"/>
            </a:endParaRPr>
          </a:p>
        </p:txBody>
      </p:sp>
      <p:sp>
        <p:nvSpPr>
          <p:cNvPr id="535" name="Google Shape;535;p30"/>
          <p:cNvSpPr txBox="1"/>
          <p:nvPr>
            <p:ph type="title"/>
          </p:nvPr>
        </p:nvSpPr>
        <p:spPr>
          <a:xfrm>
            <a:off x="452755" y="193675"/>
            <a:ext cx="8379460" cy="846455"/>
          </a:xfrm>
          <a:prstGeom prst="rect">
            <a:avLst/>
          </a:prstGeom>
          <a:solidFill>
            <a:srgbClr val="FF8000"/>
          </a:solidFill>
          <a:ln>
            <a:noFill/>
          </a:ln>
        </p:spPr>
        <p:txBody>
          <a:bodyPr anchorCtr="0" anchor="t" bIns="91425" lIns="91425" spcFirstLastPara="1" rIns="91425" wrap="square" tIns="91425">
            <a:noAutofit/>
          </a:bodyPr>
          <a:lstStyle/>
          <a:p>
            <a:pPr indent="-457200" lvl="0" marL="9144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Threats</a:t>
            </a:r>
            <a:endParaRPr sz="4000">
              <a:solidFill>
                <a:schemeClr val="lt1"/>
              </a:solidFill>
              <a:latin typeface="Calibri"/>
              <a:ea typeface="Calibri"/>
              <a:cs typeface="Calibri"/>
              <a:sym typeface="Calibri"/>
            </a:endParaRPr>
          </a:p>
        </p:txBody>
      </p:sp>
      <p:sp>
        <p:nvSpPr>
          <p:cNvPr id="536" name="Google Shape;536;p30"/>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1"/>
          <p:cNvSpPr txBox="1"/>
          <p:nvPr>
            <p:ph type="title"/>
          </p:nvPr>
        </p:nvSpPr>
        <p:spPr>
          <a:xfrm>
            <a:off x="381635" y="360680"/>
            <a:ext cx="8604250" cy="803910"/>
          </a:xfrm>
          <a:prstGeom prst="rect">
            <a:avLst/>
          </a:prstGeom>
          <a:solidFill>
            <a:srgbClr val="FF8000"/>
          </a:solidFill>
          <a:ln>
            <a:noFill/>
          </a:ln>
        </p:spPr>
        <p:txBody>
          <a:bodyPr anchorCtr="0" anchor="t" bIns="91425" lIns="91425" spcFirstLastPara="1" rIns="91425" wrap="square" tIns="91425">
            <a:noAutofit/>
          </a:bodyPr>
          <a:lstStyle/>
          <a:p>
            <a:pPr indent="-457200" lvl="0" marL="914400" rtl="0" algn="l">
              <a:lnSpc>
                <a:spcPct val="100000"/>
              </a:lnSpc>
              <a:spcBef>
                <a:spcPts val="0"/>
              </a:spcBef>
              <a:spcAft>
                <a:spcPts val="0"/>
              </a:spcAft>
              <a:buClr>
                <a:schemeClr val="lt1"/>
              </a:buClr>
              <a:buSzPts val="4000"/>
              <a:buFont typeface="Calibri"/>
              <a:buNone/>
            </a:pPr>
            <a:r>
              <a:rPr lang="en-GB" sz="4000">
                <a:solidFill>
                  <a:schemeClr val="lt1"/>
                </a:solidFill>
                <a:latin typeface="Calibri"/>
                <a:ea typeface="Calibri"/>
                <a:cs typeface="Calibri"/>
                <a:sym typeface="Calibri"/>
              </a:rPr>
              <a:t>SWOT Analysis - Example</a:t>
            </a:r>
            <a:endParaRPr sz="4000">
              <a:solidFill>
                <a:schemeClr val="lt1"/>
              </a:solidFill>
              <a:latin typeface="Calibri"/>
              <a:ea typeface="Calibri"/>
              <a:cs typeface="Calibri"/>
              <a:sym typeface="Calibri"/>
            </a:endParaRPr>
          </a:p>
        </p:txBody>
      </p:sp>
      <p:sp>
        <p:nvSpPr>
          <p:cNvPr id="542" name="Google Shape;542;p31"/>
          <p:cNvSpPr txBox="1"/>
          <p:nvPr>
            <p:ph idx="4294967295" type="body"/>
          </p:nvPr>
        </p:nvSpPr>
        <p:spPr>
          <a:xfrm>
            <a:off x="334010" y="1445895"/>
            <a:ext cx="3959225" cy="2483485"/>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Clr>
                <a:schemeClr val="dk1"/>
              </a:buClr>
              <a:buSzPts val="2400"/>
              <a:buFont typeface="Calibri"/>
              <a:buNone/>
            </a:pPr>
            <a:r>
              <a:rPr b="0" i="0" lang="en-GB" sz="2400" u="none" cap="none" strike="noStrike">
                <a:solidFill>
                  <a:schemeClr val="dk1"/>
                </a:solidFill>
                <a:latin typeface="Calibri"/>
                <a:ea typeface="Calibri"/>
                <a:cs typeface="Calibri"/>
                <a:sym typeface="Calibri"/>
              </a:rPr>
              <a:t>Suppose a family-owned restaurant, with a single location, is operating in an urban area.</a:t>
            </a:r>
            <a:endParaRPr b="0" i="0" sz="2400" u="none" cap="none" strike="noStrike">
              <a:solidFill>
                <a:schemeClr val="dk1"/>
              </a:solidFill>
              <a:latin typeface="Calibri"/>
              <a:ea typeface="Calibri"/>
              <a:cs typeface="Calibri"/>
              <a:sym typeface="Calibri"/>
            </a:endParaRPr>
          </a:p>
        </p:txBody>
      </p:sp>
      <p:sp>
        <p:nvSpPr>
          <p:cNvPr id="543" name="Google Shape;543;p31"/>
          <p:cNvSpPr txBox="1"/>
          <p:nvPr>
            <p:ph idx="12" type="sldNum"/>
          </p:nvPr>
        </p:nvSpPr>
        <p:spPr>
          <a:xfrm>
            <a:off x="6553200" y="4683919"/>
            <a:ext cx="2133600" cy="357188"/>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GB">
                <a:latin typeface="Oswald"/>
                <a:ea typeface="Oswald"/>
                <a:cs typeface="Oswald"/>
                <a:sym typeface="Oswald"/>
              </a:rPr>
              <a:t>‹#›</a:t>
            </a:fld>
            <a:endParaRPr>
              <a:latin typeface="Oswald"/>
              <a:ea typeface="Oswald"/>
              <a:cs typeface="Oswald"/>
              <a:sym typeface="Oswald"/>
            </a:endParaRPr>
          </a:p>
        </p:txBody>
      </p:sp>
      <p:pic>
        <p:nvPicPr>
          <p:cNvPr id="544" name="Google Shape;544;p31"/>
          <p:cNvPicPr preferRelativeResize="0"/>
          <p:nvPr/>
        </p:nvPicPr>
        <p:blipFill rotWithShape="1">
          <a:blip r:embed="rId3">
            <a:alphaModFix/>
          </a:blip>
          <a:srcRect b="0" l="0" r="0" t="0"/>
          <a:stretch/>
        </p:blipFill>
        <p:spPr>
          <a:xfrm>
            <a:off x="4572000" y="1282065"/>
            <a:ext cx="3942715" cy="3347085"/>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pic>
      <p:sp>
        <p:nvSpPr>
          <p:cNvPr id="545" name="Google Shape;545;p31"/>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32"/>
          <p:cNvSpPr txBox="1"/>
          <p:nvPr>
            <p:ph type="title"/>
          </p:nvPr>
        </p:nvSpPr>
        <p:spPr>
          <a:xfrm>
            <a:off x="457200" y="205979"/>
            <a:ext cx="8229600" cy="857250"/>
          </a:xfrm>
          <a:prstGeom prst="rect">
            <a:avLst/>
          </a:prstGeom>
          <a:solidFill>
            <a:srgbClr val="FF8000"/>
          </a:solidFill>
          <a:ln cap="flat" cmpd="sng" w="9525">
            <a:solidFill>
              <a:srgbClr val="000000">
                <a:alpha val="0"/>
              </a:srgbClr>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3300"/>
              <a:buFont typeface="Calibri"/>
              <a:buNone/>
            </a:pPr>
            <a:r>
              <a:rPr b="1" lang="en-GB">
                <a:solidFill>
                  <a:schemeClr val="lt1"/>
                </a:solidFill>
                <a:latin typeface="Calibri"/>
                <a:ea typeface="Calibri"/>
                <a:cs typeface="Calibri"/>
                <a:sym typeface="Calibri"/>
              </a:rPr>
              <a:t>Practice</a:t>
            </a:r>
            <a:endParaRPr b="1">
              <a:solidFill>
                <a:schemeClr val="lt1"/>
              </a:solidFill>
              <a:latin typeface="Calibri"/>
              <a:ea typeface="Calibri"/>
              <a:cs typeface="Calibri"/>
              <a:sym typeface="Calibri"/>
            </a:endParaRPr>
          </a:p>
        </p:txBody>
      </p:sp>
      <p:sp>
        <p:nvSpPr>
          <p:cNvPr id="551" name="Google Shape;551;p32"/>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000"/>
              <a:buFont typeface="Calibri"/>
              <a:buNone/>
            </a:pPr>
            <a:r>
              <a:rPr lang="en-GB" sz="2000">
                <a:latin typeface="Calibri"/>
                <a:ea typeface="Calibri"/>
                <a:cs typeface="Calibri"/>
                <a:sym typeface="Calibri"/>
              </a:rPr>
              <a:t>A small, successful organic grocery store, GreenHarvest, has been operating in a local neighborhood for five years. The store specializes in fresh, organic produce, dairy, and handmade food products.One evening, the store owner, notices a sharp drop in sales. She overhears a regular customer saying,</a:t>
            </a:r>
            <a:endParaRPr sz="2000">
              <a:latin typeface="Calibri"/>
              <a:ea typeface="Calibri"/>
              <a:cs typeface="Calibri"/>
              <a:sym typeface="Calibri"/>
            </a:endParaRPr>
          </a:p>
          <a:p>
            <a:pPr indent="0" lvl="0" marL="0" rtl="0" algn="l">
              <a:lnSpc>
                <a:spcPct val="100000"/>
              </a:lnSpc>
              <a:spcBef>
                <a:spcPts val="300"/>
              </a:spcBef>
              <a:spcAft>
                <a:spcPts val="0"/>
              </a:spcAft>
              <a:buClr>
                <a:schemeClr val="dk1"/>
              </a:buClr>
              <a:buSzPts val="2000"/>
              <a:buFont typeface="Calibri"/>
              <a:buNone/>
            </a:pPr>
            <a:r>
              <a:rPr lang="en-GB" sz="2000">
                <a:latin typeface="Calibri"/>
                <a:ea typeface="Calibri"/>
                <a:cs typeface="Calibri"/>
                <a:sym typeface="Calibri"/>
              </a:rPr>
              <a:t>"</a:t>
            </a:r>
            <a:r>
              <a:rPr i="1" lang="en-GB" sz="2000">
                <a:latin typeface="Calibri"/>
                <a:ea typeface="Calibri"/>
                <a:cs typeface="Calibri"/>
                <a:sym typeface="Calibri"/>
              </a:rPr>
              <a:t>I love GreenHarvest, but it's just easier to order from the supermarket app. They deliver in 30 minutes!</a:t>
            </a:r>
            <a:r>
              <a:rPr lang="en-GB" sz="2000">
                <a:latin typeface="Calibri"/>
                <a:ea typeface="Calibri"/>
                <a:cs typeface="Calibri"/>
                <a:sym typeface="Calibri"/>
              </a:rPr>
              <a:t>"</a:t>
            </a:r>
            <a:endParaRPr sz="2000">
              <a:latin typeface="Calibri"/>
              <a:ea typeface="Calibri"/>
              <a:cs typeface="Calibri"/>
              <a:sym typeface="Calibri"/>
            </a:endParaRPr>
          </a:p>
          <a:p>
            <a:pPr indent="0" lvl="0" marL="0" rtl="0" algn="l">
              <a:lnSpc>
                <a:spcPct val="100000"/>
              </a:lnSpc>
              <a:spcBef>
                <a:spcPts val="300"/>
              </a:spcBef>
              <a:spcAft>
                <a:spcPts val="0"/>
              </a:spcAft>
              <a:buClr>
                <a:schemeClr val="dk1"/>
              </a:buClr>
              <a:buSzPts val="2000"/>
              <a:buFont typeface="Calibri"/>
              <a:buNone/>
            </a:pPr>
            <a:r>
              <a:rPr lang="en-GB" sz="2000">
                <a:latin typeface="Calibri"/>
                <a:ea typeface="Calibri"/>
                <a:cs typeface="Calibri"/>
                <a:sym typeface="Calibri"/>
              </a:rPr>
              <a:t>This makes Ayesha realize that shopping habits are changing—people prefer online convenience over physical stores. She considers launching an online ordering system with home delivery, but this decision comes with risks.</a:t>
            </a:r>
            <a:endParaRPr sz="2000">
              <a:latin typeface="Calibri"/>
              <a:ea typeface="Calibri"/>
              <a:cs typeface="Calibri"/>
              <a:sym typeface="Calibri"/>
            </a:endParaRPr>
          </a:p>
        </p:txBody>
      </p:sp>
      <p:sp>
        <p:nvSpPr>
          <p:cNvPr id="552" name="Google Shape;552;p32"/>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
        <p:nvSpPr>
          <p:cNvPr id="553" name="Google Shape;553;p32"/>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GB"/>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33"/>
          <p:cNvSpPr txBox="1"/>
          <p:nvPr>
            <p:ph idx="4294967295" type="body"/>
          </p:nvPr>
        </p:nvSpPr>
        <p:spPr>
          <a:xfrm>
            <a:off x="546100" y="195580"/>
            <a:ext cx="8224520" cy="671830"/>
          </a:xfrm>
          <a:prstGeom prst="rect">
            <a:avLst/>
          </a:prstGeom>
          <a:solidFill>
            <a:srgbClr val="FF8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4000"/>
              <a:buFont typeface="Calibri"/>
              <a:buNone/>
            </a:pPr>
            <a:r>
              <a:rPr b="0" i="0" lang="en-GB" sz="4000" u="none" cap="none" strike="noStrike">
                <a:solidFill>
                  <a:schemeClr val="lt1"/>
                </a:solidFill>
                <a:latin typeface="Calibri"/>
                <a:ea typeface="Calibri"/>
                <a:cs typeface="Calibri"/>
                <a:sym typeface="Calibri"/>
              </a:rPr>
              <a:t>References</a:t>
            </a:r>
            <a:endParaRPr b="0" i="0" sz="4000" u="none" cap="none" strike="noStrike">
              <a:solidFill>
                <a:schemeClr val="lt1"/>
              </a:solidFill>
              <a:latin typeface="Calibri"/>
              <a:ea typeface="Calibri"/>
              <a:cs typeface="Calibri"/>
              <a:sym typeface="Calibri"/>
            </a:endParaRPr>
          </a:p>
        </p:txBody>
      </p:sp>
      <p:sp>
        <p:nvSpPr>
          <p:cNvPr id="559" name="Google Shape;559;p33"/>
          <p:cNvSpPr txBox="1"/>
          <p:nvPr/>
        </p:nvSpPr>
        <p:spPr>
          <a:xfrm>
            <a:off x="83185" y="1095375"/>
            <a:ext cx="8853805" cy="369824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accent3"/>
              </a:buClr>
              <a:buSzPts val="1800"/>
              <a:buFont typeface="Average"/>
              <a:buChar char="❏"/>
            </a:pPr>
            <a:r>
              <a:rPr b="0" i="0" lang="en-GB" sz="1600" u="sng" cap="none" strike="noStrike">
                <a:solidFill>
                  <a:schemeClr val="hlink"/>
                </a:solidFill>
                <a:latin typeface="Average"/>
                <a:ea typeface="Average"/>
                <a:cs typeface="Average"/>
                <a:sym typeface="Average"/>
                <a:hlinkClick r:id="rId3"/>
              </a:rPr>
              <a:t>https://medium.com/@aquariousdigitalmarketing/software-feasibility-study-a-step-by-step-guide-54ac0f96c07d</a:t>
            </a:r>
            <a:endParaRPr b="0" i="0" sz="1600" u="none" cap="none" strike="noStrike">
              <a:solidFill>
                <a:schemeClr val="accent3"/>
              </a:solidFill>
              <a:latin typeface="Average"/>
              <a:ea typeface="Average"/>
              <a:cs typeface="Average"/>
              <a:sym typeface="Average"/>
            </a:endParaRPr>
          </a:p>
          <a:p>
            <a:pPr indent="-330200" lvl="0" marL="457200" marR="0" rtl="0" algn="l">
              <a:lnSpc>
                <a:spcPct val="100000"/>
              </a:lnSpc>
              <a:spcBef>
                <a:spcPts val="0"/>
              </a:spcBef>
              <a:spcAft>
                <a:spcPts val="0"/>
              </a:spcAft>
              <a:buClr>
                <a:schemeClr val="accent3"/>
              </a:buClr>
              <a:buSzPts val="1600"/>
              <a:buFont typeface="Average"/>
              <a:buChar char="❏"/>
            </a:pPr>
            <a:r>
              <a:rPr b="0" i="0" lang="en-GB" sz="1600" u="sng" cap="none" strike="noStrike">
                <a:solidFill>
                  <a:schemeClr val="hlink"/>
                </a:solidFill>
                <a:latin typeface="Average"/>
                <a:ea typeface="Average"/>
                <a:cs typeface="Average"/>
                <a:sym typeface="Average"/>
                <a:hlinkClick r:id="rId4"/>
              </a:rPr>
              <a:t>https://www.geeksforgeeks.org/types-of-feasibility-study-in-software-project-development/</a:t>
            </a:r>
            <a:endParaRPr b="0" i="0" sz="1600" u="none" cap="none" strike="noStrike">
              <a:solidFill>
                <a:schemeClr val="accent3"/>
              </a:solidFill>
              <a:latin typeface="Average"/>
              <a:ea typeface="Average"/>
              <a:cs typeface="Average"/>
              <a:sym typeface="Average"/>
            </a:endParaRPr>
          </a:p>
          <a:p>
            <a:pPr indent="-330200" lvl="0" marL="457200" marR="0" rtl="0" algn="l">
              <a:lnSpc>
                <a:spcPct val="100000"/>
              </a:lnSpc>
              <a:spcBef>
                <a:spcPts val="0"/>
              </a:spcBef>
              <a:spcAft>
                <a:spcPts val="0"/>
              </a:spcAft>
              <a:buClr>
                <a:schemeClr val="accent3"/>
              </a:buClr>
              <a:buSzPts val="1600"/>
              <a:buFont typeface="Average"/>
              <a:buChar char="❏"/>
            </a:pPr>
            <a:r>
              <a:rPr b="0" i="0" lang="en-GB" sz="1600" u="sng" cap="none" strike="noStrike">
                <a:solidFill>
                  <a:schemeClr val="hlink"/>
                </a:solidFill>
                <a:latin typeface="Average"/>
                <a:ea typeface="Average"/>
                <a:cs typeface="Average"/>
                <a:sym typeface="Average"/>
                <a:hlinkClick r:id="rId5"/>
              </a:rPr>
              <a:t>https://www.shutterstock.com/image-vector/taka-bdt-bangladeshi-currency-icon-logo-1638072163</a:t>
            </a:r>
            <a:endParaRPr b="0" i="0" sz="1600" u="none" cap="none" strike="noStrike">
              <a:solidFill>
                <a:schemeClr val="accent3"/>
              </a:solidFill>
              <a:latin typeface="Average"/>
              <a:ea typeface="Average"/>
              <a:cs typeface="Average"/>
              <a:sym typeface="Average"/>
            </a:endParaRPr>
          </a:p>
          <a:p>
            <a:pPr indent="-330200" lvl="0" marL="457200" marR="0" rtl="0" algn="l">
              <a:lnSpc>
                <a:spcPct val="100000"/>
              </a:lnSpc>
              <a:spcBef>
                <a:spcPts val="0"/>
              </a:spcBef>
              <a:spcAft>
                <a:spcPts val="0"/>
              </a:spcAft>
              <a:buClr>
                <a:schemeClr val="accent3"/>
              </a:buClr>
              <a:buSzPts val="1600"/>
              <a:buFont typeface="Average"/>
              <a:buChar char="❏"/>
            </a:pPr>
            <a:r>
              <a:rPr b="0" i="0" lang="en-GB" sz="1600" u="sng" cap="none" strike="noStrike">
                <a:solidFill>
                  <a:schemeClr val="hlink"/>
                </a:solidFill>
                <a:latin typeface="Average"/>
                <a:ea typeface="Average"/>
                <a:cs typeface="Average"/>
                <a:sym typeface="Average"/>
                <a:hlinkClick r:id="rId6"/>
              </a:rPr>
              <a:t>https://www.freepik.com/free-photos-vectors/technology</a:t>
            </a:r>
            <a:endParaRPr b="0" i="0" sz="1600" u="none" cap="none" strike="noStrike">
              <a:solidFill>
                <a:schemeClr val="accent3"/>
              </a:solidFill>
              <a:latin typeface="Average"/>
              <a:ea typeface="Average"/>
              <a:cs typeface="Average"/>
              <a:sym typeface="Average"/>
            </a:endParaRPr>
          </a:p>
          <a:p>
            <a:pPr indent="-330200" lvl="0" marL="457200" marR="0" rtl="0" algn="l">
              <a:lnSpc>
                <a:spcPct val="100000"/>
              </a:lnSpc>
              <a:spcBef>
                <a:spcPts val="0"/>
              </a:spcBef>
              <a:spcAft>
                <a:spcPts val="0"/>
              </a:spcAft>
              <a:buClr>
                <a:schemeClr val="accent3"/>
              </a:buClr>
              <a:buSzPts val="1600"/>
              <a:buFont typeface="Average"/>
              <a:buChar char="❏"/>
            </a:pPr>
            <a:r>
              <a:rPr b="0" i="0" lang="en-GB" sz="1600" u="sng" cap="none" strike="noStrike">
                <a:solidFill>
                  <a:schemeClr val="hlink"/>
                </a:solidFill>
                <a:latin typeface="Average"/>
                <a:ea typeface="Average"/>
                <a:cs typeface="Average"/>
                <a:sym typeface="Average"/>
                <a:hlinkClick r:id="rId7"/>
              </a:rPr>
              <a:t>https://www.vectorstock.com/royalty-free-vector/human-resources-recruiting-concept-vector-9732886</a:t>
            </a:r>
            <a:endParaRPr b="0" i="0" sz="1600" u="none" cap="none" strike="noStrike">
              <a:solidFill>
                <a:schemeClr val="accent3"/>
              </a:solidFill>
              <a:latin typeface="Average"/>
              <a:ea typeface="Average"/>
              <a:cs typeface="Average"/>
              <a:sym typeface="Average"/>
            </a:endParaRPr>
          </a:p>
          <a:p>
            <a:pPr indent="-330200" lvl="0" marL="457200" marR="0" rtl="0" algn="l">
              <a:lnSpc>
                <a:spcPct val="100000"/>
              </a:lnSpc>
              <a:spcBef>
                <a:spcPts val="0"/>
              </a:spcBef>
              <a:spcAft>
                <a:spcPts val="0"/>
              </a:spcAft>
              <a:buClr>
                <a:schemeClr val="accent3"/>
              </a:buClr>
              <a:buSzPts val="1600"/>
              <a:buFont typeface="Average"/>
              <a:buChar char="❏"/>
            </a:pPr>
            <a:r>
              <a:rPr b="0" i="0" lang="en-GB" sz="1600" u="sng" cap="none" strike="noStrike">
                <a:solidFill>
                  <a:schemeClr val="hlink"/>
                </a:solidFill>
                <a:latin typeface="Average"/>
                <a:ea typeface="Average"/>
                <a:cs typeface="Average"/>
                <a:sym typeface="Average"/>
                <a:hlinkClick r:id="rId8"/>
              </a:rPr>
              <a:t>https://www.istockphoto.com/photos/behavioral-data</a:t>
            </a:r>
            <a:endParaRPr b="0" i="0" sz="1600" u="none" cap="none" strike="noStrike">
              <a:solidFill>
                <a:schemeClr val="accent3"/>
              </a:solidFill>
              <a:latin typeface="Average"/>
              <a:ea typeface="Average"/>
              <a:cs typeface="Average"/>
              <a:sym typeface="Average"/>
            </a:endParaRPr>
          </a:p>
          <a:p>
            <a:pPr indent="-330200" lvl="0" marL="457200" marR="0" rtl="0" algn="l">
              <a:lnSpc>
                <a:spcPct val="100000"/>
              </a:lnSpc>
              <a:spcBef>
                <a:spcPts val="0"/>
              </a:spcBef>
              <a:spcAft>
                <a:spcPts val="0"/>
              </a:spcAft>
              <a:buClr>
                <a:schemeClr val="accent3"/>
              </a:buClr>
              <a:buSzPts val="1600"/>
              <a:buFont typeface="Average"/>
              <a:buChar char="❏"/>
            </a:pPr>
            <a:r>
              <a:rPr b="0" i="0" lang="en-GB" sz="1600" u="sng" cap="none" strike="noStrike">
                <a:solidFill>
                  <a:schemeClr val="hlink"/>
                </a:solidFill>
                <a:latin typeface="Average"/>
                <a:ea typeface="Average"/>
                <a:cs typeface="Average"/>
                <a:sym typeface="Average"/>
                <a:hlinkClick r:id="rId9"/>
              </a:rPr>
              <a:t>https://www.istockphoto.com/photos/data-privacy-law</a:t>
            </a:r>
            <a:endParaRPr b="0" i="0" sz="1600" u="none" cap="none" strike="noStrike">
              <a:solidFill>
                <a:schemeClr val="accent3"/>
              </a:solidFill>
              <a:latin typeface="Average"/>
              <a:ea typeface="Average"/>
              <a:cs typeface="Average"/>
              <a:sym typeface="Average"/>
            </a:endParaRPr>
          </a:p>
          <a:p>
            <a:pPr indent="-330200" lvl="0" marL="457200" marR="0" rtl="0" algn="l">
              <a:lnSpc>
                <a:spcPct val="100000"/>
              </a:lnSpc>
              <a:spcBef>
                <a:spcPts val="0"/>
              </a:spcBef>
              <a:spcAft>
                <a:spcPts val="0"/>
              </a:spcAft>
              <a:buClr>
                <a:schemeClr val="accent3"/>
              </a:buClr>
              <a:buSzPts val="1600"/>
              <a:buFont typeface="Average"/>
              <a:buChar char="❏"/>
            </a:pPr>
            <a:r>
              <a:rPr b="0" i="0" lang="en-GB" sz="1600" u="sng" cap="none" strike="noStrike">
                <a:solidFill>
                  <a:schemeClr val="hlink"/>
                </a:solidFill>
                <a:latin typeface="Average"/>
                <a:ea typeface="Average"/>
                <a:cs typeface="Average"/>
                <a:sym typeface="Average"/>
                <a:hlinkClick r:id="rId10"/>
              </a:rPr>
              <a:t>https://www.vecteezy.com/free-vector/schedule</a:t>
            </a:r>
            <a:endParaRPr b="0" i="0" sz="1600" u="none" cap="none" strike="noStrike">
              <a:solidFill>
                <a:schemeClr val="accent3"/>
              </a:solidFill>
              <a:latin typeface="Average"/>
              <a:ea typeface="Average"/>
              <a:cs typeface="Average"/>
              <a:sym typeface="Average"/>
            </a:endParaRPr>
          </a:p>
          <a:p>
            <a:pPr indent="-330200" lvl="0" marL="457200" marR="0" rtl="0" algn="l">
              <a:lnSpc>
                <a:spcPct val="100000"/>
              </a:lnSpc>
              <a:spcBef>
                <a:spcPts val="0"/>
              </a:spcBef>
              <a:spcAft>
                <a:spcPts val="0"/>
              </a:spcAft>
              <a:buClr>
                <a:schemeClr val="accent3"/>
              </a:buClr>
              <a:buSzPts val="1600"/>
              <a:buFont typeface="Average"/>
              <a:buChar char="❏"/>
            </a:pPr>
            <a:r>
              <a:rPr b="0" i="0" lang="en-GB" sz="1600" u="sng" cap="none" strike="noStrike">
                <a:solidFill>
                  <a:schemeClr val="hlink"/>
                </a:solidFill>
                <a:latin typeface="Average"/>
                <a:ea typeface="Average"/>
                <a:cs typeface="Average"/>
                <a:sym typeface="Average"/>
                <a:hlinkClick r:id="rId11"/>
              </a:rPr>
              <a:t>https://www.businessnewsdaily.com/4245-swot-analysis.html</a:t>
            </a:r>
            <a:endParaRPr b="0" i="0" sz="1600" u="none" cap="none" strike="noStrike">
              <a:solidFill>
                <a:schemeClr val="accent3"/>
              </a:solidFill>
              <a:latin typeface="Average"/>
              <a:ea typeface="Average"/>
              <a:cs typeface="Average"/>
              <a:sym typeface="Average"/>
            </a:endParaRPr>
          </a:p>
          <a:p>
            <a:pPr indent="-330200" lvl="0" marL="457200" marR="0" rtl="0" algn="l">
              <a:lnSpc>
                <a:spcPct val="100000"/>
              </a:lnSpc>
              <a:spcBef>
                <a:spcPts val="0"/>
              </a:spcBef>
              <a:spcAft>
                <a:spcPts val="0"/>
              </a:spcAft>
              <a:buClr>
                <a:schemeClr val="accent3"/>
              </a:buClr>
              <a:buSzPts val="1600"/>
              <a:buFont typeface="Average"/>
              <a:buChar char="❏"/>
            </a:pPr>
            <a:r>
              <a:rPr b="0" i="0" lang="en-GB" sz="1600" u="sng" cap="none" strike="noStrike">
                <a:solidFill>
                  <a:schemeClr val="hlink"/>
                </a:solidFill>
                <a:latin typeface="Average"/>
                <a:ea typeface="Average"/>
                <a:cs typeface="Average"/>
                <a:sym typeface="Average"/>
                <a:hlinkClick r:id="rId12"/>
              </a:rPr>
              <a:t>https://www.wordstream.com/blog/ws/2017/12/20/swot-analysis</a:t>
            </a:r>
            <a:endParaRPr b="0" i="0" sz="1600" u="none" cap="none" strike="noStrike">
              <a:solidFill>
                <a:schemeClr val="accent3"/>
              </a:solidFill>
              <a:latin typeface="Average"/>
              <a:ea typeface="Average"/>
              <a:cs typeface="Average"/>
              <a:sym typeface="Average"/>
            </a:endParaRPr>
          </a:p>
          <a:p>
            <a:pPr indent="-228600" lvl="0" marL="457200" marR="0" rtl="0" algn="l">
              <a:lnSpc>
                <a:spcPct val="100000"/>
              </a:lnSpc>
              <a:spcBef>
                <a:spcPts val="0"/>
              </a:spcBef>
              <a:spcAft>
                <a:spcPts val="0"/>
              </a:spcAft>
              <a:buClr>
                <a:schemeClr val="accent3"/>
              </a:buClr>
              <a:buSzPts val="1600"/>
              <a:buFont typeface="Average"/>
              <a:buNone/>
            </a:pPr>
            <a:r>
              <a:t/>
            </a:r>
            <a:endParaRPr b="0" i="0" sz="1600" u="none" cap="none" strike="noStrike">
              <a:solidFill>
                <a:schemeClr val="accent3"/>
              </a:solidFill>
              <a:latin typeface="Average"/>
              <a:ea typeface="Average"/>
              <a:cs typeface="Average"/>
              <a:sym typeface="Average"/>
            </a:endParaRPr>
          </a:p>
        </p:txBody>
      </p:sp>
      <p:sp>
        <p:nvSpPr>
          <p:cNvPr id="560" name="Google Shape;560;p33"/>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GB"/>
              <a:t>‹#›</a:t>
            </a:fld>
            <a:endParaRPr/>
          </a:p>
        </p:txBody>
      </p:sp>
      <p:sp>
        <p:nvSpPr>
          <p:cNvPr id="561" name="Google Shape;561;p33"/>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4"/>
          <p:cNvSpPr txBox="1"/>
          <p:nvPr>
            <p:ph type="title"/>
          </p:nvPr>
        </p:nvSpPr>
        <p:spPr>
          <a:xfrm>
            <a:off x="1184275" y="1647190"/>
            <a:ext cx="6904990" cy="1849755"/>
          </a:xfrm>
          <a:prstGeom prst="rect">
            <a:avLst/>
          </a:prstGeom>
          <a:solidFill>
            <a:srgbClr val="FF8000"/>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Calibri"/>
              <a:buNone/>
            </a:pPr>
            <a:r>
              <a:rPr lang="en-GB" sz="4400">
                <a:solidFill>
                  <a:schemeClr val="lt1"/>
                </a:solidFill>
                <a:latin typeface="Calibri"/>
                <a:ea typeface="Calibri"/>
                <a:cs typeface="Calibri"/>
                <a:sym typeface="Calibri"/>
              </a:rPr>
              <a:t>Thank You</a:t>
            </a:r>
            <a:endParaRPr sz="4400">
              <a:solidFill>
                <a:schemeClr val="lt1"/>
              </a:solidFill>
              <a:latin typeface="Calibri"/>
              <a:ea typeface="Calibri"/>
              <a:cs typeface="Calibri"/>
              <a:sym typeface="Calibri"/>
            </a:endParaRPr>
          </a:p>
        </p:txBody>
      </p:sp>
      <p:sp>
        <p:nvSpPr>
          <p:cNvPr id="567" name="Google Shape;567;p34"/>
          <p:cNvSpPr txBox="1"/>
          <p:nvPr>
            <p:ph idx="12" type="sldNum"/>
          </p:nvPr>
        </p:nvSpPr>
        <p:spPr>
          <a:xfrm>
            <a:off x="6553200" y="4683919"/>
            <a:ext cx="2133600" cy="357188"/>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GB"/>
              <a:t>‹#›</a:t>
            </a:fld>
            <a:endParaRPr/>
          </a:p>
        </p:txBody>
      </p:sp>
      <p:sp>
        <p:nvSpPr>
          <p:cNvPr id="568" name="Google Shape;568;p34"/>
          <p:cNvSpPr txBox="1"/>
          <p:nvPr>
            <p:ph idx="11" type="ftr"/>
          </p:nvPr>
        </p:nvSpPr>
        <p:spPr>
          <a:xfrm>
            <a:off x="3124200" y="4683919"/>
            <a:ext cx="2895600" cy="357188"/>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GB"/>
              <a:t>Tasmin Sanjida, Lecturer, CSE, UIU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2024-06-28T09:36:00Z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6B834A4844B649A0AFDE8C399C35857C_12</vt:lpwstr>
  </property>
  <property fmtid="{D5CDD505-2E9C-101B-9397-08002B2CF9AE}" pid="3" name="KSOProductBuildVer">
    <vt:lpwstr>1033-12.2.0.23155</vt:lpwstr>
  </property>
</Properties>
</file>